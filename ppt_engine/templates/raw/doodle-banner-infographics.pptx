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04">
          <p15:clr>
            <a:srgbClr val="00FF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0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3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946598b0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946598b0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9c73459845_0_5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9c73459845_0_5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9e46a8c7fd_0_1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9e46a8c7fd_0_1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9e46a8c7fd_0_1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9e46a8c7fd_0_1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9e46a8c7fd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9e46a8c7fd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9e46a8c7fd_0_1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9e46a8c7fd_0_1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9e46a8c7fd_0_38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9e46a8c7fd_0_3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9e46a8c7fd_0_20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9e46a8c7fd_0_2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9e46a8c7fd_0_3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9e46a8c7fd_0_3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9e46a8c7fd_0_7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9e46a8c7fd_0_7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9e46a8c7fd_0_1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9e46a8c7fd_0_1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9e46a8c7fd_0_3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9e46a8c7fd_0_3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9e46a8c7fd_0_2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9e46a8c7fd_0_2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9e46a8c7fd_0_2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9e46a8c7fd_0_2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9e46a8c7fd_0_5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9e46a8c7fd_0_5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9e46a8c7fd_0_6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9e46a8c7fd_0_6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a009ba40a4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a009ba40a4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9e46a8c7fd_0_5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9e46a8c7fd_0_5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9e46a8c7fd_0_2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9e46a8c7fd_0_2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9e46a8c7fd_0_3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9e46a8c7fd_0_3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9e46a8c7fd_0_2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9e46a8c7fd_0_2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9e46a8c7fd_0_30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9e46a8c7fd_0_30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9e46a8c7fd_0_3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9e46a8c7fd_0_3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9e46a8c7fd_0_3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9e46a8c7fd_0_3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9e46a8c7fd_0_4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5" name="Google Shape;1185;g9e46a8c7fd_0_4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9e46a8c7fd_0_40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3" name="Google Shape;1553;g9e46a8c7fd_0_4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9e46a8c7fd_0_57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9e46a8c7fd_0_57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g9e46a8c7fd_0_7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0" name="Google Shape;1640;g9e46a8c7fd_0_7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g9e46a8c7fd_0_5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g9e46a8c7fd_0_5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9e46a8c7fd_0_6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5" name="Google Shape;1705;g9e46a8c7fd_0_6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7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9e46a8c7fd_0_5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9e46a8c7fd_0_5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097850" y="1718713"/>
            <a:ext cx="3561300" cy="15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813650" y="3463413"/>
            <a:ext cx="2845500" cy="10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" name="Google Shape;3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"/>
              <a:buChar char="●"/>
              <a:defRPr sz="1800"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A4335"/>
          </p15:clr>
        </p15:guide>
        <p15:guide id="2" pos="5472">
          <p15:clr>
            <a:srgbClr val="EA4335"/>
          </p15:clr>
        </p15:guide>
        <p15:guide id="3" orient="horz" pos="259">
          <p15:clr>
            <a:srgbClr val="EA4335"/>
          </p15:clr>
        </p15:guide>
        <p15:guide id="4" orient="horz" pos="2981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5"/>
          <p:cNvGrpSpPr/>
          <p:nvPr/>
        </p:nvGrpSpPr>
        <p:grpSpPr>
          <a:xfrm>
            <a:off x="1215146" y="278504"/>
            <a:ext cx="6908579" cy="4688966"/>
            <a:chOff x="1215146" y="278504"/>
            <a:chExt cx="6908579" cy="4688966"/>
          </a:xfrm>
        </p:grpSpPr>
        <p:sp>
          <p:nvSpPr>
            <p:cNvPr id="58" name="Google Shape;58;p15"/>
            <p:cNvSpPr/>
            <p:nvPr/>
          </p:nvSpPr>
          <p:spPr>
            <a:xfrm>
              <a:off x="1215146" y="3337994"/>
              <a:ext cx="19872" cy="19872"/>
            </a:xfrm>
            <a:custGeom>
              <a:rect b="b" l="l" r="r" t="t"/>
              <a:pathLst>
                <a:path extrusionOk="0" h="36" w="36">
                  <a:moveTo>
                    <a:pt x="1" y="0"/>
                  </a:moveTo>
                  <a:lnTo>
                    <a:pt x="1" y="35"/>
                  </a:lnTo>
                  <a:lnTo>
                    <a:pt x="36" y="35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B8E5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5"/>
            <p:cNvSpPr/>
            <p:nvPr/>
          </p:nvSpPr>
          <p:spPr>
            <a:xfrm>
              <a:off x="3072335" y="2273042"/>
              <a:ext cx="615" cy="21533"/>
            </a:xfrm>
            <a:custGeom>
              <a:rect b="b" l="l" r="r" t="t"/>
              <a:pathLst>
                <a:path extrusionOk="0" h="35" w="1">
                  <a:moveTo>
                    <a:pt x="1" y="35"/>
                  </a:moveTo>
                  <a:lnTo>
                    <a:pt x="1" y="35"/>
                  </a:lnTo>
                  <a:lnTo>
                    <a:pt x="1" y="35"/>
                  </a:lnTo>
                  <a:lnTo>
                    <a:pt x="1" y="35"/>
                  </a:lnTo>
                  <a:lnTo>
                    <a:pt x="1" y="35"/>
                  </a:lnTo>
                  <a:lnTo>
                    <a:pt x="1" y="35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35"/>
                  </a:lnTo>
                  <a:lnTo>
                    <a:pt x="1" y="35"/>
                  </a:lnTo>
                  <a:close/>
                </a:path>
              </a:pathLst>
            </a:custGeom>
            <a:solidFill>
              <a:srgbClr val="B8E5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5"/>
            <p:cNvSpPr/>
            <p:nvPr/>
          </p:nvSpPr>
          <p:spPr>
            <a:xfrm flipH="1">
              <a:off x="3966066" y="1718725"/>
              <a:ext cx="4157659" cy="1744692"/>
            </a:xfrm>
            <a:custGeom>
              <a:rect b="b" l="l" r="r" t="t"/>
              <a:pathLst>
                <a:path extrusionOk="0" h="29388" w="103909">
                  <a:moveTo>
                    <a:pt x="103875" y="834"/>
                  </a:moveTo>
                  <a:cubicBezTo>
                    <a:pt x="103875" y="1768"/>
                    <a:pt x="103908" y="2635"/>
                    <a:pt x="103875" y="3503"/>
                  </a:cubicBezTo>
                  <a:cubicBezTo>
                    <a:pt x="103808" y="5571"/>
                    <a:pt x="103675" y="7672"/>
                    <a:pt x="103675" y="9774"/>
                  </a:cubicBezTo>
                  <a:cubicBezTo>
                    <a:pt x="103675" y="12009"/>
                    <a:pt x="103775" y="14277"/>
                    <a:pt x="103808" y="16512"/>
                  </a:cubicBezTo>
                  <a:cubicBezTo>
                    <a:pt x="103808" y="17913"/>
                    <a:pt x="103775" y="19314"/>
                    <a:pt x="103775" y="20715"/>
                  </a:cubicBezTo>
                  <a:lnTo>
                    <a:pt x="103775" y="22349"/>
                  </a:lnTo>
                  <a:cubicBezTo>
                    <a:pt x="103775" y="23250"/>
                    <a:pt x="103708" y="24117"/>
                    <a:pt x="103708" y="25018"/>
                  </a:cubicBezTo>
                  <a:cubicBezTo>
                    <a:pt x="103741" y="25285"/>
                    <a:pt x="103741" y="25518"/>
                    <a:pt x="103775" y="25785"/>
                  </a:cubicBezTo>
                  <a:cubicBezTo>
                    <a:pt x="102674" y="26352"/>
                    <a:pt x="101707" y="27120"/>
                    <a:pt x="100873" y="28054"/>
                  </a:cubicBezTo>
                  <a:cubicBezTo>
                    <a:pt x="100606" y="28354"/>
                    <a:pt x="100205" y="28487"/>
                    <a:pt x="99839" y="28487"/>
                  </a:cubicBezTo>
                  <a:cubicBezTo>
                    <a:pt x="97003" y="28454"/>
                    <a:pt x="94201" y="28420"/>
                    <a:pt x="91366" y="28420"/>
                  </a:cubicBezTo>
                  <a:cubicBezTo>
                    <a:pt x="89464" y="28420"/>
                    <a:pt x="87530" y="28354"/>
                    <a:pt x="85628" y="28454"/>
                  </a:cubicBezTo>
                  <a:cubicBezTo>
                    <a:pt x="83594" y="28521"/>
                    <a:pt x="81525" y="28454"/>
                    <a:pt x="79491" y="28454"/>
                  </a:cubicBezTo>
                  <a:cubicBezTo>
                    <a:pt x="77423" y="28454"/>
                    <a:pt x="75354" y="28487"/>
                    <a:pt x="73286" y="28521"/>
                  </a:cubicBezTo>
                  <a:cubicBezTo>
                    <a:pt x="71819" y="28521"/>
                    <a:pt x="70317" y="28454"/>
                    <a:pt x="68816" y="28487"/>
                  </a:cubicBezTo>
                  <a:cubicBezTo>
                    <a:pt x="66181" y="28521"/>
                    <a:pt x="63546" y="28621"/>
                    <a:pt x="60911" y="28621"/>
                  </a:cubicBezTo>
                  <a:cubicBezTo>
                    <a:pt x="59410" y="28621"/>
                    <a:pt x="57942" y="28554"/>
                    <a:pt x="56441" y="28487"/>
                  </a:cubicBezTo>
                  <a:lnTo>
                    <a:pt x="55440" y="28487"/>
                  </a:lnTo>
                  <a:cubicBezTo>
                    <a:pt x="53972" y="28554"/>
                    <a:pt x="52471" y="28621"/>
                    <a:pt x="51004" y="28621"/>
                  </a:cubicBezTo>
                  <a:cubicBezTo>
                    <a:pt x="49102" y="28654"/>
                    <a:pt x="47234" y="28687"/>
                    <a:pt x="45333" y="28687"/>
                  </a:cubicBezTo>
                  <a:cubicBezTo>
                    <a:pt x="44933" y="28687"/>
                    <a:pt x="44499" y="28721"/>
                    <a:pt x="44099" y="28721"/>
                  </a:cubicBezTo>
                  <a:lnTo>
                    <a:pt x="31790" y="28787"/>
                  </a:lnTo>
                  <a:cubicBezTo>
                    <a:pt x="29088" y="28787"/>
                    <a:pt x="26353" y="28787"/>
                    <a:pt x="23617" y="28821"/>
                  </a:cubicBezTo>
                  <a:cubicBezTo>
                    <a:pt x="20549" y="28854"/>
                    <a:pt x="17480" y="28921"/>
                    <a:pt x="14444" y="28954"/>
                  </a:cubicBezTo>
                  <a:cubicBezTo>
                    <a:pt x="10541" y="29021"/>
                    <a:pt x="6639" y="29088"/>
                    <a:pt x="2736" y="29154"/>
                  </a:cubicBezTo>
                  <a:cubicBezTo>
                    <a:pt x="2269" y="29154"/>
                    <a:pt x="1835" y="29221"/>
                    <a:pt x="1368" y="29288"/>
                  </a:cubicBezTo>
                  <a:cubicBezTo>
                    <a:pt x="634" y="29388"/>
                    <a:pt x="301" y="29154"/>
                    <a:pt x="234" y="28387"/>
                  </a:cubicBezTo>
                  <a:cubicBezTo>
                    <a:pt x="34" y="26019"/>
                    <a:pt x="1" y="23650"/>
                    <a:pt x="101" y="21282"/>
                  </a:cubicBezTo>
                  <a:cubicBezTo>
                    <a:pt x="201" y="19381"/>
                    <a:pt x="1" y="17446"/>
                    <a:pt x="1" y="15545"/>
                  </a:cubicBezTo>
                  <a:cubicBezTo>
                    <a:pt x="1" y="14144"/>
                    <a:pt x="67" y="12743"/>
                    <a:pt x="134" y="11342"/>
                  </a:cubicBezTo>
                  <a:cubicBezTo>
                    <a:pt x="134" y="10708"/>
                    <a:pt x="167" y="10074"/>
                    <a:pt x="167" y="9440"/>
                  </a:cubicBezTo>
                  <a:cubicBezTo>
                    <a:pt x="167" y="8206"/>
                    <a:pt x="334" y="6972"/>
                    <a:pt x="167" y="5771"/>
                  </a:cubicBezTo>
                  <a:cubicBezTo>
                    <a:pt x="1" y="4570"/>
                    <a:pt x="401" y="4003"/>
                    <a:pt x="1268" y="3336"/>
                  </a:cubicBezTo>
                  <a:cubicBezTo>
                    <a:pt x="2336" y="2502"/>
                    <a:pt x="3303" y="1568"/>
                    <a:pt x="4237" y="601"/>
                  </a:cubicBezTo>
                  <a:cubicBezTo>
                    <a:pt x="4537" y="200"/>
                    <a:pt x="5004" y="0"/>
                    <a:pt x="5471" y="33"/>
                  </a:cubicBezTo>
                  <a:cubicBezTo>
                    <a:pt x="8573" y="100"/>
                    <a:pt x="11642" y="100"/>
                    <a:pt x="14744" y="134"/>
                  </a:cubicBezTo>
                  <a:cubicBezTo>
                    <a:pt x="16946" y="134"/>
                    <a:pt x="19114" y="67"/>
                    <a:pt x="21316" y="67"/>
                  </a:cubicBezTo>
                  <a:cubicBezTo>
                    <a:pt x="23217" y="67"/>
                    <a:pt x="25152" y="134"/>
                    <a:pt x="27053" y="134"/>
                  </a:cubicBezTo>
                  <a:cubicBezTo>
                    <a:pt x="28054" y="134"/>
                    <a:pt x="29055" y="67"/>
                    <a:pt x="30055" y="67"/>
                  </a:cubicBezTo>
                  <a:cubicBezTo>
                    <a:pt x="30656" y="67"/>
                    <a:pt x="31256" y="167"/>
                    <a:pt x="31857" y="167"/>
                  </a:cubicBezTo>
                  <a:lnTo>
                    <a:pt x="35059" y="167"/>
                  </a:lnTo>
                  <a:cubicBezTo>
                    <a:pt x="36593" y="167"/>
                    <a:pt x="38161" y="167"/>
                    <a:pt x="39696" y="200"/>
                  </a:cubicBezTo>
                  <a:cubicBezTo>
                    <a:pt x="43498" y="234"/>
                    <a:pt x="47301" y="300"/>
                    <a:pt x="51104" y="334"/>
                  </a:cubicBezTo>
                  <a:cubicBezTo>
                    <a:pt x="55407" y="367"/>
                    <a:pt x="59710" y="400"/>
                    <a:pt x="64013" y="400"/>
                  </a:cubicBezTo>
                  <a:cubicBezTo>
                    <a:pt x="64814" y="400"/>
                    <a:pt x="65581" y="334"/>
                    <a:pt x="66381" y="334"/>
                  </a:cubicBezTo>
                  <a:cubicBezTo>
                    <a:pt x="67182" y="334"/>
                    <a:pt x="67949" y="434"/>
                    <a:pt x="68750" y="434"/>
                  </a:cubicBezTo>
                  <a:cubicBezTo>
                    <a:pt x="72152" y="434"/>
                    <a:pt x="75555" y="434"/>
                    <a:pt x="78957" y="434"/>
                  </a:cubicBezTo>
                  <a:cubicBezTo>
                    <a:pt x="81225" y="467"/>
                    <a:pt x="83494" y="567"/>
                    <a:pt x="85795" y="567"/>
                  </a:cubicBezTo>
                  <a:cubicBezTo>
                    <a:pt x="88931" y="601"/>
                    <a:pt x="92033" y="567"/>
                    <a:pt x="95169" y="567"/>
                  </a:cubicBezTo>
                  <a:cubicBezTo>
                    <a:pt x="96970" y="567"/>
                    <a:pt x="98738" y="601"/>
                    <a:pt x="100539" y="634"/>
                  </a:cubicBezTo>
                  <a:cubicBezTo>
                    <a:pt x="101273" y="634"/>
                    <a:pt x="102007" y="567"/>
                    <a:pt x="102707" y="634"/>
                  </a:cubicBezTo>
                  <a:cubicBezTo>
                    <a:pt x="103108" y="667"/>
                    <a:pt x="103508" y="734"/>
                    <a:pt x="103875" y="834"/>
                  </a:cubicBezTo>
                  <a:close/>
                  <a:moveTo>
                    <a:pt x="5671" y="901"/>
                  </a:moveTo>
                  <a:cubicBezTo>
                    <a:pt x="5605" y="1168"/>
                    <a:pt x="5571" y="1434"/>
                    <a:pt x="5538" y="1668"/>
                  </a:cubicBezTo>
                  <a:cubicBezTo>
                    <a:pt x="5471" y="3236"/>
                    <a:pt x="5371" y="4770"/>
                    <a:pt x="5338" y="6338"/>
                  </a:cubicBezTo>
                  <a:cubicBezTo>
                    <a:pt x="5271" y="9707"/>
                    <a:pt x="5238" y="13043"/>
                    <a:pt x="5171" y="16412"/>
                  </a:cubicBezTo>
                  <a:cubicBezTo>
                    <a:pt x="5104" y="19080"/>
                    <a:pt x="4937" y="21716"/>
                    <a:pt x="4837" y="24384"/>
                  </a:cubicBezTo>
                  <a:cubicBezTo>
                    <a:pt x="4804" y="25018"/>
                    <a:pt x="4871" y="25151"/>
                    <a:pt x="5505" y="25151"/>
                  </a:cubicBezTo>
                  <a:cubicBezTo>
                    <a:pt x="7673" y="25151"/>
                    <a:pt x="9874" y="25185"/>
                    <a:pt x="12043" y="25185"/>
                  </a:cubicBezTo>
                  <a:cubicBezTo>
                    <a:pt x="15011" y="25185"/>
                    <a:pt x="18013" y="25185"/>
                    <a:pt x="20982" y="25151"/>
                  </a:cubicBezTo>
                  <a:cubicBezTo>
                    <a:pt x="22317" y="25151"/>
                    <a:pt x="23651" y="25118"/>
                    <a:pt x="24985" y="25118"/>
                  </a:cubicBezTo>
                  <a:cubicBezTo>
                    <a:pt x="27020" y="25118"/>
                    <a:pt x="29055" y="25085"/>
                    <a:pt x="31089" y="25085"/>
                  </a:cubicBezTo>
                  <a:cubicBezTo>
                    <a:pt x="32991" y="25085"/>
                    <a:pt x="34926" y="25151"/>
                    <a:pt x="36827" y="25118"/>
                  </a:cubicBezTo>
                  <a:cubicBezTo>
                    <a:pt x="40129" y="25118"/>
                    <a:pt x="43432" y="25085"/>
                    <a:pt x="46734" y="25051"/>
                  </a:cubicBezTo>
                  <a:cubicBezTo>
                    <a:pt x="49036" y="25051"/>
                    <a:pt x="51304" y="25085"/>
                    <a:pt x="53572" y="25118"/>
                  </a:cubicBezTo>
                  <a:cubicBezTo>
                    <a:pt x="56875" y="25118"/>
                    <a:pt x="60210" y="25151"/>
                    <a:pt x="63513" y="25151"/>
                  </a:cubicBezTo>
                  <a:lnTo>
                    <a:pt x="67149" y="25151"/>
                  </a:lnTo>
                  <a:cubicBezTo>
                    <a:pt x="67749" y="25151"/>
                    <a:pt x="68349" y="25118"/>
                    <a:pt x="68950" y="25118"/>
                  </a:cubicBezTo>
                  <a:cubicBezTo>
                    <a:pt x="69884" y="25118"/>
                    <a:pt x="70784" y="25151"/>
                    <a:pt x="71685" y="25151"/>
                  </a:cubicBezTo>
                  <a:lnTo>
                    <a:pt x="82726" y="25151"/>
                  </a:lnTo>
                  <a:lnTo>
                    <a:pt x="95535" y="25151"/>
                  </a:lnTo>
                  <a:cubicBezTo>
                    <a:pt x="97103" y="25151"/>
                    <a:pt x="98638" y="25185"/>
                    <a:pt x="100172" y="25185"/>
                  </a:cubicBezTo>
                  <a:cubicBezTo>
                    <a:pt x="100806" y="25185"/>
                    <a:pt x="101406" y="25218"/>
                    <a:pt x="102007" y="25185"/>
                  </a:cubicBezTo>
                  <a:cubicBezTo>
                    <a:pt x="102741" y="25151"/>
                    <a:pt x="102874" y="24985"/>
                    <a:pt x="102907" y="24251"/>
                  </a:cubicBezTo>
                  <a:cubicBezTo>
                    <a:pt x="102941" y="23750"/>
                    <a:pt x="102941" y="23250"/>
                    <a:pt x="102974" y="22716"/>
                  </a:cubicBezTo>
                  <a:cubicBezTo>
                    <a:pt x="102974" y="21349"/>
                    <a:pt x="102974" y="19981"/>
                    <a:pt x="103007" y="18580"/>
                  </a:cubicBezTo>
                  <a:cubicBezTo>
                    <a:pt x="103041" y="17679"/>
                    <a:pt x="103108" y="16745"/>
                    <a:pt x="103141" y="15811"/>
                  </a:cubicBezTo>
                  <a:cubicBezTo>
                    <a:pt x="103141" y="14877"/>
                    <a:pt x="103074" y="14043"/>
                    <a:pt x="103041" y="13176"/>
                  </a:cubicBezTo>
                  <a:cubicBezTo>
                    <a:pt x="103007" y="12309"/>
                    <a:pt x="102941" y="11375"/>
                    <a:pt x="102907" y="10508"/>
                  </a:cubicBezTo>
                  <a:cubicBezTo>
                    <a:pt x="102841" y="9907"/>
                    <a:pt x="102841" y="9307"/>
                    <a:pt x="102841" y="8740"/>
                  </a:cubicBezTo>
                  <a:cubicBezTo>
                    <a:pt x="102941" y="6805"/>
                    <a:pt x="103141" y="4870"/>
                    <a:pt x="103241" y="2936"/>
                  </a:cubicBezTo>
                  <a:cubicBezTo>
                    <a:pt x="103274" y="2502"/>
                    <a:pt x="103141" y="2068"/>
                    <a:pt x="102907" y="1668"/>
                  </a:cubicBezTo>
                  <a:cubicBezTo>
                    <a:pt x="102807" y="1501"/>
                    <a:pt x="102274" y="1568"/>
                    <a:pt x="101907" y="1535"/>
                  </a:cubicBezTo>
                  <a:lnTo>
                    <a:pt x="101373" y="1535"/>
                  </a:lnTo>
                  <a:lnTo>
                    <a:pt x="93267" y="1334"/>
                  </a:lnTo>
                  <a:lnTo>
                    <a:pt x="92733" y="1334"/>
                  </a:lnTo>
                  <a:cubicBezTo>
                    <a:pt x="89598" y="1334"/>
                    <a:pt x="86462" y="1334"/>
                    <a:pt x="83360" y="1301"/>
                  </a:cubicBezTo>
                  <a:cubicBezTo>
                    <a:pt x="80258" y="1268"/>
                    <a:pt x="77089" y="1168"/>
                    <a:pt x="73987" y="1134"/>
                  </a:cubicBezTo>
                  <a:cubicBezTo>
                    <a:pt x="70584" y="1101"/>
                    <a:pt x="67182" y="1101"/>
                    <a:pt x="63779" y="1068"/>
                  </a:cubicBezTo>
                  <a:cubicBezTo>
                    <a:pt x="62612" y="1068"/>
                    <a:pt x="61411" y="1034"/>
                    <a:pt x="60244" y="1034"/>
                  </a:cubicBezTo>
                  <a:cubicBezTo>
                    <a:pt x="58342" y="1034"/>
                    <a:pt x="56474" y="1101"/>
                    <a:pt x="54573" y="1068"/>
                  </a:cubicBezTo>
                  <a:cubicBezTo>
                    <a:pt x="52138" y="1068"/>
                    <a:pt x="49669" y="1001"/>
                    <a:pt x="47201" y="967"/>
                  </a:cubicBezTo>
                  <a:cubicBezTo>
                    <a:pt x="43698" y="934"/>
                    <a:pt x="40163" y="934"/>
                    <a:pt x="36627" y="901"/>
                  </a:cubicBezTo>
                  <a:cubicBezTo>
                    <a:pt x="34425" y="901"/>
                    <a:pt x="32190" y="834"/>
                    <a:pt x="29955" y="834"/>
                  </a:cubicBezTo>
                  <a:cubicBezTo>
                    <a:pt x="28121" y="834"/>
                    <a:pt x="26253" y="767"/>
                    <a:pt x="24418" y="801"/>
                  </a:cubicBezTo>
                  <a:cubicBezTo>
                    <a:pt x="22050" y="834"/>
                    <a:pt x="19681" y="934"/>
                    <a:pt x="17313" y="934"/>
                  </a:cubicBezTo>
                  <a:cubicBezTo>
                    <a:pt x="14611" y="934"/>
                    <a:pt x="11909" y="867"/>
                    <a:pt x="9207" y="867"/>
                  </a:cubicBezTo>
                  <a:cubicBezTo>
                    <a:pt x="8073" y="801"/>
                    <a:pt x="6939" y="867"/>
                    <a:pt x="5671" y="901"/>
                  </a:cubicBezTo>
                  <a:close/>
                  <a:moveTo>
                    <a:pt x="4304" y="17880"/>
                  </a:moveTo>
                  <a:cubicBezTo>
                    <a:pt x="4037" y="18213"/>
                    <a:pt x="3837" y="18447"/>
                    <a:pt x="3637" y="18680"/>
                  </a:cubicBezTo>
                  <a:cubicBezTo>
                    <a:pt x="2869" y="19547"/>
                    <a:pt x="2135" y="20448"/>
                    <a:pt x="1335" y="21282"/>
                  </a:cubicBezTo>
                  <a:cubicBezTo>
                    <a:pt x="768" y="21882"/>
                    <a:pt x="901" y="22550"/>
                    <a:pt x="968" y="23450"/>
                  </a:cubicBezTo>
                  <a:cubicBezTo>
                    <a:pt x="1969" y="22349"/>
                    <a:pt x="2803" y="21382"/>
                    <a:pt x="3703" y="20448"/>
                  </a:cubicBezTo>
                  <a:cubicBezTo>
                    <a:pt x="4404" y="19748"/>
                    <a:pt x="4504" y="18947"/>
                    <a:pt x="4304" y="17880"/>
                  </a:cubicBezTo>
                  <a:close/>
                  <a:moveTo>
                    <a:pt x="968" y="11442"/>
                  </a:moveTo>
                  <a:cubicBezTo>
                    <a:pt x="2102" y="10274"/>
                    <a:pt x="3136" y="9240"/>
                    <a:pt x="4137" y="8206"/>
                  </a:cubicBezTo>
                  <a:cubicBezTo>
                    <a:pt x="4604" y="7672"/>
                    <a:pt x="4470" y="7038"/>
                    <a:pt x="4370" y="6205"/>
                  </a:cubicBezTo>
                  <a:cubicBezTo>
                    <a:pt x="3403" y="7172"/>
                    <a:pt x="2569" y="8073"/>
                    <a:pt x="1668" y="8840"/>
                  </a:cubicBezTo>
                  <a:cubicBezTo>
                    <a:pt x="835" y="9540"/>
                    <a:pt x="901" y="10374"/>
                    <a:pt x="968" y="11475"/>
                  </a:cubicBezTo>
                  <a:close/>
                  <a:moveTo>
                    <a:pt x="4370" y="15545"/>
                  </a:moveTo>
                  <a:cubicBezTo>
                    <a:pt x="3303" y="16579"/>
                    <a:pt x="2269" y="17546"/>
                    <a:pt x="1335" y="18547"/>
                  </a:cubicBezTo>
                  <a:cubicBezTo>
                    <a:pt x="768" y="19181"/>
                    <a:pt x="734" y="19948"/>
                    <a:pt x="968" y="20782"/>
                  </a:cubicBezTo>
                  <a:cubicBezTo>
                    <a:pt x="1902" y="19781"/>
                    <a:pt x="2769" y="18847"/>
                    <a:pt x="3670" y="17913"/>
                  </a:cubicBezTo>
                  <a:cubicBezTo>
                    <a:pt x="4304" y="17313"/>
                    <a:pt x="4571" y="16412"/>
                    <a:pt x="4370" y="15545"/>
                  </a:cubicBezTo>
                  <a:close/>
                  <a:moveTo>
                    <a:pt x="901" y="13843"/>
                  </a:moveTo>
                  <a:cubicBezTo>
                    <a:pt x="1869" y="12876"/>
                    <a:pt x="2703" y="11975"/>
                    <a:pt x="3637" y="11141"/>
                  </a:cubicBezTo>
                  <a:cubicBezTo>
                    <a:pt x="4370" y="10574"/>
                    <a:pt x="4604" y="9574"/>
                    <a:pt x="4237" y="8740"/>
                  </a:cubicBezTo>
                  <a:cubicBezTo>
                    <a:pt x="3270" y="9740"/>
                    <a:pt x="2369" y="10741"/>
                    <a:pt x="1402" y="11642"/>
                  </a:cubicBezTo>
                  <a:cubicBezTo>
                    <a:pt x="801" y="12242"/>
                    <a:pt x="668" y="12909"/>
                    <a:pt x="901" y="13843"/>
                  </a:cubicBezTo>
                  <a:close/>
                  <a:moveTo>
                    <a:pt x="835" y="16012"/>
                  </a:moveTo>
                  <a:cubicBezTo>
                    <a:pt x="1535" y="15378"/>
                    <a:pt x="2236" y="14777"/>
                    <a:pt x="2903" y="14177"/>
                  </a:cubicBezTo>
                  <a:cubicBezTo>
                    <a:pt x="3336" y="13777"/>
                    <a:pt x="3703" y="13376"/>
                    <a:pt x="4104" y="12943"/>
                  </a:cubicBezTo>
                  <a:cubicBezTo>
                    <a:pt x="4571" y="12442"/>
                    <a:pt x="4671" y="11675"/>
                    <a:pt x="4304" y="11075"/>
                  </a:cubicBezTo>
                  <a:cubicBezTo>
                    <a:pt x="3270" y="12142"/>
                    <a:pt x="2269" y="13143"/>
                    <a:pt x="1268" y="14177"/>
                  </a:cubicBezTo>
                  <a:cubicBezTo>
                    <a:pt x="768" y="14644"/>
                    <a:pt x="601" y="15378"/>
                    <a:pt x="835" y="16012"/>
                  </a:cubicBezTo>
                  <a:close/>
                  <a:moveTo>
                    <a:pt x="1035" y="8706"/>
                  </a:moveTo>
                  <a:cubicBezTo>
                    <a:pt x="2102" y="7672"/>
                    <a:pt x="3170" y="6705"/>
                    <a:pt x="4204" y="5704"/>
                  </a:cubicBezTo>
                  <a:cubicBezTo>
                    <a:pt x="4337" y="5571"/>
                    <a:pt x="4404" y="5404"/>
                    <a:pt x="4437" y="5237"/>
                  </a:cubicBezTo>
                  <a:cubicBezTo>
                    <a:pt x="4504" y="4770"/>
                    <a:pt x="4504" y="4303"/>
                    <a:pt x="4537" y="3636"/>
                  </a:cubicBezTo>
                  <a:cubicBezTo>
                    <a:pt x="3303" y="4904"/>
                    <a:pt x="2202" y="6038"/>
                    <a:pt x="1068" y="7172"/>
                  </a:cubicBezTo>
                  <a:cubicBezTo>
                    <a:pt x="1001" y="7305"/>
                    <a:pt x="935" y="7439"/>
                    <a:pt x="935" y="7606"/>
                  </a:cubicBezTo>
                  <a:cubicBezTo>
                    <a:pt x="968" y="7972"/>
                    <a:pt x="1001" y="8339"/>
                    <a:pt x="1035" y="8706"/>
                  </a:cubicBezTo>
                  <a:close/>
                  <a:moveTo>
                    <a:pt x="1001" y="25552"/>
                  </a:moveTo>
                  <a:cubicBezTo>
                    <a:pt x="1068" y="25552"/>
                    <a:pt x="1168" y="25552"/>
                    <a:pt x="1201" y="25518"/>
                  </a:cubicBezTo>
                  <a:cubicBezTo>
                    <a:pt x="2102" y="24584"/>
                    <a:pt x="3103" y="23717"/>
                    <a:pt x="3937" y="22683"/>
                  </a:cubicBezTo>
                  <a:cubicBezTo>
                    <a:pt x="4337" y="22116"/>
                    <a:pt x="4404" y="21415"/>
                    <a:pt x="4104" y="20782"/>
                  </a:cubicBezTo>
                  <a:cubicBezTo>
                    <a:pt x="3236" y="21749"/>
                    <a:pt x="2436" y="22683"/>
                    <a:pt x="1602" y="23550"/>
                  </a:cubicBezTo>
                  <a:cubicBezTo>
                    <a:pt x="1035" y="24117"/>
                    <a:pt x="668" y="24684"/>
                    <a:pt x="1001" y="25552"/>
                  </a:cubicBezTo>
                  <a:close/>
                  <a:moveTo>
                    <a:pt x="968" y="6471"/>
                  </a:moveTo>
                  <a:cubicBezTo>
                    <a:pt x="2069" y="5437"/>
                    <a:pt x="3003" y="4470"/>
                    <a:pt x="3970" y="3569"/>
                  </a:cubicBezTo>
                  <a:cubicBezTo>
                    <a:pt x="4604" y="3036"/>
                    <a:pt x="4637" y="2435"/>
                    <a:pt x="4437" y="1668"/>
                  </a:cubicBezTo>
                  <a:cubicBezTo>
                    <a:pt x="4037" y="2035"/>
                    <a:pt x="3637" y="2435"/>
                    <a:pt x="3236" y="2835"/>
                  </a:cubicBezTo>
                  <a:cubicBezTo>
                    <a:pt x="2602" y="3469"/>
                    <a:pt x="1902" y="4070"/>
                    <a:pt x="1235" y="4703"/>
                  </a:cubicBezTo>
                  <a:cubicBezTo>
                    <a:pt x="1168" y="4770"/>
                    <a:pt x="1101" y="4904"/>
                    <a:pt x="1101" y="5004"/>
                  </a:cubicBezTo>
                  <a:cubicBezTo>
                    <a:pt x="1068" y="5437"/>
                    <a:pt x="1035" y="5904"/>
                    <a:pt x="968" y="6471"/>
                  </a:cubicBezTo>
                  <a:close/>
                  <a:moveTo>
                    <a:pt x="968" y="18146"/>
                  </a:moveTo>
                  <a:cubicBezTo>
                    <a:pt x="1101" y="18080"/>
                    <a:pt x="1235" y="17980"/>
                    <a:pt x="1368" y="17880"/>
                  </a:cubicBezTo>
                  <a:cubicBezTo>
                    <a:pt x="2269" y="16979"/>
                    <a:pt x="3103" y="16045"/>
                    <a:pt x="4003" y="15144"/>
                  </a:cubicBezTo>
                  <a:cubicBezTo>
                    <a:pt x="4470" y="14677"/>
                    <a:pt x="4470" y="14144"/>
                    <a:pt x="4370" y="13443"/>
                  </a:cubicBezTo>
                  <a:cubicBezTo>
                    <a:pt x="3637" y="14110"/>
                    <a:pt x="3003" y="14611"/>
                    <a:pt x="2436" y="15211"/>
                  </a:cubicBezTo>
                  <a:cubicBezTo>
                    <a:pt x="1869" y="15811"/>
                    <a:pt x="1368" y="16479"/>
                    <a:pt x="835" y="17146"/>
                  </a:cubicBezTo>
                  <a:cubicBezTo>
                    <a:pt x="868" y="17446"/>
                    <a:pt x="935" y="17780"/>
                    <a:pt x="968" y="18146"/>
                  </a:cubicBezTo>
                  <a:close/>
                  <a:moveTo>
                    <a:pt x="1101" y="27620"/>
                  </a:moveTo>
                  <a:lnTo>
                    <a:pt x="3970" y="25385"/>
                  </a:lnTo>
                  <a:lnTo>
                    <a:pt x="3970" y="23450"/>
                  </a:lnTo>
                  <a:cubicBezTo>
                    <a:pt x="3136" y="24318"/>
                    <a:pt x="2436" y="25118"/>
                    <a:pt x="1635" y="25819"/>
                  </a:cubicBezTo>
                  <a:cubicBezTo>
                    <a:pt x="1068" y="26352"/>
                    <a:pt x="801" y="26853"/>
                    <a:pt x="1101" y="27620"/>
                  </a:cubicBezTo>
                  <a:close/>
                  <a:moveTo>
                    <a:pt x="53405" y="25752"/>
                  </a:moveTo>
                  <a:cubicBezTo>
                    <a:pt x="52772" y="25752"/>
                    <a:pt x="52238" y="25719"/>
                    <a:pt x="51704" y="25752"/>
                  </a:cubicBezTo>
                  <a:cubicBezTo>
                    <a:pt x="51571" y="25752"/>
                    <a:pt x="51471" y="25819"/>
                    <a:pt x="51404" y="25919"/>
                  </a:cubicBezTo>
                  <a:cubicBezTo>
                    <a:pt x="50970" y="26619"/>
                    <a:pt x="50570" y="27320"/>
                    <a:pt x="50103" y="28120"/>
                  </a:cubicBezTo>
                  <a:lnTo>
                    <a:pt x="51637" y="28154"/>
                  </a:lnTo>
                  <a:close/>
                  <a:moveTo>
                    <a:pt x="11576" y="25885"/>
                  </a:moveTo>
                  <a:cubicBezTo>
                    <a:pt x="10775" y="25752"/>
                    <a:pt x="10141" y="25819"/>
                    <a:pt x="9674" y="26552"/>
                  </a:cubicBezTo>
                  <a:cubicBezTo>
                    <a:pt x="9374" y="27019"/>
                    <a:pt x="8940" y="27453"/>
                    <a:pt x="8573" y="27920"/>
                  </a:cubicBezTo>
                  <a:cubicBezTo>
                    <a:pt x="8407" y="28154"/>
                    <a:pt x="8273" y="28387"/>
                    <a:pt x="8140" y="28621"/>
                  </a:cubicBezTo>
                  <a:cubicBezTo>
                    <a:pt x="8874" y="28487"/>
                    <a:pt x="9541" y="28587"/>
                    <a:pt x="9841" y="28287"/>
                  </a:cubicBezTo>
                  <a:cubicBezTo>
                    <a:pt x="10575" y="27620"/>
                    <a:pt x="11309" y="26919"/>
                    <a:pt x="11609" y="25885"/>
                  </a:cubicBezTo>
                  <a:close/>
                  <a:moveTo>
                    <a:pt x="27454" y="28354"/>
                  </a:moveTo>
                  <a:cubicBezTo>
                    <a:pt x="28087" y="28220"/>
                    <a:pt x="28688" y="28521"/>
                    <a:pt x="29055" y="28054"/>
                  </a:cubicBezTo>
                  <a:cubicBezTo>
                    <a:pt x="29688" y="27353"/>
                    <a:pt x="30189" y="26552"/>
                    <a:pt x="30589" y="25719"/>
                  </a:cubicBezTo>
                  <a:cubicBezTo>
                    <a:pt x="29822" y="25685"/>
                    <a:pt x="29088" y="25485"/>
                    <a:pt x="28654" y="26286"/>
                  </a:cubicBezTo>
                  <a:cubicBezTo>
                    <a:pt x="28321" y="26919"/>
                    <a:pt x="27921" y="27553"/>
                    <a:pt x="27487" y="28354"/>
                  </a:cubicBezTo>
                  <a:close/>
                  <a:moveTo>
                    <a:pt x="21783" y="25985"/>
                  </a:moveTo>
                  <a:lnTo>
                    <a:pt x="21683" y="25752"/>
                  </a:lnTo>
                  <a:cubicBezTo>
                    <a:pt x="21182" y="25852"/>
                    <a:pt x="20582" y="25752"/>
                    <a:pt x="20248" y="26019"/>
                  </a:cubicBezTo>
                  <a:cubicBezTo>
                    <a:pt x="19515" y="26586"/>
                    <a:pt x="19248" y="27486"/>
                    <a:pt x="18881" y="28254"/>
                  </a:cubicBezTo>
                  <a:cubicBezTo>
                    <a:pt x="20048" y="28621"/>
                    <a:pt x="20649" y="28087"/>
                    <a:pt x="21116" y="27220"/>
                  </a:cubicBezTo>
                  <a:cubicBezTo>
                    <a:pt x="21349" y="26786"/>
                    <a:pt x="21583" y="26386"/>
                    <a:pt x="21816" y="25985"/>
                  </a:cubicBezTo>
                  <a:close/>
                  <a:moveTo>
                    <a:pt x="28287" y="25719"/>
                  </a:moveTo>
                  <a:cubicBezTo>
                    <a:pt x="28054" y="25752"/>
                    <a:pt x="27854" y="25752"/>
                    <a:pt x="27620" y="25719"/>
                  </a:cubicBezTo>
                  <a:cubicBezTo>
                    <a:pt x="26853" y="25585"/>
                    <a:pt x="26453" y="26019"/>
                    <a:pt x="26119" y="26552"/>
                  </a:cubicBezTo>
                  <a:cubicBezTo>
                    <a:pt x="25819" y="27120"/>
                    <a:pt x="25619" y="27687"/>
                    <a:pt x="25352" y="28254"/>
                  </a:cubicBezTo>
                  <a:cubicBezTo>
                    <a:pt x="25485" y="28254"/>
                    <a:pt x="25619" y="28287"/>
                    <a:pt x="25752" y="28320"/>
                  </a:cubicBezTo>
                  <a:cubicBezTo>
                    <a:pt x="26353" y="28487"/>
                    <a:pt x="26987" y="28187"/>
                    <a:pt x="27220" y="27587"/>
                  </a:cubicBezTo>
                  <a:cubicBezTo>
                    <a:pt x="27554" y="27019"/>
                    <a:pt x="27887" y="26419"/>
                    <a:pt x="28321" y="25719"/>
                  </a:cubicBezTo>
                  <a:close/>
                  <a:moveTo>
                    <a:pt x="12543" y="28420"/>
                  </a:moveTo>
                  <a:cubicBezTo>
                    <a:pt x="13277" y="28420"/>
                    <a:pt x="13911" y="28621"/>
                    <a:pt x="14344" y="28087"/>
                  </a:cubicBezTo>
                  <a:cubicBezTo>
                    <a:pt x="14911" y="27453"/>
                    <a:pt x="15345" y="26719"/>
                    <a:pt x="15612" y="25919"/>
                  </a:cubicBezTo>
                  <a:cubicBezTo>
                    <a:pt x="15045" y="25719"/>
                    <a:pt x="14544" y="25719"/>
                    <a:pt x="14211" y="26085"/>
                  </a:cubicBezTo>
                  <a:cubicBezTo>
                    <a:pt x="13644" y="26786"/>
                    <a:pt x="13177" y="27553"/>
                    <a:pt x="12576" y="28420"/>
                  </a:cubicBezTo>
                  <a:close/>
                  <a:moveTo>
                    <a:pt x="70251" y="27887"/>
                  </a:moveTo>
                  <a:cubicBezTo>
                    <a:pt x="71485" y="28254"/>
                    <a:pt x="72252" y="27853"/>
                    <a:pt x="72786" y="26886"/>
                  </a:cubicBezTo>
                  <a:cubicBezTo>
                    <a:pt x="72986" y="26519"/>
                    <a:pt x="73153" y="26152"/>
                    <a:pt x="73320" y="25785"/>
                  </a:cubicBezTo>
                  <a:cubicBezTo>
                    <a:pt x="71552" y="25385"/>
                    <a:pt x="71085" y="26786"/>
                    <a:pt x="70251" y="27887"/>
                  </a:cubicBezTo>
                  <a:close/>
                  <a:moveTo>
                    <a:pt x="22717" y="25752"/>
                  </a:moveTo>
                  <a:lnTo>
                    <a:pt x="21182" y="28254"/>
                  </a:lnTo>
                  <a:lnTo>
                    <a:pt x="21316" y="28420"/>
                  </a:lnTo>
                  <a:cubicBezTo>
                    <a:pt x="21783" y="28354"/>
                    <a:pt x="22383" y="28387"/>
                    <a:pt x="22617" y="28120"/>
                  </a:cubicBezTo>
                  <a:cubicBezTo>
                    <a:pt x="23217" y="27386"/>
                    <a:pt x="23718" y="26586"/>
                    <a:pt x="24185" y="25785"/>
                  </a:cubicBezTo>
                  <a:close/>
                  <a:moveTo>
                    <a:pt x="50870" y="25618"/>
                  </a:moveTo>
                  <a:cubicBezTo>
                    <a:pt x="50203" y="25685"/>
                    <a:pt x="49636" y="25618"/>
                    <a:pt x="49369" y="25852"/>
                  </a:cubicBezTo>
                  <a:cubicBezTo>
                    <a:pt x="48702" y="26452"/>
                    <a:pt x="48235" y="27253"/>
                    <a:pt x="48035" y="28154"/>
                  </a:cubicBezTo>
                  <a:cubicBezTo>
                    <a:pt x="48635" y="28154"/>
                    <a:pt x="49236" y="28320"/>
                    <a:pt x="49569" y="27787"/>
                  </a:cubicBezTo>
                  <a:cubicBezTo>
                    <a:pt x="50003" y="27153"/>
                    <a:pt x="50337" y="26452"/>
                    <a:pt x="50837" y="25618"/>
                  </a:cubicBezTo>
                  <a:close/>
                  <a:moveTo>
                    <a:pt x="56307" y="25785"/>
                  </a:moveTo>
                  <a:lnTo>
                    <a:pt x="54706" y="28054"/>
                  </a:lnTo>
                  <a:cubicBezTo>
                    <a:pt x="55307" y="28020"/>
                    <a:pt x="55707" y="27953"/>
                    <a:pt x="56141" y="27987"/>
                  </a:cubicBezTo>
                  <a:cubicBezTo>
                    <a:pt x="56408" y="27987"/>
                    <a:pt x="56674" y="27853"/>
                    <a:pt x="56774" y="27587"/>
                  </a:cubicBezTo>
                  <a:cubicBezTo>
                    <a:pt x="57141" y="27019"/>
                    <a:pt x="57475" y="26452"/>
                    <a:pt x="57842" y="25819"/>
                  </a:cubicBezTo>
                  <a:close/>
                  <a:moveTo>
                    <a:pt x="60244" y="25752"/>
                  </a:moveTo>
                  <a:cubicBezTo>
                    <a:pt x="59643" y="25819"/>
                    <a:pt x="59076" y="25552"/>
                    <a:pt x="58609" y="25985"/>
                  </a:cubicBezTo>
                  <a:cubicBezTo>
                    <a:pt x="58042" y="26552"/>
                    <a:pt x="57608" y="27253"/>
                    <a:pt x="57342" y="27987"/>
                  </a:cubicBezTo>
                  <a:cubicBezTo>
                    <a:pt x="58142" y="28187"/>
                    <a:pt x="58776" y="28220"/>
                    <a:pt x="59210" y="27453"/>
                  </a:cubicBezTo>
                  <a:cubicBezTo>
                    <a:pt x="59510" y="26919"/>
                    <a:pt x="59843" y="26419"/>
                    <a:pt x="60244" y="25752"/>
                  </a:cubicBezTo>
                  <a:close/>
                  <a:moveTo>
                    <a:pt x="45500" y="28120"/>
                  </a:moveTo>
                  <a:cubicBezTo>
                    <a:pt x="45900" y="28154"/>
                    <a:pt x="46300" y="28154"/>
                    <a:pt x="46667" y="28120"/>
                  </a:cubicBezTo>
                  <a:cubicBezTo>
                    <a:pt x="46934" y="28087"/>
                    <a:pt x="47168" y="27987"/>
                    <a:pt x="47334" y="27787"/>
                  </a:cubicBezTo>
                  <a:cubicBezTo>
                    <a:pt x="47801" y="27153"/>
                    <a:pt x="48168" y="26486"/>
                    <a:pt x="48669" y="25685"/>
                  </a:cubicBezTo>
                  <a:cubicBezTo>
                    <a:pt x="48068" y="25752"/>
                    <a:pt x="47568" y="25418"/>
                    <a:pt x="47201" y="25885"/>
                  </a:cubicBezTo>
                  <a:cubicBezTo>
                    <a:pt x="46634" y="26586"/>
                    <a:pt x="46134" y="27286"/>
                    <a:pt x="45500" y="28120"/>
                  </a:cubicBezTo>
                  <a:close/>
                  <a:moveTo>
                    <a:pt x="77990" y="25852"/>
                  </a:moveTo>
                  <a:cubicBezTo>
                    <a:pt x="77089" y="25485"/>
                    <a:pt x="76055" y="25885"/>
                    <a:pt x="75655" y="26786"/>
                  </a:cubicBezTo>
                  <a:cubicBezTo>
                    <a:pt x="75454" y="27120"/>
                    <a:pt x="75221" y="27486"/>
                    <a:pt x="74954" y="27920"/>
                  </a:cubicBezTo>
                  <a:cubicBezTo>
                    <a:pt x="75354" y="27953"/>
                    <a:pt x="75755" y="27987"/>
                    <a:pt x="76155" y="27987"/>
                  </a:cubicBezTo>
                  <a:cubicBezTo>
                    <a:pt x="76355" y="27987"/>
                    <a:pt x="76555" y="27887"/>
                    <a:pt x="76689" y="27753"/>
                  </a:cubicBezTo>
                  <a:cubicBezTo>
                    <a:pt x="77122" y="27153"/>
                    <a:pt x="77556" y="26519"/>
                    <a:pt x="77990" y="25885"/>
                  </a:cubicBezTo>
                  <a:close/>
                  <a:moveTo>
                    <a:pt x="4170" y="28320"/>
                  </a:moveTo>
                  <a:cubicBezTo>
                    <a:pt x="4170" y="28387"/>
                    <a:pt x="4170" y="28454"/>
                    <a:pt x="4204" y="28487"/>
                  </a:cubicBezTo>
                  <a:cubicBezTo>
                    <a:pt x="4604" y="28487"/>
                    <a:pt x="5171" y="28654"/>
                    <a:pt x="5404" y="28420"/>
                  </a:cubicBezTo>
                  <a:cubicBezTo>
                    <a:pt x="6205" y="27687"/>
                    <a:pt x="6906" y="26786"/>
                    <a:pt x="7706" y="25852"/>
                  </a:cubicBezTo>
                  <a:cubicBezTo>
                    <a:pt x="7039" y="25819"/>
                    <a:pt x="6572" y="25752"/>
                    <a:pt x="6172" y="26186"/>
                  </a:cubicBezTo>
                  <a:cubicBezTo>
                    <a:pt x="5538" y="26919"/>
                    <a:pt x="4837" y="27587"/>
                    <a:pt x="4170" y="28320"/>
                  </a:cubicBezTo>
                  <a:close/>
                  <a:moveTo>
                    <a:pt x="35893" y="28020"/>
                  </a:moveTo>
                  <a:cubicBezTo>
                    <a:pt x="36693" y="28287"/>
                    <a:pt x="36994" y="28320"/>
                    <a:pt x="37160" y="28087"/>
                  </a:cubicBezTo>
                  <a:cubicBezTo>
                    <a:pt x="37661" y="27353"/>
                    <a:pt x="38128" y="26619"/>
                    <a:pt x="38628" y="25819"/>
                  </a:cubicBezTo>
                  <a:cubicBezTo>
                    <a:pt x="38061" y="25652"/>
                    <a:pt x="37594" y="25485"/>
                    <a:pt x="37227" y="25852"/>
                  </a:cubicBezTo>
                  <a:cubicBezTo>
                    <a:pt x="36660" y="26486"/>
                    <a:pt x="36360" y="27286"/>
                    <a:pt x="35893" y="28020"/>
                  </a:cubicBezTo>
                  <a:close/>
                  <a:moveTo>
                    <a:pt x="43498" y="28187"/>
                  </a:moveTo>
                  <a:cubicBezTo>
                    <a:pt x="43999" y="28187"/>
                    <a:pt x="44566" y="28454"/>
                    <a:pt x="44899" y="28054"/>
                  </a:cubicBezTo>
                  <a:cubicBezTo>
                    <a:pt x="45433" y="27320"/>
                    <a:pt x="45900" y="26552"/>
                    <a:pt x="46400" y="25752"/>
                  </a:cubicBezTo>
                  <a:cubicBezTo>
                    <a:pt x="45300" y="25618"/>
                    <a:pt x="45266" y="25618"/>
                    <a:pt x="44699" y="26319"/>
                  </a:cubicBezTo>
                  <a:cubicBezTo>
                    <a:pt x="44332" y="26753"/>
                    <a:pt x="43999" y="27186"/>
                    <a:pt x="43665" y="27653"/>
                  </a:cubicBezTo>
                  <a:cubicBezTo>
                    <a:pt x="43565" y="27820"/>
                    <a:pt x="43532" y="27987"/>
                    <a:pt x="43498" y="28187"/>
                  </a:cubicBezTo>
                  <a:close/>
                  <a:moveTo>
                    <a:pt x="72786" y="27787"/>
                  </a:moveTo>
                  <a:lnTo>
                    <a:pt x="72953" y="28054"/>
                  </a:lnTo>
                  <a:cubicBezTo>
                    <a:pt x="73386" y="27987"/>
                    <a:pt x="73987" y="28020"/>
                    <a:pt x="74254" y="27753"/>
                  </a:cubicBezTo>
                  <a:cubicBezTo>
                    <a:pt x="74787" y="27153"/>
                    <a:pt x="75254" y="26519"/>
                    <a:pt x="75655" y="25819"/>
                  </a:cubicBezTo>
                  <a:lnTo>
                    <a:pt x="75555" y="25652"/>
                  </a:lnTo>
                  <a:cubicBezTo>
                    <a:pt x="75054" y="25752"/>
                    <a:pt x="74454" y="25685"/>
                    <a:pt x="74120" y="25952"/>
                  </a:cubicBezTo>
                  <a:cubicBezTo>
                    <a:pt x="73620" y="26519"/>
                    <a:pt x="73186" y="27153"/>
                    <a:pt x="72786" y="27787"/>
                  </a:cubicBezTo>
                  <a:close/>
                  <a:moveTo>
                    <a:pt x="5438" y="26085"/>
                  </a:moveTo>
                  <a:cubicBezTo>
                    <a:pt x="4971" y="25885"/>
                    <a:pt x="4404" y="26019"/>
                    <a:pt x="4037" y="26386"/>
                  </a:cubicBezTo>
                  <a:cubicBezTo>
                    <a:pt x="3570" y="26819"/>
                    <a:pt x="3003" y="27186"/>
                    <a:pt x="2502" y="27587"/>
                  </a:cubicBezTo>
                  <a:cubicBezTo>
                    <a:pt x="2202" y="27820"/>
                    <a:pt x="1969" y="28120"/>
                    <a:pt x="1869" y="28487"/>
                  </a:cubicBezTo>
                  <a:cubicBezTo>
                    <a:pt x="2602" y="28687"/>
                    <a:pt x="3403" y="28420"/>
                    <a:pt x="3870" y="27787"/>
                  </a:cubicBezTo>
                  <a:cubicBezTo>
                    <a:pt x="4370" y="27186"/>
                    <a:pt x="4904" y="26653"/>
                    <a:pt x="5438" y="26085"/>
                  </a:cubicBezTo>
                  <a:close/>
                  <a:moveTo>
                    <a:pt x="52571" y="27920"/>
                  </a:moveTo>
                  <a:lnTo>
                    <a:pt x="52672" y="28120"/>
                  </a:lnTo>
                  <a:cubicBezTo>
                    <a:pt x="53105" y="28120"/>
                    <a:pt x="53672" y="28320"/>
                    <a:pt x="54006" y="27953"/>
                  </a:cubicBezTo>
                  <a:cubicBezTo>
                    <a:pt x="54573" y="27253"/>
                    <a:pt x="55073" y="26519"/>
                    <a:pt x="55540" y="25785"/>
                  </a:cubicBezTo>
                  <a:cubicBezTo>
                    <a:pt x="54473" y="25652"/>
                    <a:pt x="54373" y="25618"/>
                    <a:pt x="54006" y="26052"/>
                  </a:cubicBezTo>
                  <a:cubicBezTo>
                    <a:pt x="53505" y="26653"/>
                    <a:pt x="53038" y="27286"/>
                    <a:pt x="52571" y="27920"/>
                  </a:cubicBezTo>
                  <a:close/>
                  <a:moveTo>
                    <a:pt x="33925" y="28054"/>
                  </a:moveTo>
                  <a:lnTo>
                    <a:pt x="34092" y="28287"/>
                  </a:lnTo>
                  <a:cubicBezTo>
                    <a:pt x="34459" y="28220"/>
                    <a:pt x="34959" y="28254"/>
                    <a:pt x="35159" y="28020"/>
                  </a:cubicBezTo>
                  <a:cubicBezTo>
                    <a:pt x="35659" y="27286"/>
                    <a:pt x="36126" y="26552"/>
                    <a:pt x="36560" y="25752"/>
                  </a:cubicBezTo>
                  <a:cubicBezTo>
                    <a:pt x="35926" y="25719"/>
                    <a:pt x="35359" y="25452"/>
                    <a:pt x="34992" y="25952"/>
                  </a:cubicBezTo>
                  <a:cubicBezTo>
                    <a:pt x="34592" y="26653"/>
                    <a:pt x="34225" y="27353"/>
                    <a:pt x="33891" y="28087"/>
                  </a:cubicBezTo>
                  <a:close/>
                  <a:moveTo>
                    <a:pt x="19515" y="25852"/>
                  </a:moveTo>
                  <a:cubicBezTo>
                    <a:pt x="18414" y="25785"/>
                    <a:pt x="18214" y="25785"/>
                    <a:pt x="17880" y="26286"/>
                  </a:cubicBezTo>
                  <a:cubicBezTo>
                    <a:pt x="17446" y="26886"/>
                    <a:pt x="17180" y="27553"/>
                    <a:pt x="16813" y="28220"/>
                  </a:cubicBezTo>
                  <a:cubicBezTo>
                    <a:pt x="17947" y="28420"/>
                    <a:pt x="18013" y="28387"/>
                    <a:pt x="18547" y="27553"/>
                  </a:cubicBezTo>
                  <a:cubicBezTo>
                    <a:pt x="18847" y="27053"/>
                    <a:pt x="19148" y="26486"/>
                    <a:pt x="19515" y="25885"/>
                  </a:cubicBezTo>
                  <a:close/>
                  <a:moveTo>
                    <a:pt x="70885" y="25819"/>
                  </a:moveTo>
                  <a:cubicBezTo>
                    <a:pt x="69750" y="25685"/>
                    <a:pt x="69650" y="25652"/>
                    <a:pt x="69283" y="26085"/>
                  </a:cubicBezTo>
                  <a:cubicBezTo>
                    <a:pt x="68850" y="26653"/>
                    <a:pt x="68483" y="27253"/>
                    <a:pt x="68083" y="27820"/>
                  </a:cubicBezTo>
                  <a:cubicBezTo>
                    <a:pt x="69350" y="28287"/>
                    <a:pt x="69917" y="27653"/>
                    <a:pt x="70384" y="26753"/>
                  </a:cubicBezTo>
                  <a:cubicBezTo>
                    <a:pt x="70551" y="26452"/>
                    <a:pt x="70718" y="26152"/>
                    <a:pt x="70885" y="25852"/>
                  </a:cubicBezTo>
                  <a:close/>
                  <a:moveTo>
                    <a:pt x="32624" y="25752"/>
                  </a:moveTo>
                  <a:cubicBezTo>
                    <a:pt x="31790" y="25518"/>
                    <a:pt x="31290" y="25652"/>
                    <a:pt x="30956" y="26286"/>
                  </a:cubicBezTo>
                  <a:cubicBezTo>
                    <a:pt x="30756" y="26686"/>
                    <a:pt x="30456" y="27019"/>
                    <a:pt x="30189" y="27420"/>
                  </a:cubicBezTo>
                  <a:cubicBezTo>
                    <a:pt x="30055" y="27620"/>
                    <a:pt x="29955" y="27853"/>
                    <a:pt x="29789" y="28154"/>
                  </a:cubicBezTo>
                  <a:cubicBezTo>
                    <a:pt x="30356" y="28254"/>
                    <a:pt x="30823" y="28454"/>
                    <a:pt x="31123" y="27987"/>
                  </a:cubicBezTo>
                  <a:cubicBezTo>
                    <a:pt x="31623" y="27320"/>
                    <a:pt x="32090" y="26586"/>
                    <a:pt x="32624" y="25752"/>
                  </a:cubicBezTo>
                  <a:close/>
                  <a:moveTo>
                    <a:pt x="65981" y="27953"/>
                  </a:moveTo>
                  <a:cubicBezTo>
                    <a:pt x="66515" y="28087"/>
                    <a:pt x="67048" y="28154"/>
                    <a:pt x="67349" y="27853"/>
                  </a:cubicBezTo>
                  <a:cubicBezTo>
                    <a:pt x="67916" y="27120"/>
                    <a:pt x="68449" y="26352"/>
                    <a:pt x="68950" y="25585"/>
                  </a:cubicBezTo>
                  <a:cubicBezTo>
                    <a:pt x="68316" y="25685"/>
                    <a:pt x="67749" y="25618"/>
                    <a:pt x="67482" y="25852"/>
                  </a:cubicBezTo>
                  <a:cubicBezTo>
                    <a:pt x="66815" y="26452"/>
                    <a:pt x="66315" y="27153"/>
                    <a:pt x="65948" y="27953"/>
                  </a:cubicBezTo>
                  <a:close/>
                  <a:moveTo>
                    <a:pt x="60811" y="28087"/>
                  </a:moveTo>
                  <a:lnTo>
                    <a:pt x="62312" y="25752"/>
                  </a:lnTo>
                  <a:cubicBezTo>
                    <a:pt x="61778" y="25652"/>
                    <a:pt x="61278" y="25618"/>
                    <a:pt x="60977" y="25952"/>
                  </a:cubicBezTo>
                  <a:cubicBezTo>
                    <a:pt x="60344" y="26552"/>
                    <a:pt x="59877" y="27253"/>
                    <a:pt x="59543" y="28020"/>
                  </a:cubicBezTo>
                  <a:close/>
                  <a:moveTo>
                    <a:pt x="61711" y="27887"/>
                  </a:moveTo>
                  <a:lnTo>
                    <a:pt x="61811" y="28087"/>
                  </a:lnTo>
                  <a:cubicBezTo>
                    <a:pt x="62212" y="28020"/>
                    <a:pt x="62745" y="28120"/>
                    <a:pt x="62979" y="27887"/>
                  </a:cubicBezTo>
                  <a:cubicBezTo>
                    <a:pt x="63579" y="27286"/>
                    <a:pt x="64080" y="26552"/>
                    <a:pt x="64380" y="25719"/>
                  </a:cubicBezTo>
                  <a:cubicBezTo>
                    <a:pt x="64080" y="25685"/>
                    <a:pt x="63779" y="25685"/>
                    <a:pt x="63479" y="25719"/>
                  </a:cubicBezTo>
                  <a:cubicBezTo>
                    <a:pt x="63212" y="25785"/>
                    <a:pt x="62946" y="25952"/>
                    <a:pt x="62745" y="26152"/>
                  </a:cubicBezTo>
                  <a:cubicBezTo>
                    <a:pt x="62345" y="26686"/>
                    <a:pt x="62045" y="27286"/>
                    <a:pt x="61711" y="27887"/>
                  </a:cubicBezTo>
                  <a:close/>
                  <a:moveTo>
                    <a:pt x="65247" y="25785"/>
                  </a:moveTo>
                  <a:cubicBezTo>
                    <a:pt x="64680" y="26452"/>
                    <a:pt x="64213" y="27186"/>
                    <a:pt x="63813" y="27953"/>
                  </a:cubicBezTo>
                  <a:cubicBezTo>
                    <a:pt x="64413" y="28087"/>
                    <a:pt x="64914" y="28254"/>
                    <a:pt x="65281" y="27787"/>
                  </a:cubicBezTo>
                  <a:cubicBezTo>
                    <a:pt x="65748" y="27186"/>
                    <a:pt x="66148" y="26519"/>
                    <a:pt x="66615" y="25819"/>
                  </a:cubicBezTo>
                  <a:close/>
                  <a:moveTo>
                    <a:pt x="40630" y="25585"/>
                  </a:moveTo>
                  <a:cubicBezTo>
                    <a:pt x="40063" y="25719"/>
                    <a:pt x="39596" y="25719"/>
                    <a:pt x="39395" y="25952"/>
                  </a:cubicBezTo>
                  <a:cubicBezTo>
                    <a:pt x="38728" y="26619"/>
                    <a:pt x="38228" y="27420"/>
                    <a:pt x="37928" y="28287"/>
                  </a:cubicBezTo>
                  <a:cubicBezTo>
                    <a:pt x="38428" y="28120"/>
                    <a:pt x="38928" y="28521"/>
                    <a:pt x="39229" y="27987"/>
                  </a:cubicBezTo>
                  <a:cubicBezTo>
                    <a:pt x="39662" y="27253"/>
                    <a:pt x="40096" y="26486"/>
                    <a:pt x="40663" y="25552"/>
                  </a:cubicBezTo>
                  <a:close/>
                  <a:moveTo>
                    <a:pt x="31723" y="28254"/>
                  </a:moveTo>
                  <a:cubicBezTo>
                    <a:pt x="32390" y="28254"/>
                    <a:pt x="32857" y="28487"/>
                    <a:pt x="33124" y="28020"/>
                  </a:cubicBezTo>
                  <a:cubicBezTo>
                    <a:pt x="33558" y="27320"/>
                    <a:pt x="33958" y="26619"/>
                    <a:pt x="34459" y="25685"/>
                  </a:cubicBezTo>
                  <a:cubicBezTo>
                    <a:pt x="33891" y="25785"/>
                    <a:pt x="33391" y="25685"/>
                    <a:pt x="33258" y="25885"/>
                  </a:cubicBezTo>
                  <a:cubicBezTo>
                    <a:pt x="32724" y="26653"/>
                    <a:pt x="32224" y="27420"/>
                    <a:pt x="31757" y="28254"/>
                  </a:cubicBezTo>
                  <a:close/>
                  <a:moveTo>
                    <a:pt x="96570" y="27687"/>
                  </a:moveTo>
                  <a:cubicBezTo>
                    <a:pt x="97537" y="28020"/>
                    <a:pt x="98171" y="27853"/>
                    <a:pt x="98604" y="27153"/>
                  </a:cubicBezTo>
                  <a:cubicBezTo>
                    <a:pt x="98838" y="26786"/>
                    <a:pt x="99071" y="26419"/>
                    <a:pt x="99372" y="25952"/>
                  </a:cubicBezTo>
                  <a:cubicBezTo>
                    <a:pt x="98871" y="25952"/>
                    <a:pt x="98471" y="25919"/>
                    <a:pt x="98037" y="25952"/>
                  </a:cubicBezTo>
                  <a:cubicBezTo>
                    <a:pt x="97904" y="25952"/>
                    <a:pt x="97770" y="26019"/>
                    <a:pt x="97670" y="26119"/>
                  </a:cubicBezTo>
                  <a:cubicBezTo>
                    <a:pt x="97337" y="26586"/>
                    <a:pt x="97003" y="27086"/>
                    <a:pt x="96603" y="27653"/>
                  </a:cubicBezTo>
                  <a:close/>
                  <a:moveTo>
                    <a:pt x="9341" y="26052"/>
                  </a:moveTo>
                  <a:cubicBezTo>
                    <a:pt x="9341" y="25985"/>
                    <a:pt x="9307" y="25919"/>
                    <a:pt x="9274" y="25819"/>
                  </a:cubicBezTo>
                  <a:cubicBezTo>
                    <a:pt x="8974" y="25885"/>
                    <a:pt x="8573" y="25819"/>
                    <a:pt x="8373" y="26019"/>
                  </a:cubicBezTo>
                  <a:cubicBezTo>
                    <a:pt x="7639" y="26786"/>
                    <a:pt x="6972" y="27587"/>
                    <a:pt x="6205" y="28454"/>
                  </a:cubicBezTo>
                  <a:cubicBezTo>
                    <a:pt x="6906" y="28554"/>
                    <a:pt x="7406" y="28587"/>
                    <a:pt x="7806" y="28087"/>
                  </a:cubicBezTo>
                  <a:cubicBezTo>
                    <a:pt x="8340" y="27386"/>
                    <a:pt x="8874" y="26719"/>
                    <a:pt x="9374" y="26019"/>
                  </a:cubicBezTo>
                  <a:close/>
                  <a:moveTo>
                    <a:pt x="79491" y="27787"/>
                  </a:moveTo>
                  <a:cubicBezTo>
                    <a:pt x="80258" y="28020"/>
                    <a:pt x="80525" y="28087"/>
                    <a:pt x="80692" y="27787"/>
                  </a:cubicBezTo>
                  <a:cubicBezTo>
                    <a:pt x="81192" y="27153"/>
                    <a:pt x="81592" y="26452"/>
                    <a:pt x="82093" y="25719"/>
                  </a:cubicBezTo>
                  <a:cubicBezTo>
                    <a:pt x="81492" y="25652"/>
                    <a:pt x="81025" y="25552"/>
                    <a:pt x="80658" y="25919"/>
                  </a:cubicBezTo>
                  <a:cubicBezTo>
                    <a:pt x="80158" y="26452"/>
                    <a:pt x="79791" y="27086"/>
                    <a:pt x="79524" y="27787"/>
                  </a:cubicBezTo>
                  <a:close/>
                  <a:moveTo>
                    <a:pt x="26053" y="25752"/>
                  </a:moveTo>
                  <a:cubicBezTo>
                    <a:pt x="25419" y="25785"/>
                    <a:pt x="24952" y="25552"/>
                    <a:pt x="24652" y="26052"/>
                  </a:cubicBezTo>
                  <a:cubicBezTo>
                    <a:pt x="24218" y="26786"/>
                    <a:pt x="23818" y="27486"/>
                    <a:pt x="23384" y="28220"/>
                  </a:cubicBezTo>
                  <a:cubicBezTo>
                    <a:pt x="24084" y="28454"/>
                    <a:pt x="24518" y="28287"/>
                    <a:pt x="24818" y="27720"/>
                  </a:cubicBezTo>
                  <a:cubicBezTo>
                    <a:pt x="25219" y="27086"/>
                    <a:pt x="25619" y="26486"/>
                    <a:pt x="26086" y="25719"/>
                  </a:cubicBezTo>
                  <a:close/>
                  <a:moveTo>
                    <a:pt x="13510" y="26052"/>
                  </a:moveTo>
                  <a:lnTo>
                    <a:pt x="13377" y="25852"/>
                  </a:lnTo>
                  <a:cubicBezTo>
                    <a:pt x="13043" y="25919"/>
                    <a:pt x="12610" y="25852"/>
                    <a:pt x="12409" y="26085"/>
                  </a:cubicBezTo>
                  <a:cubicBezTo>
                    <a:pt x="11809" y="26786"/>
                    <a:pt x="11275" y="27553"/>
                    <a:pt x="10675" y="28354"/>
                  </a:cubicBezTo>
                  <a:cubicBezTo>
                    <a:pt x="11676" y="28487"/>
                    <a:pt x="11709" y="28521"/>
                    <a:pt x="11942" y="28220"/>
                  </a:cubicBezTo>
                  <a:cubicBezTo>
                    <a:pt x="12510" y="27486"/>
                    <a:pt x="13010" y="26753"/>
                    <a:pt x="13544" y="26019"/>
                  </a:cubicBezTo>
                  <a:close/>
                  <a:moveTo>
                    <a:pt x="88097" y="27953"/>
                  </a:moveTo>
                  <a:cubicBezTo>
                    <a:pt x="88330" y="27553"/>
                    <a:pt x="88564" y="27220"/>
                    <a:pt x="88764" y="26853"/>
                  </a:cubicBezTo>
                  <a:cubicBezTo>
                    <a:pt x="88997" y="26519"/>
                    <a:pt x="89364" y="26319"/>
                    <a:pt x="89398" y="25852"/>
                  </a:cubicBezTo>
                  <a:cubicBezTo>
                    <a:pt x="88797" y="25618"/>
                    <a:pt x="88097" y="25852"/>
                    <a:pt x="87797" y="26419"/>
                  </a:cubicBezTo>
                  <a:cubicBezTo>
                    <a:pt x="87596" y="26719"/>
                    <a:pt x="87330" y="26986"/>
                    <a:pt x="87096" y="27253"/>
                  </a:cubicBezTo>
                  <a:cubicBezTo>
                    <a:pt x="86996" y="27453"/>
                    <a:pt x="86929" y="27653"/>
                    <a:pt x="86863" y="27853"/>
                  </a:cubicBezTo>
                  <a:cubicBezTo>
                    <a:pt x="87163" y="27887"/>
                    <a:pt x="87430" y="27920"/>
                    <a:pt x="87663" y="27953"/>
                  </a:cubicBezTo>
                  <a:cubicBezTo>
                    <a:pt x="87830" y="27920"/>
                    <a:pt x="87963" y="27920"/>
                    <a:pt x="88130" y="27920"/>
                  </a:cubicBezTo>
                  <a:close/>
                  <a:moveTo>
                    <a:pt x="79991" y="25852"/>
                  </a:moveTo>
                  <a:cubicBezTo>
                    <a:pt x="78757" y="25685"/>
                    <a:pt x="78123" y="26252"/>
                    <a:pt x="77423" y="28087"/>
                  </a:cubicBezTo>
                  <a:cubicBezTo>
                    <a:pt x="77890" y="27953"/>
                    <a:pt x="78423" y="27987"/>
                    <a:pt x="78657" y="27753"/>
                  </a:cubicBezTo>
                  <a:cubicBezTo>
                    <a:pt x="79157" y="27153"/>
                    <a:pt x="79591" y="26519"/>
                    <a:pt x="79991" y="25852"/>
                  </a:cubicBezTo>
                  <a:close/>
                  <a:moveTo>
                    <a:pt x="41530" y="28287"/>
                  </a:moveTo>
                  <a:cubicBezTo>
                    <a:pt x="42031" y="28187"/>
                    <a:pt x="42431" y="28220"/>
                    <a:pt x="42598" y="28054"/>
                  </a:cubicBezTo>
                  <a:cubicBezTo>
                    <a:pt x="43231" y="27353"/>
                    <a:pt x="43732" y="26586"/>
                    <a:pt x="44299" y="25819"/>
                  </a:cubicBezTo>
                  <a:cubicBezTo>
                    <a:pt x="43398" y="25518"/>
                    <a:pt x="42931" y="25985"/>
                    <a:pt x="42564" y="26552"/>
                  </a:cubicBezTo>
                  <a:cubicBezTo>
                    <a:pt x="42297" y="27053"/>
                    <a:pt x="41997" y="27520"/>
                    <a:pt x="41564" y="28254"/>
                  </a:cubicBezTo>
                  <a:close/>
                  <a:moveTo>
                    <a:pt x="14978" y="28320"/>
                  </a:moveTo>
                  <a:cubicBezTo>
                    <a:pt x="15412" y="28387"/>
                    <a:pt x="15712" y="28487"/>
                    <a:pt x="15979" y="28187"/>
                  </a:cubicBezTo>
                  <a:cubicBezTo>
                    <a:pt x="16579" y="27486"/>
                    <a:pt x="17013" y="26719"/>
                    <a:pt x="17346" y="25919"/>
                  </a:cubicBezTo>
                  <a:cubicBezTo>
                    <a:pt x="16846" y="25685"/>
                    <a:pt x="16246" y="25919"/>
                    <a:pt x="16045" y="26419"/>
                  </a:cubicBezTo>
                  <a:cubicBezTo>
                    <a:pt x="15678" y="27019"/>
                    <a:pt x="15378" y="27620"/>
                    <a:pt x="14978" y="28287"/>
                  </a:cubicBezTo>
                  <a:close/>
                  <a:moveTo>
                    <a:pt x="90899" y="27653"/>
                  </a:moveTo>
                  <a:lnTo>
                    <a:pt x="90966" y="27887"/>
                  </a:lnTo>
                  <a:cubicBezTo>
                    <a:pt x="91399" y="27820"/>
                    <a:pt x="91966" y="27887"/>
                    <a:pt x="92233" y="27620"/>
                  </a:cubicBezTo>
                  <a:cubicBezTo>
                    <a:pt x="92700" y="27086"/>
                    <a:pt x="93100" y="26519"/>
                    <a:pt x="93467" y="25885"/>
                  </a:cubicBezTo>
                  <a:cubicBezTo>
                    <a:pt x="92033" y="25885"/>
                    <a:pt x="92033" y="25885"/>
                    <a:pt x="91399" y="26919"/>
                  </a:cubicBezTo>
                  <a:cubicBezTo>
                    <a:pt x="91266" y="27153"/>
                    <a:pt x="91099" y="27386"/>
                    <a:pt x="90932" y="27620"/>
                  </a:cubicBezTo>
                  <a:close/>
                  <a:moveTo>
                    <a:pt x="39796" y="28187"/>
                  </a:moveTo>
                  <a:cubicBezTo>
                    <a:pt x="40296" y="28187"/>
                    <a:pt x="40730" y="28320"/>
                    <a:pt x="41030" y="27887"/>
                  </a:cubicBezTo>
                  <a:lnTo>
                    <a:pt x="42398" y="25785"/>
                  </a:lnTo>
                  <a:cubicBezTo>
                    <a:pt x="41830" y="25518"/>
                    <a:pt x="41197" y="25785"/>
                    <a:pt x="40930" y="26352"/>
                  </a:cubicBezTo>
                  <a:close/>
                  <a:moveTo>
                    <a:pt x="88831" y="27887"/>
                  </a:moveTo>
                  <a:cubicBezTo>
                    <a:pt x="90032" y="27920"/>
                    <a:pt x="90665" y="27386"/>
                    <a:pt x="91232" y="25885"/>
                  </a:cubicBezTo>
                  <a:lnTo>
                    <a:pt x="90232" y="25885"/>
                  </a:lnTo>
                  <a:close/>
                  <a:moveTo>
                    <a:pt x="84961" y="27887"/>
                  </a:moveTo>
                  <a:cubicBezTo>
                    <a:pt x="85495" y="27920"/>
                    <a:pt x="85895" y="28054"/>
                    <a:pt x="86195" y="27653"/>
                  </a:cubicBezTo>
                  <a:lnTo>
                    <a:pt x="87496" y="25885"/>
                  </a:lnTo>
                  <a:cubicBezTo>
                    <a:pt x="86763" y="25652"/>
                    <a:pt x="86195" y="25785"/>
                    <a:pt x="85829" y="26486"/>
                  </a:cubicBezTo>
                  <a:cubicBezTo>
                    <a:pt x="85595" y="26886"/>
                    <a:pt x="85328" y="27286"/>
                    <a:pt x="84961" y="27853"/>
                  </a:cubicBezTo>
                  <a:close/>
                  <a:moveTo>
                    <a:pt x="97037" y="26019"/>
                  </a:moveTo>
                  <a:cubicBezTo>
                    <a:pt x="95969" y="25785"/>
                    <a:pt x="95035" y="26552"/>
                    <a:pt x="94702" y="27887"/>
                  </a:cubicBezTo>
                  <a:cubicBezTo>
                    <a:pt x="95169" y="27787"/>
                    <a:pt x="95702" y="28020"/>
                    <a:pt x="96036" y="27486"/>
                  </a:cubicBezTo>
                  <a:cubicBezTo>
                    <a:pt x="96369" y="26953"/>
                    <a:pt x="96670" y="26519"/>
                    <a:pt x="97037" y="25985"/>
                  </a:cubicBezTo>
                  <a:close/>
                  <a:moveTo>
                    <a:pt x="99038" y="27853"/>
                  </a:moveTo>
                  <a:cubicBezTo>
                    <a:pt x="99372" y="27853"/>
                    <a:pt x="99638" y="27920"/>
                    <a:pt x="99738" y="27820"/>
                  </a:cubicBezTo>
                  <a:cubicBezTo>
                    <a:pt x="100406" y="27286"/>
                    <a:pt x="101006" y="26753"/>
                    <a:pt x="101707" y="26152"/>
                  </a:cubicBezTo>
                  <a:cubicBezTo>
                    <a:pt x="100105" y="25819"/>
                    <a:pt x="99872" y="25919"/>
                    <a:pt x="99038" y="27820"/>
                  </a:cubicBezTo>
                  <a:close/>
                  <a:moveTo>
                    <a:pt x="85628" y="25719"/>
                  </a:moveTo>
                  <a:cubicBezTo>
                    <a:pt x="85228" y="25785"/>
                    <a:pt x="84895" y="25719"/>
                    <a:pt x="84694" y="25885"/>
                  </a:cubicBezTo>
                  <a:cubicBezTo>
                    <a:pt x="84027" y="26352"/>
                    <a:pt x="83527" y="27053"/>
                    <a:pt x="83293" y="27853"/>
                  </a:cubicBezTo>
                  <a:lnTo>
                    <a:pt x="84227" y="27853"/>
                  </a:lnTo>
                  <a:close/>
                  <a:moveTo>
                    <a:pt x="81392" y="27853"/>
                  </a:moveTo>
                  <a:cubicBezTo>
                    <a:pt x="81892" y="27887"/>
                    <a:pt x="82259" y="28120"/>
                    <a:pt x="82560" y="27720"/>
                  </a:cubicBezTo>
                  <a:cubicBezTo>
                    <a:pt x="82960" y="27086"/>
                    <a:pt x="83393" y="26486"/>
                    <a:pt x="83794" y="25785"/>
                  </a:cubicBezTo>
                  <a:cubicBezTo>
                    <a:pt x="83293" y="25618"/>
                    <a:pt x="82726" y="25819"/>
                    <a:pt x="82459" y="26319"/>
                  </a:cubicBezTo>
                  <a:cubicBezTo>
                    <a:pt x="82193" y="26786"/>
                    <a:pt x="81826" y="27220"/>
                    <a:pt x="81425" y="27820"/>
                  </a:cubicBezTo>
                  <a:close/>
                  <a:moveTo>
                    <a:pt x="95102" y="25952"/>
                  </a:moveTo>
                  <a:cubicBezTo>
                    <a:pt x="94101" y="25819"/>
                    <a:pt x="93367" y="26552"/>
                    <a:pt x="93167" y="27787"/>
                  </a:cubicBezTo>
                  <a:cubicBezTo>
                    <a:pt x="93801" y="27820"/>
                    <a:pt x="93834" y="27853"/>
                    <a:pt x="94001" y="27553"/>
                  </a:cubicBezTo>
                  <a:cubicBezTo>
                    <a:pt x="94368" y="27053"/>
                    <a:pt x="94702" y="26486"/>
                    <a:pt x="95102" y="259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1" name="Google Shape;61;p15"/>
            <p:cNvSpPr/>
            <p:nvPr/>
          </p:nvSpPr>
          <p:spPr>
            <a:xfrm rot="1972845">
              <a:off x="1990385" y="675120"/>
              <a:ext cx="1815609" cy="1201318"/>
            </a:xfrm>
            <a:custGeom>
              <a:rect b="b" l="l" r="r" t="t"/>
              <a:pathLst>
                <a:path extrusionOk="0" h="20092" w="30366">
                  <a:moveTo>
                    <a:pt x="19044" y="589"/>
                  </a:moveTo>
                  <a:lnTo>
                    <a:pt x="18913" y="1375"/>
                  </a:lnTo>
                  <a:lnTo>
                    <a:pt x="18521" y="1571"/>
                  </a:lnTo>
                  <a:lnTo>
                    <a:pt x="18128" y="1833"/>
                  </a:lnTo>
                  <a:lnTo>
                    <a:pt x="17801" y="2029"/>
                  </a:lnTo>
                  <a:lnTo>
                    <a:pt x="17474" y="2356"/>
                  </a:lnTo>
                  <a:lnTo>
                    <a:pt x="17474" y="1702"/>
                  </a:lnTo>
                  <a:lnTo>
                    <a:pt x="18259" y="1178"/>
                  </a:lnTo>
                  <a:lnTo>
                    <a:pt x="19044" y="589"/>
                  </a:lnTo>
                  <a:close/>
                  <a:moveTo>
                    <a:pt x="18913" y="1571"/>
                  </a:moveTo>
                  <a:lnTo>
                    <a:pt x="18848" y="2226"/>
                  </a:lnTo>
                  <a:lnTo>
                    <a:pt x="18782" y="2226"/>
                  </a:lnTo>
                  <a:lnTo>
                    <a:pt x="18455" y="2487"/>
                  </a:lnTo>
                  <a:lnTo>
                    <a:pt x="18063" y="2749"/>
                  </a:lnTo>
                  <a:lnTo>
                    <a:pt x="17408" y="3404"/>
                  </a:lnTo>
                  <a:lnTo>
                    <a:pt x="17408" y="3469"/>
                  </a:lnTo>
                  <a:lnTo>
                    <a:pt x="17474" y="3469"/>
                  </a:lnTo>
                  <a:lnTo>
                    <a:pt x="18193" y="2945"/>
                  </a:lnTo>
                  <a:lnTo>
                    <a:pt x="18848" y="2422"/>
                  </a:lnTo>
                  <a:lnTo>
                    <a:pt x="18913" y="4189"/>
                  </a:lnTo>
                  <a:lnTo>
                    <a:pt x="18128" y="3927"/>
                  </a:lnTo>
                  <a:lnTo>
                    <a:pt x="17343" y="3665"/>
                  </a:lnTo>
                  <a:lnTo>
                    <a:pt x="17408" y="3142"/>
                  </a:lnTo>
                  <a:lnTo>
                    <a:pt x="17474" y="2553"/>
                  </a:lnTo>
                  <a:lnTo>
                    <a:pt x="18128" y="2029"/>
                  </a:lnTo>
                  <a:lnTo>
                    <a:pt x="18913" y="1571"/>
                  </a:lnTo>
                  <a:close/>
                  <a:moveTo>
                    <a:pt x="2422" y="1702"/>
                  </a:moveTo>
                  <a:lnTo>
                    <a:pt x="2225" y="5301"/>
                  </a:lnTo>
                  <a:lnTo>
                    <a:pt x="2029" y="8835"/>
                  </a:lnTo>
                  <a:lnTo>
                    <a:pt x="1963" y="8901"/>
                  </a:lnTo>
                  <a:lnTo>
                    <a:pt x="1505" y="9817"/>
                  </a:lnTo>
                  <a:lnTo>
                    <a:pt x="1113" y="10733"/>
                  </a:lnTo>
                  <a:lnTo>
                    <a:pt x="785" y="11715"/>
                  </a:lnTo>
                  <a:lnTo>
                    <a:pt x="524" y="12697"/>
                  </a:lnTo>
                  <a:lnTo>
                    <a:pt x="589" y="10013"/>
                  </a:lnTo>
                  <a:lnTo>
                    <a:pt x="982" y="9097"/>
                  </a:lnTo>
                  <a:lnTo>
                    <a:pt x="1309" y="8115"/>
                  </a:lnTo>
                  <a:lnTo>
                    <a:pt x="1636" y="7134"/>
                  </a:lnTo>
                  <a:lnTo>
                    <a:pt x="1898" y="6152"/>
                  </a:lnTo>
                  <a:lnTo>
                    <a:pt x="1898" y="6087"/>
                  </a:lnTo>
                  <a:lnTo>
                    <a:pt x="1833" y="6087"/>
                  </a:lnTo>
                  <a:lnTo>
                    <a:pt x="1767" y="6152"/>
                  </a:lnTo>
                  <a:lnTo>
                    <a:pt x="1178" y="7919"/>
                  </a:lnTo>
                  <a:lnTo>
                    <a:pt x="589" y="9686"/>
                  </a:lnTo>
                  <a:lnTo>
                    <a:pt x="589" y="9686"/>
                  </a:lnTo>
                  <a:lnTo>
                    <a:pt x="655" y="7003"/>
                  </a:lnTo>
                  <a:lnTo>
                    <a:pt x="1440" y="5040"/>
                  </a:lnTo>
                  <a:lnTo>
                    <a:pt x="2291" y="3142"/>
                  </a:lnTo>
                  <a:lnTo>
                    <a:pt x="2291" y="3076"/>
                  </a:lnTo>
                  <a:lnTo>
                    <a:pt x="2225" y="3076"/>
                  </a:lnTo>
                  <a:lnTo>
                    <a:pt x="2160" y="3011"/>
                  </a:lnTo>
                  <a:lnTo>
                    <a:pt x="2160" y="3076"/>
                  </a:lnTo>
                  <a:lnTo>
                    <a:pt x="1702" y="3927"/>
                  </a:lnTo>
                  <a:lnTo>
                    <a:pt x="1309" y="4778"/>
                  </a:lnTo>
                  <a:lnTo>
                    <a:pt x="655" y="6610"/>
                  </a:lnTo>
                  <a:lnTo>
                    <a:pt x="720" y="3796"/>
                  </a:lnTo>
                  <a:lnTo>
                    <a:pt x="785" y="3731"/>
                  </a:lnTo>
                  <a:lnTo>
                    <a:pt x="1047" y="3469"/>
                  </a:lnTo>
                  <a:lnTo>
                    <a:pt x="1309" y="3142"/>
                  </a:lnTo>
                  <a:lnTo>
                    <a:pt x="1833" y="2487"/>
                  </a:lnTo>
                  <a:lnTo>
                    <a:pt x="2422" y="1702"/>
                  </a:lnTo>
                  <a:close/>
                  <a:moveTo>
                    <a:pt x="29842" y="9097"/>
                  </a:moveTo>
                  <a:lnTo>
                    <a:pt x="29384" y="10406"/>
                  </a:lnTo>
                  <a:lnTo>
                    <a:pt x="28992" y="11715"/>
                  </a:lnTo>
                  <a:lnTo>
                    <a:pt x="26505" y="13678"/>
                  </a:lnTo>
                  <a:lnTo>
                    <a:pt x="26505" y="13678"/>
                  </a:lnTo>
                  <a:lnTo>
                    <a:pt x="27552" y="12042"/>
                  </a:lnTo>
                  <a:lnTo>
                    <a:pt x="28533" y="10406"/>
                  </a:lnTo>
                  <a:lnTo>
                    <a:pt x="28533" y="10275"/>
                  </a:lnTo>
                  <a:lnTo>
                    <a:pt x="29842" y="9097"/>
                  </a:lnTo>
                  <a:close/>
                  <a:moveTo>
                    <a:pt x="18455" y="12827"/>
                  </a:moveTo>
                  <a:lnTo>
                    <a:pt x="17932" y="13547"/>
                  </a:lnTo>
                  <a:lnTo>
                    <a:pt x="17343" y="14202"/>
                  </a:lnTo>
                  <a:lnTo>
                    <a:pt x="15707" y="14333"/>
                  </a:lnTo>
                  <a:lnTo>
                    <a:pt x="16230" y="13678"/>
                  </a:lnTo>
                  <a:lnTo>
                    <a:pt x="16754" y="13024"/>
                  </a:lnTo>
                  <a:lnTo>
                    <a:pt x="18455" y="12827"/>
                  </a:lnTo>
                  <a:close/>
                  <a:moveTo>
                    <a:pt x="16426" y="13089"/>
                  </a:moveTo>
                  <a:lnTo>
                    <a:pt x="15903" y="13678"/>
                  </a:lnTo>
                  <a:lnTo>
                    <a:pt x="15576" y="14333"/>
                  </a:lnTo>
                  <a:lnTo>
                    <a:pt x="14136" y="14398"/>
                  </a:lnTo>
                  <a:lnTo>
                    <a:pt x="14463" y="13809"/>
                  </a:lnTo>
                  <a:lnTo>
                    <a:pt x="14921" y="13220"/>
                  </a:lnTo>
                  <a:lnTo>
                    <a:pt x="16426" y="13089"/>
                  </a:lnTo>
                  <a:close/>
                  <a:moveTo>
                    <a:pt x="14594" y="13220"/>
                  </a:moveTo>
                  <a:lnTo>
                    <a:pt x="14398" y="13482"/>
                  </a:lnTo>
                  <a:lnTo>
                    <a:pt x="14201" y="13809"/>
                  </a:lnTo>
                  <a:lnTo>
                    <a:pt x="13940" y="14464"/>
                  </a:lnTo>
                  <a:lnTo>
                    <a:pt x="12434" y="14529"/>
                  </a:lnTo>
                  <a:lnTo>
                    <a:pt x="12827" y="13940"/>
                  </a:lnTo>
                  <a:lnTo>
                    <a:pt x="13285" y="13351"/>
                  </a:lnTo>
                  <a:lnTo>
                    <a:pt x="13285" y="13286"/>
                  </a:lnTo>
                  <a:lnTo>
                    <a:pt x="14594" y="13220"/>
                  </a:lnTo>
                  <a:close/>
                  <a:moveTo>
                    <a:pt x="2029" y="8966"/>
                  </a:moveTo>
                  <a:lnTo>
                    <a:pt x="1963" y="10995"/>
                  </a:lnTo>
                  <a:lnTo>
                    <a:pt x="1178" y="12762"/>
                  </a:lnTo>
                  <a:lnTo>
                    <a:pt x="458" y="14594"/>
                  </a:lnTo>
                  <a:lnTo>
                    <a:pt x="524" y="12827"/>
                  </a:lnTo>
                  <a:lnTo>
                    <a:pt x="524" y="12893"/>
                  </a:lnTo>
                  <a:lnTo>
                    <a:pt x="589" y="12827"/>
                  </a:lnTo>
                  <a:lnTo>
                    <a:pt x="916" y="11846"/>
                  </a:lnTo>
                  <a:lnTo>
                    <a:pt x="1244" y="10864"/>
                  </a:lnTo>
                  <a:lnTo>
                    <a:pt x="2029" y="8966"/>
                  </a:lnTo>
                  <a:close/>
                  <a:moveTo>
                    <a:pt x="13089" y="13351"/>
                  </a:moveTo>
                  <a:lnTo>
                    <a:pt x="12631" y="13940"/>
                  </a:lnTo>
                  <a:lnTo>
                    <a:pt x="12238" y="14594"/>
                  </a:lnTo>
                  <a:lnTo>
                    <a:pt x="10602" y="14725"/>
                  </a:lnTo>
                  <a:lnTo>
                    <a:pt x="11518" y="13416"/>
                  </a:lnTo>
                  <a:lnTo>
                    <a:pt x="13089" y="13351"/>
                  </a:lnTo>
                  <a:close/>
                  <a:moveTo>
                    <a:pt x="11256" y="13482"/>
                  </a:moveTo>
                  <a:lnTo>
                    <a:pt x="10471" y="14725"/>
                  </a:lnTo>
                  <a:lnTo>
                    <a:pt x="8900" y="14922"/>
                  </a:lnTo>
                  <a:lnTo>
                    <a:pt x="9293" y="14267"/>
                  </a:lnTo>
                  <a:lnTo>
                    <a:pt x="9686" y="13678"/>
                  </a:lnTo>
                  <a:lnTo>
                    <a:pt x="9686" y="13613"/>
                  </a:lnTo>
                  <a:lnTo>
                    <a:pt x="10864" y="13482"/>
                  </a:lnTo>
                  <a:close/>
                  <a:moveTo>
                    <a:pt x="19175" y="12697"/>
                  </a:moveTo>
                  <a:lnTo>
                    <a:pt x="18979" y="14071"/>
                  </a:lnTo>
                  <a:lnTo>
                    <a:pt x="18979" y="14136"/>
                  </a:lnTo>
                  <a:lnTo>
                    <a:pt x="18324" y="14922"/>
                  </a:lnTo>
                  <a:lnTo>
                    <a:pt x="17670" y="15838"/>
                  </a:lnTo>
                  <a:lnTo>
                    <a:pt x="17604" y="14529"/>
                  </a:lnTo>
                  <a:lnTo>
                    <a:pt x="17670" y="14398"/>
                  </a:lnTo>
                  <a:lnTo>
                    <a:pt x="17604" y="14267"/>
                  </a:lnTo>
                  <a:lnTo>
                    <a:pt x="17997" y="13940"/>
                  </a:lnTo>
                  <a:lnTo>
                    <a:pt x="18324" y="13547"/>
                  </a:lnTo>
                  <a:lnTo>
                    <a:pt x="18652" y="13155"/>
                  </a:lnTo>
                  <a:lnTo>
                    <a:pt x="18979" y="12762"/>
                  </a:lnTo>
                  <a:lnTo>
                    <a:pt x="19175" y="12697"/>
                  </a:lnTo>
                  <a:close/>
                  <a:moveTo>
                    <a:pt x="9489" y="13613"/>
                  </a:moveTo>
                  <a:lnTo>
                    <a:pt x="9097" y="14267"/>
                  </a:lnTo>
                  <a:lnTo>
                    <a:pt x="8704" y="14922"/>
                  </a:lnTo>
                  <a:lnTo>
                    <a:pt x="7330" y="15118"/>
                  </a:lnTo>
                  <a:lnTo>
                    <a:pt x="7330" y="15118"/>
                  </a:lnTo>
                  <a:lnTo>
                    <a:pt x="7592" y="14791"/>
                  </a:lnTo>
                  <a:lnTo>
                    <a:pt x="7919" y="14333"/>
                  </a:lnTo>
                  <a:lnTo>
                    <a:pt x="8181" y="13875"/>
                  </a:lnTo>
                  <a:lnTo>
                    <a:pt x="8181" y="13809"/>
                  </a:lnTo>
                  <a:lnTo>
                    <a:pt x="8050" y="13809"/>
                  </a:lnTo>
                  <a:lnTo>
                    <a:pt x="7592" y="14529"/>
                  </a:lnTo>
                  <a:lnTo>
                    <a:pt x="7395" y="14856"/>
                  </a:lnTo>
                  <a:lnTo>
                    <a:pt x="7133" y="15183"/>
                  </a:lnTo>
                  <a:lnTo>
                    <a:pt x="6937" y="15183"/>
                  </a:lnTo>
                  <a:lnTo>
                    <a:pt x="5301" y="15511"/>
                  </a:lnTo>
                  <a:lnTo>
                    <a:pt x="3600" y="15903"/>
                  </a:lnTo>
                  <a:lnTo>
                    <a:pt x="3796" y="15380"/>
                  </a:lnTo>
                  <a:lnTo>
                    <a:pt x="3992" y="14922"/>
                  </a:lnTo>
                  <a:lnTo>
                    <a:pt x="4516" y="14005"/>
                  </a:lnTo>
                  <a:lnTo>
                    <a:pt x="5956" y="13875"/>
                  </a:lnTo>
                  <a:lnTo>
                    <a:pt x="5432" y="14660"/>
                  </a:lnTo>
                  <a:lnTo>
                    <a:pt x="4974" y="15445"/>
                  </a:lnTo>
                  <a:lnTo>
                    <a:pt x="4974" y="15511"/>
                  </a:lnTo>
                  <a:lnTo>
                    <a:pt x="5039" y="15511"/>
                  </a:lnTo>
                  <a:lnTo>
                    <a:pt x="5628" y="14660"/>
                  </a:lnTo>
                  <a:lnTo>
                    <a:pt x="6086" y="13875"/>
                  </a:lnTo>
                  <a:lnTo>
                    <a:pt x="9489" y="13613"/>
                  </a:lnTo>
                  <a:close/>
                  <a:moveTo>
                    <a:pt x="1963" y="11453"/>
                  </a:moveTo>
                  <a:lnTo>
                    <a:pt x="1833" y="13547"/>
                  </a:lnTo>
                  <a:lnTo>
                    <a:pt x="458" y="16230"/>
                  </a:lnTo>
                  <a:lnTo>
                    <a:pt x="458" y="15053"/>
                  </a:lnTo>
                  <a:lnTo>
                    <a:pt x="1244" y="13286"/>
                  </a:lnTo>
                  <a:lnTo>
                    <a:pt x="1963" y="11453"/>
                  </a:lnTo>
                  <a:close/>
                  <a:moveTo>
                    <a:pt x="4319" y="14071"/>
                  </a:moveTo>
                  <a:lnTo>
                    <a:pt x="3992" y="14464"/>
                  </a:lnTo>
                  <a:lnTo>
                    <a:pt x="3796" y="14922"/>
                  </a:lnTo>
                  <a:lnTo>
                    <a:pt x="3600" y="15445"/>
                  </a:lnTo>
                  <a:lnTo>
                    <a:pt x="3469" y="15969"/>
                  </a:lnTo>
                  <a:lnTo>
                    <a:pt x="2094" y="16361"/>
                  </a:lnTo>
                  <a:lnTo>
                    <a:pt x="2094" y="16361"/>
                  </a:lnTo>
                  <a:lnTo>
                    <a:pt x="2291" y="15772"/>
                  </a:lnTo>
                  <a:lnTo>
                    <a:pt x="2552" y="15183"/>
                  </a:lnTo>
                  <a:lnTo>
                    <a:pt x="2880" y="14660"/>
                  </a:lnTo>
                  <a:lnTo>
                    <a:pt x="3207" y="14136"/>
                  </a:lnTo>
                  <a:lnTo>
                    <a:pt x="4319" y="14071"/>
                  </a:lnTo>
                  <a:close/>
                  <a:moveTo>
                    <a:pt x="3011" y="14136"/>
                  </a:moveTo>
                  <a:lnTo>
                    <a:pt x="2683" y="14660"/>
                  </a:lnTo>
                  <a:lnTo>
                    <a:pt x="2356" y="15249"/>
                  </a:lnTo>
                  <a:lnTo>
                    <a:pt x="2160" y="15772"/>
                  </a:lnTo>
                  <a:lnTo>
                    <a:pt x="1963" y="16361"/>
                  </a:lnTo>
                  <a:lnTo>
                    <a:pt x="589" y="16885"/>
                  </a:lnTo>
                  <a:lnTo>
                    <a:pt x="2029" y="14202"/>
                  </a:lnTo>
                  <a:lnTo>
                    <a:pt x="2094" y="14202"/>
                  </a:lnTo>
                  <a:lnTo>
                    <a:pt x="3011" y="14136"/>
                  </a:lnTo>
                  <a:close/>
                  <a:moveTo>
                    <a:pt x="19502" y="655"/>
                  </a:moveTo>
                  <a:lnTo>
                    <a:pt x="22120" y="2487"/>
                  </a:lnTo>
                  <a:lnTo>
                    <a:pt x="24672" y="4385"/>
                  </a:lnTo>
                  <a:lnTo>
                    <a:pt x="27225" y="6414"/>
                  </a:lnTo>
                  <a:lnTo>
                    <a:pt x="29711" y="8443"/>
                  </a:lnTo>
                  <a:lnTo>
                    <a:pt x="27159" y="10668"/>
                  </a:lnTo>
                  <a:lnTo>
                    <a:pt x="24607" y="12827"/>
                  </a:lnTo>
                  <a:lnTo>
                    <a:pt x="19437" y="17016"/>
                  </a:lnTo>
                  <a:lnTo>
                    <a:pt x="19502" y="15969"/>
                  </a:lnTo>
                  <a:lnTo>
                    <a:pt x="19502" y="14856"/>
                  </a:lnTo>
                  <a:lnTo>
                    <a:pt x="19502" y="12697"/>
                  </a:lnTo>
                  <a:lnTo>
                    <a:pt x="19437" y="12566"/>
                  </a:lnTo>
                  <a:lnTo>
                    <a:pt x="19306" y="12500"/>
                  </a:lnTo>
                  <a:lnTo>
                    <a:pt x="19240" y="12369"/>
                  </a:lnTo>
                  <a:lnTo>
                    <a:pt x="19175" y="12304"/>
                  </a:lnTo>
                  <a:lnTo>
                    <a:pt x="19110" y="12238"/>
                  </a:lnTo>
                  <a:lnTo>
                    <a:pt x="18782" y="12238"/>
                  </a:lnTo>
                  <a:lnTo>
                    <a:pt x="16754" y="12369"/>
                  </a:lnTo>
                  <a:lnTo>
                    <a:pt x="14659" y="12500"/>
                  </a:lnTo>
                  <a:lnTo>
                    <a:pt x="10602" y="12958"/>
                  </a:lnTo>
                  <a:lnTo>
                    <a:pt x="2422" y="13678"/>
                  </a:lnTo>
                  <a:lnTo>
                    <a:pt x="2422" y="13678"/>
                  </a:lnTo>
                  <a:lnTo>
                    <a:pt x="2683" y="7527"/>
                  </a:lnTo>
                  <a:lnTo>
                    <a:pt x="2749" y="4451"/>
                  </a:lnTo>
                  <a:lnTo>
                    <a:pt x="2814" y="1375"/>
                  </a:lnTo>
                  <a:lnTo>
                    <a:pt x="3796" y="1637"/>
                  </a:lnTo>
                  <a:lnTo>
                    <a:pt x="4778" y="1898"/>
                  </a:lnTo>
                  <a:lnTo>
                    <a:pt x="6872" y="2291"/>
                  </a:lnTo>
                  <a:lnTo>
                    <a:pt x="8900" y="2618"/>
                  </a:lnTo>
                  <a:lnTo>
                    <a:pt x="10929" y="3011"/>
                  </a:lnTo>
                  <a:lnTo>
                    <a:pt x="12892" y="3469"/>
                  </a:lnTo>
                  <a:lnTo>
                    <a:pt x="14921" y="3927"/>
                  </a:lnTo>
                  <a:lnTo>
                    <a:pt x="16885" y="4385"/>
                  </a:lnTo>
                  <a:lnTo>
                    <a:pt x="17866" y="4516"/>
                  </a:lnTo>
                  <a:lnTo>
                    <a:pt x="18848" y="4647"/>
                  </a:lnTo>
                  <a:lnTo>
                    <a:pt x="18979" y="4582"/>
                  </a:lnTo>
                  <a:lnTo>
                    <a:pt x="19044" y="4647"/>
                  </a:lnTo>
                  <a:lnTo>
                    <a:pt x="19175" y="4647"/>
                  </a:lnTo>
                  <a:lnTo>
                    <a:pt x="19240" y="4582"/>
                  </a:lnTo>
                  <a:lnTo>
                    <a:pt x="19306" y="4451"/>
                  </a:lnTo>
                  <a:lnTo>
                    <a:pt x="19502" y="2553"/>
                  </a:lnTo>
                  <a:lnTo>
                    <a:pt x="19568" y="1571"/>
                  </a:lnTo>
                  <a:lnTo>
                    <a:pt x="19502" y="655"/>
                  </a:lnTo>
                  <a:close/>
                  <a:moveTo>
                    <a:pt x="28141" y="10668"/>
                  </a:moveTo>
                  <a:lnTo>
                    <a:pt x="27094" y="12304"/>
                  </a:lnTo>
                  <a:lnTo>
                    <a:pt x="26047" y="14005"/>
                  </a:lnTo>
                  <a:lnTo>
                    <a:pt x="24345" y="15314"/>
                  </a:lnTo>
                  <a:lnTo>
                    <a:pt x="24345" y="15314"/>
                  </a:lnTo>
                  <a:lnTo>
                    <a:pt x="25196" y="14071"/>
                  </a:lnTo>
                  <a:lnTo>
                    <a:pt x="26112" y="12827"/>
                  </a:lnTo>
                  <a:lnTo>
                    <a:pt x="26112" y="12762"/>
                  </a:lnTo>
                  <a:lnTo>
                    <a:pt x="26047" y="12697"/>
                  </a:lnTo>
                  <a:lnTo>
                    <a:pt x="25981" y="12762"/>
                  </a:lnTo>
                  <a:lnTo>
                    <a:pt x="25392" y="13416"/>
                  </a:lnTo>
                  <a:lnTo>
                    <a:pt x="24934" y="14071"/>
                  </a:lnTo>
                  <a:lnTo>
                    <a:pt x="24411" y="14791"/>
                  </a:lnTo>
                  <a:lnTo>
                    <a:pt x="24018" y="15576"/>
                  </a:lnTo>
                  <a:lnTo>
                    <a:pt x="21858" y="17147"/>
                  </a:lnTo>
                  <a:lnTo>
                    <a:pt x="22382" y="16558"/>
                  </a:lnTo>
                  <a:lnTo>
                    <a:pt x="22905" y="15903"/>
                  </a:lnTo>
                  <a:lnTo>
                    <a:pt x="23298" y="15249"/>
                  </a:lnTo>
                  <a:lnTo>
                    <a:pt x="23691" y="14594"/>
                  </a:lnTo>
                  <a:lnTo>
                    <a:pt x="23691" y="14529"/>
                  </a:lnTo>
                  <a:lnTo>
                    <a:pt x="23625" y="14464"/>
                  </a:lnTo>
                  <a:lnTo>
                    <a:pt x="25916" y="12631"/>
                  </a:lnTo>
                  <a:lnTo>
                    <a:pt x="28141" y="10668"/>
                  </a:lnTo>
                  <a:close/>
                  <a:moveTo>
                    <a:pt x="18979" y="14398"/>
                  </a:moveTo>
                  <a:lnTo>
                    <a:pt x="18913" y="15838"/>
                  </a:lnTo>
                  <a:lnTo>
                    <a:pt x="18979" y="17278"/>
                  </a:lnTo>
                  <a:lnTo>
                    <a:pt x="18521" y="18194"/>
                  </a:lnTo>
                  <a:lnTo>
                    <a:pt x="17932" y="19045"/>
                  </a:lnTo>
                  <a:lnTo>
                    <a:pt x="17801" y="18194"/>
                  </a:lnTo>
                  <a:lnTo>
                    <a:pt x="17735" y="17278"/>
                  </a:lnTo>
                  <a:lnTo>
                    <a:pt x="18848" y="15772"/>
                  </a:lnTo>
                  <a:lnTo>
                    <a:pt x="18848" y="15707"/>
                  </a:lnTo>
                  <a:lnTo>
                    <a:pt x="18782" y="15641"/>
                  </a:lnTo>
                  <a:lnTo>
                    <a:pt x="18717" y="15641"/>
                  </a:lnTo>
                  <a:lnTo>
                    <a:pt x="18193" y="16361"/>
                  </a:lnTo>
                  <a:lnTo>
                    <a:pt x="17735" y="17016"/>
                  </a:lnTo>
                  <a:lnTo>
                    <a:pt x="17670" y="16100"/>
                  </a:lnTo>
                  <a:lnTo>
                    <a:pt x="18324" y="15249"/>
                  </a:lnTo>
                  <a:lnTo>
                    <a:pt x="18979" y="14398"/>
                  </a:lnTo>
                  <a:close/>
                  <a:moveTo>
                    <a:pt x="19306" y="1"/>
                  </a:moveTo>
                  <a:lnTo>
                    <a:pt x="18390" y="589"/>
                  </a:lnTo>
                  <a:lnTo>
                    <a:pt x="17474" y="1178"/>
                  </a:lnTo>
                  <a:lnTo>
                    <a:pt x="17343" y="1178"/>
                  </a:lnTo>
                  <a:lnTo>
                    <a:pt x="17277" y="1244"/>
                  </a:lnTo>
                  <a:lnTo>
                    <a:pt x="17212" y="1375"/>
                  </a:lnTo>
                  <a:lnTo>
                    <a:pt x="17146" y="1440"/>
                  </a:lnTo>
                  <a:lnTo>
                    <a:pt x="17081" y="1571"/>
                  </a:lnTo>
                  <a:lnTo>
                    <a:pt x="17146" y="1702"/>
                  </a:lnTo>
                  <a:lnTo>
                    <a:pt x="17015" y="2618"/>
                  </a:lnTo>
                  <a:lnTo>
                    <a:pt x="16885" y="3534"/>
                  </a:lnTo>
                  <a:lnTo>
                    <a:pt x="15314" y="3207"/>
                  </a:lnTo>
                  <a:lnTo>
                    <a:pt x="13743" y="2880"/>
                  </a:lnTo>
                  <a:lnTo>
                    <a:pt x="10602" y="2356"/>
                  </a:lnTo>
                  <a:lnTo>
                    <a:pt x="6675" y="1506"/>
                  </a:lnTo>
                  <a:lnTo>
                    <a:pt x="4712" y="1178"/>
                  </a:lnTo>
                  <a:lnTo>
                    <a:pt x="3665" y="1113"/>
                  </a:lnTo>
                  <a:lnTo>
                    <a:pt x="2683" y="1048"/>
                  </a:lnTo>
                  <a:lnTo>
                    <a:pt x="2552" y="1048"/>
                  </a:lnTo>
                  <a:lnTo>
                    <a:pt x="1440" y="2356"/>
                  </a:lnTo>
                  <a:lnTo>
                    <a:pt x="916" y="2945"/>
                  </a:lnTo>
                  <a:lnTo>
                    <a:pt x="720" y="3207"/>
                  </a:lnTo>
                  <a:lnTo>
                    <a:pt x="524" y="3534"/>
                  </a:lnTo>
                  <a:lnTo>
                    <a:pt x="458" y="3534"/>
                  </a:lnTo>
                  <a:lnTo>
                    <a:pt x="458" y="3665"/>
                  </a:lnTo>
                  <a:lnTo>
                    <a:pt x="262" y="5301"/>
                  </a:lnTo>
                  <a:lnTo>
                    <a:pt x="196" y="7003"/>
                  </a:lnTo>
                  <a:lnTo>
                    <a:pt x="0" y="10341"/>
                  </a:lnTo>
                  <a:lnTo>
                    <a:pt x="0" y="13744"/>
                  </a:lnTo>
                  <a:lnTo>
                    <a:pt x="0" y="17081"/>
                  </a:lnTo>
                  <a:lnTo>
                    <a:pt x="66" y="17212"/>
                  </a:lnTo>
                  <a:lnTo>
                    <a:pt x="131" y="17278"/>
                  </a:lnTo>
                  <a:lnTo>
                    <a:pt x="393" y="17278"/>
                  </a:lnTo>
                  <a:lnTo>
                    <a:pt x="2487" y="16689"/>
                  </a:lnTo>
                  <a:lnTo>
                    <a:pt x="4647" y="16165"/>
                  </a:lnTo>
                  <a:lnTo>
                    <a:pt x="6806" y="15707"/>
                  </a:lnTo>
                  <a:lnTo>
                    <a:pt x="9031" y="15380"/>
                  </a:lnTo>
                  <a:lnTo>
                    <a:pt x="11126" y="15183"/>
                  </a:lnTo>
                  <a:lnTo>
                    <a:pt x="13154" y="15053"/>
                  </a:lnTo>
                  <a:lnTo>
                    <a:pt x="15248" y="14856"/>
                  </a:lnTo>
                  <a:lnTo>
                    <a:pt x="17343" y="14660"/>
                  </a:lnTo>
                  <a:lnTo>
                    <a:pt x="17343" y="14660"/>
                  </a:lnTo>
                  <a:lnTo>
                    <a:pt x="17212" y="15380"/>
                  </a:lnTo>
                  <a:lnTo>
                    <a:pt x="17212" y="16165"/>
                  </a:lnTo>
                  <a:lnTo>
                    <a:pt x="17212" y="17016"/>
                  </a:lnTo>
                  <a:lnTo>
                    <a:pt x="17277" y="17801"/>
                  </a:lnTo>
                  <a:lnTo>
                    <a:pt x="17212" y="17867"/>
                  </a:lnTo>
                  <a:lnTo>
                    <a:pt x="17277" y="17932"/>
                  </a:lnTo>
                  <a:lnTo>
                    <a:pt x="17343" y="17932"/>
                  </a:lnTo>
                  <a:lnTo>
                    <a:pt x="17670" y="19634"/>
                  </a:lnTo>
                  <a:lnTo>
                    <a:pt x="17670" y="19699"/>
                  </a:lnTo>
                  <a:lnTo>
                    <a:pt x="17801" y="19764"/>
                  </a:lnTo>
                  <a:lnTo>
                    <a:pt x="17866" y="19764"/>
                  </a:lnTo>
                  <a:lnTo>
                    <a:pt x="17997" y="19699"/>
                  </a:lnTo>
                  <a:lnTo>
                    <a:pt x="18390" y="19175"/>
                  </a:lnTo>
                  <a:lnTo>
                    <a:pt x="18717" y="18652"/>
                  </a:lnTo>
                  <a:lnTo>
                    <a:pt x="19044" y="18063"/>
                  </a:lnTo>
                  <a:lnTo>
                    <a:pt x="19306" y="17474"/>
                  </a:lnTo>
                  <a:lnTo>
                    <a:pt x="19371" y="17343"/>
                  </a:lnTo>
                  <a:lnTo>
                    <a:pt x="19502" y="17408"/>
                  </a:lnTo>
                  <a:lnTo>
                    <a:pt x="19568" y="17408"/>
                  </a:lnTo>
                  <a:lnTo>
                    <a:pt x="21596" y="16034"/>
                  </a:lnTo>
                  <a:lnTo>
                    <a:pt x="23560" y="14529"/>
                  </a:lnTo>
                  <a:lnTo>
                    <a:pt x="22578" y="16034"/>
                  </a:lnTo>
                  <a:lnTo>
                    <a:pt x="22055" y="16754"/>
                  </a:lnTo>
                  <a:lnTo>
                    <a:pt x="21466" y="17408"/>
                  </a:lnTo>
                  <a:lnTo>
                    <a:pt x="20353" y="18194"/>
                  </a:lnTo>
                  <a:lnTo>
                    <a:pt x="21727" y="16165"/>
                  </a:lnTo>
                  <a:lnTo>
                    <a:pt x="21727" y="16100"/>
                  </a:lnTo>
                  <a:lnTo>
                    <a:pt x="21727" y="16034"/>
                  </a:lnTo>
                  <a:lnTo>
                    <a:pt x="21596" y="16034"/>
                  </a:lnTo>
                  <a:lnTo>
                    <a:pt x="20680" y="17212"/>
                  </a:lnTo>
                  <a:lnTo>
                    <a:pt x="19960" y="18521"/>
                  </a:lnTo>
                  <a:lnTo>
                    <a:pt x="18063" y="19830"/>
                  </a:lnTo>
                  <a:lnTo>
                    <a:pt x="17997" y="19961"/>
                  </a:lnTo>
                  <a:lnTo>
                    <a:pt x="18063" y="20026"/>
                  </a:lnTo>
                  <a:lnTo>
                    <a:pt x="18128" y="20092"/>
                  </a:lnTo>
                  <a:lnTo>
                    <a:pt x="18193" y="20092"/>
                  </a:lnTo>
                  <a:lnTo>
                    <a:pt x="19568" y="19241"/>
                  </a:lnTo>
                  <a:lnTo>
                    <a:pt x="19633" y="19306"/>
                  </a:lnTo>
                  <a:lnTo>
                    <a:pt x="19699" y="19306"/>
                  </a:lnTo>
                  <a:lnTo>
                    <a:pt x="19829" y="19045"/>
                  </a:lnTo>
                  <a:lnTo>
                    <a:pt x="22316" y="17408"/>
                  </a:lnTo>
                  <a:lnTo>
                    <a:pt x="24672" y="15641"/>
                  </a:lnTo>
                  <a:lnTo>
                    <a:pt x="27028" y="13875"/>
                  </a:lnTo>
                  <a:lnTo>
                    <a:pt x="29253" y="11977"/>
                  </a:lnTo>
                  <a:lnTo>
                    <a:pt x="29319" y="11911"/>
                  </a:lnTo>
                  <a:lnTo>
                    <a:pt x="29319" y="11846"/>
                  </a:lnTo>
                  <a:lnTo>
                    <a:pt x="29253" y="11715"/>
                  </a:lnTo>
                  <a:lnTo>
                    <a:pt x="29842" y="10210"/>
                  </a:lnTo>
                  <a:lnTo>
                    <a:pt x="30366" y="8704"/>
                  </a:lnTo>
                  <a:lnTo>
                    <a:pt x="30300" y="8574"/>
                  </a:lnTo>
                  <a:lnTo>
                    <a:pt x="30366" y="8377"/>
                  </a:lnTo>
                  <a:lnTo>
                    <a:pt x="30366" y="8312"/>
                  </a:lnTo>
                  <a:lnTo>
                    <a:pt x="30300" y="8181"/>
                  </a:lnTo>
                  <a:lnTo>
                    <a:pt x="27748" y="6087"/>
                  </a:lnTo>
                  <a:lnTo>
                    <a:pt x="25130" y="3993"/>
                  </a:lnTo>
                  <a:lnTo>
                    <a:pt x="22447" y="2029"/>
                  </a:lnTo>
                  <a:lnTo>
                    <a:pt x="19699" y="66"/>
                  </a:lnTo>
                  <a:lnTo>
                    <a:pt x="19502" y="66"/>
                  </a:lnTo>
                  <a:lnTo>
                    <a:pt x="194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5"/>
            <p:cNvSpPr/>
            <p:nvPr/>
          </p:nvSpPr>
          <p:spPr>
            <a:xfrm rot="-1853018">
              <a:off x="1990389" y="3385368"/>
              <a:ext cx="1815584" cy="1201301"/>
            </a:xfrm>
            <a:custGeom>
              <a:rect b="b" l="l" r="r" t="t"/>
              <a:pathLst>
                <a:path extrusionOk="0" h="20092" w="30366">
                  <a:moveTo>
                    <a:pt x="19044" y="589"/>
                  </a:moveTo>
                  <a:lnTo>
                    <a:pt x="18913" y="1375"/>
                  </a:lnTo>
                  <a:lnTo>
                    <a:pt x="18521" y="1571"/>
                  </a:lnTo>
                  <a:lnTo>
                    <a:pt x="18128" y="1833"/>
                  </a:lnTo>
                  <a:lnTo>
                    <a:pt x="17801" y="2029"/>
                  </a:lnTo>
                  <a:lnTo>
                    <a:pt x="17474" y="2356"/>
                  </a:lnTo>
                  <a:lnTo>
                    <a:pt x="17474" y="1702"/>
                  </a:lnTo>
                  <a:lnTo>
                    <a:pt x="18259" y="1178"/>
                  </a:lnTo>
                  <a:lnTo>
                    <a:pt x="19044" y="589"/>
                  </a:lnTo>
                  <a:close/>
                  <a:moveTo>
                    <a:pt x="18913" y="1571"/>
                  </a:moveTo>
                  <a:lnTo>
                    <a:pt x="18848" y="2226"/>
                  </a:lnTo>
                  <a:lnTo>
                    <a:pt x="18782" y="2226"/>
                  </a:lnTo>
                  <a:lnTo>
                    <a:pt x="18455" y="2487"/>
                  </a:lnTo>
                  <a:lnTo>
                    <a:pt x="18063" y="2749"/>
                  </a:lnTo>
                  <a:lnTo>
                    <a:pt x="17408" y="3404"/>
                  </a:lnTo>
                  <a:lnTo>
                    <a:pt x="17408" y="3469"/>
                  </a:lnTo>
                  <a:lnTo>
                    <a:pt x="17474" y="3469"/>
                  </a:lnTo>
                  <a:lnTo>
                    <a:pt x="18193" y="2945"/>
                  </a:lnTo>
                  <a:lnTo>
                    <a:pt x="18848" y="2422"/>
                  </a:lnTo>
                  <a:lnTo>
                    <a:pt x="18913" y="4189"/>
                  </a:lnTo>
                  <a:lnTo>
                    <a:pt x="18128" y="3927"/>
                  </a:lnTo>
                  <a:lnTo>
                    <a:pt x="17343" y="3665"/>
                  </a:lnTo>
                  <a:lnTo>
                    <a:pt x="17408" y="3142"/>
                  </a:lnTo>
                  <a:lnTo>
                    <a:pt x="17474" y="2553"/>
                  </a:lnTo>
                  <a:lnTo>
                    <a:pt x="18128" y="2029"/>
                  </a:lnTo>
                  <a:lnTo>
                    <a:pt x="18913" y="1571"/>
                  </a:lnTo>
                  <a:close/>
                  <a:moveTo>
                    <a:pt x="2422" y="1702"/>
                  </a:moveTo>
                  <a:lnTo>
                    <a:pt x="2225" y="5301"/>
                  </a:lnTo>
                  <a:lnTo>
                    <a:pt x="2029" y="8835"/>
                  </a:lnTo>
                  <a:lnTo>
                    <a:pt x="1963" y="8901"/>
                  </a:lnTo>
                  <a:lnTo>
                    <a:pt x="1505" y="9817"/>
                  </a:lnTo>
                  <a:lnTo>
                    <a:pt x="1113" y="10733"/>
                  </a:lnTo>
                  <a:lnTo>
                    <a:pt x="785" y="11715"/>
                  </a:lnTo>
                  <a:lnTo>
                    <a:pt x="524" y="12697"/>
                  </a:lnTo>
                  <a:lnTo>
                    <a:pt x="589" y="10013"/>
                  </a:lnTo>
                  <a:lnTo>
                    <a:pt x="982" y="9097"/>
                  </a:lnTo>
                  <a:lnTo>
                    <a:pt x="1309" y="8115"/>
                  </a:lnTo>
                  <a:lnTo>
                    <a:pt x="1636" y="7134"/>
                  </a:lnTo>
                  <a:lnTo>
                    <a:pt x="1898" y="6152"/>
                  </a:lnTo>
                  <a:lnTo>
                    <a:pt x="1898" y="6087"/>
                  </a:lnTo>
                  <a:lnTo>
                    <a:pt x="1833" y="6087"/>
                  </a:lnTo>
                  <a:lnTo>
                    <a:pt x="1767" y="6152"/>
                  </a:lnTo>
                  <a:lnTo>
                    <a:pt x="1178" y="7919"/>
                  </a:lnTo>
                  <a:lnTo>
                    <a:pt x="589" y="9686"/>
                  </a:lnTo>
                  <a:lnTo>
                    <a:pt x="589" y="9686"/>
                  </a:lnTo>
                  <a:lnTo>
                    <a:pt x="655" y="7003"/>
                  </a:lnTo>
                  <a:lnTo>
                    <a:pt x="1440" y="5040"/>
                  </a:lnTo>
                  <a:lnTo>
                    <a:pt x="2291" y="3142"/>
                  </a:lnTo>
                  <a:lnTo>
                    <a:pt x="2291" y="3076"/>
                  </a:lnTo>
                  <a:lnTo>
                    <a:pt x="2225" y="3076"/>
                  </a:lnTo>
                  <a:lnTo>
                    <a:pt x="2160" y="3011"/>
                  </a:lnTo>
                  <a:lnTo>
                    <a:pt x="2160" y="3076"/>
                  </a:lnTo>
                  <a:lnTo>
                    <a:pt x="1702" y="3927"/>
                  </a:lnTo>
                  <a:lnTo>
                    <a:pt x="1309" y="4778"/>
                  </a:lnTo>
                  <a:lnTo>
                    <a:pt x="655" y="6610"/>
                  </a:lnTo>
                  <a:lnTo>
                    <a:pt x="720" y="3796"/>
                  </a:lnTo>
                  <a:lnTo>
                    <a:pt x="785" y="3731"/>
                  </a:lnTo>
                  <a:lnTo>
                    <a:pt x="1047" y="3469"/>
                  </a:lnTo>
                  <a:lnTo>
                    <a:pt x="1309" y="3142"/>
                  </a:lnTo>
                  <a:lnTo>
                    <a:pt x="1833" y="2487"/>
                  </a:lnTo>
                  <a:lnTo>
                    <a:pt x="2422" y="1702"/>
                  </a:lnTo>
                  <a:close/>
                  <a:moveTo>
                    <a:pt x="29842" y="9097"/>
                  </a:moveTo>
                  <a:lnTo>
                    <a:pt x="29384" y="10406"/>
                  </a:lnTo>
                  <a:lnTo>
                    <a:pt x="28992" y="11715"/>
                  </a:lnTo>
                  <a:lnTo>
                    <a:pt x="26505" y="13678"/>
                  </a:lnTo>
                  <a:lnTo>
                    <a:pt x="26505" y="13678"/>
                  </a:lnTo>
                  <a:lnTo>
                    <a:pt x="27552" y="12042"/>
                  </a:lnTo>
                  <a:lnTo>
                    <a:pt x="28533" y="10406"/>
                  </a:lnTo>
                  <a:lnTo>
                    <a:pt x="28533" y="10275"/>
                  </a:lnTo>
                  <a:lnTo>
                    <a:pt x="29842" y="9097"/>
                  </a:lnTo>
                  <a:close/>
                  <a:moveTo>
                    <a:pt x="18455" y="12827"/>
                  </a:moveTo>
                  <a:lnTo>
                    <a:pt x="17932" y="13547"/>
                  </a:lnTo>
                  <a:lnTo>
                    <a:pt x="17343" y="14202"/>
                  </a:lnTo>
                  <a:lnTo>
                    <a:pt x="15707" y="14333"/>
                  </a:lnTo>
                  <a:lnTo>
                    <a:pt x="16230" y="13678"/>
                  </a:lnTo>
                  <a:lnTo>
                    <a:pt x="16754" y="13024"/>
                  </a:lnTo>
                  <a:lnTo>
                    <a:pt x="18455" y="12827"/>
                  </a:lnTo>
                  <a:close/>
                  <a:moveTo>
                    <a:pt x="16426" y="13089"/>
                  </a:moveTo>
                  <a:lnTo>
                    <a:pt x="15903" y="13678"/>
                  </a:lnTo>
                  <a:lnTo>
                    <a:pt x="15576" y="14333"/>
                  </a:lnTo>
                  <a:lnTo>
                    <a:pt x="14136" y="14398"/>
                  </a:lnTo>
                  <a:lnTo>
                    <a:pt x="14463" y="13809"/>
                  </a:lnTo>
                  <a:lnTo>
                    <a:pt x="14921" y="13220"/>
                  </a:lnTo>
                  <a:lnTo>
                    <a:pt x="16426" y="13089"/>
                  </a:lnTo>
                  <a:close/>
                  <a:moveTo>
                    <a:pt x="14594" y="13220"/>
                  </a:moveTo>
                  <a:lnTo>
                    <a:pt x="14398" y="13482"/>
                  </a:lnTo>
                  <a:lnTo>
                    <a:pt x="14201" y="13809"/>
                  </a:lnTo>
                  <a:lnTo>
                    <a:pt x="13940" y="14464"/>
                  </a:lnTo>
                  <a:lnTo>
                    <a:pt x="12434" y="14529"/>
                  </a:lnTo>
                  <a:lnTo>
                    <a:pt x="12827" y="13940"/>
                  </a:lnTo>
                  <a:lnTo>
                    <a:pt x="13285" y="13351"/>
                  </a:lnTo>
                  <a:lnTo>
                    <a:pt x="13285" y="13286"/>
                  </a:lnTo>
                  <a:lnTo>
                    <a:pt x="14594" y="13220"/>
                  </a:lnTo>
                  <a:close/>
                  <a:moveTo>
                    <a:pt x="2029" y="8966"/>
                  </a:moveTo>
                  <a:lnTo>
                    <a:pt x="1963" y="10995"/>
                  </a:lnTo>
                  <a:lnTo>
                    <a:pt x="1178" y="12762"/>
                  </a:lnTo>
                  <a:lnTo>
                    <a:pt x="458" y="14594"/>
                  </a:lnTo>
                  <a:lnTo>
                    <a:pt x="524" y="12827"/>
                  </a:lnTo>
                  <a:lnTo>
                    <a:pt x="524" y="12893"/>
                  </a:lnTo>
                  <a:lnTo>
                    <a:pt x="589" y="12827"/>
                  </a:lnTo>
                  <a:lnTo>
                    <a:pt x="916" y="11846"/>
                  </a:lnTo>
                  <a:lnTo>
                    <a:pt x="1244" y="10864"/>
                  </a:lnTo>
                  <a:lnTo>
                    <a:pt x="2029" y="8966"/>
                  </a:lnTo>
                  <a:close/>
                  <a:moveTo>
                    <a:pt x="13089" y="13351"/>
                  </a:moveTo>
                  <a:lnTo>
                    <a:pt x="12631" y="13940"/>
                  </a:lnTo>
                  <a:lnTo>
                    <a:pt x="12238" y="14594"/>
                  </a:lnTo>
                  <a:lnTo>
                    <a:pt x="10602" y="14725"/>
                  </a:lnTo>
                  <a:lnTo>
                    <a:pt x="11518" y="13416"/>
                  </a:lnTo>
                  <a:lnTo>
                    <a:pt x="13089" y="13351"/>
                  </a:lnTo>
                  <a:close/>
                  <a:moveTo>
                    <a:pt x="11256" y="13482"/>
                  </a:moveTo>
                  <a:lnTo>
                    <a:pt x="10471" y="14725"/>
                  </a:lnTo>
                  <a:lnTo>
                    <a:pt x="8900" y="14922"/>
                  </a:lnTo>
                  <a:lnTo>
                    <a:pt x="9293" y="14267"/>
                  </a:lnTo>
                  <a:lnTo>
                    <a:pt x="9686" y="13678"/>
                  </a:lnTo>
                  <a:lnTo>
                    <a:pt x="9686" y="13613"/>
                  </a:lnTo>
                  <a:lnTo>
                    <a:pt x="10864" y="13482"/>
                  </a:lnTo>
                  <a:close/>
                  <a:moveTo>
                    <a:pt x="19175" y="12697"/>
                  </a:moveTo>
                  <a:lnTo>
                    <a:pt x="18979" y="14071"/>
                  </a:lnTo>
                  <a:lnTo>
                    <a:pt x="18979" y="14136"/>
                  </a:lnTo>
                  <a:lnTo>
                    <a:pt x="18324" y="14922"/>
                  </a:lnTo>
                  <a:lnTo>
                    <a:pt x="17670" y="15838"/>
                  </a:lnTo>
                  <a:lnTo>
                    <a:pt x="17604" y="14529"/>
                  </a:lnTo>
                  <a:lnTo>
                    <a:pt x="17670" y="14398"/>
                  </a:lnTo>
                  <a:lnTo>
                    <a:pt x="17604" y="14267"/>
                  </a:lnTo>
                  <a:lnTo>
                    <a:pt x="17997" y="13940"/>
                  </a:lnTo>
                  <a:lnTo>
                    <a:pt x="18324" y="13547"/>
                  </a:lnTo>
                  <a:lnTo>
                    <a:pt x="18652" y="13155"/>
                  </a:lnTo>
                  <a:lnTo>
                    <a:pt x="18979" y="12762"/>
                  </a:lnTo>
                  <a:lnTo>
                    <a:pt x="19175" y="12697"/>
                  </a:lnTo>
                  <a:close/>
                  <a:moveTo>
                    <a:pt x="9489" y="13613"/>
                  </a:moveTo>
                  <a:lnTo>
                    <a:pt x="9097" y="14267"/>
                  </a:lnTo>
                  <a:lnTo>
                    <a:pt x="8704" y="14922"/>
                  </a:lnTo>
                  <a:lnTo>
                    <a:pt x="7330" y="15118"/>
                  </a:lnTo>
                  <a:lnTo>
                    <a:pt x="7330" y="15118"/>
                  </a:lnTo>
                  <a:lnTo>
                    <a:pt x="7592" y="14791"/>
                  </a:lnTo>
                  <a:lnTo>
                    <a:pt x="7919" y="14333"/>
                  </a:lnTo>
                  <a:lnTo>
                    <a:pt x="8181" y="13875"/>
                  </a:lnTo>
                  <a:lnTo>
                    <a:pt x="8181" y="13809"/>
                  </a:lnTo>
                  <a:lnTo>
                    <a:pt x="8050" y="13809"/>
                  </a:lnTo>
                  <a:lnTo>
                    <a:pt x="7592" y="14529"/>
                  </a:lnTo>
                  <a:lnTo>
                    <a:pt x="7395" y="14856"/>
                  </a:lnTo>
                  <a:lnTo>
                    <a:pt x="7133" y="15183"/>
                  </a:lnTo>
                  <a:lnTo>
                    <a:pt x="6937" y="15183"/>
                  </a:lnTo>
                  <a:lnTo>
                    <a:pt x="5301" y="15511"/>
                  </a:lnTo>
                  <a:lnTo>
                    <a:pt x="3600" y="15903"/>
                  </a:lnTo>
                  <a:lnTo>
                    <a:pt x="3796" y="15380"/>
                  </a:lnTo>
                  <a:lnTo>
                    <a:pt x="3992" y="14922"/>
                  </a:lnTo>
                  <a:lnTo>
                    <a:pt x="4516" y="14005"/>
                  </a:lnTo>
                  <a:lnTo>
                    <a:pt x="5956" y="13875"/>
                  </a:lnTo>
                  <a:lnTo>
                    <a:pt x="5432" y="14660"/>
                  </a:lnTo>
                  <a:lnTo>
                    <a:pt x="4974" y="15445"/>
                  </a:lnTo>
                  <a:lnTo>
                    <a:pt x="4974" y="15511"/>
                  </a:lnTo>
                  <a:lnTo>
                    <a:pt x="5039" y="15511"/>
                  </a:lnTo>
                  <a:lnTo>
                    <a:pt x="5628" y="14660"/>
                  </a:lnTo>
                  <a:lnTo>
                    <a:pt x="6086" y="13875"/>
                  </a:lnTo>
                  <a:lnTo>
                    <a:pt x="9489" y="13613"/>
                  </a:lnTo>
                  <a:close/>
                  <a:moveTo>
                    <a:pt x="1963" y="11453"/>
                  </a:moveTo>
                  <a:lnTo>
                    <a:pt x="1833" y="13547"/>
                  </a:lnTo>
                  <a:lnTo>
                    <a:pt x="458" y="16230"/>
                  </a:lnTo>
                  <a:lnTo>
                    <a:pt x="458" y="15053"/>
                  </a:lnTo>
                  <a:lnTo>
                    <a:pt x="1244" y="13286"/>
                  </a:lnTo>
                  <a:lnTo>
                    <a:pt x="1963" y="11453"/>
                  </a:lnTo>
                  <a:close/>
                  <a:moveTo>
                    <a:pt x="4319" y="14071"/>
                  </a:moveTo>
                  <a:lnTo>
                    <a:pt x="3992" y="14464"/>
                  </a:lnTo>
                  <a:lnTo>
                    <a:pt x="3796" y="14922"/>
                  </a:lnTo>
                  <a:lnTo>
                    <a:pt x="3600" y="15445"/>
                  </a:lnTo>
                  <a:lnTo>
                    <a:pt x="3469" y="15969"/>
                  </a:lnTo>
                  <a:lnTo>
                    <a:pt x="2094" y="16361"/>
                  </a:lnTo>
                  <a:lnTo>
                    <a:pt x="2094" y="16361"/>
                  </a:lnTo>
                  <a:lnTo>
                    <a:pt x="2291" y="15772"/>
                  </a:lnTo>
                  <a:lnTo>
                    <a:pt x="2552" y="15183"/>
                  </a:lnTo>
                  <a:lnTo>
                    <a:pt x="2880" y="14660"/>
                  </a:lnTo>
                  <a:lnTo>
                    <a:pt x="3207" y="14136"/>
                  </a:lnTo>
                  <a:lnTo>
                    <a:pt x="4319" y="14071"/>
                  </a:lnTo>
                  <a:close/>
                  <a:moveTo>
                    <a:pt x="3011" y="14136"/>
                  </a:moveTo>
                  <a:lnTo>
                    <a:pt x="2683" y="14660"/>
                  </a:lnTo>
                  <a:lnTo>
                    <a:pt x="2356" y="15249"/>
                  </a:lnTo>
                  <a:lnTo>
                    <a:pt x="2160" y="15772"/>
                  </a:lnTo>
                  <a:lnTo>
                    <a:pt x="1963" y="16361"/>
                  </a:lnTo>
                  <a:lnTo>
                    <a:pt x="589" y="16885"/>
                  </a:lnTo>
                  <a:lnTo>
                    <a:pt x="2029" y="14202"/>
                  </a:lnTo>
                  <a:lnTo>
                    <a:pt x="2094" y="14202"/>
                  </a:lnTo>
                  <a:lnTo>
                    <a:pt x="3011" y="14136"/>
                  </a:lnTo>
                  <a:close/>
                  <a:moveTo>
                    <a:pt x="19502" y="655"/>
                  </a:moveTo>
                  <a:lnTo>
                    <a:pt x="22120" y="2487"/>
                  </a:lnTo>
                  <a:lnTo>
                    <a:pt x="24672" y="4385"/>
                  </a:lnTo>
                  <a:lnTo>
                    <a:pt x="27225" y="6414"/>
                  </a:lnTo>
                  <a:lnTo>
                    <a:pt x="29711" y="8443"/>
                  </a:lnTo>
                  <a:lnTo>
                    <a:pt x="27159" y="10668"/>
                  </a:lnTo>
                  <a:lnTo>
                    <a:pt x="24607" y="12827"/>
                  </a:lnTo>
                  <a:lnTo>
                    <a:pt x="19437" y="17016"/>
                  </a:lnTo>
                  <a:lnTo>
                    <a:pt x="19502" y="15969"/>
                  </a:lnTo>
                  <a:lnTo>
                    <a:pt x="19502" y="14856"/>
                  </a:lnTo>
                  <a:lnTo>
                    <a:pt x="19502" y="12697"/>
                  </a:lnTo>
                  <a:lnTo>
                    <a:pt x="19437" y="12566"/>
                  </a:lnTo>
                  <a:lnTo>
                    <a:pt x="19306" y="12500"/>
                  </a:lnTo>
                  <a:lnTo>
                    <a:pt x="19240" y="12369"/>
                  </a:lnTo>
                  <a:lnTo>
                    <a:pt x="19175" y="12304"/>
                  </a:lnTo>
                  <a:lnTo>
                    <a:pt x="19110" y="12238"/>
                  </a:lnTo>
                  <a:lnTo>
                    <a:pt x="18782" y="12238"/>
                  </a:lnTo>
                  <a:lnTo>
                    <a:pt x="16754" y="12369"/>
                  </a:lnTo>
                  <a:lnTo>
                    <a:pt x="14659" y="12500"/>
                  </a:lnTo>
                  <a:lnTo>
                    <a:pt x="10602" y="12958"/>
                  </a:lnTo>
                  <a:lnTo>
                    <a:pt x="2422" y="13678"/>
                  </a:lnTo>
                  <a:lnTo>
                    <a:pt x="2422" y="13678"/>
                  </a:lnTo>
                  <a:lnTo>
                    <a:pt x="2683" y="7527"/>
                  </a:lnTo>
                  <a:lnTo>
                    <a:pt x="2749" y="4451"/>
                  </a:lnTo>
                  <a:lnTo>
                    <a:pt x="2814" y="1375"/>
                  </a:lnTo>
                  <a:lnTo>
                    <a:pt x="3796" y="1637"/>
                  </a:lnTo>
                  <a:lnTo>
                    <a:pt x="4778" y="1898"/>
                  </a:lnTo>
                  <a:lnTo>
                    <a:pt x="6872" y="2291"/>
                  </a:lnTo>
                  <a:lnTo>
                    <a:pt x="8900" y="2618"/>
                  </a:lnTo>
                  <a:lnTo>
                    <a:pt x="10929" y="3011"/>
                  </a:lnTo>
                  <a:lnTo>
                    <a:pt x="12892" y="3469"/>
                  </a:lnTo>
                  <a:lnTo>
                    <a:pt x="14921" y="3927"/>
                  </a:lnTo>
                  <a:lnTo>
                    <a:pt x="16885" y="4385"/>
                  </a:lnTo>
                  <a:lnTo>
                    <a:pt x="17866" y="4516"/>
                  </a:lnTo>
                  <a:lnTo>
                    <a:pt x="18848" y="4647"/>
                  </a:lnTo>
                  <a:lnTo>
                    <a:pt x="18979" y="4582"/>
                  </a:lnTo>
                  <a:lnTo>
                    <a:pt x="19044" y="4647"/>
                  </a:lnTo>
                  <a:lnTo>
                    <a:pt x="19175" y="4647"/>
                  </a:lnTo>
                  <a:lnTo>
                    <a:pt x="19240" y="4582"/>
                  </a:lnTo>
                  <a:lnTo>
                    <a:pt x="19306" y="4451"/>
                  </a:lnTo>
                  <a:lnTo>
                    <a:pt x="19502" y="2553"/>
                  </a:lnTo>
                  <a:lnTo>
                    <a:pt x="19568" y="1571"/>
                  </a:lnTo>
                  <a:lnTo>
                    <a:pt x="19502" y="655"/>
                  </a:lnTo>
                  <a:close/>
                  <a:moveTo>
                    <a:pt x="28141" y="10668"/>
                  </a:moveTo>
                  <a:lnTo>
                    <a:pt x="27094" y="12304"/>
                  </a:lnTo>
                  <a:lnTo>
                    <a:pt x="26047" y="14005"/>
                  </a:lnTo>
                  <a:lnTo>
                    <a:pt x="24345" y="15314"/>
                  </a:lnTo>
                  <a:lnTo>
                    <a:pt x="24345" y="15314"/>
                  </a:lnTo>
                  <a:lnTo>
                    <a:pt x="25196" y="14071"/>
                  </a:lnTo>
                  <a:lnTo>
                    <a:pt x="26112" y="12827"/>
                  </a:lnTo>
                  <a:lnTo>
                    <a:pt x="26112" y="12762"/>
                  </a:lnTo>
                  <a:lnTo>
                    <a:pt x="26047" y="12697"/>
                  </a:lnTo>
                  <a:lnTo>
                    <a:pt x="25981" y="12762"/>
                  </a:lnTo>
                  <a:lnTo>
                    <a:pt x="25392" y="13416"/>
                  </a:lnTo>
                  <a:lnTo>
                    <a:pt x="24934" y="14071"/>
                  </a:lnTo>
                  <a:lnTo>
                    <a:pt x="24411" y="14791"/>
                  </a:lnTo>
                  <a:lnTo>
                    <a:pt x="24018" y="15576"/>
                  </a:lnTo>
                  <a:lnTo>
                    <a:pt x="21858" y="17147"/>
                  </a:lnTo>
                  <a:lnTo>
                    <a:pt x="22382" y="16558"/>
                  </a:lnTo>
                  <a:lnTo>
                    <a:pt x="22905" y="15903"/>
                  </a:lnTo>
                  <a:lnTo>
                    <a:pt x="23298" y="15249"/>
                  </a:lnTo>
                  <a:lnTo>
                    <a:pt x="23691" y="14594"/>
                  </a:lnTo>
                  <a:lnTo>
                    <a:pt x="23691" y="14529"/>
                  </a:lnTo>
                  <a:lnTo>
                    <a:pt x="23625" y="14464"/>
                  </a:lnTo>
                  <a:lnTo>
                    <a:pt x="25916" y="12631"/>
                  </a:lnTo>
                  <a:lnTo>
                    <a:pt x="28141" y="10668"/>
                  </a:lnTo>
                  <a:close/>
                  <a:moveTo>
                    <a:pt x="18979" y="14398"/>
                  </a:moveTo>
                  <a:lnTo>
                    <a:pt x="18913" y="15838"/>
                  </a:lnTo>
                  <a:lnTo>
                    <a:pt x="18979" y="17278"/>
                  </a:lnTo>
                  <a:lnTo>
                    <a:pt x="18521" y="18194"/>
                  </a:lnTo>
                  <a:lnTo>
                    <a:pt x="17932" y="19045"/>
                  </a:lnTo>
                  <a:lnTo>
                    <a:pt x="17801" y="18194"/>
                  </a:lnTo>
                  <a:lnTo>
                    <a:pt x="17735" y="17278"/>
                  </a:lnTo>
                  <a:lnTo>
                    <a:pt x="18848" y="15772"/>
                  </a:lnTo>
                  <a:lnTo>
                    <a:pt x="18848" y="15707"/>
                  </a:lnTo>
                  <a:lnTo>
                    <a:pt x="18782" y="15641"/>
                  </a:lnTo>
                  <a:lnTo>
                    <a:pt x="18717" y="15641"/>
                  </a:lnTo>
                  <a:lnTo>
                    <a:pt x="18193" y="16361"/>
                  </a:lnTo>
                  <a:lnTo>
                    <a:pt x="17735" y="17016"/>
                  </a:lnTo>
                  <a:lnTo>
                    <a:pt x="17670" y="16100"/>
                  </a:lnTo>
                  <a:lnTo>
                    <a:pt x="18324" y="15249"/>
                  </a:lnTo>
                  <a:lnTo>
                    <a:pt x="18979" y="14398"/>
                  </a:lnTo>
                  <a:close/>
                  <a:moveTo>
                    <a:pt x="19306" y="1"/>
                  </a:moveTo>
                  <a:lnTo>
                    <a:pt x="18390" y="589"/>
                  </a:lnTo>
                  <a:lnTo>
                    <a:pt x="17474" y="1178"/>
                  </a:lnTo>
                  <a:lnTo>
                    <a:pt x="17343" y="1178"/>
                  </a:lnTo>
                  <a:lnTo>
                    <a:pt x="17277" y="1244"/>
                  </a:lnTo>
                  <a:lnTo>
                    <a:pt x="17212" y="1375"/>
                  </a:lnTo>
                  <a:lnTo>
                    <a:pt x="17146" y="1440"/>
                  </a:lnTo>
                  <a:lnTo>
                    <a:pt x="17081" y="1571"/>
                  </a:lnTo>
                  <a:lnTo>
                    <a:pt x="17146" y="1702"/>
                  </a:lnTo>
                  <a:lnTo>
                    <a:pt x="17015" y="2618"/>
                  </a:lnTo>
                  <a:lnTo>
                    <a:pt x="16885" y="3534"/>
                  </a:lnTo>
                  <a:lnTo>
                    <a:pt x="15314" y="3207"/>
                  </a:lnTo>
                  <a:lnTo>
                    <a:pt x="13743" y="2880"/>
                  </a:lnTo>
                  <a:lnTo>
                    <a:pt x="10602" y="2356"/>
                  </a:lnTo>
                  <a:lnTo>
                    <a:pt x="6675" y="1506"/>
                  </a:lnTo>
                  <a:lnTo>
                    <a:pt x="4712" y="1178"/>
                  </a:lnTo>
                  <a:lnTo>
                    <a:pt x="3665" y="1113"/>
                  </a:lnTo>
                  <a:lnTo>
                    <a:pt x="2683" y="1048"/>
                  </a:lnTo>
                  <a:lnTo>
                    <a:pt x="2552" y="1048"/>
                  </a:lnTo>
                  <a:lnTo>
                    <a:pt x="1440" y="2356"/>
                  </a:lnTo>
                  <a:lnTo>
                    <a:pt x="916" y="2945"/>
                  </a:lnTo>
                  <a:lnTo>
                    <a:pt x="720" y="3207"/>
                  </a:lnTo>
                  <a:lnTo>
                    <a:pt x="524" y="3534"/>
                  </a:lnTo>
                  <a:lnTo>
                    <a:pt x="458" y="3534"/>
                  </a:lnTo>
                  <a:lnTo>
                    <a:pt x="458" y="3665"/>
                  </a:lnTo>
                  <a:lnTo>
                    <a:pt x="262" y="5301"/>
                  </a:lnTo>
                  <a:lnTo>
                    <a:pt x="196" y="7003"/>
                  </a:lnTo>
                  <a:lnTo>
                    <a:pt x="0" y="10341"/>
                  </a:lnTo>
                  <a:lnTo>
                    <a:pt x="0" y="13744"/>
                  </a:lnTo>
                  <a:lnTo>
                    <a:pt x="0" y="17081"/>
                  </a:lnTo>
                  <a:lnTo>
                    <a:pt x="66" y="17212"/>
                  </a:lnTo>
                  <a:lnTo>
                    <a:pt x="131" y="17278"/>
                  </a:lnTo>
                  <a:lnTo>
                    <a:pt x="393" y="17278"/>
                  </a:lnTo>
                  <a:lnTo>
                    <a:pt x="2487" y="16689"/>
                  </a:lnTo>
                  <a:lnTo>
                    <a:pt x="4647" y="16165"/>
                  </a:lnTo>
                  <a:lnTo>
                    <a:pt x="6806" y="15707"/>
                  </a:lnTo>
                  <a:lnTo>
                    <a:pt x="9031" y="15380"/>
                  </a:lnTo>
                  <a:lnTo>
                    <a:pt x="11126" y="15183"/>
                  </a:lnTo>
                  <a:lnTo>
                    <a:pt x="13154" y="15053"/>
                  </a:lnTo>
                  <a:lnTo>
                    <a:pt x="15248" y="14856"/>
                  </a:lnTo>
                  <a:lnTo>
                    <a:pt x="17343" y="14660"/>
                  </a:lnTo>
                  <a:lnTo>
                    <a:pt x="17343" y="14660"/>
                  </a:lnTo>
                  <a:lnTo>
                    <a:pt x="17212" y="15380"/>
                  </a:lnTo>
                  <a:lnTo>
                    <a:pt x="17212" y="16165"/>
                  </a:lnTo>
                  <a:lnTo>
                    <a:pt x="17212" y="17016"/>
                  </a:lnTo>
                  <a:lnTo>
                    <a:pt x="17277" y="17801"/>
                  </a:lnTo>
                  <a:lnTo>
                    <a:pt x="17212" y="17867"/>
                  </a:lnTo>
                  <a:lnTo>
                    <a:pt x="17277" y="17932"/>
                  </a:lnTo>
                  <a:lnTo>
                    <a:pt x="17343" y="17932"/>
                  </a:lnTo>
                  <a:lnTo>
                    <a:pt x="17670" y="19634"/>
                  </a:lnTo>
                  <a:lnTo>
                    <a:pt x="17670" y="19699"/>
                  </a:lnTo>
                  <a:lnTo>
                    <a:pt x="17801" y="19764"/>
                  </a:lnTo>
                  <a:lnTo>
                    <a:pt x="17866" y="19764"/>
                  </a:lnTo>
                  <a:lnTo>
                    <a:pt x="17997" y="19699"/>
                  </a:lnTo>
                  <a:lnTo>
                    <a:pt x="18390" y="19175"/>
                  </a:lnTo>
                  <a:lnTo>
                    <a:pt x="18717" y="18652"/>
                  </a:lnTo>
                  <a:lnTo>
                    <a:pt x="19044" y="18063"/>
                  </a:lnTo>
                  <a:lnTo>
                    <a:pt x="19306" y="17474"/>
                  </a:lnTo>
                  <a:lnTo>
                    <a:pt x="19371" y="17343"/>
                  </a:lnTo>
                  <a:lnTo>
                    <a:pt x="19502" y="17408"/>
                  </a:lnTo>
                  <a:lnTo>
                    <a:pt x="19568" y="17408"/>
                  </a:lnTo>
                  <a:lnTo>
                    <a:pt x="21596" y="16034"/>
                  </a:lnTo>
                  <a:lnTo>
                    <a:pt x="23560" y="14529"/>
                  </a:lnTo>
                  <a:lnTo>
                    <a:pt x="22578" y="16034"/>
                  </a:lnTo>
                  <a:lnTo>
                    <a:pt x="22055" y="16754"/>
                  </a:lnTo>
                  <a:lnTo>
                    <a:pt x="21466" y="17408"/>
                  </a:lnTo>
                  <a:lnTo>
                    <a:pt x="20353" y="18194"/>
                  </a:lnTo>
                  <a:lnTo>
                    <a:pt x="21727" y="16165"/>
                  </a:lnTo>
                  <a:lnTo>
                    <a:pt x="21727" y="16100"/>
                  </a:lnTo>
                  <a:lnTo>
                    <a:pt x="21727" y="16034"/>
                  </a:lnTo>
                  <a:lnTo>
                    <a:pt x="21596" y="16034"/>
                  </a:lnTo>
                  <a:lnTo>
                    <a:pt x="20680" y="17212"/>
                  </a:lnTo>
                  <a:lnTo>
                    <a:pt x="19960" y="18521"/>
                  </a:lnTo>
                  <a:lnTo>
                    <a:pt x="18063" y="19830"/>
                  </a:lnTo>
                  <a:lnTo>
                    <a:pt x="17997" y="19961"/>
                  </a:lnTo>
                  <a:lnTo>
                    <a:pt x="18063" y="20026"/>
                  </a:lnTo>
                  <a:lnTo>
                    <a:pt x="18128" y="20092"/>
                  </a:lnTo>
                  <a:lnTo>
                    <a:pt x="18193" y="20092"/>
                  </a:lnTo>
                  <a:lnTo>
                    <a:pt x="19568" y="19241"/>
                  </a:lnTo>
                  <a:lnTo>
                    <a:pt x="19633" y="19306"/>
                  </a:lnTo>
                  <a:lnTo>
                    <a:pt x="19699" y="19306"/>
                  </a:lnTo>
                  <a:lnTo>
                    <a:pt x="19829" y="19045"/>
                  </a:lnTo>
                  <a:lnTo>
                    <a:pt x="22316" y="17408"/>
                  </a:lnTo>
                  <a:lnTo>
                    <a:pt x="24672" y="15641"/>
                  </a:lnTo>
                  <a:lnTo>
                    <a:pt x="27028" y="13875"/>
                  </a:lnTo>
                  <a:lnTo>
                    <a:pt x="29253" y="11977"/>
                  </a:lnTo>
                  <a:lnTo>
                    <a:pt x="29319" y="11911"/>
                  </a:lnTo>
                  <a:lnTo>
                    <a:pt x="29319" y="11846"/>
                  </a:lnTo>
                  <a:lnTo>
                    <a:pt x="29253" y="11715"/>
                  </a:lnTo>
                  <a:lnTo>
                    <a:pt x="29842" y="10210"/>
                  </a:lnTo>
                  <a:lnTo>
                    <a:pt x="30366" y="8704"/>
                  </a:lnTo>
                  <a:lnTo>
                    <a:pt x="30300" y="8574"/>
                  </a:lnTo>
                  <a:lnTo>
                    <a:pt x="30366" y="8377"/>
                  </a:lnTo>
                  <a:lnTo>
                    <a:pt x="30366" y="8312"/>
                  </a:lnTo>
                  <a:lnTo>
                    <a:pt x="30300" y="8181"/>
                  </a:lnTo>
                  <a:lnTo>
                    <a:pt x="27748" y="6087"/>
                  </a:lnTo>
                  <a:lnTo>
                    <a:pt x="25130" y="3993"/>
                  </a:lnTo>
                  <a:lnTo>
                    <a:pt x="22447" y="2029"/>
                  </a:lnTo>
                  <a:lnTo>
                    <a:pt x="19699" y="66"/>
                  </a:lnTo>
                  <a:lnTo>
                    <a:pt x="19502" y="66"/>
                  </a:lnTo>
                  <a:lnTo>
                    <a:pt x="194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1257367" y="1990424"/>
              <a:ext cx="1815583" cy="1201301"/>
            </a:xfrm>
            <a:custGeom>
              <a:rect b="b" l="l" r="r" t="t"/>
              <a:pathLst>
                <a:path extrusionOk="0" h="20092" w="30366">
                  <a:moveTo>
                    <a:pt x="19044" y="589"/>
                  </a:moveTo>
                  <a:lnTo>
                    <a:pt x="18913" y="1375"/>
                  </a:lnTo>
                  <a:lnTo>
                    <a:pt x="18521" y="1571"/>
                  </a:lnTo>
                  <a:lnTo>
                    <a:pt x="18128" y="1833"/>
                  </a:lnTo>
                  <a:lnTo>
                    <a:pt x="17801" y="2029"/>
                  </a:lnTo>
                  <a:lnTo>
                    <a:pt x="17474" y="2356"/>
                  </a:lnTo>
                  <a:lnTo>
                    <a:pt x="17474" y="1702"/>
                  </a:lnTo>
                  <a:lnTo>
                    <a:pt x="18259" y="1178"/>
                  </a:lnTo>
                  <a:lnTo>
                    <a:pt x="19044" y="589"/>
                  </a:lnTo>
                  <a:close/>
                  <a:moveTo>
                    <a:pt x="18913" y="1571"/>
                  </a:moveTo>
                  <a:lnTo>
                    <a:pt x="18848" y="2226"/>
                  </a:lnTo>
                  <a:lnTo>
                    <a:pt x="18782" y="2226"/>
                  </a:lnTo>
                  <a:lnTo>
                    <a:pt x="18455" y="2487"/>
                  </a:lnTo>
                  <a:lnTo>
                    <a:pt x="18063" y="2749"/>
                  </a:lnTo>
                  <a:lnTo>
                    <a:pt x="17408" y="3404"/>
                  </a:lnTo>
                  <a:lnTo>
                    <a:pt x="17408" y="3469"/>
                  </a:lnTo>
                  <a:lnTo>
                    <a:pt x="17474" y="3469"/>
                  </a:lnTo>
                  <a:lnTo>
                    <a:pt x="18193" y="2945"/>
                  </a:lnTo>
                  <a:lnTo>
                    <a:pt x="18848" y="2422"/>
                  </a:lnTo>
                  <a:lnTo>
                    <a:pt x="18913" y="4189"/>
                  </a:lnTo>
                  <a:lnTo>
                    <a:pt x="18128" y="3927"/>
                  </a:lnTo>
                  <a:lnTo>
                    <a:pt x="17343" y="3665"/>
                  </a:lnTo>
                  <a:lnTo>
                    <a:pt x="17408" y="3142"/>
                  </a:lnTo>
                  <a:lnTo>
                    <a:pt x="17474" y="2553"/>
                  </a:lnTo>
                  <a:lnTo>
                    <a:pt x="18128" y="2029"/>
                  </a:lnTo>
                  <a:lnTo>
                    <a:pt x="18913" y="1571"/>
                  </a:lnTo>
                  <a:close/>
                  <a:moveTo>
                    <a:pt x="2422" y="1702"/>
                  </a:moveTo>
                  <a:lnTo>
                    <a:pt x="2225" y="5301"/>
                  </a:lnTo>
                  <a:lnTo>
                    <a:pt x="2029" y="8835"/>
                  </a:lnTo>
                  <a:lnTo>
                    <a:pt x="1963" y="8901"/>
                  </a:lnTo>
                  <a:lnTo>
                    <a:pt x="1505" y="9817"/>
                  </a:lnTo>
                  <a:lnTo>
                    <a:pt x="1113" y="10733"/>
                  </a:lnTo>
                  <a:lnTo>
                    <a:pt x="785" y="11715"/>
                  </a:lnTo>
                  <a:lnTo>
                    <a:pt x="524" y="12697"/>
                  </a:lnTo>
                  <a:lnTo>
                    <a:pt x="589" y="10013"/>
                  </a:lnTo>
                  <a:lnTo>
                    <a:pt x="982" y="9097"/>
                  </a:lnTo>
                  <a:lnTo>
                    <a:pt x="1309" y="8115"/>
                  </a:lnTo>
                  <a:lnTo>
                    <a:pt x="1636" y="7134"/>
                  </a:lnTo>
                  <a:lnTo>
                    <a:pt x="1898" y="6152"/>
                  </a:lnTo>
                  <a:lnTo>
                    <a:pt x="1898" y="6087"/>
                  </a:lnTo>
                  <a:lnTo>
                    <a:pt x="1833" y="6087"/>
                  </a:lnTo>
                  <a:lnTo>
                    <a:pt x="1767" y="6152"/>
                  </a:lnTo>
                  <a:lnTo>
                    <a:pt x="1178" y="7919"/>
                  </a:lnTo>
                  <a:lnTo>
                    <a:pt x="589" y="9686"/>
                  </a:lnTo>
                  <a:lnTo>
                    <a:pt x="589" y="9686"/>
                  </a:lnTo>
                  <a:lnTo>
                    <a:pt x="655" y="7003"/>
                  </a:lnTo>
                  <a:lnTo>
                    <a:pt x="1440" y="5040"/>
                  </a:lnTo>
                  <a:lnTo>
                    <a:pt x="2291" y="3142"/>
                  </a:lnTo>
                  <a:lnTo>
                    <a:pt x="2291" y="3076"/>
                  </a:lnTo>
                  <a:lnTo>
                    <a:pt x="2225" y="3076"/>
                  </a:lnTo>
                  <a:lnTo>
                    <a:pt x="2160" y="3011"/>
                  </a:lnTo>
                  <a:lnTo>
                    <a:pt x="2160" y="3076"/>
                  </a:lnTo>
                  <a:lnTo>
                    <a:pt x="1702" y="3927"/>
                  </a:lnTo>
                  <a:lnTo>
                    <a:pt x="1309" y="4778"/>
                  </a:lnTo>
                  <a:lnTo>
                    <a:pt x="655" y="6610"/>
                  </a:lnTo>
                  <a:lnTo>
                    <a:pt x="720" y="3796"/>
                  </a:lnTo>
                  <a:lnTo>
                    <a:pt x="785" y="3731"/>
                  </a:lnTo>
                  <a:lnTo>
                    <a:pt x="1047" y="3469"/>
                  </a:lnTo>
                  <a:lnTo>
                    <a:pt x="1309" y="3142"/>
                  </a:lnTo>
                  <a:lnTo>
                    <a:pt x="1833" y="2487"/>
                  </a:lnTo>
                  <a:lnTo>
                    <a:pt x="2422" y="1702"/>
                  </a:lnTo>
                  <a:close/>
                  <a:moveTo>
                    <a:pt x="29842" y="9097"/>
                  </a:moveTo>
                  <a:lnTo>
                    <a:pt x="29384" y="10406"/>
                  </a:lnTo>
                  <a:lnTo>
                    <a:pt x="28992" y="11715"/>
                  </a:lnTo>
                  <a:lnTo>
                    <a:pt x="26505" y="13678"/>
                  </a:lnTo>
                  <a:lnTo>
                    <a:pt x="26505" y="13678"/>
                  </a:lnTo>
                  <a:lnTo>
                    <a:pt x="27552" y="12042"/>
                  </a:lnTo>
                  <a:lnTo>
                    <a:pt x="28533" y="10406"/>
                  </a:lnTo>
                  <a:lnTo>
                    <a:pt x="28533" y="10275"/>
                  </a:lnTo>
                  <a:lnTo>
                    <a:pt x="29842" y="9097"/>
                  </a:lnTo>
                  <a:close/>
                  <a:moveTo>
                    <a:pt x="18455" y="12827"/>
                  </a:moveTo>
                  <a:lnTo>
                    <a:pt x="17932" y="13547"/>
                  </a:lnTo>
                  <a:lnTo>
                    <a:pt x="17343" y="14202"/>
                  </a:lnTo>
                  <a:lnTo>
                    <a:pt x="15707" y="14333"/>
                  </a:lnTo>
                  <a:lnTo>
                    <a:pt x="16230" y="13678"/>
                  </a:lnTo>
                  <a:lnTo>
                    <a:pt x="16754" y="13024"/>
                  </a:lnTo>
                  <a:lnTo>
                    <a:pt x="18455" y="12827"/>
                  </a:lnTo>
                  <a:close/>
                  <a:moveTo>
                    <a:pt x="16426" y="13089"/>
                  </a:moveTo>
                  <a:lnTo>
                    <a:pt x="15903" y="13678"/>
                  </a:lnTo>
                  <a:lnTo>
                    <a:pt x="15576" y="14333"/>
                  </a:lnTo>
                  <a:lnTo>
                    <a:pt x="14136" y="14398"/>
                  </a:lnTo>
                  <a:lnTo>
                    <a:pt x="14463" y="13809"/>
                  </a:lnTo>
                  <a:lnTo>
                    <a:pt x="14921" y="13220"/>
                  </a:lnTo>
                  <a:lnTo>
                    <a:pt x="16426" y="13089"/>
                  </a:lnTo>
                  <a:close/>
                  <a:moveTo>
                    <a:pt x="14594" y="13220"/>
                  </a:moveTo>
                  <a:lnTo>
                    <a:pt x="14398" y="13482"/>
                  </a:lnTo>
                  <a:lnTo>
                    <a:pt x="14201" y="13809"/>
                  </a:lnTo>
                  <a:lnTo>
                    <a:pt x="13940" y="14464"/>
                  </a:lnTo>
                  <a:lnTo>
                    <a:pt x="12434" y="14529"/>
                  </a:lnTo>
                  <a:lnTo>
                    <a:pt x="12827" y="13940"/>
                  </a:lnTo>
                  <a:lnTo>
                    <a:pt x="13285" y="13351"/>
                  </a:lnTo>
                  <a:lnTo>
                    <a:pt x="13285" y="13286"/>
                  </a:lnTo>
                  <a:lnTo>
                    <a:pt x="14594" y="13220"/>
                  </a:lnTo>
                  <a:close/>
                  <a:moveTo>
                    <a:pt x="2029" y="8966"/>
                  </a:moveTo>
                  <a:lnTo>
                    <a:pt x="1963" y="10995"/>
                  </a:lnTo>
                  <a:lnTo>
                    <a:pt x="1178" y="12762"/>
                  </a:lnTo>
                  <a:lnTo>
                    <a:pt x="458" y="14594"/>
                  </a:lnTo>
                  <a:lnTo>
                    <a:pt x="524" y="12827"/>
                  </a:lnTo>
                  <a:lnTo>
                    <a:pt x="524" y="12893"/>
                  </a:lnTo>
                  <a:lnTo>
                    <a:pt x="589" y="12827"/>
                  </a:lnTo>
                  <a:lnTo>
                    <a:pt x="916" y="11846"/>
                  </a:lnTo>
                  <a:lnTo>
                    <a:pt x="1244" y="10864"/>
                  </a:lnTo>
                  <a:lnTo>
                    <a:pt x="2029" y="8966"/>
                  </a:lnTo>
                  <a:close/>
                  <a:moveTo>
                    <a:pt x="13089" y="13351"/>
                  </a:moveTo>
                  <a:lnTo>
                    <a:pt x="12631" y="13940"/>
                  </a:lnTo>
                  <a:lnTo>
                    <a:pt x="12238" y="14594"/>
                  </a:lnTo>
                  <a:lnTo>
                    <a:pt x="10602" y="14725"/>
                  </a:lnTo>
                  <a:lnTo>
                    <a:pt x="11518" y="13416"/>
                  </a:lnTo>
                  <a:lnTo>
                    <a:pt x="13089" y="13351"/>
                  </a:lnTo>
                  <a:close/>
                  <a:moveTo>
                    <a:pt x="11256" y="13482"/>
                  </a:moveTo>
                  <a:lnTo>
                    <a:pt x="10471" y="14725"/>
                  </a:lnTo>
                  <a:lnTo>
                    <a:pt x="8900" y="14922"/>
                  </a:lnTo>
                  <a:lnTo>
                    <a:pt x="9293" y="14267"/>
                  </a:lnTo>
                  <a:lnTo>
                    <a:pt x="9686" y="13678"/>
                  </a:lnTo>
                  <a:lnTo>
                    <a:pt x="9686" y="13613"/>
                  </a:lnTo>
                  <a:lnTo>
                    <a:pt x="10864" y="13482"/>
                  </a:lnTo>
                  <a:close/>
                  <a:moveTo>
                    <a:pt x="19175" y="12697"/>
                  </a:moveTo>
                  <a:lnTo>
                    <a:pt x="18979" y="14071"/>
                  </a:lnTo>
                  <a:lnTo>
                    <a:pt x="18979" y="14136"/>
                  </a:lnTo>
                  <a:lnTo>
                    <a:pt x="18324" y="14922"/>
                  </a:lnTo>
                  <a:lnTo>
                    <a:pt x="17670" y="15838"/>
                  </a:lnTo>
                  <a:lnTo>
                    <a:pt x="17604" y="14529"/>
                  </a:lnTo>
                  <a:lnTo>
                    <a:pt x="17670" y="14398"/>
                  </a:lnTo>
                  <a:lnTo>
                    <a:pt x="17604" y="14267"/>
                  </a:lnTo>
                  <a:lnTo>
                    <a:pt x="17997" y="13940"/>
                  </a:lnTo>
                  <a:lnTo>
                    <a:pt x="18324" y="13547"/>
                  </a:lnTo>
                  <a:lnTo>
                    <a:pt x="18652" y="13155"/>
                  </a:lnTo>
                  <a:lnTo>
                    <a:pt x="18979" y="12762"/>
                  </a:lnTo>
                  <a:lnTo>
                    <a:pt x="19175" y="12697"/>
                  </a:lnTo>
                  <a:close/>
                  <a:moveTo>
                    <a:pt x="9489" y="13613"/>
                  </a:moveTo>
                  <a:lnTo>
                    <a:pt x="9097" y="14267"/>
                  </a:lnTo>
                  <a:lnTo>
                    <a:pt x="8704" y="14922"/>
                  </a:lnTo>
                  <a:lnTo>
                    <a:pt x="7330" y="15118"/>
                  </a:lnTo>
                  <a:lnTo>
                    <a:pt x="7330" y="15118"/>
                  </a:lnTo>
                  <a:lnTo>
                    <a:pt x="7592" y="14791"/>
                  </a:lnTo>
                  <a:lnTo>
                    <a:pt x="7919" y="14333"/>
                  </a:lnTo>
                  <a:lnTo>
                    <a:pt x="8181" y="13875"/>
                  </a:lnTo>
                  <a:lnTo>
                    <a:pt x="8181" y="13809"/>
                  </a:lnTo>
                  <a:lnTo>
                    <a:pt x="8050" y="13809"/>
                  </a:lnTo>
                  <a:lnTo>
                    <a:pt x="7592" y="14529"/>
                  </a:lnTo>
                  <a:lnTo>
                    <a:pt x="7395" y="14856"/>
                  </a:lnTo>
                  <a:lnTo>
                    <a:pt x="7133" y="15183"/>
                  </a:lnTo>
                  <a:lnTo>
                    <a:pt x="6937" y="15183"/>
                  </a:lnTo>
                  <a:lnTo>
                    <a:pt x="5301" y="15511"/>
                  </a:lnTo>
                  <a:lnTo>
                    <a:pt x="3600" y="15903"/>
                  </a:lnTo>
                  <a:lnTo>
                    <a:pt x="3796" y="15380"/>
                  </a:lnTo>
                  <a:lnTo>
                    <a:pt x="3992" y="14922"/>
                  </a:lnTo>
                  <a:lnTo>
                    <a:pt x="4516" y="14005"/>
                  </a:lnTo>
                  <a:lnTo>
                    <a:pt x="5956" y="13875"/>
                  </a:lnTo>
                  <a:lnTo>
                    <a:pt x="5432" y="14660"/>
                  </a:lnTo>
                  <a:lnTo>
                    <a:pt x="4974" y="15445"/>
                  </a:lnTo>
                  <a:lnTo>
                    <a:pt x="4974" y="15511"/>
                  </a:lnTo>
                  <a:lnTo>
                    <a:pt x="5039" y="15511"/>
                  </a:lnTo>
                  <a:lnTo>
                    <a:pt x="5628" y="14660"/>
                  </a:lnTo>
                  <a:lnTo>
                    <a:pt x="6086" y="13875"/>
                  </a:lnTo>
                  <a:lnTo>
                    <a:pt x="9489" y="13613"/>
                  </a:lnTo>
                  <a:close/>
                  <a:moveTo>
                    <a:pt x="1963" y="11453"/>
                  </a:moveTo>
                  <a:lnTo>
                    <a:pt x="1833" y="13547"/>
                  </a:lnTo>
                  <a:lnTo>
                    <a:pt x="458" y="16230"/>
                  </a:lnTo>
                  <a:lnTo>
                    <a:pt x="458" y="15053"/>
                  </a:lnTo>
                  <a:lnTo>
                    <a:pt x="1244" y="13286"/>
                  </a:lnTo>
                  <a:lnTo>
                    <a:pt x="1963" y="11453"/>
                  </a:lnTo>
                  <a:close/>
                  <a:moveTo>
                    <a:pt x="4319" y="14071"/>
                  </a:moveTo>
                  <a:lnTo>
                    <a:pt x="3992" y="14464"/>
                  </a:lnTo>
                  <a:lnTo>
                    <a:pt x="3796" y="14922"/>
                  </a:lnTo>
                  <a:lnTo>
                    <a:pt x="3600" y="15445"/>
                  </a:lnTo>
                  <a:lnTo>
                    <a:pt x="3469" y="15969"/>
                  </a:lnTo>
                  <a:lnTo>
                    <a:pt x="2094" y="16361"/>
                  </a:lnTo>
                  <a:lnTo>
                    <a:pt x="2094" y="16361"/>
                  </a:lnTo>
                  <a:lnTo>
                    <a:pt x="2291" y="15772"/>
                  </a:lnTo>
                  <a:lnTo>
                    <a:pt x="2552" y="15183"/>
                  </a:lnTo>
                  <a:lnTo>
                    <a:pt x="2880" y="14660"/>
                  </a:lnTo>
                  <a:lnTo>
                    <a:pt x="3207" y="14136"/>
                  </a:lnTo>
                  <a:lnTo>
                    <a:pt x="4319" y="14071"/>
                  </a:lnTo>
                  <a:close/>
                  <a:moveTo>
                    <a:pt x="3011" y="14136"/>
                  </a:moveTo>
                  <a:lnTo>
                    <a:pt x="2683" y="14660"/>
                  </a:lnTo>
                  <a:lnTo>
                    <a:pt x="2356" y="15249"/>
                  </a:lnTo>
                  <a:lnTo>
                    <a:pt x="2160" y="15772"/>
                  </a:lnTo>
                  <a:lnTo>
                    <a:pt x="1963" y="16361"/>
                  </a:lnTo>
                  <a:lnTo>
                    <a:pt x="589" y="16885"/>
                  </a:lnTo>
                  <a:lnTo>
                    <a:pt x="2029" y="14202"/>
                  </a:lnTo>
                  <a:lnTo>
                    <a:pt x="2094" y="14202"/>
                  </a:lnTo>
                  <a:lnTo>
                    <a:pt x="3011" y="14136"/>
                  </a:lnTo>
                  <a:close/>
                  <a:moveTo>
                    <a:pt x="19502" y="655"/>
                  </a:moveTo>
                  <a:lnTo>
                    <a:pt x="22120" y="2487"/>
                  </a:lnTo>
                  <a:lnTo>
                    <a:pt x="24672" y="4385"/>
                  </a:lnTo>
                  <a:lnTo>
                    <a:pt x="27225" y="6414"/>
                  </a:lnTo>
                  <a:lnTo>
                    <a:pt x="29711" y="8443"/>
                  </a:lnTo>
                  <a:lnTo>
                    <a:pt x="27159" y="10668"/>
                  </a:lnTo>
                  <a:lnTo>
                    <a:pt x="24607" y="12827"/>
                  </a:lnTo>
                  <a:lnTo>
                    <a:pt x="19437" y="17016"/>
                  </a:lnTo>
                  <a:lnTo>
                    <a:pt x="19502" y="15969"/>
                  </a:lnTo>
                  <a:lnTo>
                    <a:pt x="19502" y="14856"/>
                  </a:lnTo>
                  <a:lnTo>
                    <a:pt x="19502" y="12697"/>
                  </a:lnTo>
                  <a:lnTo>
                    <a:pt x="19437" y="12566"/>
                  </a:lnTo>
                  <a:lnTo>
                    <a:pt x="19306" y="12500"/>
                  </a:lnTo>
                  <a:lnTo>
                    <a:pt x="19240" y="12369"/>
                  </a:lnTo>
                  <a:lnTo>
                    <a:pt x="19175" y="12304"/>
                  </a:lnTo>
                  <a:lnTo>
                    <a:pt x="19110" y="12238"/>
                  </a:lnTo>
                  <a:lnTo>
                    <a:pt x="18782" y="12238"/>
                  </a:lnTo>
                  <a:lnTo>
                    <a:pt x="16754" y="12369"/>
                  </a:lnTo>
                  <a:lnTo>
                    <a:pt x="14659" y="12500"/>
                  </a:lnTo>
                  <a:lnTo>
                    <a:pt x="10602" y="12958"/>
                  </a:lnTo>
                  <a:lnTo>
                    <a:pt x="2422" y="13678"/>
                  </a:lnTo>
                  <a:lnTo>
                    <a:pt x="2422" y="13678"/>
                  </a:lnTo>
                  <a:lnTo>
                    <a:pt x="2683" y="7527"/>
                  </a:lnTo>
                  <a:lnTo>
                    <a:pt x="2749" y="4451"/>
                  </a:lnTo>
                  <a:lnTo>
                    <a:pt x="2814" y="1375"/>
                  </a:lnTo>
                  <a:lnTo>
                    <a:pt x="3796" y="1637"/>
                  </a:lnTo>
                  <a:lnTo>
                    <a:pt x="4778" y="1898"/>
                  </a:lnTo>
                  <a:lnTo>
                    <a:pt x="6872" y="2291"/>
                  </a:lnTo>
                  <a:lnTo>
                    <a:pt x="8900" y="2618"/>
                  </a:lnTo>
                  <a:lnTo>
                    <a:pt x="10929" y="3011"/>
                  </a:lnTo>
                  <a:lnTo>
                    <a:pt x="12892" y="3469"/>
                  </a:lnTo>
                  <a:lnTo>
                    <a:pt x="14921" y="3927"/>
                  </a:lnTo>
                  <a:lnTo>
                    <a:pt x="16885" y="4385"/>
                  </a:lnTo>
                  <a:lnTo>
                    <a:pt x="17866" y="4516"/>
                  </a:lnTo>
                  <a:lnTo>
                    <a:pt x="18848" y="4647"/>
                  </a:lnTo>
                  <a:lnTo>
                    <a:pt x="18979" y="4582"/>
                  </a:lnTo>
                  <a:lnTo>
                    <a:pt x="19044" y="4647"/>
                  </a:lnTo>
                  <a:lnTo>
                    <a:pt x="19175" y="4647"/>
                  </a:lnTo>
                  <a:lnTo>
                    <a:pt x="19240" y="4582"/>
                  </a:lnTo>
                  <a:lnTo>
                    <a:pt x="19306" y="4451"/>
                  </a:lnTo>
                  <a:lnTo>
                    <a:pt x="19502" y="2553"/>
                  </a:lnTo>
                  <a:lnTo>
                    <a:pt x="19568" y="1571"/>
                  </a:lnTo>
                  <a:lnTo>
                    <a:pt x="19502" y="655"/>
                  </a:lnTo>
                  <a:close/>
                  <a:moveTo>
                    <a:pt x="28141" y="10668"/>
                  </a:moveTo>
                  <a:lnTo>
                    <a:pt x="27094" y="12304"/>
                  </a:lnTo>
                  <a:lnTo>
                    <a:pt x="26047" y="14005"/>
                  </a:lnTo>
                  <a:lnTo>
                    <a:pt x="24345" y="15314"/>
                  </a:lnTo>
                  <a:lnTo>
                    <a:pt x="24345" y="15314"/>
                  </a:lnTo>
                  <a:lnTo>
                    <a:pt x="25196" y="14071"/>
                  </a:lnTo>
                  <a:lnTo>
                    <a:pt x="26112" y="12827"/>
                  </a:lnTo>
                  <a:lnTo>
                    <a:pt x="26112" y="12762"/>
                  </a:lnTo>
                  <a:lnTo>
                    <a:pt x="26047" y="12697"/>
                  </a:lnTo>
                  <a:lnTo>
                    <a:pt x="25981" y="12762"/>
                  </a:lnTo>
                  <a:lnTo>
                    <a:pt x="25392" y="13416"/>
                  </a:lnTo>
                  <a:lnTo>
                    <a:pt x="24934" y="14071"/>
                  </a:lnTo>
                  <a:lnTo>
                    <a:pt x="24411" y="14791"/>
                  </a:lnTo>
                  <a:lnTo>
                    <a:pt x="24018" y="15576"/>
                  </a:lnTo>
                  <a:lnTo>
                    <a:pt x="21858" y="17147"/>
                  </a:lnTo>
                  <a:lnTo>
                    <a:pt x="22382" y="16558"/>
                  </a:lnTo>
                  <a:lnTo>
                    <a:pt x="22905" y="15903"/>
                  </a:lnTo>
                  <a:lnTo>
                    <a:pt x="23298" y="15249"/>
                  </a:lnTo>
                  <a:lnTo>
                    <a:pt x="23691" y="14594"/>
                  </a:lnTo>
                  <a:lnTo>
                    <a:pt x="23691" y="14529"/>
                  </a:lnTo>
                  <a:lnTo>
                    <a:pt x="23625" y="14464"/>
                  </a:lnTo>
                  <a:lnTo>
                    <a:pt x="25916" y="12631"/>
                  </a:lnTo>
                  <a:lnTo>
                    <a:pt x="28141" y="10668"/>
                  </a:lnTo>
                  <a:close/>
                  <a:moveTo>
                    <a:pt x="18979" y="14398"/>
                  </a:moveTo>
                  <a:lnTo>
                    <a:pt x="18913" y="15838"/>
                  </a:lnTo>
                  <a:lnTo>
                    <a:pt x="18979" y="17278"/>
                  </a:lnTo>
                  <a:lnTo>
                    <a:pt x="18521" y="18194"/>
                  </a:lnTo>
                  <a:lnTo>
                    <a:pt x="17932" y="19045"/>
                  </a:lnTo>
                  <a:lnTo>
                    <a:pt x="17801" y="18194"/>
                  </a:lnTo>
                  <a:lnTo>
                    <a:pt x="17735" y="17278"/>
                  </a:lnTo>
                  <a:lnTo>
                    <a:pt x="18848" y="15772"/>
                  </a:lnTo>
                  <a:lnTo>
                    <a:pt x="18848" y="15707"/>
                  </a:lnTo>
                  <a:lnTo>
                    <a:pt x="18782" y="15641"/>
                  </a:lnTo>
                  <a:lnTo>
                    <a:pt x="18717" y="15641"/>
                  </a:lnTo>
                  <a:lnTo>
                    <a:pt x="18193" y="16361"/>
                  </a:lnTo>
                  <a:lnTo>
                    <a:pt x="17735" y="17016"/>
                  </a:lnTo>
                  <a:lnTo>
                    <a:pt x="17670" y="16100"/>
                  </a:lnTo>
                  <a:lnTo>
                    <a:pt x="18324" y="15249"/>
                  </a:lnTo>
                  <a:lnTo>
                    <a:pt x="18979" y="14398"/>
                  </a:lnTo>
                  <a:close/>
                  <a:moveTo>
                    <a:pt x="19306" y="1"/>
                  </a:moveTo>
                  <a:lnTo>
                    <a:pt x="18390" y="589"/>
                  </a:lnTo>
                  <a:lnTo>
                    <a:pt x="17474" y="1178"/>
                  </a:lnTo>
                  <a:lnTo>
                    <a:pt x="17343" y="1178"/>
                  </a:lnTo>
                  <a:lnTo>
                    <a:pt x="17277" y="1244"/>
                  </a:lnTo>
                  <a:lnTo>
                    <a:pt x="17212" y="1375"/>
                  </a:lnTo>
                  <a:lnTo>
                    <a:pt x="17146" y="1440"/>
                  </a:lnTo>
                  <a:lnTo>
                    <a:pt x="17081" y="1571"/>
                  </a:lnTo>
                  <a:lnTo>
                    <a:pt x="17146" y="1702"/>
                  </a:lnTo>
                  <a:lnTo>
                    <a:pt x="17015" y="2618"/>
                  </a:lnTo>
                  <a:lnTo>
                    <a:pt x="16885" y="3534"/>
                  </a:lnTo>
                  <a:lnTo>
                    <a:pt x="15314" y="3207"/>
                  </a:lnTo>
                  <a:lnTo>
                    <a:pt x="13743" y="2880"/>
                  </a:lnTo>
                  <a:lnTo>
                    <a:pt x="10602" y="2356"/>
                  </a:lnTo>
                  <a:lnTo>
                    <a:pt x="6675" y="1506"/>
                  </a:lnTo>
                  <a:lnTo>
                    <a:pt x="4712" y="1178"/>
                  </a:lnTo>
                  <a:lnTo>
                    <a:pt x="3665" y="1113"/>
                  </a:lnTo>
                  <a:lnTo>
                    <a:pt x="2683" y="1048"/>
                  </a:lnTo>
                  <a:lnTo>
                    <a:pt x="2552" y="1048"/>
                  </a:lnTo>
                  <a:lnTo>
                    <a:pt x="1440" y="2356"/>
                  </a:lnTo>
                  <a:lnTo>
                    <a:pt x="916" y="2945"/>
                  </a:lnTo>
                  <a:lnTo>
                    <a:pt x="720" y="3207"/>
                  </a:lnTo>
                  <a:lnTo>
                    <a:pt x="524" y="3534"/>
                  </a:lnTo>
                  <a:lnTo>
                    <a:pt x="458" y="3534"/>
                  </a:lnTo>
                  <a:lnTo>
                    <a:pt x="458" y="3665"/>
                  </a:lnTo>
                  <a:lnTo>
                    <a:pt x="262" y="5301"/>
                  </a:lnTo>
                  <a:lnTo>
                    <a:pt x="196" y="7003"/>
                  </a:lnTo>
                  <a:lnTo>
                    <a:pt x="0" y="10341"/>
                  </a:lnTo>
                  <a:lnTo>
                    <a:pt x="0" y="13744"/>
                  </a:lnTo>
                  <a:lnTo>
                    <a:pt x="0" y="17081"/>
                  </a:lnTo>
                  <a:lnTo>
                    <a:pt x="66" y="17212"/>
                  </a:lnTo>
                  <a:lnTo>
                    <a:pt x="131" y="17278"/>
                  </a:lnTo>
                  <a:lnTo>
                    <a:pt x="393" y="17278"/>
                  </a:lnTo>
                  <a:lnTo>
                    <a:pt x="2487" y="16689"/>
                  </a:lnTo>
                  <a:lnTo>
                    <a:pt x="4647" y="16165"/>
                  </a:lnTo>
                  <a:lnTo>
                    <a:pt x="6806" y="15707"/>
                  </a:lnTo>
                  <a:lnTo>
                    <a:pt x="9031" y="15380"/>
                  </a:lnTo>
                  <a:lnTo>
                    <a:pt x="11126" y="15183"/>
                  </a:lnTo>
                  <a:lnTo>
                    <a:pt x="13154" y="15053"/>
                  </a:lnTo>
                  <a:lnTo>
                    <a:pt x="15248" y="14856"/>
                  </a:lnTo>
                  <a:lnTo>
                    <a:pt x="17343" y="14660"/>
                  </a:lnTo>
                  <a:lnTo>
                    <a:pt x="17343" y="14660"/>
                  </a:lnTo>
                  <a:lnTo>
                    <a:pt x="17212" y="15380"/>
                  </a:lnTo>
                  <a:lnTo>
                    <a:pt x="17212" y="16165"/>
                  </a:lnTo>
                  <a:lnTo>
                    <a:pt x="17212" y="17016"/>
                  </a:lnTo>
                  <a:lnTo>
                    <a:pt x="17277" y="17801"/>
                  </a:lnTo>
                  <a:lnTo>
                    <a:pt x="17212" y="17867"/>
                  </a:lnTo>
                  <a:lnTo>
                    <a:pt x="17277" y="17932"/>
                  </a:lnTo>
                  <a:lnTo>
                    <a:pt x="17343" y="17932"/>
                  </a:lnTo>
                  <a:lnTo>
                    <a:pt x="17670" y="19634"/>
                  </a:lnTo>
                  <a:lnTo>
                    <a:pt x="17670" y="19699"/>
                  </a:lnTo>
                  <a:lnTo>
                    <a:pt x="17801" y="19764"/>
                  </a:lnTo>
                  <a:lnTo>
                    <a:pt x="17866" y="19764"/>
                  </a:lnTo>
                  <a:lnTo>
                    <a:pt x="17997" y="19699"/>
                  </a:lnTo>
                  <a:lnTo>
                    <a:pt x="18390" y="19175"/>
                  </a:lnTo>
                  <a:lnTo>
                    <a:pt x="18717" y="18652"/>
                  </a:lnTo>
                  <a:lnTo>
                    <a:pt x="19044" y="18063"/>
                  </a:lnTo>
                  <a:lnTo>
                    <a:pt x="19306" y="17474"/>
                  </a:lnTo>
                  <a:lnTo>
                    <a:pt x="19371" y="17343"/>
                  </a:lnTo>
                  <a:lnTo>
                    <a:pt x="19502" y="17408"/>
                  </a:lnTo>
                  <a:lnTo>
                    <a:pt x="19568" y="17408"/>
                  </a:lnTo>
                  <a:lnTo>
                    <a:pt x="21596" y="16034"/>
                  </a:lnTo>
                  <a:lnTo>
                    <a:pt x="23560" y="14529"/>
                  </a:lnTo>
                  <a:lnTo>
                    <a:pt x="22578" y="16034"/>
                  </a:lnTo>
                  <a:lnTo>
                    <a:pt x="22055" y="16754"/>
                  </a:lnTo>
                  <a:lnTo>
                    <a:pt x="21466" y="17408"/>
                  </a:lnTo>
                  <a:lnTo>
                    <a:pt x="20353" y="18194"/>
                  </a:lnTo>
                  <a:lnTo>
                    <a:pt x="21727" y="16165"/>
                  </a:lnTo>
                  <a:lnTo>
                    <a:pt x="21727" y="16100"/>
                  </a:lnTo>
                  <a:lnTo>
                    <a:pt x="21727" y="16034"/>
                  </a:lnTo>
                  <a:lnTo>
                    <a:pt x="21596" y="16034"/>
                  </a:lnTo>
                  <a:lnTo>
                    <a:pt x="20680" y="17212"/>
                  </a:lnTo>
                  <a:lnTo>
                    <a:pt x="19960" y="18521"/>
                  </a:lnTo>
                  <a:lnTo>
                    <a:pt x="18063" y="19830"/>
                  </a:lnTo>
                  <a:lnTo>
                    <a:pt x="17997" y="19961"/>
                  </a:lnTo>
                  <a:lnTo>
                    <a:pt x="18063" y="20026"/>
                  </a:lnTo>
                  <a:lnTo>
                    <a:pt x="18128" y="20092"/>
                  </a:lnTo>
                  <a:lnTo>
                    <a:pt x="18193" y="20092"/>
                  </a:lnTo>
                  <a:lnTo>
                    <a:pt x="19568" y="19241"/>
                  </a:lnTo>
                  <a:lnTo>
                    <a:pt x="19633" y="19306"/>
                  </a:lnTo>
                  <a:lnTo>
                    <a:pt x="19699" y="19306"/>
                  </a:lnTo>
                  <a:lnTo>
                    <a:pt x="19829" y="19045"/>
                  </a:lnTo>
                  <a:lnTo>
                    <a:pt x="22316" y="17408"/>
                  </a:lnTo>
                  <a:lnTo>
                    <a:pt x="24672" y="15641"/>
                  </a:lnTo>
                  <a:lnTo>
                    <a:pt x="27028" y="13875"/>
                  </a:lnTo>
                  <a:lnTo>
                    <a:pt x="29253" y="11977"/>
                  </a:lnTo>
                  <a:lnTo>
                    <a:pt x="29319" y="11911"/>
                  </a:lnTo>
                  <a:lnTo>
                    <a:pt x="29319" y="11846"/>
                  </a:lnTo>
                  <a:lnTo>
                    <a:pt x="29253" y="11715"/>
                  </a:lnTo>
                  <a:lnTo>
                    <a:pt x="29842" y="10210"/>
                  </a:lnTo>
                  <a:lnTo>
                    <a:pt x="30366" y="8704"/>
                  </a:lnTo>
                  <a:lnTo>
                    <a:pt x="30300" y="8574"/>
                  </a:lnTo>
                  <a:lnTo>
                    <a:pt x="30366" y="8377"/>
                  </a:lnTo>
                  <a:lnTo>
                    <a:pt x="30366" y="8312"/>
                  </a:lnTo>
                  <a:lnTo>
                    <a:pt x="30300" y="8181"/>
                  </a:lnTo>
                  <a:lnTo>
                    <a:pt x="27748" y="6087"/>
                  </a:lnTo>
                  <a:lnTo>
                    <a:pt x="25130" y="3993"/>
                  </a:lnTo>
                  <a:lnTo>
                    <a:pt x="22447" y="2029"/>
                  </a:lnTo>
                  <a:lnTo>
                    <a:pt x="19699" y="66"/>
                  </a:lnTo>
                  <a:lnTo>
                    <a:pt x="19502" y="66"/>
                  </a:lnTo>
                  <a:lnTo>
                    <a:pt x="1943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" name="Google Shape;64;p15"/>
          <p:cNvSpPr txBox="1"/>
          <p:nvPr>
            <p:ph type="ctrTitle"/>
          </p:nvPr>
        </p:nvSpPr>
        <p:spPr>
          <a:xfrm>
            <a:off x="4097850" y="1718713"/>
            <a:ext cx="3561300" cy="15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Doodle Banner </a:t>
            </a:r>
            <a:r>
              <a:rPr lang="en"/>
              <a:t>Infographic</a:t>
            </a:r>
            <a:r>
              <a:rPr lang="en"/>
              <a:t>s</a:t>
            </a:r>
            <a:endParaRPr/>
          </a:p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4813650" y="3463413"/>
            <a:ext cx="2845500" cy="10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Here is where this template begins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6"/>
          <p:cNvGrpSpPr/>
          <p:nvPr/>
        </p:nvGrpSpPr>
        <p:grpSpPr>
          <a:xfrm>
            <a:off x="727700" y="1436350"/>
            <a:ext cx="7688600" cy="3107300"/>
            <a:chOff x="727700" y="1436350"/>
            <a:chExt cx="7688600" cy="3107300"/>
          </a:xfrm>
        </p:grpSpPr>
        <p:sp>
          <p:nvSpPr>
            <p:cNvPr id="71" name="Google Shape;71;p16"/>
            <p:cNvSpPr/>
            <p:nvPr/>
          </p:nvSpPr>
          <p:spPr>
            <a:xfrm>
              <a:off x="1236575" y="3148050"/>
              <a:ext cx="3205650" cy="1395600"/>
            </a:xfrm>
            <a:custGeom>
              <a:rect b="b" l="l" r="r" t="t"/>
              <a:pathLst>
                <a:path extrusionOk="0" h="55824" w="128226">
                  <a:moveTo>
                    <a:pt x="30457" y="1"/>
                  </a:moveTo>
                  <a:lnTo>
                    <a:pt x="73327" y="1388"/>
                  </a:lnTo>
                  <a:lnTo>
                    <a:pt x="116197" y="2622"/>
                  </a:lnTo>
                  <a:lnTo>
                    <a:pt x="118896" y="2699"/>
                  </a:lnTo>
                  <a:lnTo>
                    <a:pt x="120207" y="2931"/>
                  </a:lnTo>
                  <a:lnTo>
                    <a:pt x="120824" y="3008"/>
                  </a:lnTo>
                  <a:lnTo>
                    <a:pt x="121441" y="3239"/>
                  </a:lnTo>
                  <a:lnTo>
                    <a:pt x="122057" y="3470"/>
                  </a:lnTo>
                  <a:lnTo>
                    <a:pt x="122597" y="3779"/>
                  </a:lnTo>
                  <a:lnTo>
                    <a:pt x="123754" y="4473"/>
                  </a:lnTo>
                  <a:lnTo>
                    <a:pt x="124756" y="5321"/>
                  </a:lnTo>
                  <a:lnTo>
                    <a:pt x="125604" y="6246"/>
                  </a:lnTo>
                  <a:lnTo>
                    <a:pt x="125990" y="6786"/>
                  </a:lnTo>
                  <a:lnTo>
                    <a:pt x="126375" y="7325"/>
                  </a:lnTo>
                  <a:lnTo>
                    <a:pt x="126915" y="8482"/>
                  </a:lnTo>
                  <a:lnTo>
                    <a:pt x="127378" y="9716"/>
                  </a:lnTo>
                  <a:lnTo>
                    <a:pt x="127609" y="11026"/>
                  </a:lnTo>
                  <a:lnTo>
                    <a:pt x="127609" y="11643"/>
                  </a:lnTo>
                  <a:lnTo>
                    <a:pt x="127686" y="12337"/>
                  </a:lnTo>
                  <a:lnTo>
                    <a:pt x="127686" y="13648"/>
                  </a:lnTo>
                  <a:lnTo>
                    <a:pt x="127686" y="16347"/>
                  </a:lnTo>
                  <a:lnTo>
                    <a:pt x="127609" y="37782"/>
                  </a:lnTo>
                  <a:lnTo>
                    <a:pt x="127609" y="43179"/>
                  </a:lnTo>
                  <a:lnTo>
                    <a:pt x="127609" y="45800"/>
                  </a:lnTo>
                  <a:lnTo>
                    <a:pt x="127532" y="47111"/>
                  </a:lnTo>
                  <a:lnTo>
                    <a:pt x="127455" y="47805"/>
                  </a:lnTo>
                  <a:lnTo>
                    <a:pt x="127300" y="48422"/>
                  </a:lnTo>
                  <a:lnTo>
                    <a:pt x="127223" y="48730"/>
                  </a:lnTo>
                  <a:lnTo>
                    <a:pt x="127069" y="49039"/>
                  </a:lnTo>
                  <a:lnTo>
                    <a:pt x="126838" y="49656"/>
                  </a:lnTo>
                  <a:lnTo>
                    <a:pt x="126607" y="50195"/>
                  </a:lnTo>
                  <a:lnTo>
                    <a:pt x="126221" y="50812"/>
                  </a:lnTo>
                  <a:lnTo>
                    <a:pt x="125913" y="51352"/>
                  </a:lnTo>
                  <a:lnTo>
                    <a:pt x="125527" y="51815"/>
                  </a:lnTo>
                  <a:lnTo>
                    <a:pt x="125064" y="52354"/>
                  </a:lnTo>
                  <a:lnTo>
                    <a:pt x="124602" y="52740"/>
                  </a:lnTo>
                  <a:lnTo>
                    <a:pt x="124139" y="53202"/>
                  </a:lnTo>
                  <a:lnTo>
                    <a:pt x="123599" y="53588"/>
                  </a:lnTo>
                  <a:lnTo>
                    <a:pt x="123060" y="53896"/>
                  </a:lnTo>
                  <a:lnTo>
                    <a:pt x="122751" y="54128"/>
                  </a:lnTo>
                  <a:lnTo>
                    <a:pt x="122443" y="54205"/>
                  </a:lnTo>
                  <a:lnTo>
                    <a:pt x="121903" y="54513"/>
                  </a:lnTo>
                  <a:lnTo>
                    <a:pt x="121286" y="54745"/>
                  </a:lnTo>
                  <a:lnTo>
                    <a:pt x="119976" y="55053"/>
                  </a:lnTo>
                  <a:lnTo>
                    <a:pt x="119359" y="55130"/>
                  </a:lnTo>
                  <a:lnTo>
                    <a:pt x="118742" y="55207"/>
                  </a:lnTo>
                  <a:lnTo>
                    <a:pt x="98618" y="55207"/>
                  </a:lnTo>
                  <a:lnTo>
                    <a:pt x="12800" y="55284"/>
                  </a:lnTo>
                  <a:lnTo>
                    <a:pt x="9485" y="55284"/>
                  </a:lnTo>
                  <a:lnTo>
                    <a:pt x="8868" y="55207"/>
                  </a:lnTo>
                  <a:lnTo>
                    <a:pt x="8174" y="55130"/>
                  </a:lnTo>
                  <a:lnTo>
                    <a:pt x="7557" y="54976"/>
                  </a:lnTo>
                  <a:lnTo>
                    <a:pt x="6940" y="54822"/>
                  </a:lnTo>
                  <a:lnTo>
                    <a:pt x="6323" y="54590"/>
                  </a:lnTo>
                  <a:lnTo>
                    <a:pt x="5706" y="54359"/>
                  </a:lnTo>
                  <a:lnTo>
                    <a:pt x="5167" y="54051"/>
                  </a:lnTo>
                  <a:lnTo>
                    <a:pt x="4087" y="53280"/>
                  </a:lnTo>
                  <a:lnTo>
                    <a:pt x="3085" y="52431"/>
                  </a:lnTo>
                  <a:lnTo>
                    <a:pt x="2622" y="51892"/>
                  </a:lnTo>
                  <a:lnTo>
                    <a:pt x="2237" y="51429"/>
                  </a:lnTo>
                  <a:lnTo>
                    <a:pt x="1543" y="50273"/>
                  </a:lnTo>
                  <a:lnTo>
                    <a:pt x="1234" y="49733"/>
                  </a:lnTo>
                  <a:lnTo>
                    <a:pt x="1003" y="49116"/>
                  </a:lnTo>
                  <a:lnTo>
                    <a:pt x="617" y="47882"/>
                  </a:lnTo>
                  <a:lnTo>
                    <a:pt x="463" y="46572"/>
                  </a:lnTo>
                  <a:lnTo>
                    <a:pt x="463" y="45261"/>
                  </a:lnTo>
                  <a:lnTo>
                    <a:pt x="386" y="42562"/>
                  </a:lnTo>
                  <a:lnTo>
                    <a:pt x="386" y="21127"/>
                  </a:lnTo>
                  <a:lnTo>
                    <a:pt x="386" y="15730"/>
                  </a:lnTo>
                  <a:lnTo>
                    <a:pt x="386" y="13031"/>
                  </a:lnTo>
                  <a:lnTo>
                    <a:pt x="386" y="11720"/>
                  </a:lnTo>
                  <a:lnTo>
                    <a:pt x="386" y="11026"/>
                  </a:lnTo>
                  <a:lnTo>
                    <a:pt x="463" y="10410"/>
                  </a:lnTo>
                  <a:lnTo>
                    <a:pt x="849" y="9099"/>
                  </a:lnTo>
                  <a:lnTo>
                    <a:pt x="1003" y="8482"/>
                  </a:lnTo>
                  <a:lnTo>
                    <a:pt x="1311" y="7865"/>
                  </a:lnTo>
                  <a:lnTo>
                    <a:pt x="1620" y="7325"/>
                  </a:lnTo>
                  <a:lnTo>
                    <a:pt x="2005" y="6709"/>
                  </a:lnTo>
                  <a:lnTo>
                    <a:pt x="2391" y="6169"/>
                  </a:lnTo>
                  <a:lnTo>
                    <a:pt x="2776" y="5706"/>
                  </a:lnTo>
                  <a:lnTo>
                    <a:pt x="3239" y="5244"/>
                  </a:lnTo>
                  <a:lnTo>
                    <a:pt x="3779" y="4781"/>
                  </a:lnTo>
                  <a:lnTo>
                    <a:pt x="4241" y="4395"/>
                  </a:lnTo>
                  <a:lnTo>
                    <a:pt x="4550" y="4164"/>
                  </a:lnTo>
                  <a:lnTo>
                    <a:pt x="4858" y="4010"/>
                  </a:lnTo>
                  <a:lnTo>
                    <a:pt x="5398" y="3624"/>
                  </a:lnTo>
                  <a:lnTo>
                    <a:pt x="6015" y="3393"/>
                  </a:lnTo>
                  <a:lnTo>
                    <a:pt x="7248" y="2931"/>
                  </a:lnTo>
                  <a:lnTo>
                    <a:pt x="7865" y="2776"/>
                  </a:lnTo>
                  <a:lnTo>
                    <a:pt x="8559" y="2622"/>
                  </a:lnTo>
                  <a:lnTo>
                    <a:pt x="8868" y="2622"/>
                  </a:lnTo>
                  <a:lnTo>
                    <a:pt x="9176" y="2545"/>
                  </a:lnTo>
                  <a:lnTo>
                    <a:pt x="9870" y="2545"/>
                  </a:lnTo>
                  <a:lnTo>
                    <a:pt x="12569" y="2622"/>
                  </a:lnTo>
                  <a:lnTo>
                    <a:pt x="17889" y="2931"/>
                  </a:lnTo>
                  <a:lnTo>
                    <a:pt x="28606" y="3393"/>
                  </a:lnTo>
                  <a:lnTo>
                    <a:pt x="17889" y="2853"/>
                  </a:lnTo>
                  <a:lnTo>
                    <a:pt x="12569" y="2545"/>
                  </a:lnTo>
                  <a:lnTo>
                    <a:pt x="9870" y="2391"/>
                  </a:lnTo>
                  <a:lnTo>
                    <a:pt x="9176" y="2468"/>
                  </a:lnTo>
                  <a:lnTo>
                    <a:pt x="8482" y="2468"/>
                  </a:lnTo>
                  <a:lnTo>
                    <a:pt x="7865" y="2622"/>
                  </a:lnTo>
                  <a:lnTo>
                    <a:pt x="7171" y="2776"/>
                  </a:lnTo>
                  <a:lnTo>
                    <a:pt x="5938" y="3239"/>
                  </a:lnTo>
                  <a:lnTo>
                    <a:pt x="5321" y="3547"/>
                  </a:lnTo>
                  <a:lnTo>
                    <a:pt x="4704" y="3856"/>
                  </a:lnTo>
                  <a:lnTo>
                    <a:pt x="4473" y="4010"/>
                  </a:lnTo>
                  <a:lnTo>
                    <a:pt x="4164" y="4241"/>
                  </a:lnTo>
                  <a:lnTo>
                    <a:pt x="3625" y="4627"/>
                  </a:lnTo>
                  <a:lnTo>
                    <a:pt x="3162" y="5089"/>
                  </a:lnTo>
                  <a:lnTo>
                    <a:pt x="2622" y="5552"/>
                  </a:lnTo>
                  <a:lnTo>
                    <a:pt x="2237" y="6092"/>
                  </a:lnTo>
                  <a:lnTo>
                    <a:pt x="1774" y="6632"/>
                  </a:lnTo>
                  <a:lnTo>
                    <a:pt x="1466" y="7171"/>
                  </a:lnTo>
                  <a:lnTo>
                    <a:pt x="1157" y="7788"/>
                  </a:lnTo>
                  <a:lnTo>
                    <a:pt x="849" y="8405"/>
                  </a:lnTo>
                  <a:lnTo>
                    <a:pt x="617" y="9022"/>
                  </a:lnTo>
                  <a:lnTo>
                    <a:pt x="309" y="10333"/>
                  </a:lnTo>
                  <a:lnTo>
                    <a:pt x="155" y="11026"/>
                  </a:lnTo>
                  <a:lnTo>
                    <a:pt x="155" y="11720"/>
                  </a:lnTo>
                  <a:lnTo>
                    <a:pt x="78" y="13031"/>
                  </a:lnTo>
                  <a:lnTo>
                    <a:pt x="78" y="15730"/>
                  </a:lnTo>
                  <a:lnTo>
                    <a:pt x="78" y="21127"/>
                  </a:lnTo>
                  <a:lnTo>
                    <a:pt x="78" y="42562"/>
                  </a:lnTo>
                  <a:lnTo>
                    <a:pt x="1" y="45261"/>
                  </a:lnTo>
                  <a:lnTo>
                    <a:pt x="78" y="46572"/>
                  </a:lnTo>
                  <a:lnTo>
                    <a:pt x="232" y="47959"/>
                  </a:lnTo>
                  <a:lnTo>
                    <a:pt x="617" y="49270"/>
                  </a:lnTo>
                  <a:lnTo>
                    <a:pt x="849" y="49887"/>
                  </a:lnTo>
                  <a:lnTo>
                    <a:pt x="1157" y="50504"/>
                  </a:lnTo>
                  <a:lnTo>
                    <a:pt x="1928" y="51660"/>
                  </a:lnTo>
                  <a:lnTo>
                    <a:pt x="2314" y="52200"/>
                  </a:lnTo>
                  <a:lnTo>
                    <a:pt x="2776" y="52740"/>
                  </a:lnTo>
                  <a:lnTo>
                    <a:pt x="3239" y="53202"/>
                  </a:lnTo>
                  <a:lnTo>
                    <a:pt x="3779" y="53665"/>
                  </a:lnTo>
                  <a:lnTo>
                    <a:pt x="4319" y="54051"/>
                  </a:lnTo>
                  <a:lnTo>
                    <a:pt x="4935" y="54436"/>
                  </a:lnTo>
                  <a:lnTo>
                    <a:pt x="5552" y="54745"/>
                  </a:lnTo>
                  <a:lnTo>
                    <a:pt x="6169" y="54976"/>
                  </a:lnTo>
                  <a:lnTo>
                    <a:pt x="6786" y="55207"/>
                  </a:lnTo>
                  <a:lnTo>
                    <a:pt x="7480" y="55438"/>
                  </a:lnTo>
                  <a:lnTo>
                    <a:pt x="8097" y="55593"/>
                  </a:lnTo>
                  <a:lnTo>
                    <a:pt x="8791" y="55670"/>
                  </a:lnTo>
                  <a:lnTo>
                    <a:pt x="9485" y="55747"/>
                  </a:lnTo>
                  <a:lnTo>
                    <a:pt x="12800" y="55747"/>
                  </a:lnTo>
                  <a:lnTo>
                    <a:pt x="98618" y="55824"/>
                  </a:lnTo>
                  <a:lnTo>
                    <a:pt x="118742" y="55824"/>
                  </a:lnTo>
                  <a:lnTo>
                    <a:pt x="119436" y="55747"/>
                  </a:lnTo>
                  <a:lnTo>
                    <a:pt x="120130" y="55670"/>
                  </a:lnTo>
                  <a:lnTo>
                    <a:pt x="121441" y="55284"/>
                  </a:lnTo>
                  <a:lnTo>
                    <a:pt x="122134" y="55053"/>
                  </a:lnTo>
                  <a:lnTo>
                    <a:pt x="122751" y="54745"/>
                  </a:lnTo>
                  <a:lnTo>
                    <a:pt x="123060" y="54590"/>
                  </a:lnTo>
                  <a:lnTo>
                    <a:pt x="123291" y="54436"/>
                  </a:lnTo>
                  <a:lnTo>
                    <a:pt x="123908" y="54051"/>
                  </a:lnTo>
                  <a:lnTo>
                    <a:pt x="124448" y="53665"/>
                  </a:lnTo>
                  <a:lnTo>
                    <a:pt x="124987" y="53202"/>
                  </a:lnTo>
                  <a:lnTo>
                    <a:pt x="125450" y="52740"/>
                  </a:lnTo>
                  <a:lnTo>
                    <a:pt x="125913" y="52200"/>
                  </a:lnTo>
                  <a:lnTo>
                    <a:pt x="126375" y="51660"/>
                  </a:lnTo>
                  <a:lnTo>
                    <a:pt x="126761" y="51044"/>
                  </a:lnTo>
                  <a:lnTo>
                    <a:pt x="127069" y="50504"/>
                  </a:lnTo>
                  <a:lnTo>
                    <a:pt x="127378" y="49887"/>
                  </a:lnTo>
                  <a:lnTo>
                    <a:pt x="127609" y="49193"/>
                  </a:lnTo>
                  <a:lnTo>
                    <a:pt x="127763" y="48885"/>
                  </a:lnTo>
                  <a:lnTo>
                    <a:pt x="127840" y="48576"/>
                  </a:lnTo>
                  <a:lnTo>
                    <a:pt x="127994" y="47882"/>
                  </a:lnTo>
                  <a:lnTo>
                    <a:pt x="128072" y="47188"/>
                  </a:lnTo>
                  <a:lnTo>
                    <a:pt x="128226" y="45800"/>
                  </a:lnTo>
                  <a:lnTo>
                    <a:pt x="128226" y="43179"/>
                  </a:lnTo>
                  <a:lnTo>
                    <a:pt x="128226" y="37782"/>
                  </a:lnTo>
                  <a:lnTo>
                    <a:pt x="128149" y="16347"/>
                  </a:lnTo>
                  <a:lnTo>
                    <a:pt x="128149" y="13648"/>
                  </a:lnTo>
                  <a:lnTo>
                    <a:pt x="128149" y="12337"/>
                  </a:lnTo>
                  <a:lnTo>
                    <a:pt x="128149" y="11643"/>
                  </a:lnTo>
                  <a:lnTo>
                    <a:pt x="128072" y="10949"/>
                  </a:lnTo>
                  <a:lnTo>
                    <a:pt x="127994" y="10255"/>
                  </a:lnTo>
                  <a:lnTo>
                    <a:pt x="127840" y="9561"/>
                  </a:lnTo>
                  <a:lnTo>
                    <a:pt x="127455" y="8328"/>
                  </a:lnTo>
                  <a:lnTo>
                    <a:pt x="126761" y="7094"/>
                  </a:lnTo>
                  <a:lnTo>
                    <a:pt x="126452" y="6477"/>
                  </a:lnTo>
                  <a:lnTo>
                    <a:pt x="125990" y="5938"/>
                  </a:lnTo>
                  <a:lnTo>
                    <a:pt x="125604" y="5398"/>
                  </a:lnTo>
                  <a:lnTo>
                    <a:pt x="125064" y="4935"/>
                  </a:lnTo>
                  <a:lnTo>
                    <a:pt x="124602" y="4473"/>
                  </a:lnTo>
                  <a:lnTo>
                    <a:pt x="123985" y="4087"/>
                  </a:lnTo>
                  <a:lnTo>
                    <a:pt x="123445" y="3702"/>
                  </a:lnTo>
                  <a:lnTo>
                    <a:pt x="122828" y="3316"/>
                  </a:lnTo>
                  <a:lnTo>
                    <a:pt x="122212" y="3008"/>
                  </a:lnTo>
                  <a:lnTo>
                    <a:pt x="121595" y="2776"/>
                  </a:lnTo>
                  <a:lnTo>
                    <a:pt x="121286" y="2699"/>
                  </a:lnTo>
                  <a:lnTo>
                    <a:pt x="120901" y="2622"/>
                  </a:lnTo>
                  <a:lnTo>
                    <a:pt x="120284" y="2391"/>
                  </a:lnTo>
                  <a:lnTo>
                    <a:pt x="119590" y="2314"/>
                  </a:lnTo>
                  <a:lnTo>
                    <a:pt x="118896" y="2237"/>
                  </a:lnTo>
                  <a:lnTo>
                    <a:pt x="116197" y="2159"/>
                  </a:lnTo>
                  <a:lnTo>
                    <a:pt x="73327" y="1080"/>
                  </a:lnTo>
                  <a:lnTo>
                    <a:pt x="30457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6"/>
            <p:cNvSpPr/>
            <p:nvPr/>
          </p:nvSpPr>
          <p:spPr>
            <a:xfrm>
              <a:off x="1234650" y="1490300"/>
              <a:ext cx="3205650" cy="1395625"/>
            </a:xfrm>
            <a:custGeom>
              <a:rect b="b" l="l" r="r" t="t"/>
              <a:pathLst>
                <a:path extrusionOk="0" h="55825" w="128226">
                  <a:moveTo>
                    <a:pt x="9484" y="1"/>
                  </a:moveTo>
                  <a:lnTo>
                    <a:pt x="8790" y="78"/>
                  </a:lnTo>
                  <a:lnTo>
                    <a:pt x="8097" y="155"/>
                  </a:lnTo>
                  <a:lnTo>
                    <a:pt x="6786" y="541"/>
                  </a:lnTo>
                  <a:lnTo>
                    <a:pt x="6092" y="772"/>
                  </a:lnTo>
                  <a:lnTo>
                    <a:pt x="5475" y="1080"/>
                  </a:lnTo>
                  <a:lnTo>
                    <a:pt x="5167" y="1235"/>
                  </a:lnTo>
                  <a:lnTo>
                    <a:pt x="4935" y="1389"/>
                  </a:lnTo>
                  <a:lnTo>
                    <a:pt x="4318" y="1774"/>
                  </a:lnTo>
                  <a:lnTo>
                    <a:pt x="3779" y="2160"/>
                  </a:lnTo>
                  <a:lnTo>
                    <a:pt x="3239" y="2622"/>
                  </a:lnTo>
                  <a:lnTo>
                    <a:pt x="2776" y="3085"/>
                  </a:lnTo>
                  <a:lnTo>
                    <a:pt x="2314" y="3625"/>
                  </a:lnTo>
                  <a:lnTo>
                    <a:pt x="1851" y="4165"/>
                  </a:lnTo>
                  <a:lnTo>
                    <a:pt x="1466" y="4781"/>
                  </a:lnTo>
                  <a:lnTo>
                    <a:pt x="1157" y="5321"/>
                  </a:lnTo>
                  <a:lnTo>
                    <a:pt x="849" y="5938"/>
                  </a:lnTo>
                  <a:lnTo>
                    <a:pt x="617" y="6632"/>
                  </a:lnTo>
                  <a:lnTo>
                    <a:pt x="463" y="6940"/>
                  </a:lnTo>
                  <a:lnTo>
                    <a:pt x="386" y="7249"/>
                  </a:lnTo>
                  <a:lnTo>
                    <a:pt x="232" y="7943"/>
                  </a:lnTo>
                  <a:lnTo>
                    <a:pt x="155" y="8637"/>
                  </a:lnTo>
                  <a:lnTo>
                    <a:pt x="1" y="10024"/>
                  </a:lnTo>
                  <a:lnTo>
                    <a:pt x="1" y="12646"/>
                  </a:lnTo>
                  <a:lnTo>
                    <a:pt x="1" y="18043"/>
                  </a:lnTo>
                  <a:lnTo>
                    <a:pt x="78" y="39478"/>
                  </a:lnTo>
                  <a:lnTo>
                    <a:pt x="78" y="42177"/>
                  </a:lnTo>
                  <a:lnTo>
                    <a:pt x="78" y="43488"/>
                  </a:lnTo>
                  <a:lnTo>
                    <a:pt x="78" y="44182"/>
                  </a:lnTo>
                  <a:lnTo>
                    <a:pt x="155" y="44876"/>
                  </a:lnTo>
                  <a:lnTo>
                    <a:pt x="232" y="45570"/>
                  </a:lnTo>
                  <a:lnTo>
                    <a:pt x="386" y="46263"/>
                  </a:lnTo>
                  <a:lnTo>
                    <a:pt x="772" y="47497"/>
                  </a:lnTo>
                  <a:lnTo>
                    <a:pt x="1466" y="48731"/>
                  </a:lnTo>
                  <a:lnTo>
                    <a:pt x="1774" y="49348"/>
                  </a:lnTo>
                  <a:lnTo>
                    <a:pt x="2237" y="49887"/>
                  </a:lnTo>
                  <a:lnTo>
                    <a:pt x="2622" y="50427"/>
                  </a:lnTo>
                  <a:lnTo>
                    <a:pt x="3162" y="50890"/>
                  </a:lnTo>
                  <a:lnTo>
                    <a:pt x="3624" y="51352"/>
                  </a:lnTo>
                  <a:lnTo>
                    <a:pt x="4241" y="51738"/>
                  </a:lnTo>
                  <a:lnTo>
                    <a:pt x="4781" y="52123"/>
                  </a:lnTo>
                  <a:lnTo>
                    <a:pt x="5398" y="52509"/>
                  </a:lnTo>
                  <a:lnTo>
                    <a:pt x="6015" y="52817"/>
                  </a:lnTo>
                  <a:lnTo>
                    <a:pt x="6632" y="53049"/>
                  </a:lnTo>
                  <a:lnTo>
                    <a:pt x="6940" y="53126"/>
                  </a:lnTo>
                  <a:lnTo>
                    <a:pt x="7325" y="53203"/>
                  </a:lnTo>
                  <a:lnTo>
                    <a:pt x="7942" y="53434"/>
                  </a:lnTo>
                  <a:lnTo>
                    <a:pt x="8636" y="53511"/>
                  </a:lnTo>
                  <a:lnTo>
                    <a:pt x="9330" y="53588"/>
                  </a:lnTo>
                  <a:lnTo>
                    <a:pt x="12029" y="53665"/>
                  </a:lnTo>
                  <a:lnTo>
                    <a:pt x="54899" y="54745"/>
                  </a:lnTo>
                  <a:lnTo>
                    <a:pt x="97769" y="55824"/>
                  </a:lnTo>
                  <a:lnTo>
                    <a:pt x="54899" y="54437"/>
                  </a:lnTo>
                  <a:lnTo>
                    <a:pt x="12029" y="53203"/>
                  </a:lnTo>
                  <a:lnTo>
                    <a:pt x="9330" y="53126"/>
                  </a:lnTo>
                  <a:lnTo>
                    <a:pt x="8019" y="52894"/>
                  </a:lnTo>
                  <a:lnTo>
                    <a:pt x="7403" y="52817"/>
                  </a:lnTo>
                  <a:lnTo>
                    <a:pt x="6786" y="52586"/>
                  </a:lnTo>
                  <a:lnTo>
                    <a:pt x="6169" y="52355"/>
                  </a:lnTo>
                  <a:lnTo>
                    <a:pt x="5629" y="52046"/>
                  </a:lnTo>
                  <a:lnTo>
                    <a:pt x="4473" y="51352"/>
                  </a:lnTo>
                  <a:lnTo>
                    <a:pt x="3470" y="50504"/>
                  </a:lnTo>
                  <a:lnTo>
                    <a:pt x="2622" y="49579"/>
                  </a:lnTo>
                  <a:lnTo>
                    <a:pt x="2237" y="49039"/>
                  </a:lnTo>
                  <a:lnTo>
                    <a:pt x="1851" y="48499"/>
                  </a:lnTo>
                  <a:lnTo>
                    <a:pt x="1311" y="47343"/>
                  </a:lnTo>
                  <a:lnTo>
                    <a:pt x="849" y="46109"/>
                  </a:lnTo>
                  <a:lnTo>
                    <a:pt x="617" y="44798"/>
                  </a:lnTo>
                  <a:lnTo>
                    <a:pt x="617" y="44182"/>
                  </a:lnTo>
                  <a:lnTo>
                    <a:pt x="540" y="43488"/>
                  </a:lnTo>
                  <a:lnTo>
                    <a:pt x="540" y="42177"/>
                  </a:lnTo>
                  <a:lnTo>
                    <a:pt x="540" y="39478"/>
                  </a:lnTo>
                  <a:lnTo>
                    <a:pt x="617" y="18043"/>
                  </a:lnTo>
                  <a:lnTo>
                    <a:pt x="617" y="12646"/>
                  </a:lnTo>
                  <a:lnTo>
                    <a:pt x="617" y="10024"/>
                  </a:lnTo>
                  <a:lnTo>
                    <a:pt x="694" y="8714"/>
                  </a:lnTo>
                  <a:lnTo>
                    <a:pt x="772" y="8020"/>
                  </a:lnTo>
                  <a:lnTo>
                    <a:pt x="926" y="7403"/>
                  </a:lnTo>
                  <a:lnTo>
                    <a:pt x="1003" y="7095"/>
                  </a:lnTo>
                  <a:lnTo>
                    <a:pt x="1157" y="6786"/>
                  </a:lnTo>
                  <a:lnTo>
                    <a:pt x="1388" y="6169"/>
                  </a:lnTo>
                  <a:lnTo>
                    <a:pt x="1620" y="5630"/>
                  </a:lnTo>
                  <a:lnTo>
                    <a:pt x="2005" y="5013"/>
                  </a:lnTo>
                  <a:lnTo>
                    <a:pt x="2314" y="4473"/>
                  </a:lnTo>
                  <a:lnTo>
                    <a:pt x="2699" y="4010"/>
                  </a:lnTo>
                  <a:lnTo>
                    <a:pt x="3162" y="3471"/>
                  </a:lnTo>
                  <a:lnTo>
                    <a:pt x="3624" y="3085"/>
                  </a:lnTo>
                  <a:lnTo>
                    <a:pt x="4087" y="2622"/>
                  </a:lnTo>
                  <a:lnTo>
                    <a:pt x="4627" y="2237"/>
                  </a:lnTo>
                  <a:lnTo>
                    <a:pt x="5167" y="1929"/>
                  </a:lnTo>
                  <a:lnTo>
                    <a:pt x="5475" y="1697"/>
                  </a:lnTo>
                  <a:lnTo>
                    <a:pt x="5783" y="1620"/>
                  </a:lnTo>
                  <a:lnTo>
                    <a:pt x="6323" y="1312"/>
                  </a:lnTo>
                  <a:lnTo>
                    <a:pt x="6940" y="1080"/>
                  </a:lnTo>
                  <a:lnTo>
                    <a:pt x="8251" y="772"/>
                  </a:lnTo>
                  <a:lnTo>
                    <a:pt x="8868" y="695"/>
                  </a:lnTo>
                  <a:lnTo>
                    <a:pt x="9484" y="618"/>
                  </a:lnTo>
                  <a:lnTo>
                    <a:pt x="29609" y="618"/>
                  </a:lnTo>
                  <a:lnTo>
                    <a:pt x="115426" y="541"/>
                  </a:lnTo>
                  <a:lnTo>
                    <a:pt x="118742" y="541"/>
                  </a:lnTo>
                  <a:lnTo>
                    <a:pt x="119359" y="618"/>
                  </a:lnTo>
                  <a:lnTo>
                    <a:pt x="120053" y="695"/>
                  </a:lnTo>
                  <a:lnTo>
                    <a:pt x="120669" y="849"/>
                  </a:lnTo>
                  <a:lnTo>
                    <a:pt x="121286" y="1003"/>
                  </a:lnTo>
                  <a:lnTo>
                    <a:pt x="121903" y="1235"/>
                  </a:lnTo>
                  <a:lnTo>
                    <a:pt x="122520" y="1466"/>
                  </a:lnTo>
                  <a:lnTo>
                    <a:pt x="123060" y="1774"/>
                  </a:lnTo>
                  <a:lnTo>
                    <a:pt x="124139" y="2545"/>
                  </a:lnTo>
                  <a:lnTo>
                    <a:pt x="125141" y="3394"/>
                  </a:lnTo>
                  <a:lnTo>
                    <a:pt x="125604" y="3933"/>
                  </a:lnTo>
                  <a:lnTo>
                    <a:pt x="125990" y="4396"/>
                  </a:lnTo>
                  <a:lnTo>
                    <a:pt x="126684" y="5552"/>
                  </a:lnTo>
                  <a:lnTo>
                    <a:pt x="126992" y="6092"/>
                  </a:lnTo>
                  <a:lnTo>
                    <a:pt x="127223" y="6709"/>
                  </a:lnTo>
                  <a:lnTo>
                    <a:pt x="127609" y="7943"/>
                  </a:lnTo>
                  <a:lnTo>
                    <a:pt x="127763" y="9253"/>
                  </a:lnTo>
                  <a:lnTo>
                    <a:pt x="127763" y="10564"/>
                  </a:lnTo>
                  <a:lnTo>
                    <a:pt x="127840" y="13263"/>
                  </a:lnTo>
                  <a:lnTo>
                    <a:pt x="127840" y="34698"/>
                  </a:lnTo>
                  <a:lnTo>
                    <a:pt x="127840" y="40095"/>
                  </a:lnTo>
                  <a:lnTo>
                    <a:pt x="127840" y="42794"/>
                  </a:lnTo>
                  <a:lnTo>
                    <a:pt x="127840" y="44105"/>
                  </a:lnTo>
                  <a:lnTo>
                    <a:pt x="127840" y="44798"/>
                  </a:lnTo>
                  <a:lnTo>
                    <a:pt x="127763" y="45415"/>
                  </a:lnTo>
                  <a:lnTo>
                    <a:pt x="127377" y="46726"/>
                  </a:lnTo>
                  <a:lnTo>
                    <a:pt x="127223" y="47343"/>
                  </a:lnTo>
                  <a:lnTo>
                    <a:pt x="126915" y="47960"/>
                  </a:lnTo>
                  <a:lnTo>
                    <a:pt x="126606" y="48499"/>
                  </a:lnTo>
                  <a:lnTo>
                    <a:pt x="126221" y="49116"/>
                  </a:lnTo>
                  <a:lnTo>
                    <a:pt x="125835" y="49656"/>
                  </a:lnTo>
                  <a:lnTo>
                    <a:pt x="125450" y="50119"/>
                  </a:lnTo>
                  <a:lnTo>
                    <a:pt x="124987" y="50581"/>
                  </a:lnTo>
                  <a:lnTo>
                    <a:pt x="124448" y="51044"/>
                  </a:lnTo>
                  <a:lnTo>
                    <a:pt x="123985" y="51429"/>
                  </a:lnTo>
                  <a:lnTo>
                    <a:pt x="123676" y="51661"/>
                  </a:lnTo>
                  <a:lnTo>
                    <a:pt x="123368" y="51815"/>
                  </a:lnTo>
                  <a:lnTo>
                    <a:pt x="122828" y="52200"/>
                  </a:lnTo>
                  <a:lnTo>
                    <a:pt x="122211" y="52432"/>
                  </a:lnTo>
                  <a:lnTo>
                    <a:pt x="120978" y="52894"/>
                  </a:lnTo>
                  <a:lnTo>
                    <a:pt x="120361" y="53049"/>
                  </a:lnTo>
                  <a:lnTo>
                    <a:pt x="119667" y="53203"/>
                  </a:lnTo>
                  <a:lnTo>
                    <a:pt x="119359" y="53203"/>
                  </a:lnTo>
                  <a:lnTo>
                    <a:pt x="119050" y="53280"/>
                  </a:lnTo>
                  <a:lnTo>
                    <a:pt x="118356" y="53280"/>
                  </a:lnTo>
                  <a:lnTo>
                    <a:pt x="115658" y="53203"/>
                  </a:lnTo>
                  <a:lnTo>
                    <a:pt x="110337" y="52894"/>
                  </a:lnTo>
                  <a:lnTo>
                    <a:pt x="99620" y="52432"/>
                  </a:lnTo>
                  <a:lnTo>
                    <a:pt x="110337" y="52972"/>
                  </a:lnTo>
                  <a:lnTo>
                    <a:pt x="115658" y="53280"/>
                  </a:lnTo>
                  <a:lnTo>
                    <a:pt x="118356" y="53434"/>
                  </a:lnTo>
                  <a:lnTo>
                    <a:pt x="119050" y="53357"/>
                  </a:lnTo>
                  <a:lnTo>
                    <a:pt x="119744" y="53357"/>
                  </a:lnTo>
                  <a:lnTo>
                    <a:pt x="120361" y="53203"/>
                  </a:lnTo>
                  <a:lnTo>
                    <a:pt x="121055" y="53049"/>
                  </a:lnTo>
                  <a:lnTo>
                    <a:pt x="122289" y="52586"/>
                  </a:lnTo>
                  <a:lnTo>
                    <a:pt x="122905" y="52278"/>
                  </a:lnTo>
                  <a:lnTo>
                    <a:pt x="123522" y="51969"/>
                  </a:lnTo>
                  <a:lnTo>
                    <a:pt x="123754" y="51815"/>
                  </a:lnTo>
                  <a:lnTo>
                    <a:pt x="124062" y="51584"/>
                  </a:lnTo>
                  <a:lnTo>
                    <a:pt x="124602" y="51198"/>
                  </a:lnTo>
                  <a:lnTo>
                    <a:pt x="125064" y="50735"/>
                  </a:lnTo>
                  <a:lnTo>
                    <a:pt x="125604" y="50273"/>
                  </a:lnTo>
                  <a:lnTo>
                    <a:pt x="125990" y="49733"/>
                  </a:lnTo>
                  <a:lnTo>
                    <a:pt x="126452" y="49193"/>
                  </a:lnTo>
                  <a:lnTo>
                    <a:pt x="126761" y="48654"/>
                  </a:lnTo>
                  <a:lnTo>
                    <a:pt x="127069" y="48037"/>
                  </a:lnTo>
                  <a:lnTo>
                    <a:pt x="127377" y="47420"/>
                  </a:lnTo>
                  <a:lnTo>
                    <a:pt x="127609" y="46803"/>
                  </a:lnTo>
                  <a:lnTo>
                    <a:pt x="127917" y="45492"/>
                  </a:lnTo>
                  <a:lnTo>
                    <a:pt x="128071" y="44798"/>
                  </a:lnTo>
                  <a:lnTo>
                    <a:pt x="128071" y="44105"/>
                  </a:lnTo>
                  <a:lnTo>
                    <a:pt x="128149" y="42794"/>
                  </a:lnTo>
                  <a:lnTo>
                    <a:pt x="128149" y="40095"/>
                  </a:lnTo>
                  <a:lnTo>
                    <a:pt x="128149" y="34698"/>
                  </a:lnTo>
                  <a:lnTo>
                    <a:pt x="128149" y="13263"/>
                  </a:lnTo>
                  <a:lnTo>
                    <a:pt x="128226" y="10564"/>
                  </a:lnTo>
                  <a:lnTo>
                    <a:pt x="128149" y="9253"/>
                  </a:lnTo>
                  <a:lnTo>
                    <a:pt x="127994" y="7866"/>
                  </a:lnTo>
                  <a:lnTo>
                    <a:pt x="127609" y="6555"/>
                  </a:lnTo>
                  <a:lnTo>
                    <a:pt x="127377" y="5938"/>
                  </a:lnTo>
                  <a:lnTo>
                    <a:pt x="127069" y="5321"/>
                  </a:lnTo>
                  <a:lnTo>
                    <a:pt x="126298" y="4165"/>
                  </a:lnTo>
                  <a:lnTo>
                    <a:pt x="125913" y="3625"/>
                  </a:lnTo>
                  <a:lnTo>
                    <a:pt x="125450" y="3085"/>
                  </a:lnTo>
                  <a:lnTo>
                    <a:pt x="124987" y="2622"/>
                  </a:lnTo>
                  <a:lnTo>
                    <a:pt x="124448" y="2160"/>
                  </a:lnTo>
                  <a:lnTo>
                    <a:pt x="123908" y="1774"/>
                  </a:lnTo>
                  <a:lnTo>
                    <a:pt x="123291" y="1389"/>
                  </a:lnTo>
                  <a:lnTo>
                    <a:pt x="122674" y="1080"/>
                  </a:lnTo>
                  <a:lnTo>
                    <a:pt x="122057" y="849"/>
                  </a:lnTo>
                  <a:lnTo>
                    <a:pt x="121440" y="618"/>
                  </a:lnTo>
                  <a:lnTo>
                    <a:pt x="120746" y="386"/>
                  </a:lnTo>
                  <a:lnTo>
                    <a:pt x="120130" y="232"/>
                  </a:lnTo>
                  <a:lnTo>
                    <a:pt x="119436" y="155"/>
                  </a:lnTo>
                  <a:lnTo>
                    <a:pt x="118742" y="78"/>
                  </a:lnTo>
                  <a:lnTo>
                    <a:pt x="115426" y="78"/>
                  </a:lnTo>
                  <a:lnTo>
                    <a:pt x="29609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6"/>
            <p:cNvSpPr/>
            <p:nvPr/>
          </p:nvSpPr>
          <p:spPr>
            <a:xfrm>
              <a:off x="4665800" y="3140350"/>
              <a:ext cx="3205650" cy="1395600"/>
            </a:xfrm>
            <a:custGeom>
              <a:rect b="b" l="l" r="r" t="t"/>
              <a:pathLst>
                <a:path extrusionOk="0" h="55824" w="128226">
                  <a:moveTo>
                    <a:pt x="9485" y="0"/>
                  </a:moveTo>
                  <a:lnTo>
                    <a:pt x="8791" y="77"/>
                  </a:lnTo>
                  <a:lnTo>
                    <a:pt x="8097" y="154"/>
                  </a:lnTo>
                  <a:lnTo>
                    <a:pt x="6786" y="540"/>
                  </a:lnTo>
                  <a:lnTo>
                    <a:pt x="6092" y="771"/>
                  </a:lnTo>
                  <a:lnTo>
                    <a:pt x="5475" y="1080"/>
                  </a:lnTo>
                  <a:lnTo>
                    <a:pt x="5167" y="1234"/>
                  </a:lnTo>
                  <a:lnTo>
                    <a:pt x="4936" y="1388"/>
                  </a:lnTo>
                  <a:lnTo>
                    <a:pt x="4319" y="1774"/>
                  </a:lnTo>
                  <a:lnTo>
                    <a:pt x="3779" y="2159"/>
                  </a:lnTo>
                  <a:lnTo>
                    <a:pt x="3239" y="2622"/>
                  </a:lnTo>
                  <a:lnTo>
                    <a:pt x="2777" y="3084"/>
                  </a:lnTo>
                  <a:lnTo>
                    <a:pt x="2314" y="3624"/>
                  </a:lnTo>
                  <a:lnTo>
                    <a:pt x="1851" y="4164"/>
                  </a:lnTo>
                  <a:lnTo>
                    <a:pt x="1466" y="4781"/>
                  </a:lnTo>
                  <a:lnTo>
                    <a:pt x="1157" y="5320"/>
                  </a:lnTo>
                  <a:lnTo>
                    <a:pt x="849" y="5937"/>
                  </a:lnTo>
                  <a:lnTo>
                    <a:pt x="618" y="6631"/>
                  </a:lnTo>
                  <a:lnTo>
                    <a:pt x="464" y="6940"/>
                  </a:lnTo>
                  <a:lnTo>
                    <a:pt x="386" y="7248"/>
                  </a:lnTo>
                  <a:lnTo>
                    <a:pt x="232" y="7942"/>
                  </a:lnTo>
                  <a:lnTo>
                    <a:pt x="155" y="8636"/>
                  </a:lnTo>
                  <a:lnTo>
                    <a:pt x="1" y="10024"/>
                  </a:lnTo>
                  <a:lnTo>
                    <a:pt x="1" y="12645"/>
                  </a:lnTo>
                  <a:lnTo>
                    <a:pt x="1" y="18043"/>
                  </a:lnTo>
                  <a:lnTo>
                    <a:pt x="78" y="39477"/>
                  </a:lnTo>
                  <a:lnTo>
                    <a:pt x="78" y="42176"/>
                  </a:lnTo>
                  <a:lnTo>
                    <a:pt x="78" y="43487"/>
                  </a:lnTo>
                  <a:lnTo>
                    <a:pt x="78" y="44181"/>
                  </a:lnTo>
                  <a:lnTo>
                    <a:pt x="155" y="44875"/>
                  </a:lnTo>
                  <a:lnTo>
                    <a:pt x="232" y="45569"/>
                  </a:lnTo>
                  <a:lnTo>
                    <a:pt x="386" y="46263"/>
                  </a:lnTo>
                  <a:lnTo>
                    <a:pt x="772" y="47496"/>
                  </a:lnTo>
                  <a:lnTo>
                    <a:pt x="1466" y="48730"/>
                  </a:lnTo>
                  <a:lnTo>
                    <a:pt x="1774" y="49347"/>
                  </a:lnTo>
                  <a:lnTo>
                    <a:pt x="2237" y="49887"/>
                  </a:lnTo>
                  <a:lnTo>
                    <a:pt x="2622" y="50426"/>
                  </a:lnTo>
                  <a:lnTo>
                    <a:pt x="3162" y="50889"/>
                  </a:lnTo>
                  <a:lnTo>
                    <a:pt x="3625" y="51352"/>
                  </a:lnTo>
                  <a:lnTo>
                    <a:pt x="4242" y="51737"/>
                  </a:lnTo>
                  <a:lnTo>
                    <a:pt x="4781" y="52123"/>
                  </a:lnTo>
                  <a:lnTo>
                    <a:pt x="5398" y="52508"/>
                  </a:lnTo>
                  <a:lnTo>
                    <a:pt x="6015" y="52817"/>
                  </a:lnTo>
                  <a:lnTo>
                    <a:pt x="6632" y="53048"/>
                  </a:lnTo>
                  <a:lnTo>
                    <a:pt x="6940" y="53125"/>
                  </a:lnTo>
                  <a:lnTo>
                    <a:pt x="7326" y="53202"/>
                  </a:lnTo>
                  <a:lnTo>
                    <a:pt x="7943" y="53433"/>
                  </a:lnTo>
                  <a:lnTo>
                    <a:pt x="8637" y="53510"/>
                  </a:lnTo>
                  <a:lnTo>
                    <a:pt x="9331" y="53588"/>
                  </a:lnTo>
                  <a:lnTo>
                    <a:pt x="12029" y="53665"/>
                  </a:lnTo>
                  <a:lnTo>
                    <a:pt x="54899" y="54744"/>
                  </a:lnTo>
                  <a:lnTo>
                    <a:pt x="97770" y="55824"/>
                  </a:lnTo>
                  <a:lnTo>
                    <a:pt x="54899" y="54436"/>
                  </a:lnTo>
                  <a:lnTo>
                    <a:pt x="12029" y="53202"/>
                  </a:lnTo>
                  <a:lnTo>
                    <a:pt x="9331" y="53125"/>
                  </a:lnTo>
                  <a:lnTo>
                    <a:pt x="8020" y="52894"/>
                  </a:lnTo>
                  <a:lnTo>
                    <a:pt x="7403" y="52817"/>
                  </a:lnTo>
                  <a:lnTo>
                    <a:pt x="6786" y="52585"/>
                  </a:lnTo>
                  <a:lnTo>
                    <a:pt x="6169" y="52354"/>
                  </a:lnTo>
                  <a:lnTo>
                    <a:pt x="5630" y="52045"/>
                  </a:lnTo>
                  <a:lnTo>
                    <a:pt x="4473" y="51352"/>
                  </a:lnTo>
                  <a:lnTo>
                    <a:pt x="3471" y="50503"/>
                  </a:lnTo>
                  <a:lnTo>
                    <a:pt x="2622" y="49578"/>
                  </a:lnTo>
                  <a:lnTo>
                    <a:pt x="2237" y="49038"/>
                  </a:lnTo>
                  <a:lnTo>
                    <a:pt x="1851" y="48499"/>
                  </a:lnTo>
                  <a:lnTo>
                    <a:pt x="1312" y="47342"/>
                  </a:lnTo>
                  <a:lnTo>
                    <a:pt x="849" y="46108"/>
                  </a:lnTo>
                  <a:lnTo>
                    <a:pt x="618" y="44798"/>
                  </a:lnTo>
                  <a:lnTo>
                    <a:pt x="618" y="44181"/>
                  </a:lnTo>
                  <a:lnTo>
                    <a:pt x="541" y="43487"/>
                  </a:lnTo>
                  <a:lnTo>
                    <a:pt x="541" y="42176"/>
                  </a:lnTo>
                  <a:lnTo>
                    <a:pt x="541" y="39477"/>
                  </a:lnTo>
                  <a:lnTo>
                    <a:pt x="618" y="18043"/>
                  </a:lnTo>
                  <a:lnTo>
                    <a:pt x="618" y="12645"/>
                  </a:lnTo>
                  <a:lnTo>
                    <a:pt x="618" y="10024"/>
                  </a:lnTo>
                  <a:lnTo>
                    <a:pt x="695" y="8713"/>
                  </a:lnTo>
                  <a:lnTo>
                    <a:pt x="772" y="8019"/>
                  </a:lnTo>
                  <a:lnTo>
                    <a:pt x="926" y="7402"/>
                  </a:lnTo>
                  <a:lnTo>
                    <a:pt x="1003" y="7094"/>
                  </a:lnTo>
                  <a:lnTo>
                    <a:pt x="1157" y="6785"/>
                  </a:lnTo>
                  <a:lnTo>
                    <a:pt x="1389" y="6168"/>
                  </a:lnTo>
                  <a:lnTo>
                    <a:pt x="1620" y="5629"/>
                  </a:lnTo>
                  <a:lnTo>
                    <a:pt x="2006" y="5012"/>
                  </a:lnTo>
                  <a:lnTo>
                    <a:pt x="2314" y="4472"/>
                  </a:lnTo>
                  <a:lnTo>
                    <a:pt x="2700" y="4010"/>
                  </a:lnTo>
                  <a:lnTo>
                    <a:pt x="3162" y="3470"/>
                  </a:lnTo>
                  <a:lnTo>
                    <a:pt x="3625" y="3084"/>
                  </a:lnTo>
                  <a:lnTo>
                    <a:pt x="4087" y="2622"/>
                  </a:lnTo>
                  <a:lnTo>
                    <a:pt x="4627" y="2236"/>
                  </a:lnTo>
                  <a:lnTo>
                    <a:pt x="5167" y="1928"/>
                  </a:lnTo>
                  <a:lnTo>
                    <a:pt x="5475" y="1696"/>
                  </a:lnTo>
                  <a:lnTo>
                    <a:pt x="5784" y="1619"/>
                  </a:lnTo>
                  <a:lnTo>
                    <a:pt x="6323" y="1311"/>
                  </a:lnTo>
                  <a:lnTo>
                    <a:pt x="6940" y="1080"/>
                  </a:lnTo>
                  <a:lnTo>
                    <a:pt x="8251" y="771"/>
                  </a:lnTo>
                  <a:lnTo>
                    <a:pt x="8868" y="694"/>
                  </a:lnTo>
                  <a:lnTo>
                    <a:pt x="9485" y="617"/>
                  </a:lnTo>
                  <a:lnTo>
                    <a:pt x="29609" y="617"/>
                  </a:lnTo>
                  <a:lnTo>
                    <a:pt x="115427" y="540"/>
                  </a:lnTo>
                  <a:lnTo>
                    <a:pt x="118742" y="540"/>
                  </a:lnTo>
                  <a:lnTo>
                    <a:pt x="119359" y="617"/>
                  </a:lnTo>
                  <a:lnTo>
                    <a:pt x="120053" y="694"/>
                  </a:lnTo>
                  <a:lnTo>
                    <a:pt x="120670" y="848"/>
                  </a:lnTo>
                  <a:lnTo>
                    <a:pt x="121287" y="1002"/>
                  </a:lnTo>
                  <a:lnTo>
                    <a:pt x="121903" y="1234"/>
                  </a:lnTo>
                  <a:lnTo>
                    <a:pt x="122520" y="1465"/>
                  </a:lnTo>
                  <a:lnTo>
                    <a:pt x="123060" y="1774"/>
                  </a:lnTo>
                  <a:lnTo>
                    <a:pt x="124139" y="2545"/>
                  </a:lnTo>
                  <a:lnTo>
                    <a:pt x="125142" y="3393"/>
                  </a:lnTo>
                  <a:lnTo>
                    <a:pt x="125604" y="3932"/>
                  </a:lnTo>
                  <a:lnTo>
                    <a:pt x="125990" y="4395"/>
                  </a:lnTo>
                  <a:lnTo>
                    <a:pt x="126684" y="5552"/>
                  </a:lnTo>
                  <a:lnTo>
                    <a:pt x="126992" y="6091"/>
                  </a:lnTo>
                  <a:lnTo>
                    <a:pt x="127224" y="6708"/>
                  </a:lnTo>
                  <a:lnTo>
                    <a:pt x="127609" y="7942"/>
                  </a:lnTo>
                  <a:lnTo>
                    <a:pt x="127763" y="9253"/>
                  </a:lnTo>
                  <a:lnTo>
                    <a:pt x="127763" y="10563"/>
                  </a:lnTo>
                  <a:lnTo>
                    <a:pt x="127840" y="13262"/>
                  </a:lnTo>
                  <a:lnTo>
                    <a:pt x="127840" y="34697"/>
                  </a:lnTo>
                  <a:lnTo>
                    <a:pt x="127840" y="40094"/>
                  </a:lnTo>
                  <a:lnTo>
                    <a:pt x="127840" y="42793"/>
                  </a:lnTo>
                  <a:lnTo>
                    <a:pt x="127840" y="44104"/>
                  </a:lnTo>
                  <a:lnTo>
                    <a:pt x="127840" y="44798"/>
                  </a:lnTo>
                  <a:lnTo>
                    <a:pt x="127763" y="45415"/>
                  </a:lnTo>
                  <a:lnTo>
                    <a:pt x="127378" y="46725"/>
                  </a:lnTo>
                  <a:lnTo>
                    <a:pt x="127224" y="47342"/>
                  </a:lnTo>
                  <a:lnTo>
                    <a:pt x="126915" y="47959"/>
                  </a:lnTo>
                  <a:lnTo>
                    <a:pt x="126607" y="48499"/>
                  </a:lnTo>
                  <a:lnTo>
                    <a:pt x="126221" y="49116"/>
                  </a:lnTo>
                  <a:lnTo>
                    <a:pt x="125836" y="49655"/>
                  </a:lnTo>
                  <a:lnTo>
                    <a:pt x="125450" y="50118"/>
                  </a:lnTo>
                  <a:lnTo>
                    <a:pt x="124988" y="50581"/>
                  </a:lnTo>
                  <a:lnTo>
                    <a:pt x="124448" y="51043"/>
                  </a:lnTo>
                  <a:lnTo>
                    <a:pt x="123985" y="51429"/>
                  </a:lnTo>
                  <a:lnTo>
                    <a:pt x="123677" y="51660"/>
                  </a:lnTo>
                  <a:lnTo>
                    <a:pt x="123368" y="51814"/>
                  </a:lnTo>
                  <a:lnTo>
                    <a:pt x="122829" y="52200"/>
                  </a:lnTo>
                  <a:lnTo>
                    <a:pt x="122212" y="52431"/>
                  </a:lnTo>
                  <a:lnTo>
                    <a:pt x="120978" y="52894"/>
                  </a:lnTo>
                  <a:lnTo>
                    <a:pt x="120361" y="53048"/>
                  </a:lnTo>
                  <a:lnTo>
                    <a:pt x="119667" y="53202"/>
                  </a:lnTo>
                  <a:lnTo>
                    <a:pt x="119359" y="53202"/>
                  </a:lnTo>
                  <a:lnTo>
                    <a:pt x="119051" y="53279"/>
                  </a:lnTo>
                  <a:lnTo>
                    <a:pt x="118357" y="53279"/>
                  </a:lnTo>
                  <a:lnTo>
                    <a:pt x="115658" y="53202"/>
                  </a:lnTo>
                  <a:lnTo>
                    <a:pt x="110338" y="52894"/>
                  </a:lnTo>
                  <a:lnTo>
                    <a:pt x="99620" y="52431"/>
                  </a:lnTo>
                  <a:lnTo>
                    <a:pt x="110338" y="52971"/>
                  </a:lnTo>
                  <a:lnTo>
                    <a:pt x="115658" y="53279"/>
                  </a:lnTo>
                  <a:lnTo>
                    <a:pt x="118357" y="53433"/>
                  </a:lnTo>
                  <a:lnTo>
                    <a:pt x="119051" y="53356"/>
                  </a:lnTo>
                  <a:lnTo>
                    <a:pt x="119744" y="53356"/>
                  </a:lnTo>
                  <a:lnTo>
                    <a:pt x="120361" y="53202"/>
                  </a:lnTo>
                  <a:lnTo>
                    <a:pt x="121055" y="53048"/>
                  </a:lnTo>
                  <a:lnTo>
                    <a:pt x="122289" y="52585"/>
                  </a:lnTo>
                  <a:lnTo>
                    <a:pt x="122906" y="52277"/>
                  </a:lnTo>
                  <a:lnTo>
                    <a:pt x="123523" y="51968"/>
                  </a:lnTo>
                  <a:lnTo>
                    <a:pt x="123754" y="51814"/>
                  </a:lnTo>
                  <a:lnTo>
                    <a:pt x="124062" y="51583"/>
                  </a:lnTo>
                  <a:lnTo>
                    <a:pt x="124602" y="51197"/>
                  </a:lnTo>
                  <a:lnTo>
                    <a:pt x="125065" y="50735"/>
                  </a:lnTo>
                  <a:lnTo>
                    <a:pt x="125604" y="50272"/>
                  </a:lnTo>
                  <a:lnTo>
                    <a:pt x="125990" y="49732"/>
                  </a:lnTo>
                  <a:lnTo>
                    <a:pt x="126453" y="49193"/>
                  </a:lnTo>
                  <a:lnTo>
                    <a:pt x="126761" y="48653"/>
                  </a:lnTo>
                  <a:lnTo>
                    <a:pt x="127069" y="48036"/>
                  </a:lnTo>
                  <a:lnTo>
                    <a:pt x="127378" y="47419"/>
                  </a:lnTo>
                  <a:lnTo>
                    <a:pt x="127609" y="46802"/>
                  </a:lnTo>
                  <a:lnTo>
                    <a:pt x="127918" y="45492"/>
                  </a:lnTo>
                  <a:lnTo>
                    <a:pt x="128072" y="44798"/>
                  </a:lnTo>
                  <a:lnTo>
                    <a:pt x="128072" y="44104"/>
                  </a:lnTo>
                  <a:lnTo>
                    <a:pt x="128149" y="42793"/>
                  </a:lnTo>
                  <a:lnTo>
                    <a:pt x="128149" y="40094"/>
                  </a:lnTo>
                  <a:lnTo>
                    <a:pt x="128149" y="34697"/>
                  </a:lnTo>
                  <a:lnTo>
                    <a:pt x="128149" y="13262"/>
                  </a:lnTo>
                  <a:lnTo>
                    <a:pt x="128226" y="10563"/>
                  </a:lnTo>
                  <a:lnTo>
                    <a:pt x="128149" y="9253"/>
                  </a:lnTo>
                  <a:lnTo>
                    <a:pt x="127995" y="7865"/>
                  </a:lnTo>
                  <a:lnTo>
                    <a:pt x="127609" y="6554"/>
                  </a:lnTo>
                  <a:lnTo>
                    <a:pt x="127378" y="5937"/>
                  </a:lnTo>
                  <a:lnTo>
                    <a:pt x="127069" y="5320"/>
                  </a:lnTo>
                  <a:lnTo>
                    <a:pt x="126298" y="4164"/>
                  </a:lnTo>
                  <a:lnTo>
                    <a:pt x="125913" y="3624"/>
                  </a:lnTo>
                  <a:lnTo>
                    <a:pt x="125450" y="3084"/>
                  </a:lnTo>
                  <a:lnTo>
                    <a:pt x="124988" y="2622"/>
                  </a:lnTo>
                  <a:lnTo>
                    <a:pt x="124448" y="2159"/>
                  </a:lnTo>
                  <a:lnTo>
                    <a:pt x="123908" y="1774"/>
                  </a:lnTo>
                  <a:lnTo>
                    <a:pt x="123291" y="1388"/>
                  </a:lnTo>
                  <a:lnTo>
                    <a:pt x="122674" y="1080"/>
                  </a:lnTo>
                  <a:lnTo>
                    <a:pt x="122058" y="848"/>
                  </a:lnTo>
                  <a:lnTo>
                    <a:pt x="121441" y="617"/>
                  </a:lnTo>
                  <a:lnTo>
                    <a:pt x="120747" y="386"/>
                  </a:lnTo>
                  <a:lnTo>
                    <a:pt x="120130" y="231"/>
                  </a:lnTo>
                  <a:lnTo>
                    <a:pt x="119436" y="154"/>
                  </a:lnTo>
                  <a:lnTo>
                    <a:pt x="118742" y="77"/>
                  </a:lnTo>
                  <a:lnTo>
                    <a:pt x="115427" y="77"/>
                  </a:lnTo>
                  <a:lnTo>
                    <a:pt x="29609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6"/>
            <p:cNvSpPr/>
            <p:nvPr/>
          </p:nvSpPr>
          <p:spPr>
            <a:xfrm>
              <a:off x="4665800" y="1436350"/>
              <a:ext cx="3205650" cy="1395600"/>
            </a:xfrm>
            <a:custGeom>
              <a:rect b="b" l="l" r="r" t="t"/>
              <a:pathLst>
                <a:path extrusionOk="0" h="55824" w="128226">
                  <a:moveTo>
                    <a:pt x="97770" y="0"/>
                  </a:moveTo>
                  <a:lnTo>
                    <a:pt x="54899" y="1079"/>
                  </a:lnTo>
                  <a:lnTo>
                    <a:pt x="12029" y="2159"/>
                  </a:lnTo>
                  <a:lnTo>
                    <a:pt x="9331" y="2236"/>
                  </a:lnTo>
                  <a:lnTo>
                    <a:pt x="8637" y="2313"/>
                  </a:lnTo>
                  <a:lnTo>
                    <a:pt x="7943" y="2390"/>
                  </a:lnTo>
                  <a:lnTo>
                    <a:pt x="7326" y="2622"/>
                  </a:lnTo>
                  <a:lnTo>
                    <a:pt x="6940" y="2699"/>
                  </a:lnTo>
                  <a:lnTo>
                    <a:pt x="6632" y="2776"/>
                  </a:lnTo>
                  <a:lnTo>
                    <a:pt x="6015" y="3007"/>
                  </a:lnTo>
                  <a:lnTo>
                    <a:pt x="5398" y="3315"/>
                  </a:lnTo>
                  <a:lnTo>
                    <a:pt x="4781" y="3701"/>
                  </a:lnTo>
                  <a:lnTo>
                    <a:pt x="4242" y="4087"/>
                  </a:lnTo>
                  <a:lnTo>
                    <a:pt x="3625" y="4472"/>
                  </a:lnTo>
                  <a:lnTo>
                    <a:pt x="3162" y="4935"/>
                  </a:lnTo>
                  <a:lnTo>
                    <a:pt x="2622" y="5397"/>
                  </a:lnTo>
                  <a:lnTo>
                    <a:pt x="2237" y="5937"/>
                  </a:lnTo>
                  <a:lnTo>
                    <a:pt x="1774" y="6477"/>
                  </a:lnTo>
                  <a:lnTo>
                    <a:pt x="1466" y="7094"/>
                  </a:lnTo>
                  <a:lnTo>
                    <a:pt x="772" y="8327"/>
                  </a:lnTo>
                  <a:lnTo>
                    <a:pt x="386" y="9561"/>
                  </a:lnTo>
                  <a:lnTo>
                    <a:pt x="232" y="10255"/>
                  </a:lnTo>
                  <a:lnTo>
                    <a:pt x="155" y="10949"/>
                  </a:lnTo>
                  <a:lnTo>
                    <a:pt x="78" y="11643"/>
                  </a:lnTo>
                  <a:lnTo>
                    <a:pt x="78" y="12337"/>
                  </a:lnTo>
                  <a:lnTo>
                    <a:pt x="78" y="13647"/>
                  </a:lnTo>
                  <a:lnTo>
                    <a:pt x="78" y="16346"/>
                  </a:lnTo>
                  <a:lnTo>
                    <a:pt x="1" y="37781"/>
                  </a:lnTo>
                  <a:lnTo>
                    <a:pt x="1" y="43178"/>
                  </a:lnTo>
                  <a:lnTo>
                    <a:pt x="1" y="45800"/>
                  </a:lnTo>
                  <a:lnTo>
                    <a:pt x="155" y="47188"/>
                  </a:lnTo>
                  <a:lnTo>
                    <a:pt x="232" y="47882"/>
                  </a:lnTo>
                  <a:lnTo>
                    <a:pt x="386" y="48576"/>
                  </a:lnTo>
                  <a:lnTo>
                    <a:pt x="464" y="48884"/>
                  </a:lnTo>
                  <a:lnTo>
                    <a:pt x="618" y="49192"/>
                  </a:lnTo>
                  <a:lnTo>
                    <a:pt x="849" y="49886"/>
                  </a:lnTo>
                  <a:lnTo>
                    <a:pt x="1157" y="50503"/>
                  </a:lnTo>
                  <a:lnTo>
                    <a:pt x="1466" y="51043"/>
                  </a:lnTo>
                  <a:lnTo>
                    <a:pt x="1851" y="51660"/>
                  </a:lnTo>
                  <a:lnTo>
                    <a:pt x="2314" y="52200"/>
                  </a:lnTo>
                  <a:lnTo>
                    <a:pt x="2777" y="52739"/>
                  </a:lnTo>
                  <a:lnTo>
                    <a:pt x="3239" y="53202"/>
                  </a:lnTo>
                  <a:lnTo>
                    <a:pt x="3779" y="53665"/>
                  </a:lnTo>
                  <a:lnTo>
                    <a:pt x="4319" y="54050"/>
                  </a:lnTo>
                  <a:lnTo>
                    <a:pt x="4936" y="54436"/>
                  </a:lnTo>
                  <a:lnTo>
                    <a:pt x="5167" y="54590"/>
                  </a:lnTo>
                  <a:lnTo>
                    <a:pt x="5475" y="54744"/>
                  </a:lnTo>
                  <a:lnTo>
                    <a:pt x="6092" y="55052"/>
                  </a:lnTo>
                  <a:lnTo>
                    <a:pt x="6786" y="55284"/>
                  </a:lnTo>
                  <a:lnTo>
                    <a:pt x="8097" y="55669"/>
                  </a:lnTo>
                  <a:lnTo>
                    <a:pt x="8791" y="55746"/>
                  </a:lnTo>
                  <a:lnTo>
                    <a:pt x="9485" y="55823"/>
                  </a:lnTo>
                  <a:lnTo>
                    <a:pt x="29609" y="55823"/>
                  </a:lnTo>
                  <a:lnTo>
                    <a:pt x="115427" y="55746"/>
                  </a:lnTo>
                  <a:lnTo>
                    <a:pt x="118742" y="55746"/>
                  </a:lnTo>
                  <a:lnTo>
                    <a:pt x="119436" y="55669"/>
                  </a:lnTo>
                  <a:lnTo>
                    <a:pt x="120130" y="55592"/>
                  </a:lnTo>
                  <a:lnTo>
                    <a:pt x="120747" y="55438"/>
                  </a:lnTo>
                  <a:lnTo>
                    <a:pt x="121441" y="55207"/>
                  </a:lnTo>
                  <a:lnTo>
                    <a:pt x="122058" y="54975"/>
                  </a:lnTo>
                  <a:lnTo>
                    <a:pt x="122674" y="54744"/>
                  </a:lnTo>
                  <a:lnTo>
                    <a:pt x="123291" y="54436"/>
                  </a:lnTo>
                  <a:lnTo>
                    <a:pt x="123908" y="54050"/>
                  </a:lnTo>
                  <a:lnTo>
                    <a:pt x="124448" y="53665"/>
                  </a:lnTo>
                  <a:lnTo>
                    <a:pt x="124988" y="53202"/>
                  </a:lnTo>
                  <a:lnTo>
                    <a:pt x="125450" y="52739"/>
                  </a:lnTo>
                  <a:lnTo>
                    <a:pt x="125913" y="52200"/>
                  </a:lnTo>
                  <a:lnTo>
                    <a:pt x="126298" y="51660"/>
                  </a:lnTo>
                  <a:lnTo>
                    <a:pt x="127069" y="50503"/>
                  </a:lnTo>
                  <a:lnTo>
                    <a:pt x="127378" y="49886"/>
                  </a:lnTo>
                  <a:lnTo>
                    <a:pt x="127609" y="49270"/>
                  </a:lnTo>
                  <a:lnTo>
                    <a:pt x="127995" y="47959"/>
                  </a:lnTo>
                  <a:lnTo>
                    <a:pt x="128149" y="46571"/>
                  </a:lnTo>
                  <a:lnTo>
                    <a:pt x="128226" y="45260"/>
                  </a:lnTo>
                  <a:lnTo>
                    <a:pt x="128149" y="42562"/>
                  </a:lnTo>
                  <a:lnTo>
                    <a:pt x="128149" y="21127"/>
                  </a:lnTo>
                  <a:lnTo>
                    <a:pt x="128149" y="15729"/>
                  </a:lnTo>
                  <a:lnTo>
                    <a:pt x="128149" y="13031"/>
                  </a:lnTo>
                  <a:lnTo>
                    <a:pt x="128072" y="11720"/>
                  </a:lnTo>
                  <a:lnTo>
                    <a:pt x="128072" y="11026"/>
                  </a:lnTo>
                  <a:lnTo>
                    <a:pt x="127918" y="10332"/>
                  </a:lnTo>
                  <a:lnTo>
                    <a:pt x="127609" y="9021"/>
                  </a:lnTo>
                  <a:lnTo>
                    <a:pt x="127378" y="8404"/>
                  </a:lnTo>
                  <a:lnTo>
                    <a:pt x="127069" y="7788"/>
                  </a:lnTo>
                  <a:lnTo>
                    <a:pt x="126761" y="7171"/>
                  </a:lnTo>
                  <a:lnTo>
                    <a:pt x="126453" y="6631"/>
                  </a:lnTo>
                  <a:lnTo>
                    <a:pt x="125990" y="6091"/>
                  </a:lnTo>
                  <a:lnTo>
                    <a:pt x="125604" y="5552"/>
                  </a:lnTo>
                  <a:lnTo>
                    <a:pt x="125065" y="5089"/>
                  </a:lnTo>
                  <a:lnTo>
                    <a:pt x="124602" y="4626"/>
                  </a:lnTo>
                  <a:lnTo>
                    <a:pt x="124062" y="4241"/>
                  </a:lnTo>
                  <a:lnTo>
                    <a:pt x="123754" y="4009"/>
                  </a:lnTo>
                  <a:lnTo>
                    <a:pt x="123523" y="3855"/>
                  </a:lnTo>
                  <a:lnTo>
                    <a:pt x="122906" y="3547"/>
                  </a:lnTo>
                  <a:lnTo>
                    <a:pt x="122289" y="3238"/>
                  </a:lnTo>
                  <a:lnTo>
                    <a:pt x="121055" y="2776"/>
                  </a:lnTo>
                  <a:lnTo>
                    <a:pt x="120361" y="2622"/>
                  </a:lnTo>
                  <a:lnTo>
                    <a:pt x="119744" y="2467"/>
                  </a:lnTo>
                  <a:lnTo>
                    <a:pt x="119051" y="2467"/>
                  </a:lnTo>
                  <a:lnTo>
                    <a:pt x="118357" y="2390"/>
                  </a:lnTo>
                  <a:lnTo>
                    <a:pt x="115658" y="2544"/>
                  </a:lnTo>
                  <a:lnTo>
                    <a:pt x="110338" y="2853"/>
                  </a:lnTo>
                  <a:lnTo>
                    <a:pt x="99620" y="3393"/>
                  </a:lnTo>
                  <a:lnTo>
                    <a:pt x="99620" y="3393"/>
                  </a:lnTo>
                  <a:lnTo>
                    <a:pt x="110338" y="2930"/>
                  </a:lnTo>
                  <a:lnTo>
                    <a:pt x="115658" y="2622"/>
                  </a:lnTo>
                  <a:lnTo>
                    <a:pt x="118357" y="2544"/>
                  </a:lnTo>
                  <a:lnTo>
                    <a:pt x="119051" y="2544"/>
                  </a:lnTo>
                  <a:lnTo>
                    <a:pt x="119359" y="2622"/>
                  </a:lnTo>
                  <a:lnTo>
                    <a:pt x="119667" y="2622"/>
                  </a:lnTo>
                  <a:lnTo>
                    <a:pt x="120361" y="2776"/>
                  </a:lnTo>
                  <a:lnTo>
                    <a:pt x="120978" y="2930"/>
                  </a:lnTo>
                  <a:lnTo>
                    <a:pt x="122212" y="3393"/>
                  </a:lnTo>
                  <a:lnTo>
                    <a:pt x="122829" y="3624"/>
                  </a:lnTo>
                  <a:lnTo>
                    <a:pt x="123368" y="4009"/>
                  </a:lnTo>
                  <a:lnTo>
                    <a:pt x="123677" y="4164"/>
                  </a:lnTo>
                  <a:lnTo>
                    <a:pt x="123985" y="4395"/>
                  </a:lnTo>
                  <a:lnTo>
                    <a:pt x="124448" y="4780"/>
                  </a:lnTo>
                  <a:lnTo>
                    <a:pt x="124988" y="5243"/>
                  </a:lnTo>
                  <a:lnTo>
                    <a:pt x="125450" y="5706"/>
                  </a:lnTo>
                  <a:lnTo>
                    <a:pt x="125836" y="6168"/>
                  </a:lnTo>
                  <a:lnTo>
                    <a:pt x="126221" y="6708"/>
                  </a:lnTo>
                  <a:lnTo>
                    <a:pt x="126607" y="7325"/>
                  </a:lnTo>
                  <a:lnTo>
                    <a:pt x="126915" y="7865"/>
                  </a:lnTo>
                  <a:lnTo>
                    <a:pt x="127224" y="8481"/>
                  </a:lnTo>
                  <a:lnTo>
                    <a:pt x="127378" y="9098"/>
                  </a:lnTo>
                  <a:lnTo>
                    <a:pt x="127763" y="10409"/>
                  </a:lnTo>
                  <a:lnTo>
                    <a:pt x="127840" y="11026"/>
                  </a:lnTo>
                  <a:lnTo>
                    <a:pt x="127840" y="11720"/>
                  </a:lnTo>
                  <a:lnTo>
                    <a:pt x="127840" y="13031"/>
                  </a:lnTo>
                  <a:lnTo>
                    <a:pt x="127840" y="15729"/>
                  </a:lnTo>
                  <a:lnTo>
                    <a:pt x="127840" y="21127"/>
                  </a:lnTo>
                  <a:lnTo>
                    <a:pt x="127840" y="42562"/>
                  </a:lnTo>
                  <a:lnTo>
                    <a:pt x="127763" y="45260"/>
                  </a:lnTo>
                  <a:lnTo>
                    <a:pt x="127763" y="46571"/>
                  </a:lnTo>
                  <a:lnTo>
                    <a:pt x="127609" y="47882"/>
                  </a:lnTo>
                  <a:lnTo>
                    <a:pt x="127224" y="49115"/>
                  </a:lnTo>
                  <a:lnTo>
                    <a:pt x="126992" y="49732"/>
                  </a:lnTo>
                  <a:lnTo>
                    <a:pt x="126684" y="50272"/>
                  </a:lnTo>
                  <a:lnTo>
                    <a:pt x="125990" y="51429"/>
                  </a:lnTo>
                  <a:lnTo>
                    <a:pt x="125604" y="51891"/>
                  </a:lnTo>
                  <a:lnTo>
                    <a:pt x="125142" y="52431"/>
                  </a:lnTo>
                  <a:lnTo>
                    <a:pt x="124139" y="53279"/>
                  </a:lnTo>
                  <a:lnTo>
                    <a:pt x="123060" y="54050"/>
                  </a:lnTo>
                  <a:lnTo>
                    <a:pt x="122520" y="54358"/>
                  </a:lnTo>
                  <a:lnTo>
                    <a:pt x="121903" y="54590"/>
                  </a:lnTo>
                  <a:lnTo>
                    <a:pt x="121287" y="54821"/>
                  </a:lnTo>
                  <a:lnTo>
                    <a:pt x="120670" y="54975"/>
                  </a:lnTo>
                  <a:lnTo>
                    <a:pt x="120053" y="55130"/>
                  </a:lnTo>
                  <a:lnTo>
                    <a:pt x="119359" y="55207"/>
                  </a:lnTo>
                  <a:lnTo>
                    <a:pt x="118742" y="55284"/>
                  </a:lnTo>
                  <a:lnTo>
                    <a:pt x="115427" y="55284"/>
                  </a:lnTo>
                  <a:lnTo>
                    <a:pt x="29609" y="55207"/>
                  </a:lnTo>
                  <a:lnTo>
                    <a:pt x="9485" y="55207"/>
                  </a:lnTo>
                  <a:lnTo>
                    <a:pt x="8868" y="55130"/>
                  </a:lnTo>
                  <a:lnTo>
                    <a:pt x="8251" y="55052"/>
                  </a:lnTo>
                  <a:lnTo>
                    <a:pt x="6940" y="54744"/>
                  </a:lnTo>
                  <a:lnTo>
                    <a:pt x="6323" y="54513"/>
                  </a:lnTo>
                  <a:lnTo>
                    <a:pt x="5784" y="54204"/>
                  </a:lnTo>
                  <a:lnTo>
                    <a:pt x="5475" y="54127"/>
                  </a:lnTo>
                  <a:lnTo>
                    <a:pt x="5167" y="53896"/>
                  </a:lnTo>
                  <a:lnTo>
                    <a:pt x="4627" y="53587"/>
                  </a:lnTo>
                  <a:lnTo>
                    <a:pt x="4087" y="53202"/>
                  </a:lnTo>
                  <a:lnTo>
                    <a:pt x="3625" y="52739"/>
                  </a:lnTo>
                  <a:lnTo>
                    <a:pt x="3162" y="52354"/>
                  </a:lnTo>
                  <a:lnTo>
                    <a:pt x="2700" y="51814"/>
                  </a:lnTo>
                  <a:lnTo>
                    <a:pt x="2314" y="51351"/>
                  </a:lnTo>
                  <a:lnTo>
                    <a:pt x="2006" y="50735"/>
                  </a:lnTo>
                  <a:lnTo>
                    <a:pt x="1620" y="50195"/>
                  </a:lnTo>
                  <a:lnTo>
                    <a:pt x="1389" y="49655"/>
                  </a:lnTo>
                  <a:lnTo>
                    <a:pt x="1157" y="49038"/>
                  </a:lnTo>
                  <a:lnTo>
                    <a:pt x="1003" y="48730"/>
                  </a:lnTo>
                  <a:lnTo>
                    <a:pt x="926" y="48421"/>
                  </a:lnTo>
                  <a:lnTo>
                    <a:pt x="772" y="47805"/>
                  </a:lnTo>
                  <a:lnTo>
                    <a:pt x="695" y="47111"/>
                  </a:lnTo>
                  <a:lnTo>
                    <a:pt x="618" y="45800"/>
                  </a:lnTo>
                  <a:lnTo>
                    <a:pt x="618" y="43178"/>
                  </a:lnTo>
                  <a:lnTo>
                    <a:pt x="618" y="37781"/>
                  </a:lnTo>
                  <a:lnTo>
                    <a:pt x="541" y="16346"/>
                  </a:lnTo>
                  <a:lnTo>
                    <a:pt x="541" y="13647"/>
                  </a:lnTo>
                  <a:lnTo>
                    <a:pt x="541" y="12337"/>
                  </a:lnTo>
                  <a:lnTo>
                    <a:pt x="618" y="11643"/>
                  </a:lnTo>
                  <a:lnTo>
                    <a:pt x="618" y="11026"/>
                  </a:lnTo>
                  <a:lnTo>
                    <a:pt x="849" y="9715"/>
                  </a:lnTo>
                  <a:lnTo>
                    <a:pt x="1312" y="8481"/>
                  </a:lnTo>
                  <a:lnTo>
                    <a:pt x="1851" y="7325"/>
                  </a:lnTo>
                  <a:lnTo>
                    <a:pt x="2237" y="6785"/>
                  </a:lnTo>
                  <a:lnTo>
                    <a:pt x="2622" y="6245"/>
                  </a:lnTo>
                  <a:lnTo>
                    <a:pt x="3471" y="5320"/>
                  </a:lnTo>
                  <a:lnTo>
                    <a:pt x="4473" y="4472"/>
                  </a:lnTo>
                  <a:lnTo>
                    <a:pt x="5630" y="3778"/>
                  </a:lnTo>
                  <a:lnTo>
                    <a:pt x="6169" y="3470"/>
                  </a:lnTo>
                  <a:lnTo>
                    <a:pt x="6786" y="3238"/>
                  </a:lnTo>
                  <a:lnTo>
                    <a:pt x="7403" y="3007"/>
                  </a:lnTo>
                  <a:lnTo>
                    <a:pt x="8020" y="2930"/>
                  </a:lnTo>
                  <a:lnTo>
                    <a:pt x="9331" y="2699"/>
                  </a:lnTo>
                  <a:lnTo>
                    <a:pt x="12029" y="2622"/>
                  </a:lnTo>
                  <a:lnTo>
                    <a:pt x="54899" y="1388"/>
                  </a:lnTo>
                  <a:lnTo>
                    <a:pt x="97770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6"/>
            <p:cNvSpPr/>
            <p:nvPr/>
          </p:nvSpPr>
          <p:spPr>
            <a:xfrm>
              <a:off x="729625" y="1780638"/>
              <a:ext cx="1333925" cy="894425"/>
            </a:xfrm>
            <a:custGeom>
              <a:rect b="b" l="l" r="r" t="t"/>
              <a:pathLst>
                <a:path extrusionOk="0" h="35777" w="53357">
                  <a:moveTo>
                    <a:pt x="33926" y="0"/>
                  </a:moveTo>
                  <a:lnTo>
                    <a:pt x="33926" y="5244"/>
                  </a:lnTo>
                  <a:lnTo>
                    <a:pt x="11103" y="5244"/>
                  </a:lnTo>
                  <a:lnTo>
                    <a:pt x="10641" y="5321"/>
                  </a:lnTo>
                  <a:lnTo>
                    <a:pt x="9330" y="5706"/>
                  </a:lnTo>
                  <a:lnTo>
                    <a:pt x="8559" y="5937"/>
                  </a:lnTo>
                  <a:lnTo>
                    <a:pt x="7556" y="6323"/>
                  </a:lnTo>
                  <a:lnTo>
                    <a:pt x="6554" y="6786"/>
                  </a:lnTo>
                  <a:lnTo>
                    <a:pt x="5552" y="7402"/>
                  </a:lnTo>
                  <a:lnTo>
                    <a:pt x="4549" y="8096"/>
                  </a:lnTo>
                  <a:lnTo>
                    <a:pt x="3547" y="8945"/>
                  </a:lnTo>
                  <a:lnTo>
                    <a:pt x="2545" y="9870"/>
                  </a:lnTo>
                  <a:lnTo>
                    <a:pt x="2159" y="10410"/>
                  </a:lnTo>
                  <a:lnTo>
                    <a:pt x="1696" y="10949"/>
                  </a:lnTo>
                  <a:lnTo>
                    <a:pt x="1388" y="11566"/>
                  </a:lnTo>
                  <a:lnTo>
                    <a:pt x="1002" y="12183"/>
                  </a:lnTo>
                  <a:lnTo>
                    <a:pt x="694" y="12877"/>
                  </a:lnTo>
                  <a:lnTo>
                    <a:pt x="463" y="13648"/>
                  </a:lnTo>
                  <a:lnTo>
                    <a:pt x="309" y="14419"/>
                  </a:lnTo>
                  <a:lnTo>
                    <a:pt x="154" y="15190"/>
                  </a:lnTo>
                  <a:lnTo>
                    <a:pt x="0" y="16038"/>
                  </a:lnTo>
                  <a:lnTo>
                    <a:pt x="0" y="16963"/>
                  </a:lnTo>
                  <a:lnTo>
                    <a:pt x="0" y="32076"/>
                  </a:lnTo>
                  <a:lnTo>
                    <a:pt x="0" y="35777"/>
                  </a:lnTo>
                  <a:lnTo>
                    <a:pt x="154" y="35314"/>
                  </a:lnTo>
                  <a:lnTo>
                    <a:pt x="540" y="34003"/>
                  </a:lnTo>
                  <a:lnTo>
                    <a:pt x="925" y="33155"/>
                  </a:lnTo>
                  <a:lnTo>
                    <a:pt x="1311" y="32153"/>
                  </a:lnTo>
                  <a:lnTo>
                    <a:pt x="1851" y="31151"/>
                  </a:lnTo>
                  <a:lnTo>
                    <a:pt x="2545" y="30071"/>
                  </a:lnTo>
                  <a:lnTo>
                    <a:pt x="3316" y="28992"/>
                  </a:lnTo>
                  <a:lnTo>
                    <a:pt x="4241" y="27989"/>
                  </a:lnTo>
                  <a:lnTo>
                    <a:pt x="5320" y="26987"/>
                  </a:lnTo>
                  <a:lnTo>
                    <a:pt x="5860" y="26601"/>
                  </a:lnTo>
                  <a:lnTo>
                    <a:pt x="6477" y="26139"/>
                  </a:lnTo>
                  <a:lnTo>
                    <a:pt x="7171" y="25753"/>
                  </a:lnTo>
                  <a:lnTo>
                    <a:pt x="7865" y="25445"/>
                  </a:lnTo>
                  <a:lnTo>
                    <a:pt x="8636" y="25136"/>
                  </a:lnTo>
                  <a:lnTo>
                    <a:pt x="9407" y="24828"/>
                  </a:lnTo>
                  <a:lnTo>
                    <a:pt x="10178" y="24674"/>
                  </a:lnTo>
                  <a:lnTo>
                    <a:pt x="11103" y="24520"/>
                  </a:lnTo>
                  <a:lnTo>
                    <a:pt x="12028" y="24365"/>
                  </a:lnTo>
                  <a:lnTo>
                    <a:pt x="33926" y="24365"/>
                  </a:lnTo>
                  <a:lnTo>
                    <a:pt x="33926" y="29608"/>
                  </a:lnTo>
                  <a:lnTo>
                    <a:pt x="53357" y="14496"/>
                  </a:lnTo>
                  <a:lnTo>
                    <a:pt x="339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6"/>
            <p:cNvSpPr/>
            <p:nvPr/>
          </p:nvSpPr>
          <p:spPr>
            <a:xfrm>
              <a:off x="727700" y="1774863"/>
              <a:ext cx="1341625" cy="900200"/>
            </a:xfrm>
            <a:custGeom>
              <a:rect b="b" l="l" r="r" t="t"/>
              <a:pathLst>
                <a:path extrusionOk="0" h="36008" w="53665">
                  <a:moveTo>
                    <a:pt x="33849" y="0"/>
                  </a:moveTo>
                  <a:lnTo>
                    <a:pt x="33849" y="231"/>
                  </a:lnTo>
                  <a:lnTo>
                    <a:pt x="33849" y="5321"/>
                  </a:lnTo>
                  <a:lnTo>
                    <a:pt x="33849" y="5321"/>
                  </a:lnTo>
                  <a:lnTo>
                    <a:pt x="11180" y="5397"/>
                  </a:lnTo>
                  <a:lnTo>
                    <a:pt x="10178" y="5629"/>
                  </a:lnTo>
                  <a:lnTo>
                    <a:pt x="9175" y="5937"/>
                  </a:lnTo>
                  <a:lnTo>
                    <a:pt x="8250" y="6246"/>
                  </a:lnTo>
                  <a:lnTo>
                    <a:pt x="7248" y="6631"/>
                  </a:lnTo>
                  <a:lnTo>
                    <a:pt x="6323" y="7094"/>
                  </a:lnTo>
                  <a:lnTo>
                    <a:pt x="5474" y="7633"/>
                  </a:lnTo>
                  <a:lnTo>
                    <a:pt x="4626" y="8250"/>
                  </a:lnTo>
                  <a:lnTo>
                    <a:pt x="3778" y="8867"/>
                  </a:lnTo>
                  <a:lnTo>
                    <a:pt x="3084" y="9561"/>
                  </a:lnTo>
                  <a:lnTo>
                    <a:pt x="2390" y="10332"/>
                  </a:lnTo>
                  <a:lnTo>
                    <a:pt x="1773" y="11180"/>
                  </a:lnTo>
                  <a:lnTo>
                    <a:pt x="1234" y="12028"/>
                  </a:lnTo>
                  <a:lnTo>
                    <a:pt x="771" y="12954"/>
                  </a:lnTo>
                  <a:lnTo>
                    <a:pt x="463" y="13956"/>
                  </a:lnTo>
                  <a:lnTo>
                    <a:pt x="231" y="14958"/>
                  </a:lnTo>
                  <a:lnTo>
                    <a:pt x="77" y="15961"/>
                  </a:lnTo>
                  <a:lnTo>
                    <a:pt x="0" y="16963"/>
                  </a:lnTo>
                  <a:lnTo>
                    <a:pt x="0" y="17965"/>
                  </a:lnTo>
                  <a:lnTo>
                    <a:pt x="0" y="20047"/>
                  </a:lnTo>
                  <a:lnTo>
                    <a:pt x="77" y="24134"/>
                  </a:lnTo>
                  <a:lnTo>
                    <a:pt x="154" y="20047"/>
                  </a:lnTo>
                  <a:lnTo>
                    <a:pt x="154" y="17965"/>
                  </a:lnTo>
                  <a:lnTo>
                    <a:pt x="154" y="16963"/>
                  </a:lnTo>
                  <a:lnTo>
                    <a:pt x="231" y="15961"/>
                  </a:lnTo>
                  <a:lnTo>
                    <a:pt x="386" y="14958"/>
                  </a:lnTo>
                  <a:lnTo>
                    <a:pt x="617" y="13956"/>
                  </a:lnTo>
                  <a:lnTo>
                    <a:pt x="925" y="13031"/>
                  </a:lnTo>
                  <a:lnTo>
                    <a:pt x="1388" y="12105"/>
                  </a:lnTo>
                  <a:lnTo>
                    <a:pt x="1851" y="11257"/>
                  </a:lnTo>
                  <a:lnTo>
                    <a:pt x="2467" y="10409"/>
                  </a:lnTo>
                  <a:lnTo>
                    <a:pt x="3161" y="9638"/>
                  </a:lnTo>
                  <a:lnTo>
                    <a:pt x="3932" y="8944"/>
                  </a:lnTo>
                  <a:lnTo>
                    <a:pt x="4703" y="8327"/>
                  </a:lnTo>
                  <a:lnTo>
                    <a:pt x="5552" y="7788"/>
                  </a:lnTo>
                  <a:lnTo>
                    <a:pt x="6400" y="7248"/>
                  </a:lnTo>
                  <a:lnTo>
                    <a:pt x="7325" y="6862"/>
                  </a:lnTo>
                  <a:lnTo>
                    <a:pt x="8250" y="6400"/>
                  </a:lnTo>
                  <a:lnTo>
                    <a:pt x="9253" y="6091"/>
                  </a:lnTo>
                  <a:lnTo>
                    <a:pt x="10178" y="5783"/>
                  </a:lnTo>
                  <a:lnTo>
                    <a:pt x="11180" y="5552"/>
                  </a:lnTo>
                  <a:lnTo>
                    <a:pt x="34003" y="5629"/>
                  </a:lnTo>
                  <a:lnTo>
                    <a:pt x="34157" y="5629"/>
                  </a:lnTo>
                  <a:lnTo>
                    <a:pt x="34157" y="5475"/>
                  </a:lnTo>
                  <a:lnTo>
                    <a:pt x="34157" y="483"/>
                  </a:lnTo>
                  <a:lnTo>
                    <a:pt x="34157" y="483"/>
                  </a:lnTo>
                  <a:lnTo>
                    <a:pt x="43641" y="7633"/>
                  </a:lnTo>
                  <a:lnTo>
                    <a:pt x="53255" y="14729"/>
                  </a:lnTo>
                  <a:lnTo>
                    <a:pt x="53255" y="14729"/>
                  </a:lnTo>
                  <a:lnTo>
                    <a:pt x="34080" y="29642"/>
                  </a:lnTo>
                  <a:lnTo>
                    <a:pt x="34080" y="29642"/>
                  </a:lnTo>
                  <a:lnTo>
                    <a:pt x="34080" y="24596"/>
                  </a:lnTo>
                  <a:lnTo>
                    <a:pt x="34080" y="24519"/>
                  </a:lnTo>
                  <a:lnTo>
                    <a:pt x="12954" y="24519"/>
                  </a:lnTo>
                  <a:lnTo>
                    <a:pt x="11720" y="24596"/>
                  </a:lnTo>
                  <a:lnTo>
                    <a:pt x="10486" y="24751"/>
                  </a:lnTo>
                  <a:lnTo>
                    <a:pt x="9253" y="25059"/>
                  </a:lnTo>
                  <a:lnTo>
                    <a:pt x="8096" y="25522"/>
                  </a:lnTo>
                  <a:lnTo>
                    <a:pt x="7017" y="26061"/>
                  </a:lnTo>
                  <a:lnTo>
                    <a:pt x="5937" y="26755"/>
                  </a:lnTo>
                  <a:lnTo>
                    <a:pt x="5012" y="27526"/>
                  </a:lnTo>
                  <a:lnTo>
                    <a:pt x="4087" y="28374"/>
                  </a:lnTo>
                  <a:lnTo>
                    <a:pt x="3316" y="29377"/>
                  </a:lnTo>
                  <a:lnTo>
                    <a:pt x="3316" y="29377"/>
                  </a:lnTo>
                  <a:lnTo>
                    <a:pt x="4164" y="28452"/>
                  </a:lnTo>
                  <a:lnTo>
                    <a:pt x="5012" y="27603"/>
                  </a:lnTo>
                  <a:lnTo>
                    <a:pt x="6014" y="26832"/>
                  </a:lnTo>
                  <a:lnTo>
                    <a:pt x="7017" y="26138"/>
                  </a:lnTo>
                  <a:lnTo>
                    <a:pt x="8173" y="25599"/>
                  </a:lnTo>
                  <a:lnTo>
                    <a:pt x="9330" y="25213"/>
                  </a:lnTo>
                  <a:lnTo>
                    <a:pt x="10486" y="24905"/>
                  </a:lnTo>
                  <a:lnTo>
                    <a:pt x="11720" y="24751"/>
                  </a:lnTo>
                  <a:lnTo>
                    <a:pt x="12954" y="24673"/>
                  </a:lnTo>
                  <a:lnTo>
                    <a:pt x="33926" y="24673"/>
                  </a:lnTo>
                  <a:lnTo>
                    <a:pt x="33926" y="29839"/>
                  </a:lnTo>
                  <a:lnTo>
                    <a:pt x="33926" y="30071"/>
                  </a:lnTo>
                  <a:lnTo>
                    <a:pt x="34080" y="29917"/>
                  </a:lnTo>
                  <a:lnTo>
                    <a:pt x="53511" y="14804"/>
                  </a:lnTo>
                  <a:lnTo>
                    <a:pt x="53665" y="14727"/>
                  </a:lnTo>
                  <a:lnTo>
                    <a:pt x="53511" y="14650"/>
                  </a:lnTo>
                  <a:lnTo>
                    <a:pt x="43795" y="7325"/>
                  </a:lnTo>
                  <a:lnTo>
                    <a:pt x="34080" y="154"/>
                  </a:lnTo>
                  <a:lnTo>
                    <a:pt x="33849" y="0"/>
                  </a:lnTo>
                  <a:close/>
                  <a:moveTo>
                    <a:pt x="3316" y="29377"/>
                  </a:moveTo>
                  <a:lnTo>
                    <a:pt x="2544" y="30379"/>
                  </a:lnTo>
                  <a:lnTo>
                    <a:pt x="1928" y="31382"/>
                  </a:lnTo>
                  <a:lnTo>
                    <a:pt x="1311" y="32538"/>
                  </a:lnTo>
                  <a:lnTo>
                    <a:pt x="848" y="33618"/>
                  </a:lnTo>
                  <a:lnTo>
                    <a:pt x="386" y="34851"/>
                  </a:lnTo>
                  <a:lnTo>
                    <a:pt x="77" y="36008"/>
                  </a:lnTo>
                  <a:lnTo>
                    <a:pt x="77" y="36008"/>
                  </a:lnTo>
                  <a:lnTo>
                    <a:pt x="463" y="34851"/>
                  </a:lnTo>
                  <a:lnTo>
                    <a:pt x="848" y="33695"/>
                  </a:lnTo>
                  <a:lnTo>
                    <a:pt x="1388" y="32538"/>
                  </a:lnTo>
                  <a:lnTo>
                    <a:pt x="1928" y="31459"/>
                  </a:lnTo>
                  <a:lnTo>
                    <a:pt x="2622" y="30379"/>
                  </a:lnTo>
                  <a:lnTo>
                    <a:pt x="3316" y="29377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6"/>
            <p:cNvSpPr/>
            <p:nvPr/>
          </p:nvSpPr>
          <p:spPr>
            <a:xfrm rot="10800000">
              <a:off x="7078525" y="3299113"/>
              <a:ext cx="1333925" cy="894425"/>
            </a:xfrm>
            <a:custGeom>
              <a:rect b="b" l="l" r="r" t="t"/>
              <a:pathLst>
                <a:path extrusionOk="0" h="35777" w="53357">
                  <a:moveTo>
                    <a:pt x="33926" y="0"/>
                  </a:moveTo>
                  <a:lnTo>
                    <a:pt x="33926" y="5244"/>
                  </a:lnTo>
                  <a:lnTo>
                    <a:pt x="11103" y="5244"/>
                  </a:lnTo>
                  <a:lnTo>
                    <a:pt x="10641" y="5321"/>
                  </a:lnTo>
                  <a:lnTo>
                    <a:pt x="9330" y="5706"/>
                  </a:lnTo>
                  <a:lnTo>
                    <a:pt x="8559" y="5937"/>
                  </a:lnTo>
                  <a:lnTo>
                    <a:pt x="7556" y="6323"/>
                  </a:lnTo>
                  <a:lnTo>
                    <a:pt x="6554" y="6786"/>
                  </a:lnTo>
                  <a:lnTo>
                    <a:pt x="5552" y="7402"/>
                  </a:lnTo>
                  <a:lnTo>
                    <a:pt x="4549" y="8096"/>
                  </a:lnTo>
                  <a:lnTo>
                    <a:pt x="3547" y="8945"/>
                  </a:lnTo>
                  <a:lnTo>
                    <a:pt x="2545" y="9870"/>
                  </a:lnTo>
                  <a:lnTo>
                    <a:pt x="2159" y="10410"/>
                  </a:lnTo>
                  <a:lnTo>
                    <a:pt x="1696" y="10949"/>
                  </a:lnTo>
                  <a:lnTo>
                    <a:pt x="1388" y="11566"/>
                  </a:lnTo>
                  <a:lnTo>
                    <a:pt x="1002" y="12183"/>
                  </a:lnTo>
                  <a:lnTo>
                    <a:pt x="694" y="12877"/>
                  </a:lnTo>
                  <a:lnTo>
                    <a:pt x="463" y="13648"/>
                  </a:lnTo>
                  <a:lnTo>
                    <a:pt x="309" y="14419"/>
                  </a:lnTo>
                  <a:lnTo>
                    <a:pt x="154" y="15190"/>
                  </a:lnTo>
                  <a:lnTo>
                    <a:pt x="0" y="16038"/>
                  </a:lnTo>
                  <a:lnTo>
                    <a:pt x="0" y="16963"/>
                  </a:lnTo>
                  <a:lnTo>
                    <a:pt x="0" y="32076"/>
                  </a:lnTo>
                  <a:lnTo>
                    <a:pt x="0" y="35777"/>
                  </a:lnTo>
                  <a:lnTo>
                    <a:pt x="154" y="35314"/>
                  </a:lnTo>
                  <a:lnTo>
                    <a:pt x="540" y="34003"/>
                  </a:lnTo>
                  <a:lnTo>
                    <a:pt x="925" y="33155"/>
                  </a:lnTo>
                  <a:lnTo>
                    <a:pt x="1311" y="32153"/>
                  </a:lnTo>
                  <a:lnTo>
                    <a:pt x="1851" y="31151"/>
                  </a:lnTo>
                  <a:lnTo>
                    <a:pt x="2545" y="30071"/>
                  </a:lnTo>
                  <a:lnTo>
                    <a:pt x="3316" y="28992"/>
                  </a:lnTo>
                  <a:lnTo>
                    <a:pt x="4241" y="27989"/>
                  </a:lnTo>
                  <a:lnTo>
                    <a:pt x="5320" y="26987"/>
                  </a:lnTo>
                  <a:lnTo>
                    <a:pt x="5860" y="26601"/>
                  </a:lnTo>
                  <a:lnTo>
                    <a:pt x="6477" y="26139"/>
                  </a:lnTo>
                  <a:lnTo>
                    <a:pt x="7171" y="25753"/>
                  </a:lnTo>
                  <a:lnTo>
                    <a:pt x="7865" y="25445"/>
                  </a:lnTo>
                  <a:lnTo>
                    <a:pt x="8636" y="25136"/>
                  </a:lnTo>
                  <a:lnTo>
                    <a:pt x="9407" y="24828"/>
                  </a:lnTo>
                  <a:lnTo>
                    <a:pt x="10178" y="24674"/>
                  </a:lnTo>
                  <a:lnTo>
                    <a:pt x="11103" y="24520"/>
                  </a:lnTo>
                  <a:lnTo>
                    <a:pt x="12028" y="24365"/>
                  </a:lnTo>
                  <a:lnTo>
                    <a:pt x="33926" y="24365"/>
                  </a:lnTo>
                  <a:lnTo>
                    <a:pt x="33926" y="29608"/>
                  </a:lnTo>
                  <a:lnTo>
                    <a:pt x="53357" y="14496"/>
                  </a:lnTo>
                  <a:lnTo>
                    <a:pt x="339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6"/>
            <p:cNvSpPr/>
            <p:nvPr/>
          </p:nvSpPr>
          <p:spPr>
            <a:xfrm rot="10800000">
              <a:off x="7072750" y="3299113"/>
              <a:ext cx="1341625" cy="900200"/>
            </a:xfrm>
            <a:custGeom>
              <a:rect b="b" l="l" r="r" t="t"/>
              <a:pathLst>
                <a:path extrusionOk="0" h="36008" w="53665">
                  <a:moveTo>
                    <a:pt x="33849" y="0"/>
                  </a:moveTo>
                  <a:lnTo>
                    <a:pt x="33849" y="231"/>
                  </a:lnTo>
                  <a:lnTo>
                    <a:pt x="33849" y="5321"/>
                  </a:lnTo>
                  <a:lnTo>
                    <a:pt x="33849" y="5321"/>
                  </a:lnTo>
                  <a:lnTo>
                    <a:pt x="11180" y="5397"/>
                  </a:lnTo>
                  <a:lnTo>
                    <a:pt x="10178" y="5629"/>
                  </a:lnTo>
                  <a:lnTo>
                    <a:pt x="9175" y="5937"/>
                  </a:lnTo>
                  <a:lnTo>
                    <a:pt x="8250" y="6246"/>
                  </a:lnTo>
                  <a:lnTo>
                    <a:pt x="7248" y="6631"/>
                  </a:lnTo>
                  <a:lnTo>
                    <a:pt x="6323" y="7094"/>
                  </a:lnTo>
                  <a:lnTo>
                    <a:pt x="5474" y="7633"/>
                  </a:lnTo>
                  <a:lnTo>
                    <a:pt x="4626" y="8250"/>
                  </a:lnTo>
                  <a:lnTo>
                    <a:pt x="3778" y="8867"/>
                  </a:lnTo>
                  <a:lnTo>
                    <a:pt x="3084" y="9561"/>
                  </a:lnTo>
                  <a:lnTo>
                    <a:pt x="2390" y="10332"/>
                  </a:lnTo>
                  <a:lnTo>
                    <a:pt x="1773" y="11180"/>
                  </a:lnTo>
                  <a:lnTo>
                    <a:pt x="1234" y="12028"/>
                  </a:lnTo>
                  <a:lnTo>
                    <a:pt x="771" y="12954"/>
                  </a:lnTo>
                  <a:lnTo>
                    <a:pt x="463" y="13956"/>
                  </a:lnTo>
                  <a:lnTo>
                    <a:pt x="231" y="14958"/>
                  </a:lnTo>
                  <a:lnTo>
                    <a:pt x="77" y="15961"/>
                  </a:lnTo>
                  <a:lnTo>
                    <a:pt x="0" y="16963"/>
                  </a:lnTo>
                  <a:lnTo>
                    <a:pt x="0" y="17965"/>
                  </a:lnTo>
                  <a:lnTo>
                    <a:pt x="0" y="20047"/>
                  </a:lnTo>
                  <a:lnTo>
                    <a:pt x="77" y="24134"/>
                  </a:lnTo>
                  <a:lnTo>
                    <a:pt x="154" y="20047"/>
                  </a:lnTo>
                  <a:lnTo>
                    <a:pt x="154" y="17965"/>
                  </a:lnTo>
                  <a:lnTo>
                    <a:pt x="154" y="16963"/>
                  </a:lnTo>
                  <a:lnTo>
                    <a:pt x="231" y="15961"/>
                  </a:lnTo>
                  <a:lnTo>
                    <a:pt x="386" y="14958"/>
                  </a:lnTo>
                  <a:lnTo>
                    <a:pt x="617" y="13956"/>
                  </a:lnTo>
                  <a:lnTo>
                    <a:pt x="925" y="13031"/>
                  </a:lnTo>
                  <a:lnTo>
                    <a:pt x="1388" y="12105"/>
                  </a:lnTo>
                  <a:lnTo>
                    <a:pt x="1851" y="11257"/>
                  </a:lnTo>
                  <a:lnTo>
                    <a:pt x="2467" y="10409"/>
                  </a:lnTo>
                  <a:lnTo>
                    <a:pt x="3161" y="9638"/>
                  </a:lnTo>
                  <a:lnTo>
                    <a:pt x="3932" y="8944"/>
                  </a:lnTo>
                  <a:lnTo>
                    <a:pt x="4703" y="8327"/>
                  </a:lnTo>
                  <a:lnTo>
                    <a:pt x="5552" y="7788"/>
                  </a:lnTo>
                  <a:lnTo>
                    <a:pt x="6400" y="7248"/>
                  </a:lnTo>
                  <a:lnTo>
                    <a:pt x="7325" y="6862"/>
                  </a:lnTo>
                  <a:lnTo>
                    <a:pt x="8250" y="6400"/>
                  </a:lnTo>
                  <a:lnTo>
                    <a:pt x="9253" y="6091"/>
                  </a:lnTo>
                  <a:lnTo>
                    <a:pt x="10178" y="5783"/>
                  </a:lnTo>
                  <a:lnTo>
                    <a:pt x="11180" y="5552"/>
                  </a:lnTo>
                  <a:lnTo>
                    <a:pt x="34003" y="5629"/>
                  </a:lnTo>
                  <a:lnTo>
                    <a:pt x="34157" y="5629"/>
                  </a:lnTo>
                  <a:lnTo>
                    <a:pt x="34157" y="5475"/>
                  </a:lnTo>
                  <a:lnTo>
                    <a:pt x="34157" y="483"/>
                  </a:lnTo>
                  <a:lnTo>
                    <a:pt x="34157" y="483"/>
                  </a:lnTo>
                  <a:lnTo>
                    <a:pt x="43641" y="7633"/>
                  </a:lnTo>
                  <a:lnTo>
                    <a:pt x="53255" y="14729"/>
                  </a:lnTo>
                  <a:lnTo>
                    <a:pt x="53255" y="14729"/>
                  </a:lnTo>
                  <a:lnTo>
                    <a:pt x="34080" y="29642"/>
                  </a:lnTo>
                  <a:lnTo>
                    <a:pt x="34080" y="29642"/>
                  </a:lnTo>
                  <a:lnTo>
                    <a:pt x="34080" y="24596"/>
                  </a:lnTo>
                  <a:lnTo>
                    <a:pt x="34080" y="24519"/>
                  </a:lnTo>
                  <a:lnTo>
                    <a:pt x="12954" y="24519"/>
                  </a:lnTo>
                  <a:lnTo>
                    <a:pt x="11720" y="24596"/>
                  </a:lnTo>
                  <a:lnTo>
                    <a:pt x="10486" y="24751"/>
                  </a:lnTo>
                  <a:lnTo>
                    <a:pt x="9253" y="25059"/>
                  </a:lnTo>
                  <a:lnTo>
                    <a:pt x="8096" y="25522"/>
                  </a:lnTo>
                  <a:lnTo>
                    <a:pt x="7017" y="26061"/>
                  </a:lnTo>
                  <a:lnTo>
                    <a:pt x="5937" y="26755"/>
                  </a:lnTo>
                  <a:lnTo>
                    <a:pt x="5012" y="27526"/>
                  </a:lnTo>
                  <a:lnTo>
                    <a:pt x="4087" y="28374"/>
                  </a:lnTo>
                  <a:lnTo>
                    <a:pt x="3316" y="29377"/>
                  </a:lnTo>
                  <a:lnTo>
                    <a:pt x="3316" y="29377"/>
                  </a:lnTo>
                  <a:lnTo>
                    <a:pt x="4164" y="28452"/>
                  </a:lnTo>
                  <a:lnTo>
                    <a:pt x="5012" y="27603"/>
                  </a:lnTo>
                  <a:lnTo>
                    <a:pt x="6014" y="26832"/>
                  </a:lnTo>
                  <a:lnTo>
                    <a:pt x="7017" y="26138"/>
                  </a:lnTo>
                  <a:lnTo>
                    <a:pt x="8173" y="25599"/>
                  </a:lnTo>
                  <a:lnTo>
                    <a:pt x="9330" y="25213"/>
                  </a:lnTo>
                  <a:lnTo>
                    <a:pt x="10486" y="24905"/>
                  </a:lnTo>
                  <a:lnTo>
                    <a:pt x="11720" y="24751"/>
                  </a:lnTo>
                  <a:lnTo>
                    <a:pt x="12954" y="24673"/>
                  </a:lnTo>
                  <a:lnTo>
                    <a:pt x="33926" y="24673"/>
                  </a:lnTo>
                  <a:lnTo>
                    <a:pt x="33926" y="29839"/>
                  </a:lnTo>
                  <a:lnTo>
                    <a:pt x="33926" y="30071"/>
                  </a:lnTo>
                  <a:lnTo>
                    <a:pt x="34080" y="29917"/>
                  </a:lnTo>
                  <a:lnTo>
                    <a:pt x="53511" y="14804"/>
                  </a:lnTo>
                  <a:lnTo>
                    <a:pt x="53665" y="14727"/>
                  </a:lnTo>
                  <a:lnTo>
                    <a:pt x="53511" y="14650"/>
                  </a:lnTo>
                  <a:lnTo>
                    <a:pt x="43795" y="7325"/>
                  </a:lnTo>
                  <a:lnTo>
                    <a:pt x="34080" y="154"/>
                  </a:lnTo>
                  <a:lnTo>
                    <a:pt x="33849" y="0"/>
                  </a:lnTo>
                  <a:close/>
                  <a:moveTo>
                    <a:pt x="3316" y="29377"/>
                  </a:moveTo>
                  <a:lnTo>
                    <a:pt x="2544" y="30379"/>
                  </a:lnTo>
                  <a:lnTo>
                    <a:pt x="1928" y="31382"/>
                  </a:lnTo>
                  <a:lnTo>
                    <a:pt x="1311" y="32538"/>
                  </a:lnTo>
                  <a:lnTo>
                    <a:pt x="848" y="33618"/>
                  </a:lnTo>
                  <a:lnTo>
                    <a:pt x="386" y="34851"/>
                  </a:lnTo>
                  <a:lnTo>
                    <a:pt x="77" y="36008"/>
                  </a:lnTo>
                  <a:lnTo>
                    <a:pt x="77" y="36008"/>
                  </a:lnTo>
                  <a:lnTo>
                    <a:pt x="463" y="34851"/>
                  </a:lnTo>
                  <a:lnTo>
                    <a:pt x="848" y="33695"/>
                  </a:lnTo>
                  <a:lnTo>
                    <a:pt x="1388" y="32538"/>
                  </a:lnTo>
                  <a:lnTo>
                    <a:pt x="1928" y="31459"/>
                  </a:lnTo>
                  <a:lnTo>
                    <a:pt x="2622" y="30379"/>
                  </a:lnTo>
                  <a:lnTo>
                    <a:pt x="3316" y="29377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9" name="Google Shape;79;p16"/>
            <p:cNvGrpSpPr/>
            <p:nvPr/>
          </p:nvGrpSpPr>
          <p:grpSpPr>
            <a:xfrm flipH="1" rot="10800000">
              <a:off x="729625" y="1832013"/>
              <a:ext cx="7686675" cy="2424450"/>
              <a:chOff x="1152525" y="1927263"/>
              <a:chExt cx="7686675" cy="2424450"/>
            </a:xfrm>
          </p:grpSpPr>
          <p:sp>
            <p:nvSpPr>
              <p:cNvPr id="80" name="Google Shape;80;p16"/>
              <p:cNvSpPr/>
              <p:nvPr/>
            </p:nvSpPr>
            <p:spPr>
              <a:xfrm rot="10800000">
                <a:off x="7503350" y="3451513"/>
                <a:ext cx="1333925" cy="894425"/>
              </a:xfrm>
              <a:custGeom>
                <a:rect b="b" l="l" r="r" t="t"/>
                <a:pathLst>
                  <a:path extrusionOk="0" h="35777" w="53357">
                    <a:moveTo>
                      <a:pt x="33926" y="0"/>
                    </a:moveTo>
                    <a:lnTo>
                      <a:pt x="33926" y="5244"/>
                    </a:lnTo>
                    <a:lnTo>
                      <a:pt x="11103" y="5244"/>
                    </a:lnTo>
                    <a:lnTo>
                      <a:pt x="10641" y="5321"/>
                    </a:lnTo>
                    <a:lnTo>
                      <a:pt x="9330" y="5706"/>
                    </a:lnTo>
                    <a:lnTo>
                      <a:pt x="8559" y="5937"/>
                    </a:lnTo>
                    <a:lnTo>
                      <a:pt x="7556" y="6323"/>
                    </a:lnTo>
                    <a:lnTo>
                      <a:pt x="6554" y="6786"/>
                    </a:lnTo>
                    <a:lnTo>
                      <a:pt x="5552" y="7402"/>
                    </a:lnTo>
                    <a:lnTo>
                      <a:pt x="4549" y="8096"/>
                    </a:lnTo>
                    <a:lnTo>
                      <a:pt x="3547" y="8945"/>
                    </a:lnTo>
                    <a:lnTo>
                      <a:pt x="2545" y="9870"/>
                    </a:lnTo>
                    <a:lnTo>
                      <a:pt x="2159" y="10410"/>
                    </a:lnTo>
                    <a:lnTo>
                      <a:pt x="1696" y="10949"/>
                    </a:lnTo>
                    <a:lnTo>
                      <a:pt x="1388" y="11566"/>
                    </a:lnTo>
                    <a:lnTo>
                      <a:pt x="1002" y="12183"/>
                    </a:lnTo>
                    <a:lnTo>
                      <a:pt x="694" y="12877"/>
                    </a:lnTo>
                    <a:lnTo>
                      <a:pt x="463" y="13648"/>
                    </a:lnTo>
                    <a:lnTo>
                      <a:pt x="309" y="14419"/>
                    </a:lnTo>
                    <a:lnTo>
                      <a:pt x="154" y="15190"/>
                    </a:lnTo>
                    <a:lnTo>
                      <a:pt x="0" y="16038"/>
                    </a:lnTo>
                    <a:lnTo>
                      <a:pt x="0" y="16963"/>
                    </a:lnTo>
                    <a:lnTo>
                      <a:pt x="0" y="32076"/>
                    </a:lnTo>
                    <a:lnTo>
                      <a:pt x="0" y="35777"/>
                    </a:lnTo>
                    <a:lnTo>
                      <a:pt x="154" y="35314"/>
                    </a:lnTo>
                    <a:lnTo>
                      <a:pt x="540" y="34003"/>
                    </a:lnTo>
                    <a:lnTo>
                      <a:pt x="925" y="33155"/>
                    </a:lnTo>
                    <a:lnTo>
                      <a:pt x="1311" y="32153"/>
                    </a:lnTo>
                    <a:lnTo>
                      <a:pt x="1851" y="31151"/>
                    </a:lnTo>
                    <a:lnTo>
                      <a:pt x="2545" y="30071"/>
                    </a:lnTo>
                    <a:lnTo>
                      <a:pt x="3316" y="28992"/>
                    </a:lnTo>
                    <a:lnTo>
                      <a:pt x="4241" y="27989"/>
                    </a:lnTo>
                    <a:lnTo>
                      <a:pt x="5320" y="26987"/>
                    </a:lnTo>
                    <a:lnTo>
                      <a:pt x="5860" y="26601"/>
                    </a:lnTo>
                    <a:lnTo>
                      <a:pt x="6477" y="26139"/>
                    </a:lnTo>
                    <a:lnTo>
                      <a:pt x="7171" y="25753"/>
                    </a:lnTo>
                    <a:lnTo>
                      <a:pt x="7865" y="25445"/>
                    </a:lnTo>
                    <a:lnTo>
                      <a:pt x="8636" y="25136"/>
                    </a:lnTo>
                    <a:lnTo>
                      <a:pt x="9407" y="24828"/>
                    </a:lnTo>
                    <a:lnTo>
                      <a:pt x="10178" y="24674"/>
                    </a:lnTo>
                    <a:lnTo>
                      <a:pt x="11103" y="24520"/>
                    </a:lnTo>
                    <a:lnTo>
                      <a:pt x="12028" y="24365"/>
                    </a:lnTo>
                    <a:lnTo>
                      <a:pt x="33926" y="24365"/>
                    </a:lnTo>
                    <a:lnTo>
                      <a:pt x="33926" y="29608"/>
                    </a:lnTo>
                    <a:lnTo>
                      <a:pt x="53357" y="14496"/>
                    </a:lnTo>
                    <a:lnTo>
                      <a:pt x="3392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6"/>
              <p:cNvSpPr/>
              <p:nvPr/>
            </p:nvSpPr>
            <p:spPr>
              <a:xfrm rot="10800000">
                <a:off x="7497575" y="3451513"/>
                <a:ext cx="1341625" cy="900200"/>
              </a:xfrm>
              <a:custGeom>
                <a:rect b="b" l="l" r="r" t="t"/>
                <a:pathLst>
                  <a:path extrusionOk="0" h="36008" w="53665">
                    <a:moveTo>
                      <a:pt x="33849" y="0"/>
                    </a:moveTo>
                    <a:lnTo>
                      <a:pt x="33849" y="231"/>
                    </a:lnTo>
                    <a:lnTo>
                      <a:pt x="33849" y="5321"/>
                    </a:lnTo>
                    <a:lnTo>
                      <a:pt x="33849" y="5321"/>
                    </a:lnTo>
                    <a:lnTo>
                      <a:pt x="11180" y="5397"/>
                    </a:lnTo>
                    <a:lnTo>
                      <a:pt x="10178" y="5629"/>
                    </a:lnTo>
                    <a:lnTo>
                      <a:pt x="9175" y="5937"/>
                    </a:lnTo>
                    <a:lnTo>
                      <a:pt x="8250" y="6246"/>
                    </a:lnTo>
                    <a:lnTo>
                      <a:pt x="7248" y="6631"/>
                    </a:lnTo>
                    <a:lnTo>
                      <a:pt x="6323" y="7094"/>
                    </a:lnTo>
                    <a:lnTo>
                      <a:pt x="5474" y="7633"/>
                    </a:lnTo>
                    <a:lnTo>
                      <a:pt x="4626" y="8250"/>
                    </a:lnTo>
                    <a:lnTo>
                      <a:pt x="3778" y="8867"/>
                    </a:lnTo>
                    <a:lnTo>
                      <a:pt x="3084" y="9561"/>
                    </a:lnTo>
                    <a:lnTo>
                      <a:pt x="2390" y="10332"/>
                    </a:lnTo>
                    <a:lnTo>
                      <a:pt x="1773" y="11180"/>
                    </a:lnTo>
                    <a:lnTo>
                      <a:pt x="1234" y="12028"/>
                    </a:lnTo>
                    <a:lnTo>
                      <a:pt x="771" y="12954"/>
                    </a:lnTo>
                    <a:lnTo>
                      <a:pt x="463" y="13956"/>
                    </a:lnTo>
                    <a:lnTo>
                      <a:pt x="231" y="14958"/>
                    </a:lnTo>
                    <a:lnTo>
                      <a:pt x="77" y="15961"/>
                    </a:lnTo>
                    <a:lnTo>
                      <a:pt x="0" y="16963"/>
                    </a:lnTo>
                    <a:lnTo>
                      <a:pt x="0" y="17965"/>
                    </a:lnTo>
                    <a:lnTo>
                      <a:pt x="0" y="20047"/>
                    </a:lnTo>
                    <a:lnTo>
                      <a:pt x="77" y="24134"/>
                    </a:lnTo>
                    <a:lnTo>
                      <a:pt x="154" y="20047"/>
                    </a:lnTo>
                    <a:lnTo>
                      <a:pt x="154" y="17965"/>
                    </a:lnTo>
                    <a:lnTo>
                      <a:pt x="154" y="16963"/>
                    </a:lnTo>
                    <a:lnTo>
                      <a:pt x="231" y="15961"/>
                    </a:lnTo>
                    <a:lnTo>
                      <a:pt x="386" y="14958"/>
                    </a:lnTo>
                    <a:lnTo>
                      <a:pt x="617" y="13956"/>
                    </a:lnTo>
                    <a:lnTo>
                      <a:pt x="925" y="13031"/>
                    </a:lnTo>
                    <a:lnTo>
                      <a:pt x="1388" y="12105"/>
                    </a:lnTo>
                    <a:lnTo>
                      <a:pt x="1851" y="11257"/>
                    </a:lnTo>
                    <a:lnTo>
                      <a:pt x="2467" y="10409"/>
                    </a:lnTo>
                    <a:lnTo>
                      <a:pt x="3161" y="9638"/>
                    </a:lnTo>
                    <a:lnTo>
                      <a:pt x="3932" y="8944"/>
                    </a:lnTo>
                    <a:lnTo>
                      <a:pt x="4703" y="8327"/>
                    </a:lnTo>
                    <a:lnTo>
                      <a:pt x="5552" y="7788"/>
                    </a:lnTo>
                    <a:lnTo>
                      <a:pt x="6400" y="7248"/>
                    </a:lnTo>
                    <a:lnTo>
                      <a:pt x="7325" y="6862"/>
                    </a:lnTo>
                    <a:lnTo>
                      <a:pt x="8250" y="6400"/>
                    </a:lnTo>
                    <a:lnTo>
                      <a:pt x="9253" y="6091"/>
                    </a:lnTo>
                    <a:lnTo>
                      <a:pt x="10178" y="5783"/>
                    </a:lnTo>
                    <a:lnTo>
                      <a:pt x="11180" y="5552"/>
                    </a:lnTo>
                    <a:lnTo>
                      <a:pt x="34003" y="5629"/>
                    </a:lnTo>
                    <a:lnTo>
                      <a:pt x="34157" y="5629"/>
                    </a:lnTo>
                    <a:lnTo>
                      <a:pt x="34157" y="5475"/>
                    </a:lnTo>
                    <a:lnTo>
                      <a:pt x="34157" y="483"/>
                    </a:lnTo>
                    <a:lnTo>
                      <a:pt x="34157" y="483"/>
                    </a:lnTo>
                    <a:lnTo>
                      <a:pt x="43641" y="7633"/>
                    </a:lnTo>
                    <a:lnTo>
                      <a:pt x="53255" y="14729"/>
                    </a:lnTo>
                    <a:lnTo>
                      <a:pt x="53255" y="14729"/>
                    </a:lnTo>
                    <a:lnTo>
                      <a:pt x="34080" y="29642"/>
                    </a:lnTo>
                    <a:lnTo>
                      <a:pt x="34080" y="29642"/>
                    </a:lnTo>
                    <a:lnTo>
                      <a:pt x="34080" y="24596"/>
                    </a:lnTo>
                    <a:lnTo>
                      <a:pt x="34080" y="24519"/>
                    </a:lnTo>
                    <a:lnTo>
                      <a:pt x="12954" y="24519"/>
                    </a:lnTo>
                    <a:lnTo>
                      <a:pt x="11720" y="24596"/>
                    </a:lnTo>
                    <a:lnTo>
                      <a:pt x="10486" y="24751"/>
                    </a:lnTo>
                    <a:lnTo>
                      <a:pt x="9253" y="25059"/>
                    </a:lnTo>
                    <a:lnTo>
                      <a:pt x="8096" y="25522"/>
                    </a:lnTo>
                    <a:lnTo>
                      <a:pt x="7017" y="26061"/>
                    </a:lnTo>
                    <a:lnTo>
                      <a:pt x="5937" y="26755"/>
                    </a:lnTo>
                    <a:lnTo>
                      <a:pt x="5012" y="27526"/>
                    </a:lnTo>
                    <a:lnTo>
                      <a:pt x="4087" y="28374"/>
                    </a:lnTo>
                    <a:lnTo>
                      <a:pt x="3316" y="29377"/>
                    </a:lnTo>
                    <a:lnTo>
                      <a:pt x="3316" y="29377"/>
                    </a:lnTo>
                    <a:lnTo>
                      <a:pt x="4164" y="28452"/>
                    </a:lnTo>
                    <a:lnTo>
                      <a:pt x="5012" y="27603"/>
                    </a:lnTo>
                    <a:lnTo>
                      <a:pt x="6014" y="26832"/>
                    </a:lnTo>
                    <a:lnTo>
                      <a:pt x="7017" y="26138"/>
                    </a:lnTo>
                    <a:lnTo>
                      <a:pt x="8173" y="25599"/>
                    </a:lnTo>
                    <a:lnTo>
                      <a:pt x="9330" y="25213"/>
                    </a:lnTo>
                    <a:lnTo>
                      <a:pt x="10486" y="24905"/>
                    </a:lnTo>
                    <a:lnTo>
                      <a:pt x="11720" y="24751"/>
                    </a:lnTo>
                    <a:lnTo>
                      <a:pt x="12954" y="24673"/>
                    </a:lnTo>
                    <a:lnTo>
                      <a:pt x="33926" y="24673"/>
                    </a:lnTo>
                    <a:lnTo>
                      <a:pt x="33926" y="29839"/>
                    </a:lnTo>
                    <a:lnTo>
                      <a:pt x="33926" y="30071"/>
                    </a:lnTo>
                    <a:lnTo>
                      <a:pt x="34080" y="29917"/>
                    </a:lnTo>
                    <a:lnTo>
                      <a:pt x="53511" y="14804"/>
                    </a:lnTo>
                    <a:lnTo>
                      <a:pt x="53665" y="14727"/>
                    </a:lnTo>
                    <a:lnTo>
                      <a:pt x="53511" y="14650"/>
                    </a:lnTo>
                    <a:lnTo>
                      <a:pt x="43795" y="7325"/>
                    </a:lnTo>
                    <a:lnTo>
                      <a:pt x="34080" y="154"/>
                    </a:lnTo>
                    <a:lnTo>
                      <a:pt x="33849" y="0"/>
                    </a:lnTo>
                    <a:close/>
                    <a:moveTo>
                      <a:pt x="3316" y="29377"/>
                    </a:moveTo>
                    <a:lnTo>
                      <a:pt x="2544" y="30379"/>
                    </a:lnTo>
                    <a:lnTo>
                      <a:pt x="1928" y="31382"/>
                    </a:lnTo>
                    <a:lnTo>
                      <a:pt x="1311" y="32538"/>
                    </a:lnTo>
                    <a:lnTo>
                      <a:pt x="848" y="33618"/>
                    </a:lnTo>
                    <a:lnTo>
                      <a:pt x="386" y="34851"/>
                    </a:lnTo>
                    <a:lnTo>
                      <a:pt x="77" y="36008"/>
                    </a:lnTo>
                    <a:lnTo>
                      <a:pt x="77" y="36008"/>
                    </a:lnTo>
                    <a:lnTo>
                      <a:pt x="463" y="34851"/>
                    </a:lnTo>
                    <a:lnTo>
                      <a:pt x="848" y="33695"/>
                    </a:lnTo>
                    <a:lnTo>
                      <a:pt x="1388" y="32538"/>
                    </a:lnTo>
                    <a:lnTo>
                      <a:pt x="1928" y="31459"/>
                    </a:lnTo>
                    <a:lnTo>
                      <a:pt x="2622" y="30379"/>
                    </a:lnTo>
                    <a:lnTo>
                      <a:pt x="3316" y="29377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16"/>
              <p:cNvSpPr/>
              <p:nvPr/>
            </p:nvSpPr>
            <p:spPr>
              <a:xfrm>
                <a:off x="1154450" y="1933038"/>
                <a:ext cx="1333925" cy="894425"/>
              </a:xfrm>
              <a:custGeom>
                <a:rect b="b" l="l" r="r" t="t"/>
                <a:pathLst>
                  <a:path extrusionOk="0" h="35777" w="53357">
                    <a:moveTo>
                      <a:pt x="33926" y="0"/>
                    </a:moveTo>
                    <a:lnTo>
                      <a:pt x="33926" y="5244"/>
                    </a:lnTo>
                    <a:lnTo>
                      <a:pt x="11103" y="5244"/>
                    </a:lnTo>
                    <a:lnTo>
                      <a:pt x="10641" y="5321"/>
                    </a:lnTo>
                    <a:lnTo>
                      <a:pt x="9330" y="5706"/>
                    </a:lnTo>
                    <a:lnTo>
                      <a:pt x="8559" y="5937"/>
                    </a:lnTo>
                    <a:lnTo>
                      <a:pt x="7556" y="6323"/>
                    </a:lnTo>
                    <a:lnTo>
                      <a:pt x="6554" y="6786"/>
                    </a:lnTo>
                    <a:lnTo>
                      <a:pt x="5552" y="7402"/>
                    </a:lnTo>
                    <a:lnTo>
                      <a:pt x="4549" y="8096"/>
                    </a:lnTo>
                    <a:lnTo>
                      <a:pt x="3547" y="8945"/>
                    </a:lnTo>
                    <a:lnTo>
                      <a:pt x="2545" y="9870"/>
                    </a:lnTo>
                    <a:lnTo>
                      <a:pt x="2159" y="10410"/>
                    </a:lnTo>
                    <a:lnTo>
                      <a:pt x="1696" y="10949"/>
                    </a:lnTo>
                    <a:lnTo>
                      <a:pt x="1388" y="11566"/>
                    </a:lnTo>
                    <a:lnTo>
                      <a:pt x="1002" y="12183"/>
                    </a:lnTo>
                    <a:lnTo>
                      <a:pt x="694" y="12877"/>
                    </a:lnTo>
                    <a:lnTo>
                      <a:pt x="463" y="13648"/>
                    </a:lnTo>
                    <a:lnTo>
                      <a:pt x="309" y="14419"/>
                    </a:lnTo>
                    <a:lnTo>
                      <a:pt x="154" y="15190"/>
                    </a:lnTo>
                    <a:lnTo>
                      <a:pt x="0" y="16038"/>
                    </a:lnTo>
                    <a:lnTo>
                      <a:pt x="0" y="16963"/>
                    </a:lnTo>
                    <a:lnTo>
                      <a:pt x="0" y="32076"/>
                    </a:lnTo>
                    <a:lnTo>
                      <a:pt x="0" y="35777"/>
                    </a:lnTo>
                    <a:lnTo>
                      <a:pt x="154" y="35314"/>
                    </a:lnTo>
                    <a:lnTo>
                      <a:pt x="540" y="34003"/>
                    </a:lnTo>
                    <a:lnTo>
                      <a:pt x="925" y="33155"/>
                    </a:lnTo>
                    <a:lnTo>
                      <a:pt x="1311" y="32153"/>
                    </a:lnTo>
                    <a:lnTo>
                      <a:pt x="1851" y="31151"/>
                    </a:lnTo>
                    <a:lnTo>
                      <a:pt x="2545" y="30071"/>
                    </a:lnTo>
                    <a:lnTo>
                      <a:pt x="3316" y="28992"/>
                    </a:lnTo>
                    <a:lnTo>
                      <a:pt x="4241" y="27989"/>
                    </a:lnTo>
                    <a:lnTo>
                      <a:pt x="5320" y="26987"/>
                    </a:lnTo>
                    <a:lnTo>
                      <a:pt x="5860" y="26601"/>
                    </a:lnTo>
                    <a:lnTo>
                      <a:pt x="6477" y="26139"/>
                    </a:lnTo>
                    <a:lnTo>
                      <a:pt x="7171" y="25753"/>
                    </a:lnTo>
                    <a:lnTo>
                      <a:pt x="7865" y="25445"/>
                    </a:lnTo>
                    <a:lnTo>
                      <a:pt x="8636" y="25136"/>
                    </a:lnTo>
                    <a:lnTo>
                      <a:pt x="9407" y="24828"/>
                    </a:lnTo>
                    <a:lnTo>
                      <a:pt x="10178" y="24674"/>
                    </a:lnTo>
                    <a:lnTo>
                      <a:pt x="11103" y="24520"/>
                    </a:lnTo>
                    <a:lnTo>
                      <a:pt x="12028" y="24365"/>
                    </a:lnTo>
                    <a:lnTo>
                      <a:pt x="33926" y="24365"/>
                    </a:lnTo>
                    <a:lnTo>
                      <a:pt x="33926" y="29608"/>
                    </a:lnTo>
                    <a:lnTo>
                      <a:pt x="53357" y="14496"/>
                    </a:lnTo>
                    <a:lnTo>
                      <a:pt x="339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16"/>
              <p:cNvSpPr/>
              <p:nvPr/>
            </p:nvSpPr>
            <p:spPr>
              <a:xfrm>
                <a:off x="1152525" y="1927263"/>
                <a:ext cx="1341625" cy="900200"/>
              </a:xfrm>
              <a:custGeom>
                <a:rect b="b" l="l" r="r" t="t"/>
                <a:pathLst>
                  <a:path extrusionOk="0" h="36008" w="53665">
                    <a:moveTo>
                      <a:pt x="33849" y="0"/>
                    </a:moveTo>
                    <a:lnTo>
                      <a:pt x="33849" y="231"/>
                    </a:lnTo>
                    <a:lnTo>
                      <a:pt x="33849" y="5321"/>
                    </a:lnTo>
                    <a:lnTo>
                      <a:pt x="33849" y="5321"/>
                    </a:lnTo>
                    <a:lnTo>
                      <a:pt x="11180" y="5397"/>
                    </a:lnTo>
                    <a:lnTo>
                      <a:pt x="10178" y="5629"/>
                    </a:lnTo>
                    <a:lnTo>
                      <a:pt x="9175" y="5937"/>
                    </a:lnTo>
                    <a:lnTo>
                      <a:pt x="8250" y="6246"/>
                    </a:lnTo>
                    <a:lnTo>
                      <a:pt x="7248" y="6631"/>
                    </a:lnTo>
                    <a:lnTo>
                      <a:pt x="6323" y="7094"/>
                    </a:lnTo>
                    <a:lnTo>
                      <a:pt x="5474" y="7633"/>
                    </a:lnTo>
                    <a:lnTo>
                      <a:pt x="4626" y="8250"/>
                    </a:lnTo>
                    <a:lnTo>
                      <a:pt x="3778" y="8867"/>
                    </a:lnTo>
                    <a:lnTo>
                      <a:pt x="3084" y="9561"/>
                    </a:lnTo>
                    <a:lnTo>
                      <a:pt x="2390" y="10332"/>
                    </a:lnTo>
                    <a:lnTo>
                      <a:pt x="1773" y="11180"/>
                    </a:lnTo>
                    <a:lnTo>
                      <a:pt x="1234" y="12028"/>
                    </a:lnTo>
                    <a:lnTo>
                      <a:pt x="771" y="12954"/>
                    </a:lnTo>
                    <a:lnTo>
                      <a:pt x="463" y="13956"/>
                    </a:lnTo>
                    <a:lnTo>
                      <a:pt x="231" y="14958"/>
                    </a:lnTo>
                    <a:lnTo>
                      <a:pt x="77" y="15961"/>
                    </a:lnTo>
                    <a:lnTo>
                      <a:pt x="0" y="16963"/>
                    </a:lnTo>
                    <a:lnTo>
                      <a:pt x="0" y="17965"/>
                    </a:lnTo>
                    <a:lnTo>
                      <a:pt x="0" y="20047"/>
                    </a:lnTo>
                    <a:lnTo>
                      <a:pt x="77" y="24134"/>
                    </a:lnTo>
                    <a:lnTo>
                      <a:pt x="154" y="20047"/>
                    </a:lnTo>
                    <a:lnTo>
                      <a:pt x="154" y="17965"/>
                    </a:lnTo>
                    <a:lnTo>
                      <a:pt x="154" y="16963"/>
                    </a:lnTo>
                    <a:lnTo>
                      <a:pt x="231" y="15961"/>
                    </a:lnTo>
                    <a:lnTo>
                      <a:pt x="386" y="14958"/>
                    </a:lnTo>
                    <a:lnTo>
                      <a:pt x="617" y="13956"/>
                    </a:lnTo>
                    <a:lnTo>
                      <a:pt x="925" y="13031"/>
                    </a:lnTo>
                    <a:lnTo>
                      <a:pt x="1388" y="12105"/>
                    </a:lnTo>
                    <a:lnTo>
                      <a:pt x="1851" y="11257"/>
                    </a:lnTo>
                    <a:lnTo>
                      <a:pt x="2467" y="10409"/>
                    </a:lnTo>
                    <a:lnTo>
                      <a:pt x="3161" y="9638"/>
                    </a:lnTo>
                    <a:lnTo>
                      <a:pt x="3932" y="8944"/>
                    </a:lnTo>
                    <a:lnTo>
                      <a:pt x="4703" y="8327"/>
                    </a:lnTo>
                    <a:lnTo>
                      <a:pt x="5552" y="7788"/>
                    </a:lnTo>
                    <a:lnTo>
                      <a:pt x="6400" y="7248"/>
                    </a:lnTo>
                    <a:lnTo>
                      <a:pt x="7325" y="6862"/>
                    </a:lnTo>
                    <a:lnTo>
                      <a:pt x="8250" y="6400"/>
                    </a:lnTo>
                    <a:lnTo>
                      <a:pt x="9253" y="6091"/>
                    </a:lnTo>
                    <a:lnTo>
                      <a:pt x="10178" y="5783"/>
                    </a:lnTo>
                    <a:lnTo>
                      <a:pt x="11180" y="5552"/>
                    </a:lnTo>
                    <a:lnTo>
                      <a:pt x="34003" y="5629"/>
                    </a:lnTo>
                    <a:lnTo>
                      <a:pt x="34157" y="5629"/>
                    </a:lnTo>
                    <a:lnTo>
                      <a:pt x="34157" y="5475"/>
                    </a:lnTo>
                    <a:lnTo>
                      <a:pt x="34157" y="483"/>
                    </a:lnTo>
                    <a:lnTo>
                      <a:pt x="34157" y="483"/>
                    </a:lnTo>
                    <a:lnTo>
                      <a:pt x="43641" y="7633"/>
                    </a:lnTo>
                    <a:lnTo>
                      <a:pt x="53255" y="14729"/>
                    </a:lnTo>
                    <a:lnTo>
                      <a:pt x="53255" y="14729"/>
                    </a:lnTo>
                    <a:lnTo>
                      <a:pt x="34080" y="29642"/>
                    </a:lnTo>
                    <a:lnTo>
                      <a:pt x="34080" y="29642"/>
                    </a:lnTo>
                    <a:lnTo>
                      <a:pt x="34080" y="24596"/>
                    </a:lnTo>
                    <a:lnTo>
                      <a:pt x="34080" y="24519"/>
                    </a:lnTo>
                    <a:lnTo>
                      <a:pt x="12954" y="24519"/>
                    </a:lnTo>
                    <a:lnTo>
                      <a:pt x="11720" y="24596"/>
                    </a:lnTo>
                    <a:lnTo>
                      <a:pt x="10486" y="24751"/>
                    </a:lnTo>
                    <a:lnTo>
                      <a:pt x="9253" y="25059"/>
                    </a:lnTo>
                    <a:lnTo>
                      <a:pt x="8096" y="25522"/>
                    </a:lnTo>
                    <a:lnTo>
                      <a:pt x="7017" y="26061"/>
                    </a:lnTo>
                    <a:lnTo>
                      <a:pt x="5937" y="26755"/>
                    </a:lnTo>
                    <a:lnTo>
                      <a:pt x="5012" y="27526"/>
                    </a:lnTo>
                    <a:lnTo>
                      <a:pt x="4087" y="28374"/>
                    </a:lnTo>
                    <a:lnTo>
                      <a:pt x="3316" y="29377"/>
                    </a:lnTo>
                    <a:lnTo>
                      <a:pt x="3316" y="29377"/>
                    </a:lnTo>
                    <a:lnTo>
                      <a:pt x="4164" y="28452"/>
                    </a:lnTo>
                    <a:lnTo>
                      <a:pt x="5012" y="27603"/>
                    </a:lnTo>
                    <a:lnTo>
                      <a:pt x="6014" y="26832"/>
                    </a:lnTo>
                    <a:lnTo>
                      <a:pt x="7017" y="26138"/>
                    </a:lnTo>
                    <a:lnTo>
                      <a:pt x="8173" y="25599"/>
                    </a:lnTo>
                    <a:lnTo>
                      <a:pt x="9330" y="25213"/>
                    </a:lnTo>
                    <a:lnTo>
                      <a:pt x="10486" y="24905"/>
                    </a:lnTo>
                    <a:lnTo>
                      <a:pt x="11720" y="24751"/>
                    </a:lnTo>
                    <a:lnTo>
                      <a:pt x="12954" y="24673"/>
                    </a:lnTo>
                    <a:lnTo>
                      <a:pt x="33926" y="24673"/>
                    </a:lnTo>
                    <a:lnTo>
                      <a:pt x="33926" y="29839"/>
                    </a:lnTo>
                    <a:lnTo>
                      <a:pt x="33926" y="30071"/>
                    </a:lnTo>
                    <a:lnTo>
                      <a:pt x="34080" y="29917"/>
                    </a:lnTo>
                    <a:lnTo>
                      <a:pt x="53511" y="14804"/>
                    </a:lnTo>
                    <a:lnTo>
                      <a:pt x="53665" y="14727"/>
                    </a:lnTo>
                    <a:lnTo>
                      <a:pt x="53511" y="14650"/>
                    </a:lnTo>
                    <a:lnTo>
                      <a:pt x="43795" y="7325"/>
                    </a:lnTo>
                    <a:lnTo>
                      <a:pt x="34080" y="154"/>
                    </a:lnTo>
                    <a:lnTo>
                      <a:pt x="33849" y="0"/>
                    </a:lnTo>
                    <a:close/>
                    <a:moveTo>
                      <a:pt x="3316" y="29377"/>
                    </a:moveTo>
                    <a:lnTo>
                      <a:pt x="2544" y="30379"/>
                    </a:lnTo>
                    <a:lnTo>
                      <a:pt x="1928" y="31382"/>
                    </a:lnTo>
                    <a:lnTo>
                      <a:pt x="1311" y="32538"/>
                    </a:lnTo>
                    <a:lnTo>
                      <a:pt x="848" y="33618"/>
                    </a:lnTo>
                    <a:lnTo>
                      <a:pt x="386" y="34851"/>
                    </a:lnTo>
                    <a:lnTo>
                      <a:pt x="77" y="36008"/>
                    </a:lnTo>
                    <a:lnTo>
                      <a:pt x="77" y="36008"/>
                    </a:lnTo>
                    <a:lnTo>
                      <a:pt x="463" y="34851"/>
                    </a:lnTo>
                    <a:lnTo>
                      <a:pt x="848" y="33695"/>
                    </a:lnTo>
                    <a:lnTo>
                      <a:pt x="1388" y="32538"/>
                    </a:lnTo>
                    <a:lnTo>
                      <a:pt x="1928" y="31459"/>
                    </a:lnTo>
                    <a:lnTo>
                      <a:pt x="2622" y="30379"/>
                    </a:lnTo>
                    <a:lnTo>
                      <a:pt x="3316" y="29377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4" name="Google Shape;84;p16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Doodle Banner </a:t>
            </a:r>
            <a:r>
              <a:rPr lang="en">
                <a:solidFill>
                  <a:schemeClr val="dk1"/>
                </a:solidFill>
              </a:rPr>
              <a:t>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2204075" y="1959563"/>
            <a:ext cx="1781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planet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2204075" y="3675888"/>
            <a:ext cx="1781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h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 a beautiful name and is the second planet from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6"/>
          <p:cNvSpPr txBox="1"/>
          <p:nvPr/>
        </p:nvSpPr>
        <p:spPr>
          <a:xfrm flipH="1">
            <a:off x="5080400" y="1959563"/>
            <a:ext cx="1781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being red, planet Mars is actually a cold place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6"/>
          <p:cNvSpPr txBox="1"/>
          <p:nvPr/>
        </p:nvSpPr>
        <p:spPr>
          <a:xfrm flipH="1">
            <a:off x="5080400" y="3675888"/>
            <a:ext cx="1781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2204075" y="3341100"/>
            <a:ext cx="17049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Venus</a:t>
            </a:r>
            <a:endParaRPr sz="17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5156900" y="3343588"/>
            <a:ext cx="17049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Jupiter</a:t>
            </a:r>
            <a:endParaRPr sz="17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2204075" y="1624775"/>
            <a:ext cx="17049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Mercury</a:t>
            </a:r>
            <a:endParaRPr sz="17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5156900" y="1624775"/>
            <a:ext cx="17049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Mars</a:t>
            </a:r>
            <a:endParaRPr sz="17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17"/>
          <p:cNvGrpSpPr/>
          <p:nvPr/>
        </p:nvGrpSpPr>
        <p:grpSpPr>
          <a:xfrm>
            <a:off x="1719952" y="1781425"/>
            <a:ext cx="5361577" cy="2950652"/>
            <a:chOff x="1719952" y="1781425"/>
            <a:chExt cx="5361577" cy="2950652"/>
          </a:xfrm>
        </p:grpSpPr>
        <p:grpSp>
          <p:nvGrpSpPr>
            <p:cNvPr id="98" name="Google Shape;98;p17"/>
            <p:cNvGrpSpPr/>
            <p:nvPr/>
          </p:nvGrpSpPr>
          <p:grpSpPr>
            <a:xfrm>
              <a:off x="1722474" y="1781425"/>
              <a:ext cx="5356534" cy="817594"/>
              <a:chOff x="1722474" y="1781425"/>
              <a:chExt cx="5356534" cy="817594"/>
            </a:xfrm>
          </p:grpSpPr>
          <p:sp>
            <p:nvSpPr>
              <p:cNvPr id="99" name="Google Shape;99;p17"/>
              <p:cNvSpPr/>
              <p:nvPr/>
            </p:nvSpPr>
            <p:spPr>
              <a:xfrm>
                <a:off x="1724959" y="1796688"/>
                <a:ext cx="5344035" cy="794712"/>
              </a:xfrm>
              <a:custGeom>
                <a:rect b="b" l="l" r="r" t="t"/>
                <a:pathLst>
                  <a:path extrusionOk="0" h="28896" w="148363">
                    <a:moveTo>
                      <a:pt x="1" y="1"/>
                    </a:moveTo>
                    <a:lnTo>
                      <a:pt x="1" y="28756"/>
                    </a:lnTo>
                    <a:lnTo>
                      <a:pt x="6669" y="28895"/>
                    </a:lnTo>
                    <a:lnTo>
                      <a:pt x="141139" y="28895"/>
                    </a:lnTo>
                    <a:lnTo>
                      <a:pt x="148363" y="15004"/>
                    </a:lnTo>
                    <a:lnTo>
                      <a:pt x="1405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17"/>
              <p:cNvSpPr/>
              <p:nvPr/>
            </p:nvSpPr>
            <p:spPr>
              <a:xfrm>
                <a:off x="1722474" y="1781425"/>
                <a:ext cx="5356534" cy="817594"/>
              </a:xfrm>
              <a:custGeom>
                <a:rect b="b" l="l" r="r" t="t"/>
                <a:pathLst>
                  <a:path extrusionOk="0" h="29728" w="148710">
                    <a:moveTo>
                      <a:pt x="140652" y="0"/>
                    </a:moveTo>
                    <a:lnTo>
                      <a:pt x="70361" y="69"/>
                    </a:lnTo>
                    <a:lnTo>
                      <a:pt x="70" y="208"/>
                    </a:lnTo>
                    <a:lnTo>
                      <a:pt x="0" y="208"/>
                    </a:lnTo>
                    <a:lnTo>
                      <a:pt x="0" y="278"/>
                    </a:lnTo>
                    <a:lnTo>
                      <a:pt x="70" y="29728"/>
                    </a:lnTo>
                    <a:lnTo>
                      <a:pt x="139" y="347"/>
                    </a:lnTo>
                    <a:lnTo>
                      <a:pt x="139" y="347"/>
                    </a:lnTo>
                    <a:lnTo>
                      <a:pt x="70361" y="486"/>
                    </a:lnTo>
                    <a:lnTo>
                      <a:pt x="140447" y="555"/>
                    </a:lnTo>
                    <a:lnTo>
                      <a:pt x="140447" y="555"/>
                    </a:lnTo>
                    <a:lnTo>
                      <a:pt x="148151" y="15281"/>
                    </a:lnTo>
                    <a:lnTo>
                      <a:pt x="148151" y="15281"/>
                    </a:lnTo>
                    <a:lnTo>
                      <a:pt x="141072" y="28895"/>
                    </a:lnTo>
                    <a:lnTo>
                      <a:pt x="141072" y="28895"/>
                    </a:lnTo>
                    <a:lnTo>
                      <a:pt x="73973" y="28964"/>
                    </a:lnTo>
                    <a:lnTo>
                      <a:pt x="40355" y="29033"/>
                    </a:lnTo>
                    <a:lnTo>
                      <a:pt x="6738" y="29172"/>
                    </a:lnTo>
                    <a:lnTo>
                      <a:pt x="40355" y="29311"/>
                    </a:lnTo>
                    <a:lnTo>
                      <a:pt x="73973" y="29381"/>
                    </a:lnTo>
                    <a:lnTo>
                      <a:pt x="141208" y="29450"/>
                    </a:lnTo>
                    <a:lnTo>
                      <a:pt x="141347" y="29450"/>
                    </a:lnTo>
                    <a:lnTo>
                      <a:pt x="141416" y="29311"/>
                    </a:lnTo>
                    <a:lnTo>
                      <a:pt x="148640" y="15420"/>
                    </a:lnTo>
                    <a:lnTo>
                      <a:pt x="148710" y="15281"/>
                    </a:lnTo>
                    <a:lnTo>
                      <a:pt x="148640" y="15142"/>
                    </a:lnTo>
                    <a:lnTo>
                      <a:pt x="140930" y="139"/>
                    </a:lnTo>
                    <a:lnTo>
                      <a:pt x="140791" y="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" name="Google Shape;101;p17"/>
            <p:cNvGrpSpPr/>
            <p:nvPr/>
          </p:nvGrpSpPr>
          <p:grpSpPr>
            <a:xfrm>
              <a:off x="1719952" y="2849852"/>
              <a:ext cx="5361577" cy="823342"/>
              <a:chOff x="1719952" y="2849852"/>
              <a:chExt cx="5361577" cy="823342"/>
            </a:xfrm>
          </p:grpSpPr>
          <p:sp>
            <p:nvSpPr>
              <p:cNvPr id="102" name="Google Shape;102;p17"/>
              <p:cNvSpPr/>
              <p:nvPr/>
            </p:nvSpPr>
            <p:spPr>
              <a:xfrm flipH="1">
                <a:off x="1727481" y="2865143"/>
                <a:ext cx="5344035" cy="794685"/>
              </a:xfrm>
              <a:custGeom>
                <a:rect b="b" l="l" r="r" t="t"/>
                <a:pathLst>
                  <a:path extrusionOk="0" h="28895" w="148363">
                    <a:moveTo>
                      <a:pt x="0" y="0"/>
                    </a:moveTo>
                    <a:lnTo>
                      <a:pt x="0" y="28895"/>
                    </a:lnTo>
                    <a:lnTo>
                      <a:pt x="141139" y="28895"/>
                    </a:lnTo>
                    <a:lnTo>
                      <a:pt x="148363" y="15003"/>
                    </a:lnTo>
                    <a:lnTo>
                      <a:pt x="14058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17"/>
              <p:cNvSpPr/>
              <p:nvPr/>
            </p:nvSpPr>
            <p:spPr>
              <a:xfrm flipH="1">
                <a:off x="1719952" y="2849852"/>
                <a:ext cx="5361577" cy="823342"/>
              </a:xfrm>
              <a:custGeom>
                <a:rect b="b" l="l" r="r" t="t"/>
                <a:pathLst>
                  <a:path extrusionOk="0" h="29937" w="148850">
                    <a:moveTo>
                      <a:pt x="70570" y="1"/>
                    </a:moveTo>
                    <a:lnTo>
                      <a:pt x="278" y="70"/>
                    </a:lnTo>
                    <a:lnTo>
                      <a:pt x="1" y="70"/>
                    </a:lnTo>
                    <a:lnTo>
                      <a:pt x="70" y="278"/>
                    </a:lnTo>
                    <a:lnTo>
                      <a:pt x="70" y="29728"/>
                    </a:lnTo>
                    <a:lnTo>
                      <a:pt x="70" y="29937"/>
                    </a:lnTo>
                    <a:lnTo>
                      <a:pt x="278" y="29937"/>
                    </a:lnTo>
                    <a:lnTo>
                      <a:pt x="39800" y="29867"/>
                    </a:lnTo>
                    <a:lnTo>
                      <a:pt x="79322" y="29728"/>
                    </a:lnTo>
                    <a:lnTo>
                      <a:pt x="39800" y="29589"/>
                    </a:lnTo>
                    <a:lnTo>
                      <a:pt x="487" y="29520"/>
                    </a:lnTo>
                    <a:lnTo>
                      <a:pt x="487" y="29520"/>
                    </a:lnTo>
                    <a:lnTo>
                      <a:pt x="487" y="487"/>
                    </a:lnTo>
                    <a:lnTo>
                      <a:pt x="487" y="487"/>
                    </a:lnTo>
                    <a:lnTo>
                      <a:pt x="70570" y="556"/>
                    </a:lnTo>
                    <a:lnTo>
                      <a:pt x="140726" y="487"/>
                    </a:lnTo>
                    <a:lnTo>
                      <a:pt x="140726" y="487"/>
                    </a:lnTo>
                    <a:lnTo>
                      <a:pt x="148466" y="15281"/>
                    </a:lnTo>
                    <a:lnTo>
                      <a:pt x="141314" y="29034"/>
                    </a:lnTo>
                    <a:lnTo>
                      <a:pt x="141314" y="29034"/>
                    </a:lnTo>
                    <a:lnTo>
                      <a:pt x="90296" y="29173"/>
                    </a:lnTo>
                    <a:lnTo>
                      <a:pt x="141417" y="29312"/>
                    </a:lnTo>
                    <a:lnTo>
                      <a:pt x="141486" y="29312"/>
                    </a:lnTo>
                    <a:lnTo>
                      <a:pt x="141556" y="29242"/>
                    </a:lnTo>
                    <a:lnTo>
                      <a:pt x="148780" y="15351"/>
                    </a:lnTo>
                    <a:lnTo>
                      <a:pt x="148849" y="15281"/>
                    </a:lnTo>
                    <a:lnTo>
                      <a:pt x="148780" y="15212"/>
                    </a:lnTo>
                    <a:lnTo>
                      <a:pt x="141070" y="209"/>
                    </a:lnTo>
                    <a:lnTo>
                      <a:pt x="141000" y="70"/>
                    </a:lnTo>
                    <a:lnTo>
                      <a:pt x="140861" y="70"/>
                    </a:lnTo>
                    <a:lnTo>
                      <a:pt x="70570" y="1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4" name="Google Shape;104;p17"/>
            <p:cNvGrpSpPr/>
            <p:nvPr/>
          </p:nvGrpSpPr>
          <p:grpSpPr>
            <a:xfrm>
              <a:off x="1719952" y="3899193"/>
              <a:ext cx="5361577" cy="832885"/>
              <a:chOff x="1719952" y="3899193"/>
              <a:chExt cx="5361577" cy="832885"/>
            </a:xfrm>
          </p:grpSpPr>
          <p:sp>
            <p:nvSpPr>
              <p:cNvPr id="105" name="Google Shape;105;p17"/>
              <p:cNvSpPr/>
              <p:nvPr/>
            </p:nvSpPr>
            <p:spPr>
              <a:xfrm>
                <a:off x="1729966" y="3922101"/>
                <a:ext cx="5344035" cy="809976"/>
              </a:xfrm>
              <a:custGeom>
                <a:rect b="b" l="l" r="r" t="t"/>
                <a:pathLst>
                  <a:path extrusionOk="0" h="29451" w="148363">
                    <a:moveTo>
                      <a:pt x="0" y="1"/>
                    </a:moveTo>
                    <a:lnTo>
                      <a:pt x="0" y="29451"/>
                    </a:lnTo>
                    <a:lnTo>
                      <a:pt x="141139" y="28895"/>
                    </a:lnTo>
                    <a:lnTo>
                      <a:pt x="148363" y="15004"/>
                    </a:lnTo>
                    <a:lnTo>
                      <a:pt x="14058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17"/>
              <p:cNvSpPr/>
              <p:nvPr/>
            </p:nvSpPr>
            <p:spPr>
              <a:xfrm>
                <a:off x="1719952" y="3899193"/>
                <a:ext cx="5361577" cy="823342"/>
              </a:xfrm>
              <a:custGeom>
                <a:rect b="b" l="l" r="r" t="t"/>
                <a:pathLst>
                  <a:path extrusionOk="0" h="29937" w="148850">
                    <a:moveTo>
                      <a:pt x="70570" y="0"/>
                    </a:moveTo>
                    <a:lnTo>
                      <a:pt x="278" y="70"/>
                    </a:lnTo>
                    <a:lnTo>
                      <a:pt x="1" y="70"/>
                    </a:lnTo>
                    <a:lnTo>
                      <a:pt x="70" y="278"/>
                    </a:lnTo>
                    <a:lnTo>
                      <a:pt x="70" y="29728"/>
                    </a:lnTo>
                    <a:lnTo>
                      <a:pt x="70" y="29937"/>
                    </a:lnTo>
                    <a:lnTo>
                      <a:pt x="278" y="29937"/>
                    </a:lnTo>
                    <a:lnTo>
                      <a:pt x="129748" y="29451"/>
                    </a:lnTo>
                    <a:lnTo>
                      <a:pt x="129748" y="29451"/>
                    </a:lnTo>
                    <a:lnTo>
                      <a:pt x="487" y="29520"/>
                    </a:lnTo>
                    <a:lnTo>
                      <a:pt x="487" y="29520"/>
                    </a:lnTo>
                    <a:lnTo>
                      <a:pt x="487" y="487"/>
                    </a:lnTo>
                    <a:lnTo>
                      <a:pt x="487" y="487"/>
                    </a:lnTo>
                    <a:lnTo>
                      <a:pt x="70570" y="556"/>
                    </a:lnTo>
                    <a:lnTo>
                      <a:pt x="140726" y="487"/>
                    </a:lnTo>
                    <a:lnTo>
                      <a:pt x="140726" y="487"/>
                    </a:lnTo>
                    <a:lnTo>
                      <a:pt x="148466" y="15281"/>
                    </a:lnTo>
                    <a:lnTo>
                      <a:pt x="141313" y="29035"/>
                    </a:lnTo>
                    <a:lnTo>
                      <a:pt x="141313" y="29035"/>
                    </a:lnTo>
                    <a:lnTo>
                      <a:pt x="137111" y="29103"/>
                    </a:lnTo>
                    <a:lnTo>
                      <a:pt x="132804" y="29173"/>
                    </a:lnTo>
                    <a:lnTo>
                      <a:pt x="137111" y="29242"/>
                    </a:lnTo>
                    <a:lnTo>
                      <a:pt x="141417" y="29312"/>
                    </a:lnTo>
                    <a:lnTo>
                      <a:pt x="141486" y="29312"/>
                    </a:lnTo>
                    <a:lnTo>
                      <a:pt x="141556" y="29242"/>
                    </a:lnTo>
                    <a:lnTo>
                      <a:pt x="148780" y="15351"/>
                    </a:lnTo>
                    <a:lnTo>
                      <a:pt x="148849" y="15281"/>
                    </a:lnTo>
                    <a:lnTo>
                      <a:pt x="148780" y="15212"/>
                    </a:lnTo>
                    <a:lnTo>
                      <a:pt x="141070" y="209"/>
                    </a:lnTo>
                    <a:lnTo>
                      <a:pt x="141000" y="70"/>
                    </a:lnTo>
                    <a:lnTo>
                      <a:pt x="140861" y="70"/>
                    </a:lnTo>
                    <a:lnTo>
                      <a:pt x="70570" y="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7" name="Google Shape;107;p17"/>
          <p:cNvSpPr/>
          <p:nvPr/>
        </p:nvSpPr>
        <p:spPr>
          <a:xfrm>
            <a:off x="2210115" y="2935676"/>
            <a:ext cx="734958" cy="622709"/>
          </a:xfrm>
          <a:custGeom>
            <a:rect b="b" l="l" r="r" t="t"/>
            <a:pathLst>
              <a:path extrusionOk="0" h="27784" w="32785">
                <a:moveTo>
                  <a:pt x="7224" y="0"/>
                </a:moveTo>
                <a:lnTo>
                  <a:pt x="1" y="13614"/>
                </a:lnTo>
                <a:lnTo>
                  <a:pt x="6669" y="26116"/>
                </a:lnTo>
                <a:lnTo>
                  <a:pt x="7502" y="27505"/>
                </a:lnTo>
                <a:lnTo>
                  <a:pt x="26117" y="27783"/>
                </a:lnTo>
                <a:lnTo>
                  <a:pt x="32785" y="13892"/>
                </a:lnTo>
                <a:lnTo>
                  <a:pt x="2556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4553704" y="1925813"/>
            <a:ext cx="21417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h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 a beautiful name and is the second planet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2112858" y="2975202"/>
            <a:ext cx="21084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the closest planet to the Sun and smallest one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4568658" y="4046116"/>
            <a:ext cx="20904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a cold place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3106770" y="2040726"/>
            <a:ext cx="1401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Venus</a:t>
            </a:r>
            <a:endParaRPr b="1" sz="18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4268873" y="3088453"/>
            <a:ext cx="1401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8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3106823" y="4161029"/>
            <a:ext cx="1401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18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14" name="Google Shape;114;p17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Doodle Banner Infographics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15" name="Google Shape;115;p17"/>
          <p:cNvGrpSpPr/>
          <p:nvPr/>
        </p:nvGrpSpPr>
        <p:grpSpPr>
          <a:xfrm>
            <a:off x="2203175" y="3984996"/>
            <a:ext cx="744283" cy="656091"/>
            <a:chOff x="2203175" y="3984996"/>
            <a:chExt cx="744283" cy="656091"/>
          </a:xfrm>
        </p:grpSpPr>
        <p:sp>
          <p:nvSpPr>
            <p:cNvPr id="116" name="Google Shape;116;p17"/>
            <p:cNvSpPr/>
            <p:nvPr/>
          </p:nvSpPr>
          <p:spPr>
            <a:xfrm>
              <a:off x="2209384" y="3984996"/>
              <a:ext cx="734958" cy="622778"/>
            </a:xfrm>
            <a:custGeom>
              <a:rect b="b" l="l" r="r" t="t"/>
              <a:pathLst>
                <a:path extrusionOk="0" h="27784" w="32785">
                  <a:moveTo>
                    <a:pt x="7224" y="0"/>
                  </a:moveTo>
                  <a:lnTo>
                    <a:pt x="1" y="13892"/>
                  </a:lnTo>
                  <a:lnTo>
                    <a:pt x="6669" y="27783"/>
                  </a:lnTo>
                  <a:lnTo>
                    <a:pt x="25284" y="27505"/>
                  </a:lnTo>
                  <a:lnTo>
                    <a:pt x="26117" y="26116"/>
                  </a:lnTo>
                  <a:lnTo>
                    <a:pt x="32785" y="13614"/>
                  </a:lnTo>
                  <a:lnTo>
                    <a:pt x="255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2203175" y="4007415"/>
              <a:ext cx="744283" cy="633672"/>
            </a:xfrm>
            <a:custGeom>
              <a:rect b="b" l="l" r="r" t="t"/>
              <a:pathLst>
                <a:path extrusionOk="0" h="28270" w="33201">
                  <a:moveTo>
                    <a:pt x="7363" y="0"/>
                  </a:moveTo>
                  <a:lnTo>
                    <a:pt x="7224" y="139"/>
                  </a:lnTo>
                  <a:lnTo>
                    <a:pt x="69" y="14031"/>
                  </a:lnTo>
                  <a:lnTo>
                    <a:pt x="0" y="14170"/>
                  </a:lnTo>
                  <a:lnTo>
                    <a:pt x="69" y="14309"/>
                  </a:lnTo>
                  <a:lnTo>
                    <a:pt x="3403" y="21185"/>
                  </a:lnTo>
                  <a:lnTo>
                    <a:pt x="6807" y="28131"/>
                  </a:lnTo>
                  <a:lnTo>
                    <a:pt x="6807" y="28270"/>
                  </a:lnTo>
                  <a:lnTo>
                    <a:pt x="6946" y="28270"/>
                  </a:lnTo>
                  <a:lnTo>
                    <a:pt x="16392" y="28200"/>
                  </a:lnTo>
                  <a:lnTo>
                    <a:pt x="25838" y="28061"/>
                  </a:lnTo>
                  <a:lnTo>
                    <a:pt x="16392" y="27922"/>
                  </a:lnTo>
                  <a:lnTo>
                    <a:pt x="7020" y="27853"/>
                  </a:lnTo>
                  <a:lnTo>
                    <a:pt x="7020" y="27853"/>
                  </a:lnTo>
                  <a:lnTo>
                    <a:pt x="3820" y="21046"/>
                  </a:lnTo>
                  <a:lnTo>
                    <a:pt x="556" y="14177"/>
                  </a:lnTo>
                  <a:lnTo>
                    <a:pt x="556" y="14177"/>
                  </a:lnTo>
                  <a:lnTo>
                    <a:pt x="7707" y="555"/>
                  </a:lnTo>
                  <a:lnTo>
                    <a:pt x="7707" y="555"/>
                  </a:lnTo>
                  <a:lnTo>
                    <a:pt x="25668" y="487"/>
                  </a:lnTo>
                  <a:lnTo>
                    <a:pt x="25668" y="487"/>
                  </a:lnTo>
                  <a:lnTo>
                    <a:pt x="29242" y="7154"/>
                  </a:lnTo>
                  <a:lnTo>
                    <a:pt x="32885" y="13890"/>
                  </a:lnTo>
                  <a:lnTo>
                    <a:pt x="32885" y="13890"/>
                  </a:lnTo>
                  <a:lnTo>
                    <a:pt x="29381" y="20074"/>
                  </a:lnTo>
                  <a:lnTo>
                    <a:pt x="25838" y="26394"/>
                  </a:lnTo>
                  <a:lnTo>
                    <a:pt x="29520" y="20212"/>
                  </a:lnTo>
                  <a:lnTo>
                    <a:pt x="33201" y="13961"/>
                  </a:lnTo>
                  <a:lnTo>
                    <a:pt x="33201" y="13892"/>
                  </a:lnTo>
                  <a:lnTo>
                    <a:pt x="33201" y="13822"/>
                  </a:lnTo>
                  <a:lnTo>
                    <a:pt x="29659" y="7016"/>
                  </a:lnTo>
                  <a:lnTo>
                    <a:pt x="26047" y="139"/>
                  </a:lnTo>
                  <a:lnTo>
                    <a:pt x="25977" y="70"/>
                  </a:lnTo>
                  <a:lnTo>
                    <a:pt x="25838" y="70"/>
                  </a:lnTo>
                  <a:lnTo>
                    <a:pt x="7501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8" name="Google Shape;118;p17"/>
            <p:cNvGrpSpPr/>
            <p:nvPr/>
          </p:nvGrpSpPr>
          <p:grpSpPr>
            <a:xfrm>
              <a:off x="2362134" y="4137207"/>
              <a:ext cx="393710" cy="393741"/>
              <a:chOff x="-63252250" y="1930850"/>
              <a:chExt cx="319000" cy="319025"/>
            </a:xfrm>
          </p:grpSpPr>
          <p:sp>
            <p:nvSpPr>
              <p:cNvPr id="119" name="Google Shape;119;p17"/>
              <p:cNvSpPr/>
              <p:nvPr/>
            </p:nvSpPr>
            <p:spPr>
              <a:xfrm>
                <a:off x="-63252250" y="1930850"/>
                <a:ext cx="319000" cy="319025"/>
              </a:xfrm>
              <a:custGeom>
                <a:rect b="b" l="l" r="r" t="t"/>
                <a:pathLst>
                  <a:path extrusionOk="0" h="12761" w="12760">
                    <a:moveTo>
                      <a:pt x="7026" y="914"/>
                    </a:moveTo>
                    <a:lnTo>
                      <a:pt x="7026" y="1954"/>
                    </a:lnTo>
                    <a:cubicBezTo>
                      <a:pt x="7026" y="2174"/>
                      <a:pt x="7120" y="2332"/>
                      <a:pt x="7341" y="2363"/>
                    </a:cubicBezTo>
                    <a:cubicBezTo>
                      <a:pt x="7813" y="2489"/>
                      <a:pt x="8286" y="2647"/>
                      <a:pt x="8664" y="2899"/>
                    </a:cubicBezTo>
                    <a:cubicBezTo>
                      <a:pt x="8733" y="2954"/>
                      <a:pt x="8820" y="2979"/>
                      <a:pt x="8905" y="2979"/>
                    </a:cubicBezTo>
                    <a:cubicBezTo>
                      <a:pt x="9012" y="2979"/>
                      <a:pt x="9115" y="2938"/>
                      <a:pt x="9168" y="2868"/>
                    </a:cubicBezTo>
                    <a:lnTo>
                      <a:pt x="9924" y="2111"/>
                    </a:lnTo>
                    <a:lnTo>
                      <a:pt x="10712" y="2899"/>
                    </a:lnTo>
                    <a:lnTo>
                      <a:pt x="9956" y="3655"/>
                    </a:lnTo>
                    <a:cubicBezTo>
                      <a:pt x="9861" y="3781"/>
                      <a:pt x="9798" y="4002"/>
                      <a:pt x="9924" y="4159"/>
                    </a:cubicBezTo>
                    <a:cubicBezTo>
                      <a:pt x="10208" y="4600"/>
                      <a:pt x="10397" y="5041"/>
                      <a:pt x="10460" y="5514"/>
                    </a:cubicBezTo>
                    <a:cubicBezTo>
                      <a:pt x="10523" y="5703"/>
                      <a:pt x="10680" y="5829"/>
                      <a:pt x="10869" y="5829"/>
                    </a:cubicBezTo>
                    <a:lnTo>
                      <a:pt x="11941" y="5829"/>
                    </a:lnTo>
                    <a:lnTo>
                      <a:pt x="11941" y="6932"/>
                    </a:lnTo>
                    <a:lnTo>
                      <a:pt x="10869" y="6932"/>
                    </a:lnTo>
                    <a:cubicBezTo>
                      <a:pt x="10680" y="6932"/>
                      <a:pt x="10523" y="7058"/>
                      <a:pt x="10460" y="7247"/>
                    </a:cubicBezTo>
                    <a:cubicBezTo>
                      <a:pt x="10365" y="7719"/>
                      <a:pt x="10208" y="8192"/>
                      <a:pt x="9924" y="8570"/>
                    </a:cubicBezTo>
                    <a:cubicBezTo>
                      <a:pt x="9798" y="8727"/>
                      <a:pt x="9861" y="8979"/>
                      <a:pt x="9956" y="9105"/>
                    </a:cubicBezTo>
                    <a:lnTo>
                      <a:pt x="10712" y="9830"/>
                    </a:lnTo>
                    <a:lnTo>
                      <a:pt x="9924" y="10618"/>
                    </a:lnTo>
                    <a:lnTo>
                      <a:pt x="9168" y="9893"/>
                    </a:lnTo>
                    <a:cubicBezTo>
                      <a:pt x="9111" y="9817"/>
                      <a:pt x="8996" y="9775"/>
                      <a:pt x="8879" y="9775"/>
                    </a:cubicBezTo>
                    <a:cubicBezTo>
                      <a:pt x="8803" y="9775"/>
                      <a:pt x="8726" y="9793"/>
                      <a:pt x="8664" y="9830"/>
                    </a:cubicBezTo>
                    <a:cubicBezTo>
                      <a:pt x="8223" y="10114"/>
                      <a:pt x="7813" y="10303"/>
                      <a:pt x="7341" y="10397"/>
                    </a:cubicBezTo>
                    <a:cubicBezTo>
                      <a:pt x="7120" y="10429"/>
                      <a:pt x="7026" y="10586"/>
                      <a:pt x="7026" y="10775"/>
                    </a:cubicBezTo>
                    <a:lnTo>
                      <a:pt x="7026" y="11846"/>
                    </a:lnTo>
                    <a:lnTo>
                      <a:pt x="5923" y="11846"/>
                    </a:lnTo>
                    <a:lnTo>
                      <a:pt x="5923" y="10775"/>
                    </a:lnTo>
                    <a:cubicBezTo>
                      <a:pt x="5923" y="10586"/>
                      <a:pt x="5797" y="10429"/>
                      <a:pt x="5577" y="10397"/>
                    </a:cubicBezTo>
                    <a:cubicBezTo>
                      <a:pt x="5135" y="10271"/>
                      <a:pt x="4663" y="10114"/>
                      <a:pt x="4253" y="9830"/>
                    </a:cubicBezTo>
                    <a:cubicBezTo>
                      <a:pt x="4191" y="9793"/>
                      <a:pt x="4119" y="9775"/>
                      <a:pt x="4047" y="9775"/>
                    </a:cubicBezTo>
                    <a:cubicBezTo>
                      <a:pt x="3937" y="9775"/>
                      <a:pt x="3826" y="9817"/>
                      <a:pt x="3749" y="9893"/>
                    </a:cubicBezTo>
                    <a:lnTo>
                      <a:pt x="2993" y="10618"/>
                    </a:lnTo>
                    <a:lnTo>
                      <a:pt x="2206" y="9830"/>
                    </a:lnTo>
                    <a:lnTo>
                      <a:pt x="2962" y="9105"/>
                    </a:lnTo>
                    <a:cubicBezTo>
                      <a:pt x="3088" y="8979"/>
                      <a:pt x="3119" y="8727"/>
                      <a:pt x="2993" y="8570"/>
                    </a:cubicBezTo>
                    <a:cubicBezTo>
                      <a:pt x="2710" y="8160"/>
                      <a:pt x="2521" y="7719"/>
                      <a:pt x="2458" y="7247"/>
                    </a:cubicBezTo>
                    <a:cubicBezTo>
                      <a:pt x="2395" y="7058"/>
                      <a:pt x="2237" y="6932"/>
                      <a:pt x="2048" y="6932"/>
                    </a:cubicBezTo>
                    <a:lnTo>
                      <a:pt x="977" y="6932"/>
                    </a:lnTo>
                    <a:lnTo>
                      <a:pt x="977" y="5829"/>
                    </a:lnTo>
                    <a:lnTo>
                      <a:pt x="2048" y="5829"/>
                    </a:lnTo>
                    <a:cubicBezTo>
                      <a:pt x="2237" y="5829"/>
                      <a:pt x="2395" y="5703"/>
                      <a:pt x="2458" y="5514"/>
                    </a:cubicBezTo>
                    <a:cubicBezTo>
                      <a:pt x="2552" y="5041"/>
                      <a:pt x="2710" y="4569"/>
                      <a:pt x="2993" y="4159"/>
                    </a:cubicBezTo>
                    <a:cubicBezTo>
                      <a:pt x="3119" y="4002"/>
                      <a:pt x="3088" y="3781"/>
                      <a:pt x="2962" y="3655"/>
                    </a:cubicBezTo>
                    <a:lnTo>
                      <a:pt x="2206" y="2899"/>
                    </a:lnTo>
                    <a:lnTo>
                      <a:pt x="2993" y="2111"/>
                    </a:lnTo>
                    <a:lnTo>
                      <a:pt x="3749" y="2868"/>
                    </a:lnTo>
                    <a:cubicBezTo>
                      <a:pt x="3820" y="2938"/>
                      <a:pt x="3921" y="2979"/>
                      <a:pt x="4023" y="2979"/>
                    </a:cubicBezTo>
                    <a:cubicBezTo>
                      <a:pt x="4103" y="2979"/>
                      <a:pt x="4184" y="2954"/>
                      <a:pt x="4253" y="2899"/>
                    </a:cubicBezTo>
                    <a:cubicBezTo>
                      <a:pt x="4694" y="2647"/>
                      <a:pt x="5135" y="2426"/>
                      <a:pt x="5577" y="2363"/>
                    </a:cubicBezTo>
                    <a:cubicBezTo>
                      <a:pt x="5797" y="2332"/>
                      <a:pt x="5923" y="2174"/>
                      <a:pt x="5923" y="1954"/>
                    </a:cubicBezTo>
                    <a:lnTo>
                      <a:pt x="5923" y="914"/>
                    </a:lnTo>
                    <a:close/>
                    <a:moveTo>
                      <a:pt x="5829" y="1"/>
                    </a:moveTo>
                    <a:cubicBezTo>
                      <a:pt x="5356" y="1"/>
                      <a:pt x="5009" y="347"/>
                      <a:pt x="5009" y="820"/>
                    </a:cubicBezTo>
                    <a:lnTo>
                      <a:pt x="5009" y="1576"/>
                    </a:lnTo>
                    <a:cubicBezTo>
                      <a:pt x="4631" y="1702"/>
                      <a:pt x="4285" y="1796"/>
                      <a:pt x="3970" y="2017"/>
                    </a:cubicBezTo>
                    <a:lnTo>
                      <a:pt x="3466" y="1481"/>
                    </a:lnTo>
                    <a:cubicBezTo>
                      <a:pt x="3308" y="1324"/>
                      <a:pt x="3103" y="1245"/>
                      <a:pt x="2891" y="1245"/>
                    </a:cubicBezTo>
                    <a:cubicBezTo>
                      <a:pt x="2678" y="1245"/>
                      <a:pt x="2458" y="1324"/>
                      <a:pt x="2269" y="1481"/>
                    </a:cubicBezTo>
                    <a:lnTo>
                      <a:pt x="1481" y="2269"/>
                    </a:lnTo>
                    <a:cubicBezTo>
                      <a:pt x="1166" y="2584"/>
                      <a:pt x="1166" y="3120"/>
                      <a:pt x="1481" y="3466"/>
                    </a:cubicBezTo>
                    <a:lnTo>
                      <a:pt x="2017" y="3970"/>
                    </a:lnTo>
                    <a:cubicBezTo>
                      <a:pt x="1796" y="4285"/>
                      <a:pt x="1701" y="4632"/>
                      <a:pt x="1575" y="5010"/>
                    </a:cubicBezTo>
                    <a:lnTo>
                      <a:pt x="819" y="5010"/>
                    </a:lnTo>
                    <a:cubicBezTo>
                      <a:pt x="347" y="5010"/>
                      <a:pt x="0" y="5356"/>
                      <a:pt x="0" y="5829"/>
                    </a:cubicBezTo>
                    <a:lnTo>
                      <a:pt x="0" y="6932"/>
                    </a:lnTo>
                    <a:cubicBezTo>
                      <a:pt x="0" y="7404"/>
                      <a:pt x="347" y="7751"/>
                      <a:pt x="819" y="7751"/>
                    </a:cubicBezTo>
                    <a:lnTo>
                      <a:pt x="1575" y="7751"/>
                    </a:lnTo>
                    <a:cubicBezTo>
                      <a:pt x="1701" y="8097"/>
                      <a:pt x="1796" y="8475"/>
                      <a:pt x="2017" y="8759"/>
                    </a:cubicBezTo>
                    <a:lnTo>
                      <a:pt x="1481" y="9295"/>
                    </a:lnTo>
                    <a:cubicBezTo>
                      <a:pt x="1166" y="9610"/>
                      <a:pt x="1166" y="10114"/>
                      <a:pt x="1481" y="10460"/>
                    </a:cubicBezTo>
                    <a:lnTo>
                      <a:pt x="2269" y="11248"/>
                    </a:lnTo>
                    <a:cubicBezTo>
                      <a:pt x="2426" y="11405"/>
                      <a:pt x="2639" y="11484"/>
                      <a:pt x="2855" y="11484"/>
                    </a:cubicBezTo>
                    <a:cubicBezTo>
                      <a:pt x="3072" y="11484"/>
                      <a:pt x="3292" y="11405"/>
                      <a:pt x="3466" y="11248"/>
                    </a:cubicBezTo>
                    <a:lnTo>
                      <a:pt x="3970" y="10744"/>
                    </a:lnTo>
                    <a:cubicBezTo>
                      <a:pt x="4285" y="10933"/>
                      <a:pt x="4631" y="11059"/>
                      <a:pt x="5009" y="11185"/>
                    </a:cubicBezTo>
                    <a:lnTo>
                      <a:pt x="5009" y="11909"/>
                    </a:lnTo>
                    <a:cubicBezTo>
                      <a:pt x="5009" y="12382"/>
                      <a:pt x="5356" y="12760"/>
                      <a:pt x="5829" y="12760"/>
                    </a:cubicBezTo>
                    <a:lnTo>
                      <a:pt x="6931" y="12760"/>
                    </a:lnTo>
                    <a:cubicBezTo>
                      <a:pt x="7404" y="12760"/>
                      <a:pt x="7750" y="12382"/>
                      <a:pt x="7750" y="11909"/>
                    </a:cubicBezTo>
                    <a:lnTo>
                      <a:pt x="7750" y="11185"/>
                    </a:lnTo>
                    <a:cubicBezTo>
                      <a:pt x="8097" y="11059"/>
                      <a:pt x="8475" y="10933"/>
                      <a:pt x="8790" y="10744"/>
                    </a:cubicBezTo>
                    <a:lnTo>
                      <a:pt x="9294" y="11248"/>
                    </a:lnTo>
                    <a:cubicBezTo>
                      <a:pt x="9452" y="11405"/>
                      <a:pt x="9656" y="11484"/>
                      <a:pt x="9865" y="11484"/>
                    </a:cubicBezTo>
                    <a:cubicBezTo>
                      <a:pt x="10074" y="11484"/>
                      <a:pt x="10287" y="11405"/>
                      <a:pt x="10460" y="11248"/>
                    </a:cubicBezTo>
                    <a:lnTo>
                      <a:pt x="11247" y="10460"/>
                    </a:lnTo>
                    <a:cubicBezTo>
                      <a:pt x="11563" y="10145"/>
                      <a:pt x="11563" y="9641"/>
                      <a:pt x="11247" y="9295"/>
                    </a:cubicBezTo>
                    <a:lnTo>
                      <a:pt x="10743" y="8759"/>
                    </a:lnTo>
                    <a:cubicBezTo>
                      <a:pt x="10932" y="8444"/>
                      <a:pt x="11058" y="8097"/>
                      <a:pt x="11184" y="7751"/>
                    </a:cubicBezTo>
                    <a:lnTo>
                      <a:pt x="11941" y="7751"/>
                    </a:lnTo>
                    <a:cubicBezTo>
                      <a:pt x="12413" y="7751"/>
                      <a:pt x="12760" y="7404"/>
                      <a:pt x="12760" y="6932"/>
                    </a:cubicBezTo>
                    <a:lnTo>
                      <a:pt x="12760" y="5829"/>
                    </a:lnTo>
                    <a:cubicBezTo>
                      <a:pt x="12760" y="5356"/>
                      <a:pt x="12350" y="5010"/>
                      <a:pt x="11941" y="5010"/>
                    </a:cubicBezTo>
                    <a:lnTo>
                      <a:pt x="11184" y="5010"/>
                    </a:lnTo>
                    <a:cubicBezTo>
                      <a:pt x="11058" y="4632"/>
                      <a:pt x="10932" y="4285"/>
                      <a:pt x="10743" y="3970"/>
                    </a:cubicBezTo>
                    <a:lnTo>
                      <a:pt x="11247" y="3466"/>
                    </a:lnTo>
                    <a:cubicBezTo>
                      <a:pt x="11563" y="3151"/>
                      <a:pt x="11563" y="2647"/>
                      <a:pt x="11247" y="2269"/>
                    </a:cubicBezTo>
                    <a:lnTo>
                      <a:pt x="10460" y="1481"/>
                    </a:lnTo>
                    <a:cubicBezTo>
                      <a:pt x="10302" y="1324"/>
                      <a:pt x="10098" y="1245"/>
                      <a:pt x="9889" y="1245"/>
                    </a:cubicBezTo>
                    <a:cubicBezTo>
                      <a:pt x="9680" y="1245"/>
                      <a:pt x="9467" y="1324"/>
                      <a:pt x="9294" y="1481"/>
                    </a:cubicBezTo>
                    <a:lnTo>
                      <a:pt x="8790" y="2017"/>
                    </a:lnTo>
                    <a:cubicBezTo>
                      <a:pt x="8475" y="1796"/>
                      <a:pt x="8097" y="1702"/>
                      <a:pt x="7750" y="1576"/>
                    </a:cubicBezTo>
                    <a:lnTo>
                      <a:pt x="7750" y="820"/>
                    </a:lnTo>
                    <a:cubicBezTo>
                      <a:pt x="7750" y="347"/>
                      <a:pt x="7404" y="1"/>
                      <a:pt x="69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17"/>
              <p:cNvSpPr/>
              <p:nvPr/>
            </p:nvSpPr>
            <p:spPr>
              <a:xfrm>
                <a:off x="-63160900" y="2021425"/>
                <a:ext cx="137850" cy="137850"/>
              </a:xfrm>
              <a:custGeom>
                <a:rect b="b" l="l" r="r" t="t"/>
                <a:pathLst>
                  <a:path extrusionOk="0" h="5514" w="5514">
                    <a:moveTo>
                      <a:pt x="2773" y="820"/>
                    </a:moveTo>
                    <a:cubicBezTo>
                      <a:pt x="3813" y="820"/>
                      <a:pt x="4695" y="1702"/>
                      <a:pt x="4695" y="2742"/>
                    </a:cubicBezTo>
                    <a:cubicBezTo>
                      <a:pt x="4695" y="3813"/>
                      <a:pt x="3813" y="4695"/>
                      <a:pt x="2773" y="4695"/>
                    </a:cubicBezTo>
                    <a:cubicBezTo>
                      <a:pt x="1702" y="4695"/>
                      <a:pt x="820" y="3813"/>
                      <a:pt x="820" y="2742"/>
                    </a:cubicBezTo>
                    <a:cubicBezTo>
                      <a:pt x="820" y="1702"/>
                      <a:pt x="1702" y="820"/>
                      <a:pt x="2773" y="820"/>
                    </a:cubicBezTo>
                    <a:close/>
                    <a:moveTo>
                      <a:pt x="2773" y="1"/>
                    </a:moveTo>
                    <a:cubicBezTo>
                      <a:pt x="1229" y="1"/>
                      <a:pt x="1" y="1198"/>
                      <a:pt x="1" y="2742"/>
                    </a:cubicBezTo>
                    <a:cubicBezTo>
                      <a:pt x="1" y="4285"/>
                      <a:pt x="1229" y="5514"/>
                      <a:pt x="2773" y="5514"/>
                    </a:cubicBezTo>
                    <a:cubicBezTo>
                      <a:pt x="4285" y="5514"/>
                      <a:pt x="5514" y="4285"/>
                      <a:pt x="5514" y="2742"/>
                    </a:cubicBezTo>
                    <a:cubicBezTo>
                      <a:pt x="5514" y="1229"/>
                      <a:pt x="4254" y="1"/>
                      <a:pt x="27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1" name="Google Shape;121;p17"/>
          <p:cNvGrpSpPr/>
          <p:nvPr/>
        </p:nvGrpSpPr>
        <p:grpSpPr>
          <a:xfrm>
            <a:off x="2203199" y="1882000"/>
            <a:ext cx="744283" cy="633624"/>
            <a:chOff x="2203199" y="1882000"/>
            <a:chExt cx="744283" cy="633624"/>
          </a:xfrm>
        </p:grpSpPr>
        <p:sp>
          <p:nvSpPr>
            <p:cNvPr id="122" name="Google Shape;122;p17"/>
            <p:cNvSpPr/>
            <p:nvPr/>
          </p:nvSpPr>
          <p:spPr>
            <a:xfrm>
              <a:off x="2209408" y="1886685"/>
              <a:ext cx="734958" cy="622709"/>
            </a:xfrm>
            <a:custGeom>
              <a:rect b="b" l="l" r="r" t="t"/>
              <a:pathLst>
                <a:path extrusionOk="0" h="27784" w="32785">
                  <a:moveTo>
                    <a:pt x="6669" y="0"/>
                  </a:moveTo>
                  <a:lnTo>
                    <a:pt x="1" y="13892"/>
                  </a:lnTo>
                  <a:lnTo>
                    <a:pt x="7224" y="27783"/>
                  </a:lnTo>
                  <a:lnTo>
                    <a:pt x="25561" y="27783"/>
                  </a:lnTo>
                  <a:lnTo>
                    <a:pt x="32785" y="14170"/>
                  </a:lnTo>
                  <a:lnTo>
                    <a:pt x="26117" y="1667"/>
                  </a:lnTo>
                  <a:lnTo>
                    <a:pt x="25284" y="278"/>
                  </a:lnTo>
                  <a:lnTo>
                    <a:pt x="66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2203199" y="1882000"/>
              <a:ext cx="744283" cy="633624"/>
            </a:xfrm>
            <a:custGeom>
              <a:rect b="b" l="l" r="r" t="t"/>
              <a:pathLst>
                <a:path extrusionOk="0" h="28271" w="33201">
                  <a:moveTo>
                    <a:pt x="6807" y="1"/>
                  </a:moveTo>
                  <a:lnTo>
                    <a:pt x="6807" y="140"/>
                  </a:lnTo>
                  <a:lnTo>
                    <a:pt x="3403" y="7086"/>
                  </a:lnTo>
                  <a:lnTo>
                    <a:pt x="69" y="13962"/>
                  </a:lnTo>
                  <a:lnTo>
                    <a:pt x="0" y="14101"/>
                  </a:lnTo>
                  <a:lnTo>
                    <a:pt x="69" y="14240"/>
                  </a:lnTo>
                  <a:lnTo>
                    <a:pt x="7224" y="28131"/>
                  </a:lnTo>
                  <a:lnTo>
                    <a:pt x="7363" y="28270"/>
                  </a:lnTo>
                  <a:lnTo>
                    <a:pt x="7501" y="28270"/>
                  </a:lnTo>
                  <a:lnTo>
                    <a:pt x="25838" y="28201"/>
                  </a:lnTo>
                  <a:lnTo>
                    <a:pt x="25977" y="28201"/>
                  </a:lnTo>
                  <a:lnTo>
                    <a:pt x="26047" y="28131"/>
                  </a:lnTo>
                  <a:lnTo>
                    <a:pt x="29659" y="21255"/>
                  </a:lnTo>
                  <a:lnTo>
                    <a:pt x="33201" y="14448"/>
                  </a:lnTo>
                  <a:lnTo>
                    <a:pt x="33201" y="14379"/>
                  </a:lnTo>
                  <a:lnTo>
                    <a:pt x="33201" y="14309"/>
                  </a:lnTo>
                  <a:lnTo>
                    <a:pt x="29520" y="8058"/>
                  </a:lnTo>
                  <a:lnTo>
                    <a:pt x="25838" y="1876"/>
                  </a:lnTo>
                  <a:lnTo>
                    <a:pt x="29381" y="8197"/>
                  </a:lnTo>
                  <a:lnTo>
                    <a:pt x="32885" y="14380"/>
                  </a:lnTo>
                  <a:lnTo>
                    <a:pt x="29242" y="21116"/>
                  </a:lnTo>
                  <a:lnTo>
                    <a:pt x="25668" y="27783"/>
                  </a:lnTo>
                  <a:lnTo>
                    <a:pt x="25668" y="27783"/>
                  </a:lnTo>
                  <a:lnTo>
                    <a:pt x="7707" y="27715"/>
                  </a:lnTo>
                  <a:lnTo>
                    <a:pt x="7707" y="27715"/>
                  </a:lnTo>
                  <a:lnTo>
                    <a:pt x="556" y="14094"/>
                  </a:lnTo>
                  <a:lnTo>
                    <a:pt x="556" y="14094"/>
                  </a:lnTo>
                  <a:lnTo>
                    <a:pt x="3820" y="7224"/>
                  </a:lnTo>
                  <a:lnTo>
                    <a:pt x="7020" y="417"/>
                  </a:lnTo>
                  <a:lnTo>
                    <a:pt x="7020" y="417"/>
                  </a:lnTo>
                  <a:lnTo>
                    <a:pt x="16392" y="348"/>
                  </a:lnTo>
                  <a:lnTo>
                    <a:pt x="25838" y="209"/>
                  </a:lnTo>
                  <a:lnTo>
                    <a:pt x="16392" y="70"/>
                  </a:lnTo>
                  <a:lnTo>
                    <a:pt x="6946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4" name="Google Shape;124;p17"/>
            <p:cNvGrpSpPr/>
            <p:nvPr/>
          </p:nvGrpSpPr>
          <p:grpSpPr>
            <a:xfrm>
              <a:off x="2362091" y="2033159"/>
              <a:ext cx="393710" cy="388032"/>
              <a:chOff x="-64774725" y="1916550"/>
              <a:chExt cx="319000" cy="314400"/>
            </a:xfrm>
          </p:grpSpPr>
          <p:sp>
            <p:nvSpPr>
              <p:cNvPr id="125" name="Google Shape;125;p17"/>
              <p:cNvSpPr/>
              <p:nvPr/>
            </p:nvSpPr>
            <p:spPr>
              <a:xfrm>
                <a:off x="-64774725" y="1916550"/>
                <a:ext cx="319000" cy="314400"/>
              </a:xfrm>
              <a:custGeom>
                <a:rect b="b" l="l" r="r" t="t"/>
                <a:pathLst>
                  <a:path extrusionOk="0" h="12576" w="12760">
                    <a:moveTo>
                      <a:pt x="11436" y="856"/>
                    </a:moveTo>
                    <a:cubicBezTo>
                      <a:pt x="11562" y="856"/>
                      <a:pt x="11657" y="888"/>
                      <a:pt x="11783" y="951"/>
                    </a:cubicBezTo>
                    <a:cubicBezTo>
                      <a:pt x="11877" y="1077"/>
                      <a:pt x="11940" y="1203"/>
                      <a:pt x="11909" y="1329"/>
                    </a:cubicBezTo>
                    <a:cubicBezTo>
                      <a:pt x="11814" y="2431"/>
                      <a:pt x="11562" y="3440"/>
                      <a:pt x="11090" y="4416"/>
                    </a:cubicBezTo>
                    <a:lnTo>
                      <a:pt x="8317" y="1675"/>
                    </a:lnTo>
                    <a:cubicBezTo>
                      <a:pt x="9263" y="1234"/>
                      <a:pt x="10334" y="951"/>
                      <a:pt x="11436" y="856"/>
                    </a:cubicBezTo>
                    <a:close/>
                    <a:moveTo>
                      <a:pt x="3781" y="4542"/>
                    </a:moveTo>
                    <a:lnTo>
                      <a:pt x="3781" y="4542"/>
                    </a:lnTo>
                    <a:cubicBezTo>
                      <a:pt x="3529" y="4983"/>
                      <a:pt x="3245" y="5456"/>
                      <a:pt x="3056" y="5960"/>
                    </a:cubicBezTo>
                    <a:cubicBezTo>
                      <a:pt x="2878" y="5949"/>
                      <a:pt x="2699" y="5942"/>
                      <a:pt x="2522" y="5942"/>
                    </a:cubicBezTo>
                    <a:cubicBezTo>
                      <a:pt x="2167" y="5942"/>
                      <a:pt x="1817" y="5970"/>
                      <a:pt x="1481" y="6054"/>
                    </a:cubicBezTo>
                    <a:cubicBezTo>
                      <a:pt x="1544" y="5928"/>
                      <a:pt x="1670" y="5802"/>
                      <a:pt x="1733" y="5739"/>
                    </a:cubicBezTo>
                    <a:cubicBezTo>
                      <a:pt x="2331" y="5141"/>
                      <a:pt x="2993" y="4731"/>
                      <a:pt x="3781" y="4542"/>
                    </a:cubicBezTo>
                    <a:close/>
                    <a:moveTo>
                      <a:pt x="7561" y="2022"/>
                    </a:moveTo>
                    <a:lnTo>
                      <a:pt x="10680" y="5141"/>
                    </a:lnTo>
                    <a:cubicBezTo>
                      <a:pt x="9546" y="7157"/>
                      <a:pt x="7687" y="8669"/>
                      <a:pt x="5419" y="9331"/>
                    </a:cubicBezTo>
                    <a:lnTo>
                      <a:pt x="3403" y="7346"/>
                    </a:lnTo>
                    <a:cubicBezTo>
                      <a:pt x="4064" y="5109"/>
                      <a:pt x="5576" y="3219"/>
                      <a:pt x="7561" y="2022"/>
                    </a:cubicBezTo>
                    <a:close/>
                    <a:moveTo>
                      <a:pt x="2899" y="8008"/>
                    </a:moveTo>
                    <a:lnTo>
                      <a:pt x="4789" y="9898"/>
                    </a:lnTo>
                    <a:lnTo>
                      <a:pt x="4316" y="10623"/>
                    </a:lnTo>
                    <a:lnTo>
                      <a:pt x="2142" y="8449"/>
                    </a:lnTo>
                    <a:lnTo>
                      <a:pt x="2899" y="8008"/>
                    </a:lnTo>
                    <a:close/>
                    <a:moveTo>
                      <a:pt x="2363" y="9867"/>
                    </a:moveTo>
                    <a:lnTo>
                      <a:pt x="2899" y="10371"/>
                    </a:lnTo>
                    <a:cubicBezTo>
                      <a:pt x="2741" y="10497"/>
                      <a:pt x="2520" y="10654"/>
                      <a:pt x="2300" y="10780"/>
                    </a:cubicBezTo>
                    <a:cubicBezTo>
                      <a:pt x="1985" y="10969"/>
                      <a:pt x="1733" y="11095"/>
                      <a:pt x="1638" y="11127"/>
                    </a:cubicBezTo>
                    <a:cubicBezTo>
                      <a:pt x="1701" y="10969"/>
                      <a:pt x="1796" y="10780"/>
                      <a:pt x="1985" y="10465"/>
                    </a:cubicBezTo>
                    <a:cubicBezTo>
                      <a:pt x="2142" y="10213"/>
                      <a:pt x="2268" y="10024"/>
                      <a:pt x="2363" y="9867"/>
                    </a:cubicBezTo>
                    <a:close/>
                    <a:moveTo>
                      <a:pt x="8191" y="8984"/>
                    </a:moveTo>
                    <a:lnTo>
                      <a:pt x="8191" y="8984"/>
                    </a:lnTo>
                    <a:cubicBezTo>
                      <a:pt x="7971" y="9867"/>
                      <a:pt x="7467" y="10686"/>
                      <a:pt x="6711" y="11284"/>
                    </a:cubicBezTo>
                    <a:cubicBezTo>
                      <a:pt x="6837" y="10749"/>
                      <a:pt x="6837" y="10245"/>
                      <a:pt x="6774" y="9741"/>
                    </a:cubicBezTo>
                    <a:cubicBezTo>
                      <a:pt x="7309" y="9551"/>
                      <a:pt x="7782" y="9268"/>
                      <a:pt x="8191" y="8984"/>
                    </a:cubicBezTo>
                    <a:close/>
                    <a:moveTo>
                      <a:pt x="11509" y="1"/>
                    </a:moveTo>
                    <a:cubicBezTo>
                      <a:pt x="11474" y="1"/>
                      <a:pt x="11440" y="2"/>
                      <a:pt x="11405" y="6"/>
                    </a:cubicBezTo>
                    <a:cubicBezTo>
                      <a:pt x="10365" y="100"/>
                      <a:pt x="9389" y="321"/>
                      <a:pt x="8412" y="730"/>
                    </a:cubicBezTo>
                    <a:cubicBezTo>
                      <a:pt x="7498" y="1077"/>
                      <a:pt x="6616" y="1644"/>
                      <a:pt x="5797" y="2274"/>
                    </a:cubicBezTo>
                    <a:cubicBezTo>
                      <a:pt x="5324" y="2652"/>
                      <a:pt x="4852" y="3093"/>
                      <a:pt x="4474" y="3566"/>
                    </a:cubicBezTo>
                    <a:cubicBezTo>
                      <a:pt x="3245" y="3629"/>
                      <a:pt x="2048" y="4196"/>
                      <a:pt x="1166" y="5109"/>
                    </a:cubicBezTo>
                    <a:cubicBezTo>
                      <a:pt x="725" y="5519"/>
                      <a:pt x="378" y="6054"/>
                      <a:pt x="95" y="6590"/>
                    </a:cubicBezTo>
                    <a:cubicBezTo>
                      <a:pt x="0" y="6748"/>
                      <a:pt x="63" y="6937"/>
                      <a:pt x="158" y="7063"/>
                    </a:cubicBezTo>
                    <a:cubicBezTo>
                      <a:pt x="252" y="7157"/>
                      <a:pt x="378" y="7189"/>
                      <a:pt x="441" y="7189"/>
                    </a:cubicBezTo>
                    <a:cubicBezTo>
                      <a:pt x="536" y="7189"/>
                      <a:pt x="567" y="7189"/>
                      <a:pt x="630" y="7157"/>
                    </a:cubicBezTo>
                    <a:cubicBezTo>
                      <a:pt x="1198" y="6873"/>
                      <a:pt x="1842" y="6743"/>
                      <a:pt x="2471" y="6743"/>
                    </a:cubicBezTo>
                    <a:cubicBezTo>
                      <a:pt x="2540" y="6743"/>
                      <a:pt x="2609" y="6744"/>
                      <a:pt x="2678" y="6748"/>
                    </a:cubicBezTo>
                    <a:cubicBezTo>
                      <a:pt x="2647" y="6905"/>
                      <a:pt x="2615" y="7031"/>
                      <a:pt x="2584" y="7189"/>
                    </a:cubicBezTo>
                    <a:lnTo>
                      <a:pt x="1229" y="7976"/>
                    </a:lnTo>
                    <a:cubicBezTo>
                      <a:pt x="1008" y="8134"/>
                      <a:pt x="945" y="8449"/>
                      <a:pt x="1166" y="8606"/>
                    </a:cubicBezTo>
                    <a:lnTo>
                      <a:pt x="1733" y="9173"/>
                    </a:lnTo>
                    <a:cubicBezTo>
                      <a:pt x="1544" y="9425"/>
                      <a:pt x="1323" y="9772"/>
                      <a:pt x="1103" y="10119"/>
                    </a:cubicBezTo>
                    <a:cubicBezTo>
                      <a:pt x="945" y="10465"/>
                      <a:pt x="788" y="10717"/>
                      <a:pt x="725" y="10906"/>
                    </a:cubicBezTo>
                    <a:cubicBezTo>
                      <a:pt x="599" y="11316"/>
                      <a:pt x="630" y="11599"/>
                      <a:pt x="851" y="11788"/>
                    </a:cubicBezTo>
                    <a:cubicBezTo>
                      <a:pt x="981" y="11918"/>
                      <a:pt x="1144" y="11961"/>
                      <a:pt x="1320" y="11961"/>
                    </a:cubicBezTo>
                    <a:cubicBezTo>
                      <a:pt x="1443" y="11961"/>
                      <a:pt x="1572" y="11940"/>
                      <a:pt x="1701" y="11914"/>
                    </a:cubicBezTo>
                    <a:cubicBezTo>
                      <a:pt x="1953" y="11820"/>
                      <a:pt x="2174" y="11694"/>
                      <a:pt x="2489" y="11505"/>
                    </a:cubicBezTo>
                    <a:cubicBezTo>
                      <a:pt x="2836" y="11316"/>
                      <a:pt x="3151" y="11095"/>
                      <a:pt x="3434" y="10875"/>
                    </a:cubicBezTo>
                    <a:lnTo>
                      <a:pt x="4033" y="11473"/>
                    </a:lnTo>
                    <a:cubicBezTo>
                      <a:pt x="4116" y="11557"/>
                      <a:pt x="4225" y="11597"/>
                      <a:pt x="4330" y="11597"/>
                    </a:cubicBezTo>
                    <a:cubicBezTo>
                      <a:pt x="4464" y="11597"/>
                      <a:pt x="4593" y="11533"/>
                      <a:pt x="4663" y="11410"/>
                    </a:cubicBezTo>
                    <a:lnTo>
                      <a:pt x="5450" y="10056"/>
                    </a:lnTo>
                    <a:cubicBezTo>
                      <a:pt x="5608" y="10024"/>
                      <a:pt x="5734" y="9993"/>
                      <a:pt x="5892" y="9930"/>
                    </a:cubicBezTo>
                    <a:lnTo>
                      <a:pt x="5892" y="9930"/>
                    </a:lnTo>
                    <a:cubicBezTo>
                      <a:pt x="5923" y="10591"/>
                      <a:pt x="5797" y="11316"/>
                      <a:pt x="5482" y="11977"/>
                    </a:cubicBezTo>
                    <a:cubicBezTo>
                      <a:pt x="5419" y="12135"/>
                      <a:pt x="5450" y="12324"/>
                      <a:pt x="5576" y="12450"/>
                    </a:cubicBezTo>
                    <a:cubicBezTo>
                      <a:pt x="5639" y="12534"/>
                      <a:pt x="5759" y="12576"/>
                      <a:pt x="5878" y="12576"/>
                    </a:cubicBezTo>
                    <a:cubicBezTo>
                      <a:pt x="5937" y="12576"/>
                      <a:pt x="5997" y="12565"/>
                      <a:pt x="6049" y="12544"/>
                    </a:cubicBezTo>
                    <a:cubicBezTo>
                      <a:pt x="6585" y="12261"/>
                      <a:pt x="7089" y="11914"/>
                      <a:pt x="7530" y="11473"/>
                    </a:cubicBezTo>
                    <a:cubicBezTo>
                      <a:pt x="8443" y="10560"/>
                      <a:pt x="8979" y="9394"/>
                      <a:pt x="9074" y="8165"/>
                    </a:cubicBezTo>
                    <a:cubicBezTo>
                      <a:pt x="9546" y="7756"/>
                      <a:pt x="9987" y="7346"/>
                      <a:pt x="10365" y="6811"/>
                    </a:cubicBezTo>
                    <a:cubicBezTo>
                      <a:pt x="11027" y="5991"/>
                      <a:pt x="11562" y="5141"/>
                      <a:pt x="11940" y="4227"/>
                    </a:cubicBezTo>
                    <a:cubicBezTo>
                      <a:pt x="12350" y="3282"/>
                      <a:pt x="12571" y="2242"/>
                      <a:pt x="12665" y="1234"/>
                    </a:cubicBezTo>
                    <a:cubicBezTo>
                      <a:pt x="12760" y="1014"/>
                      <a:pt x="12665" y="636"/>
                      <a:pt x="12382" y="384"/>
                    </a:cubicBezTo>
                    <a:cubicBezTo>
                      <a:pt x="12126" y="128"/>
                      <a:pt x="11820" y="1"/>
                      <a:pt x="115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17"/>
              <p:cNvSpPr/>
              <p:nvPr/>
            </p:nvSpPr>
            <p:spPr>
              <a:xfrm>
                <a:off x="-64636900" y="2010600"/>
                <a:ext cx="89800" cy="82525"/>
              </a:xfrm>
              <a:custGeom>
                <a:rect b="b" l="l" r="r" t="t"/>
                <a:pathLst>
                  <a:path extrusionOk="0" h="3301" w="3592">
                    <a:moveTo>
                      <a:pt x="1828" y="827"/>
                    </a:moveTo>
                    <a:cubicBezTo>
                      <a:pt x="2048" y="827"/>
                      <a:pt x="2269" y="906"/>
                      <a:pt x="2426" y="1064"/>
                    </a:cubicBezTo>
                    <a:cubicBezTo>
                      <a:pt x="2741" y="1410"/>
                      <a:pt x="2741" y="1914"/>
                      <a:pt x="2426" y="2229"/>
                    </a:cubicBezTo>
                    <a:cubicBezTo>
                      <a:pt x="2269" y="2387"/>
                      <a:pt x="2048" y="2466"/>
                      <a:pt x="1828" y="2466"/>
                    </a:cubicBezTo>
                    <a:cubicBezTo>
                      <a:pt x="1607" y="2466"/>
                      <a:pt x="1387" y="2387"/>
                      <a:pt x="1229" y="2229"/>
                    </a:cubicBezTo>
                    <a:cubicBezTo>
                      <a:pt x="914" y="1914"/>
                      <a:pt x="914" y="1379"/>
                      <a:pt x="1229" y="1064"/>
                    </a:cubicBezTo>
                    <a:cubicBezTo>
                      <a:pt x="1387" y="906"/>
                      <a:pt x="1607" y="827"/>
                      <a:pt x="1828" y="827"/>
                    </a:cubicBezTo>
                    <a:close/>
                    <a:moveTo>
                      <a:pt x="1820" y="0"/>
                    </a:moveTo>
                    <a:cubicBezTo>
                      <a:pt x="1402" y="0"/>
                      <a:pt x="977" y="166"/>
                      <a:pt x="631" y="497"/>
                    </a:cubicBezTo>
                    <a:cubicBezTo>
                      <a:pt x="0" y="1127"/>
                      <a:pt x="0" y="2198"/>
                      <a:pt x="631" y="2828"/>
                    </a:cubicBezTo>
                    <a:cubicBezTo>
                      <a:pt x="946" y="3143"/>
                      <a:pt x="1371" y="3301"/>
                      <a:pt x="1796" y="3301"/>
                    </a:cubicBezTo>
                    <a:cubicBezTo>
                      <a:pt x="2222" y="3301"/>
                      <a:pt x="2647" y="3143"/>
                      <a:pt x="2962" y="2828"/>
                    </a:cubicBezTo>
                    <a:cubicBezTo>
                      <a:pt x="3592" y="2198"/>
                      <a:pt x="3592" y="1127"/>
                      <a:pt x="2962" y="497"/>
                    </a:cubicBezTo>
                    <a:cubicBezTo>
                      <a:pt x="2647" y="166"/>
                      <a:pt x="2237" y="0"/>
                      <a:pt x="18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7" name="Google Shape;127;p17"/>
          <p:cNvGrpSpPr/>
          <p:nvPr/>
        </p:nvGrpSpPr>
        <p:grpSpPr>
          <a:xfrm>
            <a:off x="5951099" y="2943758"/>
            <a:ext cx="744306" cy="633601"/>
            <a:chOff x="5951099" y="2943758"/>
            <a:chExt cx="744306" cy="633601"/>
          </a:xfrm>
        </p:grpSpPr>
        <p:sp>
          <p:nvSpPr>
            <p:cNvPr id="128" name="Google Shape;128;p17"/>
            <p:cNvSpPr/>
            <p:nvPr/>
          </p:nvSpPr>
          <p:spPr>
            <a:xfrm>
              <a:off x="5951099" y="2943758"/>
              <a:ext cx="744306" cy="633601"/>
            </a:xfrm>
            <a:custGeom>
              <a:rect b="b" l="l" r="r" t="t"/>
              <a:pathLst>
                <a:path extrusionOk="0" h="28270" w="33202">
                  <a:moveTo>
                    <a:pt x="25700" y="0"/>
                  </a:moveTo>
                  <a:lnTo>
                    <a:pt x="7363" y="70"/>
                  </a:lnTo>
                  <a:lnTo>
                    <a:pt x="7225" y="70"/>
                  </a:lnTo>
                  <a:lnTo>
                    <a:pt x="7155" y="139"/>
                  </a:lnTo>
                  <a:lnTo>
                    <a:pt x="3543" y="7016"/>
                  </a:lnTo>
                  <a:lnTo>
                    <a:pt x="1" y="13822"/>
                  </a:lnTo>
                  <a:lnTo>
                    <a:pt x="1" y="13892"/>
                  </a:lnTo>
                  <a:lnTo>
                    <a:pt x="1" y="13961"/>
                  </a:lnTo>
                  <a:lnTo>
                    <a:pt x="3682" y="20213"/>
                  </a:lnTo>
                  <a:lnTo>
                    <a:pt x="7363" y="26394"/>
                  </a:lnTo>
                  <a:lnTo>
                    <a:pt x="7363" y="26394"/>
                  </a:lnTo>
                  <a:lnTo>
                    <a:pt x="3821" y="20074"/>
                  </a:lnTo>
                  <a:lnTo>
                    <a:pt x="317" y="13890"/>
                  </a:lnTo>
                  <a:lnTo>
                    <a:pt x="317" y="13890"/>
                  </a:lnTo>
                  <a:lnTo>
                    <a:pt x="3960" y="7154"/>
                  </a:lnTo>
                  <a:lnTo>
                    <a:pt x="7534" y="487"/>
                  </a:lnTo>
                  <a:lnTo>
                    <a:pt x="7534" y="487"/>
                  </a:lnTo>
                  <a:lnTo>
                    <a:pt x="25495" y="555"/>
                  </a:lnTo>
                  <a:lnTo>
                    <a:pt x="25495" y="555"/>
                  </a:lnTo>
                  <a:lnTo>
                    <a:pt x="32646" y="14177"/>
                  </a:lnTo>
                  <a:lnTo>
                    <a:pt x="32646" y="14177"/>
                  </a:lnTo>
                  <a:lnTo>
                    <a:pt x="29382" y="21046"/>
                  </a:lnTo>
                  <a:lnTo>
                    <a:pt x="26182" y="27853"/>
                  </a:lnTo>
                  <a:lnTo>
                    <a:pt x="26182" y="27853"/>
                  </a:lnTo>
                  <a:lnTo>
                    <a:pt x="16810" y="27922"/>
                  </a:lnTo>
                  <a:lnTo>
                    <a:pt x="7363" y="28061"/>
                  </a:lnTo>
                  <a:lnTo>
                    <a:pt x="16810" y="28200"/>
                  </a:lnTo>
                  <a:lnTo>
                    <a:pt x="26256" y="28270"/>
                  </a:lnTo>
                  <a:lnTo>
                    <a:pt x="26395" y="28270"/>
                  </a:lnTo>
                  <a:lnTo>
                    <a:pt x="26395" y="28131"/>
                  </a:lnTo>
                  <a:lnTo>
                    <a:pt x="29798" y="21185"/>
                  </a:lnTo>
                  <a:lnTo>
                    <a:pt x="33132" y="14309"/>
                  </a:lnTo>
                  <a:lnTo>
                    <a:pt x="33202" y="14170"/>
                  </a:lnTo>
                  <a:lnTo>
                    <a:pt x="33132" y="14031"/>
                  </a:lnTo>
                  <a:lnTo>
                    <a:pt x="25978" y="139"/>
                  </a:lnTo>
                  <a:lnTo>
                    <a:pt x="25839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9" name="Google Shape;129;p17"/>
            <p:cNvGrpSpPr/>
            <p:nvPr/>
          </p:nvGrpSpPr>
          <p:grpSpPr>
            <a:xfrm>
              <a:off x="6100391" y="3075843"/>
              <a:ext cx="405373" cy="390563"/>
              <a:chOff x="-63665750" y="1914325"/>
              <a:chExt cx="328450" cy="316450"/>
            </a:xfrm>
          </p:grpSpPr>
          <p:sp>
            <p:nvSpPr>
              <p:cNvPr id="130" name="Google Shape;130;p17"/>
              <p:cNvSpPr/>
              <p:nvPr/>
            </p:nvSpPr>
            <p:spPr>
              <a:xfrm>
                <a:off x="-63665750" y="1914325"/>
                <a:ext cx="328450" cy="316450"/>
              </a:xfrm>
              <a:custGeom>
                <a:rect b="b" l="l" r="r" t="t"/>
                <a:pathLst>
                  <a:path extrusionOk="0" h="12658" w="13138">
                    <a:moveTo>
                      <a:pt x="8144" y="835"/>
                    </a:moveTo>
                    <a:cubicBezTo>
                      <a:pt x="9097" y="835"/>
                      <a:pt x="10050" y="1197"/>
                      <a:pt x="10775" y="1922"/>
                    </a:cubicBezTo>
                    <a:cubicBezTo>
                      <a:pt x="12256" y="3371"/>
                      <a:pt x="12256" y="5734"/>
                      <a:pt x="10775" y="7183"/>
                    </a:cubicBezTo>
                    <a:cubicBezTo>
                      <a:pt x="10050" y="7908"/>
                      <a:pt x="9097" y="8270"/>
                      <a:pt x="8144" y="8270"/>
                    </a:cubicBezTo>
                    <a:cubicBezTo>
                      <a:pt x="7191" y="8270"/>
                      <a:pt x="6238" y="7908"/>
                      <a:pt x="5513" y="7183"/>
                    </a:cubicBezTo>
                    <a:cubicBezTo>
                      <a:pt x="4064" y="5734"/>
                      <a:pt x="4064" y="3371"/>
                      <a:pt x="5513" y="1922"/>
                    </a:cubicBezTo>
                    <a:cubicBezTo>
                      <a:pt x="6238" y="1197"/>
                      <a:pt x="7191" y="835"/>
                      <a:pt x="8144" y="835"/>
                    </a:cubicBezTo>
                    <a:close/>
                    <a:moveTo>
                      <a:pt x="3466" y="8632"/>
                    </a:moveTo>
                    <a:lnTo>
                      <a:pt x="4064" y="9231"/>
                    </a:lnTo>
                    <a:lnTo>
                      <a:pt x="1607" y="11688"/>
                    </a:lnTo>
                    <a:lnTo>
                      <a:pt x="1008" y="11090"/>
                    </a:lnTo>
                    <a:lnTo>
                      <a:pt x="3466" y="8632"/>
                    </a:lnTo>
                    <a:close/>
                    <a:moveTo>
                      <a:pt x="8172" y="0"/>
                    </a:moveTo>
                    <a:cubicBezTo>
                      <a:pt x="7010" y="0"/>
                      <a:pt x="5844" y="441"/>
                      <a:pt x="4946" y="1323"/>
                    </a:cubicBezTo>
                    <a:cubicBezTo>
                      <a:pt x="3277" y="3024"/>
                      <a:pt x="3182" y="5671"/>
                      <a:pt x="4694" y="7467"/>
                    </a:cubicBezTo>
                    <a:lnTo>
                      <a:pt x="4096" y="8065"/>
                    </a:lnTo>
                    <a:lnTo>
                      <a:pt x="3214" y="7183"/>
                    </a:lnTo>
                    <a:cubicBezTo>
                      <a:pt x="3151" y="7104"/>
                      <a:pt x="3048" y="7065"/>
                      <a:pt x="2942" y="7065"/>
                    </a:cubicBezTo>
                    <a:cubicBezTo>
                      <a:pt x="2836" y="7065"/>
                      <a:pt x="2725" y="7104"/>
                      <a:pt x="2646" y="7183"/>
                    </a:cubicBezTo>
                    <a:cubicBezTo>
                      <a:pt x="2489" y="7341"/>
                      <a:pt x="2489" y="7624"/>
                      <a:pt x="2646" y="7782"/>
                    </a:cubicBezTo>
                    <a:lnTo>
                      <a:pt x="2899" y="8065"/>
                    </a:lnTo>
                    <a:lnTo>
                      <a:pt x="158" y="10806"/>
                    </a:lnTo>
                    <a:cubicBezTo>
                      <a:pt x="0" y="10964"/>
                      <a:pt x="0" y="11247"/>
                      <a:pt x="158" y="11405"/>
                    </a:cubicBezTo>
                    <a:lnTo>
                      <a:pt x="1292" y="12539"/>
                    </a:lnTo>
                    <a:cubicBezTo>
                      <a:pt x="1371" y="12618"/>
                      <a:pt x="1481" y="12657"/>
                      <a:pt x="1591" y="12657"/>
                    </a:cubicBezTo>
                    <a:cubicBezTo>
                      <a:pt x="1701" y="12657"/>
                      <a:pt x="1812" y="12618"/>
                      <a:pt x="1890" y="12539"/>
                    </a:cubicBezTo>
                    <a:lnTo>
                      <a:pt x="4631" y="9798"/>
                    </a:lnTo>
                    <a:lnTo>
                      <a:pt x="4915" y="10050"/>
                    </a:lnTo>
                    <a:cubicBezTo>
                      <a:pt x="4994" y="10129"/>
                      <a:pt x="5104" y="10168"/>
                      <a:pt x="5214" y="10168"/>
                    </a:cubicBezTo>
                    <a:cubicBezTo>
                      <a:pt x="5324" y="10168"/>
                      <a:pt x="5435" y="10129"/>
                      <a:pt x="5513" y="10050"/>
                    </a:cubicBezTo>
                    <a:cubicBezTo>
                      <a:pt x="5671" y="9893"/>
                      <a:pt x="5671" y="9640"/>
                      <a:pt x="5513" y="9483"/>
                    </a:cubicBezTo>
                    <a:lnTo>
                      <a:pt x="4631" y="8601"/>
                    </a:lnTo>
                    <a:lnTo>
                      <a:pt x="5230" y="8034"/>
                    </a:lnTo>
                    <a:cubicBezTo>
                      <a:pt x="6059" y="8730"/>
                      <a:pt x="7090" y="9078"/>
                      <a:pt x="8127" y="9078"/>
                    </a:cubicBezTo>
                    <a:cubicBezTo>
                      <a:pt x="9296" y="9078"/>
                      <a:pt x="10472" y="8635"/>
                      <a:pt x="11373" y="7750"/>
                    </a:cubicBezTo>
                    <a:cubicBezTo>
                      <a:pt x="13138" y="5986"/>
                      <a:pt x="13138" y="3087"/>
                      <a:pt x="11373" y="1323"/>
                    </a:cubicBezTo>
                    <a:cubicBezTo>
                      <a:pt x="10491" y="441"/>
                      <a:pt x="9333" y="0"/>
                      <a:pt x="81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7"/>
              <p:cNvSpPr/>
              <p:nvPr/>
            </p:nvSpPr>
            <p:spPr>
              <a:xfrm>
                <a:off x="-63524775" y="1955275"/>
                <a:ext cx="123675" cy="134700"/>
              </a:xfrm>
              <a:custGeom>
                <a:rect b="b" l="l" r="r" t="t"/>
                <a:pathLst>
                  <a:path extrusionOk="0" h="5388" w="4947">
                    <a:moveTo>
                      <a:pt x="2458" y="882"/>
                    </a:moveTo>
                    <a:cubicBezTo>
                      <a:pt x="2930" y="882"/>
                      <a:pt x="3308" y="1229"/>
                      <a:pt x="3308" y="1702"/>
                    </a:cubicBezTo>
                    <a:cubicBezTo>
                      <a:pt x="3308" y="2174"/>
                      <a:pt x="2962" y="2521"/>
                      <a:pt x="2458" y="2521"/>
                    </a:cubicBezTo>
                    <a:cubicBezTo>
                      <a:pt x="1985" y="2521"/>
                      <a:pt x="1639" y="2174"/>
                      <a:pt x="1639" y="1702"/>
                    </a:cubicBezTo>
                    <a:cubicBezTo>
                      <a:pt x="1639" y="1229"/>
                      <a:pt x="2048" y="882"/>
                      <a:pt x="2458" y="882"/>
                    </a:cubicBezTo>
                    <a:close/>
                    <a:moveTo>
                      <a:pt x="2458" y="3340"/>
                    </a:moveTo>
                    <a:cubicBezTo>
                      <a:pt x="3245" y="3340"/>
                      <a:pt x="3876" y="3875"/>
                      <a:pt x="4096" y="4600"/>
                    </a:cubicBezTo>
                    <a:lnTo>
                      <a:pt x="883" y="4600"/>
                    </a:lnTo>
                    <a:cubicBezTo>
                      <a:pt x="1040" y="3875"/>
                      <a:pt x="1733" y="3340"/>
                      <a:pt x="2458" y="3340"/>
                    </a:cubicBezTo>
                    <a:close/>
                    <a:moveTo>
                      <a:pt x="2458" y="0"/>
                    </a:moveTo>
                    <a:cubicBezTo>
                      <a:pt x="1576" y="0"/>
                      <a:pt x="820" y="756"/>
                      <a:pt x="820" y="1670"/>
                    </a:cubicBezTo>
                    <a:cubicBezTo>
                      <a:pt x="820" y="2080"/>
                      <a:pt x="977" y="2489"/>
                      <a:pt x="1292" y="2804"/>
                    </a:cubicBezTo>
                    <a:cubicBezTo>
                      <a:pt x="536" y="3245"/>
                      <a:pt x="0" y="4033"/>
                      <a:pt x="0" y="4978"/>
                    </a:cubicBezTo>
                    <a:cubicBezTo>
                      <a:pt x="0" y="5230"/>
                      <a:pt x="189" y="5388"/>
                      <a:pt x="410" y="5388"/>
                    </a:cubicBezTo>
                    <a:lnTo>
                      <a:pt x="4569" y="5388"/>
                    </a:lnTo>
                    <a:cubicBezTo>
                      <a:pt x="4789" y="5388"/>
                      <a:pt x="4947" y="5199"/>
                      <a:pt x="4947" y="4978"/>
                    </a:cubicBezTo>
                    <a:cubicBezTo>
                      <a:pt x="4947" y="4033"/>
                      <a:pt x="4443" y="3245"/>
                      <a:pt x="3655" y="2804"/>
                    </a:cubicBezTo>
                    <a:cubicBezTo>
                      <a:pt x="3939" y="2489"/>
                      <a:pt x="4128" y="2080"/>
                      <a:pt x="4128" y="1670"/>
                    </a:cubicBezTo>
                    <a:cubicBezTo>
                      <a:pt x="4128" y="756"/>
                      <a:pt x="3371" y="0"/>
                      <a:pt x="24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8"/>
          <p:cNvGrpSpPr/>
          <p:nvPr/>
        </p:nvGrpSpPr>
        <p:grpSpPr>
          <a:xfrm>
            <a:off x="923026" y="1369650"/>
            <a:ext cx="7346097" cy="3362418"/>
            <a:chOff x="923026" y="1369650"/>
            <a:chExt cx="7346097" cy="3362418"/>
          </a:xfrm>
        </p:grpSpPr>
        <p:grpSp>
          <p:nvGrpSpPr>
            <p:cNvPr id="137" name="Google Shape;137;p18"/>
            <p:cNvGrpSpPr/>
            <p:nvPr/>
          </p:nvGrpSpPr>
          <p:grpSpPr>
            <a:xfrm>
              <a:off x="959023" y="3148501"/>
              <a:ext cx="3361597" cy="1583567"/>
              <a:chOff x="959023" y="3148501"/>
              <a:chExt cx="3361597" cy="1583567"/>
            </a:xfrm>
          </p:grpSpPr>
          <p:sp>
            <p:nvSpPr>
              <p:cNvPr id="138" name="Google Shape;138;p18"/>
              <p:cNvSpPr/>
              <p:nvPr/>
            </p:nvSpPr>
            <p:spPr>
              <a:xfrm rot="10799781">
                <a:off x="959023" y="3148587"/>
                <a:ext cx="2707581" cy="1583395"/>
              </a:xfrm>
              <a:custGeom>
                <a:rect b="b" l="l" r="r" t="t"/>
                <a:pathLst>
                  <a:path extrusionOk="0" h="34360" w="68961">
                    <a:moveTo>
                      <a:pt x="29793" y="627"/>
                    </a:moveTo>
                    <a:cubicBezTo>
                      <a:pt x="31042" y="627"/>
                      <a:pt x="32291" y="656"/>
                      <a:pt x="33536" y="708"/>
                    </a:cubicBezTo>
                    <a:cubicBezTo>
                      <a:pt x="39019" y="872"/>
                      <a:pt x="44666" y="1385"/>
                      <a:pt x="50149" y="2248"/>
                    </a:cubicBezTo>
                    <a:cubicBezTo>
                      <a:pt x="55612" y="3193"/>
                      <a:pt x="61444" y="4897"/>
                      <a:pt x="65120" y="9600"/>
                    </a:cubicBezTo>
                    <a:cubicBezTo>
                      <a:pt x="68960" y="14570"/>
                      <a:pt x="68550" y="20977"/>
                      <a:pt x="64340" y="25597"/>
                    </a:cubicBezTo>
                    <a:cubicBezTo>
                      <a:pt x="60417" y="30054"/>
                      <a:pt x="54421" y="31512"/>
                      <a:pt x="48855" y="32456"/>
                    </a:cubicBezTo>
                    <a:cubicBezTo>
                      <a:pt x="43610" y="33353"/>
                      <a:pt x="38244" y="33806"/>
                      <a:pt x="32898" y="33806"/>
                    </a:cubicBezTo>
                    <a:cubicBezTo>
                      <a:pt x="31630" y="33806"/>
                      <a:pt x="30364" y="33781"/>
                      <a:pt x="29100" y="33730"/>
                    </a:cubicBezTo>
                    <a:cubicBezTo>
                      <a:pt x="23699" y="33483"/>
                      <a:pt x="18134" y="33052"/>
                      <a:pt x="12917" y="31245"/>
                    </a:cubicBezTo>
                    <a:cubicBezTo>
                      <a:pt x="7619" y="29376"/>
                      <a:pt x="2485" y="25782"/>
                      <a:pt x="1109" y="19786"/>
                    </a:cubicBezTo>
                    <a:cubicBezTo>
                      <a:pt x="0" y="15432"/>
                      <a:pt x="1027" y="10627"/>
                      <a:pt x="3594" y="7115"/>
                    </a:cubicBezTo>
                    <a:cubicBezTo>
                      <a:pt x="11507" y="2147"/>
                      <a:pt x="20660" y="627"/>
                      <a:pt x="29793" y="627"/>
                    </a:cubicBezTo>
                    <a:close/>
                    <a:moveTo>
                      <a:pt x="30015" y="1"/>
                    </a:moveTo>
                    <a:cubicBezTo>
                      <a:pt x="21187" y="1"/>
                      <a:pt x="12367" y="1344"/>
                      <a:pt x="4621" y="5760"/>
                    </a:cubicBezTo>
                    <a:cubicBezTo>
                      <a:pt x="5134" y="5246"/>
                      <a:pt x="5730" y="4733"/>
                      <a:pt x="6325" y="4219"/>
                    </a:cubicBezTo>
                    <a:cubicBezTo>
                      <a:pt x="6486" y="4148"/>
                      <a:pt x="6367" y="3937"/>
                      <a:pt x="6226" y="3937"/>
                    </a:cubicBezTo>
                    <a:cubicBezTo>
                      <a:pt x="6204" y="3937"/>
                      <a:pt x="6182" y="3942"/>
                      <a:pt x="6161" y="3952"/>
                    </a:cubicBezTo>
                    <a:cubicBezTo>
                      <a:pt x="5216" y="4651"/>
                      <a:pt x="4374" y="5493"/>
                      <a:pt x="3676" y="6355"/>
                    </a:cubicBezTo>
                    <a:cubicBezTo>
                      <a:pt x="3081" y="6704"/>
                      <a:pt x="2485" y="7115"/>
                      <a:pt x="1890" y="7464"/>
                    </a:cubicBezTo>
                    <a:cubicBezTo>
                      <a:pt x="1675" y="7679"/>
                      <a:pt x="1805" y="8052"/>
                      <a:pt x="1993" y="8052"/>
                    </a:cubicBezTo>
                    <a:cubicBezTo>
                      <a:pt x="2038" y="8052"/>
                      <a:pt x="2088" y="8030"/>
                      <a:pt x="2136" y="7977"/>
                    </a:cubicBezTo>
                    <a:cubicBezTo>
                      <a:pt x="2403" y="7895"/>
                      <a:pt x="2567" y="7731"/>
                      <a:pt x="2731" y="7628"/>
                    </a:cubicBezTo>
                    <a:lnTo>
                      <a:pt x="2731" y="7628"/>
                    </a:lnTo>
                    <a:cubicBezTo>
                      <a:pt x="1109" y="10031"/>
                      <a:pt x="267" y="12947"/>
                      <a:pt x="164" y="15945"/>
                    </a:cubicBezTo>
                    <a:cubicBezTo>
                      <a:pt x="82" y="20895"/>
                      <a:pt x="2403" y="25351"/>
                      <a:pt x="6161" y="28267"/>
                    </a:cubicBezTo>
                    <a:cubicBezTo>
                      <a:pt x="10350" y="31594"/>
                      <a:pt x="15751" y="32888"/>
                      <a:pt x="20803" y="33565"/>
                    </a:cubicBezTo>
                    <a:cubicBezTo>
                      <a:pt x="24877" y="34101"/>
                      <a:pt x="28950" y="34359"/>
                      <a:pt x="33024" y="34359"/>
                    </a:cubicBezTo>
                    <a:cubicBezTo>
                      <a:pt x="36138" y="34359"/>
                      <a:pt x="39252" y="34208"/>
                      <a:pt x="42366" y="33915"/>
                    </a:cubicBezTo>
                    <a:cubicBezTo>
                      <a:pt x="48609" y="33216"/>
                      <a:pt x="55530" y="32456"/>
                      <a:pt x="61013" y="29027"/>
                    </a:cubicBezTo>
                    <a:cubicBezTo>
                      <a:pt x="65366" y="26378"/>
                      <a:pt x="68960" y="21490"/>
                      <a:pt x="68365" y="16028"/>
                    </a:cubicBezTo>
                    <a:cubicBezTo>
                      <a:pt x="67851" y="10811"/>
                      <a:pt x="63826" y="6602"/>
                      <a:pt x="59473" y="4384"/>
                    </a:cubicBezTo>
                    <a:cubicBezTo>
                      <a:pt x="53907" y="1652"/>
                      <a:pt x="47500" y="1221"/>
                      <a:pt x="41504" y="626"/>
                    </a:cubicBezTo>
                    <a:cubicBezTo>
                      <a:pt x="37732" y="257"/>
                      <a:pt x="33873" y="1"/>
                      <a:pt x="3001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cap="flat" cmpd="sng" w="1905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9" name="Google Shape;139;p18"/>
              <p:cNvGrpSpPr/>
              <p:nvPr/>
            </p:nvGrpSpPr>
            <p:grpSpPr>
              <a:xfrm>
                <a:off x="3382792" y="3317550"/>
                <a:ext cx="937828" cy="885191"/>
                <a:chOff x="3382792" y="3317550"/>
                <a:chExt cx="937828" cy="885191"/>
              </a:xfrm>
            </p:grpSpPr>
            <p:sp>
              <p:nvSpPr>
                <p:cNvPr id="140" name="Google Shape;140;p18"/>
                <p:cNvSpPr/>
                <p:nvPr/>
              </p:nvSpPr>
              <p:spPr>
                <a:xfrm>
                  <a:off x="3403100" y="3336175"/>
                  <a:ext cx="881075" cy="857250"/>
                </a:xfrm>
                <a:custGeom>
                  <a:rect b="b" l="l" r="r" t="t"/>
                  <a:pathLst>
                    <a:path extrusionOk="0" h="34290" w="35243">
                      <a:moveTo>
                        <a:pt x="3810" y="5143"/>
                      </a:moveTo>
                      <a:lnTo>
                        <a:pt x="9240" y="1143"/>
                      </a:lnTo>
                      <a:lnTo>
                        <a:pt x="18479" y="0"/>
                      </a:lnTo>
                      <a:lnTo>
                        <a:pt x="28766" y="4000"/>
                      </a:lnTo>
                      <a:lnTo>
                        <a:pt x="34862" y="12668"/>
                      </a:lnTo>
                      <a:lnTo>
                        <a:pt x="35243" y="22765"/>
                      </a:lnTo>
                      <a:lnTo>
                        <a:pt x="31147" y="29051"/>
                      </a:lnTo>
                      <a:lnTo>
                        <a:pt x="27432" y="31718"/>
                      </a:lnTo>
                      <a:lnTo>
                        <a:pt x="17050" y="34290"/>
                      </a:lnTo>
                      <a:lnTo>
                        <a:pt x="8097" y="32671"/>
                      </a:lnTo>
                      <a:lnTo>
                        <a:pt x="2763" y="27718"/>
                      </a:lnTo>
                      <a:lnTo>
                        <a:pt x="0" y="19240"/>
                      </a:lnTo>
                      <a:lnTo>
                        <a:pt x="191" y="13906"/>
                      </a:lnTo>
                      <a:lnTo>
                        <a:pt x="1715" y="7429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</p:sp>
            <p:sp>
              <p:nvSpPr>
                <p:cNvPr id="141" name="Google Shape;141;p18"/>
                <p:cNvSpPr/>
                <p:nvPr/>
              </p:nvSpPr>
              <p:spPr>
                <a:xfrm>
                  <a:off x="3382792" y="3317550"/>
                  <a:ext cx="937828" cy="885191"/>
                </a:xfrm>
                <a:custGeom>
                  <a:rect b="b" l="l" r="r" t="t"/>
                  <a:pathLst>
                    <a:path extrusionOk="0" h="9922" w="10512">
                      <a:moveTo>
                        <a:pt x="4476" y="451"/>
                      </a:moveTo>
                      <a:lnTo>
                        <a:pt x="5031" y="486"/>
                      </a:lnTo>
                      <a:lnTo>
                        <a:pt x="5655" y="590"/>
                      </a:lnTo>
                      <a:lnTo>
                        <a:pt x="6071" y="694"/>
                      </a:lnTo>
                      <a:lnTo>
                        <a:pt x="6453" y="833"/>
                      </a:lnTo>
                      <a:lnTo>
                        <a:pt x="6834" y="972"/>
                      </a:lnTo>
                      <a:lnTo>
                        <a:pt x="7181" y="1110"/>
                      </a:lnTo>
                      <a:lnTo>
                        <a:pt x="7528" y="1284"/>
                      </a:lnTo>
                      <a:lnTo>
                        <a:pt x="7806" y="1492"/>
                      </a:lnTo>
                      <a:lnTo>
                        <a:pt x="8118" y="1700"/>
                      </a:lnTo>
                      <a:lnTo>
                        <a:pt x="8395" y="1908"/>
                      </a:lnTo>
                      <a:lnTo>
                        <a:pt x="8673" y="2220"/>
                      </a:lnTo>
                      <a:lnTo>
                        <a:pt x="8950" y="2533"/>
                      </a:lnTo>
                      <a:lnTo>
                        <a:pt x="9158" y="2845"/>
                      </a:lnTo>
                      <a:lnTo>
                        <a:pt x="9367" y="3157"/>
                      </a:lnTo>
                      <a:lnTo>
                        <a:pt x="9505" y="3504"/>
                      </a:lnTo>
                      <a:lnTo>
                        <a:pt x="9609" y="3851"/>
                      </a:lnTo>
                      <a:lnTo>
                        <a:pt x="9679" y="4198"/>
                      </a:lnTo>
                      <a:lnTo>
                        <a:pt x="9748" y="4579"/>
                      </a:lnTo>
                      <a:lnTo>
                        <a:pt x="9783" y="5273"/>
                      </a:lnTo>
                      <a:lnTo>
                        <a:pt x="9818" y="5620"/>
                      </a:lnTo>
                      <a:lnTo>
                        <a:pt x="9818" y="5897"/>
                      </a:lnTo>
                      <a:lnTo>
                        <a:pt x="9748" y="6244"/>
                      </a:lnTo>
                      <a:lnTo>
                        <a:pt x="9679" y="6556"/>
                      </a:lnTo>
                      <a:lnTo>
                        <a:pt x="9505" y="7077"/>
                      </a:lnTo>
                      <a:lnTo>
                        <a:pt x="9401" y="7319"/>
                      </a:lnTo>
                      <a:lnTo>
                        <a:pt x="9263" y="7562"/>
                      </a:lnTo>
                      <a:lnTo>
                        <a:pt x="9020" y="7840"/>
                      </a:lnTo>
                      <a:lnTo>
                        <a:pt x="8812" y="8117"/>
                      </a:lnTo>
                      <a:lnTo>
                        <a:pt x="8569" y="8360"/>
                      </a:lnTo>
                      <a:lnTo>
                        <a:pt x="8326" y="8568"/>
                      </a:lnTo>
                      <a:lnTo>
                        <a:pt x="8048" y="8742"/>
                      </a:lnTo>
                      <a:lnTo>
                        <a:pt x="7806" y="8915"/>
                      </a:lnTo>
                      <a:lnTo>
                        <a:pt x="7528" y="9019"/>
                      </a:lnTo>
                      <a:lnTo>
                        <a:pt x="7216" y="9123"/>
                      </a:lnTo>
                      <a:lnTo>
                        <a:pt x="6869" y="9227"/>
                      </a:lnTo>
                      <a:lnTo>
                        <a:pt x="6453" y="9331"/>
                      </a:lnTo>
                      <a:lnTo>
                        <a:pt x="5690" y="9435"/>
                      </a:lnTo>
                      <a:lnTo>
                        <a:pt x="5204" y="9505"/>
                      </a:lnTo>
                      <a:lnTo>
                        <a:pt x="4892" y="9539"/>
                      </a:lnTo>
                      <a:lnTo>
                        <a:pt x="4545" y="9574"/>
                      </a:lnTo>
                      <a:lnTo>
                        <a:pt x="4129" y="9539"/>
                      </a:lnTo>
                      <a:lnTo>
                        <a:pt x="3712" y="9470"/>
                      </a:lnTo>
                      <a:lnTo>
                        <a:pt x="3262" y="9366"/>
                      </a:lnTo>
                      <a:lnTo>
                        <a:pt x="2845" y="9193"/>
                      </a:lnTo>
                      <a:lnTo>
                        <a:pt x="2568" y="9054"/>
                      </a:lnTo>
                      <a:lnTo>
                        <a:pt x="2325" y="8915"/>
                      </a:lnTo>
                      <a:lnTo>
                        <a:pt x="2082" y="8742"/>
                      </a:lnTo>
                      <a:lnTo>
                        <a:pt x="1839" y="8568"/>
                      </a:lnTo>
                      <a:lnTo>
                        <a:pt x="1458" y="8117"/>
                      </a:lnTo>
                      <a:lnTo>
                        <a:pt x="1042" y="7632"/>
                      </a:lnTo>
                      <a:lnTo>
                        <a:pt x="937" y="7458"/>
                      </a:lnTo>
                      <a:lnTo>
                        <a:pt x="833" y="7285"/>
                      </a:lnTo>
                      <a:lnTo>
                        <a:pt x="695" y="6903"/>
                      </a:lnTo>
                      <a:lnTo>
                        <a:pt x="591" y="6487"/>
                      </a:lnTo>
                      <a:lnTo>
                        <a:pt x="521" y="6071"/>
                      </a:lnTo>
                      <a:lnTo>
                        <a:pt x="487" y="5238"/>
                      </a:lnTo>
                      <a:lnTo>
                        <a:pt x="521" y="4440"/>
                      </a:lnTo>
                      <a:lnTo>
                        <a:pt x="660" y="3608"/>
                      </a:lnTo>
                      <a:lnTo>
                        <a:pt x="833" y="2810"/>
                      </a:lnTo>
                      <a:lnTo>
                        <a:pt x="903" y="2567"/>
                      </a:lnTo>
                      <a:lnTo>
                        <a:pt x="1007" y="2359"/>
                      </a:lnTo>
                      <a:lnTo>
                        <a:pt x="1146" y="2151"/>
                      </a:lnTo>
                      <a:lnTo>
                        <a:pt x="1284" y="1943"/>
                      </a:lnTo>
                      <a:lnTo>
                        <a:pt x="1423" y="1769"/>
                      </a:lnTo>
                      <a:lnTo>
                        <a:pt x="1631" y="1596"/>
                      </a:lnTo>
                      <a:lnTo>
                        <a:pt x="2082" y="1214"/>
                      </a:lnTo>
                      <a:lnTo>
                        <a:pt x="2360" y="1041"/>
                      </a:lnTo>
                      <a:lnTo>
                        <a:pt x="2637" y="867"/>
                      </a:lnTo>
                      <a:lnTo>
                        <a:pt x="2915" y="729"/>
                      </a:lnTo>
                      <a:lnTo>
                        <a:pt x="3227" y="625"/>
                      </a:lnTo>
                      <a:lnTo>
                        <a:pt x="3504" y="555"/>
                      </a:lnTo>
                      <a:lnTo>
                        <a:pt x="3817" y="486"/>
                      </a:lnTo>
                      <a:lnTo>
                        <a:pt x="4129" y="451"/>
                      </a:lnTo>
                      <a:close/>
                      <a:moveTo>
                        <a:pt x="4857" y="0"/>
                      </a:moveTo>
                      <a:lnTo>
                        <a:pt x="4267" y="35"/>
                      </a:lnTo>
                      <a:lnTo>
                        <a:pt x="3678" y="104"/>
                      </a:lnTo>
                      <a:lnTo>
                        <a:pt x="3227" y="174"/>
                      </a:lnTo>
                      <a:lnTo>
                        <a:pt x="2776" y="312"/>
                      </a:lnTo>
                      <a:lnTo>
                        <a:pt x="2568" y="417"/>
                      </a:lnTo>
                      <a:lnTo>
                        <a:pt x="2360" y="555"/>
                      </a:lnTo>
                      <a:lnTo>
                        <a:pt x="2152" y="694"/>
                      </a:lnTo>
                      <a:lnTo>
                        <a:pt x="1943" y="867"/>
                      </a:lnTo>
                      <a:lnTo>
                        <a:pt x="1805" y="1006"/>
                      </a:lnTo>
                      <a:lnTo>
                        <a:pt x="1631" y="1145"/>
                      </a:lnTo>
                      <a:lnTo>
                        <a:pt x="1527" y="1214"/>
                      </a:lnTo>
                      <a:lnTo>
                        <a:pt x="1076" y="1596"/>
                      </a:lnTo>
                      <a:lnTo>
                        <a:pt x="903" y="1804"/>
                      </a:lnTo>
                      <a:lnTo>
                        <a:pt x="729" y="1978"/>
                      </a:lnTo>
                      <a:lnTo>
                        <a:pt x="591" y="2220"/>
                      </a:lnTo>
                      <a:lnTo>
                        <a:pt x="487" y="2428"/>
                      </a:lnTo>
                      <a:lnTo>
                        <a:pt x="382" y="2671"/>
                      </a:lnTo>
                      <a:lnTo>
                        <a:pt x="313" y="2879"/>
                      </a:lnTo>
                      <a:lnTo>
                        <a:pt x="174" y="3400"/>
                      </a:lnTo>
                      <a:lnTo>
                        <a:pt x="70" y="3920"/>
                      </a:lnTo>
                      <a:lnTo>
                        <a:pt x="36" y="4440"/>
                      </a:lnTo>
                      <a:lnTo>
                        <a:pt x="1" y="4926"/>
                      </a:lnTo>
                      <a:lnTo>
                        <a:pt x="36" y="5446"/>
                      </a:lnTo>
                      <a:lnTo>
                        <a:pt x="105" y="5932"/>
                      </a:lnTo>
                      <a:lnTo>
                        <a:pt x="174" y="6418"/>
                      </a:lnTo>
                      <a:lnTo>
                        <a:pt x="313" y="6903"/>
                      </a:lnTo>
                      <a:lnTo>
                        <a:pt x="348" y="7111"/>
                      </a:lnTo>
                      <a:lnTo>
                        <a:pt x="382" y="7250"/>
                      </a:lnTo>
                      <a:lnTo>
                        <a:pt x="417" y="7389"/>
                      </a:lnTo>
                      <a:lnTo>
                        <a:pt x="937" y="8117"/>
                      </a:lnTo>
                      <a:lnTo>
                        <a:pt x="1423" y="8811"/>
                      </a:lnTo>
                      <a:lnTo>
                        <a:pt x="1666" y="9089"/>
                      </a:lnTo>
                      <a:lnTo>
                        <a:pt x="1805" y="9193"/>
                      </a:lnTo>
                      <a:lnTo>
                        <a:pt x="1978" y="9297"/>
                      </a:lnTo>
                      <a:lnTo>
                        <a:pt x="2152" y="9366"/>
                      </a:lnTo>
                      <a:lnTo>
                        <a:pt x="2672" y="9574"/>
                      </a:lnTo>
                      <a:lnTo>
                        <a:pt x="3192" y="9748"/>
                      </a:lnTo>
                      <a:lnTo>
                        <a:pt x="3747" y="9852"/>
                      </a:lnTo>
                      <a:lnTo>
                        <a:pt x="4025" y="9886"/>
                      </a:lnTo>
                      <a:lnTo>
                        <a:pt x="4302" y="9921"/>
                      </a:lnTo>
                      <a:lnTo>
                        <a:pt x="4510" y="9921"/>
                      </a:lnTo>
                      <a:lnTo>
                        <a:pt x="4892" y="9886"/>
                      </a:lnTo>
                      <a:lnTo>
                        <a:pt x="5516" y="9852"/>
                      </a:lnTo>
                      <a:lnTo>
                        <a:pt x="6141" y="9748"/>
                      </a:lnTo>
                      <a:lnTo>
                        <a:pt x="6730" y="9609"/>
                      </a:lnTo>
                      <a:lnTo>
                        <a:pt x="7216" y="9470"/>
                      </a:lnTo>
                      <a:lnTo>
                        <a:pt x="7702" y="9331"/>
                      </a:lnTo>
                      <a:lnTo>
                        <a:pt x="8118" y="9158"/>
                      </a:lnTo>
                      <a:lnTo>
                        <a:pt x="8291" y="9054"/>
                      </a:lnTo>
                      <a:lnTo>
                        <a:pt x="8430" y="8950"/>
                      </a:lnTo>
                      <a:lnTo>
                        <a:pt x="8708" y="8707"/>
                      </a:lnTo>
                      <a:lnTo>
                        <a:pt x="8950" y="8534"/>
                      </a:lnTo>
                      <a:lnTo>
                        <a:pt x="9228" y="8325"/>
                      </a:lnTo>
                      <a:lnTo>
                        <a:pt x="9401" y="8221"/>
                      </a:lnTo>
                      <a:lnTo>
                        <a:pt x="9540" y="8083"/>
                      </a:lnTo>
                      <a:lnTo>
                        <a:pt x="9644" y="7944"/>
                      </a:lnTo>
                      <a:lnTo>
                        <a:pt x="9748" y="7805"/>
                      </a:lnTo>
                      <a:lnTo>
                        <a:pt x="9922" y="7493"/>
                      </a:lnTo>
                      <a:lnTo>
                        <a:pt x="10095" y="7146"/>
                      </a:lnTo>
                      <a:lnTo>
                        <a:pt x="10164" y="6903"/>
                      </a:lnTo>
                      <a:lnTo>
                        <a:pt x="10303" y="6591"/>
                      </a:lnTo>
                      <a:lnTo>
                        <a:pt x="10373" y="6279"/>
                      </a:lnTo>
                      <a:lnTo>
                        <a:pt x="10442" y="5585"/>
                      </a:lnTo>
                      <a:lnTo>
                        <a:pt x="10511" y="5030"/>
                      </a:lnTo>
                      <a:lnTo>
                        <a:pt x="10442" y="4995"/>
                      </a:lnTo>
                      <a:lnTo>
                        <a:pt x="10407" y="4648"/>
                      </a:lnTo>
                      <a:lnTo>
                        <a:pt x="10338" y="3955"/>
                      </a:lnTo>
                      <a:lnTo>
                        <a:pt x="10234" y="3504"/>
                      </a:lnTo>
                      <a:lnTo>
                        <a:pt x="10130" y="3122"/>
                      </a:lnTo>
                      <a:lnTo>
                        <a:pt x="9956" y="2775"/>
                      </a:lnTo>
                      <a:lnTo>
                        <a:pt x="9748" y="2463"/>
                      </a:lnTo>
                      <a:lnTo>
                        <a:pt x="9540" y="2186"/>
                      </a:lnTo>
                      <a:lnTo>
                        <a:pt x="9332" y="1943"/>
                      </a:lnTo>
                      <a:lnTo>
                        <a:pt x="8881" y="1492"/>
                      </a:lnTo>
                      <a:lnTo>
                        <a:pt x="8395" y="1145"/>
                      </a:lnTo>
                      <a:lnTo>
                        <a:pt x="7944" y="833"/>
                      </a:lnTo>
                      <a:lnTo>
                        <a:pt x="7563" y="625"/>
                      </a:lnTo>
                      <a:lnTo>
                        <a:pt x="7216" y="451"/>
                      </a:lnTo>
                      <a:lnTo>
                        <a:pt x="6834" y="312"/>
                      </a:lnTo>
                      <a:lnTo>
                        <a:pt x="6488" y="208"/>
                      </a:lnTo>
                      <a:lnTo>
                        <a:pt x="6106" y="104"/>
                      </a:lnTo>
                      <a:lnTo>
                        <a:pt x="5690" y="70"/>
                      </a:lnTo>
                      <a:lnTo>
                        <a:pt x="5273" y="35"/>
                      </a:lnTo>
                      <a:lnTo>
                        <a:pt x="4857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42" name="Google Shape;142;p18"/>
                <p:cNvGrpSpPr/>
                <p:nvPr/>
              </p:nvGrpSpPr>
              <p:grpSpPr>
                <a:xfrm>
                  <a:off x="3614525" y="3556954"/>
                  <a:ext cx="457195" cy="457207"/>
                  <a:chOff x="1413250" y="2680675"/>
                  <a:chExt cx="297750" cy="297525"/>
                </a:xfrm>
              </p:grpSpPr>
              <p:sp>
                <p:nvSpPr>
                  <p:cNvPr id="143" name="Google Shape;143;p18"/>
                  <p:cNvSpPr/>
                  <p:nvPr/>
                </p:nvSpPr>
                <p:spPr>
                  <a:xfrm>
                    <a:off x="1413250" y="2680675"/>
                    <a:ext cx="297750" cy="297525"/>
                  </a:xfrm>
                  <a:custGeom>
                    <a:rect b="b" l="l" r="r" t="t"/>
                    <a:pathLst>
                      <a:path extrusionOk="0" h="11901" w="11910">
                        <a:moveTo>
                          <a:pt x="10460" y="1418"/>
                        </a:moveTo>
                        <a:lnTo>
                          <a:pt x="10460" y="7719"/>
                        </a:lnTo>
                        <a:lnTo>
                          <a:pt x="1387" y="7719"/>
                        </a:lnTo>
                        <a:lnTo>
                          <a:pt x="1387" y="1418"/>
                        </a:lnTo>
                        <a:close/>
                        <a:moveTo>
                          <a:pt x="5577" y="8380"/>
                        </a:moveTo>
                        <a:lnTo>
                          <a:pt x="5577" y="9105"/>
                        </a:lnTo>
                        <a:lnTo>
                          <a:pt x="5167" y="9105"/>
                        </a:lnTo>
                        <a:lnTo>
                          <a:pt x="5451" y="8380"/>
                        </a:lnTo>
                        <a:close/>
                        <a:moveTo>
                          <a:pt x="6396" y="8380"/>
                        </a:moveTo>
                        <a:lnTo>
                          <a:pt x="6679" y="9105"/>
                        </a:lnTo>
                        <a:lnTo>
                          <a:pt x="6270" y="9105"/>
                        </a:lnTo>
                        <a:lnTo>
                          <a:pt x="6270" y="8380"/>
                        </a:lnTo>
                        <a:close/>
                        <a:moveTo>
                          <a:pt x="5955" y="0"/>
                        </a:moveTo>
                        <a:cubicBezTo>
                          <a:pt x="5766" y="0"/>
                          <a:pt x="5608" y="158"/>
                          <a:pt x="5608" y="347"/>
                        </a:cubicBezTo>
                        <a:lnTo>
                          <a:pt x="5608" y="725"/>
                        </a:lnTo>
                        <a:lnTo>
                          <a:pt x="378" y="725"/>
                        </a:lnTo>
                        <a:cubicBezTo>
                          <a:pt x="158" y="725"/>
                          <a:pt x="0" y="882"/>
                          <a:pt x="0" y="1071"/>
                        </a:cubicBezTo>
                        <a:cubicBezTo>
                          <a:pt x="0" y="1260"/>
                          <a:pt x="158" y="1418"/>
                          <a:pt x="378" y="1418"/>
                        </a:cubicBezTo>
                        <a:lnTo>
                          <a:pt x="725" y="1418"/>
                        </a:lnTo>
                        <a:lnTo>
                          <a:pt x="725" y="7719"/>
                        </a:lnTo>
                        <a:lnTo>
                          <a:pt x="378" y="7719"/>
                        </a:lnTo>
                        <a:cubicBezTo>
                          <a:pt x="189" y="7719"/>
                          <a:pt x="32" y="7876"/>
                          <a:pt x="32" y="8097"/>
                        </a:cubicBezTo>
                        <a:cubicBezTo>
                          <a:pt x="32" y="8286"/>
                          <a:pt x="189" y="8443"/>
                          <a:pt x="378" y="8443"/>
                        </a:cubicBezTo>
                        <a:lnTo>
                          <a:pt x="4758" y="8443"/>
                        </a:lnTo>
                        <a:lnTo>
                          <a:pt x="3560" y="11436"/>
                        </a:lnTo>
                        <a:cubicBezTo>
                          <a:pt x="3497" y="11625"/>
                          <a:pt x="3560" y="11814"/>
                          <a:pt x="3749" y="11877"/>
                        </a:cubicBezTo>
                        <a:cubicBezTo>
                          <a:pt x="3803" y="11893"/>
                          <a:pt x="3855" y="11901"/>
                          <a:pt x="3903" y="11901"/>
                        </a:cubicBezTo>
                        <a:cubicBezTo>
                          <a:pt x="4052" y="11901"/>
                          <a:pt x="4167" y="11824"/>
                          <a:pt x="4191" y="11657"/>
                        </a:cubicBezTo>
                        <a:lnTo>
                          <a:pt x="4947" y="9830"/>
                        </a:lnTo>
                        <a:lnTo>
                          <a:pt x="5608" y="9830"/>
                        </a:lnTo>
                        <a:lnTo>
                          <a:pt x="5608" y="10838"/>
                        </a:lnTo>
                        <a:cubicBezTo>
                          <a:pt x="5608" y="11027"/>
                          <a:pt x="5766" y="11184"/>
                          <a:pt x="5955" y="11184"/>
                        </a:cubicBezTo>
                        <a:cubicBezTo>
                          <a:pt x="6175" y="11184"/>
                          <a:pt x="6333" y="11027"/>
                          <a:pt x="6333" y="10838"/>
                        </a:cubicBezTo>
                        <a:lnTo>
                          <a:pt x="6333" y="9830"/>
                        </a:lnTo>
                        <a:lnTo>
                          <a:pt x="6995" y="9830"/>
                        </a:lnTo>
                        <a:lnTo>
                          <a:pt x="7751" y="11657"/>
                        </a:lnTo>
                        <a:cubicBezTo>
                          <a:pt x="7798" y="11824"/>
                          <a:pt x="7918" y="11901"/>
                          <a:pt x="8042" y="11901"/>
                        </a:cubicBezTo>
                        <a:cubicBezTo>
                          <a:pt x="8082" y="11901"/>
                          <a:pt x="8122" y="11893"/>
                          <a:pt x="8160" y="11877"/>
                        </a:cubicBezTo>
                        <a:cubicBezTo>
                          <a:pt x="8381" y="11783"/>
                          <a:pt x="8444" y="11594"/>
                          <a:pt x="8381" y="11436"/>
                        </a:cubicBezTo>
                        <a:lnTo>
                          <a:pt x="7184" y="8443"/>
                        </a:lnTo>
                        <a:lnTo>
                          <a:pt x="11563" y="8443"/>
                        </a:lnTo>
                        <a:cubicBezTo>
                          <a:pt x="11752" y="8443"/>
                          <a:pt x="11909" y="8286"/>
                          <a:pt x="11909" y="8097"/>
                        </a:cubicBezTo>
                        <a:cubicBezTo>
                          <a:pt x="11909" y="7876"/>
                          <a:pt x="11752" y="7719"/>
                          <a:pt x="11563" y="7719"/>
                        </a:cubicBezTo>
                        <a:lnTo>
                          <a:pt x="11185" y="7719"/>
                        </a:lnTo>
                        <a:lnTo>
                          <a:pt x="11185" y="1418"/>
                        </a:lnTo>
                        <a:lnTo>
                          <a:pt x="11563" y="1418"/>
                        </a:lnTo>
                        <a:cubicBezTo>
                          <a:pt x="11752" y="1418"/>
                          <a:pt x="11909" y="1260"/>
                          <a:pt x="11909" y="1071"/>
                        </a:cubicBezTo>
                        <a:cubicBezTo>
                          <a:pt x="11909" y="882"/>
                          <a:pt x="11752" y="725"/>
                          <a:pt x="11563" y="725"/>
                        </a:cubicBezTo>
                        <a:lnTo>
                          <a:pt x="6301" y="725"/>
                        </a:lnTo>
                        <a:lnTo>
                          <a:pt x="6301" y="347"/>
                        </a:lnTo>
                        <a:cubicBezTo>
                          <a:pt x="6301" y="158"/>
                          <a:pt x="6144" y="0"/>
                          <a:pt x="5955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4" name="Google Shape;144;p18"/>
                  <p:cNvSpPr/>
                  <p:nvPr/>
                </p:nvSpPr>
                <p:spPr>
                  <a:xfrm>
                    <a:off x="1465225" y="2805100"/>
                    <a:ext cx="52800" cy="52025"/>
                  </a:xfrm>
                  <a:custGeom>
                    <a:rect b="b" l="l" r="r" t="t"/>
                    <a:pathLst>
                      <a:path extrusionOk="0" h="2081" w="2112">
                        <a:moveTo>
                          <a:pt x="1387" y="663"/>
                        </a:moveTo>
                        <a:lnTo>
                          <a:pt x="1387" y="1387"/>
                        </a:lnTo>
                        <a:lnTo>
                          <a:pt x="694" y="1387"/>
                        </a:lnTo>
                        <a:lnTo>
                          <a:pt x="694" y="663"/>
                        </a:lnTo>
                        <a:close/>
                        <a:moveTo>
                          <a:pt x="347" y="1"/>
                        </a:moveTo>
                        <a:cubicBezTo>
                          <a:pt x="158" y="1"/>
                          <a:pt x="1" y="158"/>
                          <a:pt x="1" y="347"/>
                        </a:cubicBezTo>
                        <a:lnTo>
                          <a:pt x="1" y="1734"/>
                        </a:lnTo>
                        <a:cubicBezTo>
                          <a:pt x="1" y="1923"/>
                          <a:pt x="158" y="2080"/>
                          <a:pt x="347" y="2080"/>
                        </a:cubicBezTo>
                        <a:lnTo>
                          <a:pt x="1765" y="2080"/>
                        </a:lnTo>
                        <a:cubicBezTo>
                          <a:pt x="1954" y="2080"/>
                          <a:pt x="2112" y="1923"/>
                          <a:pt x="2112" y="1734"/>
                        </a:cubicBezTo>
                        <a:lnTo>
                          <a:pt x="2112" y="347"/>
                        </a:lnTo>
                        <a:cubicBezTo>
                          <a:pt x="2112" y="158"/>
                          <a:pt x="1954" y="1"/>
                          <a:pt x="1765" y="1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5" name="Google Shape;145;p18"/>
                  <p:cNvSpPr/>
                  <p:nvPr/>
                </p:nvSpPr>
                <p:spPr>
                  <a:xfrm>
                    <a:off x="1535325" y="2769675"/>
                    <a:ext cx="52800" cy="87450"/>
                  </a:xfrm>
                  <a:custGeom>
                    <a:rect b="b" l="l" r="r" t="t"/>
                    <a:pathLst>
                      <a:path extrusionOk="0" h="3498" w="2112">
                        <a:moveTo>
                          <a:pt x="1387" y="662"/>
                        </a:moveTo>
                        <a:lnTo>
                          <a:pt x="1387" y="2741"/>
                        </a:lnTo>
                        <a:lnTo>
                          <a:pt x="694" y="2741"/>
                        </a:lnTo>
                        <a:lnTo>
                          <a:pt x="694" y="662"/>
                        </a:lnTo>
                        <a:close/>
                        <a:moveTo>
                          <a:pt x="379" y="0"/>
                        </a:moveTo>
                        <a:cubicBezTo>
                          <a:pt x="158" y="0"/>
                          <a:pt x="1" y="158"/>
                          <a:pt x="1" y="347"/>
                        </a:cubicBezTo>
                        <a:lnTo>
                          <a:pt x="1" y="3151"/>
                        </a:lnTo>
                        <a:cubicBezTo>
                          <a:pt x="1" y="3340"/>
                          <a:pt x="158" y="3497"/>
                          <a:pt x="379" y="3497"/>
                        </a:cubicBezTo>
                        <a:lnTo>
                          <a:pt x="1733" y="3497"/>
                        </a:lnTo>
                        <a:lnTo>
                          <a:pt x="1733" y="3466"/>
                        </a:lnTo>
                        <a:cubicBezTo>
                          <a:pt x="1954" y="3466"/>
                          <a:pt x="2112" y="3308"/>
                          <a:pt x="2112" y="3119"/>
                        </a:cubicBezTo>
                        <a:lnTo>
                          <a:pt x="2112" y="347"/>
                        </a:lnTo>
                        <a:cubicBezTo>
                          <a:pt x="2112" y="158"/>
                          <a:pt x="1954" y="0"/>
                          <a:pt x="1733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6" name="Google Shape;146;p18"/>
                  <p:cNvSpPr/>
                  <p:nvPr/>
                </p:nvSpPr>
                <p:spPr>
                  <a:xfrm>
                    <a:off x="1604650" y="2733425"/>
                    <a:ext cx="52775" cy="122900"/>
                  </a:xfrm>
                  <a:custGeom>
                    <a:rect b="b" l="l" r="r" t="t"/>
                    <a:pathLst>
                      <a:path extrusionOk="0" h="4916" w="2111">
                        <a:moveTo>
                          <a:pt x="1418" y="726"/>
                        </a:moveTo>
                        <a:lnTo>
                          <a:pt x="1418" y="4254"/>
                        </a:lnTo>
                        <a:lnTo>
                          <a:pt x="725" y="4254"/>
                        </a:lnTo>
                        <a:lnTo>
                          <a:pt x="725" y="726"/>
                        </a:lnTo>
                        <a:close/>
                        <a:moveTo>
                          <a:pt x="347" y="1"/>
                        </a:moveTo>
                        <a:cubicBezTo>
                          <a:pt x="158" y="1"/>
                          <a:pt x="0" y="159"/>
                          <a:pt x="0" y="348"/>
                        </a:cubicBezTo>
                        <a:lnTo>
                          <a:pt x="0" y="4569"/>
                        </a:lnTo>
                        <a:cubicBezTo>
                          <a:pt x="0" y="4758"/>
                          <a:pt x="158" y="4916"/>
                          <a:pt x="347" y="4916"/>
                        </a:cubicBezTo>
                        <a:lnTo>
                          <a:pt x="1764" y="4916"/>
                        </a:lnTo>
                        <a:cubicBezTo>
                          <a:pt x="1953" y="4916"/>
                          <a:pt x="2111" y="4758"/>
                          <a:pt x="2111" y="4569"/>
                        </a:cubicBezTo>
                        <a:lnTo>
                          <a:pt x="2111" y="348"/>
                        </a:lnTo>
                        <a:cubicBezTo>
                          <a:pt x="2111" y="159"/>
                          <a:pt x="1953" y="1"/>
                          <a:pt x="1764" y="1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  <p:grpSp>
          <p:nvGrpSpPr>
            <p:cNvPr id="147" name="Google Shape;147;p18"/>
            <p:cNvGrpSpPr/>
            <p:nvPr/>
          </p:nvGrpSpPr>
          <p:grpSpPr>
            <a:xfrm>
              <a:off x="4854897" y="1369650"/>
              <a:ext cx="3414226" cy="1486641"/>
              <a:chOff x="4854897" y="1369650"/>
              <a:chExt cx="3414226" cy="1486641"/>
            </a:xfrm>
          </p:grpSpPr>
          <p:sp>
            <p:nvSpPr>
              <p:cNvPr id="148" name="Google Shape;148;p18"/>
              <p:cNvSpPr/>
              <p:nvPr/>
            </p:nvSpPr>
            <p:spPr>
              <a:xfrm flipH="1">
                <a:off x="5429482" y="1369650"/>
                <a:ext cx="2839642" cy="1486585"/>
              </a:xfrm>
              <a:custGeom>
                <a:rect b="b" l="l" r="r" t="t"/>
                <a:pathLst>
                  <a:path extrusionOk="0" h="34360" w="68961">
                    <a:moveTo>
                      <a:pt x="29793" y="627"/>
                    </a:moveTo>
                    <a:cubicBezTo>
                      <a:pt x="31042" y="627"/>
                      <a:pt x="32291" y="656"/>
                      <a:pt x="33536" y="708"/>
                    </a:cubicBezTo>
                    <a:cubicBezTo>
                      <a:pt x="39019" y="872"/>
                      <a:pt x="44666" y="1385"/>
                      <a:pt x="50149" y="2248"/>
                    </a:cubicBezTo>
                    <a:cubicBezTo>
                      <a:pt x="55612" y="3193"/>
                      <a:pt x="61444" y="4897"/>
                      <a:pt x="65120" y="9600"/>
                    </a:cubicBezTo>
                    <a:cubicBezTo>
                      <a:pt x="68960" y="14570"/>
                      <a:pt x="68550" y="20977"/>
                      <a:pt x="64340" y="25597"/>
                    </a:cubicBezTo>
                    <a:cubicBezTo>
                      <a:pt x="60417" y="30054"/>
                      <a:pt x="54421" y="31512"/>
                      <a:pt x="48855" y="32456"/>
                    </a:cubicBezTo>
                    <a:cubicBezTo>
                      <a:pt x="43610" y="33353"/>
                      <a:pt x="38244" y="33806"/>
                      <a:pt x="32898" y="33806"/>
                    </a:cubicBezTo>
                    <a:cubicBezTo>
                      <a:pt x="31630" y="33806"/>
                      <a:pt x="30364" y="33781"/>
                      <a:pt x="29100" y="33730"/>
                    </a:cubicBezTo>
                    <a:cubicBezTo>
                      <a:pt x="23699" y="33483"/>
                      <a:pt x="18134" y="33052"/>
                      <a:pt x="12917" y="31245"/>
                    </a:cubicBezTo>
                    <a:cubicBezTo>
                      <a:pt x="7619" y="29376"/>
                      <a:pt x="2485" y="25782"/>
                      <a:pt x="1109" y="19786"/>
                    </a:cubicBezTo>
                    <a:cubicBezTo>
                      <a:pt x="0" y="15432"/>
                      <a:pt x="1027" y="10627"/>
                      <a:pt x="3594" y="7115"/>
                    </a:cubicBezTo>
                    <a:cubicBezTo>
                      <a:pt x="11507" y="2147"/>
                      <a:pt x="20660" y="627"/>
                      <a:pt x="29793" y="627"/>
                    </a:cubicBezTo>
                    <a:close/>
                    <a:moveTo>
                      <a:pt x="30015" y="1"/>
                    </a:moveTo>
                    <a:cubicBezTo>
                      <a:pt x="21187" y="1"/>
                      <a:pt x="12367" y="1344"/>
                      <a:pt x="4621" y="5760"/>
                    </a:cubicBezTo>
                    <a:cubicBezTo>
                      <a:pt x="5134" y="5246"/>
                      <a:pt x="5730" y="4733"/>
                      <a:pt x="6325" y="4219"/>
                    </a:cubicBezTo>
                    <a:cubicBezTo>
                      <a:pt x="6486" y="4148"/>
                      <a:pt x="6367" y="3937"/>
                      <a:pt x="6226" y="3937"/>
                    </a:cubicBezTo>
                    <a:cubicBezTo>
                      <a:pt x="6204" y="3937"/>
                      <a:pt x="6182" y="3942"/>
                      <a:pt x="6161" y="3952"/>
                    </a:cubicBezTo>
                    <a:cubicBezTo>
                      <a:pt x="5216" y="4651"/>
                      <a:pt x="4374" y="5493"/>
                      <a:pt x="3676" y="6355"/>
                    </a:cubicBezTo>
                    <a:cubicBezTo>
                      <a:pt x="3081" y="6704"/>
                      <a:pt x="2485" y="7115"/>
                      <a:pt x="1890" y="7464"/>
                    </a:cubicBezTo>
                    <a:cubicBezTo>
                      <a:pt x="1675" y="7679"/>
                      <a:pt x="1805" y="8052"/>
                      <a:pt x="1993" y="8052"/>
                    </a:cubicBezTo>
                    <a:cubicBezTo>
                      <a:pt x="2038" y="8052"/>
                      <a:pt x="2088" y="8030"/>
                      <a:pt x="2136" y="7977"/>
                    </a:cubicBezTo>
                    <a:cubicBezTo>
                      <a:pt x="2403" y="7895"/>
                      <a:pt x="2567" y="7731"/>
                      <a:pt x="2731" y="7628"/>
                    </a:cubicBezTo>
                    <a:lnTo>
                      <a:pt x="2731" y="7628"/>
                    </a:lnTo>
                    <a:cubicBezTo>
                      <a:pt x="1109" y="10031"/>
                      <a:pt x="267" y="12947"/>
                      <a:pt x="164" y="15945"/>
                    </a:cubicBezTo>
                    <a:cubicBezTo>
                      <a:pt x="82" y="20895"/>
                      <a:pt x="2403" y="25351"/>
                      <a:pt x="6161" y="28267"/>
                    </a:cubicBezTo>
                    <a:cubicBezTo>
                      <a:pt x="10350" y="31594"/>
                      <a:pt x="15751" y="32888"/>
                      <a:pt x="20803" y="33565"/>
                    </a:cubicBezTo>
                    <a:cubicBezTo>
                      <a:pt x="24877" y="34101"/>
                      <a:pt x="28950" y="34359"/>
                      <a:pt x="33024" y="34359"/>
                    </a:cubicBezTo>
                    <a:cubicBezTo>
                      <a:pt x="36138" y="34359"/>
                      <a:pt x="39252" y="34208"/>
                      <a:pt x="42366" y="33915"/>
                    </a:cubicBezTo>
                    <a:cubicBezTo>
                      <a:pt x="48609" y="33216"/>
                      <a:pt x="55530" y="32456"/>
                      <a:pt x="61013" y="29027"/>
                    </a:cubicBezTo>
                    <a:cubicBezTo>
                      <a:pt x="65366" y="26378"/>
                      <a:pt x="68960" y="21490"/>
                      <a:pt x="68365" y="16028"/>
                    </a:cubicBezTo>
                    <a:cubicBezTo>
                      <a:pt x="67851" y="10811"/>
                      <a:pt x="63826" y="6602"/>
                      <a:pt x="59473" y="4384"/>
                    </a:cubicBezTo>
                    <a:cubicBezTo>
                      <a:pt x="53907" y="1652"/>
                      <a:pt x="47500" y="1221"/>
                      <a:pt x="41504" y="626"/>
                    </a:cubicBezTo>
                    <a:cubicBezTo>
                      <a:pt x="37732" y="257"/>
                      <a:pt x="33873" y="1"/>
                      <a:pt x="3001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9" name="Google Shape;149;p18"/>
              <p:cNvGrpSpPr/>
              <p:nvPr/>
            </p:nvGrpSpPr>
            <p:grpSpPr>
              <a:xfrm>
                <a:off x="4854897" y="1971100"/>
                <a:ext cx="937828" cy="885191"/>
                <a:chOff x="4854897" y="1971100"/>
                <a:chExt cx="937828" cy="885191"/>
              </a:xfrm>
            </p:grpSpPr>
            <p:sp>
              <p:nvSpPr>
                <p:cNvPr id="150" name="Google Shape;150;p18"/>
                <p:cNvSpPr/>
                <p:nvPr/>
              </p:nvSpPr>
              <p:spPr>
                <a:xfrm>
                  <a:off x="4883263" y="1985075"/>
                  <a:ext cx="881075" cy="857250"/>
                </a:xfrm>
                <a:custGeom>
                  <a:rect b="b" l="l" r="r" t="t"/>
                  <a:pathLst>
                    <a:path extrusionOk="0" h="34290" w="35243">
                      <a:moveTo>
                        <a:pt x="3810" y="5143"/>
                      </a:moveTo>
                      <a:lnTo>
                        <a:pt x="9240" y="1143"/>
                      </a:lnTo>
                      <a:lnTo>
                        <a:pt x="18479" y="0"/>
                      </a:lnTo>
                      <a:lnTo>
                        <a:pt x="28766" y="4000"/>
                      </a:lnTo>
                      <a:lnTo>
                        <a:pt x="34862" y="12668"/>
                      </a:lnTo>
                      <a:lnTo>
                        <a:pt x="35243" y="22765"/>
                      </a:lnTo>
                      <a:lnTo>
                        <a:pt x="31147" y="29051"/>
                      </a:lnTo>
                      <a:lnTo>
                        <a:pt x="27432" y="31718"/>
                      </a:lnTo>
                      <a:lnTo>
                        <a:pt x="17050" y="34290"/>
                      </a:lnTo>
                      <a:lnTo>
                        <a:pt x="8097" y="32671"/>
                      </a:lnTo>
                      <a:lnTo>
                        <a:pt x="2763" y="27718"/>
                      </a:lnTo>
                      <a:lnTo>
                        <a:pt x="0" y="19240"/>
                      </a:lnTo>
                      <a:lnTo>
                        <a:pt x="191" y="13906"/>
                      </a:lnTo>
                      <a:lnTo>
                        <a:pt x="1715" y="7429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</p:sp>
            <p:sp>
              <p:nvSpPr>
                <p:cNvPr id="151" name="Google Shape;151;p18"/>
                <p:cNvSpPr/>
                <p:nvPr/>
              </p:nvSpPr>
              <p:spPr>
                <a:xfrm>
                  <a:off x="4854897" y="1971100"/>
                  <a:ext cx="937828" cy="885191"/>
                </a:xfrm>
                <a:custGeom>
                  <a:rect b="b" l="l" r="r" t="t"/>
                  <a:pathLst>
                    <a:path extrusionOk="0" h="9922" w="10512">
                      <a:moveTo>
                        <a:pt x="4476" y="451"/>
                      </a:moveTo>
                      <a:lnTo>
                        <a:pt x="5031" y="486"/>
                      </a:lnTo>
                      <a:lnTo>
                        <a:pt x="5655" y="590"/>
                      </a:lnTo>
                      <a:lnTo>
                        <a:pt x="6071" y="694"/>
                      </a:lnTo>
                      <a:lnTo>
                        <a:pt x="6453" y="833"/>
                      </a:lnTo>
                      <a:lnTo>
                        <a:pt x="6834" y="972"/>
                      </a:lnTo>
                      <a:lnTo>
                        <a:pt x="7181" y="1110"/>
                      </a:lnTo>
                      <a:lnTo>
                        <a:pt x="7528" y="1284"/>
                      </a:lnTo>
                      <a:lnTo>
                        <a:pt x="7806" y="1492"/>
                      </a:lnTo>
                      <a:lnTo>
                        <a:pt x="8118" y="1700"/>
                      </a:lnTo>
                      <a:lnTo>
                        <a:pt x="8395" y="1908"/>
                      </a:lnTo>
                      <a:lnTo>
                        <a:pt x="8673" y="2220"/>
                      </a:lnTo>
                      <a:lnTo>
                        <a:pt x="8950" y="2533"/>
                      </a:lnTo>
                      <a:lnTo>
                        <a:pt x="9158" y="2845"/>
                      </a:lnTo>
                      <a:lnTo>
                        <a:pt x="9367" y="3157"/>
                      </a:lnTo>
                      <a:lnTo>
                        <a:pt x="9505" y="3504"/>
                      </a:lnTo>
                      <a:lnTo>
                        <a:pt x="9609" y="3851"/>
                      </a:lnTo>
                      <a:lnTo>
                        <a:pt x="9679" y="4198"/>
                      </a:lnTo>
                      <a:lnTo>
                        <a:pt x="9748" y="4579"/>
                      </a:lnTo>
                      <a:lnTo>
                        <a:pt x="9783" y="5273"/>
                      </a:lnTo>
                      <a:lnTo>
                        <a:pt x="9818" y="5620"/>
                      </a:lnTo>
                      <a:lnTo>
                        <a:pt x="9818" y="5897"/>
                      </a:lnTo>
                      <a:lnTo>
                        <a:pt x="9748" y="6244"/>
                      </a:lnTo>
                      <a:lnTo>
                        <a:pt x="9679" y="6556"/>
                      </a:lnTo>
                      <a:lnTo>
                        <a:pt x="9505" y="7077"/>
                      </a:lnTo>
                      <a:lnTo>
                        <a:pt x="9401" y="7319"/>
                      </a:lnTo>
                      <a:lnTo>
                        <a:pt x="9263" y="7562"/>
                      </a:lnTo>
                      <a:lnTo>
                        <a:pt x="9020" y="7840"/>
                      </a:lnTo>
                      <a:lnTo>
                        <a:pt x="8812" y="8117"/>
                      </a:lnTo>
                      <a:lnTo>
                        <a:pt x="8569" y="8360"/>
                      </a:lnTo>
                      <a:lnTo>
                        <a:pt x="8326" y="8568"/>
                      </a:lnTo>
                      <a:lnTo>
                        <a:pt x="8048" y="8742"/>
                      </a:lnTo>
                      <a:lnTo>
                        <a:pt x="7806" y="8915"/>
                      </a:lnTo>
                      <a:lnTo>
                        <a:pt x="7528" y="9019"/>
                      </a:lnTo>
                      <a:lnTo>
                        <a:pt x="7216" y="9123"/>
                      </a:lnTo>
                      <a:lnTo>
                        <a:pt x="6869" y="9227"/>
                      </a:lnTo>
                      <a:lnTo>
                        <a:pt x="6453" y="9331"/>
                      </a:lnTo>
                      <a:lnTo>
                        <a:pt x="5690" y="9435"/>
                      </a:lnTo>
                      <a:lnTo>
                        <a:pt x="5204" y="9505"/>
                      </a:lnTo>
                      <a:lnTo>
                        <a:pt x="4892" y="9539"/>
                      </a:lnTo>
                      <a:lnTo>
                        <a:pt x="4545" y="9574"/>
                      </a:lnTo>
                      <a:lnTo>
                        <a:pt x="4129" y="9539"/>
                      </a:lnTo>
                      <a:lnTo>
                        <a:pt x="3712" y="9470"/>
                      </a:lnTo>
                      <a:lnTo>
                        <a:pt x="3262" y="9366"/>
                      </a:lnTo>
                      <a:lnTo>
                        <a:pt x="2845" y="9193"/>
                      </a:lnTo>
                      <a:lnTo>
                        <a:pt x="2568" y="9054"/>
                      </a:lnTo>
                      <a:lnTo>
                        <a:pt x="2325" y="8915"/>
                      </a:lnTo>
                      <a:lnTo>
                        <a:pt x="2082" y="8742"/>
                      </a:lnTo>
                      <a:lnTo>
                        <a:pt x="1839" y="8568"/>
                      </a:lnTo>
                      <a:lnTo>
                        <a:pt x="1458" y="8117"/>
                      </a:lnTo>
                      <a:lnTo>
                        <a:pt x="1042" y="7632"/>
                      </a:lnTo>
                      <a:lnTo>
                        <a:pt x="937" y="7458"/>
                      </a:lnTo>
                      <a:lnTo>
                        <a:pt x="833" y="7285"/>
                      </a:lnTo>
                      <a:lnTo>
                        <a:pt x="695" y="6903"/>
                      </a:lnTo>
                      <a:lnTo>
                        <a:pt x="591" y="6487"/>
                      </a:lnTo>
                      <a:lnTo>
                        <a:pt x="521" y="6071"/>
                      </a:lnTo>
                      <a:lnTo>
                        <a:pt x="487" y="5238"/>
                      </a:lnTo>
                      <a:lnTo>
                        <a:pt x="521" y="4440"/>
                      </a:lnTo>
                      <a:lnTo>
                        <a:pt x="660" y="3608"/>
                      </a:lnTo>
                      <a:lnTo>
                        <a:pt x="833" y="2810"/>
                      </a:lnTo>
                      <a:lnTo>
                        <a:pt x="903" y="2567"/>
                      </a:lnTo>
                      <a:lnTo>
                        <a:pt x="1007" y="2359"/>
                      </a:lnTo>
                      <a:lnTo>
                        <a:pt x="1146" y="2151"/>
                      </a:lnTo>
                      <a:lnTo>
                        <a:pt x="1284" y="1943"/>
                      </a:lnTo>
                      <a:lnTo>
                        <a:pt x="1423" y="1769"/>
                      </a:lnTo>
                      <a:lnTo>
                        <a:pt x="1631" y="1596"/>
                      </a:lnTo>
                      <a:lnTo>
                        <a:pt x="2082" y="1214"/>
                      </a:lnTo>
                      <a:lnTo>
                        <a:pt x="2360" y="1041"/>
                      </a:lnTo>
                      <a:lnTo>
                        <a:pt x="2637" y="867"/>
                      </a:lnTo>
                      <a:lnTo>
                        <a:pt x="2915" y="729"/>
                      </a:lnTo>
                      <a:lnTo>
                        <a:pt x="3227" y="625"/>
                      </a:lnTo>
                      <a:lnTo>
                        <a:pt x="3504" y="555"/>
                      </a:lnTo>
                      <a:lnTo>
                        <a:pt x="3817" y="486"/>
                      </a:lnTo>
                      <a:lnTo>
                        <a:pt x="4129" y="451"/>
                      </a:lnTo>
                      <a:close/>
                      <a:moveTo>
                        <a:pt x="4857" y="0"/>
                      </a:moveTo>
                      <a:lnTo>
                        <a:pt x="4267" y="35"/>
                      </a:lnTo>
                      <a:lnTo>
                        <a:pt x="3678" y="104"/>
                      </a:lnTo>
                      <a:lnTo>
                        <a:pt x="3227" y="174"/>
                      </a:lnTo>
                      <a:lnTo>
                        <a:pt x="2776" y="312"/>
                      </a:lnTo>
                      <a:lnTo>
                        <a:pt x="2568" y="417"/>
                      </a:lnTo>
                      <a:lnTo>
                        <a:pt x="2360" y="555"/>
                      </a:lnTo>
                      <a:lnTo>
                        <a:pt x="2152" y="694"/>
                      </a:lnTo>
                      <a:lnTo>
                        <a:pt x="1943" y="867"/>
                      </a:lnTo>
                      <a:lnTo>
                        <a:pt x="1805" y="1006"/>
                      </a:lnTo>
                      <a:lnTo>
                        <a:pt x="1631" y="1145"/>
                      </a:lnTo>
                      <a:lnTo>
                        <a:pt x="1527" y="1214"/>
                      </a:lnTo>
                      <a:lnTo>
                        <a:pt x="1076" y="1596"/>
                      </a:lnTo>
                      <a:lnTo>
                        <a:pt x="903" y="1804"/>
                      </a:lnTo>
                      <a:lnTo>
                        <a:pt x="729" y="1978"/>
                      </a:lnTo>
                      <a:lnTo>
                        <a:pt x="591" y="2220"/>
                      </a:lnTo>
                      <a:lnTo>
                        <a:pt x="487" y="2428"/>
                      </a:lnTo>
                      <a:lnTo>
                        <a:pt x="382" y="2671"/>
                      </a:lnTo>
                      <a:lnTo>
                        <a:pt x="313" y="2879"/>
                      </a:lnTo>
                      <a:lnTo>
                        <a:pt x="174" y="3400"/>
                      </a:lnTo>
                      <a:lnTo>
                        <a:pt x="70" y="3920"/>
                      </a:lnTo>
                      <a:lnTo>
                        <a:pt x="36" y="4440"/>
                      </a:lnTo>
                      <a:lnTo>
                        <a:pt x="1" y="4926"/>
                      </a:lnTo>
                      <a:lnTo>
                        <a:pt x="36" y="5446"/>
                      </a:lnTo>
                      <a:lnTo>
                        <a:pt x="105" y="5932"/>
                      </a:lnTo>
                      <a:lnTo>
                        <a:pt x="174" y="6418"/>
                      </a:lnTo>
                      <a:lnTo>
                        <a:pt x="313" y="6903"/>
                      </a:lnTo>
                      <a:lnTo>
                        <a:pt x="348" y="7111"/>
                      </a:lnTo>
                      <a:lnTo>
                        <a:pt x="382" y="7250"/>
                      </a:lnTo>
                      <a:lnTo>
                        <a:pt x="417" y="7389"/>
                      </a:lnTo>
                      <a:lnTo>
                        <a:pt x="937" y="8117"/>
                      </a:lnTo>
                      <a:lnTo>
                        <a:pt x="1423" y="8811"/>
                      </a:lnTo>
                      <a:lnTo>
                        <a:pt x="1666" y="9089"/>
                      </a:lnTo>
                      <a:lnTo>
                        <a:pt x="1805" y="9193"/>
                      </a:lnTo>
                      <a:lnTo>
                        <a:pt x="1978" y="9297"/>
                      </a:lnTo>
                      <a:lnTo>
                        <a:pt x="2152" y="9366"/>
                      </a:lnTo>
                      <a:lnTo>
                        <a:pt x="2672" y="9574"/>
                      </a:lnTo>
                      <a:lnTo>
                        <a:pt x="3192" y="9748"/>
                      </a:lnTo>
                      <a:lnTo>
                        <a:pt x="3747" y="9852"/>
                      </a:lnTo>
                      <a:lnTo>
                        <a:pt x="4025" y="9886"/>
                      </a:lnTo>
                      <a:lnTo>
                        <a:pt x="4302" y="9921"/>
                      </a:lnTo>
                      <a:lnTo>
                        <a:pt x="4510" y="9921"/>
                      </a:lnTo>
                      <a:lnTo>
                        <a:pt x="4892" y="9886"/>
                      </a:lnTo>
                      <a:lnTo>
                        <a:pt x="5516" y="9852"/>
                      </a:lnTo>
                      <a:lnTo>
                        <a:pt x="6141" y="9748"/>
                      </a:lnTo>
                      <a:lnTo>
                        <a:pt x="6730" y="9609"/>
                      </a:lnTo>
                      <a:lnTo>
                        <a:pt x="7216" y="9470"/>
                      </a:lnTo>
                      <a:lnTo>
                        <a:pt x="7702" y="9331"/>
                      </a:lnTo>
                      <a:lnTo>
                        <a:pt x="8118" y="9158"/>
                      </a:lnTo>
                      <a:lnTo>
                        <a:pt x="8291" y="9054"/>
                      </a:lnTo>
                      <a:lnTo>
                        <a:pt x="8430" y="8950"/>
                      </a:lnTo>
                      <a:lnTo>
                        <a:pt x="8708" y="8707"/>
                      </a:lnTo>
                      <a:lnTo>
                        <a:pt x="8950" y="8534"/>
                      </a:lnTo>
                      <a:lnTo>
                        <a:pt x="9228" y="8325"/>
                      </a:lnTo>
                      <a:lnTo>
                        <a:pt x="9401" y="8221"/>
                      </a:lnTo>
                      <a:lnTo>
                        <a:pt x="9540" y="8083"/>
                      </a:lnTo>
                      <a:lnTo>
                        <a:pt x="9644" y="7944"/>
                      </a:lnTo>
                      <a:lnTo>
                        <a:pt x="9748" y="7805"/>
                      </a:lnTo>
                      <a:lnTo>
                        <a:pt x="9922" y="7493"/>
                      </a:lnTo>
                      <a:lnTo>
                        <a:pt x="10095" y="7146"/>
                      </a:lnTo>
                      <a:lnTo>
                        <a:pt x="10164" y="6903"/>
                      </a:lnTo>
                      <a:lnTo>
                        <a:pt x="10303" y="6591"/>
                      </a:lnTo>
                      <a:lnTo>
                        <a:pt x="10373" y="6279"/>
                      </a:lnTo>
                      <a:lnTo>
                        <a:pt x="10442" y="5585"/>
                      </a:lnTo>
                      <a:lnTo>
                        <a:pt x="10511" y="5030"/>
                      </a:lnTo>
                      <a:lnTo>
                        <a:pt x="10442" y="4995"/>
                      </a:lnTo>
                      <a:lnTo>
                        <a:pt x="10407" y="4648"/>
                      </a:lnTo>
                      <a:lnTo>
                        <a:pt x="10338" y="3955"/>
                      </a:lnTo>
                      <a:lnTo>
                        <a:pt x="10234" y="3504"/>
                      </a:lnTo>
                      <a:lnTo>
                        <a:pt x="10130" y="3122"/>
                      </a:lnTo>
                      <a:lnTo>
                        <a:pt x="9956" y="2775"/>
                      </a:lnTo>
                      <a:lnTo>
                        <a:pt x="9748" y="2463"/>
                      </a:lnTo>
                      <a:lnTo>
                        <a:pt x="9540" y="2186"/>
                      </a:lnTo>
                      <a:lnTo>
                        <a:pt x="9332" y="1943"/>
                      </a:lnTo>
                      <a:lnTo>
                        <a:pt x="8881" y="1492"/>
                      </a:lnTo>
                      <a:lnTo>
                        <a:pt x="8395" y="1145"/>
                      </a:lnTo>
                      <a:lnTo>
                        <a:pt x="7944" y="833"/>
                      </a:lnTo>
                      <a:lnTo>
                        <a:pt x="7563" y="625"/>
                      </a:lnTo>
                      <a:lnTo>
                        <a:pt x="7216" y="451"/>
                      </a:lnTo>
                      <a:lnTo>
                        <a:pt x="6834" y="312"/>
                      </a:lnTo>
                      <a:lnTo>
                        <a:pt x="6488" y="208"/>
                      </a:lnTo>
                      <a:lnTo>
                        <a:pt x="6106" y="104"/>
                      </a:lnTo>
                      <a:lnTo>
                        <a:pt x="5690" y="70"/>
                      </a:lnTo>
                      <a:lnTo>
                        <a:pt x="5273" y="35"/>
                      </a:lnTo>
                      <a:lnTo>
                        <a:pt x="4857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52" name="Google Shape;152;p18"/>
                <p:cNvGrpSpPr/>
                <p:nvPr/>
              </p:nvGrpSpPr>
              <p:grpSpPr>
                <a:xfrm>
                  <a:off x="5058898" y="2190863"/>
                  <a:ext cx="457205" cy="457191"/>
                  <a:chOff x="3599700" y="1954475"/>
                  <a:chExt cx="296175" cy="295400"/>
                </a:xfrm>
              </p:grpSpPr>
              <p:sp>
                <p:nvSpPr>
                  <p:cNvPr id="153" name="Google Shape;153;p18"/>
                  <p:cNvSpPr/>
                  <p:nvPr/>
                </p:nvSpPr>
                <p:spPr>
                  <a:xfrm>
                    <a:off x="3599700" y="1954475"/>
                    <a:ext cx="296175" cy="295400"/>
                  </a:xfrm>
                  <a:custGeom>
                    <a:rect b="b" l="l" r="r" t="t"/>
                    <a:pathLst>
                      <a:path extrusionOk="0" h="11816" w="11847">
                        <a:moveTo>
                          <a:pt x="3151" y="694"/>
                        </a:moveTo>
                        <a:cubicBezTo>
                          <a:pt x="3718" y="694"/>
                          <a:pt x="4159" y="1166"/>
                          <a:pt x="4159" y="1734"/>
                        </a:cubicBezTo>
                        <a:cubicBezTo>
                          <a:pt x="4159" y="2301"/>
                          <a:pt x="3686" y="2742"/>
                          <a:pt x="3151" y="2742"/>
                        </a:cubicBezTo>
                        <a:cubicBezTo>
                          <a:pt x="2584" y="2742"/>
                          <a:pt x="2111" y="2269"/>
                          <a:pt x="2111" y="1734"/>
                        </a:cubicBezTo>
                        <a:cubicBezTo>
                          <a:pt x="2080" y="1166"/>
                          <a:pt x="2552" y="694"/>
                          <a:pt x="3151" y="694"/>
                        </a:cubicBezTo>
                        <a:close/>
                        <a:moveTo>
                          <a:pt x="8727" y="694"/>
                        </a:moveTo>
                        <a:cubicBezTo>
                          <a:pt x="9326" y="694"/>
                          <a:pt x="9767" y="1166"/>
                          <a:pt x="9767" y="1734"/>
                        </a:cubicBezTo>
                        <a:cubicBezTo>
                          <a:pt x="9767" y="2301"/>
                          <a:pt x="9294" y="2742"/>
                          <a:pt x="8727" y="2742"/>
                        </a:cubicBezTo>
                        <a:cubicBezTo>
                          <a:pt x="8128" y="2742"/>
                          <a:pt x="7719" y="2269"/>
                          <a:pt x="7719" y="1734"/>
                        </a:cubicBezTo>
                        <a:cubicBezTo>
                          <a:pt x="7656" y="1166"/>
                          <a:pt x="8128" y="694"/>
                          <a:pt x="8727" y="694"/>
                        </a:cubicBezTo>
                        <a:close/>
                        <a:moveTo>
                          <a:pt x="5923" y="4852"/>
                        </a:moveTo>
                        <a:cubicBezTo>
                          <a:pt x="6522" y="4852"/>
                          <a:pt x="6994" y="5325"/>
                          <a:pt x="6994" y="5861"/>
                        </a:cubicBezTo>
                        <a:cubicBezTo>
                          <a:pt x="6994" y="6396"/>
                          <a:pt x="6522" y="6869"/>
                          <a:pt x="5923" y="6869"/>
                        </a:cubicBezTo>
                        <a:cubicBezTo>
                          <a:pt x="5356" y="6869"/>
                          <a:pt x="4883" y="6428"/>
                          <a:pt x="4883" y="5861"/>
                        </a:cubicBezTo>
                        <a:cubicBezTo>
                          <a:pt x="4883" y="5294"/>
                          <a:pt x="5356" y="4852"/>
                          <a:pt x="5923" y="4852"/>
                        </a:cubicBezTo>
                        <a:close/>
                        <a:moveTo>
                          <a:pt x="3151" y="3466"/>
                        </a:moveTo>
                        <a:cubicBezTo>
                          <a:pt x="3875" y="3466"/>
                          <a:pt x="4600" y="3813"/>
                          <a:pt x="5072" y="4380"/>
                        </a:cubicBezTo>
                        <a:cubicBezTo>
                          <a:pt x="4537" y="4695"/>
                          <a:pt x="4159" y="5231"/>
                          <a:pt x="4159" y="5861"/>
                        </a:cubicBezTo>
                        <a:cubicBezTo>
                          <a:pt x="4159" y="6239"/>
                          <a:pt x="4285" y="6617"/>
                          <a:pt x="4505" y="6900"/>
                        </a:cubicBezTo>
                        <a:lnTo>
                          <a:pt x="693" y="6900"/>
                        </a:lnTo>
                        <a:lnTo>
                          <a:pt x="693" y="5892"/>
                        </a:lnTo>
                        <a:cubicBezTo>
                          <a:pt x="693" y="4569"/>
                          <a:pt x="1796" y="3466"/>
                          <a:pt x="3151" y="3466"/>
                        </a:cubicBezTo>
                        <a:close/>
                        <a:moveTo>
                          <a:pt x="8696" y="3498"/>
                        </a:moveTo>
                        <a:cubicBezTo>
                          <a:pt x="10019" y="3498"/>
                          <a:pt x="11121" y="4600"/>
                          <a:pt x="11121" y="5955"/>
                        </a:cubicBezTo>
                        <a:lnTo>
                          <a:pt x="11121" y="6932"/>
                        </a:lnTo>
                        <a:lnTo>
                          <a:pt x="7309" y="6932"/>
                        </a:lnTo>
                        <a:cubicBezTo>
                          <a:pt x="7561" y="6617"/>
                          <a:pt x="7656" y="6270"/>
                          <a:pt x="7656" y="5892"/>
                        </a:cubicBezTo>
                        <a:cubicBezTo>
                          <a:pt x="7656" y="5262"/>
                          <a:pt x="7309" y="4726"/>
                          <a:pt x="6774" y="4411"/>
                        </a:cubicBezTo>
                        <a:cubicBezTo>
                          <a:pt x="7215" y="3813"/>
                          <a:pt x="7939" y="3498"/>
                          <a:pt x="8696" y="3498"/>
                        </a:cubicBezTo>
                        <a:close/>
                        <a:moveTo>
                          <a:pt x="5923" y="7625"/>
                        </a:moveTo>
                        <a:cubicBezTo>
                          <a:pt x="6207" y="7625"/>
                          <a:pt x="6490" y="7656"/>
                          <a:pt x="6711" y="7751"/>
                        </a:cubicBezTo>
                        <a:lnTo>
                          <a:pt x="5923" y="8791"/>
                        </a:lnTo>
                        <a:lnTo>
                          <a:pt x="5135" y="7751"/>
                        </a:lnTo>
                        <a:cubicBezTo>
                          <a:pt x="5388" y="7688"/>
                          <a:pt x="5671" y="7625"/>
                          <a:pt x="5923" y="7625"/>
                        </a:cubicBezTo>
                        <a:close/>
                        <a:moveTo>
                          <a:pt x="4505" y="8066"/>
                        </a:moveTo>
                        <a:lnTo>
                          <a:pt x="5577" y="9484"/>
                        </a:lnTo>
                        <a:lnTo>
                          <a:pt x="5577" y="11153"/>
                        </a:lnTo>
                        <a:lnTo>
                          <a:pt x="3497" y="11153"/>
                        </a:lnTo>
                        <a:lnTo>
                          <a:pt x="3497" y="10019"/>
                        </a:lnTo>
                        <a:cubicBezTo>
                          <a:pt x="3497" y="9200"/>
                          <a:pt x="3875" y="8507"/>
                          <a:pt x="4505" y="8066"/>
                        </a:cubicBezTo>
                        <a:close/>
                        <a:moveTo>
                          <a:pt x="7341" y="8066"/>
                        </a:moveTo>
                        <a:cubicBezTo>
                          <a:pt x="7939" y="8507"/>
                          <a:pt x="8381" y="9263"/>
                          <a:pt x="8381" y="10051"/>
                        </a:cubicBezTo>
                        <a:lnTo>
                          <a:pt x="8381" y="11153"/>
                        </a:lnTo>
                        <a:lnTo>
                          <a:pt x="6301" y="11153"/>
                        </a:lnTo>
                        <a:lnTo>
                          <a:pt x="6301" y="9484"/>
                        </a:lnTo>
                        <a:lnTo>
                          <a:pt x="7341" y="8066"/>
                        </a:lnTo>
                        <a:close/>
                        <a:moveTo>
                          <a:pt x="3088" y="1"/>
                        </a:moveTo>
                        <a:cubicBezTo>
                          <a:pt x="2143" y="1"/>
                          <a:pt x="1355" y="788"/>
                          <a:pt x="1355" y="1734"/>
                        </a:cubicBezTo>
                        <a:cubicBezTo>
                          <a:pt x="1355" y="2238"/>
                          <a:pt x="1575" y="2679"/>
                          <a:pt x="1922" y="2994"/>
                        </a:cubicBezTo>
                        <a:cubicBezTo>
                          <a:pt x="788" y="3466"/>
                          <a:pt x="0" y="4569"/>
                          <a:pt x="0" y="5861"/>
                        </a:cubicBezTo>
                        <a:lnTo>
                          <a:pt x="0" y="7247"/>
                        </a:lnTo>
                        <a:cubicBezTo>
                          <a:pt x="0" y="7436"/>
                          <a:pt x="158" y="7593"/>
                          <a:pt x="347" y="7593"/>
                        </a:cubicBezTo>
                        <a:lnTo>
                          <a:pt x="3938" y="7593"/>
                        </a:lnTo>
                        <a:cubicBezTo>
                          <a:pt x="3214" y="8192"/>
                          <a:pt x="2741" y="9043"/>
                          <a:pt x="2741" y="10019"/>
                        </a:cubicBezTo>
                        <a:lnTo>
                          <a:pt x="2741" y="11437"/>
                        </a:lnTo>
                        <a:cubicBezTo>
                          <a:pt x="2741" y="11658"/>
                          <a:pt x="2899" y="11815"/>
                          <a:pt x="3088" y="11815"/>
                        </a:cubicBezTo>
                        <a:lnTo>
                          <a:pt x="8696" y="11815"/>
                        </a:lnTo>
                        <a:cubicBezTo>
                          <a:pt x="8885" y="11815"/>
                          <a:pt x="9042" y="11658"/>
                          <a:pt x="9042" y="11437"/>
                        </a:cubicBezTo>
                        <a:lnTo>
                          <a:pt x="9042" y="10019"/>
                        </a:lnTo>
                        <a:cubicBezTo>
                          <a:pt x="9042" y="9043"/>
                          <a:pt x="8570" y="8192"/>
                          <a:pt x="7876" y="7593"/>
                        </a:cubicBezTo>
                        <a:lnTo>
                          <a:pt x="11436" y="7593"/>
                        </a:lnTo>
                        <a:cubicBezTo>
                          <a:pt x="11657" y="7593"/>
                          <a:pt x="11815" y="7436"/>
                          <a:pt x="11815" y="7247"/>
                        </a:cubicBezTo>
                        <a:lnTo>
                          <a:pt x="11815" y="5861"/>
                        </a:lnTo>
                        <a:cubicBezTo>
                          <a:pt x="11846" y="4600"/>
                          <a:pt x="11027" y="3466"/>
                          <a:pt x="9861" y="2994"/>
                        </a:cubicBezTo>
                        <a:cubicBezTo>
                          <a:pt x="10239" y="2679"/>
                          <a:pt x="10428" y="2206"/>
                          <a:pt x="10428" y="1734"/>
                        </a:cubicBezTo>
                        <a:cubicBezTo>
                          <a:pt x="10428" y="788"/>
                          <a:pt x="9641" y="1"/>
                          <a:pt x="8696" y="1"/>
                        </a:cubicBezTo>
                        <a:cubicBezTo>
                          <a:pt x="7750" y="1"/>
                          <a:pt x="6963" y="788"/>
                          <a:pt x="6963" y="1734"/>
                        </a:cubicBezTo>
                        <a:cubicBezTo>
                          <a:pt x="6963" y="2238"/>
                          <a:pt x="7152" y="2679"/>
                          <a:pt x="7498" y="2994"/>
                        </a:cubicBezTo>
                        <a:cubicBezTo>
                          <a:pt x="6931" y="3214"/>
                          <a:pt x="6396" y="3624"/>
                          <a:pt x="6049" y="4159"/>
                        </a:cubicBezTo>
                        <a:lnTo>
                          <a:pt x="5734" y="4159"/>
                        </a:lnTo>
                        <a:cubicBezTo>
                          <a:pt x="5388" y="3655"/>
                          <a:pt x="4883" y="3214"/>
                          <a:pt x="4285" y="2994"/>
                        </a:cubicBezTo>
                        <a:cubicBezTo>
                          <a:pt x="4631" y="2679"/>
                          <a:pt x="4820" y="2238"/>
                          <a:pt x="4820" y="1734"/>
                        </a:cubicBezTo>
                        <a:cubicBezTo>
                          <a:pt x="4820" y="788"/>
                          <a:pt x="4033" y="1"/>
                          <a:pt x="3088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4" name="Google Shape;154;p18"/>
                  <p:cNvSpPr/>
                  <p:nvPr/>
                </p:nvSpPr>
                <p:spPr>
                  <a:xfrm>
                    <a:off x="3825750" y="2075775"/>
                    <a:ext cx="35450" cy="17350"/>
                  </a:xfrm>
                  <a:custGeom>
                    <a:rect b="b" l="l" r="r" t="t"/>
                    <a:pathLst>
                      <a:path extrusionOk="0" h="694" w="1418">
                        <a:moveTo>
                          <a:pt x="347" y="0"/>
                        </a:moveTo>
                        <a:cubicBezTo>
                          <a:pt x="158" y="0"/>
                          <a:pt x="0" y="158"/>
                          <a:pt x="0" y="347"/>
                        </a:cubicBezTo>
                        <a:cubicBezTo>
                          <a:pt x="0" y="536"/>
                          <a:pt x="158" y="694"/>
                          <a:pt x="347" y="694"/>
                        </a:cubicBezTo>
                        <a:lnTo>
                          <a:pt x="1071" y="694"/>
                        </a:lnTo>
                        <a:cubicBezTo>
                          <a:pt x="1260" y="694"/>
                          <a:pt x="1418" y="536"/>
                          <a:pt x="1418" y="347"/>
                        </a:cubicBezTo>
                        <a:cubicBezTo>
                          <a:pt x="1418" y="158"/>
                          <a:pt x="1260" y="0"/>
                          <a:pt x="1071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5" name="Google Shape;155;p18"/>
                  <p:cNvSpPr/>
                  <p:nvPr/>
                </p:nvSpPr>
                <p:spPr>
                  <a:xfrm>
                    <a:off x="3633550" y="2075775"/>
                    <a:ext cx="35475" cy="17350"/>
                  </a:xfrm>
                  <a:custGeom>
                    <a:rect b="b" l="l" r="r" t="t"/>
                    <a:pathLst>
                      <a:path extrusionOk="0" h="694" w="1419">
                        <a:moveTo>
                          <a:pt x="379" y="0"/>
                        </a:moveTo>
                        <a:cubicBezTo>
                          <a:pt x="158" y="0"/>
                          <a:pt x="1" y="158"/>
                          <a:pt x="1" y="347"/>
                        </a:cubicBezTo>
                        <a:cubicBezTo>
                          <a:pt x="1" y="536"/>
                          <a:pt x="158" y="694"/>
                          <a:pt x="379" y="694"/>
                        </a:cubicBezTo>
                        <a:lnTo>
                          <a:pt x="1072" y="694"/>
                        </a:lnTo>
                        <a:cubicBezTo>
                          <a:pt x="1261" y="694"/>
                          <a:pt x="1419" y="536"/>
                          <a:pt x="1419" y="347"/>
                        </a:cubicBezTo>
                        <a:cubicBezTo>
                          <a:pt x="1419" y="158"/>
                          <a:pt x="1261" y="0"/>
                          <a:pt x="1072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  <p:grpSp>
          <p:nvGrpSpPr>
            <p:cNvPr id="156" name="Google Shape;156;p18"/>
            <p:cNvGrpSpPr/>
            <p:nvPr/>
          </p:nvGrpSpPr>
          <p:grpSpPr>
            <a:xfrm>
              <a:off x="4813571" y="3174828"/>
              <a:ext cx="3453229" cy="1530910"/>
              <a:chOff x="4813571" y="3174828"/>
              <a:chExt cx="3453229" cy="1530910"/>
            </a:xfrm>
          </p:grpSpPr>
          <p:sp>
            <p:nvSpPr>
              <p:cNvPr id="157" name="Google Shape;157;p18"/>
              <p:cNvSpPr/>
              <p:nvPr/>
            </p:nvSpPr>
            <p:spPr>
              <a:xfrm rot="10800000">
                <a:off x="5514049" y="3174828"/>
                <a:ext cx="2752751" cy="1530910"/>
              </a:xfrm>
              <a:custGeom>
                <a:rect b="b" l="l" r="r" t="t"/>
                <a:pathLst>
                  <a:path extrusionOk="0" h="34360" w="68961">
                    <a:moveTo>
                      <a:pt x="29793" y="627"/>
                    </a:moveTo>
                    <a:cubicBezTo>
                      <a:pt x="31042" y="627"/>
                      <a:pt x="32291" y="656"/>
                      <a:pt x="33536" y="708"/>
                    </a:cubicBezTo>
                    <a:cubicBezTo>
                      <a:pt x="39019" y="872"/>
                      <a:pt x="44666" y="1385"/>
                      <a:pt x="50149" y="2248"/>
                    </a:cubicBezTo>
                    <a:cubicBezTo>
                      <a:pt x="55612" y="3193"/>
                      <a:pt x="61444" y="4897"/>
                      <a:pt x="65120" y="9600"/>
                    </a:cubicBezTo>
                    <a:cubicBezTo>
                      <a:pt x="68960" y="14570"/>
                      <a:pt x="68550" y="20977"/>
                      <a:pt x="64340" y="25597"/>
                    </a:cubicBezTo>
                    <a:cubicBezTo>
                      <a:pt x="60417" y="30054"/>
                      <a:pt x="54421" y="31512"/>
                      <a:pt x="48855" y="32456"/>
                    </a:cubicBezTo>
                    <a:cubicBezTo>
                      <a:pt x="43610" y="33353"/>
                      <a:pt x="38244" y="33806"/>
                      <a:pt x="32898" y="33806"/>
                    </a:cubicBezTo>
                    <a:cubicBezTo>
                      <a:pt x="31630" y="33806"/>
                      <a:pt x="30364" y="33781"/>
                      <a:pt x="29100" y="33730"/>
                    </a:cubicBezTo>
                    <a:cubicBezTo>
                      <a:pt x="23699" y="33483"/>
                      <a:pt x="18134" y="33052"/>
                      <a:pt x="12917" y="31245"/>
                    </a:cubicBezTo>
                    <a:cubicBezTo>
                      <a:pt x="7619" y="29376"/>
                      <a:pt x="2485" y="25782"/>
                      <a:pt x="1109" y="19786"/>
                    </a:cubicBezTo>
                    <a:cubicBezTo>
                      <a:pt x="0" y="15432"/>
                      <a:pt x="1027" y="10627"/>
                      <a:pt x="3594" y="7115"/>
                    </a:cubicBezTo>
                    <a:cubicBezTo>
                      <a:pt x="11507" y="2147"/>
                      <a:pt x="20660" y="627"/>
                      <a:pt x="29793" y="627"/>
                    </a:cubicBezTo>
                    <a:close/>
                    <a:moveTo>
                      <a:pt x="30015" y="1"/>
                    </a:moveTo>
                    <a:cubicBezTo>
                      <a:pt x="21187" y="1"/>
                      <a:pt x="12367" y="1344"/>
                      <a:pt x="4621" y="5760"/>
                    </a:cubicBezTo>
                    <a:cubicBezTo>
                      <a:pt x="5134" y="5246"/>
                      <a:pt x="5730" y="4733"/>
                      <a:pt x="6325" y="4219"/>
                    </a:cubicBezTo>
                    <a:cubicBezTo>
                      <a:pt x="6486" y="4148"/>
                      <a:pt x="6367" y="3937"/>
                      <a:pt x="6226" y="3937"/>
                    </a:cubicBezTo>
                    <a:cubicBezTo>
                      <a:pt x="6204" y="3937"/>
                      <a:pt x="6182" y="3942"/>
                      <a:pt x="6161" y="3952"/>
                    </a:cubicBezTo>
                    <a:cubicBezTo>
                      <a:pt x="5216" y="4651"/>
                      <a:pt x="4374" y="5493"/>
                      <a:pt x="3676" y="6355"/>
                    </a:cubicBezTo>
                    <a:cubicBezTo>
                      <a:pt x="3081" y="6704"/>
                      <a:pt x="2485" y="7115"/>
                      <a:pt x="1890" y="7464"/>
                    </a:cubicBezTo>
                    <a:cubicBezTo>
                      <a:pt x="1675" y="7679"/>
                      <a:pt x="1805" y="8052"/>
                      <a:pt x="1993" y="8052"/>
                    </a:cubicBezTo>
                    <a:cubicBezTo>
                      <a:pt x="2038" y="8052"/>
                      <a:pt x="2088" y="8030"/>
                      <a:pt x="2136" y="7977"/>
                    </a:cubicBezTo>
                    <a:cubicBezTo>
                      <a:pt x="2403" y="7895"/>
                      <a:pt x="2567" y="7731"/>
                      <a:pt x="2731" y="7628"/>
                    </a:cubicBezTo>
                    <a:lnTo>
                      <a:pt x="2731" y="7628"/>
                    </a:lnTo>
                    <a:cubicBezTo>
                      <a:pt x="1109" y="10031"/>
                      <a:pt x="267" y="12947"/>
                      <a:pt x="164" y="15945"/>
                    </a:cubicBezTo>
                    <a:cubicBezTo>
                      <a:pt x="82" y="20895"/>
                      <a:pt x="2403" y="25351"/>
                      <a:pt x="6161" y="28267"/>
                    </a:cubicBezTo>
                    <a:cubicBezTo>
                      <a:pt x="10350" y="31594"/>
                      <a:pt x="15751" y="32888"/>
                      <a:pt x="20803" y="33565"/>
                    </a:cubicBezTo>
                    <a:cubicBezTo>
                      <a:pt x="24877" y="34101"/>
                      <a:pt x="28950" y="34359"/>
                      <a:pt x="33024" y="34359"/>
                    </a:cubicBezTo>
                    <a:cubicBezTo>
                      <a:pt x="36138" y="34359"/>
                      <a:pt x="39252" y="34208"/>
                      <a:pt x="42366" y="33915"/>
                    </a:cubicBezTo>
                    <a:cubicBezTo>
                      <a:pt x="48609" y="33216"/>
                      <a:pt x="55530" y="32456"/>
                      <a:pt x="61013" y="29027"/>
                    </a:cubicBezTo>
                    <a:cubicBezTo>
                      <a:pt x="65366" y="26378"/>
                      <a:pt x="68960" y="21490"/>
                      <a:pt x="68365" y="16028"/>
                    </a:cubicBezTo>
                    <a:cubicBezTo>
                      <a:pt x="67851" y="10811"/>
                      <a:pt x="63826" y="6602"/>
                      <a:pt x="59473" y="4384"/>
                    </a:cubicBezTo>
                    <a:cubicBezTo>
                      <a:pt x="53907" y="1652"/>
                      <a:pt x="47500" y="1221"/>
                      <a:pt x="41504" y="626"/>
                    </a:cubicBezTo>
                    <a:cubicBezTo>
                      <a:pt x="37732" y="257"/>
                      <a:pt x="33873" y="1"/>
                      <a:pt x="300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19050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58" name="Google Shape;158;p18"/>
              <p:cNvGrpSpPr/>
              <p:nvPr/>
            </p:nvGrpSpPr>
            <p:grpSpPr>
              <a:xfrm>
                <a:off x="4813571" y="3318624"/>
                <a:ext cx="1020481" cy="885190"/>
                <a:chOff x="4813571" y="3318624"/>
                <a:chExt cx="1020481" cy="885190"/>
              </a:xfrm>
            </p:grpSpPr>
            <p:sp>
              <p:nvSpPr>
                <p:cNvPr id="159" name="Google Shape;159;p18"/>
                <p:cNvSpPr/>
                <p:nvPr/>
              </p:nvSpPr>
              <p:spPr>
                <a:xfrm>
                  <a:off x="4828513" y="3336175"/>
                  <a:ext cx="990600" cy="866775"/>
                </a:xfrm>
                <a:custGeom>
                  <a:rect b="b" l="l" r="r" t="t"/>
                  <a:pathLst>
                    <a:path extrusionOk="0" h="34671" w="39624">
                      <a:moveTo>
                        <a:pt x="3619" y="8573"/>
                      </a:moveTo>
                      <a:lnTo>
                        <a:pt x="8382" y="4191"/>
                      </a:lnTo>
                      <a:lnTo>
                        <a:pt x="13906" y="1334"/>
                      </a:lnTo>
                      <a:lnTo>
                        <a:pt x="21145" y="0"/>
                      </a:lnTo>
                      <a:lnTo>
                        <a:pt x="28575" y="1715"/>
                      </a:lnTo>
                      <a:lnTo>
                        <a:pt x="34861" y="5715"/>
                      </a:lnTo>
                      <a:lnTo>
                        <a:pt x="38481" y="10287"/>
                      </a:lnTo>
                      <a:lnTo>
                        <a:pt x="39624" y="15240"/>
                      </a:lnTo>
                      <a:lnTo>
                        <a:pt x="37528" y="21527"/>
                      </a:lnTo>
                      <a:lnTo>
                        <a:pt x="33147" y="26289"/>
                      </a:lnTo>
                      <a:lnTo>
                        <a:pt x="28575" y="30099"/>
                      </a:lnTo>
                      <a:lnTo>
                        <a:pt x="21907" y="33528"/>
                      </a:lnTo>
                      <a:lnTo>
                        <a:pt x="14859" y="34671"/>
                      </a:lnTo>
                      <a:lnTo>
                        <a:pt x="7620" y="31052"/>
                      </a:lnTo>
                      <a:lnTo>
                        <a:pt x="1524" y="25527"/>
                      </a:lnTo>
                      <a:lnTo>
                        <a:pt x="0" y="19050"/>
                      </a:lnTo>
                      <a:lnTo>
                        <a:pt x="571" y="1276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</p:sp>
            <p:sp>
              <p:nvSpPr>
                <p:cNvPr id="160" name="Google Shape;160;p18"/>
                <p:cNvSpPr/>
                <p:nvPr/>
              </p:nvSpPr>
              <p:spPr>
                <a:xfrm>
                  <a:off x="4813571" y="3318624"/>
                  <a:ext cx="1020481" cy="885190"/>
                </a:xfrm>
                <a:custGeom>
                  <a:rect b="b" l="l" r="r" t="t"/>
                  <a:pathLst>
                    <a:path extrusionOk="0" h="8395" w="9679">
                      <a:moveTo>
                        <a:pt x="5169" y="347"/>
                      </a:moveTo>
                      <a:lnTo>
                        <a:pt x="5516" y="382"/>
                      </a:lnTo>
                      <a:lnTo>
                        <a:pt x="6036" y="451"/>
                      </a:lnTo>
                      <a:lnTo>
                        <a:pt x="6522" y="555"/>
                      </a:lnTo>
                      <a:lnTo>
                        <a:pt x="6972" y="729"/>
                      </a:lnTo>
                      <a:lnTo>
                        <a:pt x="7423" y="937"/>
                      </a:lnTo>
                      <a:lnTo>
                        <a:pt x="7840" y="1180"/>
                      </a:lnTo>
                      <a:lnTo>
                        <a:pt x="8221" y="1492"/>
                      </a:lnTo>
                      <a:lnTo>
                        <a:pt x="8568" y="1839"/>
                      </a:lnTo>
                      <a:lnTo>
                        <a:pt x="8880" y="2220"/>
                      </a:lnTo>
                      <a:lnTo>
                        <a:pt x="9088" y="2602"/>
                      </a:lnTo>
                      <a:lnTo>
                        <a:pt x="9227" y="2983"/>
                      </a:lnTo>
                      <a:lnTo>
                        <a:pt x="9297" y="3330"/>
                      </a:lnTo>
                      <a:lnTo>
                        <a:pt x="9262" y="3712"/>
                      </a:lnTo>
                      <a:lnTo>
                        <a:pt x="9227" y="4059"/>
                      </a:lnTo>
                      <a:lnTo>
                        <a:pt x="9088" y="4406"/>
                      </a:lnTo>
                      <a:lnTo>
                        <a:pt x="8950" y="4752"/>
                      </a:lnTo>
                      <a:lnTo>
                        <a:pt x="8776" y="5065"/>
                      </a:lnTo>
                      <a:lnTo>
                        <a:pt x="8603" y="5377"/>
                      </a:lnTo>
                      <a:lnTo>
                        <a:pt x="8395" y="5654"/>
                      </a:lnTo>
                      <a:lnTo>
                        <a:pt x="8187" y="5897"/>
                      </a:lnTo>
                      <a:lnTo>
                        <a:pt x="7978" y="6140"/>
                      </a:lnTo>
                      <a:lnTo>
                        <a:pt x="7736" y="6383"/>
                      </a:lnTo>
                      <a:lnTo>
                        <a:pt x="7493" y="6556"/>
                      </a:lnTo>
                      <a:lnTo>
                        <a:pt x="7250" y="6764"/>
                      </a:lnTo>
                      <a:lnTo>
                        <a:pt x="6972" y="6903"/>
                      </a:lnTo>
                      <a:lnTo>
                        <a:pt x="6452" y="7181"/>
                      </a:lnTo>
                      <a:lnTo>
                        <a:pt x="6071" y="7423"/>
                      </a:lnTo>
                      <a:lnTo>
                        <a:pt x="5654" y="7632"/>
                      </a:lnTo>
                      <a:lnTo>
                        <a:pt x="5273" y="7805"/>
                      </a:lnTo>
                      <a:lnTo>
                        <a:pt x="4891" y="7909"/>
                      </a:lnTo>
                      <a:lnTo>
                        <a:pt x="4510" y="7978"/>
                      </a:lnTo>
                      <a:lnTo>
                        <a:pt x="4128" y="8013"/>
                      </a:lnTo>
                      <a:lnTo>
                        <a:pt x="3851" y="7978"/>
                      </a:lnTo>
                      <a:lnTo>
                        <a:pt x="3538" y="7944"/>
                      </a:lnTo>
                      <a:lnTo>
                        <a:pt x="3261" y="7874"/>
                      </a:lnTo>
                      <a:lnTo>
                        <a:pt x="2949" y="7770"/>
                      </a:lnTo>
                      <a:lnTo>
                        <a:pt x="2671" y="7666"/>
                      </a:lnTo>
                      <a:lnTo>
                        <a:pt x="2359" y="7528"/>
                      </a:lnTo>
                      <a:lnTo>
                        <a:pt x="2081" y="7319"/>
                      </a:lnTo>
                      <a:lnTo>
                        <a:pt x="1769" y="7111"/>
                      </a:lnTo>
                      <a:lnTo>
                        <a:pt x="1492" y="6903"/>
                      </a:lnTo>
                      <a:lnTo>
                        <a:pt x="1249" y="6660"/>
                      </a:lnTo>
                      <a:lnTo>
                        <a:pt x="1041" y="6418"/>
                      </a:lnTo>
                      <a:lnTo>
                        <a:pt x="833" y="6175"/>
                      </a:lnTo>
                      <a:lnTo>
                        <a:pt x="694" y="5932"/>
                      </a:lnTo>
                      <a:lnTo>
                        <a:pt x="590" y="5689"/>
                      </a:lnTo>
                      <a:lnTo>
                        <a:pt x="486" y="5412"/>
                      </a:lnTo>
                      <a:lnTo>
                        <a:pt x="416" y="5134"/>
                      </a:lnTo>
                      <a:lnTo>
                        <a:pt x="382" y="4648"/>
                      </a:lnTo>
                      <a:lnTo>
                        <a:pt x="382" y="4440"/>
                      </a:lnTo>
                      <a:lnTo>
                        <a:pt x="382" y="3955"/>
                      </a:lnTo>
                      <a:lnTo>
                        <a:pt x="451" y="3469"/>
                      </a:lnTo>
                      <a:lnTo>
                        <a:pt x="590" y="3087"/>
                      </a:lnTo>
                      <a:lnTo>
                        <a:pt x="694" y="2914"/>
                      </a:lnTo>
                      <a:lnTo>
                        <a:pt x="798" y="2741"/>
                      </a:lnTo>
                      <a:lnTo>
                        <a:pt x="1249" y="2186"/>
                      </a:lnTo>
                      <a:lnTo>
                        <a:pt x="1735" y="1665"/>
                      </a:lnTo>
                      <a:lnTo>
                        <a:pt x="1977" y="1457"/>
                      </a:lnTo>
                      <a:lnTo>
                        <a:pt x="2220" y="1284"/>
                      </a:lnTo>
                      <a:lnTo>
                        <a:pt x="2498" y="1110"/>
                      </a:lnTo>
                      <a:lnTo>
                        <a:pt x="2810" y="937"/>
                      </a:lnTo>
                      <a:lnTo>
                        <a:pt x="3434" y="694"/>
                      </a:lnTo>
                      <a:lnTo>
                        <a:pt x="4024" y="486"/>
                      </a:lnTo>
                      <a:lnTo>
                        <a:pt x="4614" y="382"/>
                      </a:lnTo>
                      <a:lnTo>
                        <a:pt x="5169" y="347"/>
                      </a:lnTo>
                      <a:close/>
                      <a:moveTo>
                        <a:pt x="5412" y="0"/>
                      </a:moveTo>
                      <a:lnTo>
                        <a:pt x="4579" y="70"/>
                      </a:lnTo>
                      <a:lnTo>
                        <a:pt x="3851" y="208"/>
                      </a:lnTo>
                      <a:lnTo>
                        <a:pt x="3157" y="382"/>
                      </a:lnTo>
                      <a:lnTo>
                        <a:pt x="2532" y="590"/>
                      </a:lnTo>
                      <a:lnTo>
                        <a:pt x="2290" y="729"/>
                      </a:lnTo>
                      <a:lnTo>
                        <a:pt x="2047" y="833"/>
                      </a:lnTo>
                      <a:lnTo>
                        <a:pt x="1839" y="1006"/>
                      </a:lnTo>
                      <a:lnTo>
                        <a:pt x="1631" y="1180"/>
                      </a:lnTo>
                      <a:lnTo>
                        <a:pt x="1249" y="1596"/>
                      </a:lnTo>
                      <a:lnTo>
                        <a:pt x="902" y="2012"/>
                      </a:lnTo>
                      <a:lnTo>
                        <a:pt x="625" y="2324"/>
                      </a:lnTo>
                      <a:lnTo>
                        <a:pt x="382" y="2706"/>
                      </a:lnTo>
                      <a:lnTo>
                        <a:pt x="174" y="3053"/>
                      </a:lnTo>
                      <a:lnTo>
                        <a:pt x="70" y="3434"/>
                      </a:lnTo>
                      <a:lnTo>
                        <a:pt x="35" y="3816"/>
                      </a:lnTo>
                      <a:lnTo>
                        <a:pt x="70" y="3955"/>
                      </a:lnTo>
                      <a:lnTo>
                        <a:pt x="35" y="4267"/>
                      </a:lnTo>
                      <a:lnTo>
                        <a:pt x="35" y="4544"/>
                      </a:lnTo>
                      <a:lnTo>
                        <a:pt x="0" y="4822"/>
                      </a:lnTo>
                      <a:lnTo>
                        <a:pt x="35" y="5065"/>
                      </a:lnTo>
                      <a:lnTo>
                        <a:pt x="70" y="5342"/>
                      </a:lnTo>
                      <a:lnTo>
                        <a:pt x="139" y="5585"/>
                      </a:lnTo>
                      <a:lnTo>
                        <a:pt x="243" y="5828"/>
                      </a:lnTo>
                      <a:lnTo>
                        <a:pt x="382" y="6071"/>
                      </a:lnTo>
                      <a:lnTo>
                        <a:pt x="521" y="6279"/>
                      </a:lnTo>
                      <a:lnTo>
                        <a:pt x="694" y="6556"/>
                      </a:lnTo>
                      <a:lnTo>
                        <a:pt x="937" y="6799"/>
                      </a:lnTo>
                      <a:lnTo>
                        <a:pt x="1145" y="7042"/>
                      </a:lnTo>
                      <a:lnTo>
                        <a:pt x="1422" y="7250"/>
                      </a:lnTo>
                      <a:lnTo>
                        <a:pt x="1665" y="7458"/>
                      </a:lnTo>
                      <a:lnTo>
                        <a:pt x="1943" y="7632"/>
                      </a:lnTo>
                      <a:lnTo>
                        <a:pt x="2255" y="7805"/>
                      </a:lnTo>
                      <a:lnTo>
                        <a:pt x="2567" y="7978"/>
                      </a:lnTo>
                      <a:lnTo>
                        <a:pt x="2949" y="8117"/>
                      </a:lnTo>
                      <a:lnTo>
                        <a:pt x="3330" y="8256"/>
                      </a:lnTo>
                      <a:lnTo>
                        <a:pt x="3781" y="8360"/>
                      </a:lnTo>
                      <a:lnTo>
                        <a:pt x="4232" y="8395"/>
                      </a:lnTo>
                      <a:lnTo>
                        <a:pt x="4648" y="8360"/>
                      </a:lnTo>
                      <a:lnTo>
                        <a:pt x="5030" y="8291"/>
                      </a:lnTo>
                      <a:lnTo>
                        <a:pt x="5758" y="8013"/>
                      </a:lnTo>
                      <a:lnTo>
                        <a:pt x="6417" y="7736"/>
                      </a:lnTo>
                      <a:lnTo>
                        <a:pt x="6903" y="7458"/>
                      </a:lnTo>
                      <a:lnTo>
                        <a:pt x="7389" y="7181"/>
                      </a:lnTo>
                      <a:lnTo>
                        <a:pt x="7805" y="6834"/>
                      </a:lnTo>
                      <a:lnTo>
                        <a:pt x="8221" y="6487"/>
                      </a:lnTo>
                      <a:lnTo>
                        <a:pt x="8568" y="6071"/>
                      </a:lnTo>
                      <a:lnTo>
                        <a:pt x="8880" y="5654"/>
                      </a:lnTo>
                      <a:lnTo>
                        <a:pt x="9192" y="5169"/>
                      </a:lnTo>
                      <a:lnTo>
                        <a:pt x="9435" y="4683"/>
                      </a:lnTo>
                      <a:lnTo>
                        <a:pt x="9574" y="4232"/>
                      </a:lnTo>
                      <a:lnTo>
                        <a:pt x="9678" y="3781"/>
                      </a:lnTo>
                      <a:lnTo>
                        <a:pt x="9678" y="3365"/>
                      </a:lnTo>
                      <a:lnTo>
                        <a:pt x="9609" y="2949"/>
                      </a:lnTo>
                      <a:lnTo>
                        <a:pt x="9574" y="2706"/>
                      </a:lnTo>
                      <a:lnTo>
                        <a:pt x="9470" y="2498"/>
                      </a:lnTo>
                      <a:lnTo>
                        <a:pt x="9366" y="2255"/>
                      </a:lnTo>
                      <a:lnTo>
                        <a:pt x="9227" y="2047"/>
                      </a:lnTo>
                      <a:lnTo>
                        <a:pt x="9054" y="1839"/>
                      </a:lnTo>
                      <a:lnTo>
                        <a:pt x="8880" y="1631"/>
                      </a:lnTo>
                      <a:lnTo>
                        <a:pt x="8429" y="1180"/>
                      </a:lnTo>
                      <a:lnTo>
                        <a:pt x="8117" y="972"/>
                      </a:lnTo>
                      <a:lnTo>
                        <a:pt x="7805" y="729"/>
                      </a:lnTo>
                      <a:lnTo>
                        <a:pt x="7458" y="555"/>
                      </a:lnTo>
                      <a:lnTo>
                        <a:pt x="7077" y="382"/>
                      </a:lnTo>
                      <a:lnTo>
                        <a:pt x="6695" y="243"/>
                      </a:lnTo>
                      <a:lnTo>
                        <a:pt x="6279" y="139"/>
                      </a:lnTo>
                      <a:lnTo>
                        <a:pt x="5862" y="70"/>
                      </a:lnTo>
                      <a:lnTo>
                        <a:pt x="54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61" name="Google Shape;161;p18"/>
                <p:cNvGrpSpPr/>
                <p:nvPr/>
              </p:nvGrpSpPr>
              <p:grpSpPr>
                <a:xfrm>
                  <a:off x="5059637" y="3515445"/>
                  <a:ext cx="457190" cy="457190"/>
                  <a:chOff x="3601275" y="2319150"/>
                  <a:chExt cx="294600" cy="294600"/>
                </a:xfrm>
              </p:grpSpPr>
              <p:sp>
                <p:nvSpPr>
                  <p:cNvPr id="162" name="Google Shape;162;p18"/>
                  <p:cNvSpPr/>
                  <p:nvPr/>
                </p:nvSpPr>
                <p:spPr>
                  <a:xfrm>
                    <a:off x="3601275" y="2319150"/>
                    <a:ext cx="294600" cy="294600"/>
                  </a:xfrm>
                  <a:custGeom>
                    <a:rect b="b" l="l" r="r" t="t"/>
                    <a:pathLst>
                      <a:path extrusionOk="0" h="11784" w="11784">
                        <a:moveTo>
                          <a:pt x="8223" y="694"/>
                        </a:moveTo>
                        <a:cubicBezTo>
                          <a:pt x="8696" y="725"/>
                          <a:pt x="9168" y="914"/>
                          <a:pt x="9546" y="1198"/>
                        </a:cubicBezTo>
                        <a:lnTo>
                          <a:pt x="7057" y="3687"/>
                        </a:lnTo>
                        <a:cubicBezTo>
                          <a:pt x="6774" y="3498"/>
                          <a:pt x="6459" y="3340"/>
                          <a:pt x="6144" y="3245"/>
                        </a:cubicBezTo>
                        <a:lnTo>
                          <a:pt x="8223" y="694"/>
                        </a:lnTo>
                        <a:close/>
                        <a:moveTo>
                          <a:pt x="10523" y="1198"/>
                        </a:moveTo>
                        <a:cubicBezTo>
                          <a:pt x="10838" y="1576"/>
                          <a:pt x="11027" y="2111"/>
                          <a:pt x="11027" y="2615"/>
                        </a:cubicBezTo>
                        <a:lnTo>
                          <a:pt x="8286" y="4852"/>
                        </a:lnTo>
                        <a:lnTo>
                          <a:pt x="7561" y="4159"/>
                        </a:lnTo>
                        <a:lnTo>
                          <a:pt x="10523" y="1198"/>
                        </a:lnTo>
                        <a:close/>
                        <a:moveTo>
                          <a:pt x="5592" y="3923"/>
                        </a:moveTo>
                        <a:cubicBezTo>
                          <a:pt x="6033" y="3923"/>
                          <a:pt x="6474" y="4096"/>
                          <a:pt x="6805" y="4443"/>
                        </a:cubicBezTo>
                        <a:cubicBezTo>
                          <a:pt x="7498" y="5104"/>
                          <a:pt x="7498" y="6207"/>
                          <a:pt x="6805" y="6869"/>
                        </a:cubicBezTo>
                        <a:cubicBezTo>
                          <a:pt x="6474" y="7199"/>
                          <a:pt x="6033" y="7365"/>
                          <a:pt x="5592" y="7365"/>
                        </a:cubicBezTo>
                        <a:cubicBezTo>
                          <a:pt x="5151" y="7365"/>
                          <a:pt x="4710" y="7199"/>
                          <a:pt x="4379" y="6869"/>
                        </a:cubicBezTo>
                        <a:cubicBezTo>
                          <a:pt x="3718" y="6207"/>
                          <a:pt x="3718" y="5104"/>
                          <a:pt x="4379" y="4443"/>
                        </a:cubicBezTo>
                        <a:cubicBezTo>
                          <a:pt x="4710" y="4096"/>
                          <a:pt x="5151" y="3923"/>
                          <a:pt x="5592" y="3923"/>
                        </a:cubicBezTo>
                        <a:close/>
                        <a:moveTo>
                          <a:pt x="8034" y="5577"/>
                        </a:moveTo>
                        <a:lnTo>
                          <a:pt x="8191" y="5734"/>
                        </a:lnTo>
                        <a:cubicBezTo>
                          <a:pt x="8696" y="6270"/>
                          <a:pt x="9326" y="6742"/>
                          <a:pt x="10019" y="7058"/>
                        </a:cubicBezTo>
                        <a:lnTo>
                          <a:pt x="9420" y="7278"/>
                        </a:lnTo>
                        <a:cubicBezTo>
                          <a:pt x="9263" y="7310"/>
                          <a:pt x="9168" y="7467"/>
                          <a:pt x="9168" y="7593"/>
                        </a:cubicBezTo>
                        <a:lnTo>
                          <a:pt x="9168" y="8066"/>
                        </a:lnTo>
                        <a:cubicBezTo>
                          <a:pt x="8601" y="7814"/>
                          <a:pt x="8034" y="7467"/>
                          <a:pt x="7561" y="7058"/>
                        </a:cubicBezTo>
                        <a:cubicBezTo>
                          <a:pt x="7876" y="6648"/>
                          <a:pt x="8034" y="6175"/>
                          <a:pt x="8034" y="5608"/>
                        </a:cubicBezTo>
                        <a:lnTo>
                          <a:pt x="8034" y="5577"/>
                        </a:lnTo>
                        <a:close/>
                        <a:moveTo>
                          <a:pt x="3245" y="6081"/>
                        </a:moveTo>
                        <a:cubicBezTo>
                          <a:pt x="3308" y="6427"/>
                          <a:pt x="3466" y="6806"/>
                          <a:pt x="3655" y="7058"/>
                        </a:cubicBezTo>
                        <a:lnTo>
                          <a:pt x="1197" y="9546"/>
                        </a:lnTo>
                        <a:cubicBezTo>
                          <a:pt x="882" y="9200"/>
                          <a:pt x="662" y="8696"/>
                          <a:pt x="630" y="8160"/>
                        </a:cubicBezTo>
                        <a:lnTo>
                          <a:pt x="3245" y="6081"/>
                        </a:lnTo>
                        <a:close/>
                        <a:moveTo>
                          <a:pt x="7057" y="7593"/>
                        </a:moveTo>
                        <a:cubicBezTo>
                          <a:pt x="7435" y="8066"/>
                          <a:pt x="7813" y="8601"/>
                          <a:pt x="8034" y="9200"/>
                        </a:cubicBezTo>
                        <a:lnTo>
                          <a:pt x="7561" y="9200"/>
                        </a:lnTo>
                        <a:cubicBezTo>
                          <a:pt x="7404" y="9200"/>
                          <a:pt x="7278" y="9263"/>
                          <a:pt x="7246" y="9420"/>
                        </a:cubicBezTo>
                        <a:lnTo>
                          <a:pt x="7057" y="10019"/>
                        </a:lnTo>
                        <a:cubicBezTo>
                          <a:pt x="6742" y="9357"/>
                          <a:pt x="6270" y="8727"/>
                          <a:pt x="5766" y="8223"/>
                        </a:cubicBezTo>
                        <a:lnTo>
                          <a:pt x="5608" y="8066"/>
                        </a:lnTo>
                        <a:lnTo>
                          <a:pt x="5640" y="8066"/>
                        </a:lnTo>
                        <a:cubicBezTo>
                          <a:pt x="6144" y="8066"/>
                          <a:pt x="6648" y="7877"/>
                          <a:pt x="7057" y="7593"/>
                        </a:cubicBezTo>
                        <a:close/>
                        <a:moveTo>
                          <a:pt x="4096" y="7625"/>
                        </a:moveTo>
                        <a:lnTo>
                          <a:pt x="4820" y="8318"/>
                        </a:lnTo>
                        <a:lnTo>
                          <a:pt x="2552" y="11090"/>
                        </a:lnTo>
                        <a:cubicBezTo>
                          <a:pt x="2048" y="11059"/>
                          <a:pt x="1575" y="10901"/>
                          <a:pt x="1134" y="10586"/>
                        </a:cubicBezTo>
                        <a:lnTo>
                          <a:pt x="4096" y="7625"/>
                        </a:lnTo>
                        <a:close/>
                        <a:moveTo>
                          <a:pt x="8160" y="0"/>
                        </a:moveTo>
                        <a:cubicBezTo>
                          <a:pt x="8034" y="0"/>
                          <a:pt x="7971" y="63"/>
                          <a:pt x="7876" y="126"/>
                        </a:cubicBezTo>
                        <a:lnTo>
                          <a:pt x="5356" y="3245"/>
                        </a:lnTo>
                        <a:cubicBezTo>
                          <a:pt x="4852" y="3308"/>
                          <a:pt x="4348" y="3529"/>
                          <a:pt x="3938" y="3970"/>
                        </a:cubicBezTo>
                        <a:cubicBezTo>
                          <a:pt x="3592" y="4317"/>
                          <a:pt x="3340" y="4758"/>
                          <a:pt x="3277" y="5262"/>
                        </a:cubicBezTo>
                        <a:lnTo>
                          <a:pt x="126" y="7782"/>
                        </a:lnTo>
                        <a:cubicBezTo>
                          <a:pt x="32" y="7845"/>
                          <a:pt x="0" y="7940"/>
                          <a:pt x="0" y="8066"/>
                        </a:cubicBezTo>
                        <a:cubicBezTo>
                          <a:pt x="0" y="8790"/>
                          <a:pt x="284" y="9546"/>
                          <a:pt x="756" y="10114"/>
                        </a:cubicBezTo>
                        <a:lnTo>
                          <a:pt x="473" y="10366"/>
                        </a:lnTo>
                        <a:cubicBezTo>
                          <a:pt x="410" y="10460"/>
                          <a:pt x="347" y="10523"/>
                          <a:pt x="347" y="10618"/>
                        </a:cubicBezTo>
                        <a:cubicBezTo>
                          <a:pt x="347" y="10681"/>
                          <a:pt x="410" y="10807"/>
                          <a:pt x="473" y="10838"/>
                        </a:cubicBezTo>
                        <a:cubicBezTo>
                          <a:pt x="1103" y="11468"/>
                          <a:pt x="1922" y="11783"/>
                          <a:pt x="2804" y="11783"/>
                        </a:cubicBezTo>
                        <a:cubicBezTo>
                          <a:pt x="2930" y="11783"/>
                          <a:pt x="2993" y="11752"/>
                          <a:pt x="3088" y="11657"/>
                        </a:cubicBezTo>
                        <a:lnTo>
                          <a:pt x="5388" y="8790"/>
                        </a:lnTo>
                        <a:cubicBezTo>
                          <a:pt x="6018" y="9452"/>
                          <a:pt x="6553" y="10303"/>
                          <a:pt x="6805" y="11153"/>
                        </a:cubicBezTo>
                        <a:cubicBezTo>
                          <a:pt x="6868" y="11311"/>
                          <a:pt x="7026" y="11405"/>
                          <a:pt x="7120" y="11405"/>
                        </a:cubicBezTo>
                        <a:cubicBezTo>
                          <a:pt x="7278" y="11405"/>
                          <a:pt x="7404" y="11311"/>
                          <a:pt x="7435" y="11153"/>
                        </a:cubicBezTo>
                        <a:lnTo>
                          <a:pt x="7845" y="9924"/>
                        </a:lnTo>
                        <a:lnTo>
                          <a:pt x="8601" y="9924"/>
                        </a:lnTo>
                        <a:cubicBezTo>
                          <a:pt x="8696" y="9924"/>
                          <a:pt x="8790" y="9893"/>
                          <a:pt x="8853" y="9767"/>
                        </a:cubicBezTo>
                        <a:cubicBezTo>
                          <a:pt x="8948" y="9704"/>
                          <a:pt x="8948" y="9578"/>
                          <a:pt x="8916" y="9452"/>
                        </a:cubicBezTo>
                        <a:cubicBezTo>
                          <a:pt x="8790" y="9137"/>
                          <a:pt x="8664" y="8822"/>
                          <a:pt x="8507" y="8507"/>
                        </a:cubicBezTo>
                        <a:lnTo>
                          <a:pt x="8507" y="8507"/>
                        </a:lnTo>
                        <a:cubicBezTo>
                          <a:pt x="8822" y="8664"/>
                          <a:pt x="9137" y="8790"/>
                          <a:pt x="9452" y="8916"/>
                        </a:cubicBezTo>
                        <a:cubicBezTo>
                          <a:pt x="9489" y="8926"/>
                          <a:pt x="9526" y="8929"/>
                          <a:pt x="9561" y="8929"/>
                        </a:cubicBezTo>
                        <a:cubicBezTo>
                          <a:pt x="9646" y="8929"/>
                          <a:pt x="9722" y="8907"/>
                          <a:pt x="9767" y="8885"/>
                        </a:cubicBezTo>
                        <a:cubicBezTo>
                          <a:pt x="9861" y="8790"/>
                          <a:pt x="9924" y="8727"/>
                          <a:pt x="9924" y="8601"/>
                        </a:cubicBezTo>
                        <a:lnTo>
                          <a:pt x="9924" y="7845"/>
                        </a:lnTo>
                        <a:lnTo>
                          <a:pt x="11153" y="7467"/>
                        </a:lnTo>
                        <a:cubicBezTo>
                          <a:pt x="11310" y="7404"/>
                          <a:pt x="11373" y="7247"/>
                          <a:pt x="11373" y="7152"/>
                        </a:cubicBezTo>
                        <a:cubicBezTo>
                          <a:pt x="11373" y="6995"/>
                          <a:pt x="11310" y="6869"/>
                          <a:pt x="11153" y="6837"/>
                        </a:cubicBezTo>
                        <a:cubicBezTo>
                          <a:pt x="10271" y="6553"/>
                          <a:pt x="9452" y="6049"/>
                          <a:pt x="8790" y="5419"/>
                        </a:cubicBezTo>
                        <a:lnTo>
                          <a:pt x="11657" y="3088"/>
                        </a:lnTo>
                        <a:cubicBezTo>
                          <a:pt x="11689" y="2962"/>
                          <a:pt x="11783" y="2867"/>
                          <a:pt x="11783" y="2773"/>
                        </a:cubicBezTo>
                        <a:cubicBezTo>
                          <a:pt x="11783" y="1922"/>
                          <a:pt x="11436" y="1072"/>
                          <a:pt x="10838" y="442"/>
                        </a:cubicBezTo>
                        <a:cubicBezTo>
                          <a:pt x="10775" y="379"/>
                          <a:pt x="10688" y="347"/>
                          <a:pt x="10602" y="347"/>
                        </a:cubicBezTo>
                        <a:cubicBezTo>
                          <a:pt x="10515" y="347"/>
                          <a:pt x="10428" y="379"/>
                          <a:pt x="10365" y="442"/>
                        </a:cubicBezTo>
                        <a:lnTo>
                          <a:pt x="10082" y="725"/>
                        </a:lnTo>
                        <a:cubicBezTo>
                          <a:pt x="9546" y="284"/>
                          <a:pt x="8853" y="0"/>
                          <a:pt x="8160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3" name="Google Shape;163;p18"/>
                  <p:cNvSpPr/>
                  <p:nvPr/>
                </p:nvSpPr>
                <p:spPr>
                  <a:xfrm>
                    <a:off x="3713900" y="2434350"/>
                    <a:ext cx="55950" cy="52200"/>
                  </a:xfrm>
                  <a:custGeom>
                    <a:rect b="b" l="l" r="r" t="t"/>
                    <a:pathLst>
                      <a:path extrusionOk="0" h="2088" w="2238">
                        <a:moveTo>
                          <a:pt x="1087" y="685"/>
                        </a:moveTo>
                        <a:cubicBezTo>
                          <a:pt x="1174" y="685"/>
                          <a:pt x="1261" y="717"/>
                          <a:pt x="1324" y="780"/>
                        </a:cubicBezTo>
                        <a:cubicBezTo>
                          <a:pt x="1450" y="874"/>
                          <a:pt x="1450" y="1126"/>
                          <a:pt x="1324" y="1252"/>
                        </a:cubicBezTo>
                        <a:cubicBezTo>
                          <a:pt x="1261" y="1300"/>
                          <a:pt x="1174" y="1323"/>
                          <a:pt x="1087" y="1323"/>
                        </a:cubicBezTo>
                        <a:cubicBezTo>
                          <a:pt x="1001" y="1323"/>
                          <a:pt x="914" y="1300"/>
                          <a:pt x="851" y="1252"/>
                        </a:cubicBezTo>
                        <a:cubicBezTo>
                          <a:pt x="725" y="1126"/>
                          <a:pt x="725" y="937"/>
                          <a:pt x="851" y="780"/>
                        </a:cubicBezTo>
                        <a:cubicBezTo>
                          <a:pt x="914" y="717"/>
                          <a:pt x="1001" y="685"/>
                          <a:pt x="1087" y="685"/>
                        </a:cubicBezTo>
                        <a:close/>
                        <a:moveTo>
                          <a:pt x="1115" y="0"/>
                        </a:moveTo>
                        <a:cubicBezTo>
                          <a:pt x="851" y="0"/>
                          <a:pt x="583" y="102"/>
                          <a:pt x="378" y="307"/>
                        </a:cubicBezTo>
                        <a:cubicBezTo>
                          <a:pt x="0" y="685"/>
                          <a:pt x="0" y="1347"/>
                          <a:pt x="378" y="1756"/>
                        </a:cubicBezTo>
                        <a:cubicBezTo>
                          <a:pt x="583" y="1977"/>
                          <a:pt x="851" y="2087"/>
                          <a:pt x="1115" y="2087"/>
                        </a:cubicBezTo>
                        <a:cubicBezTo>
                          <a:pt x="1379" y="2087"/>
                          <a:pt x="1639" y="1977"/>
                          <a:pt x="1828" y="1756"/>
                        </a:cubicBezTo>
                        <a:cubicBezTo>
                          <a:pt x="2237" y="1347"/>
                          <a:pt x="2237" y="685"/>
                          <a:pt x="1828" y="307"/>
                        </a:cubicBezTo>
                        <a:cubicBezTo>
                          <a:pt x="1639" y="102"/>
                          <a:pt x="1379" y="0"/>
                          <a:pt x="1115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  <p:grpSp>
          <p:nvGrpSpPr>
            <p:cNvPr id="164" name="Google Shape;164;p18"/>
            <p:cNvGrpSpPr/>
            <p:nvPr/>
          </p:nvGrpSpPr>
          <p:grpSpPr>
            <a:xfrm>
              <a:off x="923026" y="1369650"/>
              <a:ext cx="3438920" cy="1486639"/>
              <a:chOff x="923026" y="1369650"/>
              <a:chExt cx="3438920" cy="1486639"/>
            </a:xfrm>
          </p:grpSpPr>
          <p:sp>
            <p:nvSpPr>
              <p:cNvPr id="165" name="Google Shape;165;p18"/>
              <p:cNvSpPr/>
              <p:nvPr/>
            </p:nvSpPr>
            <p:spPr>
              <a:xfrm>
                <a:off x="923026" y="1369650"/>
                <a:ext cx="2839642" cy="1486585"/>
              </a:xfrm>
              <a:custGeom>
                <a:rect b="b" l="l" r="r" t="t"/>
                <a:pathLst>
                  <a:path extrusionOk="0" h="34360" w="68961">
                    <a:moveTo>
                      <a:pt x="29793" y="627"/>
                    </a:moveTo>
                    <a:cubicBezTo>
                      <a:pt x="31042" y="627"/>
                      <a:pt x="32291" y="656"/>
                      <a:pt x="33536" y="708"/>
                    </a:cubicBezTo>
                    <a:cubicBezTo>
                      <a:pt x="39019" y="872"/>
                      <a:pt x="44666" y="1385"/>
                      <a:pt x="50149" y="2248"/>
                    </a:cubicBezTo>
                    <a:cubicBezTo>
                      <a:pt x="55612" y="3193"/>
                      <a:pt x="61444" y="4897"/>
                      <a:pt x="65120" y="9600"/>
                    </a:cubicBezTo>
                    <a:cubicBezTo>
                      <a:pt x="68960" y="14570"/>
                      <a:pt x="68550" y="20977"/>
                      <a:pt x="64340" y="25597"/>
                    </a:cubicBezTo>
                    <a:cubicBezTo>
                      <a:pt x="60417" y="30054"/>
                      <a:pt x="54421" y="31512"/>
                      <a:pt x="48855" y="32456"/>
                    </a:cubicBezTo>
                    <a:cubicBezTo>
                      <a:pt x="43610" y="33353"/>
                      <a:pt x="38244" y="33806"/>
                      <a:pt x="32898" y="33806"/>
                    </a:cubicBezTo>
                    <a:cubicBezTo>
                      <a:pt x="31630" y="33806"/>
                      <a:pt x="30364" y="33781"/>
                      <a:pt x="29100" y="33730"/>
                    </a:cubicBezTo>
                    <a:cubicBezTo>
                      <a:pt x="23699" y="33483"/>
                      <a:pt x="18134" y="33052"/>
                      <a:pt x="12917" y="31245"/>
                    </a:cubicBezTo>
                    <a:cubicBezTo>
                      <a:pt x="7619" y="29376"/>
                      <a:pt x="2485" y="25782"/>
                      <a:pt x="1109" y="19786"/>
                    </a:cubicBezTo>
                    <a:cubicBezTo>
                      <a:pt x="0" y="15432"/>
                      <a:pt x="1027" y="10627"/>
                      <a:pt x="3594" y="7115"/>
                    </a:cubicBezTo>
                    <a:cubicBezTo>
                      <a:pt x="11507" y="2147"/>
                      <a:pt x="20660" y="627"/>
                      <a:pt x="29793" y="627"/>
                    </a:cubicBezTo>
                    <a:close/>
                    <a:moveTo>
                      <a:pt x="30015" y="1"/>
                    </a:moveTo>
                    <a:cubicBezTo>
                      <a:pt x="21187" y="1"/>
                      <a:pt x="12367" y="1344"/>
                      <a:pt x="4621" y="5760"/>
                    </a:cubicBezTo>
                    <a:cubicBezTo>
                      <a:pt x="5134" y="5246"/>
                      <a:pt x="5730" y="4733"/>
                      <a:pt x="6325" y="4219"/>
                    </a:cubicBezTo>
                    <a:cubicBezTo>
                      <a:pt x="6486" y="4148"/>
                      <a:pt x="6367" y="3937"/>
                      <a:pt x="6226" y="3937"/>
                    </a:cubicBezTo>
                    <a:cubicBezTo>
                      <a:pt x="6204" y="3937"/>
                      <a:pt x="6182" y="3942"/>
                      <a:pt x="6161" y="3952"/>
                    </a:cubicBezTo>
                    <a:cubicBezTo>
                      <a:pt x="5216" y="4651"/>
                      <a:pt x="4374" y="5493"/>
                      <a:pt x="3676" y="6355"/>
                    </a:cubicBezTo>
                    <a:cubicBezTo>
                      <a:pt x="3081" y="6704"/>
                      <a:pt x="2485" y="7115"/>
                      <a:pt x="1890" y="7464"/>
                    </a:cubicBezTo>
                    <a:cubicBezTo>
                      <a:pt x="1675" y="7679"/>
                      <a:pt x="1805" y="8052"/>
                      <a:pt x="1993" y="8052"/>
                    </a:cubicBezTo>
                    <a:cubicBezTo>
                      <a:pt x="2038" y="8052"/>
                      <a:pt x="2088" y="8030"/>
                      <a:pt x="2136" y="7977"/>
                    </a:cubicBezTo>
                    <a:cubicBezTo>
                      <a:pt x="2403" y="7895"/>
                      <a:pt x="2567" y="7731"/>
                      <a:pt x="2731" y="7628"/>
                    </a:cubicBezTo>
                    <a:lnTo>
                      <a:pt x="2731" y="7628"/>
                    </a:lnTo>
                    <a:cubicBezTo>
                      <a:pt x="1109" y="10031"/>
                      <a:pt x="267" y="12947"/>
                      <a:pt x="164" y="15945"/>
                    </a:cubicBezTo>
                    <a:cubicBezTo>
                      <a:pt x="82" y="20895"/>
                      <a:pt x="2403" y="25351"/>
                      <a:pt x="6161" y="28267"/>
                    </a:cubicBezTo>
                    <a:cubicBezTo>
                      <a:pt x="10350" y="31594"/>
                      <a:pt x="15751" y="32888"/>
                      <a:pt x="20803" y="33565"/>
                    </a:cubicBezTo>
                    <a:cubicBezTo>
                      <a:pt x="24877" y="34101"/>
                      <a:pt x="28950" y="34359"/>
                      <a:pt x="33024" y="34359"/>
                    </a:cubicBezTo>
                    <a:cubicBezTo>
                      <a:pt x="36138" y="34359"/>
                      <a:pt x="39252" y="34208"/>
                      <a:pt x="42366" y="33915"/>
                    </a:cubicBezTo>
                    <a:cubicBezTo>
                      <a:pt x="48609" y="33216"/>
                      <a:pt x="55530" y="32456"/>
                      <a:pt x="61013" y="29027"/>
                    </a:cubicBezTo>
                    <a:cubicBezTo>
                      <a:pt x="65366" y="26378"/>
                      <a:pt x="68960" y="21490"/>
                      <a:pt x="68365" y="16028"/>
                    </a:cubicBezTo>
                    <a:cubicBezTo>
                      <a:pt x="67851" y="10811"/>
                      <a:pt x="63826" y="6602"/>
                      <a:pt x="59473" y="4384"/>
                    </a:cubicBezTo>
                    <a:cubicBezTo>
                      <a:pt x="53907" y="1652"/>
                      <a:pt x="47500" y="1221"/>
                      <a:pt x="41504" y="626"/>
                    </a:cubicBezTo>
                    <a:cubicBezTo>
                      <a:pt x="37732" y="257"/>
                      <a:pt x="33873" y="1"/>
                      <a:pt x="300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190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66" name="Google Shape;166;p18"/>
              <p:cNvGrpSpPr/>
              <p:nvPr/>
            </p:nvGrpSpPr>
            <p:grpSpPr>
              <a:xfrm>
                <a:off x="3341465" y="1971099"/>
                <a:ext cx="1020481" cy="885190"/>
                <a:chOff x="3341465" y="1971099"/>
                <a:chExt cx="1020481" cy="885190"/>
              </a:xfrm>
            </p:grpSpPr>
            <p:sp>
              <p:nvSpPr>
                <p:cNvPr id="167" name="Google Shape;167;p18"/>
                <p:cNvSpPr/>
                <p:nvPr/>
              </p:nvSpPr>
              <p:spPr>
                <a:xfrm>
                  <a:off x="3363475" y="1985900"/>
                  <a:ext cx="990600" cy="866775"/>
                </a:xfrm>
                <a:custGeom>
                  <a:rect b="b" l="l" r="r" t="t"/>
                  <a:pathLst>
                    <a:path extrusionOk="0" h="34671" w="39624">
                      <a:moveTo>
                        <a:pt x="3619" y="8573"/>
                      </a:moveTo>
                      <a:lnTo>
                        <a:pt x="8382" y="4191"/>
                      </a:lnTo>
                      <a:lnTo>
                        <a:pt x="13906" y="1334"/>
                      </a:lnTo>
                      <a:lnTo>
                        <a:pt x="21145" y="0"/>
                      </a:lnTo>
                      <a:lnTo>
                        <a:pt x="28575" y="1715"/>
                      </a:lnTo>
                      <a:lnTo>
                        <a:pt x="34861" y="5715"/>
                      </a:lnTo>
                      <a:lnTo>
                        <a:pt x="38481" y="10287"/>
                      </a:lnTo>
                      <a:lnTo>
                        <a:pt x="39624" y="15240"/>
                      </a:lnTo>
                      <a:lnTo>
                        <a:pt x="37528" y="21527"/>
                      </a:lnTo>
                      <a:lnTo>
                        <a:pt x="33147" y="26289"/>
                      </a:lnTo>
                      <a:lnTo>
                        <a:pt x="28575" y="30099"/>
                      </a:lnTo>
                      <a:lnTo>
                        <a:pt x="21907" y="33528"/>
                      </a:lnTo>
                      <a:lnTo>
                        <a:pt x="14859" y="34671"/>
                      </a:lnTo>
                      <a:lnTo>
                        <a:pt x="7620" y="31052"/>
                      </a:lnTo>
                      <a:lnTo>
                        <a:pt x="1524" y="25527"/>
                      </a:lnTo>
                      <a:lnTo>
                        <a:pt x="0" y="19050"/>
                      </a:lnTo>
                      <a:lnTo>
                        <a:pt x="571" y="1276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</p:sp>
            <p:grpSp>
              <p:nvGrpSpPr>
                <p:cNvPr id="168" name="Google Shape;168;p18"/>
                <p:cNvGrpSpPr/>
                <p:nvPr/>
              </p:nvGrpSpPr>
              <p:grpSpPr>
                <a:xfrm>
                  <a:off x="3615549" y="2190513"/>
                  <a:ext cx="457205" cy="457205"/>
                  <a:chOff x="3963575" y="2317575"/>
                  <a:chExt cx="296175" cy="296175"/>
                </a:xfrm>
              </p:grpSpPr>
              <p:sp>
                <p:nvSpPr>
                  <p:cNvPr id="169" name="Google Shape;169;p18"/>
                  <p:cNvSpPr/>
                  <p:nvPr/>
                </p:nvSpPr>
                <p:spPr>
                  <a:xfrm>
                    <a:off x="3963575" y="2317575"/>
                    <a:ext cx="296175" cy="296175"/>
                  </a:xfrm>
                  <a:custGeom>
                    <a:rect b="b" l="l" r="r" t="t"/>
                    <a:pathLst>
                      <a:path extrusionOk="0" h="11847" w="11847">
                        <a:moveTo>
                          <a:pt x="9483" y="1418"/>
                        </a:moveTo>
                        <a:cubicBezTo>
                          <a:pt x="9672" y="1418"/>
                          <a:pt x="9830" y="1576"/>
                          <a:pt x="9830" y="1765"/>
                        </a:cubicBezTo>
                        <a:lnTo>
                          <a:pt x="9830" y="2836"/>
                        </a:lnTo>
                        <a:lnTo>
                          <a:pt x="788" y="2836"/>
                        </a:lnTo>
                        <a:lnTo>
                          <a:pt x="788" y="1765"/>
                        </a:lnTo>
                        <a:lnTo>
                          <a:pt x="725" y="1765"/>
                        </a:lnTo>
                        <a:cubicBezTo>
                          <a:pt x="725" y="1576"/>
                          <a:pt x="883" y="1418"/>
                          <a:pt x="1072" y="1418"/>
                        </a:cubicBezTo>
                        <a:lnTo>
                          <a:pt x="1418" y="1418"/>
                        </a:lnTo>
                        <a:lnTo>
                          <a:pt x="1418" y="1765"/>
                        </a:lnTo>
                        <a:cubicBezTo>
                          <a:pt x="1418" y="1954"/>
                          <a:pt x="1576" y="2143"/>
                          <a:pt x="1765" y="2143"/>
                        </a:cubicBezTo>
                        <a:cubicBezTo>
                          <a:pt x="1954" y="2143"/>
                          <a:pt x="2111" y="1954"/>
                          <a:pt x="2111" y="1765"/>
                        </a:cubicBezTo>
                        <a:lnTo>
                          <a:pt x="2111" y="1418"/>
                        </a:lnTo>
                        <a:lnTo>
                          <a:pt x="3498" y="1418"/>
                        </a:lnTo>
                        <a:lnTo>
                          <a:pt x="3498" y="1765"/>
                        </a:lnTo>
                        <a:cubicBezTo>
                          <a:pt x="3498" y="1954"/>
                          <a:pt x="3655" y="2143"/>
                          <a:pt x="3844" y="2143"/>
                        </a:cubicBezTo>
                        <a:cubicBezTo>
                          <a:pt x="4065" y="2143"/>
                          <a:pt x="4222" y="1954"/>
                          <a:pt x="4222" y="1765"/>
                        </a:cubicBezTo>
                        <a:lnTo>
                          <a:pt x="4222" y="1418"/>
                        </a:lnTo>
                        <a:lnTo>
                          <a:pt x="6333" y="1418"/>
                        </a:lnTo>
                        <a:lnTo>
                          <a:pt x="6333" y="1765"/>
                        </a:lnTo>
                        <a:cubicBezTo>
                          <a:pt x="6333" y="1954"/>
                          <a:pt x="6490" y="2143"/>
                          <a:pt x="6680" y="2143"/>
                        </a:cubicBezTo>
                        <a:cubicBezTo>
                          <a:pt x="6900" y="2143"/>
                          <a:pt x="7058" y="1954"/>
                          <a:pt x="7058" y="1765"/>
                        </a:cubicBezTo>
                        <a:lnTo>
                          <a:pt x="7058" y="1418"/>
                        </a:lnTo>
                        <a:lnTo>
                          <a:pt x="8412" y="1418"/>
                        </a:lnTo>
                        <a:lnTo>
                          <a:pt x="8412" y="1765"/>
                        </a:lnTo>
                        <a:cubicBezTo>
                          <a:pt x="8412" y="1954"/>
                          <a:pt x="8570" y="2143"/>
                          <a:pt x="8790" y="2143"/>
                        </a:cubicBezTo>
                        <a:cubicBezTo>
                          <a:pt x="8979" y="2143"/>
                          <a:pt x="9137" y="1954"/>
                          <a:pt x="9137" y="1765"/>
                        </a:cubicBezTo>
                        <a:lnTo>
                          <a:pt x="9137" y="1418"/>
                        </a:lnTo>
                        <a:close/>
                        <a:moveTo>
                          <a:pt x="9767" y="3497"/>
                        </a:moveTo>
                        <a:lnTo>
                          <a:pt x="9767" y="7026"/>
                        </a:lnTo>
                        <a:cubicBezTo>
                          <a:pt x="9641" y="7026"/>
                          <a:pt x="9546" y="6963"/>
                          <a:pt x="9420" y="6963"/>
                        </a:cubicBezTo>
                        <a:cubicBezTo>
                          <a:pt x="8066" y="6963"/>
                          <a:pt x="6963" y="8066"/>
                          <a:pt x="6963" y="9420"/>
                        </a:cubicBezTo>
                        <a:cubicBezTo>
                          <a:pt x="6963" y="9546"/>
                          <a:pt x="6963" y="9641"/>
                          <a:pt x="7026" y="9767"/>
                        </a:cubicBezTo>
                        <a:lnTo>
                          <a:pt x="1040" y="9767"/>
                        </a:lnTo>
                        <a:cubicBezTo>
                          <a:pt x="820" y="9767"/>
                          <a:pt x="662" y="9609"/>
                          <a:pt x="662" y="9420"/>
                        </a:cubicBezTo>
                        <a:lnTo>
                          <a:pt x="662" y="3497"/>
                        </a:lnTo>
                        <a:close/>
                        <a:moveTo>
                          <a:pt x="9420" y="7688"/>
                        </a:moveTo>
                        <a:cubicBezTo>
                          <a:pt x="10366" y="7688"/>
                          <a:pt x="11153" y="8475"/>
                          <a:pt x="11153" y="9420"/>
                        </a:cubicBezTo>
                        <a:cubicBezTo>
                          <a:pt x="11153" y="10397"/>
                          <a:pt x="10366" y="11185"/>
                          <a:pt x="9420" y="11185"/>
                        </a:cubicBezTo>
                        <a:cubicBezTo>
                          <a:pt x="8475" y="11185"/>
                          <a:pt x="7688" y="10397"/>
                          <a:pt x="7688" y="9420"/>
                        </a:cubicBezTo>
                        <a:cubicBezTo>
                          <a:pt x="7688" y="8475"/>
                          <a:pt x="8475" y="7688"/>
                          <a:pt x="9420" y="7688"/>
                        </a:cubicBezTo>
                        <a:close/>
                        <a:moveTo>
                          <a:pt x="1733" y="0"/>
                        </a:moveTo>
                        <a:cubicBezTo>
                          <a:pt x="1544" y="0"/>
                          <a:pt x="1387" y="158"/>
                          <a:pt x="1387" y="347"/>
                        </a:cubicBezTo>
                        <a:lnTo>
                          <a:pt x="1387" y="725"/>
                        </a:lnTo>
                        <a:lnTo>
                          <a:pt x="1040" y="725"/>
                        </a:lnTo>
                        <a:cubicBezTo>
                          <a:pt x="442" y="725"/>
                          <a:pt x="0" y="1166"/>
                          <a:pt x="0" y="1733"/>
                        </a:cubicBezTo>
                        <a:lnTo>
                          <a:pt x="0" y="9389"/>
                        </a:lnTo>
                        <a:cubicBezTo>
                          <a:pt x="0" y="9956"/>
                          <a:pt x="473" y="10429"/>
                          <a:pt x="1040" y="10429"/>
                        </a:cubicBezTo>
                        <a:lnTo>
                          <a:pt x="7215" y="10429"/>
                        </a:lnTo>
                        <a:cubicBezTo>
                          <a:pt x="7593" y="11279"/>
                          <a:pt x="8444" y="11846"/>
                          <a:pt x="9420" y="11846"/>
                        </a:cubicBezTo>
                        <a:cubicBezTo>
                          <a:pt x="10744" y="11846"/>
                          <a:pt x="11846" y="10744"/>
                          <a:pt x="11846" y="9420"/>
                        </a:cubicBezTo>
                        <a:cubicBezTo>
                          <a:pt x="11846" y="8444"/>
                          <a:pt x="11311" y="7593"/>
                          <a:pt x="10492" y="7215"/>
                        </a:cubicBezTo>
                        <a:lnTo>
                          <a:pt x="10492" y="1733"/>
                        </a:lnTo>
                        <a:cubicBezTo>
                          <a:pt x="10492" y="1135"/>
                          <a:pt x="10019" y="725"/>
                          <a:pt x="9452" y="725"/>
                        </a:cubicBezTo>
                        <a:lnTo>
                          <a:pt x="9105" y="725"/>
                        </a:lnTo>
                        <a:lnTo>
                          <a:pt x="9105" y="347"/>
                        </a:lnTo>
                        <a:cubicBezTo>
                          <a:pt x="9105" y="158"/>
                          <a:pt x="8948" y="0"/>
                          <a:pt x="8759" y="0"/>
                        </a:cubicBezTo>
                        <a:cubicBezTo>
                          <a:pt x="8538" y="0"/>
                          <a:pt x="8381" y="158"/>
                          <a:pt x="8381" y="347"/>
                        </a:cubicBezTo>
                        <a:lnTo>
                          <a:pt x="8381" y="725"/>
                        </a:lnTo>
                        <a:lnTo>
                          <a:pt x="7026" y="725"/>
                        </a:lnTo>
                        <a:lnTo>
                          <a:pt x="7026" y="347"/>
                        </a:lnTo>
                        <a:cubicBezTo>
                          <a:pt x="7026" y="158"/>
                          <a:pt x="6869" y="0"/>
                          <a:pt x="6648" y="0"/>
                        </a:cubicBezTo>
                        <a:cubicBezTo>
                          <a:pt x="6459" y="0"/>
                          <a:pt x="6301" y="158"/>
                          <a:pt x="6301" y="347"/>
                        </a:cubicBezTo>
                        <a:lnTo>
                          <a:pt x="6301" y="725"/>
                        </a:lnTo>
                        <a:lnTo>
                          <a:pt x="4191" y="725"/>
                        </a:lnTo>
                        <a:lnTo>
                          <a:pt x="4191" y="347"/>
                        </a:lnTo>
                        <a:cubicBezTo>
                          <a:pt x="4191" y="158"/>
                          <a:pt x="4033" y="0"/>
                          <a:pt x="3813" y="0"/>
                        </a:cubicBezTo>
                        <a:cubicBezTo>
                          <a:pt x="3624" y="0"/>
                          <a:pt x="3466" y="158"/>
                          <a:pt x="3466" y="347"/>
                        </a:cubicBezTo>
                        <a:lnTo>
                          <a:pt x="3466" y="725"/>
                        </a:lnTo>
                        <a:lnTo>
                          <a:pt x="2080" y="725"/>
                        </a:lnTo>
                        <a:lnTo>
                          <a:pt x="2080" y="347"/>
                        </a:lnTo>
                        <a:cubicBezTo>
                          <a:pt x="2080" y="158"/>
                          <a:pt x="1922" y="0"/>
                          <a:pt x="1733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0" name="Google Shape;170;p18"/>
                  <p:cNvSpPr/>
                  <p:nvPr/>
                </p:nvSpPr>
                <p:spPr>
                  <a:xfrm>
                    <a:off x="4190400" y="2526300"/>
                    <a:ext cx="34700" cy="35450"/>
                  </a:xfrm>
                  <a:custGeom>
                    <a:rect b="b" l="l" r="r" t="t"/>
                    <a:pathLst>
                      <a:path extrusionOk="0" h="1418" w="1388">
                        <a:moveTo>
                          <a:pt x="347" y="0"/>
                        </a:moveTo>
                        <a:cubicBezTo>
                          <a:pt x="158" y="0"/>
                          <a:pt x="1" y="158"/>
                          <a:pt x="1" y="347"/>
                        </a:cubicBezTo>
                        <a:lnTo>
                          <a:pt x="1" y="1071"/>
                        </a:lnTo>
                        <a:cubicBezTo>
                          <a:pt x="1" y="1260"/>
                          <a:pt x="127" y="1418"/>
                          <a:pt x="347" y="1418"/>
                        </a:cubicBezTo>
                        <a:lnTo>
                          <a:pt x="1041" y="1418"/>
                        </a:lnTo>
                        <a:cubicBezTo>
                          <a:pt x="1261" y="1418"/>
                          <a:pt x="1387" y="1260"/>
                          <a:pt x="1387" y="1071"/>
                        </a:cubicBezTo>
                        <a:cubicBezTo>
                          <a:pt x="1387" y="882"/>
                          <a:pt x="1261" y="725"/>
                          <a:pt x="1041" y="725"/>
                        </a:cubicBezTo>
                        <a:lnTo>
                          <a:pt x="694" y="725"/>
                        </a:lnTo>
                        <a:lnTo>
                          <a:pt x="694" y="347"/>
                        </a:lnTo>
                        <a:cubicBezTo>
                          <a:pt x="694" y="158"/>
                          <a:pt x="536" y="0"/>
                          <a:pt x="347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1" name="Google Shape;171;p18"/>
                  <p:cNvSpPr/>
                  <p:nvPr/>
                </p:nvSpPr>
                <p:spPr>
                  <a:xfrm>
                    <a:off x="3998225" y="2421550"/>
                    <a:ext cx="35475" cy="18125"/>
                  </a:xfrm>
                  <a:custGeom>
                    <a:rect b="b" l="l" r="r" t="t"/>
                    <a:pathLst>
                      <a:path extrusionOk="0" h="725" w="1419">
                        <a:moveTo>
                          <a:pt x="347" y="0"/>
                        </a:moveTo>
                        <a:cubicBezTo>
                          <a:pt x="158" y="0"/>
                          <a:pt x="1" y="158"/>
                          <a:pt x="1" y="378"/>
                        </a:cubicBezTo>
                        <a:cubicBezTo>
                          <a:pt x="1" y="567"/>
                          <a:pt x="158" y="725"/>
                          <a:pt x="347" y="725"/>
                        </a:cubicBezTo>
                        <a:lnTo>
                          <a:pt x="1072" y="725"/>
                        </a:lnTo>
                        <a:cubicBezTo>
                          <a:pt x="1261" y="725"/>
                          <a:pt x="1418" y="567"/>
                          <a:pt x="1418" y="378"/>
                        </a:cubicBezTo>
                        <a:cubicBezTo>
                          <a:pt x="1418" y="158"/>
                          <a:pt x="1261" y="0"/>
                          <a:pt x="107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2" name="Google Shape;172;p18"/>
                  <p:cNvSpPr/>
                  <p:nvPr/>
                </p:nvSpPr>
                <p:spPr>
                  <a:xfrm>
                    <a:off x="4050225" y="2421550"/>
                    <a:ext cx="35450" cy="18125"/>
                  </a:xfrm>
                  <a:custGeom>
                    <a:rect b="b" l="l" r="r" t="t"/>
                    <a:pathLst>
                      <a:path extrusionOk="0" h="725" w="1418">
                        <a:moveTo>
                          <a:pt x="347" y="0"/>
                        </a:moveTo>
                        <a:cubicBezTo>
                          <a:pt x="158" y="0"/>
                          <a:pt x="0" y="158"/>
                          <a:pt x="0" y="378"/>
                        </a:cubicBezTo>
                        <a:cubicBezTo>
                          <a:pt x="0" y="567"/>
                          <a:pt x="158" y="725"/>
                          <a:pt x="347" y="725"/>
                        </a:cubicBezTo>
                        <a:lnTo>
                          <a:pt x="1071" y="725"/>
                        </a:lnTo>
                        <a:cubicBezTo>
                          <a:pt x="1260" y="725"/>
                          <a:pt x="1418" y="567"/>
                          <a:pt x="1418" y="378"/>
                        </a:cubicBezTo>
                        <a:cubicBezTo>
                          <a:pt x="1418" y="158"/>
                          <a:pt x="1260" y="0"/>
                          <a:pt x="1071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3" name="Google Shape;173;p18"/>
                  <p:cNvSpPr/>
                  <p:nvPr/>
                </p:nvSpPr>
                <p:spPr>
                  <a:xfrm>
                    <a:off x="4102200" y="2421550"/>
                    <a:ext cx="35475" cy="18125"/>
                  </a:xfrm>
                  <a:custGeom>
                    <a:rect b="b" l="l" r="r" t="t"/>
                    <a:pathLst>
                      <a:path extrusionOk="0" h="725" w="1419">
                        <a:moveTo>
                          <a:pt x="378" y="0"/>
                        </a:moveTo>
                        <a:cubicBezTo>
                          <a:pt x="158" y="0"/>
                          <a:pt x="0" y="158"/>
                          <a:pt x="0" y="378"/>
                        </a:cubicBezTo>
                        <a:cubicBezTo>
                          <a:pt x="0" y="567"/>
                          <a:pt x="158" y="725"/>
                          <a:pt x="378" y="725"/>
                        </a:cubicBezTo>
                        <a:lnTo>
                          <a:pt x="1072" y="725"/>
                        </a:lnTo>
                        <a:cubicBezTo>
                          <a:pt x="1261" y="725"/>
                          <a:pt x="1418" y="567"/>
                          <a:pt x="1418" y="378"/>
                        </a:cubicBezTo>
                        <a:cubicBezTo>
                          <a:pt x="1418" y="158"/>
                          <a:pt x="1261" y="0"/>
                          <a:pt x="107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4" name="Google Shape;174;p18"/>
                  <p:cNvSpPr/>
                  <p:nvPr/>
                </p:nvSpPr>
                <p:spPr>
                  <a:xfrm>
                    <a:off x="4155750" y="2421550"/>
                    <a:ext cx="35475" cy="18125"/>
                  </a:xfrm>
                  <a:custGeom>
                    <a:rect b="b" l="l" r="r" t="t"/>
                    <a:pathLst>
                      <a:path extrusionOk="0" h="725" w="1419">
                        <a:moveTo>
                          <a:pt x="347" y="0"/>
                        </a:moveTo>
                        <a:cubicBezTo>
                          <a:pt x="158" y="0"/>
                          <a:pt x="1" y="158"/>
                          <a:pt x="1" y="378"/>
                        </a:cubicBezTo>
                        <a:cubicBezTo>
                          <a:pt x="1" y="567"/>
                          <a:pt x="158" y="725"/>
                          <a:pt x="347" y="725"/>
                        </a:cubicBezTo>
                        <a:lnTo>
                          <a:pt x="1072" y="725"/>
                        </a:lnTo>
                        <a:cubicBezTo>
                          <a:pt x="1261" y="725"/>
                          <a:pt x="1418" y="567"/>
                          <a:pt x="1418" y="378"/>
                        </a:cubicBezTo>
                        <a:cubicBezTo>
                          <a:pt x="1418" y="158"/>
                          <a:pt x="1261" y="0"/>
                          <a:pt x="107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5" name="Google Shape;175;p18"/>
                  <p:cNvSpPr/>
                  <p:nvPr/>
                </p:nvSpPr>
                <p:spPr>
                  <a:xfrm>
                    <a:off x="3998225" y="2456975"/>
                    <a:ext cx="35475" cy="18150"/>
                  </a:xfrm>
                  <a:custGeom>
                    <a:rect b="b" l="l" r="r" t="t"/>
                    <a:pathLst>
                      <a:path extrusionOk="0" h="726" w="1419">
                        <a:moveTo>
                          <a:pt x="347" y="1"/>
                        </a:moveTo>
                        <a:cubicBezTo>
                          <a:pt x="158" y="1"/>
                          <a:pt x="1" y="158"/>
                          <a:pt x="1" y="379"/>
                        </a:cubicBezTo>
                        <a:cubicBezTo>
                          <a:pt x="1" y="568"/>
                          <a:pt x="158" y="725"/>
                          <a:pt x="347" y="725"/>
                        </a:cubicBezTo>
                        <a:lnTo>
                          <a:pt x="1072" y="725"/>
                        </a:lnTo>
                        <a:cubicBezTo>
                          <a:pt x="1261" y="725"/>
                          <a:pt x="1418" y="568"/>
                          <a:pt x="1418" y="379"/>
                        </a:cubicBezTo>
                        <a:cubicBezTo>
                          <a:pt x="1418" y="158"/>
                          <a:pt x="1261" y="1"/>
                          <a:pt x="107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6" name="Google Shape;176;p18"/>
                  <p:cNvSpPr/>
                  <p:nvPr/>
                </p:nvSpPr>
                <p:spPr>
                  <a:xfrm>
                    <a:off x="4050225" y="2456975"/>
                    <a:ext cx="35450" cy="18150"/>
                  </a:xfrm>
                  <a:custGeom>
                    <a:rect b="b" l="l" r="r" t="t"/>
                    <a:pathLst>
                      <a:path extrusionOk="0" h="726" w="1418">
                        <a:moveTo>
                          <a:pt x="347" y="1"/>
                        </a:moveTo>
                        <a:cubicBezTo>
                          <a:pt x="158" y="1"/>
                          <a:pt x="0" y="158"/>
                          <a:pt x="0" y="379"/>
                        </a:cubicBezTo>
                        <a:cubicBezTo>
                          <a:pt x="0" y="568"/>
                          <a:pt x="158" y="725"/>
                          <a:pt x="347" y="725"/>
                        </a:cubicBezTo>
                        <a:lnTo>
                          <a:pt x="1071" y="725"/>
                        </a:lnTo>
                        <a:cubicBezTo>
                          <a:pt x="1260" y="725"/>
                          <a:pt x="1418" y="568"/>
                          <a:pt x="1418" y="379"/>
                        </a:cubicBezTo>
                        <a:cubicBezTo>
                          <a:pt x="1418" y="158"/>
                          <a:pt x="1260" y="1"/>
                          <a:pt x="1071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7" name="Google Shape;177;p18"/>
                  <p:cNvSpPr/>
                  <p:nvPr/>
                </p:nvSpPr>
                <p:spPr>
                  <a:xfrm>
                    <a:off x="4102200" y="2456975"/>
                    <a:ext cx="35475" cy="18150"/>
                  </a:xfrm>
                  <a:custGeom>
                    <a:rect b="b" l="l" r="r" t="t"/>
                    <a:pathLst>
                      <a:path extrusionOk="0" h="726" w="1419">
                        <a:moveTo>
                          <a:pt x="378" y="1"/>
                        </a:moveTo>
                        <a:cubicBezTo>
                          <a:pt x="158" y="1"/>
                          <a:pt x="0" y="158"/>
                          <a:pt x="0" y="379"/>
                        </a:cubicBezTo>
                        <a:cubicBezTo>
                          <a:pt x="0" y="568"/>
                          <a:pt x="158" y="725"/>
                          <a:pt x="378" y="725"/>
                        </a:cubicBezTo>
                        <a:lnTo>
                          <a:pt x="1072" y="725"/>
                        </a:lnTo>
                        <a:cubicBezTo>
                          <a:pt x="1261" y="725"/>
                          <a:pt x="1418" y="568"/>
                          <a:pt x="1418" y="379"/>
                        </a:cubicBezTo>
                        <a:cubicBezTo>
                          <a:pt x="1418" y="158"/>
                          <a:pt x="1261" y="1"/>
                          <a:pt x="107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8" name="Google Shape;178;p18"/>
                  <p:cNvSpPr/>
                  <p:nvPr/>
                </p:nvSpPr>
                <p:spPr>
                  <a:xfrm>
                    <a:off x="4155750" y="2456975"/>
                    <a:ext cx="35475" cy="18150"/>
                  </a:xfrm>
                  <a:custGeom>
                    <a:rect b="b" l="l" r="r" t="t"/>
                    <a:pathLst>
                      <a:path extrusionOk="0" h="726" w="1419">
                        <a:moveTo>
                          <a:pt x="347" y="1"/>
                        </a:moveTo>
                        <a:cubicBezTo>
                          <a:pt x="158" y="1"/>
                          <a:pt x="1" y="158"/>
                          <a:pt x="1" y="379"/>
                        </a:cubicBezTo>
                        <a:cubicBezTo>
                          <a:pt x="1" y="568"/>
                          <a:pt x="158" y="725"/>
                          <a:pt x="347" y="725"/>
                        </a:cubicBezTo>
                        <a:lnTo>
                          <a:pt x="1072" y="725"/>
                        </a:lnTo>
                        <a:cubicBezTo>
                          <a:pt x="1261" y="725"/>
                          <a:pt x="1418" y="568"/>
                          <a:pt x="1418" y="379"/>
                        </a:cubicBezTo>
                        <a:cubicBezTo>
                          <a:pt x="1418" y="158"/>
                          <a:pt x="1261" y="1"/>
                          <a:pt x="107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9" name="Google Shape;179;p18"/>
                  <p:cNvSpPr/>
                  <p:nvPr/>
                </p:nvSpPr>
                <p:spPr>
                  <a:xfrm>
                    <a:off x="3998225" y="2491650"/>
                    <a:ext cx="35475" cy="18125"/>
                  </a:xfrm>
                  <a:custGeom>
                    <a:rect b="b" l="l" r="r" t="t"/>
                    <a:pathLst>
                      <a:path extrusionOk="0" h="725" w="1419">
                        <a:moveTo>
                          <a:pt x="347" y="0"/>
                        </a:moveTo>
                        <a:cubicBezTo>
                          <a:pt x="158" y="0"/>
                          <a:pt x="1" y="158"/>
                          <a:pt x="1" y="378"/>
                        </a:cubicBezTo>
                        <a:cubicBezTo>
                          <a:pt x="1" y="567"/>
                          <a:pt x="158" y="725"/>
                          <a:pt x="347" y="725"/>
                        </a:cubicBezTo>
                        <a:lnTo>
                          <a:pt x="1072" y="725"/>
                        </a:lnTo>
                        <a:cubicBezTo>
                          <a:pt x="1261" y="725"/>
                          <a:pt x="1418" y="567"/>
                          <a:pt x="1418" y="378"/>
                        </a:cubicBezTo>
                        <a:cubicBezTo>
                          <a:pt x="1418" y="158"/>
                          <a:pt x="1261" y="0"/>
                          <a:pt x="107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0" name="Google Shape;180;p18"/>
                  <p:cNvSpPr/>
                  <p:nvPr/>
                </p:nvSpPr>
                <p:spPr>
                  <a:xfrm>
                    <a:off x="4050225" y="2491650"/>
                    <a:ext cx="35450" cy="18125"/>
                  </a:xfrm>
                  <a:custGeom>
                    <a:rect b="b" l="l" r="r" t="t"/>
                    <a:pathLst>
                      <a:path extrusionOk="0" h="725" w="1418">
                        <a:moveTo>
                          <a:pt x="347" y="0"/>
                        </a:moveTo>
                        <a:cubicBezTo>
                          <a:pt x="158" y="0"/>
                          <a:pt x="0" y="158"/>
                          <a:pt x="0" y="378"/>
                        </a:cubicBezTo>
                        <a:cubicBezTo>
                          <a:pt x="0" y="567"/>
                          <a:pt x="158" y="725"/>
                          <a:pt x="347" y="725"/>
                        </a:cubicBezTo>
                        <a:lnTo>
                          <a:pt x="1071" y="725"/>
                        </a:lnTo>
                        <a:cubicBezTo>
                          <a:pt x="1260" y="725"/>
                          <a:pt x="1418" y="567"/>
                          <a:pt x="1418" y="378"/>
                        </a:cubicBezTo>
                        <a:cubicBezTo>
                          <a:pt x="1418" y="158"/>
                          <a:pt x="1260" y="0"/>
                          <a:pt x="1071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1" name="Google Shape;181;p18"/>
                  <p:cNvSpPr/>
                  <p:nvPr/>
                </p:nvSpPr>
                <p:spPr>
                  <a:xfrm>
                    <a:off x="4102200" y="2491650"/>
                    <a:ext cx="35475" cy="18125"/>
                  </a:xfrm>
                  <a:custGeom>
                    <a:rect b="b" l="l" r="r" t="t"/>
                    <a:pathLst>
                      <a:path extrusionOk="0" h="725" w="1419">
                        <a:moveTo>
                          <a:pt x="378" y="0"/>
                        </a:moveTo>
                        <a:cubicBezTo>
                          <a:pt x="158" y="0"/>
                          <a:pt x="0" y="158"/>
                          <a:pt x="0" y="378"/>
                        </a:cubicBezTo>
                        <a:cubicBezTo>
                          <a:pt x="0" y="567"/>
                          <a:pt x="158" y="725"/>
                          <a:pt x="378" y="725"/>
                        </a:cubicBezTo>
                        <a:lnTo>
                          <a:pt x="1072" y="725"/>
                        </a:lnTo>
                        <a:cubicBezTo>
                          <a:pt x="1261" y="725"/>
                          <a:pt x="1418" y="567"/>
                          <a:pt x="1418" y="378"/>
                        </a:cubicBezTo>
                        <a:cubicBezTo>
                          <a:pt x="1418" y="158"/>
                          <a:pt x="1261" y="0"/>
                          <a:pt x="107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2" name="Google Shape;182;p18"/>
                  <p:cNvSpPr/>
                  <p:nvPr/>
                </p:nvSpPr>
                <p:spPr>
                  <a:xfrm>
                    <a:off x="3998225" y="2526300"/>
                    <a:ext cx="35475" cy="18125"/>
                  </a:xfrm>
                  <a:custGeom>
                    <a:rect b="b" l="l" r="r" t="t"/>
                    <a:pathLst>
                      <a:path extrusionOk="0" h="725" w="1419">
                        <a:moveTo>
                          <a:pt x="347" y="0"/>
                        </a:moveTo>
                        <a:cubicBezTo>
                          <a:pt x="158" y="0"/>
                          <a:pt x="1" y="158"/>
                          <a:pt x="1" y="347"/>
                        </a:cubicBezTo>
                        <a:cubicBezTo>
                          <a:pt x="1" y="567"/>
                          <a:pt x="158" y="725"/>
                          <a:pt x="347" y="725"/>
                        </a:cubicBezTo>
                        <a:lnTo>
                          <a:pt x="1072" y="725"/>
                        </a:lnTo>
                        <a:cubicBezTo>
                          <a:pt x="1261" y="725"/>
                          <a:pt x="1418" y="567"/>
                          <a:pt x="1418" y="347"/>
                        </a:cubicBezTo>
                        <a:cubicBezTo>
                          <a:pt x="1418" y="158"/>
                          <a:pt x="1261" y="0"/>
                          <a:pt x="107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3" name="Google Shape;183;p18"/>
                  <p:cNvSpPr/>
                  <p:nvPr/>
                </p:nvSpPr>
                <p:spPr>
                  <a:xfrm>
                    <a:off x="4050225" y="2526300"/>
                    <a:ext cx="35450" cy="18125"/>
                  </a:xfrm>
                  <a:custGeom>
                    <a:rect b="b" l="l" r="r" t="t"/>
                    <a:pathLst>
                      <a:path extrusionOk="0" h="725" w="1418">
                        <a:moveTo>
                          <a:pt x="347" y="0"/>
                        </a:moveTo>
                        <a:cubicBezTo>
                          <a:pt x="158" y="0"/>
                          <a:pt x="0" y="158"/>
                          <a:pt x="0" y="347"/>
                        </a:cubicBezTo>
                        <a:cubicBezTo>
                          <a:pt x="0" y="567"/>
                          <a:pt x="158" y="725"/>
                          <a:pt x="347" y="725"/>
                        </a:cubicBezTo>
                        <a:lnTo>
                          <a:pt x="1071" y="725"/>
                        </a:lnTo>
                        <a:cubicBezTo>
                          <a:pt x="1260" y="725"/>
                          <a:pt x="1418" y="567"/>
                          <a:pt x="1418" y="347"/>
                        </a:cubicBezTo>
                        <a:cubicBezTo>
                          <a:pt x="1418" y="158"/>
                          <a:pt x="1260" y="0"/>
                          <a:pt x="1071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4" name="Google Shape;184;p18"/>
                  <p:cNvSpPr/>
                  <p:nvPr/>
                </p:nvSpPr>
                <p:spPr>
                  <a:xfrm>
                    <a:off x="4102200" y="2526300"/>
                    <a:ext cx="35475" cy="18125"/>
                  </a:xfrm>
                  <a:custGeom>
                    <a:rect b="b" l="l" r="r" t="t"/>
                    <a:pathLst>
                      <a:path extrusionOk="0" h="725" w="1419">
                        <a:moveTo>
                          <a:pt x="378" y="0"/>
                        </a:moveTo>
                        <a:cubicBezTo>
                          <a:pt x="158" y="0"/>
                          <a:pt x="0" y="158"/>
                          <a:pt x="0" y="347"/>
                        </a:cubicBezTo>
                        <a:cubicBezTo>
                          <a:pt x="0" y="567"/>
                          <a:pt x="158" y="725"/>
                          <a:pt x="378" y="725"/>
                        </a:cubicBezTo>
                        <a:lnTo>
                          <a:pt x="1072" y="725"/>
                        </a:lnTo>
                        <a:cubicBezTo>
                          <a:pt x="1261" y="725"/>
                          <a:pt x="1418" y="567"/>
                          <a:pt x="1418" y="347"/>
                        </a:cubicBezTo>
                        <a:cubicBezTo>
                          <a:pt x="1418" y="158"/>
                          <a:pt x="1261" y="0"/>
                          <a:pt x="107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85" name="Google Shape;185;p18"/>
                <p:cNvSpPr/>
                <p:nvPr/>
              </p:nvSpPr>
              <p:spPr>
                <a:xfrm>
                  <a:off x="3341465" y="1971099"/>
                  <a:ext cx="1020481" cy="885190"/>
                </a:xfrm>
                <a:custGeom>
                  <a:rect b="b" l="l" r="r" t="t"/>
                  <a:pathLst>
                    <a:path extrusionOk="0" h="8395" w="9679">
                      <a:moveTo>
                        <a:pt x="5169" y="347"/>
                      </a:moveTo>
                      <a:lnTo>
                        <a:pt x="5516" y="382"/>
                      </a:lnTo>
                      <a:lnTo>
                        <a:pt x="6036" y="451"/>
                      </a:lnTo>
                      <a:lnTo>
                        <a:pt x="6522" y="555"/>
                      </a:lnTo>
                      <a:lnTo>
                        <a:pt x="6972" y="729"/>
                      </a:lnTo>
                      <a:lnTo>
                        <a:pt x="7423" y="937"/>
                      </a:lnTo>
                      <a:lnTo>
                        <a:pt x="7840" y="1180"/>
                      </a:lnTo>
                      <a:lnTo>
                        <a:pt x="8221" y="1492"/>
                      </a:lnTo>
                      <a:lnTo>
                        <a:pt x="8568" y="1839"/>
                      </a:lnTo>
                      <a:lnTo>
                        <a:pt x="8880" y="2220"/>
                      </a:lnTo>
                      <a:lnTo>
                        <a:pt x="9088" y="2602"/>
                      </a:lnTo>
                      <a:lnTo>
                        <a:pt x="9227" y="2983"/>
                      </a:lnTo>
                      <a:lnTo>
                        <a:pt x="9297" y="3330"/>
                      </a:lnTo>
                      <a:lnTo>
                        <a:pt x="9262" y="3712"/>
                      </a:lnTo>
                      <a:lnTo>
                        <a:pt x="9227" y="4059"/>
                      </a:lnTo>
                      <a:lnTo>
                        <a:pt x="9088" y="4406"/>
                      </a:lnTo>
                      <a:lnTo>
                        <a:pt x="8950" y="4752"/>
                      </a:lnTo>
                      <a:lnTo>
                        <a:pt x="8776" y="5065"/>
                      </a:lnTo>
                      <a:lnTo>
                        <a:pt x="8603" y="5377"/>
                      </a:lnTo>
                      <a:lnTo>
                        <a:pt x="8395" y="5654"/>
                      </a:lnTo>
                      <a:lnTo>
                        <a:pt x="8187" y="5897"/>
                      </a:lnTo>
                      <a:lnTo>
                        <a:pt x="7978" y="6140"/>
                      </a:lnTo>
                      <a:lnTo>
                        <a:pt x="7736" y="6383"/>
                      </a:lnTo>
                      <a:lnTo>
                        <a:pt x="7493" y="6556"/>
                      </a:lnTo>
                      <a:lnTo>
                        <a:pt x="7250" y="6764"/>
                      </a:lnTo>
                      <a:lnTo>
                        <a:pt x="6972" y="6903"/>
                      </a:lnTo>
                      <a:lnTo>
                        <a:pt x="6452" y="7181"/>
                      </a:lnTo>
                      <a:lnTo>
                        <a:pt x="6071" y="7423"/>
                      </a:lnTo>
                      <a:lnTo>
                        <a:pt x="5654" y="7632"/>
                      </a:lnTo>
                      <a:lnTo>
                        <a:pt x="5273" y="7805"/>
                      </a:lnTo>
                      <a:lnTo>
                        <a:pt x="4891" y="7909"/>
                      </a:lnTo>
                      <a:lnTo>
                        <a:pt x="4510" y="7978"/>
                      </a:lnTo>
                      <a:lnTo>
                        <a:pt x="4128" y="8013"/>
                      </a:lnTo>
                      <a:lnTo>
                        <a:pt x="3851" y="7978"/>
                      </a:lnTo>
                      <a:lnTo>
                        <a:pt x="3538" y="7944"/>
                      </a:lnTo>
                      <a:lnTo>
                        <a:pt x="3261" y="7874"/>
                      </a:lnTo>
                      <a:lnTo>
                        <a:pt x="2949" y="7770"/>
                      </a:lnTo>
                      <a:lnTo>
                        <a:pt x="2671" y="7666"/>
                      </a:lnTo>
                      <a:lnTo>
                        <a:pt x="2359" y="7528"/>
                      </a:lnTo>
                      <a:lnTo>
                        <a:pt x="2081" y="7319"/>
                      </a:lnTo>
                      <a:lnTo>
                        <a:pt x="1769" y="7111"/>
                      </a:lnTo>
                      <a:lnTo>
                        <a:pt x="1492" y="6903"/>
                      </a:lnTo>
                      <a:lnTo>
                        <a:pt x="1249" y="6660"/>
                      </a:lnTo>
                      <a:lnTo>
                        <a:pt x="1041" y="6418"/>
                      </a:lnTo>
                      <a:lnTo>
                        <a:pt x="833" y="6175"/>
                      </a:lnTo>
                      <a:lnTo>
                        <a:pt x="694" y="5932"/>
                      </a:lnTo>
                      <a:lnTo>
                        <a:pt x="590" y="5689"/>
                      </a:lnTo>
                      <a:lnTo>
                        <a:pt x="486" y="5412"/>
                      </a:lnTo>
                      <a:lnTo>
                        <a:pt x="416" y="5134"/>
                      </a:lnTo>
                      <a:lnTo>
                        <a:pt x="382" y="4648"/>
                      </a:lnTo>
                      <a:lnTo>
                        <a:pt x="382" y="4440"/>
                      </a:lnTo>
                      <a:lnTo>
                        <a:pt x="382" y="3955"/>
                      </a:lnTo>
                      <a:lnTo>
                        <a:pt x="451" y="3469"/>
                      </a:lnTo>
                      <a:lnTo>
                        <a:pt x="590" y="3087"/>
                      </a:lnTo>
                      <a:lnTo>
                        <a:pt x="694" y="2914"/>
                      </a:lnTo>
                      <a:lnTo>
                        <a:pt x="798" y="2741"/>
                      </a:lnTo>
                      <a:lnTo>
                        <a:pt x="1249" y="2186"/>
                      </a:lnTo>
                      <a:lnTo>
                        <a:pt x="1735" y="1665"/>
                      </a:lnTo>
                      <a:lnTo>
                        <a:pt x="1977" y="1457"/>
                      </a:lnTo>
                      <a:lnTo>
                        <a:pt x="2220" y="1284"/>
                      </a:lnTo>
                      <a:lnTo>
                        <a:pt x="2498" y="1110"/>
                      </a:lnTo>
                      <a:lnTo>
                        <a:pt x="2810" y="937"/>
                      </a:lnTo>
                      <a:lnTo>
                        <a:pt x="3434" y="694"/>
                      </a:lnTo>
                      <a:lnTo>
                        <a:pt x="4024" y="486"/>
                      </a:lnTo>
                      <a:lnTo>
                        <a:pt x="4614" y="382"/>
                      </a:lnTo>
                      <a:lnTo>
                        <a:pt x="5169" y="347"/>
                      </a:lnTo>
                      <a:close/>
                      <a:moveTo>
                        <a:pt x="5412" y="0"/>
                      </a:moveTo>
                      <a:lnTo>
                        <a:pt x="4579" y="70"/>
                      </a:lnTo>
                      <a:lnTo>
                        <a:pt x="3851" y="208"/>
                      </a:lnTo>
                      <a:lnTo>
                        <a:pt x="3157" y="382"/>
                      </a:lnTo>
                      <a:lnTo>
                        <a:pt x="2532" y="590"/>
                      </a:lnTo>
                      <a:lnTo>
                        <a:pt x="2290" y="729"/>
                      </a:lnTo>
                      <a:lnTo>
                        <a:pt x="2047" y="833"/>
                      </a:lnTo>
                      <a:lnTo>
                        <a:pt x="1839" y="1006"/>
                      </a:lnTo>
                      <a:lnTo>
                        <a:pt x="1631" y="1180"/>
                      </a:lnTo>
                      <a:lnTo>
                        <a:pt x="1249" y="1596"/>
                      </a:lnTo>
                      <a:lnTo>
                        <a:pt x="902" y="2012"/>
                      </a:lnTo>
                      <a:lnTo>
                        <a:pt x="625" y="2324"/>
                      </a:lnTo>
                      <a:lnTo>
                        <a:pt x="382" y="2706"/>
                      </a:lnTo>
                      <a:lnTo>
                        <a:pt x="174" y="3053"/>
                      </a:lnTo>
                      <a:lnTo>
                        <a:pt x="70" y="3434"/>
                      </a:lnTo>
                      <a:lnTo>
                        <a:pt x="35" y="3816"/>
                      </a:lnTo>
                      <a:lnTo>
                        <a:pt x="70" y="3955"/>
                      </a:lnTo>
                      <a:lnTo>
                        <a:pt x="35" y="4267"/>
                      </a:lnTo>
                      <a:lnTo>
                        <a:pt x="35" y="4544"/>
                      </a:lnTo>
                      <a:lnTo>
                        <a:pt x="0" y="4822"/>
                      </a:lnTo>
                      <a:lnTo>
                        <a:pt x="35" y="5065"/>
                      </a:lnTo>
                      <a:lnTo>
                        <a:pt x="70" y="5342"/>
                      </a:lnTo>
                      <a:lnTo>
                        <a:pt x="139" y="5585"/>
                      </a:lnTo>
                      <a:lnTo>
                        <a:pt x="243" y="5828"/>
                      </a:lnTo>
                      <a:lnTo>
                        <a:pt x="382" y="6071"/>
                      </a:lnTo>
                      <a:lnTo>
                        <a:pt x="521" y="6279"/>
                      </a:lnTo>
                      <a:lnTo>
                        <a:pt x="694" y="6556"/>
                      </a:lnTo>
                      <a:lnTo>
                        <a:pt x="937" y="6799"/>
                      </a:lnTo>
                      <a:lnTo>
                        <a:pt x="1145" y="7042"/>
                      </a:lnTo>
                      <a:lnTo>
                        <a:pt x="1422" y="7250"/>
                      </a:lnTo>
                      <a:lnTo>
                        <a:pt x="1665" y="7458"/>
                      </a:lnTo>
                      <a:lnTo>
                        <a:pt x="1943" y="7632"/>
                      </a:lnTo>
                      <a:lnTo>
                        <a:pt x="2255" y="7805"/>
                      </a:lnTo>
                      <a:lnTo>
                        <a:pt x="2567" y="7978"/>
                      </a:lnTo>
                      <a:lnTo>
                        <a:pt x="2949" y="8117"/>
                      </a:lnTo>
                      <a:lnTo>
                        <a:pt x="3330" y="8256"/>
                      </a:lnTo>
                      <a:lnTo>
                        <a:pt x="3781" y="8360"/>
                      </a:lnTo>
                      <a:lnTo>
                        <a:pt x="4232" y="8395"/>
                      </a:lnTo>
                      <a:lnTo>
                        <a:pt x="4648" y="8360"/>
                      </a:lnTo>
                      <a:lnTo>
                        <a:pt x="5030" y="8291"/>
                      </a:lnTo>
                      <a:lnTo>
                        <a:pt x="5758" y="8013"/>
                      </a:lnTo>
                      <a:lnTo>
                        <a:pt x="6417" y="7736"/>
                      </a:lnTo>
                      <a:lnTo>
                        <a:pt x="6903" y="7458"/>
                      </a:lnTo>
                      <a:lnTo>
                        <a:pt x="7389" y="7181"/>
                      </a:lnTo>
                      <a:lnTo>
                        <a:pt x="7805" y="6834"/>
                      </a:lnTo>
                      <a:lnTo>
                        <a:pt x="8221" y="6487"/>
                      </a:lnTo>
                      <a:lnTo>
                        <a:pt x="8568" y="6071"/>
                      </a:lnTo>
                      <a:lnTo>
                        <a:pt x="8880" y="5654"/>
                      </a:lnTo>
                      <a:lnTo>
                        <a:pt x="9192" y="5169"/>
                      </a:lnTo>
                      <a:lnTo>
                        <a:pt x="9435" y="4683"/>
                      </a:lnTo>
                      <a:lnTo>
                        <a:pt x="9574" y="4232"/>
                      </a:lnTo>
                      <a:lnTo>
                        <a:pt x="9678" y="3781"/>
                      </a:lnTo>
                      <a:lnTo>
                        <a:pt x="9678" y="3365"/>
                      </a:lnTo>
                      <a:lnTo>
                        <a:pt x="9609" y="2949"/>
                      </a:lnTo>
                      <a:lnTo>
                        <a:pt x="9574" y="2706"/>
                      </a:lnTo>
                      <a:lnTo>
                        <a:pt x="9470" y="2498"/>
                      </a:lnTo>
                      <a:lnTo>
                        <a:pt x="9366" y="2255"/>
                      </a:lnTo>
                      <a:lnTo>
                        <a:pt x="9227" y="2047"/>
                      </a:lnTo>
                      <a:lnTo>
                        <a:pt x="9054" y="1839"/>
                      </a:lnTo>
                      <a:lnTo>
                        <a:pt x="8880" y="1631"/>
                      </a:lnTo>
                      <a:lnTo>
                        <a:pt x="8429" y="1180"/>
                      </a:lnTo>
                      <a:lnTo>
                        <a:pt x="8117" y="972"/>
                      </a:lnTo>
                      <a:lnTo>
                        <a:pt x="7805" y="729"/>
                      </a:lnTo>
                      <a:lnTo>
                        <a:pt x="7458" y="555"/>
                      </a:lnTo>
                      <a:lnTo>
                        <a:pt x="7077" y="382"/>
                      </a:lnTo>
                      <a:lnTo>
                        <a:pt x="6695" y="243"/>
                      </a:lnTo>
                      <a:lnTo>
                        <a:pt x="6279" y="139"/>
                      </a:lnTo>
                      <a:lnTo>
                        <a:pt x="5862" y="70"/>
                      </a:lnTo>
                      <a:lnTo>
                        <a:pt x="5412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86" name="Google Shape;186;p18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Doodle Banner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5934173" y="2047300"/>
            <a:ext cx="20961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0000" spcFirstLastPara="1" rIns="274300" wrap="square" tIns="914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the ringed planet. It is mostly composed of hydrogen and helium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6090389" y="1613444"/>
            <a:ext cx="1939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Saturn</a:t>
            </a:r>
            <a:endParaRPr sz="1800">
              <a:solidFill>
                <a:schemeClr val="accent5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89" name="Google Shape;189;p18"/>
          <p:cNvSpPr/>
          <p:nvPr/>
        </p:nvSpPr>
        <p:spPr>
          <a:xfrm flipH="1">
            <a:off x="1238075" y="3825800"/>
            <a:ext cx="20961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planet Mars is a cold place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 flipH="1">
            <a:off x="1238135" y="3391928"/>
            <a:ext cx="1939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Mars</a:t>
            </a:r>
            <a:endParaRPr sz="1800">
              <a:solidFill>
                <a:schemeClr val="accent6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91" name="Google Shape;191;p18"/>
          <p:cNvSpPr/>
          <p:nvPr/>
        </p:nvSpPr>
        <p:spPr>
          <a:xfrm flipH="1">
            <a:off x="5929802" y="3825800"/>
            <a:ext cx="20961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object in the whole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 flipH="1">
            <a:off x="6086853" y="3391931"/>
            <a:ext cx="1939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Jupiter</a:t>
            </a:r>
            <a:endParaRPr sz="180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1242425" y="2047300"/>
            <a:ext cx="20961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0000" spcFirstLastPara="1" rIns="2743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also is the smallest one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1241672" y="1613444"/>
            <a:ext cx="1939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Mercury</a:t>
            </a:r>
            <a:endParaRPr sz="180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19"/>
          <p:cNvGrpSpPr/>
          <p:nvPr/>
        </p:nvGrpSpPr>
        <p:grpSpPr>
          <a:xfrm>
            <a:off x="1066800" y="1319351"/>
            <a:ext cx="3172602" cy="1475131"/>
            <a:chOff x="1066800" y="1319351"/>
            <a:chExt cx="3172602" cy="1475131"/>
          </a:xfrm>
        </p:grpSpPr>
        <p:sp>
          <p:nvSpPr>
            <p:cNvPr id="200" name="Google Shape;200;p19"/>
            <p:cNvSpPr/>
            <p:nvPr/>
          </p:nvSpPr>
          <p:spPr>
            <a:xfrm>
              <a:off x="1066800" y="1319351"/>
              <a:ext cx="3172602" cy="1475131"/>
            </a:xfrm>
            <a:custGeom>
              <a:rect b="b" l="l" r="r" t="t"/>
              <a:pathLst>
                <a:path extrusionOk="0" h="29388" w="103909">
                  <a:moveTo>
                    <a:pt x="103875" y="834"/>
                  </a:moveTo>
                  <a:cubicBezTo>
                    <a:pt x="103875" y="1768"/>
                    <a:pt x="103908" y="2635"/>
                    <a:pt x="103875" y="3503"/>
                  </a:cubicBezTo>
                  <a:cubicBezTo>
                    <a:pt x="103808" y="5571"/>
                    <a:pt x="103675" y="7672"/>
                    <a:pt x="103675" y="9774"/>
                  </a:cubicBezTo>
                  <a:cubicBezTo>
                    <a:pt x="103675" y="12009"/>
                    <a:pt x="103775" y="14277"/>
                    <a:pt x="103808" y="16512"/>
                  </a:cubicBezTo>
                  <a:cubicBezTo>
                    <a:pt x="103808" y="17913"/>
                    <a:pt x="103775" y="19314"/>
                    <a:pt x="103775" y="20715"/>
                  </a:cubicBezTo>
                  <a:lnTo>
                    <a:pt x="103775" y="22349"/>
                  </a:lnTo>
                  <a:cubicBezTo>
                    <a:pt x="103775" y="23250"/>
                    <a:pt x="103708" y="24117"/>
                    <a:pt x="103708" y="25018"/>
                  </a:cubicBezTo>
                  <a:cubicBezTo>
                    <a:pt x="103741" y="25285"/>
                    <a:pt x="103741" y="25518"/>
                    <a:pt x="103775" y="25785"/>
                  </a:cubicBezTo>
                  <a:cubicBezTo>
                    <a:pt x="102674" y="26352"/>
                    <a:pt x="101707" y="27120"/>
                    <a:pt x="100873" y="28054"/>
                  </a:cubicBezTo>
                  <a:cubicBezTo>
                    <a:pt x="100606" y="28354"/>
                    <a:pt x="100205" y="28487"/>
                    <a:pt x="99839" y="28487"/>
                  </a:cubicBezTo>
                  <a:cubicBezTo>
                    <a:pt x="97003" y="28454"/>
                    <a:pt x="94201" y="28420"/>
                    <a:pt x="91366" y="28420"/>
                  </a:cubicBezTo>
                  <a:cubicBezTo>
                    <a:pt x="89464" y="28420"/>
                    <a:pt x="87530" y="28354"/>
                    <a:pt x="85628" y="28454"/>
                  </a:cubicBezTo>
                  <a:cubicBezTo>
                    <a:pt x="83594" y="28521"/>
                    <a:pt x="81525" y="28454"/>
                    <a:pt x="79491" y="28454"/>
                  </a:cubicBezTo>
                  <a:cubicBezTo>
                    <a:pt x="77423" y="28454"/>
                    <a:pt x="75354" y="28487"/>
                    <a:pt x="73286" y="28521"/>
                  </a:cubicBezTo>
                  <a:cubicBezTo>
                    <a:pt x="71819" y="28521"/>
                    <a:pt x="70317" y="28454"/>
                    <a:pt x="68816" y="28487"/>
                  </a:cubicBezTo>
                  <a:cubicBezTo>
                    <a:pt x="66181" y="28521"/>
                    <a:pt x="63546" y="28621"/>
                    <a:pt x="60911" y="28621"/>
                  </a:cubicBezTo>
                  <a:cubicBezTo>
                    <a:pt x="59410" y="28621"/>
                    <a:pt x="57942" y="28554"/>
                    <a:pt x="56441" y="28487"/>
                  </a:cubicBezTo>
                  <a:lnTo>
                    <a:pt x="55440" y="28487"/>
                  </a:lnTo>
                  <a:cubicBezTo>
                    <a:pt x="53972" y="28554"/>
                    <a:pt x="52471" y="28621"/>
                    <a:pt x="51004" y="28621"/>
                  </a:cubicBezTo>
                  <a:cubicBezTo>
                    <a:pt x="49102" y="28654"/>
                    <a:pt x="47234" y="28687"/>
                    <a:pt x="45333" y="28687"/>
                  </a:cubicBezTo>
                  <a:cubicBezTo>
                    <a:pt x="44933" y="28687"/>
                    <a:pt x="44499" y="28721"/>
                    <a:pt x="44099" y="28721"/>
                  </a:cubicBezTo>
                  <a:lnTo>
                    <a:pt x="31790" y="28787"/>
                  </a:lnTo>
                  <a:cubicBezTo>
                    <a:pt x="29088" y="28787"/>
                    <a:pt x="26353" y="28787"/>
                    <a:pt x="23617" y="28821"/>
                  </a:cubicBezTo>
                  <a:cubicBezTo>
                    <a:pt x="20549" y="28854"/>
                    <a:pt x="17480" y="28921"/>
                    <a:pt x="14444" y="28954"/>
                  </a:cubicBezTo>
                  <a:cubicBezTo>
                    <a:pt x="10541" y="29021"/>
                    <a:pt x="6639" y="29088"/>
                    <a:pt x="2736" y="29154"/>
                  </a:cubicBezTo>
                  <a:cubicBezTo>
                    <a:pt x="2269" y="29154"/>
                    <a:pt x="1835" y="29221"/>
                    <a:pt x="1368" y="29288"/>
                  </a:cubicBezTo>
                  <a:cubicBezTo>
                    <a:pt x="634" y="29388"/>
                    <a:pt x="301" y="29154"/>
                    <a:pt x="234" y="28387"/>
                  </a:cubicBezTo>
                  <a:cubicBezTo>
                    <a:pt x="34" y="26019"/>
                    <a:pt x="1" y="23650"/>
                    <a:pt x="101" y="21282"/>
                  </a:cubicBezTo>
                  <a:cubicBezTo>
                    <a:pt x="201" y="19381"/>
                    <a:pt x="1" y="17446"/>
                    <a:pt x="1" y="15545"/>
                  </a:cubicBezTo>
                  <a:cubicBezTo>
                    <a:pt x="1" y="14144"/>
                    <a:pt x="67" y="12743"/>
                    <a:pt x="134" y="11342"/>
                  </a:cubicBezTo>
                  <a:cubicBezTo>
                    <a:pt x="134" y="10708"/>
                    <a:pt x="167" y="10074"/>
                    <a:pt x="167" y="9440"/>
                  </a:cubicBezTo>
                  <a:cubicBezTo>
                    <a:pt x="167" y="8206"/>
                    <a:pt x="334" y="6972"/>
                    <a:pt x="167" y="5771"/>
                  </a:cubicBezTo>
                  <a:cubicBezTo>
                    <a:pt x="1" y="4570"/>
                    <a:pt x="401" y="4003"/>
                    <a:pt x="1268" y="3336"/>
                  </a:cubicBezTo>
                  <a:cubicBezTo>
                    <a:pt x="2336" y="2502"/>
                    <a:pt x="3303" y="1568"/>
                    <a:pt x="4237" y="601"/>
                  </a:cubicBezTo>
                  <a:cubicBezTo>
                    <a:pt x="4537" y="200"/>
                    <a:pt x="5004" y="0"/>
                    <a:pt x="5471" y="33"/>
                  </a:cubicBezTo>
                  <a:cubicBezTo>
                    <a:pt x="8573" y="100"/>
                    <a:pt x="11642" y="100"/>
                    <a:pt x="14744" y="134"/>
                  </a:cubicBezTo>
                  <a:cubicBezTo>
                    <a:pt x="16946" y="134"/>
                    <a:pt x="19114" y="67"/>
                    <a:pt x="21316" y="67"/>
                  </a:cubicBezTo>
                  <a:cubicBezTo>
                    <a:pt x="23217" y="67"/>
                    <a:pt x="25152" y="134"/>
                    <a:pt x="27053" y="134"/>
                  </a:cubicBezTo>
                  <a:cubicBezTo>
                    <a:pt x="28054" y="134"/>
                    <a:pt x="29055" y="67"/>
                    <a:pt x="30055" y="67"/>
                  </a:cubicBezTo>
                  <a:cubicBezTo>
                    <a:pt x="30656" y="67"/>
                    <a:pt x="31256" y="167"/>
                    <a:pt x="31857" y="167"/>
                  </a:cubicBezTo>
                  <a:lnTo>
                    <a:pt x="35059" y="167"/>
                  </a:lnTo>
                  <a:cubicBezTo>
                    <a:pt x="36593" y="167"/>
                    <a:pt x="38161" y="167"/>
                    <a:pt x="39696" y="200"/>
                  </a:cubicBezTo>
                  <a:cubicBezTo>
                    <a:pt x="43498" y="234"/>
                    <a:pt x="47301" y="300"/>
                    <a:pt x="51104" y="334"/>
                  </a:cubicBezTo>
                  <a:cubicBezTo>
                    <a:pt x="55407" y="367"/>
                    <a:pt x="59710" y="400"/>
                    <a:pt x="64013" y="400"/>
                  </a:cubicBezTo>
                  <a:cubicBezTo>
                    <a:pt x="64814" y="400"/>
                    <a:pt x="65581" y="334"/>
                    <a:pt x="66381" y="334"/>
                  </a:cubicBezTo>
                  <a:cubicBezTo>
                    <a:pt x="67182" y="334"/>
                    <a:pt x="67949" y="434"/>
                    <a:pt x="68750" y="434"/>
                  </a:cubicBezTo>
                  <a:cubicBezTo>
                    <a:pt x="72152" y="434"/>
                    <a:pt x="75555" y="434"/>
                    <a:pt x="78957" y="434"/>
                  </a:cubicBezTo>
                  <a:cubicBezTo>
                    <a:pt x="81225" y="467"/>
                    <a:pt x="83494" y="567"/>
                    <a:pt x="85795" y="567"/>
                  </a:cubicBezTo>
                  <a:cubicBezTo>
                    <a:pt x="88931" y="601"/>
                    <a:pt x="92033" y="567"/>
                    <a:pt x="95169" y="567"/>
                  </a:cubicBezTo>
                  <a:cubicBezTo>
                    <a:pt x="96970" y="567"/>
                    <a:pt x="98738" y="601"/>
                    <a:pt x="100539" y="634"/>
                  </a:cubicBezTo>
                  <a:cubicBezTo>
                    <a:pt x="101273" y="634"/>
                    <a:pt x="102007" y="567"/>
                    <a:pt x="102707" y="634"/>
                  </a:cubicBezTo>
                  <a:cubicBezTo>
                    <a:pt x="103108" y="667"/>
                    <a:pt x="103508" y="734"/>
                    <a:pt x="103875" y="834"/>
                  </a:cubicBezTo>
                  <a:close/>
                  <a:moveTo>
                    <a:pt x="5671" y="901"/>
                  </a:moveTo>
                  <a:cubicBezTo>
                    <a:pt x="5605" y="1168"/>
                    <a:pt x="5571" y="1434"/>
                    <a:pt x="5538" y="1668"/>
                  </a:cubicBezTo>
                  <a:cubicBezTo>
                    <a:pt x="5471" y="3236"/>
                    <a:pt x="5371" y="4770"/>
                    <a:pt x="5338" y="6338"/>
                  </a:cubicBezTo>
                  <a:cubicBezTo>
                    <a:pt x="5271" y="9707"/>
                    <a:pt x="5238" y="13043"/>
                    <a:pt x="5171" y="16412"/>
                  </a:cubicBezTo>
                  <a:cubicBezTo>
                    <a:pt x="5104" y="19080"/>
                    <a:pt x="4937" y="21716"/>
                    <a:pt x="4837" y="24384"/>
                  </a:cubicBezTo>
                  <a:cubicBezTo>
                    <a:pt x="4804" y="25018"/>
                    <a:pt x="4871" y="25151"/>
                    <a:pt x="5505" y="25151"/>
                  </a:cubicBezTo>
                  <a:cubicBezTo>
                    <a:pt x="7673" y="25151"/>
                    <a:pt x="9874" y="25185"/>
                    <a:pt x="12043" y="25185"/>
                  </a:cubicBezTo>
                  <a:cubicBezTo>
                    <a:pt x="15011" y="25185"/>
                    <a:pt x="18013" y="25185"/>
                    <a:pt x="20982" y="25151"/>
                  </a:cubicBezTo>
                  <a:cubicBezTo>
                    <a:pt x="22317" y="25151"/>
                    <a:pt x="23651" y="25118"/>
                    <a:pt x="24985" y="25118"/>
                  </a:cubicBezTo>
                  <a:cubicBezTo>
                    <a:pt x="27020" y="25118"/>
                    <a:pt x="29055" y="25085"/>
                    <a:pt x="31089" y="25085"/>
                  </a:cubicBezTo>
                  <a:cubicBezTo>
                    <a:pt x="32991" y="25085"/>
                    <a:pt x="34926" y="25151"/>
                    <a:pt x="36827" y="25118"/>
                  </a:cubicBezTo>
                  <a:cubicBezTo>
                    <a:pt x="40129" y="25118"/>
                    <a:pt x="43432" y="25085"/>
                    <a:pt x="46734" y="25051"/>
                  </a:cubicBezTo>
                  <a:cubicBezTo>
                    <a:pt x="49036" y="25051"/>
                    <a:pt x="51304" y="25085"/>
                    <a:pt x="53572" y="25118"/>
                  </a:cubicBezTo>
                  <a:cubicBezTo>
                    <a:pt x="56875" y="25118"/>
                    <a:pt x="60210" y="25151"/>
                    <a:pt x="63513" y="25151"/>
                  </a:cubicBezTo>
                  <a:lnTo>
                    <a:pt x="67149" y="25151"/>
                  </a:lnTo>
                  <a:cubicBezTo>
                    <a:pt x="67749" y="25151"/>
                    <a:pt x="68349" y="25118"/>
                    <a:pt x="68950" y="25118"/>
                  </a:cubicBezTo>
                  <a:cubicBezTo>
                    <a:pt x="69884" y="25118"/>
                    <a:pt x="70784" y="25151"/>
                    <a:pt x="71685" y="25151"/>
                  </a:cubicBezTo>
                  <a:lnTo>
                    <a:pt x="82726" y="25151"/>
                  </a:lnTo>
                  <a:lnTo>
                    <a:pt x="95535" y="25151"/>
                  </a:lnTo>
                  <a:cubicBezTo>
                    <a:pt x="97103" y="25151"/>
                    <a:pt x="98638" y="25185"/>
                    <a:pt x="100172" y="25185"/>
                  </a:cubicBezTo>
                  <a:cubicBezTo>
                    <a:pt x="100806" y="25185"/>
                    <a:pt x="101406" y="25218"/>
                    <a:pt x="102007" y="25185"/>
                  </a:cubicBezTo>
                  <a:cubicBezTo>
                    <a:pt x="102741" y="25151"/>
                    <a:pt x="102874" y="24985"/>
                    <a:pt x="102907" y="24251"/>
                  </a:cubicBezTo>
                  <a:cubicBezTo>
                    <a:pt x="102941" y="23750"/>
                    <a:pt x="102941" y="23250"/>
                    <a:pt x="102974" y="22716"/>
                  </a:cubicBezTo>
                  <a:cubicBezTo>
                    <a:pt x="102974" y="21349"/>
                    <a:pt x="102974" y="19981"/>
                    <a:pt x="103007" y="18580"/>
                  </a:cubicBezTo>
                  <a:cubicBezTo>
                    <a:pt x="103041" y="17679"/>
                    <a:pt x="103108" y="16745"/>
                    <a:pt x="103141" y="15811"/>
                  </a:cubicBezTo>
                  <a:cubicBezTo>
                    <a:pt x="103141" y="14877"/>
                    <a:pt x="103074" y="14043"/>
                    <a:pt x="103041" y="13176"/>
                  </a:cubicBezTo>
                  <a:cubicBezTo>
                    <a:pt x="103007" y="12309"/>
                    <a:pt x="102941" y="11375"/>
                    <a:pt x="102907" y="10508"/>
                  </a:cubicBezTo>
                  <a:cubicBezTo>
                    <a:pt x="102841" y="9907"/>
                    <a:pt x="102841" y="9307"/>
                    <a:pt x="102841" y="8740"/>
                  </a:cubicBezTo>
                  <a:cubicBezTo>
                    <a:pt x="102941" y="6805"/>
                    <a:pt x="103141" y="4870"/>
                    <a:pt x="103241" y="2936"/>
                  </a:cubicBezTo>
                  <a:cubicBezTo>
                    <a:pt x="103274" y="2502"/>
                    <a:pt x="103141" y="2068"/>
                    <a:pt x="102907" y="1668"/>
                  </a:cubicBezTo>
                  <a:cubicBezTo>
                    <a:pt x="102807" y="1501"/>
                    <a:pt x="102274" y="1568"/>
                    <a:pt x="101907" y="1535"/>
                  </a:cubicBezTo>
                  <a:lnTo>
                    <a:pt x="101373" y="1535"/>
                  </a:lnTo>
                  <a:lnTo>
                    <a:pt x="93267" y="1334"/>
                  </a:lnTo>
                  <a:lnTo>
                    <a:pt x="92733" y="1334"/>
                  </a:lnTo>
                  <a:cubicBezTo>
                    <a:pt x="89598" y="1334"/>
                    <a:pt x="86462" y="1334"/>
                    <a:pt x="83360" y="1301"/>
                  </a:cubicBezTo>
                  <a:cubicBezTo>
                    <a:pt x="80258" y="1268"/>
                    <a:pt x="77089" y="1168"/>
                    <a:pt x="73987" y="1134"/>
                  </a:cubicBezTo>
                  <a:cubicBezTo>
                    <a:pt x="70584" y="1101"/>
                    <a:pt x="67182" y="1101"/>
                    <a:pt x="63779" y="1068"/>
                  </a:cubicBezTo>
                  <a:cubicBezTo>
                    <a:pt x="62612" y="1068"/>
                    <a:pt x="61411" y="1034"/>
                    <a:pt x="60244" y="1034"/>
                  </a:cubicBezTo>
                  <a:cubicBezTo>
                    <a:pt x="58342" y="1034"/>
                    <a:pt x="56474" y="1101"/>
                    <a:pt x="54573" y="1068"/>
                  </a:cubicBezTo>
                  <a:cubicBezTo>
                    <a:pt x="52138" y="1068"/>
                    <a:pt x="49669" y="1001"/>
                    <a:pt x="47201" y="967"/>
                  </a:cubicBezTo>
                  <a:cubicBezTo>
                    <a:pt x="43698" y="934"/>
                    <a:pt x="40163" y="934"/>
                    <a:pt x="36627" y="901"/>
                  </a:cubicBezTo>
                  <a:cubicBezTo>
                    <a:pt x="34425" y="901"/>
                    <a:pt x="32190" y="834"/>
                    <a:pt x="29955" y="834"/>
                  </a:cubicBezTo>
                  <a:cubicBezTo>
                    <a:pt x="28121" y="834"/>
                    <a:pt x="26253" y="767"/>
                    <a:pt x="24418" y="801"/>
                  </a:cubicBezTo>
                  <a:cubicBezTo>
                    <a:pt x="22050" y="834"/>
                    <a:pt x="19681" y="934"/>
                    <a:pt x="17313" y="934"/>
                  </a:cubicBezTo>
                  <a:cubicBezTo>
                    <a:pt x="14611" y="934"/>
                    <a:pt x="11909" y="867"/>
                    <a:pt x="9207" y="867"/>
                  </a:cubicBezTo>
                  <a:cubicBezTo>
                    <a:pt x="8073" y="801"/>
                    <a:pt x="6939" y="867"/>
                    <a:pt x="5671" y="901"/>
                  </a:cubicBezTo>
                  <a:close/>
                  <a:moveTo>
                    <a:pt x="4304" y="17880"/>
                  </a:moveTo>
                  <a:cubicBezTo>
                    <a:pt x="4037" y="18213"/>
                    <a:pt x="3837" y="18447"/>
                    <a:pt x="3637" y="18680"/>
                  </a:cubicBezTo>
                  <a:cubicBezTo>
                    <a:pt x="2869" y="19547"/>
                    <a:pt x="2135" y="20448"/>
                    <a:pt x="1335" y="21282"/>
                  </a:cubicBezTo>
                  <a:cubicBezTo>
                    <a:pt x="768" y="21882"/>
                    <a:pt x="901" y="22550"/>
                    <a:pt x="968" y="23450"/>
                  </a:cubicBezTo>
                  <a:cubicBezTo>
                    <a:pt x="1969" y="22349"/>
                    <a:pt x="2803" y="21382"/>
                    <a:pt x="3703" y="20448"/>
                  </a:cubicBezTo>
                  <a:cubicBezTo>
                    <a:pt x="4404" y="19748"/>
                    <a:pt x="4504" y="18947"/>
                    <a:pt x="4304" y="17880"/>
                  </a:cubicBezTo>
                  <a:close/>
                  <a:moveTo>
                    <a:pt x="968" y="11442"/>
                  </a:moveTo>
                  <a:cubicBezTo>
                    <a:pt x="2102" y="10274"/>
                    <a:pt x="3136" y="9240"/>
                    <a:pt x="4137" y="8206"/>
                  </a:cubicBezTo>
                  <a:cubicBezTo>
                    <a:pt x="4604" y="7672"/>
                    <a:pt x="4470" y="7038"/>
                    <a:pt x="4370" y="6205"/>
                  </a:cubicBezTo>
                  <a:cubicBezTo>
                    <a:pt x="3403" y="7172"/>
                    <a:pt x="2569" y="8073"/>
                    <a:pt x="1668" y="8840"/>
                  </a:cubicBezTo>
                  <a:cubicBezTo>
                    <a:pt x="835" y="9540"/>
                    <a:pt x="901" y="10374"/>
                    <a:pt x="968" y="11475"/>
                  </a:cubicBezTo>
                  <a:close/>
                  <a:moveTo>
                    <a:pt x="4370" y="15545"/>
                  </a:moveTo>
                  <a:cubicBezTo>
                    <a:pt x="3303" y="16579"/>
                    <a:pt x="2269" y="17546"/>
                    <a:pt x="1335" y="18547"/>
                  </a:cubicBezTo>
                  <a:cubicBezTo>
                    <a:pt x="768" y="19181"/>
                    <a:pt x="734" y="19948"/>
                    <a:pt x="968" y="20782"/>
                  </a:cubicBezTo>
                  <a:cubicBezTo>
                    <a:pt x="1902" y="19781"/>
                    <a:pt x="2769" y="18847"/>
                    <a:pt x="3670" y="17913"/>
                  </a:cubicBezTo>
                  <a:cubicBezTo>
                    <a:pt x="4304" y="17313"/>
                    <a:pt x="4571" y="16412"/>
                    <a:pt x="4370" y="15545"/>
                  </a:cubicBezTo>
                  <a:close/>
                  <a:moveTo>
                    <a:pt x="901" y="13843"/>
                  </a:moveTo>
                  <a:cubicBezTo>
                    <a:pt x="1869" y="12876"/>
                    <a:pt x="2703" y="11975"/>
                    <a:pt x="3637" y="11141"/>
                  </a:cubicBezTo>
                  <a:cubicBezTo>
                    <a:pt x="4370" y="10574"/>
                    <a:pt x="4604" y="9574"/>
                    <a:pt x="4237" y="8740"/>
                  </a:cubicBezTo>
                  <a:cubicBezTo>
                    <a:pt x="3270" y="9740"/>
                    <a:pt x="2369" y="10741"/>
                    <a:pt x="1402" y="11642"/>
                  </a:cubicBezTo>
                  <a:cubicBezTo>
                    <a:pt x="801" y="12242"/>
                    <a:pt x="668" y="12909"/>
                    <a:pt x="901" y="13843"/>
                  </a:cubicBezTo>
                  <a:close/>
                  <a:moveTo>
                    <a:pt x="835" y="16012"/>
                  </a:moveTo>
                  <a:cubicBezTo>
                    <a:pt x="1535" y="15378"/>
                    <a:pt x="2236" y="14777"/>
                    <a:pt x="2903" y="14177"/>
                  </a:cubicBezTo>
                  <a:cubicBezTo>
                    <a:pt x="3336" y="13777"/>
                    <a:pt x="3703" y="13376"/>
                    <a:pt x="4104" y="12943"/>
                  </a:cubicBezTo>
                  <a:cubicBezTo>
                    <a:pt x="4571" y="12442"/>
                    <a:pt x="4671" y="11675"/>
                    <a:pt x="4304" y="11075"/>
                  </a:cubicBezTo>
                  <a:cubicBezTo>
                    <a:pt x="3270" y="12142"/>
                    <a:pt x="2269" y="13143"/>
                    <a:pt x="1268" y="14177"/>
                  </a:cubicBezTo>
                  <a:cubicBezTo>
                    <a:pt x="768" y="14644"/>
                    <a:pt x="601" y="15378"/>
                    <a:pt x="835" y="16012"/>
                  </a:cubicBezTo>
                  <a:close/>
                  <a:moveTo>
                    <a:pt x="1035" y="8706"/>
                  </a:moveTo>
                  <a:cubicBezTo>
                    <a:pt x="2102" y="7672"/>
                    <a:pt x="3170" y="6705"/>
                    <a:pt x="4204" y="5704"/>
                  </a:cubicBezTo>
                  <a:cubicBezTo>
                    <a:pt x="4337" y="5571"/>
                    <a:pt x="4404" y="5404"/>
                    <a:pt x="4437" y="5237"/>
                  </a:cubicBezTo>
                  <a:cubicBezTo>
                    <a:pt x="4504" y="4770"/>
                    <a:pt x="4504" y="4303"/>
                    <a:pt x="4537" y="3636"/>
                  </a:cubicBezTo>
                  <a:cubicBezTo>
                    <a:pt x="3303" y="4904"/>
                    <a:pt x="2202" y="6038"/>
                    <a:pt x="1068" y="7172"/>
                  </a:cubicBezTo>
                  <a:cubicBezTo>
                    <a:pt x="1001" y="7305"/>
                    <a:pt x="935" y="7439"/>
                    <a:pt x="935" y="7606"/>
                  </a:cubicBezTo>
                  <a:cubicBezTo>
                    <a:pt x="968" y="7972"/>
                    <a:pt x="1001" y="8339"/>
                    <a:pt x="1035" y="8706"/>
                  </a:cubicBezTo>
                  <a:close/>
                  <a:moveTo>
                    <a:pt x="1001" y="25552"/>
                  </a:moveTo>
                  <a:cubicBezTo>
                    <a:pt x="1068" y="25552"/>
                    <a:pt x="1168" y="25552"/>
                    <a:pt x="1201" y="25518"/>
                  </a:cubicBezTo>
                  <a:cubicBezTo>
                    <a:pt x="2102" y="24584"/>
                    <a:pt x="3103" y="23717"/>
                    <a:pt x="3937" y="22683"/>
                  </a:cubicBezTo>
                  <a:cubicBezTo>
                    <a:pt x="4337" y="22116"/>
                    <a:pt x="4404" y="21415"/>
                    <a:pt x="4104" y="20782"/>
                  </a:cubicBezTo>
                  <a:cubicBezTo>
                    <a:pt x="3236" y="21749"/>
                    <a:pt x="2436" y="22683"/>
                    <a:pt x="1602" y="23550"/>
                  </a:cubicBezTo>
                  <a:cubicBezTo>
                    <a:pt x="1035" y="24117"/>
                    <a:pt x="668" y="24684"/>
                    <a:pt x="1001" y="25552"/>
                  </a:cubicBezTo>
                  <a:close/>
                  <a:moveTo>
                    <a:pt x="968" y="6471"/>
                  </a:moveTo>
                  <a:cubicBezTo>
                    <a:pt x="2069" y="5437"/>
                    <a:pt x="3003" y="4470"/>
                    <a:pt x="3970" y="3569"/>
                  </a:cubicBezTo>
                  <a:cubicBezTo>
                    <a:pt x="4604" y="3036"/>
                    <a:pt x="4637" y="2435"/>
                    <a:pt x="4437" y="1668"/>
                  </a:cubicBezTo>
                  <a:cubicBezTo>
                    <a:pt x="4037" y="2035"/>
                    <a:pt x="3637" y="2435"/>
                    <a:pt x="3236" y="2835"/>
                  </a:cubicBezTo>
                  <a:cubicBezTo>
                    <a:pt x="2602" y="3469"/>
                    <a:pt x="1902" y="4070"/>
                    <a:pt x="1235" y="4703"/>
                  </a:cubicBezTo>
                  <a:cubicBezTo>
                    <a:pt x="1168" y="4770"/>
                    <a:pt x="1101" y="4904"/>
                    <a:pt x="1101" y="5004"/>
                  </a:cubicBezTo>
                  <a:cubicBezTo>
                    <a:pt x="1068" y="5437"/>
                    <a:pt x="1035" y="5904"/>
                    <a:pt x="968" y="6471"/>
                  </a:cubicBezTo>
                  <a:close/>
                  <a:moveTo>
                    <a:pt x="968" y="18146"/>
                  </a:moveTo>
                  <a:cubicBezTo>
                    <a:pt x="1101" y="18080"/>
                    <a:pt x="1235" y="17980"/>
                    <a:pt x="1368" y="17880"/>
                  </a:cubicBezTo>
                  <a:cubicBezTo>
                    <a:pt x="2269" y="16979"/>
                    <a:pt x="3103" y="16045"/>
                    <a:pt x="4003" y="15144"/>
                  </a:cubicBezTo>
                  <a:cubicBezTo>
                    <a:pt x="4470" y="14677"/>
                    <a:pt x="4470" y="14144"/>
                    <a:pt x="4370" y="13443"/>
                  </a:cubicBezTo>
                  <a:cubicBezTo>
                    <a:pt x="3637" y="14110"/>
                    <a:pt x="3003" y="14611"/>
                    <a:pt x="2436" y="15211"/>
                  </a:cubicBezTo>
                  <a:cubicBezTo>
                    <a:pt x="1869" y="15811"/>
                    <a:pt x="1368" y="16479"/>
                    <a:pt x="835" y="17146"/>
                  </a:cubicBezTo>
                  <a:cubicBezTo>
                    <a:pt x="868" y="17446"/>
                    <a:pt x="935" y="17780"/>
                    <a:pt x="968" y="18146"/>
                  </a:cubicBezTo>
                  <a:close/>
                  <a:moveTo>
                    <a:pt x="1101" y="27620"/>
                  </a:moveTo>
                  <a:lnTo>
                    <a:pt x="3970" y="25385"/>
                  </a:lnTo>
                  <a:lnTo>
                    <a:pt x="3970" y="23450"/>
                  </a:lnTo>
                  <a:cubicBezTo>
                    <a:pt x="3136" y="24318"/>
                    <a:pt x="2436" y="25118"/>
                    <a:pt x="1635" y="25819"/>
                  </a:cubicBezTo>
                  <a:cubicBezTo>
                    <a:pt x="1068" y="26352"/>
                    <a:pt x="801" y="26853"/>
                    <a:pt x="1101" y="27620"/>
                  </a:cubicBezTo>
                  <a:close/>
                  <a:moveTo>
                    <a:pt x="53405" y="25752"/>
                  </a:moveTo>
                  <a:cubicBezTo>
                    <a:pt x="52772" y="25752"/>
                    <a:pt x="52238" y="25719"/>
                    <a:pt x="51704" y="25752"/>
                  </a:cubicBezTo>
                  <a:cubicBezTo>
                    <a:pt x="51571" y="25752"/>
                    <a:pt x="51471" y="25819"/>
                    <a:pt x="51404" y="25919"/>
                  </a:cubicBezTo>
                  <a:cubicBezTo>
                    <a:pt x="50970" y="26619"/>
                    <a:pt x="50570" y="27320"/>
                    <a:pt x="50103" y="28120"/>
                  </a:cubicBezTo>
                  <a:lnTo>
                    <a:pt x="51637" y="28154"/>
                  </a:lnTo>
                  <a:close/>
                  <a:moveTo>
                    <a:pt x="11576" y="25885"/>
                  </a:moveTo>
                  <a:cubicBezTo>
                    <a:pt x="10775" y="25752"/>
                    <a:pt x="10141" y="25819"/>
                    <a:pt x="9674" y="26552"/>
                  </a:cubicBezTo>
                  <a:cubicBezTo>
                    <a:pt x="9374" y="27019"/>
                    <a:pt x="8940" y="27453"/>
                    <a:pt x="8573" y="27920"/>
                  </a:cubicBezTo>
                  <a:cubicBezTo>
                    <a:pt x="8407" y="28154"/>
                    <a:pt x="8273" y="28387"/>
                    <a:pt x="8140" y="28621"/>
                  </a:cubicBezTo>
                  <a:cubicBezTo>
                    <a:pt x="8874" y="28487"/>
                    <a:pt x="9541" y="28587"/>
                    <a:pt x="9841" y="28287"/>
                  </a:cubicBezTo>
                  <a:cubicBezTo>
                    <a:pt x="10575" y="27620"/>
                    <a:pt x="11309" y="26919"/>
                    <a:pt x="11609" y="25885"/>
                  </a:cubicBezTo>
                  <a:close/>
                  <a:moveTo>
                    <a:pt x="27454" y="28354"/>
                  </a:moveTo>
                  <a:cubicBezTo>
                    <a:pt x="28087" y="28220"/>
                    <a:pt x="28688" y="28521"/>
                    <a:pt x="29055" y="28054"/>
                  </a:cubicBezTo>
                  <a:cubicBezTo>
                    <a:pt x="29688" y="27353"/>
                    <a:pt x="30189" y="26552"/>
                    <a:pt x="30589" y="25719"/>
                  </a:cubicBezTo>
                  <a:cubicBezTo>
                    <a:pt x="29822" y="25685"/>
                    <a:pt x="29088" y="25485"/>
                    <a:pt x="28654" y="26286"/>
                  </a:cubicBezTo>
                  <a:cubicBezTo>
                    <a:pt x="28321" y="26919"/>
                    <a:pt x="27921" y="27553"/>
                    <a:pt x="27487" y="28354"/>
                  </a:cubicBezTo>
                  <a:close/>
                  <a:moveTo>
                    <a:pt x="21783" y="25985"/>
                  </a:moveTo>
                  <a:lnTo>
                    <a:pt x="21683" y="25752"/>
                  </a:lnTo>
                  <a:cubicBezTo>
                    <a:pt x="21182" y="25852"/>
                    <a:pt x="20582" y="25752"/>
                    <a:pt x="20248" y="26019"/>
                  </a:cubicBezTo>
                  <a:cubicBezTo>
                    <a:pt x="19515" y="26586"/>
                    <a:pt x="19248" y="27486"/>
                    <a:pt x="18881" y="28254"/>
                  </a:cubicBezTo>
                  <a:cubicBezTo>
                    <a:pt x="20048" y="28621"/>
                    <a:pt x="20649" y="28087"/>
                    <a:pt x="21116" y="27220"/>
                  </a:cubicBezTo>
                  <a:cubicBezTo>
                    <a:pt x="21349" y="26786"/>
                    <a:pt x="21583" y="26386"/>
                    <a:pt x="21816" y="25985"/>
                  </a:cubicBezTo>
                  <a:close/>
                  <a:moveTo>
                    <a:pt x="28287" y="25719"/>
                  </a:moveTo>
                  <a:cubicBezTo>
                    <a:pt x="28054" y="25752"/>
                    <a:pt x="27854" y="25752"/>
                    <a:pt x="27620" y="25719"/>
                  </a:cubicBezTo>
                  <a:cubicBezTo>
                    <a:pt x="26853" y="25585"/>
                    <a:pt x="26453" y="26019"/>
                    <a:pt x="26119" y="26552"/>
                  </a:cubicBezTo>
                  <a:cubicBezTo>
                    <a:pt x="25819" y="27120"/>
                    <a:pt x="25619" y="27687"/>
                    <a:pt x="25352" y="28254"/>
                  </a:cubicBezTo>
                  <a:cubicBezTo>
                    <a:pt x="25485" y="28254"/>
                    <a:pt x="25619" y="28287"/>
                    <a:pt x="25752" y="28320"/>
                  </a:cubicBezTo>
                  <a:cubicBezTo>
                    <a:pt x="26353" y="28487"/>
                    <a:pt x="26987" y="28187"/>
                    <a:pt x="27220" y="27587"/>
                  </a:cubicBezTo>
                  <a:cubicBezTo>
                    <a:pt x="27554" y="27019"/>
                    <a:pt x="27887" y="26419"/>
                    <a:pt x="28321" y="25719"/>
                  </a:cubicBezTo>
                  <a:close/>
                  <a:moveTo>
                    <a:pt x="12543" y="28420"/>
                  </a:moveTo>
                  <a:cubicBezTo>
                    <a:pt x="13277" y="28420"/>
                    <a:pt x="13911" y="28621"/>
                    <a:pt x="14344" y="28087"/>
                  </a:cubicBezTo>
                  <a:cubicBezTo>
                    <a:pt x="14911" y="27453"/>
                    <a:pt x="15345" y="26719"/>
                    <a:pt x="15612" y="25919"/>
                  </a:cubicBezTo>
                  <a:cubicBezTo>
                    <a:pt x="15045" y="25719"/>
                    <a:pt x="14544" y="25719"/>
                    <a:pt x="14211" y="26085"/>
                  </a:cubicBezTo>
                  <a:cubicBezTo>
                    <a:pt x="13644" y="26786"/>
                    <a:pt x="13177" y="27553"/>
                    <a:pt x="12576" y="28420"/>
                  </a:cubicBezTo>
                  <a:close/>
                  <a:moveTo>
                    <a:pt x="70251" y="27887"/>
                  </a:moveTo>
                  <a:cubicBezTo>
                    <a:pt x="71485" y="28254"/>
                    <a:pt x="72252" y="27853"/>
                    <a:pt x="72786" y="26886"/>
                  </a:cubicBezTo>
                  <a:cubicBezTo>
                    <a:pt x="72986" y="26519"/>
                    <a:pt x="73153" y="26152"/>
                    <a:pt x="73320" y="25785"/>
                  </a:cubicBezTo>
                  <a:cubicBezTo>
                    <a:pt x="71552" y="25385"/>
                    <a:pt x="71085" y="26786"/>
                    <a:pt x="70251" y="27887"/>
                  </a:cubicBezTo>
                  <a:close/>
                  <a:moveTo>
                    <a:pt x="22717" y="25752"/>
                  </a:moveTo>
                  <a:lnTo>
                    <a:pt x="21182" y="28254"/>
                  </a:lnTo>
                  <a:lnTo>
                    <a:pt x="21316" y="28420"/>
                  </a:lnTo>
                  <a:cubicBezTo>
                    <a:pt x="21783" y="28354"/>
                    <a:pt x="22383" y="28387"/>
                    <a:pt x="22617" y="28120"/>
                  </a:cubicBezTo>
                  <a:cubicBezTo>
                    <a:pt x="23217" y="27386"/>
                    <a:pt x="23718" y="26586"/>
                    <a:pt x="24185" y="25785"/>
                  </a:cubicBezTo>
                  <a:close/>
                  <a:moveTo>
                    <a:pt x="50870" y="25618"/>
                  </a:moveTo>
                  <a:cubicBezTo>
                    <a:pt x="50203" y="25685"/>
                    <a:pt x="49636" y="25618"/>
                    <a:pt x="49369" y="25852"/>
                  </a:cubicBezTo>
                  <a:cubicBezTo>
                    <a:pt x="48702" y="26452"/>
                    <a:pt x="48235" y="27253"/>
                    <a:pt x="48035" y="28154"/>
                  </a:cubicBezTo>
                  <a:cubicBezTo>
                    <a:pt x="48635" y="28154"/>
                    <a:pt x="49236" y="28320"/>
                    <a:pt x="49569" y="27787"/>
                  </a:cubicBezTo>
                  <a:cubicBezTo>
                    <a:pt x="50003" y="27153"/>
                    <a:pt x="50337" y="26452"/>
                    <a:pt x="50837" y="25618"/>
                  </a:cubicBezTo>
                  <a:close/>
                  <a:moveTo>
                    <a:pt x="56307" y="25785"/>
                  </a:moveTo>
                  <a:lnTo>
                    <a:pt x="54706" y="28054"/>
                  </a:lnTo>
                  <a:cubicBezTo>
                    <a:pt x="55307" y="28020"/>
                    <a:pt x="55707" y="27953"/>
                    <a:pt x="56141" y="27987"/>
                  </a:cubicBezTo>
                  <a:cubicBezTo>
                    <a:pt x="56408" y="27987"/>
                    <a:pt x="56674" y="27853"/>
                    <a:pt x="56774" y="27587"/>
                  </a:cubicBezTo>
                  <a:cubicBezTo>
                    <a:pt x="57141" y="27019"/>
                    <a:pt x="57475" y="26452"/>
                    <a:pt x="57842" y="25819"/>
                  </a:cubicBezTo>
                  <a:close/>
                  <a:moveTo>
                    <a:pt x="60244" y="25752"/>
                  </a:moveTo>
                  <a:cubicBezTo>
                    <a:pt x="59643" y="25819"/>
                    <a:pt x="59076" y="25552"/>
                    <a:pt x="58609" y="25985"/>
                  </a:cubicBezTo>
                  <a:cubicBezTo>
                    <a:pt x="58042" y="26552"/>
                    <a:pt x="57608" y="27253"/>
                    <a:pt x="57342" y="27987"/>
                  </a:cubicBezTo>
                  <a:cubicBezTo>
                    <a:pt x="58142" y="28187"/>
                    <a:pt x="58776" y="28220"/>
                    <a:pt x="59210" y="27453"/>
                  </a:cubicBezTo>
                  <a:cubicBezTo>
                    <a:pt x="59510" y="26919"/>
                    <a:pt x="59843" y="26419"/>
                    <a:pt x="60244" y="25752"/>
                  </a:cubicBezTo>
                  <a:close/>
                  <a:moveTo>
                    <a:pt x="45500" y="28120"/>
                  </a:moveTo>
                  <a:cubicBezTo>
                    <a:pt x="45900" y="28154"/>
                    <a:pt x="46300" y="28154"/>
                    <a:pt x="46667" y="28120"/>
                  </a:cubicBezTo>
                  <a:cubicBezTo>
                    <a:pt x="46934" y="28087"/>
                    <a:pt x="47168" y="27987"/>
                    <a:pt x="47334" y="27787"/>
                  </a:cubicBezTo>
                  <a:cubicBezTo>
                    <a:pt x="47801" y="27153"/>
                    <a:pt x="48168" y="26486"/>
                    <a:pt x="48669" y="25685"/>
                  </a:cubicBezTo>
                  <a:cubicBezTo>
                    <a:pt x="48068" y="25752"/>
                    <a:pt x="47568" y="25418"/>
                    <a:pt x="47201" y="25885"/>
                  </a:cubicBezTo>
                  <a:cubicBezTo>
                    <a:pt x="46634" y="26586"/>
                    <a:pt x="46134" y="27286"/>
                    <a:pt x="45500" y="28120"/>
                  </a:cubicBezTo>
                  <a:close/>
                  <a:moveTo>
                    <a:pt x="77990" y="25852"/>
                  </a:moveTo>
                  <a:cubicBezTo>
                    <a:pt x="77089" y="25485"/>
                    <a:pt x="76055" y="25885"/>
                    <a:pt x="75655" y="26786"/>
                  </a:cubicBezTo>
                  <a:cubicBezTo>
                    <a:pt x="75454" y="27120"/>
                    <a:pt x="75221" y="27486"/>
                    <a:pt x="74954" y="27920"/>
                  </a:cubicBezTo>
                  <a:cubicBezTo>
                    <a:pt x="75354" y="27953"/>
                    <a:pt x="75755" y="27987"/>
                    <a:pt x="76155" y="27987"/>
                  </a:cubicBezTo>
                  <a:cubicBezTo>
                    <a:pt x="76355" y="27987"/>
                    <a:pt x="76555" y="27887"/>
                    <a:pt x="76689" y="27753"/>
                  </a:cubicBezTo>
                  <a:cubicBezTo>
                    <a:pt x="77122" y="27153"/>
                    <a:pt x="77556" y="26519"/>
                    <a:pt x="77990" y="25885"/>
                  </a:cubicBezTo>
                  <a:close/>
                  <a:moveTo>
                    <a:pt x="4170" y="28320"/>
                  </a:moveTo>
                  <a:cubicBezTo>
                    <a:pt x="4170" y="28387"/>
                    <a:pt x="4170" y="28454"/>
                    <a:pt x="4204" y="28487"/>
                  </a:cubicBezTo>
                  <a:cubicBezTo>
                    <a:pt x="4604" y="28487"/>
                    <a:pt x="5171" y="28654"/>
                    <a:pt x="5404" y="28420"/>
                  </a:cubicBezTo>
                  <a:cubicBezTo>
                    <a:pt x="6205" y="27687"/>
                    <a:pt x="6906" y="26786"/>
                    <a:pt x="7706" y="25852"/>
                  </a:cubicBezTo>
                  <a:cubicBezTo>
                    <a:pt x="7039" y="25819"/>
                    <a:pt x="6572" y="25752"/>
                    <a:pt x="6172" y="26186"/>
                  </a:cubicBezTo>
                  <a:cubicBezTo>
                    <a:pt x="5538" y="26919"/>
                    <a:pt x="4837" y="27587"/>
                    <a:pt x="4170" y="28320"/>
                  </a:cubicBezTo>
                  <a:close/>
                  <a:moveTo>
                    <a:pt x="35893" y="28020"/>
                  </a:moveTo>
                  <a:cubicBezTo>
                    <a:pt x="36693" y="28287"/>
                    <a:pt x="36994" y="28320"/>
                    <a:pt x="37160" y="28087"/>
                  </a:cubicBezTo>
                  <a:cubicBezTo>
                    <a:pt x="37661" y="27353"/>
                    <a:pt x="38128" y="26619"/>
                    <a:pt x="38628" y="25819"/>
                  </a:cubicBezTo>
                  <a:cubicBezTo>
                    <a:pt x="38061" y="25652"/>
                    <a:pt x="37594" y="25485"/>
                    <a:pt x="37227" y="25852"/>
                  </a:cubicBezTo>
                  <a:cubicBezTo>
                    <a:pt x="36660" y="26486"/>
                    <a:pt x="36360" y="27286"/>
                    <a:pt x="35893" y="28020"/>
                  </a:cubicBezTo>
                  <a:close/>
                  <a:moveTo>
                    <a:pt x="43498" y="28187"/>
                  </a:moveTo>
                  <a:cubicBezTo>
                    <a:pt x="43999" y="28187"/>
                    <a:pt x="44566" y="28454"/>
                    <a:pt x="44899" y="28054"/>
                  </a:cubicBezTo>
                  <a:cubicBezTo>
                    <a:pt x="45433" y="27320"/>
                    <a:pt x="45900" y="26552"/>
                    <a:pt x="46400" y="25752"/>
                  </a:cubicBezTo>
                  <a:cubicBezTo>
                    <a:pt x="45300" y="25618"/>
                    <a:pt x="45266" y="25618"/>
                    <a:pt x="44699" y="26319"/>
                  </a:cubicBezTo>
                  <a:cubicBezTo>
                    <a:pt x="44332" y="26753"/>
                    <a:pt x="43999" y="27186"/>
                    <a:pt x="43665" y="27653"/>
                  </a:cubicBezTo>
                  <a:cubicBezTo>
                    <a:pt x="43565" y="27820"/>
                    <a:pt x="43532" y="27987"/>
                    <a:pt x="43498" y="28187"/>
                  </a:cubicBezTo>
                  <a:close/>
                  <a:moveTo>
                    <a:pt x="72786" y="27787"/>
                  </a:moveTo>
                  <a:lnTo>
                    <a:pt x="72953" y="28054"/>
                  </a:lnTo>
                  <a:cubicBezTo>
                    <a:pt x="73386" y="27987"/>
                    <a:pt x="73987" y="28020"/>
                    <a:pt x="74254" y="27753"/>
                  </a:cubicBezTo>
                  <a:cubicBezTo>
                    <a:pt x="74787" y="27153"/>
                    <a:pt x="75254" y="26519"/>
                    <a:pt x="75655" y="25819"/>
                  </a:cubicBezTo>
                  <a:lnTo>
                    <a:pt x="75555" y="25652"/>
                  </a:lnTo>
                  <a:cubicBezTo>
                    <a:pt x="75054" y="25752"/>
                    <a:pt x="74454" y="25685"/>
                    <a:pt x="74120" y="25952"/>
                  </a:cubicBezTo>
                  <a:cubicBezTo>
                    <a:pt x="73620" y="26519"/>
                    <a:pt x="73186" y="27153"/>
                    <a:pt x="72786" y="27787"/>
                  </a:cubicBezTo>
                  <a:close/>
                  <a:moveTo>
                    <a:pt x="5438" y="26085"/>
                  </a:moveTo>
                  <a:cubicBezTo>
                    <a:pt x="4971" y="25885"/>
                    <a:pt x="4404" y="26019"/>
                    <a:pt x="4037" y="26386"/>
                  </a:cubicBezTo>
                  <a:cubicBezTo>
                    <a:pt x="3570" y="26819"/>
                    <a:pt x="3003" y="27186"/>
                    <a:pt x="2502" y="27587"/>
                  </a:cubicBezTo>
                  <a:cubicBezTo>
                    <a:pt x="2202" y="27820"/>
                    <a:pt x="1969" y="28120"/>
                    <a:pt x="1869" y="28487"/>
                  </a:cubicBezTo>
                  <a:cubicBezTo>
                    <a:pt x="2602" y="28687"/>
                    <a:pt x="3403" y="28420"/>
                    <a:pt x="3870" y="27787"/>
                  </a:cubicBezTo>
                  <a:cubicBezTo>
                    <a:pt x="4370" y="27186"/>
                    <a:pt x="4904" y="26653"/>
                    <a:pt x="5438" y="26085"/>
                  </a:cubicBezTo>
                  <a:close/>
                  <a:moveTo>
                    <a:pt x="52571" y="27920"/>
                  </a:moveTo>
                  <a:lnTo>
                    <a:pt x="52672" y="28120"/>
                  </a:lnTo>
                  <a:cubicBezTo>
                    <a:pt x="53105" y="28120"/>
                    <a:pt x="53672" y="28320"/>
                    <a:pt x="54006" y="27953"/>
                  </a:cubicBezTo>
                  <a:cubicBezTo>
                    <a:pt x="54573" y="27253"/>
                    <a:pt x="55073" y="26519"/>
                    <a:pt x="55540" y="25785"/>
                  </a:cubicBezTo>
                  <a:cubicBezTo>
                    <a:pt x="54473" y="25652"/>
                    <a:pt x="54373" y="25618"/>
                    <a:pt x="54006" y="26052"/>
                  </a:cubicBezTo>
                  <a:cubicBezTo>
                    <a:pt x="53505" y="26653"/>
                    <a:pt x="53038" y="27286"/>
                    <a:pt x="52571" y="27920"/>
                  </a:cubicBezTo>
                  <a:close/>
                  <a:moveTo>
                    <a:pt x="33925" y="28054"/>
                  </a:moveTo>
                  <a:lnTo>
                    <a:pt x="34092" y="28287"/>
                  </a:lnTo>
                  <a:cubicBezTo>
                    <a:pt x="34459" y="28220"/>
                    <a:pt x="34959" y="28254"/>
                    <a:pt x="35159" y="28020"/>
                  </a:cubicBezTo>
                  <a:cubicBezTo>
                    <a:pt x="35659" y="27286"/>
                    <a:pt x="36126" y="26552"/>
                    <a:pt x="36560" y="25752"/>
                  </a:cubicBezTo>
                  <a:cubicBezTo>
                    <a:pt x="35926" y="25719"/>
                    <a:pt x="35359" y="25452"/>
                    <a:pt x="34992" y="25952"/>
                  </a:cubicBezTo>
                  <a:cubicBezTo>
                    <a:pt x="34592" y="26653"/>
                    <a:pt x="34225" y="27353"/>
                    <a:pt x="33891" y="28087"/>
                  </a:cubicBezTo>
                  <a:close/>
                  <a:moveTo>
                    <a:pt x="19515" y="25852"/>
                  </a:moveTo>
                  <a:cubicBezTo>
                    <a:pt x="18414" y="25785"/>
                    <a:pt x="18214" y="25785"/>
                    <a:pt x="17880" y="26286"/>
                  </a:cubicBezTo>
                  <a:cubicBezTo>
                    <a:pt x="17446" y="26886"/>
                    <a:pt x="17180" y="27553"/>
                    <a:pt x="16813" y="28220"/>
                  </a:cubicBezTo>
                  <a:cubicBezTo>
                    <a:pt x="17947" y="28420"/>
                    <a:pt x="18013" y="28387"/>
                    <a:pt x="18547" y="27553"/>
                  </a:cubicBezTo>
                  <a:cubicBezTo>
                    <a:pt x="18847" y="27053"/>
                    <a:pt x="19148" y="26486"/>
                    <a:pt x="19515" y="25885"/>
                  </a:cubicBezTo>
                  <a:close/>
                  <a:moveTo>
                    <a:pt x="70885" y="25819"/>
                  </a:moveTo>
                  <a:cubicBezTo>
                    <a:pt x="69750" y="25685"/>
                    <a:pt x="69650" y="25652"/>
                    <a:pt x="69283" y="26085"/>
                  </a:cubicBezTo>
                  <a:cubicBezTo>
                    <a:pt x="68850" y="26653"/>
                    <a:pt x="68483" y="27253"/>
                    <a:pt x="68083" y="27820"/>
                  </a:cubicBezTo>
                  <a:cubicBezTo>
                    <a:pt x="69350" y="28287"/>
                    <a:pt x="69917" y="27653"/>
                    <a:pt x="70384" y="26753"/>
                  </a:cubicBezTo>
                  <a:cubicBezTo>
                    <a:pt x="70551" y="26452"/>
                    <a:pt x="70718" y="26152"/>
                    <a:pt x="70885" y="25852"/>
                  </a:cubicBezTo>
                  <a:close/>
                  <a:moveTo>
                    <a:pt x="32624" y="25752"/>
                  </a:moveTo>
                  <a:cubicBezTo>
                    <a:pt x="31790" y="25518"/>
                    <a:pt x="31290" y="25652"/>
                    <a:pt x="30956" y="26286"/>
                  </a:cubicBezTo>
                  <a:cubicBezTo>
                    <a:pt x="30756" y="26686"/>
                    <a:pt x="30456" y="27019"/>
                    <a:pt x="30189" y="27420"/>
                  </a:cubicBezTo>
                  <a:cubicBezTo>
                    <a:pt x="30055" y="27620"/>
                    <a:pt x="29955" y="27853"/>
                    <a:pt x="29789" y="28154"/>
                  </a:cubicBezTo>
                  <a:cubicBezTo>
                    <a:pt x="30356" y="28254"/>
                    <a:pt x="30823" y="28454"/>
                    <a:pt x="31123" y="27987"/>
                  </a:cubicBezTo>
                  <a:cubicBezTo>
                    <a:pt x="31623" y="27320"/>
                    <a:pt x="32090" y="26586"/>
                    <a:pt x="32624" y="25752"/>
                  </a:cubicBezTo>
                  <a:close/>
                  <a:moveTo>
                    <a:pt x="65981" y="27953"/>
                  </a:moveTo>
                  <a:cubicBezTo>
                    <a:pt x="66515" y="28087"/>
                    <a:pt x="67048" y="28154"/>
                    <a:pt x="67349" y="27853"/>
                  </a:cubicBezTo>
                  <a:cubicBezTo>
                    <a:pt x="67916" y="27120"/>
                    <a:pt x="68449" y="26352"/>
                    <a:pt x="68950" y="25585"/>
                  </a:cubicBezTo>
                  <a:cubicBezTo>
                    <a:pt x="68316" y="25685"/>
                    <a:pt x="67749" y="25618"/>
                    <a:pt x="67482" y="25852"/>
                  </a:cubicBezTo>
                  <a:cubicBezTo>
                    <a:pt x="66815" y="26452"/>
                    <a:pt x="66315" y="27153"/>
                    <a:pt x="65948" y="27953"/>
                  </a:cubicBezTo>
                  <a:close/>
                  <a:moveTo>
                    <a:pt x="60811" y="28087"/>
                  </a:moveTo>
                  <a:lnTo>
                    <a:pt x="62312" y="25752"/>
                  </a:lnTo>
                  <a:cubicBezTo>
                    <a:pt x="61778" y="25652"/>
                    <a:pt x="61278" y="25618"/>
                    <a:pt x="60977" y="25952"/>
                  </a:cubicBezTo>
                  <a:cubicBezTo>
                    <a:pt x="60344" y="26552"/>
                    <a:pt x="59877" y="27253"/>
                    <a:pt x="59543" y="28020"/>
                  </a:cubicBezTo>
                  <a:close/>
                  <a:moveTo>
                    <a:pt x="61711" y="27887"/>
                  </a:moveTo>
                  <a:lnTo>
                    <a:pt x="61811" y="28087"/>
                  </a:lnTo>
                  <a:cubicBezTo>
                    <a:pt x="62212" y="28020"/>
                    <a:pt x="62745" y="28120"/>
                    <a:pt x="62979" y="27887"/>
                  </a:cubicBezTo>
                  <a:cubicBezTo>
                    <a:pt x="63579" y="27286"/>
                    <a:pt x="64080" y="26552"/>
                    <a:pt x="64380" y="25719"/>
                  </a:cubicBezTo>
                  <a:cubicBezTo>
                    <a:pt x="64080" y="25685"/>
                    <a:pt x="63779" y="25685"/>
                    <a:pt x="63479" y="25719"/>
                  </a:cubicBezTo>
                  <a:cubicBezTo>
                    <a:pt x="63212" y="25785"/>
                    <a:pt x="62946" y="25952"/>
                    <a:pt x="62745" y="26152"/>
                  </a:cubicBezTo>
                  <a:cubicBezTo>
                    <a:pt x="62345" y="26686"/>
                    <a:pt x="62045" y="27286"/>
                    <a:pt x="61711" y="27887"/>
                  </a:cubicBezTo>
                  <a:close/>
                  <a:moveTo>
                    <a:pt x="65247" y="25785"/>
                  </a:moveTo>
                  <a:cubicBezTo>
                    <a:pt x="64680" y="26452"/>
                    <a:pt x="64213" y="27186"/>
                    <a:pt x="63813" y="27953"/>
                  </a:cubicBezTo>
                  <a:cubicBezTo>
                    <a:pt x="64413" y="28087"/>
                    <a:pt x="64914" y="28254"/>
                    <a:pt x="65281" y="27787"/>
                  </a:cubicBezTo>
                  <a:cubicBezTo>
                    <a:pt x="65748" y="27186"/>
                    <a:pt x="66148" y="26519"/>
                    <a:pt x="66615" y="25819"/>
                  </a:cubicBezTo>
                  <a:close/>
                  <a:moveTo>
                    <a:pt x="40630" y="25585"/>
                  </a:moveTo>
                  <a:cubicBezTo>
                    <a:pt x="40063" y="25719"/>
                    <a:pt x="39596" y="25719"/>
                    <a:pt x="39395" y="25952"/>
                  </a:cubicBezTo>
                  <a:cubicBezTo>
                    <a:pt x="38728" y="26619"/>
                    <a:pt x="38228" y="27420"/>
                    <a:pt x="37928" y="28287"/>
                  </a:cubicBezTo>
                  <a:cubicBezTo>
                    <a:pt x="38428" y="28120"/>
                    <a:pt x="38928" y="28521"/>
                    <a:pt x="39229" y="27987"/>
                  </a:cubicBezTo>
                  <a:cubicBezTo>
                    <a:pt x="39662" y="27253"/>
                    <a:pt x="40096" y="26486"/>
                    <a:pt x="40663" y="25552"/>
                  </a:cubicBezTo>
                  <a:close/>
                  <a:moveTo>
                    <a:pt x="31723" y="28254"/>
                  </a:moveTo>
                  <a:cubicBezTo>
                    <a:pt x="32390" y="28254"/>
                    <a:pt x="32857" y="28487"/>
                    <a:pt x="33124" y="28020"/>
                  </a:cubicBezTo>
                  <a:cubicBezTo>
                    <a:pt x="33558" y="27320"/>
                    <a:pt x="33958" y="26619"/>
                    <a:pt x="34459" y="25685"/>
                  </a:cubicBezTo>
                  <a:cubicBezTo>
                    <a:pt x="33891" y="25785"/>
                    <a:pt x="33391" y="25685"/>
                    <a:pt x="33258" y="25885"/>
                  </a:cubicBezTo>
                  <a:cubicBezTo>
                    <a:pt x="32724" y="26653"/>
                    <a:pt x="32224" y="27420"/>
                    <a:pt x="31757" y="28254"/>
                  </a:cubicBezTo>
                  <a:close/>
                  <a:moveTo>
                    <a:pt x="96570" y="27687"/>
                  </a:moveTo>
                  <a:cubicBezTo>
                    <a:pt x="97537" y="28020"/>
                    <a:pt x="98171" y="27853"/>
                    <a:pt x="98604" y="27153"/>
                  </a:cubicBezTo>
                  <a:cubicBezTo>
                    <a:pt x="98838" y="26786"/>
                    <a:pt x="99071" y="26419"/>
                    <a:pt x="99372" y="25952"/>
                  </a:cubicBezTo>
                  <a:cubicBezTo>
                    <a:pt x="98871" y="25952"/>
                    <a:pt x="98471" y="25919"/>
                    <a:pt x="98037" y="25952"/>
                  </a:cubicBezTo>
                  <a:cubicBezTo>
                    <a:pt x="97904" y="25952"/>
                    <a:pt x="97770" y="26019"/>
                    <a:pt x="97670" y="26119"/>
                  </a:cubicBezTo>
                  <a:cubicBezTo>
                    <a:pt x="97337" y="26586"/>
                    <a:pt x="97003" y="27086"/>
                    <a:pt x="96603" y="27653"/>
                  </a:cubicBezTo>
                  <a:close/>
                  <a:moveTo>
                    <a:pt x="9341" y="26052"/>
                  </a:moveTo>
                  <a:cubicBezTo>
                    <a:pt x="9341" y="25985"/>
                    <a:pt x="9307" y="25919"/>
                    <a:pt x="9274" y="25819"/>
                  </a:cubicBezTo>
                  <a:cubicBezTo>
                    <a:pt x="8974" y="25885"/>
                    <a:pt x="8573" y="25819"/>
                    <a:pt x="8373" y="26019"/>
                  </a:cubicBezTo>
                  <a:cubicBezTo>
                    <a:pt x="7639" y="26786"/>
                    <a:pt x="6972" y="27587"/>
                    <a:pt x="6205" y="28454"/>
                  </a:cubicBezTo>
                  <a:cubicBezTo>
                    <a:pt x="6906" y="28554"/>
                    <a:pt x="7406" y="28587"/>
                    <a:pt x="7806" y="28087"/>
                  </a:cubicBezTo>
                  <a:cubicBezTo>
                    <a:pt x="8340" y="27386"/>
                    <a:pt x="8874" y="26719"/>
                    <a:pt x="9374" y="26019"/>
                  </a:cubicBezTo>
                  <a:close/>
                  <a:moveTo>
                    <a:pt x="79491" y="27787"/>
                  </a:moveTo>
                  <a:cubicBezTo>
                    <a:pt x="80258" y="28020"/>
                    <a:pt x="80525" y="28087"/>
                    <a:pt x="80692" y="27787"/>
                  </a:cubicBezTo>
                  <a:cubicBezTo>
                    <a:pt x="81192" y="27153"/>
                    <a:pt x="81592" y="26452"/>
                    <a:pt x="82093" y="25719"/>
                  </a:cubicBezTo>
                  <a:cubicBezTo>
                    <a:pt x="81492" y="25652"/>
                    <a:pt x="81025" y="25552"/>
                    <a:pt x="80658" y="25919"/>
                  </a:cubicBezTo>
                  <a:cubicBezTo>
                    <a:pt x="80158" y="26452"/>
                    <a:pt x="79791" y="27086"/>
                    <a:pt x="79524" y="27787"/>
                  </a:cubicBezTo>
                  <a:close/>
                  <a:moveTo>
                    <a:pt x="26053" y="25752"/>
                  </a:moveTo>
                  <a:cubicBezTo>
                    <a:pt x="25419" y="25785"/>
                    <a:pt x="24952" y="25552"/>
                    <a:pt x="24652" y="26052"/>
                  </a:cubicBezTo>
                  <a:cubicBezTo>
                    <a:pt x="24218" y="26786"/>
                    <a:pt x="23818" y="27486"/>
                    <a:pt x="23384" y="28220"/>
                  </a:cubicBezTo>
                  <a:cubicBezTo>
                    <a:pt x="24084" y="28454"/>
                    <a:pt x="24518" y="28287"/>
                    <a:pt x="24818" y="27720"/>
                  </a:cubicBezTo>
                  <a:cubicBezTo>
                    <a:pt x="25219" y="27086"/>
                    <a:pt x="25619" y="26486"/>
                    <a:pt x="26086" y="25719"/>
                  </a:cubicBezTo>
                  <a:close/>
                  <a:moveTo>
                    <a:pt x="13510" y="26052"/>
                  </a:moveTo>
                  <a:lnTo>
                    <a:pt x="13377" y="25852"/>
                  </a:lnTo>
                  <a:cubicBezTo>
                    <a:pt x="13043" y="25919"/>
                    <a:pt x="12610" y="25852"/>
                    <a:pt x="12409" y="26085"/>
                  </a:cubicBezTo>
                  <a:cubicBezTo>
                    <a:pt x="11809" y="26786"/>
                    <a:pt x="11275" y="27553"/>
                    <a:pt x="10675" y="28354"/>
                  </a:cubicBezTo>
                  <a:cubicBezTo>
                    <a:pt x="11676" y="28487"/>
                    <a:pt x="11709" y="28521"/>
                    <a:pt x="11942" y="28220"/>
                  </a:cubicBezTo>
                  <a:cubicBezTo>
                    <a:pt x="12510" y="27486"/>
                    <a:pt x="13010" y="26753"/>
                    <a:pt x="13544" y="26019"/>
                  </a:cubicBezTo>
                  <a:close/>
                  <a:moveTo>
                    <a:pt x="88097" y="27953"/>
                  </a:moveTo>
                  <a:cubicBezTo>
                    <a:pt x="88330" y="27553"/>
                    <a:pt x="88564" y="27220"/>
                    <a:pt x="88764" y="26853"/>
                  </a:cubicBezTo>
                  <a:cubicBezTo>
                    <a:pt x="88997" y="26519"/>
                    <a:pt x="89364" y="26319"/>
                    <a:pt x="89398" y="25852"/>
                  </a:cubicBezTo>
                  <a:cubicBezTo>
                    <a:pt x="88797" y="25618"/>
                    <a:pt x="88097" y="25852"/>
                    <a:pt x="87797" y="26419"/>
                  </a:cubicBezTo>
                  <a:cubicBezTo>
                    <a:pt x="87596" y="26719"/>
                    <a:pt x="87330" y="26986"/>
                    <a:pt x="87096" y="27253"/>
                  </a:cubicBezTo>
                  <a:cubicBezTo>
                    <a:pt x="86996" y="27453"/>
                    <a:pt x="86929" y="27653"/>
                    <a:pt x="86863" y="27853"/>
                  </a:cubicBezTo>
                  <a:cubicBezTo>
                    <a:pt x="87163" y="27887"/>
                    <a:pt x="87430" y="27920"/>
                    <a:pt x="87663" y="27953"/>
                  </a:cubicBezTo>
                  <a:cubicBezTo>
                    <a:pt x="87830" y="27920"/>
                    <a:pt x="87963" y="27920"/>
                    <a:pt x="88130" y="27920"/>
                  </a:cubicBezTo>
                  <a:close/>
                  <a:moveTo>
                    <a:pt x="79991" y="25852"/>
                  </a:moveTo>
                  <a:cubicBezTo>
                    <a:pt x="78757" y="25685"/>
                    <a:pt x="78123" y="26252"/>
                    <a:pt x="77423" y="28087"/>
                  </a:cubicBezTo>
                  <a:cubicBezTo>
                    <a:pt x="77890" y="27953"/>
                    <a:pt x="78423" y="27987"/>
                    <a:pt x="78657" y="27753"/>
                  </a:cubicBezTo>
                  <a:cubicBezTo>
                    <a:pt x="79157" y="27153"/>
                    <a:pt x="79591" y="26519"/>
                    <a:pt x="79991" y="25852"/>
                  </a:cubicBezTo>
                  <a:close/>
                  <a:moveTo>
                    <a:pt x="41530" y="28287"/>
                  </a:moveTo>
                  <a:cubicBezTo>
                    <a:pt x="42031" y="28187"/>
                    <a:pt x="42431" y="28220"/>
                    <a:pt x="42598" y="28054"/>
                  </a:cubicBezTo>
                  <a:cubicBezTo>
                    <a:pt x="43231" y="27353"/>
                    <a:pt x="43732" y="26586"/>
                    <a:pt x="44299" y="25819"/>
                  </a:cubicBezTo>
                  <a:cubicBezTo>
                    <a:pt x="43398" y="25518"/>
                    <a:pt x="42931" y="25985"/>
                    <a:pt x="42564" y="26552"/>
                  </a:cubicBezTo>
                  <a:cubicBezTo>
                    <a:pt x="42297" y="27053"/>
                    <a:pt x="41997" y="27520"/>
                    <a:pt x="41564" y="28254"/>
                  </a:cubicBezTo>
                  <a:close/>
                  <a:moveTo>
                    <a:pt x="14978" y="28320"/>
                  </a:moveTo>
                  <a:cubicBezTo>
                    <a:pt x="15412" y="28387"/>
                    <a:pt x="15712" y="28487"/>
                    <a:pt x="15979" y="28187"/>
                  </a:cubicBezTo>
                  <a:cubicBezTo>
                    <a:pt x="16579" y="27486"/>
                    <a:pt x="17013" y="26719"/>
                    <a:pt x="17346" y="25919"/>
                  </a:cubicBezTo>
                  <a:cubicBezTo>
                    <a:pt x="16846" y="25685"/>
                    <a:pt x="16246" y="25919"/>
                    <a:pt x="16045" y="26419"/>
                  </a:cubicBezTo>
                  <a:cubicBezTo>
                    <a:pt x="15678" y="27019"/>
                    <a:pt x="15378" y="27620"/>
                    <a:pt x="14978" y="28287"/>
                  </a:cubicBezTo>
                  <a:close/>
                  <a:moveTo>
                    <a:pt x="90899" y="27653"/>
                  </a:moveTo>
                  <a:lnTo>
                    <a:pt x="90966" y="27887"/>
                  </a:lnTo>
                  <a:cubicBezTo>
                    <a:pt x="91399" y="27820"/>
                    <a:pt x="91966" y="27887"/>
                    <a:pt x="92233" y="27620"/>
                  </a:cubicBezTo>
                  <a:cubicBezTo>
                    <a:pt x="92700" y="27086"/>
                    <a:pt x="93100" y="26519"/>
                    <a:pt x="93467" y="25885"/>
                  </a:cubicBezTo>
                  <a:cubicBezTo>
                    <a:pt x="92033" y="25885"/>
                    <a:pt x="92033" y="25885"/>
                    <a:pt x="91399" y="26919"/>
                  </a:cubicBezTo>
                  <a:cubicBezTo>
                    <a:pt x="91266" y="27153"/>
                    <a:pt x="91099" y="27386"/>
                    <a:pt x="90932" y="27620"/>
                  </a:cubicBezTo>
                  <a:close/>
                  <a:moveTo>
                    <a:pt x="39796" y="28187"/>
                  </a:moveTo>
                  <a:cubicBezTo>
                    <a:pt x="40296" y="28187"/>
                    <a:pt x="40730" y="28320"/>
                    <a:pt x="41030" y="27887"/>
                  </a:cubicBezTo>
                  <a:lnTo>
                    <a:pt x="42398" y="25785"/>
                  </a:lnTo>
                  <a:cubicBezTo>
                    <a:pt x="41830" y="25518"/>
                    <a:pt x="41197" y="25785"/>
                    <a:pt x="40930" y="26352"/>
                  </a:cubicBezTo>
                  <a:close/>
                  <a:moveTo>
                    <a:pt x="88831" y="27887"/>
                  </a:moveTo>
                  <a:cubicBezTo>
                    <a:pt x="90032" y="27920"/>
                    <a:pt x="90665" y="27386"/>
                    <a:pt x="91232" y="25885"/>
                  </a:cubicBezTo>
                  <a:lnTo>
                    <a:pt x="90232" y="25885"/>
                  </a:lnTo>
                  <a:close/>
                  <a:moveTo>
                    <a:pt x="84961" y="27887"/>
                  </a:moveTo>
                  <a:cubicBezTo>
                    <a:pt x="85495" y="27920"/>
                    <a:pt x="85895" y="28054"/>
                    <a:pt x="86195" y="27653"/>
                  </a:cubicBezTo>
                  <a:lnTo>
                    <a:pt x="87496" y="25885"/>
                  </a:lnTo>
                  <a:cubicBezTo>
                    <a:pt x="86763" y="25652"/>
                    <a:pt x="86195" y="25785"/>
                    <a:pt x="85829" y="26486"/>
                  </a:cubicBezTo>
                  <a:cubicBezTo>
                    <a:pt x="85595" y="26886"/>
                    <a:pt x="85328" y="27286"/>
                    <a:pt x="84961" y="27853"/>
                  </a:cubicBezTo>
                  <a:close/>
                  <a:moveTo>
                    <a:pt x="97037" y="26019"/>
                  </a:moveTo>
                  <a:cubicBezTo>
                    <a:pt x="95969" y="25785"/>
                    <a:pt x="95035" y="26552"/>
                    <a:pt x="94702" y="27887"/>
                  </a:cubicBezTo>
                  <a:cubicBezTo>
                    <a:pt x="95169" y="27787"/>
                    <a:pt x="95702" y="28020"/>
                    <a:pt x="96036" y="27486"/>
                  </a:cubicBezTo>
                  <a:cubicBezTo>
                    <a:pt x="96369" y="26953"/>
                    <a:pt x="96670" y="26519"/>
                    <a:pt x="97037" y="25985"/>
                  </a:cubicBezTo>
                  <a:close/>
                  <a:moveTo>
                    <a:pt x="99038" y="27853"/>
                  </a:moveTo>
                  <a:cubicBezTo>
                    <a:pt x="99372" y="27853"/>
                    <a:pt x="99638" y="27920"/>
                    <a:pt x="99738" y="27820"/>
                  </a:cubicBezTo>
                  <a:cubicBezTo>
                    <a:pt x="100406" y="27286"/>
                    <a:pt x="101006" y="26753"/>
                    <a:pt x="101707" y="26152"/>
                  </a:cubicBezTo>
                  <a:cubicBezTo>
                    <a:pt x="100105" y="25819"/>
                    <a:pt x="99872" y="25919"/>
                    <a:pt x="99038" y="27820"/>
                  </a:cubicBezTo>
                  <a:close/>
                  <a:moveTo>
                    <a:pt x="85628" y="25719"/>
                  </a:moveTo>
                  <a:cubicBezTo>
                    <a:pt x="85228" y="25785"/>
                    <a:pt x="84895" y="25719"/>
                    <a:pt x="84694" y="25885"/>
                  </a:cubicBezTo>
                  <a:cubicBezTo>
                    <a:pt x="84027" y="26352"/>
                    <a:pt x="83527" y="27053"/>
                    <a:pt x="83293" y="27853"/>
                  </a:cubicBezTo>
                  <a:lnTo>
                    <a:pt x="84227" y="27853"/>
                  </a:lnTo>
                  <a:close/>
                  <a:moveTo>
                    <a:pt x="81392" y="27853"/>
                  </a:moveTo>
                  <a:cubicBezTo>
                    <a:pt x="81892" y="27887"/>
                    <a:pt x="82259" y="28120"/>
                    <a:pt x="82560" y="27720"/>
                  </a:cubicBezTo>
                  <a:cubicBezTo>
                    <a:pt x="82960" y="27086"/>
                    <a:pt x="83393" y="26486"/>
                    <a:pt x="83794" y="25785"/>
                  </a:cubicBezTo>
                  <a:cubicBezTo>
                    <a:pt x="83293" y="25618"/>
                    <a:pt x="82726" y="25819"/>
                    <a:pt x="82459" y="26319"/>
                  </a:cubicBezTo>
                  <a:cubicBezTo>
                    <a:pt x="82193" y="26786"/>
                    <a:pt x="81826" y="27220"/>
                    <a:pt x="81425" y="27820"/>
                  </a:cubicBezTo>
                  <a:close/>
                  <a:moveTo>
                    <a:pt x="95102" y="25952"/>
                  </a:moveTo>
                  <a:cubicBezTo>
                    <a:pt x="94101" y="25819"/>
                    <a:pt x="93367" y="26552"/>
                    <a:pt x="93167" y="27787"/>
                  </a:cubicBezTo>
                  <a:cubicBezTo>
                    <a:pt x="93801" y="27820"/>
                    <a:pt x="93834" y="27853"/>
                    <a:pt x="94001" y="27553"/>
                  </a:cubicBezTo>
                  <a:cubicBezTo>
                    <a:pt x="94368" y="27053"/>
                    <a:pt x="94702" y="26486"/>
                    <a:pt x="95102" y="259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1" name="Google Shape;201;p19"/>
            <p:cNvSpPr/>
            <p:nvPr/>
          </p:nvSpPr>
          <p:spPr>
            <a:xfrm>
              <a:off x="3454626" y="1777243"/>
              <a:ext cx="457205" cy="432477"/>
            </a:xfrm>
            <a:custGeom>
              <a:rect b="b" l="l" r="r" t="t"/>
              <a:pathLst>
                <a:path extrusionOk="0" h="18118" w="19326">
                  <a:moveTo>
                    <a:pt x="17628" y="1133"/>
                  </a:moveTo>
                  <a:cubicBezTo>
                    <a:pt x="17939" y="1133"/>
                    <a:pt x="18193" y="1387"/>
                    <a:pt x="18193" y="1701"/>
                  </a:cubicBezTo>
                  <a:lnTo>
                    <a:pt x="18193" y="11324"/>
                  </a:lnTo>
                  <a:lnTo>
                    <a:pt x="1133" y="11324"/>
                  </a:lnTo>
                  <a:lnTo>
                    <a:pt x="1133" y="1701"/>
                  </a:lnTo>
                  <a:cubicBezTo>
                    <a:pt x="1133" y="1387"/>
                    <a:pt x="1387" y="1133"/>
                    <a:pt x="1701" y="1133"/>
                  </a:cubicBezTo>
                  <a:close/>
                  <a:moveTo>
                    <a:pt x="18193" y="12456"/>
                  </a:moveTo>
                  <a:lnTo>
                    <a:pt x="18193" y="13024"/>
                  </a:lnTo>
                  <a:cubicBezTo>
                    <a:pt x="18193" y="13335"/>
                    <a:pt x="17939" y="13588"/>
                    <a:pt x="17628" y="13588"/>
                  </a:cubicBezTo>
                  <a:lnTo>
                    <a:pt x="1701" y="13588"/>
                  </a:lnTo>
                  <a:cubicBezTo>
                    <a:pt x="1387" y="13588"/>
                    <a:pt x="1133" y="13335"/>
                    <a:pt x="1133" y="13024"/>
                  </a:cubicBezTo>
                  <a:lnTo>
                    <a:pt x="1133" y="12456"/>
                  </a:lnTo>
                  <a:close/>
                  <a:moveTo>
                    <a:pt x="11520" y="14720"/>
                  </a:moveTo>
                  <a:lnTo>
                    <a:pt x="12275" y="16985"/>
                  </a:lnTo>
                  <a:lnTo>
                    <a:pt x="7051" y="16985"/>
                  </a:lnTo>
                  <a:lnTo>
                    <a:pt x="7806" y="14720"/>
                  </a:lnTo>
                  <a:close/>
                  <a:moveTo>
                    <a:pt x="1701" y="1"/>
                  </a:moveTo>
                  <a:cubicBezTo>
                    <a:pt x="762" y="1"/>
                    <a:pt x="1" y="762"/>
                    <a:pt x="1" y="1701"/>
                  </a:cubicBezTo>
                  <a:lnTo>
                    <a:pt x="1" y="13024"/>
                  </a:lnTo>
                  <a:cubicBezTo>
                    <a:pt x="1" y="13960"/>
                    <a:pt x="762" y="14720"/>
                    <a:pt x="1701" y="14720"/>
                  </a:cubicBezTo>
                  <a:lnTo>
                    <a:pt x="6614" y="14720"/>
                  </a:lnTo>
                  <a:lnTo>
                    <a:pt x="5859" y="16985"/>
                  </a:lnTo>
                  <a:lnTo>
                    <a:pt x="4002" y="16985"/>
                  </a:lnTo>
                  <a:cubicBezTo>
                    <a:pt x="3688" y="16985"/>
                    <a:pt x="3437" y="17239"/>
                    <a:pt x="3437" y="17553"/>
                  </a:cubicBezTo>
                  <a:cubicBezTo>
                    <a:pt x="3437" y="17864"/>
                    <a:pt x="3688" y="18117"/>
                    <a:pt x="4002" y="18117"/>
                  </a:cubicBezTo>
                  <a:lnTo>
                    <a:pt x="15325" y="18117"/>
                  </a:lnTo>
                  <a:cubicBezTo>
                    <a:pt x="15639" y="18117"/>
                    <a:pt x="15889" y="17864"/>
                    <a:pt x="15889" y="17553"/>
                  </a:cubicBezTo>
                  <a:cubicBezTo>
                    <a:pt x="15889" y="17239"/>
                    <a:pt x="15639" y="16985"/>
                    <a:pt x="15325" y="16985"/>
                  </a:cubicBezTo>
                  <a:lnTo>
                    <a:pt x="13468" y="16985"/>
                  </a:lnTo>
                  <a:lnTo>
                    <a:pt x="12713" y="14720"/>
                  </a:lnTo>
                  <a:lnTo>
                    <a:pt x="17628" y="14720"/>
                  </a:lnTo>
                  <a:cubicBezTo>
                    <a:pt x="18565" y="14720"/>
                    <a:pt x="19325" y="13960"/>
                    <a:pt x="19325" y="13024"/>
                  </a:cubicBezTo>
                  <a:lnTo>
                    <a:pt x="19325" y="1701"/>
                  </a:lnTo>
                  <a:cubicBezTo>
                    <a:pt x="19325" y="762"/>
                    <a:pt x="18565" y="1"/>
                    <a:pt x="176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02" name="Google Shape;202;p19"/>
          <p:cNvGrpSpPr/>
          <p:nvPr/>
        </p:nvGrpSpPr>
        <p:grpSpPr>
          <a:xfrm>
            <a:off x="1066800" y="3341101"/>
            <a:ext cx="3172602" cy="1475131"/>
            <a:chOff x="1066800" y="3341101"/>
            <a:chExt cx="3172602" cy="1475131"/>
          </a:xfrm>
        </p:grpSpPr>
        <p:grpSp>
          <p:nvGrpSpPr>
            <p:cNvPr id="203" name="Google Shape;203;p19"/>
            <p:cNvGrpSpPr/>
            <p:nvPr/>
          </p:nvGrpSpPr>
          <p:grpSpPr>
            <a:xfrm>
              <a:off x="3454615" y="3740127"/>
              <a:ext cx="457204" cy="386844"/>
              <a:chOff x="2676100" y="1456375"/>
              <a:chExt cx="501100" cy="424450"/>
            </a:xfrm>
          </p:grpSpPr>
          <p:sp>
            <p:nvSpPr>
              <p:cNvPr id="204" name="Google Shape;204;p19"/>
              <p:cNvSpPr/>
              <p:nvPr/>
            </p:nvSpPr>
            <p:spPr>
              <a:xfrm>
                <a:off x="3079725" y="1534750"/>
                <a:ext cx="97475" cy="268275"/>
              </a:xfrm>
              <a:custGeom>
                <a:rect b="b" l="l" r="r" t="t"/>
                <a:pathLst>
                  <a:path extrusionOk="0" h="10731" w="3899">
                    <a:moveTo>
                      <a:pt x="621" y="1"/>
                    </a:moveTo>
                    <a:cubicBezTo>
                      <a:pt x="476" y="1"/>
                      <a:pt x="331" y="56"/>
                      <a:pt x="221" y="166"/>
                    </a:cubicBezTo>
                    <a:cubicBezTo>
                      <a:pt x="0" y="387"/>
                      <a:pt x="0" y="746"/>
                      <a:pt x="221" y="966"/>
                    </a:cubicBezTo>
                    <a:cubicBezTo>
                      <a:pt x="2657" y="3397"/>
                      <a:pt x="2657" y="7340"/>
                      <a:pt x="221" y="9771"/>
                    </a:cubicBezTo>
                    <a:cubicBezTo>
                      <a:pt x="6" y="9992"/>
                      <a:pt x="9" y="10345"/>
                      <a:pt x="230" y="10565"/>
                    </a:cubicBezTo>
                    <a:cubicBezTo>
                      <a:pt x="340" y="10675"/>
                      <a:pt x="484" y="10730"/>
                      <a:pt x="629" y="10730"/>
                    </a:cubicBezTo>
                    <a:cubicBezTo>
                      <a:pt x="770" y="10730"/>
                      <a:pt x="912" y="10677"/>
                      <a:pt x="1021" y="10571"/>
                    </a:cubicBezTo>
                    <a:cubicBezTo>
                      <a:pt x="3898" y="7700"/>
                      <a:pt x="3898" y="3038"/>
                      <a:pt x="1021" y="166"/>
                    </a:cubicBezTo>
                    <a:cubicBezTo>
                      <a:pt x="911" y="56"/>
                      <a:pt x="766" y="1"/>
                      <a:pt x="6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05" name="Google Shape;205;p19"/>
              <p:cNvSpPr/>
              <p:nvPr/>
            </p:nvSpPr>
            <p:spPr>
              <a:xfrm>
                <a:off x="3039725" y="1574925"/>
                <a:ext cx="75350" cy="188250"/>
              </a:xfrm>
              <a:custGeom>
                <a:rect b="b" l="l" r="r" t="t"/>
                <a:pathLst>
                  <a:path extrusionOk="0" h="7530" w="3014">
                    <a:moveTo>
                      <a:pt x="629" y="1"/>
                    </a:moveTo>
                    <a:cubicBezTo>
                      <a:pt x="484" y="1"/>
                      <a:pt x="339" y="56"/>
                      <a:pt x="230" y="166"/>
                    </a:cubicBezTo>
                    <a:cubicBezTo>
                      <a:pt x="12" y="383"/>
                      <a:pt x="9" y="736"/>
                      <a:pt x="224" y="960"/>
                    </a:cubicBezTo>
                    <a:cubicBezTo>
                      <a:pt x="1769" y="2506"/>
                      <a:pt x="1769" y="5018"/>
                      <a:pt x="224" y="6564"/>
                    </a:cubicBezTo>
                    <a:cubicBezTo>
                      <a:pt x="0" y="6784"/>
                      <a:pt x="0" y="7144"/>
                      <a:pt x="224" y="7364"/>
                    </a:cubicBezTo>
                    <a:cubicBezTo>
                      <a:pt x="334" y="7474"/>
                      <a:pt x="479" y="7529"/>
                      <a:pt x="624" y="7529"/>
                    </a:cubicBezTo>
                    <a:cubicBezTo>
                      <a:pt x="769" y="7529"/>
                      <a:pt x="913" y="7474"/>
                      <a:pt x="1024" y="7364"/>
                    </a:cubicBezTo>
                    <a:cubicBezTo>
                      <a:pt x="3013" y="5374"/>
                      <a:pt x="3013" y="2149"/>
                      <a:pt x="1024" y="160"/>
                    </a:cubicBezTo>
                    <a:cubicBezTo>
                      <a:pt x="913" y="53"/>
                      <a:pt x="771" y="1"/>
                      <a:pt x="62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06" name="Google Shape;206;p19"/>
              <p:cNvSpPr/>
              <p:nvPr/>
            </p:nvSpPr>
            <p:spPr>
              <a:xfrm>
                <a:off x="2676100" y="1456375"/>
                <a:ext cx="340700" cy="424450"/>
              </a:xfrm>
              <a:custGeom>
                <a:rect b="b" l="l" r="r" t="t"/>
                <a:pathLst>
                  <a:path extrusionOk="0" h="16978" w="13628">
                    <a:moveTo>
                      <a:pt x="2265" y="6792"/>
                    </a:moveTo>
                    <a:lnTo>
                      <a:pt x="2265" y="10189"/>
                    </a:lnTo>
                    <a:lnTo>
                      <a:pt x="1700" y="10189"/>
                    </a:lnTo>
                    <a:cubicBezTo>
                      <a:pt x="1386" y="10189"/>
                      <a:pt x="1133" y="9935"/>
                      <a:pt x="1133" y="9621"/>
                    </a:cubicBezTo>
                    <a:lnTo>
                      <a:pt x="1133" y="7356"/>
                    </a:lnTo>
                    <a:cubicBezTo>
                      <a:pt x="1133" y="7042"/>
                      <a:pt x="1386" y="6792"/>
                      <a:pt x="1700" y="6792"/>
                    </a:cubicBezTo>
                    <a:close/>
                    <a:moveTo>
                      <a:pt x="5701" y="5659"/>
                    </a:moveTo>
                    <a:lnTo>
                      <a:pt x="5701" y="11321"/>
                    </a:lnTo>
                    <a:lnTo>
                      <a:pt x="3965" y="11321"/>
                    </a:lnTo>
                    <a:cubicBezTo>
                      <a:pt x="3651" y="11321"/>
                      <a:pt x="3397" y="11067"/>
                      <a:pt x="3397" y="10753"/>
                    </a:cubicBezTo>
                    <a:lnTo>
                      <a:pt x="3397" y="6224"/>
                    </a:lnTo>
                    <a:cubicBezTo>
                      <a:pt x="3397" y="5910"/>
                      <a:pt x="3651" y="5659"/>
                      <a:pt x="3965" y="5659"/>
                    </a:cubicBezTo>
                    <a:close/>
                    <a:moveTo>
                      <a:pt x="10230" y="2827"/>
                    </a:moveTo>
                    <a:lnTo>
                      <a:pt x="10230" y="14150"/>
                    </a:lnTo>
                    <a:lnTo>
                      <a:pt x="6833" y="11602"/>
                    </a:lnTo>
                    <a:lnTo>
                      <a:pt x="6833" y="5376"/>
                    </a:lnTo>
                    <a:lnTo>
                      <a:pt x="10230" y="2827"/>
                    </a:lnTo>
                    <a:close/>
                    <a:moveTo>
                      <a:pt x="11927" y="1130"/>
                    </a:moveTo>
                    <a:cubicBezTo>
                      <a:pt x="12241" y="1130"/>
                      <a:pt x="12495" y="1381"/>
                      <a:pt x="12495" y="1695"/>
                    </a:cubicBezTo>
                    <a:lnTo>
                      <a:pt x="12495" y="15282"/>
                    </a:lnTo>
                    <a:cubicBezTo>
                      <a:pt x="12495" y="15596"/>
                      <a:pt x="12241" y="15847"/>
                      <a:pt x="11927" y="15847"/>
                    </a:cubicBezTo>
                    <a:cubicBezTo>
                      <a:pt x="11613" y="15847"/>
                      <a:pt x="11363" y="15596"/>
                      <a:pt x="11363" y="15282"/>
                    </a:cubicBezTo>
                    <a:lnTo>
                      <a:pt x="11363" y="1695"/>
                    </a:lnTo>
                    <a:cubicBezTo>
                      <a:pt x="11363" y="1381"/>
                      <a:pt x="11613" y="1130"/>
                      <a:pt x="11927" y="1130"/>
                    </a:cubicBezTo>
                    <a:close/>
                    <a:moveTo>
                      <a:pt x="11925" y="0"/>
                    </a:moveTo>
                    <a:cubicBezTo>
                      <a:pt x="11115" y="0"/>
                      <a:pt x="10405" y="580"/>
                      <a:pt x="10257" y="1393"/>
                    </a:cubicBezTo>
                    <a:lnTo>
                      <a:pt x="6079" y="4527"/>
                    </a:lnTo>
                    <a:lnTo>
                      <a:pt x="3965" y="4527"/>
                    </a:lnTo>
                    <a:cubicBezTo>
                      <a:pt x="3243" y="4527"/>
                      <a:pt x="2603" y="4980"/>
                      <a:pt x="2362" y="5659"/>
                    </a:cubicBezTo>
                    <a:lnTo>
                      <a:pt x="1700" y="5659"/>
                    </a:lnTo>
                    <a:cubicBezTo>
                      <a:pt x="761" y="5659"/>
                      <a:pt x="0" y="6417"/>
                      <a:pt x="0" y="7356"/>
                    </a:cubicBezTo>
                    <a:lnTo>
                      <a:pt x="0" y="9621"/>
                    </a:lnTo>
                    <a:cubicBezTo>
                      <a:pt x="0" y="10560"/>
                      <a:pt x="761" y="11318"/>
                      <a:pt x="1700" y="11321"/>
                    </a:cubicBezTo>
                    <a:lnTo>
                      <a:pt x="2362" y="11321"/>
                    </a:lnTo>
                    <a:cubicBezTo>
                      <a:pt x="2603" y="11997"/>
                      <a:pt x="3243" y="12450"/>
                      <a:pt x="3965" y="12453"/>
                    </a:cubicBezTo>
                    <a:lnTo>
                      <a:pt x="6079" y="12453"/>
                    </a:lnTo>
                    <a:lnTo>
                      <a:pt x="10257" y="15584"/>
                    </a:lnTo>
                    <a:cubicBezTo>
                      <a:pt x="10405" y="16397"/>
                      <a:pt x="11115" y="16977"/>
                      <a:pt x="11925" y="16977"/>
                    </a:cubicBezTo>
                    <a:cubicBezTo>
                      <a:pt x="11976" y="16977"/>
                      <a:pt x="12027" y="16975"/>
                      <a:pt x="12078" y="16970"/>
                    </a:cubicBezTo>
                    <a:cubicBezTo>
                      <a:pt x="12954" y="16892"/>
                      <a:pt x="13624" y="16161"/>
                      <a:pt x="13627" y="15282"/>
                    </a:cubicBezTo>
                    <a:lnTo>
                      <a:pt x="13627" y="1695"/>
                    </a:lnTo>
                    <a:cubicBezTo>
                      <a:pt x="13624" y="816"/>
                      <a:pt x="12954" y="85"/>
                      <a:pt x="12078" y="7"/>
                    </a:cubicBezTo>
                    <a:cubicBezTo>
                      <a:pt x="12027" y="2"/>
                      <a:pt x="11976" y="0"/>
                      <a:pt x="119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</p:grpSp>
        <p:sp>
          <p:nvSpPr>
            <p:cNvPr id="207" name="Google Shape;207;p19"/>
            <p:cNvSpPr/>
            <p:nvPr/>
          </p:nvSpPr>
          <p:spPr>
            <a:xfrm>
              <a:off x="1066800" y="3341101"/>
              <a:ext cx="3172602" cy="1475131"/>
            </a:xfrm>
            <a:custGeom>
              <a:rect b="b" l="l" r="r" t="t"/>
              <a:pathLst>
                <a:path extrusionOk="0" h="29388" w="103909">
                  <a:moveTo>
                    <a:pt x="103875" y="834"/>
                  </a:moveTo>
                  <a:cubicBezTo>
                    <a:pt x="103875" y="1768"/>
                    <a:pt x="103908" y="2635"/>
                    <a:pt x="103875" y="3503"/>
                  </a:cubicBezTo>
                  <a:cubicBezTo>
                    <a:pt x="103808" y="5571"/>
                    <a:pt x="103675" y="7672"/>
                    <a:pt x="103675" y="9774"/>
                  </a:cubicBezTo>
                  <a:cubicBezTo>
                    <a:pt x="103675" y="12009"/>
                    <a:pt x="103775" y="14277"/>
                    <a:pt x="103808" y="16512"/>
                  </a:cubicBezTo>
                  <a:cubicBezTo>
                    <a:pt x="103808" y="17913"/>
                    <a:pt x="103775" y="19314"/>
                    <a:pt x="103775" y="20715"/>
                  </a:cubicBezTo>
                  <a:lnTo>
                    <a:pt x="103775" y="22349"/>
                  </a:lnTo>
                  <a:cubicBezTo>
                    <a:pt x="103775" y="23250"/>
                    <a:pt x="103708" y="24117"/>
                    <a:pt x="103708" y="25018"/>
                  </a:cubicBezTo>
                  <a:cubicBezTo>
                    <a:pt x="103741" y="25285"/>
                    <a:pt x="103741" y="25518"/>
                    <a:pt x="103775" y="25785"/>
                  </a:cubicBezTo>
                  <a:cubicBezTo>
                    <a:pt x="102674" y="26352"/>
                    <a:pt x="101707" y="27120"/>
                    <a:pt x="100873" y="28054"/>
                  </a:cubicBezTo>
                  <a:cubicBezTo>
                    <a:pt x="100606" y="28354"/>
                    <a:pt x="100205" y="28487"/>
                    <a:pt x="99839" y="28487"/>
                  </a:cubicBezTo>
                  <a:cubicBezTo>
                    <a:pt x="97003" y="28454"/>
                    <a:pt x="94201" y="28420"/>
                    <a:pt x="91366" y="28420"/>
                  </a:cubicBezTo>
                  <a:cubicBezTo>
                    <a:pt x="89464" y="28420"/>
                    <a:pt x="87530" y="28354"/>
                    <a:pt x="85628" y="28454"/>
                  </a:cubicBezTo>
                  <a:cubicBezTo>
                    <a:pt x="83594" y="28521"/>
                    <a:pt x="81525" y="28454"/>
                    <a:pt x="79491" y="28454"/>
                  </a:cubicBezTo>
                  <a:cubicBezTo>
                    <a:pt x="77423" y="28454"/>
                    <a:pt x="75354" y="28487"/>
                    <a:pt x="73286" y="28521"/>
                  </a:cubicBezTo>
                  <a:cubicBezTo>
                    <a:pt x="71819" y="28521"/>
                    <a:pt x="70317" y="28454"/>
                    <a:pt x="68816" y="28487"/>
                  </a:cubicBezTo>
                  <a:cubicBezTo>
                    <a:pt x="66181" y="28521"/>
                    <a:pt x="63546" y="28621"/>
                    <a:pt x="60911" y="28621"/>
                  </a:cubicBezTo>
                  <a:cubicBezTo>
                    <a:pt x="59410" y="28621"/>
                    <a:pt x="57942" y="28554"/>
                    <a:pt x="56441" y="28487"/>
                  </a:cubicBezTo>
                  <a:lnTo>
                    <a:pt x="55440" y="28487"/>
                  </a:lnTo>
                  <a:cubicBezTo>
                    <a:pt x="53972" y="28554"/>
                    <a:pt x="52471" y="28621"/>
                    <a:pt x="51004" y="28621"/>
                  </a:cubicBezTo>
                  <a:cubicBezTo>
                    <a:pt x="49102" y="28654"/>
                    <a:pt x="47234" y="28687"/>
                    <a:pt x="45333" y="28687"/>
                  </a:cubicBezTo>
                  <a:cubicBezTo>
                    <a:pt x="44933" y="28687"/>
                    <a:pt x="44499" y="28721"/>
                    <a:pt x="44099" y="28721"/>
                  </a:cubicBezTo>
                  <a:lnTo>
                    <a:pt x="31790" y="28787"/>
                  </a:lnTo>
                  <a:cubicBezTo>
                    <a:pt x="29088" y="28787"/>
                    <a:pt x="26353" y="28787"/>
                    <a:pt x="23617" y="28821"/>
                  </a:cubicBezTo>
                  <a:cubicBezTo>
                    <a:pt x="20549" y="28854"/>
                    <a:pt x="17480" y="28921"/>
                    <a:pt x="14444" y="28954"/>
                  </a:cubicBezTo>
                  <a:cubicBezTo>
                    <a:pt x="10541" y="29021"/>
                    <a:pt x="6639" y="29088"/>
                    <a:pt x="2736" y="29154"/>
                  </a:cubicBezTo>
                  <a:cubicBezTo>
                    <a:pt x="2269" y="29154"/>
                    <a:pt x="1835" y="29221"/>
                    <a:pt x="1368" y="29288"/>
                  </a:cubicBezTo>
                  <a:cubicBezTo>
                    <a:pt x="634" y="29388"/>
                    <a:pt x="301" y="29154"/>
                    <a:pt x="234" y="28387"/>
                  </a:cubicBezTo>
                  <a:cubicBezTo>
                    <a:pt x="34" y="26019"/>
                    <a:pt x="1" y="23650"/>
                    <a:pt x="101" y="21282"/>
                  </a:cubicBezTo>
                  <a:cubicBezTo>
                    <a:pt x="201" y="19381"/>
                    <a:pt x="1" y="17446"/>
                    <a:pt x="1" y="15545"/>
                  </a:cubicBezTo>
                  <a:cubicBezTo>
                    <a:pt x="1" y="14144"/>
                    <a:pt x="67" y="12743"/>
                    <a:pt x="134" y="11342"/>
                  </a:cubicBezTo>
                  <a:cubicBezTo>
                    <a:pt x="134" y="10708"/>
                    <a:pt x="167" y="10074"/>
                    <a:pt x="167" y="9440"/>
                  </a:cubicBezTo>
                  <a:cubicBezTo>
                    <a:pt x="167" y="8206"/>
                    <a:pt x="334" y="6972"/>
                    <a:pt x="167" y="5771"/>
                  </a:cubicBezTo>
                  <a:cubicBezTo>
                    <a:pt x="1" y="4570"/>
                    <a:pt x="401" y="4003"/>
                    <a:pt x="1268" y="3336"/>
                  </a:cubicBezTo>
                  <a:cubicBezTo>
                    <a:pt x="2336" y="2502"/>
                    <a:pt x="3303" y="1568"/>
                    <a:pt x="4237" y="601"/>
                  </a:cubicBezTo>
                  <a:cubicBezTo>
                    <a:pt x="4537" y="200"/>
                    <a:pt x="5004" y="0"/>
                    <a:pt x="5471" y="33"/>
                  </a:cubicBezTo>
                  <a:cubicBezTo>
                    <a:pt x="8573" y="100"/>
                    <a:pt x="11642" y="100"/>
                    <a:pt x="14744" y="134"/>
                  </a:cubicBezTo>
                  <a:cubicBezTo>
                    <a:pt x="16946" y="134"/>
                    <a:pt x="19114" y="67"/>
                    <a:pt x="21316" y="67"/>
                  </a:cubicBezTo>
                  <a:cubicBezTo>
                    <a:pt x="23217" y="67"/>
                    <a:pt x="25152" y="134"/>
                    <a:pt x="27053" y="134"/>
                  </a:cubicBezTo>
                  <a:cubicBezTo>
                    <a:pt x="28054" y="134"/>
                    <a:pt x="29055" y="67"/>
                    <a:pt x="30055" y="67"/>
                  </a:cubicBezTo>
                  <a:cubicBezTo>
                    <a:pt x="30656" y="67"/>
                    <a:pt x="31256" y="167"/>
                    <a:pt x="31857" y="167"/>
                  </a:cubicBezTo>
                  <a:lnTo>
                    <a:pt x="35059" y="167"/>
                  </a:lnTo>
                  <a:cubicBezTo>
                    <a:pt x="36593" y="167"/>
                    <a:pt x="38161" y="167"/>
                    <a:pt x="39696" y="200"/>
                  </a:cubicBezTo>
                  <a:cubicBezTo>
                    <a:pt x="43498" y="234"/>
                    <a:pt x="47301" y="300"/>
                    <a:pt x="51104" y="334"/>
                  </a:cubicBezTo>
                  <a:cubicBezTo>
                    <a:pt x="55407" y="367"/>
                    <a:pt x="59710" y="400"/>
                    <a:pt x="64013" y="400"/>
                  </a:cubicBezTo>
                  <a:cubicBezTo>
                    <a:pt x="64814" y="400"/>
                    <a:pt x="65581" y="334"/>
                    <a:pt x="66381" y="334"/>
                  </a:cubicBezTo>
                  <a:cubicBezTo>
                    <a:pt x="67182" y="334"/>
                    <a:pt x="67949" y="434"/>
                    <a:pt x="68750" y="434"/>
                  </a:cubicBezTo>
                  <a:cubicBezTo>
                    <a:pt x="72152" y="434"/>
                    <a:pt x="75555" y="434"/>
                    <a:pt x="78957" y="434"/>
                  </a:cubicBezTo>
                  <a:cubicBezTo>
                    <a:pt x="81225" y="467"/>
                    <a:pt x="83494" y="567"/>
                    <a:pt x="85795" y="567"/>
                  </a:cubicBezTo>
                  <a:cubicBezTo>
                    <a:pt x="88931" y="601"/>
                    <a:pt x="92033" y="567"/>
                    <a:pt x="95169" y="567"/>
                  </a:cubicBezTo>
                  <a:cubicBezTo>
                    <a:pt x="96970" y="567"/>
                    <a:pt x="98738" y="601"/>
                    <a:pt x="100539" y="634"/>
                  </a:cubicBezTo>
                  <a:cubicBezTo>
                    <a:pt x="101273" y="634"/>
                    <a:pt x="102007" y="567"/>
                    <a:pt x="102707" y="634"/>
                  </a:cubicBezTo>
                  <a:cubicBezTo>
                    <a:pt x="103108" y="667"/>
                    <a:pt x="103508" y="734"/>
                    <a:pt x="103875" y="834"/>
                  </a:cubicBezTo>
                  <a:close/>
                  <a:moveTo>
                    <a:pt x="5671" y="901"/>
                  </a:moveTo>
                  <a:cubicBezTo>
                    <a:pt x="5605" y="1168"/>
                    <a:pt x="5571" y="1434"/>
                    <a:pt x="5538" y="1668"/>
                  </a:cubicBezTo>
                  <a:cubicBezTo>
                    <a:pt x="5471" y="3236"/>
                    <a:pt x="5371" y="4770"/>
                    <a:pt x="5338" y="6338"/>
                  </a:cubicBezTo>
                  <a:cubicBezTo>
                    <a:pt x="5271" y="9707"/>
                    <a:pt x="5238" y="13043"/>
                    <a:pt x="5171" y="16412"/>
                  </a:cubicBezTo>
                  <a:cubicBezTo>
                    <a:pt x="5104" y="19080"/>
                    <a:pt x="4937" y="21716"/>
                    <a:pt x="4837" y="24384"/>
                  </a:cubicBezTo>
                  <a:cubicBezTo>
                    <a:pt x="4804" y="25018"/>
                    <a:pt x="4871" y="25151"/>
                    <a:pt x="5505" y="25151"/>
                  </a:cubicBezTo>
                  <a:cubicBezTo>
                    <a:pt x="7673" y="25151"/>
                    <a:pt x="9874" y="25185"/>
                    <a:pt x="12043" y="25185"/>
                  </a:cubicBezTo>
                  <a:cubicBezTo>
                    <a:pt x="15011" y="25185"/>
                    <a:pt x="18013" y="25185"/>
                    <a:pt x="20982" y="25151"/>
                  </a:cubicBezTo>
                  <a:cubicBezTo>
                    <a:pt x="22317" y="25151"/>
                    <a:pt x="23651" y="25118"/>
                    <a:pt x="24985" y="25118"/>
                  </a:cubicBezTo>
                  <a:cubicBezTo>
                    <a:pt x="27020" y="25118"/>
                    <a:pt x="29055" y="25085"/>
                    <a:pt x="31089" y="25085"/>
                  </a:cubicBezTo>
                  <a:cubicBezTo>
                    <a:pt x="32991" y="25085"/>
                    <a:pt x="34926" y="25151"/>
                    <a:pt x="36827" y="25118"/>
                  </a:cubicBezTo>
                  <a:cubicBezTo>
                    <a:pt x="40129" y="25118"/>
                    <a:pt x="43432" y="25085"/>
                    <a:pt x="46734" y="25051"/>
                  </a:cubicBezTo>
                  <a:cubicBezTo>
                    <a:pt x="49036" y="25051"/>
                    <a:pt x="51304" y="25085"/>
                    <a:pt x="53572" y="25118"/>
                  </a:cubicBezTo>
                  <a:cubicBezTo>
                    <a:pt x="56875" y="25118"/>
                    <a:pt x="60210" y="25151"/>
                    <a:pt x="63513" y="25151"/>
                  </a:cubicBezTo>
                  <a:lnTo>
                    <a:pt x="67149" y="25151"/>
                  </a:lnTo>
                  <a:cubicBezTo>
                    <a:pt x="67749" y="25151"/>
                    <a:pt x="68349" y="25118"/>
                    <a:pt x="68950" y="25118"/>
                  </a:cubicBezTo>
                  <a:cubicBezTo>
                    <a:pt x="69884" y="25118"/>
                    <a:pt x="70784" y="25151"/>
                    <a:pt x="71685" y="25151"/>
                  </a:cubicBezTo>
                  <a:lnTo>
                    <a:pt x="82726" y="25151"/>
                  </a:lnTo>
                  <a:lnTo>
                    <a:pt x="95535" y="25151"/>
                  </a:lnTo>
                  <a:cubicBezTo>
                    <a:pt x="97103" y="25151"/>
                    <a:pt x="98638" y="25185"/>
                    <a:pt x="100172" y="25185"/>
                  </a:cubicBezTo>
                  <a:cubicBezTo>
                    <a:pt x="100806" y="25185"/>
                    <a:pt x="101406" y="25218"/>
                    <a:pt x="102007" y="25185"/>
                  </a:cubicBezTo>
                  <a:cubicBezTo>
                    <a:pt x="102741" y="25151"/>
                    <a:pt x="102874" y="24985"/>
                    <a:pt x="102907" y="24251"/>
                  </a:cubicBezTo>
                  <a:cubicBezTo>
                    <a:pt x="102941" y="23750"/>
                    <a:pt x="102941" y="23250"/>
                    <a:pt x="102974" y="22716"/>
                  </a:cubicBezTo>
                  <a:cubicBezTo>
                    <a:pt x="102974" y="21349"/>
                    <a:pt x="102974" y="19981"/>
                    <a:pt x="103007" y="18580"/>
                  </a:cubicBezTo>
                  <a:cubicBezTo>
                    <a:pt x="103041" y="17679"/>
                    <a:pt x="103108" y="16745"/>
                    <a:pt x="103141" y="15811"/>
                  </a:cubicBezTo>
                  <a:cubicBezTo>
                    <a:pt x="103141" y="14877"/>
                    <a:pt x="103074" y="14043"/>
                    <a:pt x="103041" y="13176"/>
                  </a:cubicBezTo>
                  <a:cubicBezTo>
                    <a:pt x="103007" y="12309"/>
                    <a:pt x="102941" y="11375"/>
                    <a:pt x="102907" y="10508"/>
                  </a:cubicBezTo>
                  <a:cubicBezTo>
                    <a:pt x="102841" y="9907"/>
                    <a:pt x="102841" y="9307"/>
                    <a:pt x="102841" y="8740"/>
                  </a:cubicBezTo>
                  <a:cubicBezTo>
                    <a:pt x="102941" y="6805"/>
                    <a:pt x="103141" y="4870"/>
                    <a:pt x="103241" y="2936"/>
                  </a:cubicBezTo>
                  <a:cubicBezTo>
                    <a:pt x="103274" y="2502"/>
                    <a:pt x="103141" y="2068"/>
                    <a:pt x="102907" y="1668"/>
                  </a:cubicBezTo>
                  <a:cubicBezTo>
                    <a:pt x="102807" y="1501"/>
                    <a:pt x="102274" y="1568"/>
                    <a:pt x="101907" y="1535"/>
                  </a:cubicBezTo>
                  <a:lnTo>
                    <a:pt x="101373" y="1535"/>
                  </a:lnTo>
                  <a:lnTo>
                    <a:pt x="93267" y="1334"/>
                  </a:lnTo>
                  <a:lnTo>
                    <a:pt x="92733" y="1334"/>
                  </a:lnTo>
                  <a:cubicBezTo>
                    <a:pt x="89598" y="1334"/>
                    <a:pt x="86462" y="1334"/>
                    <a:pt x="83360" y="1301"/>
                  </a:cubicBezTo>
                  <a:cubicBezTo>
                    <a:pt x="80258" y="1268"/>
                    <a:pt x="77089" y="1168"/>
                    <a:pt x="73987" y="1134"/>
                  </a:cubicBezTo>
                  <a:cubicBezTo>
                    <a:pt x="70584" y="1101"/>
                    <a:pt x="67182" y="1101"/>
                    <a:pt x="63779" y="1068"/>
                  </a:cubicBezTo>
                  <a:cubicBezTo>
                    <a:pt x="62612" y="1068"/>
                    <a:pt x="61411" y="1034"/>
                    <a:pt x="60244" y="1034"/>
                  </a:cubicBezTo>
                  <a:cubicBezTo>
                    <a:pt x="58342" y="1034"/>
                    <a:pt x="56474" y="1101"/>
                    <a:pt x="54573" y="1068"/>
                  </a:cubicBezTo>
                  <a:cubicBezTo>
                    <a:pt x="52138" y="1068"/>
                    <a:pt x="49669" y="1001"/>
                    <a:pt x="47201" y="967"/>
                  </a:cubicBezTo>
                  <a:cubicBezTo>
                    <a:pt x="43698" y="934"/>
                    <a:pt x="40163" y="934"/>
                    <a:pt x="36627" y="901"/>
                  </a:cubicBezTo>
                  <a:cubicBezTo>
                    <a:pt x="34425" y="901"/>
                    <a:pt x="32190" y="834"/>
                    <a:pt x="29955" y="834"/>
                  </a:cubicBezTo>
                  <a:cubicBezTo>
                    <a:pt x="28121" y="834"/>
                    <a:pt x="26253" y="767"/>
                    <a:pt x="24418" y="801"/>
                  </a:cubicBezTo>
                  <a:cubicBezTo>
                    <a:pt x="22050" y="834"/>
                    <a:pt x="19681" y="934"/>
                    <a:pt x="17313" y="934"/>
                  </a:cubicBezTo>
                  <a:cubicBezTo>
                    <a:pt x="14611" y="934"/>
                    <a:pt x="11909" y="867"/>
                    <a:pt x="9207" y="867"/>
                  </a:cubicBezTo>
                  <a:cubicBezTo>
                    <a:pt x="8073" y="801"/>
                    <a:pt x="6939" y="867"/>
                    <a:pt x="5671" y="901"/>
                  </a:cubicBezTo>
                  <a:close/>
                  <a:moveTo>
                    <a:pt x="4304" y="17880"/>
                  </a:moveTo>
                  <a:cubicBezTo>
                    <a:pt x="4037" y="18213"/>
                    <a:pt x="3837" y="18447"/>
                    <a:pt x="3637" y="18680"/>
                  </a:cubicBezTo>
                  <a:cubicBezTo>
                    <a:pt x="2869" y="19547"/>
                    <a:pt x="2135" y="20448"/>
                    <a:pt x="1335" y="21282"/>
                  </a:cubicBezTo>
                  <a:cubicBezTo>
                    <a:pt x="768" y="21882"/>
                    <a:pt x="901" y="22550"/>
                    <a:pt x="968" y="23450"/>
                  </a:cubicBezTo>
                  <a:cubicBezTo>
                    <a:pt x="1969" y="22349"/>
                    <a:pt x="2803" y="21382"/>
                    <a:pt x="3703" y="20448"/>
                  </a:cubicBezTo>
                  <a:cubicBezTo>
                    <a:pt x="4404" y="19748"/>
                    <a:pt x="4504" y="18947"/>
                    <a:pt x="4304" y="17880"/>
                  </a:cubicBezTo>
                  <a:close/>
                  <a:moveTo>
                    <a:pt x="968" y="11442"/>
                  </a:moveTo>
                  <a:cubicBezTo>
                    <a:pt x="2102" y="10274"/>
                    <a:pt x="3136" y="9240"/>
                    <a:pt x="4137" y="8206"/>
                  </a:cubicBezTo>
                  <a:cubicBezTo>
                    <a:pt x="4604" y="7672"/>
                    <a:pt x="4470" y="7038"/>
                    <a:pt x="4370" y="6205"/>
                  </a:cubicBezTo>
                  <a:cubicBezTo>
                    <a:pt x="3403" y="7172"/>
                    <a:pt x="2569" y="8073"/>
                    <a:pt x="1668" y="8840"/>
                  </a:cubicBezTo>
                  <a:cubicBezTo>
                    <a:pt x="835" y="9540"/>
                    <a:pt x="901" y="10374"/>
                    <a:pt x="968" y="11475"/>
                  </a:cubicBezTo>
                  <a:close/>
                  <a:moveTo>
                    <a:pt x="4370" y="15545"/>
                  </a:moveTo>
                  <a:cubicBezTo>
                    <a:pt x="3303" y="16579"/>
                    <a:pt x="2269" y="17546"/>
                    <a:pt x="1335" y="18547"/>
                  </a:cubicBezTo>
                  <a:cubicBezTo>
                    <a:pt x="768" y="19181"/>
                    <a:pt x="734" y="19948"/>
                    <a:pt x="968" y="20782"/>
                  </a:cubicBezTo>
                  <a:cubicBezTo>
                    <a:pt x="1902" y="19781"/>
                    <a:pt x="2769" y="18847"/>
                    <a:pt x="3670" y="17913"/>
                  </a:cubicBezTo>
                  <a:cubicBezTo>
                    <a:pt x="4304" y="17313"/>
                    <a:pt x="4571" y="16412"/>
                    <a:pt x="4370" y="15545"/>
                  </a:cubicBezTo>
                  <a:close/>
                  <a:moveTo>
                    <a:pt x="901" y="13843"/>
                  </a:moveTo>
                  <a:cubicBezTo>
                    <a:pt x="1869" y="12876"/>
                    <a:pt x="2703" y="11975"/>
                    <a:pt x="3637" y="11141"/>
                  </a:cubicBezTo>
                  <a:cubicBezTo>
                    <a:pt x="4370" y="10574"/>
                    <a:pt x="4604" y="9574"/>
                    <a:pt x="4237" y="8740"/>
                  </a:cubicBezTo>
                  <a:cubicBezTo>
                    <a:pt x="3270" y="9740"/>
                    <a:pt x="2369" y="10741"/>
                    <a:pt x="1402" y="11642"/>
                  </a:cubicBezTo>
                  <a:cubicBezTo>
                    <a:pt x="801" y="12242"/>
                    <a:pt x="668" y="12909"/>
                    <a:pt x="901" y="13843"/>
                  </a:cubicBezTo>
                  <a:close/>
                  <a:moveTo>
                    <a:pt x="835" y="16012"/>
                  </a:moveTo>
                  <a:cubicBezTo>
                    <a:pt x="1535" y="15378"/>
                    <a:pt x="2236" y="14777"/>
                    <a:pt x="2903" y="14177"/>
                  </a:cubicBezTo>
                  <a:cubicBezTo>
                    <a:pt x="3336" y="13777"/>
                    <a:pt x="3703" y="13376"/>
                    <a:pt x="4104" y="12943"/>
                  </a:cubicBezTo>
                  <a:cubicBezTo>
                    <a:pt x="4571" y="12442"/>
                    <a:pt x="4671" y="11675"/>
                    <a:pt x="4304" y="11075"/>
                  </a:cubicBezTo>
                  <a:cubicBezTo>
                    <a:pt x="3270" y="12142"/>
                    <a:pt x="2269" y="13143"/>
                    <a:pt x="1268" y="14177"/>
                  </a:cubicBezTo>
                  <a:cubicBezTo>
                    <a:pt x="768" y="14644"/>
                    <a:pt x="601" y="15378"/>
                    <a:pt x="835" y="16012"/>
                  </a:cubicBezTo>
                  <a:close/>
                  <a:moveTo>
                    <a:pt x="1035" y="8706"/>
                  </a:moveTo>
                  <a:cubicBezTo>
                    <a:pt x="2102" y="7672"/>
                    <a:pt x="3170" y="6705"/>
                    <a:pt x="4204" y="5704"/>
                  </a:cubicBezTo>
                  <a:cubicBezTo>
                    <a:pt x="4337" y="5571"/>
                    <a:pt x="4404" y="5404"/>
                    <a:pt x="4437" y="5237"/>
                  </a:cubicBezTo>
                  <a:cubicBezTo>
                    <a:pt x="4504" y="4770"/>
                    <a:pt x="4504" y="4303"/>
                    <a:pt x="4537" y="3636"/>
                  </a:cubicBezTo>
                  <a:cubicBezTo>
                    <a:pt x="3303" y="4904"/>
                    <a:pt x="2202" y="6038"/>
                    <a:pt x="1068" y="7172"/>
                  </a:cubicBezTo>
                  <a:cubicBezTo>
                    <a:pt x="1001" y="7305"/>
                    <a:pt x="935" y="7439"/>
                    <a:pt x="935" y="7606"/>
                  </a:cubicBezTo>
                  <a:cubicBezTo>
                    <a:pt x="968" y="7972"/>
                    <a:pt x="1001" y="8339"/>
                    <a:pt x="1035" y="8706"/>
                  </a:cubicBezTo>
                  <a:close/>
                  <a:moveTo>
                    <a:pt x="1001" y="25552"/>
                  </a:moveTo>
                  <a:cubicBezTo>
                    <a:pt x="1068" y="25552"/>
                    <a:pt x="1168" y="25552"/>
                    <a:pt x="1201" y="25518"/>
                  </a:cubicBezTo>
                  <a:cubicBezTo>
                    <a:pt x="2102" y="24584"/>
                    <a:pt x="3103" y="23717"/>
                    <a:pt x="3937" y="22683"/>
                  </a:cubicBezTo>
                  <a:cubicBezTo>
                    <a:pt x="4337" y="22116"/>
                    <a:pt x="4404" y="21415"/>
                    <a:pt x="4104" y="20782"/>
                  </a:cubicBezTo>
                  <a:cubicBezTo>
                    <a:pt x="3236" y="21749"/>
                    <a:pt x="2436" y="22683"/>
                    <a:pt x="1602" y="23550"/>
                  </a:cubicBezTo>
                  <a:cubicBezTo>
                    <a:pt x="1035" y="24117"/>
                    <a:pt x="668" y="24684"/>
                    <a:pt x="1001" y="25552"/>
                  </a:cubicBezTo>
                  <a:close/>
                  <a:moveTo>
                    <a:pt x="968" y="6471"/>
                  </a:moveTo>
                  <a:cubicBezTo>
                    <a:pt x="2069" y="5437"/>
                    <a:pt x="3003" y="4470"/>
                    <a:pt x="3970" y="3569"/>
                  </a:cubicBezTo>
                  <a:cubicBezTo>
                    <a:pt x="4604" y="3036"/>
                    <a:pt x="4637" y="2435"/>
                    <a:pt x="4437" y="1668"/>
                  </a:cubicBezTo>
                  <a:cubicBezTo>
                    <a:pt x="4037" y="2035"/>
                    <a:pt x="3637" y="2435"/>
                    <a:pt x="3236" y="2835"/>
                  </a:cubicBezTo>
                  <a:cubicBezTo>
                    <a:pt x="2602" y="3469"/>
                    <a:pt x="1902" y="4070"/>
                    <a:pt x="1235" y="4703"/>
                  </a:cubicBezTo>
                  <a:cubicBezTo>
                    <a:pt x="1168" y="4770"/>
                    <a:pt x="1101" y="4904"/>
                    <a:pt x="1101" y="5004"/>
                  </a:cubicBezTo>
                  <a:cubicBezTo>
                    <a:pt x="1068" y="5437"/>
                    <a:pt x="1035" y="5904"/>
                    <a:pt x="968" y="6471"/>
                  </a:cubicBezTo>
                  <a:close/>
                  <a:moveTo>
                    <a:pt x="968" y="18146"/>
                  </a:moveTo>
                  <a:cubicBezTo>
                    <a:pt x="1101" y="18080"/>
                    <a:pt x="1235" y="17980"/>
                    <a:pt x="1368" y="17880"/>
                  </a:cubicBezTo>
                  <a:cubicBezTo>
                    <a:pt x="2269" y="16979"/>
                    <a:pt x="3103" y="16045"/>
                    <a:pt x="4003" y="15144"/>
                  </a:cubicBezTo>
                  <a:cubicBezTo>
                    <a:pt x="4470" y="14677"/>
                    <a:pt x="4470" y="14144"/>
                    <a:pt x="4370" y="13443"/>
                  </a:cubicBezTo>
                  <a:cubicBezTo>
                    <a:pt x="3637" y="14110"/>
                    <a:pt x="3003" y="14611"/>
                    <a:pt x="2436" y="15211"/>
                  </a:cubicBezTo>
                  <a:cubicBezTo>
                    <a:pt x="1869" y="15811"/>
                    <a:pt x="1368" y="16479"/>
                    <a:pt x="835" y="17146"/>
                  </a:cubicBezTo>
                  <a:cubicBezTo>
                    <a:pt x="868" y="17446"/>
                    <a:pt x="935" y="17780"/>
                    <a:pt x="968" y="18146"/>
                  </a:cubicBezTo>
                  <a:close/>
                  <a:moveTo>
                    <a:pt x="1101" y="27620"/>
                  </a:moveTo>
                  <a:lnTo>
                    <a:pt x="3970" y="25385"/>
                  </a:lnTo>
                  <a:lnTo>
                    <a:pt x="3970" y="23450"/>
                  </a:lnTo>
                  <a:cubicBezTo>
                    <a:pt x="3136" y="24318"/>
                    <a:pt x="2436" y="25118"/>
                    <a:pt x="1635" y="25819"/>
                  </a:cubicBezTo>
                  <a:cubicBezTo>
                    <a:pt x="1068" y="26352"/>
                    <a:pt x="801" y="26853"/>
                    <a:pt x="1101" y="27620"/>
                  </a:cubicBezTo>
                  <a:close/>
                  <a:moveTo>
                    <a:pt x="53405" y="25752"/>
                  </a:moveTo>
                  <a:cubicBezTo>
                    <a:pt x="52772" y="25752"/>
                    <a:pt x="52238" y="25719"/>
                    <a:pt x="51704" y="25752"/>
                  </a:cubicBezTo>
                  <a:cubicBezTo>
                    <a:pt x="51571" y="25752"/>
                    <a:pt x="51471" y="25819"/>
                    <a:pt x="51404" y="25919"/>
                  </a:cubicBezTo>
                  <a:cubicBezTo>
                    <a:pt x="50970" y="26619"/>
                    <a:pt x="50570" y="27320"/>
                    <a:pt x="50103" y="28120"/>
                  </a:cubicBezTo>
                  <a:lnTo>
                    <a:pt x="51637" y="28154"/>
                  </a:lnTo>
                  <a:close/>
                  <a:moveTo>
                    <a:pt x="11576" y="25885"/>
                  </a:moveTo>
                  <a:cubicBezTo>
                    <a:pt x="10775" y="25752"/>
                    <a:pt x="10141" y="25819"/>
                    <a:pt x="9674" y="26552"/>
                  </a:cubicBezTo>
                  <a:cubicBezTo>
                    <a:pt x="9374" y="27019"/>
                    <a:pt x="8940" y="27453"/>
                    <a:pt x="8573" y="27920"/>
                  </a:cubicBezTo>
                  <a:cubicBezTo>
                    <a:pt x="8407" y="28154"/>
                    <a:pt x="8273" y="28387"/>
                    <a:pt x="8140" y="28621"/>
                  </a:cubicBezTo>
                  <a:cubicBezTo>
                    <a:pt x="8874" y="28487"/>
                    <a:pt x="9541" y="28587"/>
                    <a:pt x="9841" y="28287"/>
                  </a:cubicBezTo>
                  <a:cubicBezTo>
                    <a:pt x="10575" y="27620"/>
                    <a:pt x="11309" y="26919"/>
                    <a:pt x="11609" y="25885"/>
                  </a:cubicBezTo>
                  <a:close/>
                  <a:moveTo>
                    <a:pt x="27454" y="28354"/>
                  </a:moveTo>
                  <a:cubicBezTo>
                    <a:pt x="28087" y="28220"/>
                    <a:pt x="28688" y="28521"/>
                    <a:pt x="29055" y="28054"/>
                  </a:cubicBezTo>
                  <a:cubicBezTo>
                    <a:pt x="29688" y="27353"/>
                    <a:pt x="30189" y="26552"/>
                    <a:pt x="30589" y="25719"/>
                  </a:cubicBezTo>
                  <a:cubicBezTo>
                    <a:pt x="29822" y="25685"/>
                    <a:pt x="29088" y="25485"/>
                    <a:pt x="28654" y="26286"/>
                  </a:cubicBezTo>
                  <a:cubicBezTo>
                    <a:pt x="28321" y="26919"/>
                    <a:pt x="27921" y="27553"/>
                    <a:pt x="27487" y="28354"/>
                  </a:cubicBezTo>
                  <a:close/>
                  <a:moveTo>
                    <a:pt x="21783" y="25985"/>
                  </a:moveTo>
                  <a:lnTo>
                    <a:pt x="21683" y="25752"/>
                  </a:lnTo>
                  <a:cubicBezTo>
                    <a:pt x="21182" y="25852"/>
                    <a:pt x="20582" y="25752"/>
                    <a:pt x="20248" y="26019"/>
                  </a:cubicBezTo>
                  <a:cubicBezTo>
                    <a:pt x="19515" y="26586"/>
                    <a:pt x="19248" y="27486"/>
                    <a:pt x="18881" y="28254"/>
                  </a:cubicBezTo>
                  <a:cubicBezTo>
                    <a:pt x="20048" y="28621"/>
                    <a:pt x="20649" y="28087"/>
                    <a:pt x="21116" y="27220"/>
                  </a:cubicBezTo>
                  <a:cubicBezTo>
                    <a:pt x="21349" y="26786"/>
                    <a:pt x="21583" y="26386"/>
                    <a:pt x="21816" y="25985"/>
                  </a:cubicBezTo>
                  <a:close/>
                  <a:moveTo>
                    <a:pt x="28287" y="25719"/>
                  </a:moveTo>
                  <a:cubicBezTo>
                    <a:pt x="28054" y="25752"/>
                    <a:pt x="27854" y="25752"/>
                    <a:pt x="27620" y="25719"/>
                  </a:cubicBezTo>
                  <a:cubicBezTo>
                    <a:pt x="26853" y="25585"/>
                    <a:pt x="26453" y="26019"/>
                    <a:pt x="26119" y="26552"/>
                  </a:cubicBezTo>
                  <a:cubicBezTo>
                    <a:pt x="25819" y="27120"/>
                    <a:pt x="25619" y="27687"/>
                    <a:pt x="25352" y="28254"/>
                  </a:cubicBezTo>
                  <a:cubicBezTo>
                    <a:pt x="25485" y="28254"/>
                    <a:pt x="25619" y="28287"/>
                    <a:pt x="25752" y="28320"/>
                  </a:cubicBezTo>
                  <a:cubicBezTo>
                    <a:pt x="26353" y="28487"/>
                    <a:pt x="26987" y="28187"/>
                    <a:pt x="27220" y="27587"/>
                  </a:cubicBezTo>
                  <a:cubicBezTo>
                    <a:pt x="27554" y="27019"/>
                    <a:pt x="27887" y="26419"/>
                    <a:pt x="28321" y="25719"/>
                  </a:cubicBezTo>
                  <a:close/>
                  <a:moveTo>
                    <a:pt x="12543" y="28420"/>
                  </a:moveTo>
                  <a:cubicBezTo>
                    <a:pt x="13277" y="28420"/>
                    <a:pt x="13911" y="28621"/>
                    <a:pt x="14344" y="28087"/>
                  </a:cubicBezTo>
                  <a:cubicBezTo>
                    <a:pt x="14911" y="27453"/>
                    <a:pt x="15345" y="26719"/>
                    <a:pt x="15612" y="25919"/>
                  </a:cubicBezTo>
                  <a:cubicBezTo>
                    <a:pt x="15045" y="25719"/>
                    <a:pt x="14544" y="25719"/>
                    <a:pt x="14211" y="26085"/>
                  </a:cubicBezTo>
                  <a:cubicBezTo>
                    <a:pt x="13644" y="26786"/>
                    <a:pt x="13177" y="27553"/>
                    <a:pt x="12576" y="28420"/>
                  </a:cubicBezTo>
                  <a:close/>
                  <a:moveTo>
                    <a:pt x="70251" y="27887"/>
                  </a:moveTo>
                  <a:cubicBezTo>
                    <a:pt x="71485" y="28254"/>
                    <a:pt x="72252" y="27853"/>
                    <a:pt x="72786" y="26886"/>
                  </a:cubicBezTo>
                  <a:cubicBezTo>
                    <a:pt x="72986" y="26519"/>
                    <a:pt x="73153" y="26152"/>
                    <a:pt x="73320" y="25785"/>
                  </a:cubicBezTo>
                  <a:cubicBezTo>
                    <a:pt x="71552" y="25385"/>
                    <a:pt x="71085" y="26786"/>
                    <a:pt x="70251" y="27887"/>
                  </a:cubicBezTo>
                  <a:close/>
                  <a:moveTo>
                    <a:pt x="22717" y="25752"/>
                  </a:moveTo>
                  <a:lnTo>
                    <a:pt x="21182" y="28254"/>
                  </a:lnTo>
                  <a:lnTo>
                    <a:pt x="21316" y="28420"/>
                  </a:lnTo>
                  <a:cubicBezTo>
                    <a:pt x="21783" y="28354"/>
                    <a:pt x="22383" y="28387"/>
                    <a:pt x="22617" y="28120"/>
                  </a:cubicBezTo>
                  <a:cubicBezTo>
                    <a:pt x="23217" y="27386"/>
                    <a:pt x="23718" y="26586"/>
                    <a:pt x="24185" y="25785"/>
                  </a:cubicBezTo>
                  <a:close/>
                  <a:moveTo>
                    <a:pt x="50870" y="25618"/>
                  </a:moveTo>
                  <a:cubicBezTo>
                    <a:pt x="50203" y="25685"/>
                    <a:pt x="49636" y="25618"/>
                    <a:pt x="49369" y="25852"/>
                  </a:cubicBezTo>
                  <a:cubicBezTo>
                    <a:pt x="48702" y="26452"/>
                    <a:pt x="48235" y="27253"/>
                    <a:pt x="48035" y="28154"/>
                  </a:cubicBezTo>
                  <a:cubicBezTo>
                    <a:pt x="48635" y="28154"/>
                    <a:pt x="49236" y="28320"/>
                    <a:pt x="49569" y="27787"/>
                  </a:cubicBezTo>
                  <a:cubicBezTo>
                    <a:pt x="50003" y="27153"/>
                    <a:pt x="50337" y="26452"/>
                    <a:pt x="50837" y="25618"/>
                  </a:cubicBezTo>
                  <a:close/>
                  <a:moveTo>
                    <a:pt x="56307" y="25785"/>
                  </a:moveTo>
                  <a:lnTo>
                    <a:pt x="54706" y="28054"/>
                  </a:lnTo>
                  <a:cubicBezTo>
                    <a:pt x="55307" y="28020"/>
                    <a:pt x="55707" y="27953"/>
                    <a:pt x="56141" y="27987"/>
                  </a:cubicBezTo>
                  <a:cubicBezTo>
                    <a:pt x="56408" y="27987"/>
                    <a:pt x="56674" y="27853"/>
                    <a:pt x="56774" y="27587"/>
                  </a:cubicBezTo>
                  <a:cubicBezTo>
                    <a:pt x="57141" y="27019"/>
                    <a:pt x="57475" y="26452"/>
                    <a:pt x="57842" y="25819"/>
                  </a:cubicBezTo>
                  <a:close/>
                  <a:moveTo>
                    <a:pt x="60244" y="25752"/>
                  </a:moveTo>
                  <a:cubicBezTo>
                    <a:pt x="59643" y="25819"/>
                    <a:pt x="59076" y="25552"/>
                    <a:pt x="58609" y="25985"/>
                  </a:cubicBezTo>
                  <a:cubicBezTo>
                    <a:pt x="58042" y="26552"/>
                    <a:pt x="57608" y="27253"/>
                    <a:pt x="57342" y="27987"/>
                  </a:cubicBezTo>
                  <a:cubicBezTo>
                    <a:pt x="58142" y="28187"/>
                    <a:pt x="58776" y="28220"/>
                    <a:pt x="59210" y="27453"/>
                  </a:cubicBezTo>
                  <a:cubicBezTo>
                    <a:pt x="59510" y="26919"/>
                    <a:pt x="59843" y="26419"/>
                    <a:pt x="60244" y="25752"/>
                  </a:cubicBezTo>
                  <a:close/>
                  <a:moveTo>
                    <a:pt x="45500" y="28120"/>
                  </a:moveTo>
                  <a:cubicBezTo>
                    <a:pt x="45900" y="28154"/>
                    <a:pt x="46300" y="28154"/>
                    <a:pt x="46667" y="28120"/>
                  </a:cubicBezTo>
                  <a:cubicBezTo>
                    <a:pt x="46934" y="28087"/>
                    <a:pt x="47168" y="27987"/>
                    <a:pt x="47334" y="27787"/>
                  </a:cubicBezTo>
                  <a:cubicBezTo>
                    <a:pt x="47801" y="27153"/>
                    <a:pt x="48168" y="26486"/>
                    <a:pt x="48669" y="25685"/>
                  </a:cubicBezTo>
                  <a:cubicBezTo>
                    <a:pt x="48068" y="25752"/>
                    <a:pt x="47568" y="25418"/>
                    <a:pt x="47201" y="25885"/>
                  </a:cubicBezTo>
                  <a:cubicBezTo>
                    <a:pt x="46634" y="26586"/>
                    <a:pt x="46134" y="27286"/>
                    <a:pt x="45500" y="28120"/>
                  </a:cubicBezTo>
                  <a:close/>
                  <a:moveTo>
                    <a:pt x="77990" y="25852"/>
                  </a:moveTo>
                  <a:cubicBezTo>
                    <a:pt x="77089" y="25485"/>
                    <a:pt x="76055" y="25885"/>
                    <a:pt x="75655" y="26786"/>
                  </a:cubicBezTo>
                  <a:cubicBezTo>
                    <a:pt x="75454" y="27120"/>
                    <a:pt x="75221" y="27486"/>
                    <a:pt x="74954" y="27920"/>
                  </a:cubicBezTo>
                  <a:cubicBezTo>
                    <a:pt x="75354" y="27953"/>
                    <a:pt x="75755" y="27987"/>
                    <a:pt x="76155" y="27987"/>
                  </a:cubicBezTo>
                  <a:cubicBezTo>
                    <a:pt x="76355" y="27987"/>
                    <a:pt x="76555" y="27887"/>
                    <a:pt x="76689" y="27753"/>
                  </a:cubicBezTo>
                  <a:cubicBezTo>
                    <a:pt x="77122" y="27153"/>
                    <a:pt x="77556" y="26519"/>
                    <a:pt x="77990" y="25885"/>
                  </a:cubicBezTo>
                  <a:close/>
                  <a:moveTo>
                    <a:pt x="4170" y="28320"/>
                  </a:moveTo>
                  <a:cubicBezTo>
                    <a:pt x="4170" y="28387"/>
                    <a:pt x="4170" y="28454"/>
                    <a:pt x="4204" y="28487"/>
                  </a:cubicBezTo>
                  <a:cubicBezTo>
                    <a:pt x="4604" y="28487"/>
                    <a:pt x="5171" y="28654"/>
                    <a:pt x="5404" y="28420"/>
                  </a:cubicBezTo>
                  <a:cubicBezTo>
                    <a:pt x="6205" y="27687"/>
                    <a:pt x="6906" y="26786"/>
                    <a:pt x="7706" y="25852"/>
                  </a:cubicBezTo>
                  <a:cubicBezTo>
                    <a:pt x="7039" y="25819"/>
                    <a:pt x="6572" y="25752"/>
                    <a:pt x="6172" y="26186"/>
                  </a:cubicBezTo>
                  <a:cubicBezTo>
                    <a:pt x="5538" y="26919"/>
                    <a:pt x="4837" y="27587"/>
                    <a:pt x="4170" y="28320"/>
                  </a:cubicBezTo>
                  <a:close/>
                  <a:moveTo>
                    <a:pt x="35893" y="28020"/>
                  </a:moveTo>
                  <a:cubicBezTo>
                    <a:pt x="36693" y="28287"/>
                    <a:pt x="36994" y="28320"/>
                    <a:pt x="37160" y="28087"/>
                  </a:cubicBezTo>
                  <a:cubicBezTo>
                    <a:pt x="37661" y="27353"/>
                    <a:pt x="38128" y="26619"/>
                    <a:pt x="38628" y="25819"/>
                  </a:cubicBezTo>
                  <a:cubicBezTo>
                    <a:pt x="38061" y="25652"/>
                    <a:pt x="37594" y="25485"/>
                    <a:pt x="37227" y="25852"/>
                  </a:cubicBezTo>
                  <a:cubicBezTo>
                    <a:pt x="36660" y="26486"/>
                    <a:pt x="36360" y="27286"/>
                    <a:pt x="35893" y="28020"/>
                  </a:cubicBezTo>
                  <a:close/>
                  <a:moveTo>
                    <a:pt x="43498" y="28187"/>
                  </a:moveTo>
                  <a:cubicBezTo>
                    <a:pt x="43999" y="28187"/>
                    <a:pt x="44566" y="28454"/>
                    <a:pt x="44899" y="28054"/>
                  </a:cubicBezTo>
                  <a:cubicBezTo>
                    <a:pt x="45433" y="27320"/>
                    <a:pt x="45900" y="26552"/>
                    <a:pt x="46400" y="25752"/>
                  </a:cubicBezTo>
                  <a:cubicBezTo>
                    <a:pt x="45300" y="25618"/>
                    <a:pt x="45266" y="25618"/>
                    <a:pt x="44699" y="26319"/>
                  </a:cubicBezTo>
                  <a:cubicBezTo>
                    <a:pt x="44332" y="26753"/>
                    <a:pt x="43999" y="27186"/>
                    <a:pt x="43665" y="27653"/>
                  </a:cubicBezTo>
                  <a:cubicBezTo>
                    <a:pt x="43565" y="27820"/>
                    <a:pt x="43532" y="27987"/>
                    <a:pt x="43498" y="28187"/>
                  </a:cubicBezTo>
                  <a:close/>
                  <a:moveTo>
                    <a:pt x="72786" y="27787"/>
                  </a:moveTo>
                  <a:lnTo>
                    <a:pt x="72953" y="28054"/>
                  </a:lnTo>
                  <a:cubicBezTo>
                    <a:pt x="73386" y="27987"/>
                    <a:pt x="73987" y="28020"/>
                    <a:pt x="74254" y="27753"/>
                  </a:cubicBezTo>
                  <a:cubicBezTo>
                    <a:pt x="74787" y="27153"/>
                    <a:pt x="75254" y="26519"/>
                    <a:pt x="75655" y="25819"/>
                  </a:cubicBezTo>
                  <a:lnTo>
                    <a:pt x="75555" y="25652"/>
                  </a:lnTo>
                  <a:cubicBezTo>
                    <a:pt x="75054" y="25752"/>
                    <a:pt x="74454" y="25685"/>
                    <a:pt x="74120" y="25952"/>
                  </a:cubicBezTo>
                  <a:cubicBezTo>
                    <a:pt x="73620" y="26519"/>
                    <a:pt x="73186" y="27153"/>
                    <a:pt x="72786" y="27787"/>
                  </a:cubicBezTo>
                  <a:close/>
                  <a:moveTo>
                    <a:pt x="5438" y="26085"/>
                  </a:moveTo>
                  <a:cubicBezTo>
                    <a:pt x="4971" y="25885"/>
                    <a:pt x="4404" y="26019"/>
                    <a:pt x="4037" y="26386"/>
                  </a:cubicBezTo>
                  <a:cubicBezTo>
                    <a:pt x="3570" y="26819"/>
                    <a:pt x="3003" y="27186"/>
                    <a:pt x="2502" y="27587"/>
                  </a:cubicBezTo>
                  <a:cubicBezTo>
                    <a:pt x="2202" y="27820"/>
                    <a:pt x="1969" y="28120"/>
                    <a:pt x="1869" y="28487"/>
                  </a:cubicBezTo>
                  <a:cubicBezTo>
                    <a:pt x="2602" y="28687"/>
                    <a:pt x="3403" y="28420"/>
                    <a:pt x="3870" y="27787"/>
                  </a:cubicBezTo>
                  <a:cubicBezTo>
                    <a:pt x="4370" y="27186"/>
                    <a:pt x="4904" y="26653"/>
                    <a:pt x="5438" y="26085"/>
                  </a:cubicBezTo>
                  <a:close/>
                  <a:moveTo>
                    <a:pt x="52571" y="27920"/>
                  </a:moveTo>
                  <a:lnTo>
                    <a:pt x="52672" y="28120"/>
                  </a:lnTo>
                  <a:cubicBezTo>
                    <a:pt x="53105" y="28120"/>
                    <a:pt x="53672" y="28320"/>
                    <a:pt x="54006" y="27953"/>
                  </a:cubicBezTo>
                  <a:cubicBezTo>
                    <a:pt x="54573" y="27253"/>
                    <a:pt x="55073" y="26519"/>
                    <a:pt x="55540" y="25785"/>
                  </a:cubicBezTo>
                  <a:cubicBezTo>
                    <a:pt x="54473" y="25652"/>
                    <a:pt x="54373" y="25618"/>
                    <a:pt x="54006" y="26052"/>
                  </a:cubicBezTo>
                  <a:cubicBezTo>
                    <a:pt x="53505" y="26653"/>
                    <a:pt x="53038" y="27286"/>
                    <a:pt x="52571" y="27920"/>
                  </a:cubicBezTo>
                  <a:close/>
                  <a:moveTo>
                    <a:pt x="33925" y="28054"/>
                  </a:moveTo>
                  <a:lnTo>
                    <a:pt x="34092" y="28287"/>
                  </a:lnTo>
                  <a:cubicBezTo>
                    <a:pt x="34459" y="28220"/>
                    <a:pt x="34959" y="28254"/>
                    <a:pt x="35159" y="28020"/>
                  </a:cubicBezTo>
                  <a:cubicBezTo>
                    <a:pt x="35659" y="27286"/>
                    <a:pt x="36126" y="26552"/>
                    <a:pt x="36560" y="25752"/>
                  </a:cubicBezTo>
                  <a:cubicBezTo>
                    <a:pt x="35926" y="25719"/>
                    <a:pt x="35359" y="25452"/>
                    <a:pt x="34992" y="25952"/>
                  </a:cubicBezTo>
                  <a:cubicBezTo>
                    <a:pt x="34592" y="26653"/>
                    <a:pt x="34225" y="27353"/>
                    <a:pt x="33891" y="28087"/>
                  </a:cubicBezTo>
                  <a:close/>
                  <a:moveTo>
                    <a:pt x="19515" y="25852"/>
                  </a:moveTo>
                  <a:cubicBezTo>
                    <a:pt x="18414" y="25785"/>
                    <a:pt x="18214" y="25785"/>
                    <a:pt x="17880" y="26286"/>
                  </a:cubicBezTo>
                  <a:cubicBezTo>
                    <a:pt x="17446" y="26886"/>
                    <a:pt x="17180" y="27553"/>
                    <a:pt x="16813" y="28220"/>
                  </a:cubicBezTo>
                  <a:cubicBezTo>
                    <a:pt x="17947" y="28420"/>
                    <a:pt x="18013" y="28387"/>
                    <a:pt x="18547" y="27553"/>
                  </a:cubicBezTo>
                  <a:cubicBezTo>
                    <a:pt x="18847" y="27053"/>
                    <a:pt x="19148" y="26486"/>
                    <a:pt x="19515" y="25885"/>
                  </a:cubicBezTo>
                  <a:close/>
                  <a:moveTo>
                    <a:pt x="70885" y="25819"/>
                  </a:moveTo>
                  <a:cubicBezTo>
                    <a:pt x="69750" y="25685"/>
                    <a:pt x="69650" y="25652"/>
                    <a:pt x="69283" y="26085"/>
                  </a:cubicBezTo>
                  <a:cubicBezTo>
                    <a:pt x="68850" y="26653"/>
                    <a:pt x="68483" y="27253"/>
                    <a:pt x="68083" y="27820"/>
                  </a:cubicBezTo>
                  <a:cubicBezTo>
                    <a:pt x="69350" y="28287"/>
                    <a:pt x="69917" y="27653"/>
                    <a:pt x="70384" y="26753"/>
                  </a:cubicBezTo>
                  <a:cubicBezTo>
                    <a:pt x="70551" y="26452"/>
                    <a:pt x="70718" y="26152"/>
                    <a:pt x="70885" y="25852"/>
                  </a:cubicBezTo>
                  <a:close/>
                  <a:moveTo>
                    <a:pt x="32624" y="25752"/>
                  </a:moveTo>
                  <a:cubicBezTo>
                    <a:pt x="31790" y="25518"/>
                    <a:pt x="31290" y="25652"/>
                    <a:pt x="30956" y="26286"/>
                  </a:cubicBezTo>
                  <a:cubicBezTo>
                    <a:pt x="30756" y="26686"/>
                    <a:pt x="30456" y="27019"/>
                    <a:pt x="30189" y="27420"/>
                  </a:cubicBezTo>
                  <a:cubicBezTo>
                    <a:pt x="30055" y="27620"/>
                    <a:pt x="29955" y="27853"/>
                    <a:pt x="29789" y="28154"/>
                  </a:cubicBezTo>
                  <a:cubicBezTo>
                    <a:pt x="30356" y="28254"/>
                    <a:pt x="30823" y="28454"/>
                    <a:pt x="31123" y="27987"/>
                  </a:cubicBezTo>
                  <a:cubicBezTo>
                    <a:pt x="31623" y="27320"/>
                    <a:pt x="32090" y="26586"/>
                    <a:pt x="32624" y="25752"/>
                  </a:cubicBezTo>
                  <a:close/>
                  <a:moveTo>
                    <a:pt x="65981" y="27953"/>
                  </a:moveTo>
                  <a:cubicBezTo>
                    <a:pt x="66515" y="28087"/>
                    <a:pt x="67048" y="28154"/>
                    <a:pt x="67349" y="27853"/>
                  </a:cubicBezTo>
                  <a:cubicBezTo>
                    <a:pt x="67916" y="27120"/>
                    <a:pt x="68449" y="26352"/>
                    <a:pt x="68950" y="25585"/>
                  </a:cubicBezTo>
                  <a:cubicBezTo>
                    <a:pt x="68316" y="25685"/>
                    <a:pt x="67749" y="25618"/>
                    <a:pt x="67482" y="25852"/>
                  </a:cubicBezTo>
                  <a:cubicBezTo>
                    <a:pt x="66815" y="26452"/>
                    <a:pt x="66315" y="27153"/>
                    <a:pt x="65948" y="27953"/>
                  </a:cubicBezTo>
                  <a:close/>
                  <a:moveTo>
                    <a:pt x="60811" y="28087"/>
                  </a:moveTo>
                  <a:lnTo>
                    <a:pt x="62312" y="25752"/>
                  </a:lnTo>
                  <a:cubicBezTo>
                    <a:pt x="61778" y="25652"/>
                    <a:pt x="61278" y="25618"/>
                    <a:pt x="60977" y="25952"/>
                  </a:cubicBezTo>
                  <a:cubicBezTo>
                    <a:pt x="60344" y="26552"/>
                    <a:pt x="59877" y="27253"/>
                    <a:pt x="59543" y="28020"/>
                  </a:cubicBezTo>
                  <a:close/>
                  <a:moveTo>
                    <a:pt x="61711" y="27887"/>
                  </a:moveTo>
                  <a:lnTo>
                    <a:pt x="61811" y="28087"/>
                  </a:lnTo>
                  <a:cubicBezTo>
                    <a:pt x="62212" y="28020"/>
                    <a:pt x="62745" y="28120"/>
                    <a:pt x="62979" y="27887"/>
                  </a:cubicBezTo>
                  <a:cubicBezTo>
                    <a:pt x="63579" y="27286"/>
                    <a:pt x="64080" y="26552"/>
                    <a:pt x="64380" y="25719"/>
                  </a:cubicBezTo>
                  <a:cubicBezTo>
                    <a:pt x="64080" y="25685"/>
                    <a:pt x="63779" y="25685"/>
                    <a:pt x="63479" y="25719"/>
                  </a:cubicBezTo>
                  <a:cubicBezTo>
                    <a:pt x="63212" y="25785"/>
                    <a:pt x="62946" y="25952"/>
                    <a:pt x="62745" y="26152"/>
                  </a:cubicBezTo>
                  <a:cubicBezTo>
                    <a:pt x="62345" y="26686"/>
                    <a:pt x="62045" y="27286"/>
                    <a:pt x="61711" y="27887"/>
                  </a:cubicBezTo>
                  <a:close/>
                  <a:moveTo>
                    <a:pt x="65247" y="25785"/>
                  </a:moveTo>
                  <a:cubicBezTo>
                    <a:pt x="64680" y="26452"/>
                    <a:pt x="64213" y="27186"/>
                    <a:pt x="63813" y="27953"/>
                  </a:cubicBezTo>
                  <a:cubicBezTo>
                    <a:pt x="64413" y="28087"/>
                    <a:pt x="64914" y="28254"/>
                    <a:pt x="65281" y="27787"/>
                  </a:cubicBezTo>
                  <a:cubicBezTo>
                    <a:pt x="65748" y="27186"/>
                    <a:pt x="66148" y="26519"/>
                    <a:pt x="66615" y="25819"/>
                  </a:cubicBezTo>
                  <a:close/>
                  <a:moveTo>
                    <a:pt x="40630" y="25585"/>
                  </a:moveTo>
                  <a:cubicBezTo>
                    <a:pt x="40063" y="25719"/>
                    <a:pt x="39596" y="25719"/>
                    <a:pt x="39395" y="25952"/>
                  </a:cubicBezTo>
                  <a:cubicBezTo>
                    <a:pt x="38728" y="26619"/>
                    <a:pt x="38228" y="27420"/>
                    <a:pt x="37928" y="28287"/>
                  </a:cubicBezTo>
                  <a:cubicBezTo>
                    <a:pt x="38428" y="28120"/>
                    <a:pt x="38928" y="28521"/>
                    <a:pt x="39229" y="27987"/>
                  </a:cubicBezTo>
                  <a:cubicBezTo>
                    <a:pt x="39662" y="27253"/>
                    <a:pt x="40096" y="26486"/>
                    <a:pt x="40663" y="25552"/>
                  </a:cubicBezTo>
                  <a:close/>
                  <a:moveTo>
                    <a:pt x="31723" y="28254"/>
                  </a:moveTo>
                  <a:cubicBezTo>
                    <a:pt x="32390" y="28254"/>
                    <a:pt x="32857" y="28487"/>
                    <a:pt x="33124" y="28020"/>
                  </a:cubicBezTo>
                  <a:cubicBezTo>
                    <a:pt x="33558" y="27320"/>
                    <a:pt x="33958" y="26619"/>
                    <a:pt x="34459" y="25685"/>
                  </a:cubicBezTo>
                  <a:cubicBezTo>
                    <a:pt x="33891" y="25785"/>
                    <a:pt x="33391" y="25685"/>
                    <a:pt x="33258" y="25885"/>
                  </a:cubicBezTo>
                  <a:cubicBezTo>
                    <a:pt x="32724" y="26653"/>
                    <a:pt x="32224" y="27420"/>
                    <a:pt x="31757" y="28254"/>
                  </a:cubicBezTo>
                  <a:close/>
                  <a:moveTo>
                    <a:pt x="96570" y="27687"/>
                  </a:moveTo>
                  <a:cubicBezTo>
                    <a:pt x="97537" y="28020"/>
                    <a:pt x="98171" y="27853"/>
                    <a:pt x="98604" y="27153"/>
                  </a:cubicBezTo>
                  <a:cubicBezTo>
                    <a:pt x="98838" y="26786"/>
                    <a:pt x="99071" y="26419"/>
                    <a:pt x="99372" y="25952"/>
                  </a:cubicBezTo>
                  <a:cubicBezTo>
                    <a:pt x="98871" y="25952"/>
                    <a:pt x="98471" y="25919"/>
                    <a:pt x="98037" y="25952"/>
                  </a:cubicBezTo>
                  <a:cubicBezTo>
                    <a:pt x="97904" y="25952"/>
                    <a:pt x="97770" y="26019"/>
                    <a:pt x="97670" y="26119"/>
                  </a:cubicBezTo>
                  <a:cubicBezTo>
                    <a:pt x="97337" y="26586"/>
                    <a:pt x="97003" y="27086"/>
                    <a:pt x="96603" y="27653"/>
                  </a:cubicBezTo>
                  <a:close/>
                  <a:moveTo>
                    <a:pt x="9341" y="26052"/>
                  </a:moveTo>
                  <a:cubicBezTo>
                    <a:pt x="9341" y="25985"/>
                    <a:pt x="9307" y="25919"/>
                    <a:pt x="9274" y="25819"/>
                  </a:cubicBezTo>
                  <a:cubicBezTo>
                    <a:pt x="8974" y="25885"/>
                    <a:pt x="8573" y="25819"/>
                    <a:pt x="8373" y="26019"/>
                  </a:cubicBezTo>
                  <a:cubicBezTo>
                    <a:pt x="7639" y="26786"/>
                    <a:pt x="6972" y="27587"/>
                    <a:pt x="6205" y="28454"/>
                  </a:cubicBezTo>
                  <a:cubicBezTo>
                    <a:pt x="6906" y="28554"/>
                    <a:pt x="7406" y="28587"/>
                    <a:pt x="7806" y="28087"/>
                  </a:cubicBezTo>
                  <a:cubicBezTo>
                    <a:pt x="8340" y="27386"/>
                    <a:pt x="8874" y="26719"/>
                    <a:pt x="9374" y="26019"/>
                  </a:cubicBezTo>
                  <a:close/>
                  <a:moveTo>
                    <a:pt x="79491" y="27787"/>
                  </a:moveTo>
                  <a:cubicBezTo>
                    <a:pt x="80258" y="28020"/>
                    <a:pt x="80525" y="28087"/>
                    <a:pt x="80692" y="27787"/>
                  </a:cubicBezTo>
                  <a:cubicBezTo>
                    <a:pt x="81192" y="27153"/>
                    <a:pt x="81592" y="26452"/>
                    <a:pt x="82093" y="25719"/>
                  </a:cubicBezTo>
                  <a:cubicBezTo>
                    <a:pt x="81492" y="25652"/>
                    <a:pt x="81025" y="25552"/>
                    <a:pt x="80658" y="25919"/>
                  </a:cubicBezTo>
                  <a:cubicBezTo>
                    <a:pt x="80158" y="26452"/>
                    <a:pt x="79791" y="27086"/>
                    <a:pt x="79524" y="27787"/>
                  </a:cubicBezTo>
                  <a:close/>
                  <a:moveTo>
                    <a:pt x="26053" y="25752"/>
                  </a:moveTo>
                  <a:cubicBezTo>
                    <a:pt x="25419" y="25785"/>
                    <a:pt x="24952" y="25552"/>
                    <a:pt x="24652" y="26052"/>
                  </a:cubicBezTo>
                  <a:cubicBezTo>
                    <a:pt x="24218" y="26786"/>
                    <a:pt x="23818" y="27486"/>
                    <a:pt x="23384" y="28220"/>
                  </a:cubicBezTo>
                  <a:cubicBezTo>
                    <a:pt x="24084" y="28454"/>
                    <a:pt x="24518" y="28287"/>
                    <a:pt x="24818" y="27720"/>
                  </a:cubicBezTo>
                  <a:cubicBezTo>
                    <a:pt x="25219" y="27086"/>
                    <a:pt x="25619" y="26486"/>
                    <a:pt x="26086" y="25719"/>
                  </a:cubicBezTo>
                  <a:close/>
                  <a:moveTo>
                    <a:pt x="13510" y="26052"/>
                  </a:moveTo>
                  <a:lnTo>
                    <a:pt x="13377" y="25852"/>
                  </a:lnTo>
                  <a:cubicBezTo>
                    <a:pt x="13043" y="25919"/>
                    <a:pt x="12610" y="25852"/>
                    <a:pt x="12409" y="26085"/>
                  </a:cubicBezTo>
                  <a:cubicBezTo>
                    <a:pt x="11809" y="26786"/>
                    <a:pt x="11275" y="27553"/>
                    <a:pt x="10675" y="28354"/>
                  </a:cubicBezTo>
                  <a:cubicBezTo>
                    <a:pt x="11676" y="28487"/>
                    <a:pt x="11709" y="28521"/>
                    <a:pt x="11942" y="28220"/>
                  </a:cubicBezTo>
                  <a:cubicBezTo>
                    <a:pt x="12510" y="27486"/>
                    <a:pt x="13010" y="26753"/>
                    <a:pt x="13544" y="26019"/>
                  </a:cubicBezTo>
                  <a:close/>
                  <a:moveTo>
                    <a:pt x="88097" y="27953"/>
                  </a:moveTo>
                  <a:cubicBezTo>
                    <a:pt x="88330" y="27553"/>
                    <a:pt x="88564" y="27220"/>
                    <a:pt x="88764" y="26853"/>
                  </a:cubicBezTo>
                  <a:cubicBezTo>
                    <a:pt x="88997" y="26519"/>
                    <a:pt x="89364" y="26319"/>
                    <a:pt x="89398" y="25852"/>
                  </a:cubicBezTo>
                  <a:cubicBezTo>
                    <a:pt x="88797" y="25618"/>
                    <a:pt x="88097" y="25852"/>
                    <a:pt x="87797" y="26419"/>
                  </a:cubicBezTo>
                  <a:cubicBezTo>
                    <a:pt x="87596" y="26719"/>
                    <a:pt x="87330" y="26986"/>
                    <a:pt x="87096" y="27253"/>
                  </a:cubicBezTo>
                  <a:cubicBezTo>
                    <a:pt x="86996" y="27453"/>
                    <a:pt x="86929" y="27653"/>
                    <a:pt x="86863" y="27853"/>
                  </a:cubicBezTo>
                  <a:cubicBezTo>
                    <a:pt x="87163" y="27887"/>
                    <a:pt x="87430" y="27920"/>
                    <a:pt x="87663" y="27953"/>
                  </a:cubicBezTo>
                  <a:cubicBezTo>
                    <a:pt x="87830" y="27920"/>
                    <a:pt x="87963" y="27920"/>
                    <a:pt x="88130" y="27920"/>
                  </a:cubicBezTo>
                  <a:close/>
                  <a:moveTo>
                    <a:pt x="79991" y="25852"/>
                  </a:moveTo>
                  <a:cubicBezTo>
                    <a:pt x="78757" y="25685"/>
                    <a:pt x="78123" y="26252"/>
                    <a:pt x="77423" y="28087"/>
                  </a:cubicBezTo>
                  <a:cubicBezTo>
                    <a:pt x="77890" y="27953"/>
                    <a:pt x="78423" y="27987"/>
                    <a:pt x="78657" y="27753"/>
                  </a:cubicBezTo>
                  <a:cubicBezTo>
                    <a:pt x="79157" y="27153"/>
                    <a:pt x="79591" y="26519"/>
                    <a:pt x="79991" y="25852"/>
                  </a:cubicBezTo>
                  <a:close/>
                  <a:moveTo>
                    <a:pt x="41530" y="28287"/>
                  </a:moveTo>
                  <a:cubicBezTo>
                    <a:pt x="42031" y="28187"/>
                    <a:pt x="42431" y="28220"/>
                    <a:pt x="42598" y="28054"/>
                  </a:cubicBezTo>
                  <a:cubicBezTo>
                    <a:pt x="43231" y="27353"/>
                    <a:pt x="43732" y="26586"/>
                    <a:pt x="44299" y="25819"/>
                  </a:cubicBezTo>
                  <a:cubicBezTo>
                    <a:pt x="43398" y="25518"/>
                    <a:pt x="42931" y="25985"/>
                    <a:pt x="42564" y="26552"/>
                  </a:cubicBezTo>
                  <a:cubicBezTo>
                    <a:pt x="42297" y="27053"/>
                    <a:pt x="41997" y="27520"/>
                    <a:pt x="41564" y="28254"/>
                  </a:cubicBezTo>
                  <a:close/>
                  <a:moveTo>
                    <a:pt x="14978" y="28320"/>
                  </a:moveTo>
                  <a:cubicBezTo>
                    <a:pt x="15412" y="28387"/>
                    <a:pt x="15712" y="28487"/>
                    <a:pt x="15979" y="28187"/>
                  </a:cubicBezTo>
                  <a:cubicBezTo>
                    <a:pt x="16579" y="27486"/>
                    <a:pt x="17013" y="26719"/>
                    <a:pt x="17346" y="25919"/>
                  </a:cubicBezTo>
                  <a:cubicBezTo>
                    <a:pt x="16846" y="25685"/>
                    <a:pt x="16246" y="25919"/>
                    <a:pt x="16045" y="26419"/>
                  </a:cubicBezTo>
                  <a:cubicBezTo>
                    <a:pt x="15678" y="27019"/>
                    <a:pt x="15378" y="27620"/>
                    <a:pt x="14978" y="28287"/>
                  </a:cubicBezTo>
                  <a:close/>
                  <a:moveTo>
                    <a:pt x="90899" y="27653"/>
                  </a:moveTo>
                  <a:lnTo>
                    <a:pt x="90966" y="27887"/>
                  </a:lnTo>
                  <a:cubicBezTo>
                    <a:pt x="91399" y="27820"/>
                    <a:pt x="91966" y="27887"/>
                    <a:pt x="92233" y="27620"/>
                  </a:cubicBezTo>
                  <a:cubicBezTo>
                    <a:pt x="92700" y="27086"/>
                    <a:pt x="93100" y="26519"/>
                    <a:pt x="93467" y="25885"/>
                  </a:cubicBezTo>
                  <a:cubicBezTo>
                    <a:pt x="92033" y="25885"/>
                    <a:pt x="92033" y="25885"/>
                    <a:pt x="91399" y="26919"/>
                  </a:cubicBezTo>
                  <a:cubicBezTo>
                    <a:pt x="91266" y="27153"/>
                    <a:pt x="91099" y="27386"/>
                    <a:pt x="90932" y="27620"/>
                  </a:cubicBezTo>
                  <a:close/>
                  <a:moveTo>
                    <a:pt x="39796" y="28187"/>
                  </a:moveTo>
                  <a:cubicBezTo>
                    <a:pt x="40296" y="28187"/>
                    <a:pt x="40730" y="28320"/>
                    <a:pt x="41030" y="27887"/>
                  </a:cubicBezTo>
                  <a:lnTo>
                    <a:pt x="42398" y="25785"/>
                  </a:lnTo>
                  <a:cubicBezTo>
                    <a:pt x="41830" y="25518"/>
                    <a:pt x="41197" y="25785"/>
                    <a:pt x="40930" y="26352"/>
                  </a:cubicBezTo>
                  <a:close/>
                  <a:moveTo>
                    <a:pt x="88831" y="27887"/>
                  </a:moveTo>
                  <a:cubicBezTo>
                    <a:pt x="90032" y="27920"/>
                    <a:pt x="90665" y="27386"/>
                    <a:pt x="91232" y="25885"/>
                  </a:cubicBezTo>
                  <a:lnTo>
                    <a:pt x="90232" y="25885"/>
                  </a:lnTo>
                  <a:close/>
                  <a:moveTo>
                    <a:pt x="84961" y="27887"/>
                  </a:moveTo>
                  <a:cubicBezTo>
                    <a:pt x="85495" y="27920"/>
                    <a:pt x="85895" y="28054"/>
                    <a:pt x="86195" y="27653"/>
                  </a:cubicBezTo>
                  <a:lnTo>
                    <a:pt x="87496" y="25885"/>
                  </a:lnTo>
                  <a:cubicBezTo>
                    <a:pt x="86763" y="25652"/>
                    <a:pt x="86195" y="25785"/>
                    <a:pt x="85829" y="26486"/>
                  </a:cubicBezTo>
                  <a:cubicBezTo>
                    <a:pt x="85595" y="26886"/>
                    <a:pt x="85328" y="27286"/>
                    <a:pt x="84961" y="27853"/>
                  </a:cubicBezTo>
                  <a:close/>
                  <a:moveTo>
                    <a:pt x="97037" y="26019"/>
                  </a:moveTo>
                  <a:cubicBezTo>
                    <a:pt x="95969" y="25785"/>
                    <a:pt x="95035" y="26552"/>
                    <a:pt x="94702" y="27887"/>
                  </a:cubicBezTo>
                  <a:cubicBezTo>
                    <a:pt x="95169" y="27787"/>
                    <a:pt x="95702" y="28020"/>
                    <a:pt x="96036" y="27486"/>
                  </a:cubicBezTo>
                  <a:cubicBezTo>
                    <a:pt x="96369" y="26953"/>
                    <a:pt x="96670" y="26519"/>
                    <a:pt x="97037" y="25985"/>
                  </a:cubicBezTo>
                  <a:close/>
                  <a:moveTo>
                    <a:pt x="99038" y="27853"/>
                  </a:moveTo>
                  <a:cubicBezTo>
                    <a:pt x="99372" y="27853"/>
                    <a:pt x="99638" y="27920"/>
                    <a:pt x="99738" y="27820"/>
                  </a:cubicBezTo>
                  <a:cubicBezTo>
                    <a:pt x="100406" y="27286"/>
                    <a:pt x="101006" y="26753"/>
                    <a:pt x="101707" y="26152"/>
                  </a:cubicBezTo>
                  <a:cubicBezTo>
                    <a:pt x="100105" y="25819"/>
                    <a:pt x="99872" y="25919"/>
                    <a:pt x="99038" y="27820"/>
                  </a:cubicBezTo>
                  <a:close/>
                  <a:moveTo>
                    <a:pt x="85628" y="25719"/>
                  </a:moveTo>
                  <a:cubicBezTo>
                    <a:pt x="85228" y="25785"/>
                    <a:pt x="84895" y="25719"/>
                    <a:pt x="84694" y="25885"/>
                  </a:cubicBezTo>
                  <a:cubicBezTo>
                    <a:pt x="84027" y="26352"/>
                    <a:pt x="83527" y="27053"/>
                    <a:pt x="83293" y="27853"/>
                  </a:cubicBezTo>
                  <a:lnTo>
                    <a:pt x="84227" y="27853"/>
                  </a:lnTo>
                  <a:close/>
                  <a:moveTo>
                    <a:pt x="81392" y="27853"/>
                  </a:moveTo>
                  <a:cubicBezTo>
                    <a:pt x="81892" y="27887"/>
                    <a:pt x="82259" y="28120"/>
                    <a:pt x="82560" y="27720"/>
                  </a:cubicBezTo>
                  <a:cubicBezTo>
                    <a:pt x="82960" y="27086"/>
                    <a:pt x="83393" y="26486"/>
                    <a:pt x="83794" y="25785"/>
                  </a:cubicBezTo>
                  <a:cubicBezTo>
                    <a:pt x="83293" y="25618"/>
                    <a:pt x="82726" y="25819"/>
                    <a:pt x="82459" y="26319"/>
                  </a:cubicBezTo>
                  <a:cubicBezTo>
                    <a:pt x="82193" y="26786"/>
                    <a:pt x="81826" y="27220"/>
                    <a:pt x="81425" y="27820"/>
                  </a:cubicBezTo>
                  <a:close/>
                  <a:moveTo>
                    <a:pt x="95102" y="25952"/>
                  </a:moveTo>
                  <a:cubicBezTo>
                    <a:pt x="94101" y="25819"/>
                    <a:pt x="93367" y="26552"/>
                    <a:pt x="93167" y="27787"/>
                  </a:cubicBezTo>
                  <a:cubicBezTo>
                    <a:pt x="93801" y="27820"/>
                    <a:pt x="93834" y="27853"/>
                    <a:pt x="94001" y="27553"/>
                  </a:cubicBezTo>
                  <a:cubicBezTo>
                    <a:pt x="94368" y="27053"/>
                    <a:pt x="94702" y="26486"/>
                    <a:pt x="95102" y="259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8" name="Google Shape;208;p19"/>
          <p:cNvGrpSpPr/>
          <p:nvPr/>
        </p:nvGrpSpPr>
        <p:grpSpPr>
          <a:xfrm>
            <a:off x="4904600" y="1319351"/>
            <a:ext cx="3172602" cy="1475131"/>
            <a:chOff x="4904600" y="1319351"/>
            <a:chExt cx="3172602" cy="1475131"/>
          </a:xfrm>
        </p:grpSpPr>
        <p:grpSp>
          <p:nvGrpSpPr>
            <p:cNvPr id="209" name="Google Shape;209;p19"/>
            <p:cNvGrpSpPr/>
            <p:nvPr/>
          </p:nvGrpSpPr>
          <p:grpSpPr>
            <a:xfrm>
              <a:off x="5232161" y="1776608"/>
              <a:ext cx="457217" cy="433775"/>
              <a:chOff x="5049750" y="832600"/>
              <a:chExt cx="505100" cy="483100"/>
            </a:xfrm>
          </p:grpSpPr>
          <p:sp>
            <p:nvSpPr>
              <p:cNvPr id="210" name="Google Shape;210;p19"/>
              <p:cNvSpPr/>
              <p:nvPr/>
            </p:nvSpPr>
            <p:spPr>
              <a:xfrm>
                <a:off x="5049750" y="832600"/>
                <a:ext cx="505100" cy="483100"/>
              </a:xfrm>
              <a:custGeom>
                <a:rect b="b" l="l" r="r" t="t"/>
                <a:pathLst>
                  <a:path extrusionOk="0" h="19324" w="20204">
                    <a:moveTo>
                      <a:pt x="12136" y="1129"/>
                    </a:moveTo>
                    <a:cubicBezTo>
                      <a:pt x="13730" y="1129"/>
                      <a:pt x="15325" y="1737"/>
                      <a:pt x="16538" y="2952"/>
                    </a:cubicBezTo>
                    <a:cubicBezTo>
                      <a:pt x="18969" y="5383"/>
                      <a:pt x="18969" y="9323"/>
                      <a:pt x="16538" y="11757"/>
                    </a:cubicBezTo>
                    <a:cubicBezTo>
                      <a:pt x="15341" y="12950"/>
                      <a:pt x="13747" y="13579"/>
                      <a:pt x="12129" y="13579"/>
                    </a:cubicBezTo>
                    <a:cubicBezTo>
                      <a:pt x="11233" y="13579"/>
                      <a:pt x="10329" y="13386"/>
                      <a:pt x="9482" y="12989"/>
                    </a:cubicBezTo>
                    <a:cubicBezTo>
                      <a:pt x="9461" y="12980"/>
                      <a:pt x="9440" y="12968"/>
                      <a:pt x="9419" y="12959"/>
                    </a:cubicBezTo>
                    <a:cubicBezTo>
                      <a:pt x="8794" y="12657"/>
                      <a:pt x="8223" y="12249"/>
                      <a:pt x="7734" y="11757"/>
                    </a:cubicBezTo>
                    <a:cubicBezTo>
                      <a:pt x="5306" y="9329"/>
                      <a:pt x="5306" y="5380"/>
                      <a:pt x="7734" y="2952"/>
                    </a:cubicBezTo>
                    <a:cubicBezTo>
                      <a:pt x="8948" y="1737"/>
                      <a:pt x="10542" y="1129"/>
                      <a:pt x="12136" y="1129"/>
                    </a:cubicBezTo>
                    <a:close/>
                    <a:moveTo>
                      <a:pt x="5871" y="11216"/>
                    </a:moveTo>
                    <a:cubicBezTo>
                      <a:pt x="6475" y="12195"/>
                      <a:pt x="7296" y="13016"/>
                      <a:pt x="8271" y="13620"/>
                    </a:cubicBezTo>
                    <a:lnTo>
                      <a:pt x="7734" y="14160"/>
                    </a:lnTo>
                    <a:cubicBezTo>
                      <a:pt x="7622" y="14271"/>
                      <a:pt x="7477" y="14326"/>
                      <a:pt x="7332" y="14326"/>
                    </a:cubicBezTo>
                    <a:cubicBezTo>
                      <a:pt x="7188" y="14326"/>
                      <a:pt x="7044" y="14271"/>
                      <a:pt x="6934" y="14160"/>
                    </a:cubicBezTo>
                    <a:lnTo>
                      <a:pt x="5330" y="12557"/>
                    </a:lnTo>
                    <a:cubicBezTo>
                      <a:pt x="5110" y="12337"/>
                      <a:pt x="5110" y="11977"/>
                      <a:pt x="5330" y="11757"/>
                    </a:cubicBezTo>
                    <a:lnTo>
                      <a:pt x="5871" y="11216"/>
                    </a:lnTo>
                    <a:close/>
                    <a:moveTo>
                      <a:pt x="4932" y="13762"/>
                    </a:moveTo>
                    <a:lnTo>
                      <a:pt x="5732" y="14562"/>
                    </a:lnTo>
                    <a:lnTo>
                      <a:pt x="4932" y="15362"/>
                    </a:lnTo>
                    <a:lnTo>
                      <a:pt x="4131" y="14562"/>
                    </a:lnTo>
                    <a:lnTo>
                      <a:pt x="4932" y="13762"/>
                    </a:lnTo>
                    <a:close/>
                    <a:moveTo>
                      <a:pt x="3328" y="15362"/>
                    </a:moveTo>
                    <a:lnTo>
                      <a:pt x="4128" y="16162"/>
                    </a:lnTo>
                    <a:lnTo>
                      <a:pt x="2268" y="18025"/>
                    </a:lnTo>
                    <a:cubicBezTo>
                      <a:pt x="2157" y="18135"/>
                      <a:pt x="2013" y="18190"/>
                      <a:pt x="1868" y="18190"/>
                    </a:cubicBezTo>
                    <a:cubicBezTo>
                      <a:pt x="1723" y="18190"/>
                      <a:pt x="1577" y="18134"/>
                      <a:pt x="1465" y="18022"/>
                    </a:cubicBezTo>
                    <a:cubicBezTo>
                      <a:pt x="1245" y="17802"/>
                      <a:pt x="1245" y="17443"/>
                      <a:pt x="1465" y="17222"/>
                    </a:cubicBezTo>
                    <a:lnTo>
                      <a:pt x="3328" y="15362"/>
                    </a:lnTo>
                    <a:close/>
                    <a:moveTo>
                      <a:pt x="12135" y="1"/>
                    </a:moveTo>
                    <a:cubicBezTo>
                      <a:pt x="10250" y="1"/>
                      <a:pt x="8365" y="718"/>
                      <a:pt x="6931" y="2152"/>
                    </a:cubicBezTo>
                    <a:cubicBezTo>
                      <a:pt x="4769" y="4311"/>
                      <a:pt x="4237" y="7493"/>
                      <a:pt x="5330" y="10157"/>
                    </a:cubicBezTo>
                    <a:lnTo>
                      <a:pt x="4527" y="10957"/>
                    </a:lnTo>
                    <a:cubicBezTo>
                      <a:pt x="4020" y="11467"/>
                      <a:pt x="3887" y="12240"/>
                      <a:pt x="4198" y="12892"/>
                    </a:cubicBezTo>
                    <a:lnTo>
                      <a:pt x="665" y="16422"/>
                    </a:lnTo>
                    <a:cubicBezTo>
                      <a:pt x="1" y="17086"/>
                      <a:pt x="1" y="18161"/>
                      <a:pt x="665" y="18825"/>
                    </a:cubicBezTo>
                    <a:cubicBezTo>
                      <a:pt x="996" y="19158"/>
                      <a:pt x="1431" y="19324"/>
                      <a:pt x="1865" y="19324"/>
                    </a:cubicBezTo>
                    <a:cubicBezTo>
                      <a:pt x="2300" y="19324"/>
                      <a:pt x="2735" y="19158"/>
                      <a:pt x="3066" y="18825"/>
                    </a:cubicBezTo>
                    <a:lnTo>
                      <a:pt x="6598" y="15293"/>
                    </a:lnTo>
                    <a:cubicBezTo>
                      <a:pt x="6831" y="15403"/>
                      <a:pt x="7081" y="15457"/>
                      <a:pt x="7328" y="15457"/>
                    </a:cubicBezTo>
                    <a:cubicBezTo>
                      <a:pt x="7770" y="15457"/>
                      <a:pt x="8206" y="15286"/>
                      <a:pt x="8531" y="14961"/>
                    </a:cubicBezTo>
                    <a:lnTo>
                      <a:pt x="9331" y="14163"/>
                    </a:lnTo>
                    <a:cubicBezTo>
                      <a:pt x="10241" y="14538"/>
                      <a:pt x="11190" y="14717"/>
                      <a:pt x="12127" y="14717"/>
                    </a:cubicBezTo>
                    <a:cubicBezTo>
                      <a:pt x="14530" y="14717"/>
                      <a:pt x="16858" y="13537"/>
                      <a:pt x="18256" y="11437"/>
                    </a:cubicBezTo>
                    <a:cubicBezTo>
                      <a:pt x="20204" y="8520"/>
                      <a:pt x="19821" y="4631"/>
                      <a:pt x="17342" y="2152"/>
                    </a:cubicBezTo>
                    <a:cubicBezTo>
                      <a:pt x="15906" y="718"/>
                      <a:pt x="14020" y="1"/>
                      <a:pt x="1213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11" name="Google Shape;211;p19"/>
              <p:cNvSpPr/>
              <p:nvPr/>
            </p:nvSpPr>
            <p:spPr>
              <a:xfrm>
                <a:off x="5216725" y="889175"/>
                <a:ext cx="276000" cy="254400"/>
              </a:xfrm>
              <a:custGeom>
                <a:rect b="b" l="l" r="r" t="t"/>
                <a:pathLst>
                  <a:path extrusionOk="0" h="10176" w="11040">
                    <a:moveTo>
                      <a:pt x="5456" y="1133"/>
                    </a:moveTo>
                    <a:cubicBezTo>
                      <a:pt x="6487" y="1133"/>
                      <a:pt x="7500" y="1535"/>
                      <a:pt x="8259" y="2293"/>
                    </a:cubicBezTo>
                    <a:cubicBezTo>
                      <a:pt x="9802" y="3839"/>
                      <a:pt x="9802" y="6348"/>
                      <a:pt x="8259" y="7897"/>
                    </a:cubicBezTo>
                    <a:cubicBezTo>
                      <a:pt x="7501" y="8653"/>
                      <a:pt x="6489" y="9055"/>
                      <a:pt x="5460" y="9055"/>
                    </a:cubicBezTo>
                    <a:cubicBezTo>
                      <a:pt x="4948" y="9055"/>
                      <a:pt x="4433" y="8956"/>
                      <a:pt x="3941" y="8751"/>
                    </a:cubicBezTo>
                    <a:cubicBezTo>
                      <a:pt x="2462" y="8138"/>
                      <a:pt x="1499" y="6695"/>
                      <a:pt x="1499" y="5095"/>
                    </a:cubicBezTo>
                    <a:cubicBezTo>
                      <a:pt x="1499" y="3491"/>
                      <a:pt x="2462" y="2048"/>
                      <a:pt x="3941" y="1435"/>
                    </a:cubicBezTo>
                    <a:cubicBezTo>
                      <a:pt x="4431" y="1232"/>
                      <a:pt x="4946" y="1133"/>
                      <a:pt x="5456" y="1133"/>
                    </a:cubicBezTo>
                    <a:close/>
                    <a:moveTo>
                      <a:pt x="5468" y="1"/>
                    </a:moveTo>
                    <a:cubicBezTo>
                      <a:pt x="5465" y="1"/>
                      <a:pt x="5461" y="1"/>
                      <a:pt x="5457" y="1"/>
                    </a:cubicBezTo>
                    <a:cubicBezTo>
                      <a:pt x="3029" y="4"/>
                      <a:pt x="943" y="1719"/>
                      <a:pt x="472" y="4098"/>
                    </a:cubicBezTo>
                    <a:cubicBezTo>
                      <a:pt x="1" y="6481"/>
                      <a:pt x="1275" y="8860"/>
                      <a:pt x="3519" y="9787"/>
                    </a:cubicBezTo>
                    <a:cubicBezTo>
                      <a:pt x="4151" y="10049"/>
                      <a:pt x="4811" y="10175"/>
                      <a:pt x="5463" y="10175"/>
                    </a:cubicBezTo>
                    <a:cubicBezTo>
                      <a:pt x="7120" y="10175"/>
                      <a:pt x="8725" y="9362"/>
                      <a:pt x="9693" y="7912"/>
                    </a:cubicBezTo>
                    <a:cubicBezTo>
                      <a:pt x="11040" y="5895"/>
                      <a:pt x="10774" y="3207"/>
                      <a:pt x="9059" y="1492"/>
                    </a:cubicBezTo>
                    <a:cubicBezTo>
                      <a:pt x="8108" y="535"/>
                      <a:pt x="6814" y="1"/>
                      <a:pt x="54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</p:grpSp>
        <p:sp>
          <p:nvSpPr>
            <p:cNvPr id="212" name="Google Shape;212;p19"/>
            <p:cNvSpPr/>
            <p:nvPr/>
          </p:nvSpPr>
          <p:spPr>
            <a:xfrm flipH="1">
              <a:off x="4904600" y="1319351"/>
              <a:ext cx="3172602" cy="1475131"/>
            </a:xfrm>
            <a:custGeom>
              <a:rect b="b" l="l" r="r" t="t"/>
              <a:pathLst>
                <a:path extrusionOk="0" h="29388" w="103909">
                  <a:moveTo>
                    <a:pt x="103875" y="834"/>
                  </a:moveTo>
                  <a:cubicBezTo>
                    <a:pt x="103875" y="1768"/>
                    <a:pt x="103908" y="2635"/>
                    <a:pt x="103875" y="3503"/>
                  </a:cubicBezTo>
                  <a:cubicBezTo>
                    <a:pt x="103808" y="5571"/>
                    <a:pt x="103675" y="7672"/>
                    <a:pt x="103675" y="9774"/>
                  </a:cubicBezTo>
                  <a:cubicBezTo>
                    <a:pt x="103675" y="12009"/>
                    <a:pt x="103775" y="14277"/>
                    <a:pt x="103808" y="16512"/>
                  </a:cubicBezTo>
                  <a:cubicBezTo>
                    <a:pt x="103808" y="17913"/>
                    <a:pt x="103775" y="19314"/>
                    <a:pt x="103775" y="20715"/>
                  </a:cubicBezTo>
                  <a:lnTo>
                    <a:pt x="103775" y="22349"/>
                  </a:lnTo>
                  <a:cubicBezTo>
                    <a:pt x="103775" y="23250"/>
                    <a:pt x="103708" y="24117"/>
                    <a:pt x="103708" y="25018"/>
                  </a:cubicBezTo>
                  <a:cubicBezTo>
                    <a:pt x="103741" y="25285"/>
                    <a:pt x="103741" y="25518"/>
                    <a:pt x="103775" y="25785"/>
                  </a:cubicBezTo>
                  <a:cubicBezTo>
                    <a:pt x="102674" y="26352"/>
                    <a:pt x="101707" y="27120"/>
                    <a:pt x="100873" y="28054"/>
                  </a:cubicBezTo>
                  <a:cubicBezTo>
                    <a:pt x="100606" y="28354"/>
                    <a:pt x="100205" y="28487"/>
                    <a:pt x="99839" y="28487"/>
                  </a:cubicBezTo>
                  <a:cubicBezTo>
                    <a:pt x="97003" y="28454"/>
                    <a:pt x="94201" y="28420"/>
                    <a:pt x="91366" y="28420"/>
                  </a:cubicBezTo>
                  <a:cubicBezTo>
                    <a:pt x="89464" y="28420"/>
                    <a:pt x="87530" y="28354"/>
                    <a:pt x="85628" y="28454"/>
                  </a:cubicBezTo>
                  <a:cubicBezTo>
                    <a:pt x="83594" y="28521"/>
                    <a:pt x="81525" y="28454"/>
                    <a:pt x="79491" y="28454"/>
                  </a:cubicBezTo>
                  <a:cubicBezTo>
                    <a:pt x="77423" y="28454"/>
                    <a:pt x="75354" y="28487"/>
                    <a:pt x="73286" y="28521"/>
                  </a:cubicBezTo>
                  <a:cubicBezTo>
                    <a:pt x="71819" y="28521"/>
                    <a:pt x="70317" y="28454"/>
                    <a:pt x="68816" y="28487"/>
                  </a:cubicBezTo>
                  <a:cubicBezTo>
                    <a:pt x="66181" y="28521"/>
                    <a:pt x="63546" y="28621"/>
                    <a:pt x="60911" y="28621"/>
                  </a:cubicBezTo>
                  <a:cubicBezTo>
                    <a:pt x="59410" y="28621"/>
                    <a:pt x="57942" y="28554"/>
                    <a:pt x="56441" y="28487"/>
                  </a:cubicBezTo>
                  <a:lnTo>
                    <a:pt x="55440" y="28487"/>
                  </a:lnTo>
                  <a:cubicBezTo>
                    <a:pt x="53972" y="28554"/>
                    <a:pt x="52471" y="28621"/>
                    <a:pt x="51004" y="28621"/>
                  </a:cubicBezTo>
                  <a:cubicBezTo>
                    <a:pt x="49102" y="28654"/>
                    <a:pt x="47234" y="28687"/>
                    <a:pt x="45333" y="28687"/>
                  </a:cubicBezTo>
                  <a:cubicBezTo>
                    <a:pt x="44933" y="28687"/>
                    <a:pt x="44499" y="28721"/>
                    <a:pt x="44099" y="28721"/>
                  </a:cubicBezTo>
                  <a:lnTo>
                    <a:pt x="31790" y="28787"/>
                  </a:lnTo>
                  <a:cubicBezTo>
                    <a:pt x="29088" y="28787"/>
                    <a:pt x="26353" y="28787"/>
                    <a:pt x="23617" y="28821"/>
                  </a:cubicBezTo>
                  <a:cubicBezTo>
                    <a:pt x="20549" y="28854"/>
                    <a:pt x="17480" y="28921"/>
                    <a:pt x="14444" y="28954"/>
                  </a:cubicBezTo>
                  <a:cubicBezTo>
                    <a:pt x="10541" y="29021"/>
                    <a:pt x="6639" y="29088"/>
                    <a:pt x="2736" y="29154"/>
                  </a:cubicBezTo>
                  <a:cubicBezTo>
                    <a:pt x="2269" y="29154"/>
                    <a:pt x="1835" y="29221"/>
                    <a:pt x="1368" y="29288"/>
                  </a:cubicBezTo>
                  <a:cubicBezTo>
                    <a:pt x="634" y="29388"/>
                    <a:pt x="301" y="29154"/>
                    <a:pt x="234" y="28387"/>
                  </a:cubicBezTo>
                  <a:cubicBezTo>
                    <a:pt x="34" y="26019"/>
                    <a:pt x="1" y="23650"/>
                    <a:pt x="101" y="21282"/>
                  </a:cubicBezTo>
                  <a:cubicBezTo>
                    <a:pt x="201" y="19381"/>
                    <a:pt x="1" y="17446"/>
                    <a:pt x="1" y="15545"/>
                  </a:cubicBezTo>
                  <a:cubicBezTo>
                    <a:pt x="1" y="14144"/>
                    <a:pt x="67" y="12743"/>
                    <a:pt x="134" y="11342"/>
                  </a:cubicBezTo>
                  <a:cubicBezTo>
                    <a:pt x="134" y="10708"/>
                    <a:pt x="167" y="10074"/>
                    <a:pt x="167" y="9440"/>
                  </a:cubicBezTo>
                  <a:cubicBezTo>
                    <a:pt x="167" y="8206"/>
                    <a:pt x="334" y="6972"/>
                    <a:pt x="167" y="5771"/>
                  </a:cubicBezTo>
                  <a:cubicBezTo>
                    <a:pt x="1" y="4570"/>
                    <a:pt x="401" y="4003"/>
                    <a:pt x="1268" y="3336"/>
                  </a:cubicBezTo>
                  <a:cubicBezTo>
                    <a:pt x="2336" y="2502"/>
                    <a:pt x="3303" y="1568"/>
                    <a:pt x="4237" y="601"/>
                  </a:cubicBezTo>
                  <a:cubicBezTo>
                    <a:pt x="4537" y="200"/>
                    <a:pt x="5004" y="0"/>
                    <a:pt x="5471" y="33"/>
                  </a:cubicBezTo>
                  <a:cubicBezTo>
                    <a:pt x="8573" y="100"/>
                    <a:pt x="11642" y="100"/>
                    <a:pt x="14744" y="134"/>
                  </a:cubicBezTo>
                  <a:cubicBezTo>
                    <a:pt x="16946" y="134"/>
                    <a:pt x="19114" y="67"/>
                    <a:pt x="21316" y="67"/>
                  </a:cubicBezTo>
                  <a:cubicBezTo>
                    <a:pt x="23217" y="67"/>
                    <a:pt x="25152" y="134"/>
                    <a:pt x="27053" y="134"/>
                  </a:cubicBezTo>
                  <a:cubicBezTo>
                    <a:pt x="28054" y="134"/>
                    <a:pt x="29055" y="67"/>
                    <a:pt x="30055" y="67"/>
                  </a:cubicBezTo>
                  <a:cubicBezTo>
                    <a:pt x="30656" y="67"/>
                    <a:pt x="31256" y="167"/>
                    <a:pt x="31857" y="167"/>
                  </a:cubicBezTo>
                  <a:lnTo>
                    <a:pt x="35059" y="167"/>
                  </a:lnTo>
                  <a:cubicBezTo>
                    <a:pt x="36593" y="167"/>
                    <a:pt x="38161" y="167"/>
                    <a:pt x="39696" y="200"/>
                  </a:cubicBezTo>
                  <a:cubicBezTo>
                    <a:pt x="43498" y="234"/>
                    <a:pt x="47301" y="300"/>
                    <a:pt x="51104" y="334"/>
                  </a:cubicBezTo>
                  <a:cubicBezTo>
                    <a:pt x="55407" y="367"/>
                    <a:pt x="59710" y="400"/>
                    <a:pt x="64013" y="400"/>
                  </a:cubicBezTo>
                  <a:cubicBezTo>
                    <a:pt x="64814" y="400"/>
                    <a:pt x="65581" y="334"/>
                    <a:pt x="66381" y="334"/>
                  </a:cubicBezTo>
                  <a:cubicBezTo>
                    <a:pt x="67182" y="334"/>
                    <a:pt x="67949" y="434"/>
                    <a:pt x="68750" y="434"/>
                  </a:cubicBezTo>
                  <a:cubicBezTo>
                    <a:pt x="72152" y="434"/>
                    <a:pt x="75555" y="434"/>
                    <a:pt x="78957" y="434"/>
                  </a:cubicBezTo>
                  <a:cubicBezTo>
                    <a:pt x="81225" y="467"/>
                    <a:pt x="83494" y="567"/>
                    <a:pt x="85795" y="567"/>
                  </a:cubicBezTo>
                  <a:cubicBezTo>
                    <a:pt x="88931" y="601"/>
                    <a:pt x="92033" y="567"/>
                    <a:pt x="95169" y="567"/>
                  </a:cubicBezTo>
                  <a:cubicBezTo>
                    <a:pt x="96970" y="567"/>
                    <a:pt x="98738" y="601"/>
                    <a:pt x="100539" y="634"/>
                  </a:cubicBezTo>
                  <a:cubicBezTo>
                    <a:pt x="101273" y="634"/>
                    <a:pt x="102007" y="567"/>
                    <a:pt x="102707" y="634"/>
                  </a:cubicBezTo>
                  <a:cubicBezTo>
                    <a:pt x="103108" y="667"/>
                    <a:pt x="103508" y="734"/>
                    <a:pt x="103875" y="834"/>
                  </a:cubicBezTo>
                  <a:close/>
                  <a:moveTo>
                    <a:pt x="5671" y="901"/>
                  </a:moveTo>
                  <a:cubicBezTo>
                    <a:pt x="5605" y="1168"/>
                    <a:pt x="5571" y="1434"/>
                    <a:pt x="5538" y="1668"/>
                  </a:cubicBezTo>
                  <a:cubicBezTo>
                    <a:pt x="5471" y="3236"/>
                    <a:pt x="5371" y="4770"/>
                    <a:pt x="5338" y="6338"/>
                  </a:cubicBezTo>
                  <a:cubicBezTo>
                    <a:pt x="5271" y="9707"/>
                    <a:pt x="5238" y="13043"/>
                    <a:pt x="5171" y="16412"/>
                  </a:cubicBezTo>
                  <a:cubicBezTo>
                    <a:pt x="5104" y="19080"/>
                    <a:pt x="4937" y="21716"/>
                    <a:pt x="4837" y="24384"/>
                  </a:cubicBezTo>
                  <a:cubicBezTo>
                    <a:pt x="4804" y="25018"/>
                    <a:pt x="4871" y="25151"/>
                    <a:pt x="5505" y="25151"/>
                  </a:cubicBezTo>
                  <a:cubicBezTo>
                    <a:pt x="7673" y="25151"/>
                    <a:pt x="9874" y="25185"/>
                    <a:pt x="12043" y="25185"/>
                  </a:cubicBezTo>
                  <a:cubicBezTo>
                    <a:pt x="15011" y="25185"/>
                    <a:pt x="18013" y="25185"/>
                    <a:pt x="20982" y="25151"/>
                  </a:cubicBezTo>
                  <a:cubicBezTo>
                    <a:pt x="22317" y="25151"/>
                    <a:pt x="23651" y="25118"/>
                    <a:pt x="24985" y="25118"/>
                  </a:cubicBezTo>
                  <a:cubicBezTo>
                    <a:pt x="27020" y="25118"/>
                    <a:pt x="29055" y="25085"/>
                    <a:pt x="31089" y="25085"/>
                  </a:cubicBezTo>
                  <a:cubicBezTo>
                    <a:pt x="32991" y="25085"/>
                    <a:pt x="34926" y="25151"/>
                    <a:pt x="36827" y="25118"/>
                  </a:cubicBezTo>
                  <a:cubicBezTo>
                    <a:pt x="40129" y="25118"/>
                    <a:pt x="43432" y="25085"/>
                    <a:pt x="46734" y="25051"/>
                  </a:cubicBezTo>
                  <a:cubicBezTo>
                    <a:pt x="49036" y="25051"/>
                    <a:pt x="51304" y="25085"/>
                    <a:pt x="53572" y="25118"/>
                  </a:cubicBezTo>
                  <a:cubicBezTo>
                    <a:pt x="56875" y="25118"/>
                    <a:pt x="60210" y="25151"/>
                    <a:pt x="63513" y="25151"/>
                  </a:cubicBezTo>
                  <a:lnTo>
                    <a:pt x="67149" y="25151"/>
                  </a:lnTo>
                  <a:cubicBezTo>
                    <a:pt x="67749" y="25151"/>
                    <a:pt x="68349" y="25118"/>
                    <a:pt x="68950" y="25118"/>
                  </a:cubicBezTo>
                  <a:cubicBezTo>
                    <a:pt x="69884" y="25118"/>
                    <a:pt x="70784" y="25151"/>
                    <a:pt x="71685" y="25151"/>
                  </a:cubicBezTo>
                  <a:lnTo>
                    <a:pt x="82726" y="25151"/>
                  </a:lnTo>
                  <a:lnTo>
                    <a:pt x="95535" y="25151"/>
                  </a:lnTo>
                  <a:cubicBezTo>
                    <a:pt x="97103" y="25151"/>
                    <a:pt x="98638" y="25185"/>
                    <a:pt x="100172" y="25185"/>
                  </a:cubicBezTo>
                  <a:cubicBezTo>
                    <a:pt x="100806" y="25185"/>
                    <a:pt x="101406" y="25218"/>
                    <a:pt x="102007" y="25185"/>
                  </a:cubicBezTo>
                  <a:cubicBezTo>
                    <a:pt x="102741" y="25151"/>
                    <a:pt x="102874" y="24985"/>
                    <a:pt x="102907" y="24251"/>
                  </a:cubicBezTo>
                  <a:cubicBezTo>
                    <a:pt x="102941" y="23750"/>
                    <a:pt x="102941" y="23250"/>
                    <a:pt x="102974" y="22716"/>
                  </a:cubicBezTo>
                  <a:cubicBezTo>
                    <a:pt x="102974" y="21349"/>
                    <a:pt x="102974" y="19981"/>
                    <a:pt x="103007" y="18580"/>
                  </a:cubicBezTo>
                  <a:cubicBezTo>
                    <a:pt x="103041" y="17679"/>
                    <a:pt x="103108" y="16745"/>
                    <a:pt x="103141" y="15811"/>
                  </a:cubicBezTo>
                  <a:cubicBezTo>
                    <a:pt x="103141" y="14877"/>
                    <a:pt x="103074" y="14043"/>
                    <a:pt x="103041" y="13176"/>
                  </a:cubicBezTo>
                  <a:cubicBezTo>
                    <a:pt x="103007" y="12309"/>
                    <a:pt x="102941" y="11375"/>
                    <a:pt x="102907" y="10508"/>
                  </a:cubicBezTo>
                  <a:cubicBezTo>
                    <a:pt x="102841" y="9907"/>
                    <a:pt x="102841" y="9307"/>
                    <a:pt x="102841" y="8740"/>
                  </a:cubicBezTo>
                  <a:cubicBezTo>
                    <a:pt x="102941" y="6805"/>
                    <a:pt x="103141" y="4870"/>
                    <a:pt x="103241" y="2936"/>
                  </a:cubicBezTo>
                  <a:cubicBezTo>
                    <a:pt x="103274" y="2502"/>
                    <a:pt x="103141" y="2068"/>
                    <a:pt x="102907" y="1668"/>
                  </a:cubicBezTo>
                  <a:cubicBezTo>
                    <a:pt x="102807" y="1501"/>
                    <a:pt x="102274" y="1568"/>
                    <a:pt x="101907" y="1535"/>
                  </a:cubicBezTo>
                  <a:lnTo>
                    <a:pt x="101373" y="1535"/>
                  </a:lnTo>
                  <a:lnTo>
                    <a:pt x="93267" y="1334"/>
                  </a:lnTo>
                  <a:lnTo>
                    <a:pt x="92733" y="1334"/>
                  </a:lnTo>
                  <a:cubicBezTo>
                    <a:pt x="89598" y="1334"/>
                    <a:pt x="86462" y="1334"/>
                    <a:pt x="83360" y="1301"/>
                  </a:cubicBezTo>
                  <a:cubicBezTo>
                    <a:pt x="80258" y="1268"/>
                    <a:pt x="77089" y="1168"/>
                    <a:pt x="73987" y="1134"/>
                  </a:cubicBezTo>
                  <a:cubicBezTo>
                    <a:pt x="70584" y="1101"/>
                    <a:pt x="67182" y="1101"/>
                    <a:pt x="63779" y="1068"/>
                  </a:cubicBezTo>
                  <a:cubicBezTo>
                    <a:pt x="62612" y="1068"/>
                    <a:pt x="61411" y="1034"/>
                    <a:pt x="60244" y="1034"/>
                  </a:cubicBezTo>
                  <a:cubicBezTo>
                    <a:pt x="58342" y="1034"/>
                    <a:pt x="56474" y="1101"/>
                    <a:pt x="54573" y="1068"/>
                  </a:cubicBezTo>
                  <a:cubicBezTo>
                    <a:pt x="52138" y="1068"/>
                    <a:pt x="49669" y="1001"/>
                    <a:pt x="47201" y="967"/>
                  </a:cubicBezTo>
                  <a:cubicBezTo>
                    <a:pt x="43698" y="934"/>
                    <a:pt x="40163" y="934"/>
                    <a:pt x="36627" y="901"/>
                  </a:cubicBezTo>
                  <a:cubicBezTo>
                    <a:pt x="34425" y="901"/>
                    <a:pt x="32190" y="834"/>
                    <a:pt x="29955" y="834"/>
                  </a:cubicBezTo>
                  <a:cubicBezTo>
                    <a:pt x="28121" y="834"/>
                    <a:pt x="26253" y="767"/>
                    <a:pt x="24418" y="801"/>
                  </a:cubicBezTo>
                  <a:cubicBezTo>
                    <a:pt x="22050" y="834"/>
                    <a:pt x="19681" y="934"/>
                    <a:pt x="17313" y="934"/>
                  </a:cubicBezTo>
                  <a:cubicBezTo>
                    <a:pt x="14611" y="934"/>
                    <a:pt x="11909" y="867"/>
                    <a:pt x="9207" y="867"/>
                  </a:cubicBezTo>
                  <a:cubicBezTo>
                    <a:pt x="8073" y="801"/>
                    <a:pt x="6939" y="867"/>
                    <a:pt x="5671" y="901"/>
                  </a:cubicBezTo>
                  <a:close/>
                  <a:moveTo>
                    <a:pt x="4304" y="17880"/>
                  </a:moveTo>
                  <a:cubicBezTo>
                    <a:pt x="4037" y="18213"/>
                    <a:pt x="3837" y="18447"/>
                    <a:pt x="3637" y="18680"/>
                  </a:cubicBezTo>
                  <a:cubicBezTo>
                    <a:pt x="2869" y="19547"/>
                    <a:pt x="2135" y="20448"/>
                    <a:pt x="1335" y="21282"/>
                  </a:cubicBezTo>
                  <a:cubicBezTo>
                    <a:pt x="768" y="21882"/>
                    <a:pt x="901" y="22550"/>
                    <a:pt x="968" y="23450"/>
                  </a:cubicBezTo>
                  <a:cubicBezTo>
                    <a:pt x="1969" y="22349"/>
                    <a:pt x="2803" y="21382"/>
                    <a:pt x="3703" y="20448"/>
                  </a:cubicBezTo>
                  <a:cubicBezTo>
                    <a:pt x="4404" y="19748"/>
                    <a:pt x="4504" y="18947"/>
                    <a:pt x="4304" y="17880"/>
                  </a:cubicBezTo>
                  <a:close/>
                  <a:moveTo>
                    <a:pt x="968" y="11442"/>
                  </a:moveTo>
                  <a:cubicBezTo>
                    <a:pt x="2102" y="10274"/>
                    <a:pt x="3136" y="9240"/>
                    <a:pt x="4137" y="8206"/>
                  </a:cubicBezTo>
                  <a:cubicBezTo>
                    <a:pt x="4604" y="7672"/>
                    <a:pt x="4470" y="7038"/>
                    <a:pt x="4370" y="6205"/>
                  </a:cubicBezTo>
                  <a:cubicBezTo>
                    <a:pt x="3403" y="7172"/>
                    <a:pt x="2569" y="8073"/>
                    <a:pt x="1668" y="8840"/>
                  </a:cubicBezTo>
                  <a:cubicBezTo>
                    <a:pt x="835" y="9540"/>
                    <a:pt x="901" y="10374"/>
                    <a:pt x="968" y="11475"/>
                  </a:cubicBezTo>
                  <a:close/>
                  <a:moveTo>
                    <a:pt x="4370" y="15545"/>
                  </a:moveTo>
                  <a:cubicBezTo>
                    <a:pt x="3303" y="16579"/>
                    <a:pt x="2269" y="17546"/>
                    <a:pt x="1335" y="18547"/>
                  </a:cubicBezTo>
                  <a:cubicBezTo>
                    <a:pt x="768" y="19181"/>
                    <a:pt x="734" y="19948"/>
                    <a:pt x="968" y="20782"/>
                  </a:cubicBezTo>
                  <a:cubicBezTo>
                    <a:pt x="1902" y="19781"/>
                    <a:pt x="2769" y="18847"/>
                    <a:pt x="3670" y="17913"/>
                  </a:cubicBezTo>
                  <a:cubicBezTo>
                    <a:pt x="4304" y="17313"/>
                    <a:pt x="4571" y="16412"/>
                    <a:pt x="4370" y="15545"/>
                  </a:cubicBezTo>
                  <a:close/>
                  <a:moveTo>
                    <a:pt x="901" y="13843"/>
                  </a:moveTo>
                  <a:cubicBezTo>
                    <a:pt x="1869" y="12876"/>
                    <a:pt x="2703" y="11975"/>
                    <a:pt x="3637" y="11141"/>
                  </a:cubicBezTo>
                  <a:cubicBezTo>
                    <a:pt x="4370" y="10574"/>
                    <a:pt x="4604" y="9574"/>
                    <a:pt x="4237" y="8740"/>
                  </a:cubicBezTo>
                  <a:cubicBezTo>
                    <a:pt x="3270" y="9740"/>
                    <a:pt x="2369" y="10741"/>
                    <a:pt x="1402" y="11642"/>
                  </a:cubicBezTo>
                  <a:cubicBezTo>
                    <a:pt x="801" y="12242"/>
                    <a:pt x="668" y="12909"/>
                    <a:pt x="901" y="13843"/>
                  </a:cubicBezTo>
                  <a:close/>
                  <a:moveTo>
                    <a:pt x="835" y="16012"/>
                  </a:moveTo>
                  <a:cubicBezTo>
                    <a:pt x="1535" y="15378"/>
                    <a:pt x="2236" y="14777"/>
                    <a:pt x="2903" y="14177"/>
                  </a:cubicBezTo>
                  <a:cubicBezTo>
                    <a:pt x="3336" y="13777"/>
                    <a:pt x="3703" y="13376"/>
                    <a:pt x="4104" y="12943"/>
                  </a:cubicBezTo>
                  <a:cubicBezTo>
                    <a:pt x="4571" y="12442"/>
                    <a:pt x="4671" y="11675"/>
                    <a:pt x="4304" y="11075"/>
                  </a:cubicBezTo>
                  <a:cubicBezTo>
                    <a:pt x="3270" y="12142"/>
                    <a:pt x="2269" y="13143"/>
                    <a:pt x="1268" y="14177"/>
                  </a:cubicBezTo>
                  <a:cubicBezTo>
                    <a:pt x="768" y="14644"/>
                    <a:pt x="601" y="15378"/>
                    <a:pt x="835" y="16012"/>
                  </a:cubicBezTo>
                  <a:close/>
                  <a:moveTo>
                    <a:pt x="1035" y="8706"/>
                  </a:moveTo>
                  <a:cubicBezTo>
                    <a:pt x="2102" y="7672"/>
                    <a:pt x="3170" y="6705"/>
                    <a:pt x="4204" y="5704"/>
                  </a:cubicBezTo>
                  <a:cubicBezTo>
                    <a:pt x="4337" y="5571"/>
                    <a:pt x="4404" y="5404"/>
                    <a:pt x="4437" y="5237"/>
                  </a:cubicBezTo>
                  <a:cubicBezTo>
                    <a:pt x="4504" y="4770"/>
                    <a:pt x="4504" y="4303"/>
                    <a:pt x="4537" y="3636"/>
                  </a:cubicBezTo>
                  <a:cubicBezTo>
                    <a:pt x="3303" y="4904"/>
                    <a:pt x="2202" y="6038"/>
                    <a:pt x="1068" y="7172"/>
                  </a:cubicBezTo>
                  <a:cubicBezTo>
                    <a:pt x="1001" y="7305"/>
                    <a:pt x="935" y="7439"/>
                    <a:pt x="935" y="7606"/>
                  </a:cubicBezTo>
                  <a:cubicBezTo>
                    <a:pt x="968" y="7972"/>
                    <a:pt x="1001" y="8339"/>
                    <a:pt x="1035" y="8706"/>
                  </a:cubicBezTo>
                  <a:close/>
                  <a:moveTo>
                    <a:pt x="1001" y="25552"/>
                  </a:moveTo>
                  <a:cubicBezTo>
                    <a:pt x="1068" y="25552"/>
                    <a:pt x="1168" y="25552"/>
                    <a:pt x="1201" y="25518"/>
                  </a:cubicBezTo>
                  <a:cubicBezTo>
                    <a:pt x="2102" y="24584"/>
                    <a:pt x="3103" y="23717"/>
                    <a:pt x="3937" y="22683"/>
                  </a:cubicBezTo>
                  <a:cubicBezTo>
                    <a:pt x="4337" y="22116"/>
                    <a:pt x="4404" y="21415"/>
                    <a:pt x="4104" y="20782"/>
                  </a:cubicBezTo>
                  <a:cubicBezTo>
                    <a:pt x="3236" y="21749"/>
                    <a:pt x="2436" y="22683"/>
                    <a:pt x="1602" y="23550"/>
                  </a:cubicBezTo>
                  <a:cubicBezTo>
                    <a:pt x="1035" y="24117"/>
                    <a:pt x="668" y="24684"/>
                    <a:pt x="1001" y="25552"/>
                  </a:cubicBezTo>
                  <a:close/>
                  <a:moveTo>
                    <a:pt x="968" y="6471"/>
                  </a:moveTo>
                  <a:cubicBezTo>
                    <a:pt x="2069" y="5437"/>
                    <a:pt x="3003" y="4470"/>
                    <a:pt x="3970" y="3569"/>
                  </a:cubicBezTo>
                  <a:cubicBezTo>
                    <a:pt x="4604" y="3036"/>
                    <a:pt x="4637" y="2435"/>
                    <a:pt x="4437" y="1668"/>
                  </a:cubicBezTo>
                  <a:cubicBezTo>
                    <a:pt x="4037" y="2035"/>
                    <a:pt x="3637" y="2435"/>
                    <a:pt x="3236" y="2835"/>
                  </a:cubicBezTo>
                  <a:cubicBezTo>
                    <a:pt x="2602" y="3469"/>
                    <a:pt x="1902" y="4070"/>
                    <a:pt x="1235" y="4703"/>
                  </a:cubicBezTo>
                  <a:cubicBezTo>
                    <a:pt x="1168" y="4770"/>
                    <a:pt x="1101" y="4904"/>
                    <a:pt x="1101" y="5004"/>
                  </a:cubicBezTo>
                  <a:cubicBezTo>
                    <a:pt x="1068" y="5437"/>
                    <a:pt x="1035" y="5904"/>
                    <a:pt x="968" y="6471"/>
                  </a:cubicBezTo>
                  <a:close/>
                  <a:moveTo>
                    <a:pt x="968" y="18146"/>
                  </a:moveTo>
                  <a:cubicBezTo>
                    <a:pt x="1101" y="18080"/>
                    <a:pt x="1235" y="17980"/>
                    <a:pt x="1368" y="17880"/>
                  </a:cubicBezTo>
                  <a:cubicBezTo>
                    <a:pt x="2269" y="16979"/>
                    <a:pt x="3103" y="16045"/>
                    <a:pt x="4003" y="15144"/>
                  </a:cubicBezTo>
                  <a:cubicBezTo>
                    <a:pt x="4470" y="14677"/>
                    <a:pt x="4470" y="14144"/>
                    <a:pt x="4370" y="13443"/>
                  </a:cubicBezTo>
                  <a:cubicBezTo>
                    <a:pt x="3637" y="14110"/>
                    <a:pt x="3003" y="14611"/>
                    <a:pt x="2436" y="15211"/>
                  </a:cubicBezTo>
                  <a:cubicBezTo>
                    <a:pt x="1869" y="15811"/>
                    <a:pt x="1368" y="16479"/>
                    <a:pt x="835" y="17146"/>
                  </a:cubicBezTo>
                  <a:cubicBezTo>
                    <a:pt x="868" y="17446"/>
                    <a:pt x="935" y="17780"/>
                    <a:pt x="968" y="18146"/>
                  </a:cubicBezTo>
                  <a:close/>
                  <a:moveTo>
                    <a:pt x="1101" y="27620"/>
                  </a:moveTo>
                  <a:lnTo>
                    <a:pt x="3970" y="25385"/>
                  </a:lnTo>
                  <a:lnTo>
                    <a:pt x="3970" y="23450"/>
                  </a:lnTo>
                  <a:cubicBezTo>
                    <a:pt x="3136" y="24318"/>
                    <a:pt x="2436" y="25118"/>
                    <a:pt x="1635" y="25819"/>
                  </a:cubicBezTo>
                  <a:cubicBezTo>
                    <a:pt x="1068" y="26352"/>
                    <a:pt x="801" y="26853"/>
                    <a:pt x="1101" y="27620"/>
                  </a:cubicBezTo>
                  <a:close/>
                  <a:moveTo>
                    <a:pt x="53405" y="25752"/>
                  </a:moveTo>
                  <a:cubicBezTo>
                    <a:pt x="52772" y="25752"/>
                    <a:pt x="52238" y="25719"/>
                    <a:pt x="51704" y="25752"/>
                  </a:cubicBezTo>
                  <a:cubicBezTo>
                    <a:pt x="51571" y="25752"/>
                    <a:pt x="51471" y="25819"/>
                    <a:pt x="51404" y="25919"/>
                  </a:cubicBezTo>
                  <a:cubicBezTo>
                    <a:pt x="50970" y="26619"/>
                    <a:pt x="50570" y="27320"/>
                    <a:pt x="50103" y="28120"/>
                  </a:cubicBezTo>
                  <a:lnTo>
                    <a:pt x="51637" y="28154"/>
                  </a:lnTo>
                  <a:close/>
                  <a:moveTo>
                    <a:pt x="11576" y="25885"/>
                  </a:moveTo>
                  <a:cubicBezTo>
                    <a:pt x="10775" y="25752"/>
                    <a:pt x="10141" y="25819"/>
                    <a:pt x="9674" y="26552"/>
                  </a:cubicBezTo>
                  <a:cubicBezTo>
                    <a:pt x="9374" y="27019"/>
                    <a:pt x="8940" y="27453"/>
                    <a:pt x="8573" y="27920"/>
                  </a:cubicBezTo>
                  <a:cubicBezTo>
                    <a:pt x="8407" y="28154"/>
                    <a:pt x="8273" y="28387"/>
                    <a:pt x="8140" y="28621"/>
                  </a:cubicBezTo>
                  <a:cubicBezTo>
                    <a:pt x="8874" y="28487"/>
                    <a:pt x="9541" y="28587"/>
                    <a:pt x="9841" y="28287"/>
                  </a:cubicBezTo>
                  <a:cubicBezTo>
                    <a:pt x="10575" y="27620"/>
                    <a:pt x="11309" y="26919"/>
                    <a:pt x="11609" y="25885"/>
                  </a:cubicBezTo>
                  <a:close/>
                  <a:moveTo>
                    <a:pt x="27454" y="28354"/>
                  </a:moveTo>
                  <a:cubicBezTo>
                    <a:pt x="28087" y="28220"/>
                    <a:pt x="28688" y="28521"/>
                    <a:pt x="29055" y="28054"/>
                  </a:cubicBezTo>
                  <a:cubicBezTo>
                    <a:pt x="29688" y="27353"/>
                    <a:pt x="30189" y="26552"/>
                    <a:pt x="30589" y="25719"/>
                  </a:cubicBezTo>
                  <a:cubicBezTo>
                    <a:pt x="29822" y="25685"/>
                    <a:pt x="29088" y="25485"/>
                    <a:pt x="28654" y="26286"/>
                  </a:cubicBezTo>
                  <a:cubicBezTo>
                    <a:pt x="28321" y="26919"/>
                    <a:pt x="27921" y="27553"/>
                    <a:pt x="27487" y="28354"/>
                  </a:cubicBezTo>
                  <a:close/>
                  <a:moveTo>
                    <a:pt x="21783" y="25985"/>
                  </a:moveTo>
                  <a:lnTo>
                    <a:pt x="21683" y="25752"/>
                  </a:lnTo>
                  <a:cubicBezTo>
                    <a:pt x="21182" y="25852"/>
                    <a:pt x="20582" y="25752"/>
                    <a:pt x="20248" y="26019"/>
                  </a:cubicBezTo>
                  <a:cubicBezTo>
                    <a:pt x="19515" y="26586"/>
                    <a:pt x="19248" y="27486"/>
                    <a:pt x="18881" y="28254"/>
                  </a:cubicBezTo>
                  <a:cubicBezTo>
                    <a:pt x="20048" y="28621"/>
                    <a:pt x="20649" y="28087"/>
                    <a:pt x="21116" y="27220"/>
                  </a:cubicBezTo>
                  <a:cubicBezTo>
                    <a:pt x="21349" y="26786"/>
                    <a:pt x="21583" y="26386"/>
                    <a:pt x="21816" y="25985"/>
                  </a:cubicBezTo>
                  <a:close/>
                  <a:moveTo>
                    <a:pt x="28287" y="25719"/>
                  </a:moveTo>
                  <a:cubicBezTo>
                    <a:pt x="28054" y="25752"/>
                    <a:pt x="27854" y="25752"/>
                    <a:pt x="27620" y="25719"/>
                  </a:cubicBezTo>
                  <a:cubicBezTo>
                    <a:pt x="26853" y="25585"/>
                    <a:pt x="26453" y="26019"/>
                    <a:pt x="26119" y="26552"/>
                  </a:cubicBezTo>
                  <a:cubicBezTo>
                    <a:pt x="25819" y="27120"/>
                    <a:pt x="25619" y="27687"/>
                    <a:pt x="25352" y="28254"/>
                  </a:cubicBezTo>
                  <a:cubicBezTo>
                    <a:pt x="25485" y="28254"/>
                    <a:pt x="25619" y="28287"/>
                    <a:pt x="25752" y="28320"/>
                  </a:cubicBezTo>
                  <a:cubicBezTo>
                    <a:pt x="26353" y="28487"/>
                    <a:pt x="26987" y="28187"/>
                    <a:pt x="27220" y="27587"/>
                  </a:cubicBezTo>
                  <a:cubicBezTo>
                    <a:pt x="27554" y="27019"/>
                    <a:pt x="27887" y="26419"/>
                    <a:pt x="28321" y="25719"/>
                  </a:cubicBezTo>
                  <a:close/>
                  <a:moveTo>
                    <a:pt x="12543" y="28420"/>
                  </a:moveTo>
                  <a:cubicBezTo>
                    <a:pt x="13277" y="28420"/>
                    <a:pt x="13911" y="28621"/>
                    <a:pt x="14344" y="28087"/>
                  </a:cubicBezTo>
                  <a:cubicBezTo>
                    <a:pt x="14911" y="27453"/>
                    <a:pt x="15345" y="26719"/>
                    <a:pt x="15612" y="25919"/>
                  </a:cubicBezTo>
                  <a:cubicBezTo>
                    <a:pt x="15045" y="25719"/>
                    <a:pt x="14544" y="25719"/>
                    <a:pt x="14211" y="26085"/>
                  </a:cubicBezTo>
                  <a:cubicBezTo>
                    <a:pt x="13644" y="26786"/>
                    <a:pt x="13177" y="27553"/>
                    <a:pt x="12576" y="28420"/>
                  </a:cubicBezTo>
                  <a:close/>
                  <a:moveTo>
                    <a:pt x="70251" y="27887"/>
                  </a:moveTo>
                  <a:cubicBezTo>
                    <a:pt x="71485" y="28254"/>
                    <a:pt x="72252" y="27853"/>
                    <a:pt x="72786" y="26886"/>
                  </a:cubicBezTo>
                  <a:cubicBezTo>
                    <a:pt x="72986" y="26519"/>
                    <a:pt x="73153" y="26152"/>
                    <a:pt x="73320" y="25785"/>
                  </a:cubicBezTo>
                  <a:cubicBezTo>
                    <a:pt x="71552" y="25385"/>
                    <a:pt x="71085" y="26786"/>
                    <a:pt x="70251" y="27887"/>
                  </a:cubicBezTo>
                  <a:close/>
                  <a:moveTo>
                    <a:pt x="22717" y="25752"/>
                  </a:moveTo>
                  <a:lnTo>
                    <a:pt x="21182" y="28254"/>
                  </a:lnTo>
                  <a:lnTo>
                    <a:pt x="21316" y="28420"/>
                  </a:lnTo>
                  <a:cubicBezTo>
                    <a:pt x="21783" y="28354"/>
                    <a:pt x="22383" y="28387"/>
                    <a:pt x="22617" y="28120"/>
                  </a:cubicBezTo>
                  <a:cubicBezTo>
                    <a:pt x="23217" y="27386"/>
                    <a:pt x="23718" y="26586"/>
                    <a:pt x="24185" y="25785"/>
                  </a:cubicBezTo>
                  <a:close/>
                  <a:moveTo>
                    <a:pt x="50870" y="25618"/>
                  </a:moveTo>
                  <a:cubicBezTo>
                    <a:pt x="50203" y="25685"/>
                    <a:pt x="49636" y="25618"/>
                    <a:pt x="49369" y="25852"/>
                  </a:cubicBezTo>
                  <a:cubicBezTo>
                    <a:pt x="48702" y="26452"/>
                    <a:pt x="48235" y="27253"/>
                    <a:pt x="48035" y="28154"/>
                  </a:cubicBezTo>
                  <a:cubicBezTo>
                    <a:pt x="48635" y="28154"/>
                    <a:pt x="49236" y="28320"/>
                    <a:pt x="49569" y="27787"/>
                  </a:cubicBezTo>
                  <a:cubicBezTo>
                    <a:pt x="50003" y="27153"/>
                    <a:pt x="50337" y="26452"/>
                    <a:pt x="50837" y="25618"/>
                  </a:cubicBezTo>
                  <a:close/>
                  <a:moveTo>
                    <a:pt x="56307" y="25785"/>
                  </a:moveTo>
                  <a:lnTo>
                    <a:pt x="54706" y="28054"/>
                  </a:lnTo>
                  <a:cubicBezTo>
                    <a:pt x="55307" y="28020"/>
                    <a:pt x="55707" y="27953"/>
                    <a:pt x="56141" y="27987"/>
                  </a:cubicBezTo>
                  <a:cubicBezTo>
                    <a:pt x="56408" y="27987"/>
                    <a:pt x="56674" y="27853"/>
                    <a:pt x="56774" y="27587"/>
                  </a:cubicBezTo>
                  <a:cubicBezTo>
                    <a:pt x="57141" y="27019"/>
                    <a:pt x="57475" y="26452"/>
                    <a:pt x="57842" y="25819"/>
                  </a:cubicBezTo>
                  <a:close/>
                  <a:moveTo>
                    <a:pt x="60244" y="25752"/>
                  </a:moveTo>
                  <a:cubicBezTo>
                    <a:pt x="59643" y="25819"/>
                    <a:pt x="59076" y="25552"/>
                    <a:pt x="58609" y="25985"/>
                  </a:cubicBezTo>
                  <a:cubicBezTo>
                    <a:pt x="58042" y="26552"/>
                    <a:pt x="57608" y="27253"/>
                    <a:pt x="57342" y="27987"/>
                  </a:cubicBezTo>
                  <a:cubicBezTo>
                    <a:pt x="58142" y="28187"/>
                    <a:pt x="58776" y="28220"/>
                    <a:pt x="59210" y="27453"/>
                  </a:cubicBezTo>
                  <a:cubicBezTo>
                    <a:pt x="59510" y="26919"/>
                    <a:pt x="59843" y="26419"/>
                    <a:pt x="60244" y="25752"/>
                  </a:cubicBezTo>
                  <a:close/>
                  <a:moveTo>
                    <a:pt x="45500" y="28120"/>
                  </a:moveTo>
                  <a:cubicBezTo>
                    <a:pt x="45900" y="28154"/>
                    <a:pt x="46300" y="28154"/>
                    <a:pt x="46667" y="28120"/>
                  </a:cubicBezTo>
                  <a:cubicBezTo>
                    <a:pt x="46934" y="28087"/>
                    <a:pt x="47168" y="27987"/>
                    <a:pt x="47334" y="27787"/>
                  </a:cubicBezTo>
                  <a:cubicBezTo>
                    <a:pt x="47801" y="27153"/>
                    <a:pt x="48168" y="26486"/>
                    <a:pt x="48669" y="25685"/>
                  </a:cubicBezTo>
                  <a:cubicBezTo>
                    <a:pt x="48068" y="25752"/>
                    <a:pt x="47568" y="25418"/>
                    <a:pt x="47201" y="25885"/>
                  </a:cubicBezTo>
                  <a:cubicBezTo>
                    <a:pt x="46634" y="26586"/>
                    <a:pt x="46134" y="27286"/>
                    <a:pt x="45500" y="28120"/>
                  </a:cubicBezTo>
                  <a:close/>
                  <a:moveTo>
                    <a:pt x="77990" y="25852"/>
                  </a:moveTo>
                  <a:cubicBezTo>
                    <a:pt x="77089" y="25485"/>
                    <a:pt x="76055" y="25885"/>
                    <a:pt x="75655" y="26786"/>
                  </a:cubicBezTo>
                  <a:cubicBezTo>
                    <a:pt x="75454" y="27120"/>
                    <a:pt x="75221" y="27486"/>
                    <a:pt x="74954" y="27920"/>
                  </a:cubicBezTo>
                  <a:cubicBezTo>
                    <a:pt x="75354" y="27953"/>
                    <a:pt x="75755" y="27987"/>
                    <a:pt x="76155" y="27987"/>
                  </a:cubicBezTo>
                  <a:cubicBezTo>
                    <a:pt x="76355" y="27987"/>
                    <a:pt x="76555" y="27887"/>
                    <a:pt x="76689" y="27753"/>
                  </a:cubicBezTo>
                  <a:cubicBezTo>
                    <a:pt x="77122" y="27153"/>
                    <a:pt x="77556" y="26519"/>
                    <a:pt x="77990" y="25885"/>
                  </a:cubicBezTo>
                  <a:close/>
                  <a:moveTo>
                    <a:pt x="4170" y="28320"/>
                  </a:moveTo>
                  <a:cubicBezTo>
                    <a:pt x="4170" y="28387"/>
                    <a:pt x="4170" y="28454"/>
                    <a:pt x="4204" y="28487"/>
                  </a:cubicBezTo>
                  <a:cubicBezTo>
                    <a:pt x="4604" y="28487"/>
                    <a:pt x="5171" y="28654"/>
                    <a:pt x="5404" y="28420"/>
                  </a:cubicBezTo>
                  <a:cubicBezTo>
                    <a:pt x="6205" y="27687"/>
                    <a:pt x="6906" y="26786"/>
                    <a:pt x="7706" y="25852"/>
                  </a:cubicBezTo>
                  <a:cubicBezTo>
                    <a:pt x="7039" y="25819"/>
                    <a:pt x="6572" y="25752"/>
                    <a:pt x="6172" y="26186"/>
                  </a:cubicBezTo>
                  <a:cubicBezTo>
                    <a:pt x="5538" y="26919"/>
                    <a:pt x="4837" y="27587"/>
                    <a:pt x="4170" y="28320"/>
                  </a:cubicBezTo>
                  <a:close/>
                  <a:moveTo>
                    <a:pt x="35893" y="28020"/>
                  </a:moveTo>
                  <a:cubicBezTo>
                    <a:pt x="36693" y="28287"/>
                    <a:pt x="36994" y="28320"/>
                    <a:pt x="37160" y="28087"/>
                  </a:cubicBezTo>
                  <a:cubicBezTo>
                    <a:pt x="37661" y="27353"/>
                    <a:pt x="38128" y="26619"/>
                    <a:pt x="38628" y="25819"/>
                  </a:cubicBezTo>
                  <a:cubicBezTo>
                    <a:pt x="38061" y="25652"/>
                    <a:pt x="37594" y="25485"/>
                    <a:pt x="37227" y="25852"/>
                  </a:cubicBezTo>
                  <a:cubicBezTo>
                    <a:pt x="36660" y="26486"/>
                    <a:pt x="36360" y="27286"/>
                    <a:pt x="35893" y="28020"/>
                  </a:cubicBezTo>
                  <a:close/>
                  <a:moveTo>
                    <a:pt x="43498" y="28187"/>
                  </a:moveTo>
                  <a:cubicBezTo>
                    <a:pt x="43999" y="28187"/>
                    <a:pt x="44566" y="28454"/>
                    <a:pt x="44899" y="28054"/>
                  </a:cubicBezTo>
                  <a:cubicBezTo>
                    <a:pt x="45433" y="27320"/>
                    <a:pt x="45900" y="26552"/>
                    <a:pt x="46400" y="25752"/>
                  </a:cubicBezTo>
                  <a:cubicBezTo>
                    <a:pt x="45300" y="25618"/>
                    <a:pt x="45266" y="25618"/>
                    <a:pt x="44699" y="26319"/>
                  </a:cubicBezTo>
                  <a:cubicBezTo>
                    <a:pt x="44332" y="26753"/>
                    <a:pt x="43999" y="27186"/>
                    <a:pt x="43665" y="27653"/>
                  </a:cubicBezTo>
                  <a:cubicBezTo>
                    <a:pt x="43565" y="27820"/>
                    <a:pt x="43532" y="27987"/>
                    <a:pt x="43498" y="28187"/>
                  </a:cubicBezTo>
                  <a:close/>
                  <a:moveTo>
                    <a:pt x="72786" y="27787"/>
                  </a:moveTo>
                  <a:lnTo>
                    <a:pt x="72953" y="28054"/>
                  </a:lnTo>
                  <a:cubicBezTo>
                    <a:pt x="73386" y="27987"/>
                    <a:pt x="73987" y="28020"/>
                    <a:pt x="74254" y="27753"/>
                  </a:cubicBezTo>
                  <a:cubicBezTo>
                    <a:pt x="74787" y="27153"/>
                    <a:pt x="75254" y="26519"/>
                    <a:pt x="75655" y="25819"/>
                  </a:cubicBezTo>
                  <a:lnTo>
                    <a:pt x="75555" y="25652"/>
                  </a:lnTo>
                  <a:cubicBezTo>
                    <a:pt x="75054" y="25752"/>
                    <a:pt x="74454" y="25685"/>
                    <a:pt x="74120" y="25952"/>
                  </a:cubicBezTo>
                  <a:cubicBezTo>
                    <a:pt x="73620" y="26519"/>
                    <a:pt x="73186" y="27153"/>
                    <a:pt x="72786" y="27787"/>
                  </a:cubicBezTo>
                  <a:close/>
                  <a:moveTo>
                    <a:pt x="5438" y="26085"/>
                  </a:moveTo>
                  <a:cubicBezTo>
                    <a:pt x="4971" y="25885"/>
                    <a:pt x="4404" y="26019"/>
                    <a:pt x="4037" y="26386"/>
                  </a:cubicBezTo>
                  <a:cubicBezTo>
                    <a:pt x="3570" y="26819"/>
                    <a:pt x="3003" y="27186"/>
                    <a:pt x="2502" y="27587"/>
                  </a:cubicBezTo>
                  <a:cubicBezTo>
                    <a:pt x="2202" y="27820"/>
                    <a:pt x="1969" y="28120"/>
                    <a:pt x="1869" y="28487"/>
                  </a:cubicBezTo>
                  <a:cubicBezTo>
                    <a:pt x="2602" y="28687"/>
                    <a:pt x="3403" y="28420"/>
                    <a:pt x="3870" y="27787"/>
                  </a:cubicBezTo>
                  <a:cubicBezTo>
                    <a:pt x="4370" y="27186"/>
                    <a:pt x="4904" y="26653"/>
                    <a:pt x="5438" y="26085"/>
                  </a:cubicBezTo>
                  <a:close/>
                  <a:moveTo>
                    <a:pt x="52571" y="27920"/>
                  </a:moveTo>
                  <a:lnTo>
                    <a:pt x="52672" y="28120"/>
                  </a:lnTo>
                  <a:cubicBezTo>
                    <a:pt x="53105" y="28120"/>
                    <a:pt x="53672" y="28320"/>
                    <a:pt x="54006" y="27953"/>
                  </a:cubicBezTo>
                  <a:cubicBezTo>
                    <a:pt x="54573" y="27253"/>
                    <a:pt x="55073" y="26519"/>
                    <a:pt x="55540" y="25785"/>
                  </a:cubicBezTo>
                  <a:cubicBezTo>
                    <a:pt x="54473" y="25652"/>
                    <a:pt x="54373" y="25618"/>
                    <a:pt x="54006" y="26052"/>
                  </a:cubicBezTo>
                  <a:cubicBezTo>
                    <a:pt x="53505" y="26653"/>
                    <a:pt x="53038" y="27286"/>
                    <a:pt x="52571" y="27920"/>
                  </a:cubicBezTo>
                  <a:close/>
                  <a:moveTo>
                    <a:pt x="33925" y="28054"/>
                  </a:moveTo>
                  <a:lnTo>
                    <a:pt x="34092" y="28287"/>
                  </a:lnTo>
                  <a:cubicBezTo>
                    <a:pt x="34459" y="28220"/>
                    <a:pt x="34959" y="28254"/>
                    <a:pt x="35159" y="28020"/>
                  </a:cubicBezTo>
                  <a:cubicBezTo>
                    <a:pt x="35659" y="27286"/>
                    <a:pt x="36126" y="26552"/>
                    <a:pt x="36560" y="25752"/>
                  </a:cubicBezTo>
                  <a:cubicBezTo>
                    <a:pt x="35926" y="25719"/>
                    <a:pt x="35359" y="25452"/>
                    <a:pt x="34992" y="25952"/>
                  </a:cubicBezTo>
                  <a:cubicBezTo>
                    <a:pt x="34592" y="26653"/>
                    <a:pt x="34225" y="27353"/>
                    <a:pt x="33891" y="28087"/>
                  </a:cubicBezTo>
                  <a:close/>
                  <a:moveTo>
                    <a:pt x="19515" y="25852"/>
                  </a:moveTo>
                  <a:cubicBezTo>
                    <a:pt x="18414" y="25785"/>
                    <a:pt x="18214" y="25785"/>
                    <a:pt x="17880" y="26286"/>
                  </a:cubicBezTo>
                  <a:cubicBezTo>
                    <a:pt x="17446" y="26886"/>
                    <a:pt x="17180" y="27553"/>
                    <a:pt x="16813" y="28220"/>
                  </a:cubicBezTo>
                  <a:cubicBezTo>
                    <a:pt x="17947" y="28420"/>
                    <a:pt x="18013" y="28387"/>
                    <a:pt x="18547" y="27553"/>
                  </a:cubicBezTo>
                  <a:cubicBezTo>
                    <a:pt x="18847" y="27053"/>
                    <a:pt x="19148" y="26486"/>
                    <a:pt x="19515" y="25885"/>
                  </a:cubicBezTo>
                  <a:close/>
                  <a:moveTo>
                    <a:pt x="70885" y="25819"/>
                  </a:moveTo>
                  <a:cubicBezTo>
                    <a:pt x="69750" y="25685"/>
                    <a:pt x="69650" y="25652"/>
                    <a:pt x="69283" y="26085"/>
                  </a:cubicBezTo>
                  <a:cubicBezTo>
                    <a:pt x="68850" y="26653"/>
                    <a:pt x="68483" y="27253"/>
                    <a:pt x="68083" y="27820"/>
                  </a:cubicBezTo>
                  <a:cubicBezTo>
                    <a:pt x="69350" y="28287"/>
                    <a:pt x="69917" y="27653"/>
                    <a:pt x="70384" y="26753"/>
                  </a:cubicBezTo>
                  <a:cubicBezTo>
                    <a:pt x="70551" y="26452"/>
                    <a:pt x="70718" y="26152"/>
                    <a:pt x="70885" y="25852"/>
                  </a:cubicBezTo>
                  <a:close/>
                  <a:moveTo>
                    <a:pt x="32624" y="25752"/>
                  </a:moveTo>
                  <a:cubicBezTo>
                    <a:pt x="31790" y="25518"/>
                    <a:pt x="31290" y="25652"/>
                    <a:pt x="30956" y="26286"/>
                  </a:cubicBezTo>
                  <a:cubicBezTo>
                    <a:pt x="30756" y="26686"/>
                    <a:pt x="30456" y="27019"/>
                    <a:pt x="30189" y="27420"/>
                  </a:cubicBezTo>
                  <a:cubicBezTo>
                    <a:pt x="30055" y="27620"/>
                    <a:pt x="29955" y="27853"/>
                    <a:pt x="29789" y="28154"/>
                  </a:cubicBezTo>
                  <a:cubicBezTo>
                    <a:pt x="30356" y="28254"/>
                    <a:pt x="30823" y="28454"/>
                    <a:pt x="31123" y="27987"/>
                  </a:cubicBezTo>
                  <a:cubicBezTo>
                    <a:pt x="31623" y="27320"/>
                    <a:pt x="32090" y="26586"/>
                    <a:pt x="32624" y="25752"/>
                  </a:cubicBezTo>
                  <a:close/>
                  <a:moveTo>
                    <a:pt x="65981" y="27953"/>
                  </a:moveTo>
                  <a:cubicBezTo>
                    <a:pt x="66515" y="28087"/>
                    <a:pt x="67048" y="28154"/>
                    <a:pt x="67349" y="27853"/>
                  </a:cubicBezTo>
                  <a:cubicBezTo>
                    <a:pt x="67916" y="27120"/>
                    <a:pt x="68449" y="26352"/>
                    <a:pt x="68950" y="25585"/>
                  </a:cubicBezTo>
                  <a:cubicBezTo>
                    <a:pt x="68316" y="25685"/>
                    <a:pt x="67749" y="25618"/>
                    <a:pt x="67482" y="25852"/>
                  </a:cubicBezTo>
                  <a:cubicBezTo>
                    <a:pt x="66815" y="26452"/>
                    <a:pt x="66315" y="27153"/>
                    <a:pt x="65948" y="27953"/>
                  </a:cubicBezTo>
                  <a:close/>
                  <a:moveTo>
                    <a:pt x="60811" y="28087"/>
                  </a:moveTo>
                  <a:lnTo>
                    <a:pt x="62312" y="25752"/>
                  </a:lnTo>
                  <a:cubicBezTo>
                    <a:pt x="61778" y="25652"/>
                    <a:pt x="61278" y="25618"/>
                    <a:pt x="60977" y="25952"/>
                  </a:cubicBezTo>
                  <a:cubicBezTo>
                    <a:pt x="60344" y="26552"/>
                    <a:pt x="59877" y="27253"/>
                    <a:pt x="59543" y="28020"/>
                  </a:cubicBezTo>
                  <a:close/>
                  <a:moveTo>
                    <a:pt x="61711" y="27887"/>
                  </a:moveTo>
                  <a:lnTo>
                    <a:pt x="61811" y="28087"/>
                  </a:lnTo>
                  <a:cubicBezTo>
                    <a:pt x="62212" y="28020"/>
                    <a:pt x="62745" y="28120"/>
                    <a:pt x="62979" y="27887"/>
                  </a:cubicBezTo>
                  <a:cubicBezTo>
                    <a:pt x="63579" y="27286"/>
                    <a:pt x="64080" y="26552"/>
                    <a:pt x="64380" y="25719"/>
                  </a:cubicBezTo>
                  <a:cubicBezTo>
                    <a:pt x="64080" y="25685"/>
                    <a:pt x="63779" y="25685"/>
                    <a:pt x="63479" y="25719"/>
                  </a:cubicBezTo>
                  <a:cubicBezTo>
                    <a:pt x="63212" y="25785"/>
                    <a:pt x="62946" y="25952"/>
                    <a:pt x="62745" y="26152"/>
                  </a:cubicBezTo>
                  <a:cubicBezTo>
                    <a:pt x="62345" y="26686"/>
                    <a:pt x="62045" y="27286"/>
                    <a:pt x="61711" y="27887"/>
                  </a:cubicBezTo>
                  <a:close/>
                  <a:moveTo>
                    <a:pt x="65247" y="25785"/>
                  </a:moveTo>
                  <a:cubicBezTo>
                    <a:pt x="64680" y="26452"/>
                    <a:pt x="64213" y="27186"/>
                    <a:pt x="63813" y="27953"/>
                  </a:cubicBezTo>
                  <a:cubicBezTo>
                    <a:pt x="64413" y="28087"/>
                    <a:pt x="64914" y="28254"/>
                    <a:pt x="65281" y="27787"/>
                  </a:cubicBezTo>
                  <a:cubicBezTo>
                    <a:pt x="65748" y="27186"/>
                    <a:pt x="66148" y="26519"/>
                    <a:pt x="66615" y="25819"/>
                  </a:cubicBezTo>
                  <a:close/>
                  <a:moveTo>
                    <a:pt x="40630" y="25585"/>
                  </a:moveTo>
                  <a:cubicBezTo>
                    <a:pt x="40063" y="25719"/>
                    <a:pt x="39596" y="25719"/>
                    <a:pt x="39395" y="25952"/>
                  </a:cubicBezTo>
                  <a:cubicBezTo>
                    <a:pt x="38728" y="26619"/>
                    <a:pt x="38228" y="27420"/>
                    <a:pt x="37928" y="28287"/>
                  </a:cubicBezTo>
                  <a:cubicBezTo>
                    <a:pt x="38428" y="28120"/>
                    <a:pt x="38928" y="28521"/>
                    <a:pt x="39229" y="27987"/>
                  </a:cubicBezTo>
                  <a:cubicBezTo>
                    <a:pt x="39662" y="27253"/>
                    <a:pt x="40096" y="26486"/>
                    <a:pt x="40663" y="25552"/>
                  </a:cubicBezTo>
                  <a:close/>
                  <a:moveTo>
                    <a:pt x="31723" y="28254"/>
                  </a:moveTo>
                  <a:cubicBezTo>
                    <a:pt x="32390" y="28254"/>
                    <a:pt x="32857" y="28487"/>
                    <a:pt x="33124" y="28020"/>
                  </a:cubicBezTo>
                  <a:cubicBezTo>
                    <a:pt x="33558" y="27320"/>
                    <a:pt x="33958" y="26619"/>
                    <a:pt x="34459" y="25685"/>
                  </a:cubicBezTo>
                  <a:cubicBezTo>
                    <a:pt x="33891" y="25785"/>
                    <a:pt x="33391" y="25685"/>
                    <a:pt x="33258" y="25885"/>
                  </a:cubicBezTo>
                  <a:cubicBezTo>
                    <a:pt x="32724" y="26653"/>
                    <a:pt x="32224" y="27420"/>
                    <a:pt x="31757" y="28254"/>
                  </a:cubicBezTo>
                  <a:close/>
                  <a:moveTo>
                    <a:pt x="96570" y="27687"/>
                  </a:moveTo>
                  <a:cubicBezTo>
                    <a:pt x="97537" y="28020"/>
                    <a:pt x="98171" y="27853"/>
                    <a:pt x="98604" y="27153"/>
                  </a:cubicBezTo>
                  <a:cubicBezTo>
                    <a:pt x="98838" y="26786"/>
                    <a:pt x="99071" y="26419"/>
                    <a:pt x="99372" y="25952"/>
                  </a:cubicBezTo>
                  <a:cubicBezTo>
                    <a:pt x="98871" y="25952"/>
                    <a:pt x="98471" y="25919"/>
                    <a:pt x="98037" y="25952"/>
                  </a:cubicBezTo>
                  <a:cubicBezTo>
                    <a:pt x="97904" y="25952"/>
                    <a:pt x="97770" y="26019"/>
                    <a:pt x="97670" y="26119"/>
                  </a:cubicBezTo>
                  <a:cubicBezTo>
                    <a:pt x="97337" y="26586"/>
                    <a:pt x="97003" y="27086"/>
                    <a:pt x="96603" y="27653"/>
                  </a:cubicBezTo>
                  <a:close/>
                  <a:moveTo>
                    <a:pt x="9341" y="26052"/>
                  </a:moveTo>
                  <a:cubicBezTo>
                    <a:pt x="9341" y="25985"/>
                    <a:pt x="9307" y="25919"/>
                    <a:pt x="9274" y="25819"/>
                  </a:cubicBezTo>
                  <a:cubicBezTo>
                    <a:pt x="8974" y="25885"/>
                    <a:pt x="8573" y="25819"/>
                    <a:pt x="8373" y="26019"/>
                  </a:cubicBezTo>
                  <a:cubicBezTo>
                    <a:pt x="7639" y="26786"/>
                    <a:pt x="6972" y="27587"/>
                    <a:pt x="6205" y="28454"/>
                  </a:cubicBezTo>
                  <a:cubicBezTo>
                    <a:pt x="6906" y="28554"/>
                    <a:pt x="7406" y="28587"/>
                    <a:pt x="7806" y="28087"/>
                  </a:cubicBezTo>
                  <a:cubicBezTo>
                    <a:pt x="8340" y="27386"/>
                    <a:pt x="8874" y="26719"/>
                    <a:pt x="9374" y="26019"/>
                  </a:cubicBezTo>
                  <a:close/>
                  <a:moveTo>
                    <a:pt x="79491" y="27787"/>
                  </a:moveTo>
                  <a:cubicBezTo>
                    <a:pt x="80258" y="28020"/>
                    <a:pt x="80525" y="28087"/>
                    <a:pt x="80692" y="27787"/>
                  </a:cubicBezTo>
                  <a:cubicBezTo>
                    <a:pt x="81192" y="27153"/>
                    <a:pt x="81592" y="26452"/>
                    <a:pt x="82093" y="25719"/>
                  </a:cubicBezTo>
                  <a:cubicBezTo>
                    <a:pt x="81492" y="25652"/>
                    <a:pt x="81025" y="25552"/>
                    <a:pt x="80658" y="25919"/>
                  </a:cubicBezTo>
                  <a:cubicBezTo>
                    <a:pt x="80158" y="26452"/>
                    <a:pt x="79791" y="27086"/>
                    <a:pt x="79524" y="27787"/>
                  </a:cubicBezTo>
                  <a:close/>
                  <a:moveTo>
                    <a:pt x="26053" y="25752"/>
                  </a:moveTo>
                  <a:cubicBezTo>
                    <a:pt x="25419" y="25785"/>
                    <a:pt x="24952" y="25552"/>
                    <a:pt x="24652" y="26052"/>
                  </a:cubicBezTo>
                  <a:cubicBezTo>
                    <a:pt x="24218" y="26786"/>
                    <a:pt x="23818" y="27486"/>
                    <a:pt x="23384" y="28220"/>
                  </a:cubicBezTo>
                  <a:cubicBezTo>
                    <a:pt x="24084" y="28454"/>
                    <a:pt x="24518" y="28287"/>
                    <a:pt x="24818" y="27720"/>
                  </a:cubicBezTo>
                  <a:cubicBezTo>
                    <a:pt x="25219" y="27086"/>
                    <a:pt x="25619" y="26486"/>
                    <a:pt x="26086" y="25719"/>
                  </a:cubicBezTo>
                  <a:close/>
                  <a:moveTo>
                    <a:pt x="13510" y="26052"/>
                  </a:moveTo>
                  <a:lnTo>
                    <a:pt x="13377" y="25852"/>
                  </a:lnTo>
                  <a:cubicBezTo>
                    <a:pt x="13043" y="25919"/>
                    <a:pt x="12610" y="25852"/>
                    <a:pt x="12409" y="26085"/>
                  </a:cubicBezTo>
                  <a:cubicBezTo>
                    <a:pt x="11809" y="26786"/>
                    <a:pt x="11275" y="27553"/>
                    <a:pt x="10675" y="28354"/>
                  </a:cubicBezTo>
                  <a:cubicBezTo>
                    <a:pt x="11676" y="28487"/>
                    <a:pt x="11709" y="28521"/>
                    <a:pt x="11942" y="28220"/>
                  </a:cubicBezTo>
                  <a:cubicBezTo>
                    <a:pt x="12510" y="27486"/>
                    <a:pt x="13010" y="26753"/>
                    <a:pt x="13544" y="26019"/>
                  </a:cubicBezTo>
                  <a:close/>
                  <a:moveTo>
                    <a:pt x="88097" y="27953"/>
                  </a:moveTo>
                  <a:cubicBezTo>
                    <a:pt x="88330" y="27553"/>
                    <a:pt x="88564" y="27220"/>
                    <a:pt x="88764" y="26853"/>
                  </a:cubicBezTo>
                  <a:cubicBezTo>
                    <a:pt x="88997" y="26519"/>
                    <a:pt x="89364" y="26319"/>
                    <a:pt x="89398" y="25852"/>
                  </a:cubicBezTo>
                  <a:cubicBezTo>
                    <a:pt x="88797" y="25618"/>
                    <a:pt x="88097" y="25852"/>
                    <a:pt x="87797" y="26419"/>
                  </a:cubicBezTo>
                  <a:cubicBezTo>
                    <a:pt x="87596" y="26719"/>
                    <a:pt x="87330" y="26986"/>
                    <a:pt x="87096" y="27253"/>
                  </a:cubicBezTo>
                  <a:cubicBezTo>
                    <a:pt x="86996" y="27453"/>
                    <a:pt x="86929" y="27653"/>
                    <a:pt x="86863" y="27853"/>
                  </a:cubicBezTo>
                  <a:cubicBezTo>
                    <a:pt x="87163" y="27887"/>
                    <a:pt x="87430" y="27920"/>
                    <a:pt x="87663" y="27953"/>
                  </a:cubicBezTo>
                  <a:cubicBezTo>
                    <a:pt x="87830" y="27920"/>
                    <a:pt x="87963" y="27920"/>
                    <a:pt x="88130" y="27920"/>
                  </a:cubicBezTo>
                  <a:close/>
                  <a:moveTo>
                    <a:pt x="79991" y="25852"/>
                  </a:moveTo>
                  <a:cubicBezTo>
                    <a:pt x="78757" y="25685"/>
                    <a:pt x="78123" y="26252"/>
                    <a:pt x="77423" y="28087"/>
                  </a:cubicBezTo>
                  <a:cubicBezTo>
                    <a:pt x="77890" y="27953"/>
                    <a:pt x="78423" y="27987"/>
                    <a:pt x="78657" y="27753"/>
                  </a:cubicBezTo>
                  <a:cubicBezTo>
                    <a:pt x="79157" y="27153"/>
                    <a:pt x="79591" y="26519"/>
                    <a:pt x="79991" y="25852"/>
                  </a:cubicBezTo>
                  <a:close/>
                  <a:moveTo>
                    <a:pt x="41530" y="28287"/>
                  </a:moveTo>
                  <a:cubicBezTo>
                    <a:pt x="42031" y="28187"/>
                    <a:pt x="42431" y="28220"/>
                    <a:pt x="42598" y="28054"/>
                  </a:cubicBezTo>
                  <a:cubicBezTo>
                    <a:pt x="43231" y="27353"/>
                    <a:pt x="43732" y="26586"/>
                    <a:pt x="44299" y="25819"/>
                  </a:cubicBezTo>
                  <a:cubicBezTo>
                    <a:pt x="43398" y="25518"/>
                    <a:pt x="42931" y="25985"/>
                    <a:pt x="42564" y="26552"/>
                  </a:cubicBezTo>
                  <a:cubicBezTo>
                    <a:pt x="42297" y="27053"/>
                    <a:pt x="41997" y="27520"/>
                    <a:pt x="41564" y="28254"/>
                  </a:cubicBezTo>
                  <a:close/>
                  <a:moveTo>
                    <a:pt x="14978" y="28320"/>
                  </a:moveTo>
                  <a:cubicBezTo>
                    <a:pt x="15412" y="28387"/>
                    <a:pt x="15712" y="28487"/>
                    <a:pt x="15979" y="28187"/>
                  </a:cubicBezTo>
                  <a:cubicBezTo>
                    <a:pt x="16579" y="27486"/>
                    <a:pt x="17013" y="26719"/>
                    <a:pt x="17346" y="25919"/>
                  </a:cubicBezTo>
                  <a:cubicBezTo>
                    <a:pt x="16846" y="25685"/>
                    <a:pt x="16246" y="25919"/>
                    <a:pt x="16045" y="26419"/>
                  </a:cubicBezTo>
                  <a:cubicBezTo>
                    <a:pt x="15678" y="27019"/>
                    <a:pt x="15378" y="27620"/>
                    <a:pt x="14978" y="28287"/>
                  </a:cubicBezTo>
                  <a:close/>
                  <a:moveTo>
                    <a:pt x="90899" y="27653"/>
                  </a:moveTo>
                  <a:lnTo>
                    <a:pt x="90966" y="27887"/>
                  </a:lnTo>
                  <a:cubicBezTo>
                    <a:pt x="91399" y="27820"/>
                    <a:pt x="91966" y="27887"/>
                    <a:pt x="92233" y="27620"/>
                  </a:cubicBezTo>
                  <a:cubicBezTo>
                    <a:pt x="92700" y="27086"/>
                    <a:pt x="93100" y="26519"/>
                    <a:pt x="93467" y="25885"/>
                  </a:cubicBezTo>
                  <a:cubicBezTo>
                    <a:pt x="92033" y="25885"/>
                    <a:pt x="92033" y="25885"/>
                    <a:pt x="91399" y="26919"/>
                  </a:cubicBezTo>
                  <a:cubicBezTo>
                    <a:pt x="91266" y="27153"/>
                    <a:pt x="91099" y="27386"/>
                    <a:pt x="90932" y="27620"/>
                  </a:cubicBezTo>
                  <a:close/>
                  <a:moveTo>
                    <a:pt x="39796" y="28187"/>
                  </a:moveTo>
                  <a:cubicBezTo>
                    <a:pt x="40296" y="28187"/>
                    <a:pt x="40730" y="28320"/>
                    <a:pt x="41030" y="27887"/>
                  </a:cubicBezTo>
                  <a:lnTo>
                    <a:pt x="42398" y="25785"/>
                  </a:lnTo>
                  <a:cubicBezTo>
                    <a:pt x="41830" y="25518"/>
                    <a:pt x="41197" y="25785"/>
                    <a:pt x="40930" y="26352"/>
                  </a:cubicBezTo>
                  <a:close/>
                  <a:moveTo>
                    <a:pt x="88831" y="27887"/>
                  </a:moveTo>
                  <a:cubicBezTo>
                    <a:pt x="90032" y="27920"/>
                    <a:pt x="90665" y="27386"/>
                    <a:pt x="91232" y="25885"/>
                  </a:cubicBezTo>
                  <a:lnTo>
                    <a:pt x="90232" y="25885"/>
                  </a:lnTo>
                  <a:close/>
                  <a:moveTo>
                    <a:pt x="84961" y="27887"/>
                  </a:moveTo>
                  <a:cubicBezTo>
                    <a:pt x="85495" y="27920"/>
                    <a:pt x="85895" y="28054"/>
                    <a:pt x="86195" y="27653"/>
                  </a:cubicBezTo>
                  <a:lnTo>
                    <a:pt x="87496" y="25885"/>
                  </a:lnTo>
                  <a:cubicBezTo>
                    <a:pt x="86763" y="25652"/>
                    <a:pt x="86195" y="25785"/>
                    <a:pt x="85829" y="26486"/>
                  </a:cubicBezTo>
                  <a:cubicBezTo>
                    <a:pt x="85595" y="26886"/>
                    <a:pt x="85328" y="27286"/>
                    <a:pt x="84961" y="27853"/>
                  </a:cubicBezTo>
                  <a:close/>
                  <a:moveTo>
                    <a:pt x="97037" y="26019"/>
                  </a:moveTo>
                  <a:cubicBezTo>
                    <a:pt x="95969" y="25785"/>
                    <a:pt x="95035" y="26552"/>
                    <a:pt x="94702" y="27887"/>
                  </a:cubicBezTo>
                  <a:cubicBezTo>
                    <a:pt x="95169" y="27787"/>
                    <a:pt x="95702" y="28020"/>
                    <a:pt x="96036" y="27486"/>
                  </a:cubicBezTo>
                  <a:cubicBezTo>
                    <a:pt x="96369" y="26953"/>
                    <a:pt x="96670" y="26519"/>
                    <a:pt x="97037" y="25985"/>
                  </a:cubicBezTo>
                  <a:close/>
                  <a:moveTo>
                    <a:pt x="99038" y="27853"/>
                  </a:moveTo>
                  <a:cubicBezTo>
                    <a:pt x="99372" y="27853"/>
                    <a:pt x="99638" y="27920"/>
                    <a:pt x="99738" y="27820"/>
                  </a:cubicBezTo>
                  <a:cubicBezTo>
                    <a:pt x="100406" y="27286"/>
                    <a:pt x="101006" y="26753"/>
                    <a:pt x="101707" y="26152"/>
                  </a:cubicBezTo>
                  <a:cubicBezTo>
                    <a:pt x="100105" y="25819"/>
                    <a:pt x="99872" y="25919"/>
                    <a:pt x="99038" y="27820"/>
                  </a:cubicBezTo>
                  <a:close/>
                  <a:moveTo>
                    <a:pt x="85628" y="25719"/>
                  </a:moveTo>
                  <a:cubicBezTo>
                    <a:pt x="85228" y="25785"/>
                    <a:pt x="84895" y="25719"/>
                    <a:pt x="84694" y="25885"/>
                  </a:cubicBezTo>
                  <a:cubicBezTo>
                    <a:pt x="84027" y="26352"/>
                    <a:pt x="83527" y="27053"/>
                    <a:pt x="83293" y="27853"/>
                  </a:cubicBezTo>
                  <a:lnTo>
                    <a:pt x="84227" y="27853"/>
                  </a:lnTo>
                  <a:close/>
                  <a:moveTo>
                    <a:pt x="81392" y="27853"/>
                  </a:moveTo>
                  <a:cubicBezTo>
                    <a:pt x="81892" y="27887"/>
                    <a:pt x="82259" y="28120"/>
                    <a:pt x="82560" y="27720"/>
                  </a:cubicBezTo>
                  <a:cubicBezTo>
                    <a:pt x="82960" y="27086"/>
                    <a:pt x="83393" y="26486"/>
                    <a:pt x="83794" y="25785"/>
                  </a:cubicBezTo>
                  <a:cubicBezTo>
                    <a:pt x="83293" y="25618"/>
                    <a:pt x="82726" y="25819"/>
                    <a:pt x="82459" y="26319"/>
                  </a:cubicBezTo>
                  <a:cubicBezTo>
                    <a:pt x="82193" y="26786"/>
                    <a:pt x="81826" y="27220"/>
                    <a:pt x="81425" y="27820"/>
                  </a:cubicBezTo>
                  <a:close/>
                  <a:moveTo>
                    <a:pt x="95102" y="25952"/>
                  </a:moveTo>
                  <a:cubicBezTo>
                    <a:pt x="94101" y="25819"/>
                    <a:pt x="93367" y="26552"/>
                    <a:pt x="93167" y="27787"/>
                  </a:cubicBezTo>
                  <a:cubicBezTo>
                    <a:pt x="93801" y="27820"/>
                    <a:pt x="93834" y="27853"/>
                    <a:pt x="94001" y="27553"/>
                  </a:cubicBezTo>
                  <a:cubicBezTo>
                    <a:pt x="94368" y="27053"/>
                    <a:pt x="94702" y="26486"/>
                    <a:pt x="95102" y="259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3" name="Google Shape;213;p19"/>
          <p:cNvGrpSpPr/>
          <p:nvPr/>
        </p:nvGrpSpPr>
        <p:grpSpPr>
          <a:xfrm>
            <a:off x="4904600" y="3341101"/>
            <a:ext cx="3172602" cy="1475131"/>
            <a:chOff x="4904600" y="3341101"/>
            <a:chExt cx="3172602" cy="1475131"/>
          </a:xfrm>
        </p:grpSpPr>
        <p:grpSp>
          <p:nvGrpSpPr>
            <p:cNvPr id="214" name="Google Shape;214;p19"/>
            <p:cNvGrpSpPr/>
            <p:nvPr/>
          </p:nvGrpSpPr>
          <p:grpSpPr>
            <a:xfrm>
              <a:off x="5232158" y="3704963"/>
              <a:ext cx="457204" cy="457181"/>
              <a:chOff x="3270475" y="1427025"/>
              <a:chExt cx="483200" cy="483125"/>
            </a:xfrm>
          </p:grpSpPr>
          <p:sp>
            <p:nvSpPr>
              <p:cNvPr id="215" name="Google Shape;215;p19"/>
              <p:cNvSpPr/>
              <p:nvPr/>
            </p:nvSpPr>
            <p:spPr>
              <a:xfrm>
                <a:off x="3270475" y="1427025"/>
                <a:ext cx="483200" cy="483125"/>
              </a:xfrm>
              <a:custGeom>
                <a:rect b="b" l="l" r="r" t="t"/>
                <a:pathLst>
                  <a:path extrusionOk="0" h="19325" w="19328">
                    <a:moveTo>
                      <a:pt x="9630" y="1133"/>
                    </a:moveTo>
                    <a:cubicBezTo>
                      <a:pt x="14352" y="1133"/>
                      <a:pt x="18196" y="4943"/>
                      <a:pt x="18196" y="9626"/>
                    </a:cubicBezTo>
                    <a:cubicBezTo>
                      <a:pt x="18196" y="14349"/>
                      <a:pt x="14352" y="18193"/>
                      <a:pt x="9630" y="18193"/>
                    </a:cubicBezTo>
                    <a:cubicBezTo>
                      <a:pt x="4946" y="18193"/>
                      <a:pt x="1136" y="14349"/>
                      <a:pt x="1136" y="9626"/>
                    </a:cubicBezTo>
                    <a:cubicBezTo>
                      <a:pt x="1136" y="4943"/>
                      <a:pt x="4946" y="1133"/>
                      <a:pt x="9630" y="1133"/>
                    </a:cubicBezTo>
                    <a:close/>
                    <a:moveTo>
                      <a:pt x="9641" y="0"/>
                    </a:moveTo>
                    <a:cubicBezTo>
                      <a:pt x="9637" y="0"/>
                      <a:pt x="9633" y="0"/>
                      <a:pt x="9630" y="0"/>
                    </a:cubicBezTo>
                    <a:cubicBezTo>
                      <a:pt x="4312" y="0"/>
                      <a:pt x="4" y="4309"/>
                      <a:pt x="4" y="9626"/>
                    </a:cubicBezTo>
                    <a:cubicBezTo>
                      <a:pt x="1" y="12187"/>
                      <a:pt x="1012" y="14648"/>
                      <a:pt x="2821" y="16465"/>
                    </a:cubicBezTo>
                    <a:cubicBezTo>
                      <a:pt x="4644" y="18310"/>
                      <a:pt x="7063" y="19325"/>
                      <a:pt x="9630" y="19325"/>
                    </a:cubicBezTo>
                    <a:cubicBezTo>
                      <a:pt x="10922" y="19325"/>
                      <a:pt x="12199" y="19065"/>
                      <a:pt x="13389" y="18555"/>
                    </a:cubicBezTo>
                    <a:cubicBezTo>
                      <a:pt x="15711" y="17558"/>
                      <a:pt x="17562" y="15708"/>
                      <a:pt x="18558" y="13386"/>
                    </a:cubicBezTo>
                    <a:cubicBezTo>
                      <a:pt x="19068" y="12196"/>
                      <a:pt x="19328" y="10919"/>
                      <a:pt x="19328" y="9626"/>
                    </a:cubicBezTo>
                    <a:cubicBezTo>
                      <a:pt x="19328" y="7060"/>
                      <a:pt x="18313" y="4641"/>
                      <a:pt x="16469" y="2818"/>
                    </a:cubicBezTo>
                    <a:cubicBezTo>
                      <a:pt x="14654" y="1012"/>
                      <a:pt x="12197" y="0"/>
                      <a:pt x="96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16" name="Google Shape;216;p19"/>
              <p:cNvSpPr/>
              <p:nvPr/>
            </p:nvSpPr>
            <p:spPr>
              <a:xfrm>
                <a:off x="3497550" y="1596875"/>
                <a:ext cx="87650" cy="141525"/>
              </a:xfrm>
              <a:custGeom>
                <a:rect b="b" l="l" r="r" t="t"/>
                <a:pathLst>
                  <a:path extrusionOk="0" h="5661" w="3506">
                    <a:moveTo>
                      <a:pt x="2885" y="1"/>
                    </a:moveTo>
                    <a:cubicBezTo>
                      <a:pt x="2740" y="1"/>
                      <a:pt x="2595" y="56"/>
                      <a:pt x="2485" y="166"/>
                    </a:cubicBezTo>
                    <a:lnTo>
                      <a:pt x="220" y="2431"/>
                    </a:lnTo>
                    <a:cubicBezTo>
                      <a:pt x="0" y="2651"/>
                      <a:pt x="0" y="3011"/>
                      <a:pt x="220" y="3231"/>
                    </a:cubicBezTo>
                    <a:lnTo>
                      <a:pt x="2485" y="5496"/>
                    </a:lnTo>
                    <a:cubicBezTo>
                      <a:pt x="2595" y="5606"/>
                      <a:pt x="2740" y="5661"/>
                      <a:pt x="2885" y="5661"/>
                    </a:cubicBezTo>
                    <a:cubicBezTo>
                      <a:pt x="3030" y="5661"/>
                      <a:pt x="3175" y="5606"/>
                      <a:pt x="3285" y="5496"/>
                    </a:cubicBezTo>
                    <a:cubicBezTo>
                      <a:pt x="3506" y="5275"/>
                      <a:pt x="3506" y="4916"/>
                      <a:pt x="3285" y="4695"/>
                    </a:cubicBezTo>
                    <a:lnTo>
                      <a:pt x="1422" y="2832"/>
                    </a:lnTo>
                    <a:lnTo>
                      <a:pt x="3285" y="966"/>
                    </a:lnTo>
                    <a:cubicBezTo>
                      <a:pt x="3506" y="746"/>
                      <a:pt x="3506" y="387"/>
                      <a:pt x="3285" y="166"/>
                    </a:cubicBezTo>
                    <a:cubicBezTo>
                      <a:pt x="3175" y="56"/>
                      <a:pt x="3030" y="1"/>
                      <a:pt x="288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17" name="Google Shape;217;p19"/>
              <p:cNvSpPr/>
              <p:nvPr/>
            </p:nvSpPr>
            <p:spPr>
              <a:xfrm>
                <a:off x="3327100" y="1483625"/>
                <a:ext cx="369975" cy="369925"/>
              </a:xfrm>
              <a:custGeom>
                <a:rect b="b" l="l" r="r" t="t"/>
                <a:pathLst>
                  <a:path extrusionOk="0" h="14797" w="14799">
                    <a:moveTo>
                      <a:pt x="7929" y="1157"/>
                    </a:moveTo>
                    <a:cubicBezTo>
                      <a:pt x="9206" y="1272"/>
                      <a:pt x="10420" y="1770"/>
                      <a:pt x="11411" y="2589"/>
                    </a:cubicBezTo>
                    <a:lnTo>
                      <a:pt x="11042" y="2957"/>
                    </a:lnTo>
                    <a:cubicBezTo>
                      <a:pt x="10828" y="3180"/>
                      <a:pt x="10831" y="3534"/>
                      <a:pt x="11048" y="3751"/>
                    </a:cubicBezTo>
                    <a:cubicBezTo>
                      <a:pt x="11158" y="3861"/>
                      <a:pt x="11303" y="3916"/>
                      <a:pt x="11448" y="3916"/>
                    </a:cubicBezTo>
                    <a:cubicBezTo>
                      <a:pt x="11590" y="3916"/>
                      <a:pt x="11732" y="3863"/>
                      <a:pt x="11842" y="3757"/>
                    </a:cubicBezTo>
                    <a:lnTo>
                      <a:pt x="12214" y="3389"/>
                    </a:lnTo>
                    <a:cubicBezTo>
                      <a:pt x="13026" y="4349"/>
                      <a:pt x="13524" y="5539"/>
                      <a:pt x="13639" y="6795"/>
                    </a:cubicBezTo>
                    <a:lnTo>
                      <a:pt x="13101" y="6795"/>
                    </a:lnTo>
                    <a:cubicBezTo>
                      <a:pt x="12787" y="6795"/>
                      <a:pt x="12534" y="7048"/>
                      <a:pt x="12534" y="7362"/>
                    </a:cubicBezTo>
                    <a:cubicBezTo>
                      <a:pt x="12534" y="7673"/>
                      <a:pt x="12787" y="7927"/>
                      <a:pt x="13101" y="7927"/>
                    </a:cubicBezTo>
                    <a:lnTo>
                      <a:pt x="13639" y="7927"/>
                    </a:lnTo>
                    <a:cubicBezTo>
                      <a:pt x="13515" y="9198"/>
                      <a:pt x="13005" y="10400"/>
                      <a:pt x="12178" y="11375"/>
                    </a:cubicBezTo>
                    <a:lnTo>
                      <a:pt x="11842" y="11040"/>
                    </a:lnTo>
                    <a:cubicBezTo>
                      <a:pt x="11732" y="10934"/>
                      <a:pt x="11590" y="10881"/>
                      <a:pt x="11448" y="10881"/>
                    </a:cubicBezTo>
                    <a:cubicBezTo>
                      <a:pt x="11303" y="10881"/>
                      <a:pt x="11158" y="10936"/>
                      <a:pt x="11048" y="11046"/>
                    </a:cubicBezTo>
                    <a:cubicBezTo>
                      <a:pt x="10831" y="11264"/>
                      <a:pt x="10828" y="11617"/>
                      <a:pt x="11042" y="11840"/>
                    </a:cubicBezTo>
                    <a:lnTo>
                      <a:pt x="11377" y="12175"/>
                    </a:lnTo>
                    <a:cubicBezTo>
                      <a:pt x="10402" y="13003"/>
                      <a:pt x="9200" y="13513"/>
                      <a:pt x="7929" y="13637"/>
                    </a:cubicBezTo>
                    <a:lnTo>
                      <a:pt x="7929" y="13099"/>
                    </a:lnTo>
                    <a:cubicBezTo>
                      <a:pt x="7929" y="12785"/>
                      <a:pt x="7676" y="12532"/>
                      <a:pt x="7365" y="12532"/>
                    </a:cubicBezTo>
                    <a:cubicBezTo>
                      <a:pt x="7051" y="12532"/>
                      <a:pt x="6797" y="12785"/>
                      <a:pt x="6797" y="13099"/>
                    </a:cubicBezTo>
                    <a:lnTo>
                      <a:pt x="6797" y="13637"/>
                    </a:lnTo>
                    <a:cubicBezTo>
                      <a:pt x="5541" y="13522"/>
                      <a:pt x="4351" y="13024"/>
                      <a:pt x="3391" y="12212"/>
                    </a:cubicBezTo>
                    <a:lnTo>
                      <a:pt x="3759" y="11840"/>
                    </a:lnTo>
                    <a:cubicBezTo>
                      <a:pt x="3974" y="11617"/>
                      <a:pt x="3971" y="11264"/>
                      <a:pt x="3753" y="11046"/>
                    </a:cubicBezTo>
                    <a:cubicBezTo>
                      <a:pt x="3643" y="10936"/>
                      <a:pt x="3499" y="10881"/>
                      <a:pt x="3354" y="10881"/>
                    </a:cubicBezTo>
                    <a:cubicBezTo>
                      <a:pt x="3212" y="10881"/>
                      <a:pt x="3070" y="10934"/>
                      <a:pt x="2959" y="11040"/>
                    </a:cubicBezTo>
                    <a:lnTo>
                      <a:pt x="2591" y="11408"/>
                    </a:lnTo>
                    <a:cubicBezTo>
                      <a:pt x="1773" y="10418"/>
                      <a:pt x="1274" y="9204"/>
                      <a:pt x="1160" y="7927"/>
                    </a:cubicBezTo>
                    <a:lnTo>
                      <a:pt x="1703" y="7927"/>
                    </a:lnTo>
                    <a:cubicBezTo>
                      <a:pt x="2014" y="7927"/>
                      <a:pt x="2268" y="7673"/>
                      <a:pt x="2268" y="7362"/>
                    </a:cubicBezTo>
                    <a:cubicBezTo>
                      <a:pt x="2268" y="7048"/>
                      <a:pt x="2014" y="6795"/>
                      <a:pt x="1703" y="6795"/>
                    </a:cubicBezTo>
                    <a:lnTo>
                      <a:pt x="1163" y="6795"/>
                    </a:lnTo>
                    <a:cubicBezTo>
                      <a:pt x="1274" y="5539"/>
                      <a:pt x="1770" y="4346"/>
                      <a:pt x="2579" y="3377"/>
                    </a:cubicBezTo>
                    <a:lnTo>
                      <a:pt x="2959" y="3757"/>
                    </a:lnTo>
                    <a:cubicBezTo>
                      <a:pt x="3070" y="3863"/>
                      <a:pt x="3212" y="3916"/>
                      <a:pt x="3354" y="3916"/>
                    </a:cubicBezTo>
                    <a:cubicBezTo>
                      <a:pt x="3499" y="3916"/>
                      <a:pt x="3643" y="3861"/>
                      <a:pt x="3753" y="3751"/>
                    </a:cubicBezTo>
                    <a:cubicBezTo>
                      <a:pt x="3971" y="3534"/>
                      <a:pt x="3974" y="3180"/>
                      <a:pt x="3759" y="2957"/>
                    </a:cubicBezTo>
                    <a:lnTo>
                      <a:pt x="3379" y="2577"/>
                    </a:lnTo>
                    <a:cubicBezTo>
                      <a:pt x="4348" y="1767"/>
                      <a:pt x="5541" y="1272"/>
                      <a:pt x="6797" y="1160"/>
                    </a:cubicBezTo>
                    <a:lnTo>
                      <a:pt x="6797" y="1701"/>
                    </a:lnTo>
                    <a:cubicBezTo>
                      <a:pt x="6797" y="2012"/>
                      <a:pt x="7051" y="2266"/>
                      <a:pt x="7365" y="2266"/>
                    </a:cubicBezTo>
                    <a:cubicBezTo>
                      <a:pt x="7676" y="2266"/>
                      <a:pt x="7929" y="2012"/>
                      <a:pt x="7929" y="1701"/>
                    </a:cubicBezTo>
                    <a:lnTo>
                      <a:pt x="7929" y="1157"/>
                    </a:lnTo>
                    <a:close/>
                    <a:moveTo>
                      <a:pt x="7376" y="1"/>
                    </a:moveTo>
                    <a:cubicBezTo>
                      <a:pt x="7372" y="1"/>
                      <a:pt x="7368" y="1"/>
                      <a:pt x="7365" y="1"/>
                    </a:cubicBezTo>
                    <a:cubicBezTo>
                      <a:pt x="5435" y="1"/>
                      <a:pt x="3581" y="759"/>
                      <a:pt x="2210" y="2115"/>
                    </a:cubicBezTo>
                    <a:cubicBezTo>
                      <a:pt x="2174" y="2142"/>
                      <a:pt x="2141" y="2172"/>
                      <a:pt x="2114" y="2208"/>
                    </a:cubicBezTo>
                    <a:cubicBezTo>
                      <a:pt x="761" y="3582"/>
                      <a:pt x="3" y="5433"/>
                      <a:pt x="3" y="7362"/>
                    </a:cubicBezTo>
                    <a:cubicBezTo>
                      <a:pt x="0" y="9322"/>
                      <a:pt x="776" y="11206"/>
                      <a:pt x="2159" y="12598"/>
                    </a:cubicBezTo>
                    <a:lnTo>
                      <a:pt x="2177" y="12616"/>
                    </a:lnTo>
                    <a:lnTo>
                      <a:pt x="2180" y="12619"/>
                    </a:lnTo>
                    <a:lnTo>
                      <a:pt x="2186" y="12625"/>
                    </a:lnTo>
                    <a:cubicBezTo>
                      <a:pt x="3578" y="14023"/>
                      <a:pt x="5414" y="14796"/>
                      <a:pt x="7365" y="14796"/>
                    </a:cubicBezTo>
                    <a:cubicBezTo>
                      <a:pt x="9327" y="14796"/>
                      <a:pt x="11187" y="14017"/>
                      <a:pt x="12603" y="12601"/>
                    </a:cubicBezTo>
                    <a:cubicBezTo>
                      <a:pt x="14019" y="11185"/>
                      <a:pt x="14798" y="9325"/>
                      <a:pt x="14798" y="7362"/>
                    </a:cubicBezTo>
                    <a:cubicBezTo>
                      <a:pt x="14798" y="5415"/>
                      <a:pt x="14028" y="3576"/>
                      <a:pt x="12627" y="2184"/>
                    </a:cubicBezTo>
                    <a:lnTo>
                      <a:pt x="12621" y="2178"/>
                    </a:lnTo>
                    <a:cubicBezTo>
                      <a:pt x="12621" y="2175"/>
                      <a:pt x="12618" y="2175"/>
                      <a:pt x="12618" y="2175"/>
                    </a:cubicBezTo>
                    <a:lnTo>
                      <a:pt x="12600" y="2157"/>
                    </a:lnTo>
                    <a:cubicBezTo>
                      <a:pt x="11211" y="777"/>
                      <a:pt x="9331" y="1"/>
                      <a:pt x="737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</p:grpSp>
        <p:sp>
          <p:nvSpPr>
            <p:cNvPr id="218" name="Google Shape;218;p19"/>
            <p:cNvSpPr/>
            <p:nvPr/>
          </p:nvSpPr>
          <p:spPr>
            <a:xfrm flipH="1">
              <a:off x="4904600" y="3341101"/>
              <a:ext cx="3172602" cy="1475131"/>
            </a:xfrm>
            <a:custGeom>
              <a:rect b="b" l="l" r="r" t="t"/>
              <a:pathLst>
                <a:path extrusionOk="0" h="29388" w="103909">
                  <a:moveTo>
                    <a:pt x="103875" y="834"/>
                  </a:moveTo>
                  <a:cubicBezTo>
                    <a:pt x="103875" y="1768"/>
                    <a:pt x="103908" y="2635"/>
                    <a:pt x="103875" y="3503"/>
                  </a:cubicBezTo>
                  <a:cubicBezTo>
                    <a:pt x="103808" y="5571"/>
                    <a:pt x="103675" y="7672"/>
                    <a:pt x="103675" y="9774"/>
                  </a:cubicBezTo>
                  <a:cubicBezTo>
                    <a:pt x="103675" y="12009"/>
                    <a:pt x="103775" y="14277"/>
                    <a:pt x="103808" y="16512"/>
                  </a:cubicBezTo>
                  <a:cubicBezTo>
                    <a:pt x="103808" y="17913"/>
                    <a:pt x="103775" y="19314"/>
                    <a:pt x="103775" y="20715"/>
                  </a:cubicBezTo>
                  <a:lnTo>
                    <a:pt x="103775" y="22349"/>
                  </a:lnTo>
                  <a:cubicBezTo>
                    <a:pt x="103775" y="23250"/>
                    <a:pt x="103708" y="24117"/>
                    <a:pt x="103708" y="25018"/>
                  </a:cubicBezTo>
                  <a:cubicBezTo>
                    <a:pt x="103741" y="25285"/>
                    <a:pt x="103741" y="25518"/>
                    <a:pt x="103775" y="25785"/>
                  </a:cubicBezTo>
                  <a:cubicBezTo>
                    <a:pt x="102674" y="26352"/>
                    <a:pt x="101707" y="27120"/>
                    <a:pt x="100873" y="28054"/>
                  </a:cubicBezTo>
                  <a:cubicBezTo>
                    <a:pt x="100606" y="28354"/>
                    <a:pt x="100205" y="28487"/>
                    <a:pt x="99839" y="28487"/>
                  </a:cubicBezTo>
                  <a:cubicBezTo>
                    <a:pt x="97003" y="28454"/>
                    <a:pt x="94201" y="28420"/>
                    <a:pt x="91366" y="28420"/>
                  </a:cubicBezTo>
                  <a:cubicBezTo>
                    <a:pt x="89464" y="28420"/>
                    <a:pt x="87530" y="28354"/>
                    <a:pt x="85628" y="28454"/>
                  </a:cubicBezTo>
                  <a:cubicBezTo>
                    <a:pt x="83594" y="28521"/>
                    <a:pt x="81525" y="28454"/>
                    <a:pt x="79491" y="28454"/>
                  </a:cubicBezTo>
                  <a:cubicBezTo>
                    <a:pt x="77423" y="28454"/>
                    <a:pt x="75354" y="28487"/>
                    <a:pt x="73286" y="28521"/>
                  </a:cubicBezTo>
                  <a:cubicBezTo>
                    <a:pt x="71819" y="28521"/>
                    <a:pt x="70317" y="28454"/>
                    <a:pt x="68816" y="28487"/>
                  </a:cubicBezTo>
                  <a:cubicBezTo>
                    <a:pt x="66181" y="28521"/>
                    <a:pt x="63546" y="28621"/>
                    <a:pt x="60911" y="28621"/>
                  </a:cubicBezTo>
                  <a:cubicBezTo>
                    <a:pt x="59410" y="28621"/>
                    <a:pt x="57942" y="28554"/>
                    <a:pt x="56441" y="28487"/>
                  </a:cubicBezTo>
                  <a:lnTo>
                    <a:pt x="55440" y="28487"/>
                  </a:lnTo>
                  <a:cubicBezTo>
                    <a:pt x="53972" y="28554"/>
                    <a:pt x="52471" y="28621"/>
                    <a:pt x="51004" y="28621"/>
                  </a:cubicBezTo>
                  <a:cubicBezTo>
                    <a:pt x="49102" y="28654"/>
                    <a:pt x="47234" y="28687"/>
                    <a:pt x="45333" y="28687"/>
                  </a:cubicBezTo>
                  <a:cubicBezTo>
                    <a:pt x="44933" y="28687"/>
                    <a:pt x="44499" y="28721"/>
                    <a:pt x="44099" y="28721"/>
                  </a:cubicBezTo>
                  <a:lnTo>
                    <a:pt x="31790" y="28787"/>
                  </a:lnTo>
                  <a:cubicBezTo>
                    <a:pt x="29088" y="28787"/>
                    <a:pt x="26353" y="28787"/>
                    <a:pt x="23617" y="28821"/>
                  </a:cubicBezTo>
                  <a:cubicBezTo>
                    <a:pt x="20549" y="28854"/>
                    <a:pt x="17480" y="28921"/>
                    <a:pt x="14444" y="28954"/>
                  </a:cubicBezTo>
                  <a:cubicBezTo>
                    <a:pt x="10541" y="29021"/>
                    <a:pt x="6639" y="29088"/>
                    <a:pt x="2736" y="29154"/>
                  </a:cubicBezTo>
                  <a:cubicBezTo>
                    <a:pt x="2269" y="29154"/>
                    <a:pt x="1835" y="29221"/>
                    <a:pt x="1368" y="29288"/>
                  </a:cubicBezTo>
                  <a:cubicBezTo>
                    <a:pt x="634" y="29388"/>
                    <a:pt x="301" y="29154"/>
                    <a:pt x="234" y="28387"/>
                  </a:cubicBezTo>
                  <a:cubicBezTo>
                    <a:pt x="34" y="26019"/>
                    <a:pt x="1" y="23650"/>
                    <a:pt x="101" y="21282"/>
                  </a:cubicBezTo>
                  <a:cubicBezTo>
                    <a:pt x="201" y="19381"/>
                    <a:pt x="1" y="17446"/>
                    <a:pt x="1" y="15545"/>
                  </a:cubicBezTo>
                  <a:cubicBezTo>
                    <a:pt x="1" y="14144"/>
                    <a:pt x="67" y="12743"/>
                    <a:pt x="134" y="11342"/>
                  </a:cubicBezTo>
                  <a:cubicBezTo>
                    <a:pt x="134" y="10708"/>
                    <a:pt x="167" y="10074"/>
                    <a:pt x="167" y="9440"/>
                  </a:cubicBezTo>
                  <a:cubicBezTo>
                    <a:pt x="167" y="8206"/>
                    <a:pt x="334" y="6972"/>
                    <a:pt x="167" y="5771"/>
                  </a:cubicBezTo>
                  <a:cubicBezTo>
                    <a:pt x="1" y="4570"/>
                    <a:pt x="401" y="4003"/>
                    <a:pt x="1268" y="3336"/>
                  </a:cubicBezTo>
                  <a:cubicBezTo>
                    <a:pt x="2336" y="2502"/>
                    <a:pt x="3303" y="1568"/>
                    <a:pt x="4237" y="601"/>
                  </a:cubicBezTo>
                  <a:cubicBezTo>
                    <a:pt x="4537" y="200"/>
                    <a:pt x="5004" y="0"/>
                    <a:pt x="5471" y="33"/>
                  </a:cubicBezTo>
                  <a:cubicBezTo>
                    <a:pt x="8573" y="100"/>
                    <a:pt x="11642" y="100"/>
                    <a:pt x="14744" y="134"/>
                  </a:cubicBezTo>
                  <a:cubicBezTo>
                    <a:pt x="16946" y="134"/>
                    <a:pt x="19114" y="67"/>
                    <a:pt x="21316" y="67"/>
                  </a:cubicBezTo>
                  <a:cubicBezTo>
                    <a:pt x="23217" y="67"/>
                    <a:pt x="25152" y="134"/>
                    <a:pt x="27053" y="134"/>
                  </a:cubicBezTo>
                  <a:cubicBezTo>
                    <a:pt x="28054" y="134"/>
                    <a:pt x="29055" y="67"/>
                    <a:pt x="30055" y="67"/>
                  </a:cubicBezTo>
                  <a:cubicBezTo>
                    <a:pt x="30656" y="67"/>
                    <a:pt x="31256" y="167"/>
                    <a:pt x="31857" y="167"/>
                  </a:cubicBezTo>
                  <a:lnTo>
                    <a:pt x="35059" y="167"/>
                  </a:lnTo>
                  <a:cubicBezTo>
                    <a:pt x="36593" y="167"/>
                    <a:pt x="38161" y="167"/>
                    <a:pt x="39696" y="200"/>
                  </a:cubicBezTo>
                  <a:cubicBezTo>
                    <a:pt x="43498" y="234"/>
                    <a:pt x="47301" y="300"/>
                    <a:pt x="51104" y="334"/>
                  </a:cubicBezTo>
                  <a:cubicBezTo>
                    <a:pt x="55407" y="367"/>
                    <a:pt x="59710" y="400"/>
                    <a:pt x="64013" y="400"/>
                  </a:cubicBezTo>
                  <a:cubicBezTo>
                    <a:pt x="64814" y="400"/>
                    <a:pt x="65581" y="334"/>
                    <a:pt x="66381" y="334"/>
                  </a:cubicBezTo>
                  <a:cubicBezTo>
                    <a:pt x="67182" y="334"/>
                    <a:pt x="67949" y="434"/>
                    <a:pt x="68750" y="434"/>
                  </a:cubicBezTo>
                  <a:cubicBezTo>
                    <a:pt x="72152" y="434"/>
                    <a:pt x="75555" y="434"/>
                    <a:pt x="78957" y="434"/>
                  </a:cubicBezTo>
                  <a:cubicBezTo>
                    <a:pt x="81225" y="467"/>
                    <a:pt x="83494" y="567"/>
                    <a:pt x="85795" y="567"/>
                  </a:cubicBezTo>
                  <a:cubicBezTo>
                    <a:pt x="88931" y="601"/>
                    <a:pt x="92033" y="567"/>
                    <a:pt x="95169" y="567"/>
                  </a:cubicBezTo>
                  <a:cubicBezTo>
                    <a:pt x="96970" y="567"/>
                    <a:pt x="98738" y="601"/>
                    <a:pt x="100539" y="634"/>
                  </a:cubicBezTo>
                  <a:cubicBezTo>
                    <a:pt x="101273" y="634"/>
                    <a:pt x="102007" y="567"/>
                    <a:pt x="102707" y="634"/>
                  </a:cubicBezTo>
                  <a:cubicBezTo>
                    <a:pt x="103108" y="667"/>
                    <a:pt x="103508" y="734"/>
                    <a:pt x="103875" y="834"/>
                  </a:cubicBezTo>
                  <a:close/>
                  <a:moveTo>
                    <a:pt x="5671" y="901"/>
                  </a:moveTo>
                  <a:cubicBezTo>
                    <a:pt x="5605" y="1168"/>
                    <a:pt x="5571" y="1434"/>
                    <a:pt x="5538" y="1668"/>
                  </a:cubicBezTo>
                  <a:cubicBezTo>
                    <a:pt x="5471" y="3236"/>
                    <a:pt x="5371" y="4770"/>
                    <a:pt x="5338" y="6338"/>
                  </a:cubicBezTo>
                  <a:cubicBezTo>
                    <a:pt x="5271" y="9707"/>
                    <a:pt x="5238" y="13043"/>
                    <a:pt x="5171" y="16412"/>
                  </a:cubicBezTo>
                  <a:cubicBezTo>
                    <a:pt x="5104" y="19080"/>
                    <a:pt x="4937" y="21716"/>
                    <a:pt x="4837" y="24384"/>
                  </a:cubicBezTo>
                  <a:cubicBezTo>
                    <a:pt x="4804" y="25018"/>
                    <a:pt x="4871" y="25151"/>
                    <a:pt x="5505" y="25151"/>
                  </a:cubicBezTo>
                  <a:cubicBezTo>
                    <a:pt x="7673" y="25151"/>
                    <a:pt x="9874" y="25185"/>
                    <a:pt x="12043" y="25185"/>
                  </a:cubicBezTo>
                  <a:cubicBezTo>
                    <a:pt x="15011" y="25185"/>
                    <a:pt x="18013" y="25185"/>
                    <a:pt x="20982" y="25151"/>
                  </a:cubicBezTo>
                  <a:cubicBezTo>
                    <a:pt x="22317" y="25151"/>
                    <a:pt x="23651" y="25118"/>
                    <a:pt x="24985" y="25118"/>
                  </a:cubicBezTo>
                  <a:cubicBezTo>
                    <a:pt x="27020" y="25118"/>
                    <a:pt x="29055" y="25085"/>
                    <a:pt x="31089" y="25085"/>
                  </a:cubicBezTo>
                  <a:cubicBezTo>
                    <a:pt x="32991" y="25085"/>
                    <a:pt x="34926" y="25151"/>
                    <a:pt x="36827" y="25118"/>
                  </a:cubicBezTo>
                  <a:cubicBezTo>
                    <a:pt x="40129" y="25118"/>
                    <a:pt x="43432" y="25085"/>
                    <a:pt x="46734" y="25051"/>
                  </a:cubicBezTo>
                  <a:cubicBezTo>
                    <a:pt x="49036" y="25051"/>
                    <a:pt x="51304" y="25085"/>
                    <a:pt x="53572" y="25118"/>
                  </a:cubicBezTo>
                  <a:cubicBezTo>
                    <a:pt x="56875" y="25118"/>
                    <a:pt x="60210" y="25151"/>
                    <a:pt x="63513" y="25151"/>
                  </a:cubicBezTo>
                  <a:lnTo>
                    <a:pt x="67149" y="25151"/>
                  </a:lnTo>
                  <a:cubicBezTo>
                    <a:pt x="67749" y="25151"/>
                    <a:pt x="68349" y="25118"/>
                    <a:pt x="68950" y="25118"/>
                  </a:cubicBezTo>
                  <a:cubicBezTo>
                    <a:pt x="69884" y="25118"/>
                    <a:pt x="70784" y="25151"/>
                    <a:pt x="71685" y="25151"/>
                  </a:cubicBezTo>
                  <a:lnTo>
                    <a:pt x="82726" y="25151"/>
                  </a:lnTo>
                  <a:lnTo>
                    <a:pt x="95535" y="25151"/>
                  </a:lnTo>
                  <a:cubicBezTo>
                    <a:pt x="97103" y="25151"/>
                    <a:pt x="98638" y="25185"/>
                    <a:pt x="100172" y="25185"/>
                  </a:cubicBezTo>
                  <a:cubicBezTo>
                    <a:pt x="100806" y="25185"/>
                    <a:pt x="101406" y="25218"/>
                    <a:pt x="102007" y="25185"/>
                  </a:cubicBezTo>
                  <a:cubicBezTo>
                    <a:pt x="102741" y="25151"/>
                    <a:pt x="102874" y="24985"/>
                    <a:pt x="102907" y="24251"/>
                  </a:cubicBezTo>
                  <a:cubicBezTo>
                    <a:pt x="102941" y="23750"/>
                    <a:pt x="102941" y="23250"/>
                    <a:pt x="102974" y="22716"/>
                  </a:cubicBezTo>
                  <a:cubicBezTo>
                    <a:pt x="102974" y="21349"/>
                    <a:pt x="102974" y="19981"/>
                    <a:pt x="103007" y="18580"/>
                  </a:cubicBezTo>
                  <a:cubicBezTo>
                    <a:pt x="103041" y="17679"/>
                    <a:pt x="103108" y="16745"/>
                    <a:pt x="103141" y="15811"/>
                  </a:cubicBezTo>
                  <a:cubicBezTo>
                    <a:pt x="103141" y="14877"/>
                    <a:pt x="103074" y="14043"/>
                    <a:pt x="103041" y="13176"/>
                  </a:cubicBezTo>
                  <a:cubicBezTo>
                    <a:pt x="103007" y="12309"/>
                    <a:pt x="102941" y="11375"/>
                    <a:pt x="102907" y="10508"/>
                  </a:cubicBezTo>
                  <a:cubicBezTo>
                    <a:pt x="102841" y="9907"/>
                    <a:pt x="102841" y="9307"/>
                    <a:pt x="102841" y="8740"/>
                  </a:cubicBezTo>
                  <a:cubicBezTo>
                    <a:pt x="102941" y="6805"/>
                    <a:pt x="103141" y="4870"/>
                    <a:pt x="103241" y="2936"/>
                  </a:cubicBezTo>
                  <a:cubicBezTo>
                    <a:pt x="103274" y="2502"/>
                    <a:pt x="103141" y="2068"/>
                    <a:pt x="102907" y="1668"/>
                  </a:cubicBezTo>
                  <a:cubicBezTo>
                    <a:pt x="102807" y="1501"/>
                    <a:pt x="102274" y="1568"/>
                    <a:pt x="101907" y="1535"/>
                  </a:cubicBezTo>
                  <a:lnTo>
                    <a:pt x="101373" y="1535"/>
                  </a:lnTo>
                  <a:lnTo>
                    <a:pt x="93267" y="1334"/>
                  </a:lnTo>
                  <a:lnTo>
                    <a:pt x="92733" y="1334"/>
                  </a:lnTo>
                  <a:cubicBezTo>
                    <a:pt x="89598" y="1334"/>
                    <a:pt x="86462" y="1334"/>
                    <a:pt x="83360" y="1301"/>
                  </a:cubicBezTo>
                  <a:cubicBezTo>
                    <a:pt x="80258" y="1268"/>
                    <a:pt x="77089" y="1168"/>
                    <a:pt x="73987" y="1134"/>
                  </a:cubicBezTo>
                  <a:cubicBezTo>
                    <a:pt x="70584" y="1101"/>
                    <a:pt x="67182" y="1101"/>
                    <a:pt x="63779" y="1068"/>
                  </a:cubicBezTo>
                  <a:cubicBezTo>
                    <a:pt x="62612" y="1068"/>
                    <a:pt x="61411" y="1034"/>
                    <a:pt x="60244" y="1034"/>
                  </a:cubicBezTo>
                  <a:cubicBezTo>
                    <a:pt x="58342" y="1034"/>
                    <a:pt x="56474" y="1101"/>
                    <a:pt x="54573" y="1068"/>
                  </a:cubicBezTo>
                  <a:cubicBezTo>
                    <a:pt x="52138" y="1068"/>
                    <a:pt x="49669" y="1001"/>
                    <a:pt x="47201" y="967"/>
                  </a:cubicBezTo>
                  <a:cubicBezTo>
                    <a:pt x="43698" y="934"/>
                    <a:pt x="40163" y="934"/>
                    <a:pt x="36627" y="901"/>
                  </a:cubicBezTo>
                  <a:cubicBezTo>
                    <a:pt x="34425" y="901"/>
                    <a:pt x="32190" y="834"/>
                    <a:pt x="29955" y="834"/>
                  </a:cubicBezTo>
                  <a:cubicBezTo>
                    <a:pt x="28121" y="834"/>
                    <a:pt x="26253" y="767"/>
                    <a:pt x="24418" y="801"/>
                  </a:cubicBezTo>
                  <a:cubicBezTo>
                    <a:pt x="22050" y="834"/>
                    <a:pt x="19681" y="934"/>
                    <a:pt x="17313" y="934"/>
                  </a:cubicBezTo>
                  <a:cubicBezTo>
                    <a:pt x="14611" y="934"/>
                    <a:pt x="11909" y="867"/>
                    <a:pt x="9207" y="867"/>
                  </a:cubicBezTo>
                  <a:cubicBezTo>
                    <a:pt x="8073" y="801"/>
                    <a:pt x="6939" y="867"/>
                    <a:pt x="5671" y="901"/>
                  </a:cubicBezTo>
                  <a:close/>
                  <a:moveTo>
                    <a:pt x="4304" y="17880"/>
                  </a:moveTo>
                  <a:cubicBezTo>
                    <a:pt x="4037" y="18213"/>
                    <a:pt x="3837" y="18447"/>
                    <a:pt x="3637" y="18680"/>
                  </a:cubicBezTo>
                  <a:cubicBezTo>
                    <a:pt x="2869" y="19547"/>
                    <a:pt x="2135" y="20448"/>
                    <a:pt x="1335" y="21282"/>
                  </a:cubicBezTo>
                  <a:cubicBezTo>
                    <a:pt x="768" y="21882"/>
                    <a:pt x="901" y="22550"/>
                    <a:pt x="968" y="23450"/>
                  </a:cubicBezTo>
                  <a:cubicBezTo>
                    <a:pt x="1969" y="22349"/>
                    <a:pt x="2803" y="21382"/>
                    <a:pt x="3703" y="20448"/>
                  </a:cubicBezTo>
                  <a:cubicBezTo>
                    <a:pt x="4404" y="19748"/>
                    <a:pt x="4504" y="18947"/>
                    <a:pt x="4304" y="17880"/>
                  </a:cubicBezTo>
                  <a:close/>
                  <a:moveTo>
                    <a:pt x="968" y="11442"/>
                  </a:moveTo>
                  <a:cubicBezTo>
                    <a:pt x="2102" y="10274"/>
                    <a:pt x="3136" y="9240"/>
                    <a:pt x="4137" y="8206"/>
                  </a:cubicBezTo>
                  <a:cubicBezTo>
                    <a:pt x="4604" y="7672"/>
                    <a:pt x="4470" y="7038"/>
                    <a:pt x="4370" y="6205"/>
                  </a:cubicBezTo>
                  <a:cubicBezTo>
                    <a:pt x="3403" y="7172"/>
                    <a:pt x="2569" y="8073"/>
                    <a:pt x="1668" y="8840"/>
                  </a:cubicBezTo>
                  <a:cubicBezTo>
                    <a:pt x="835" y="9540"/>
                    <a:pt x="901" y="10374"/>
                    <a:pt x="968" y="11475"/>
                  </a:cubicBezTo>
                  <a:close/>
                  <a:moveTo>
                    <a:pt x="4370" y="15545"/>
                  </a:moveTo>
                  <a:cubicBezTo>
                    <a:pt x="3303" y="16579"/>
                    <a:pt x="2269" y="17546"/>
                    <a:pt x="1335" y="18547"/>
                  </a:cubicBezTo>
                  <a:cubicBezTo>
                    <a:pt x="768" y="19181"/>
                    <a:pt x="734" y="19948"/>
                    <a:pt x="968" y="20782"/>
                  </a:cubicBezTo>
                  <a:cubicBezTo>
                    <a:pt x="1902" y="19781"/>
                    <a:pt x="2769" y="18847"/>
                    <a:pt x="3670" y="17913"/>
                  </a:cubicBezTo>
                  <a:cubicBezTo>
                    <a:pt x="4304" y="17313"/>
                    <a:pt x="4571" y="16412"/>
                    <a:pt x="4370" y="15545"/>
                  </a:cubicBezTo>
                  <a:close/>
                  <a:moveTo>
                    <a:pt x="901" y="13843"/>
                  </a:moveTo>
                  <a:cubicBezTo>
                    <a:pt x="1869" y="12876"/>
                    <a:pt x="2703" y="11975"/>
                    <a:pt x="3637" y="11141"/>
                  </a:cubicBezTo>
                  <a:cubicBezTo>
                    <a:pt x="4370" y="10574"/>
                    <a:pt x="4604" y="9574"/>
                    <a:pt x="4237" y="8740"/>
                  </a:cubicBezTo>
                  <a:cubicBezTo>
                    <a:pt x="3270" y="9740"/>
                    <a:pt x="2369" y="10741"/>
                    <a:pt x="1402" y="11642"/>
                  </a:cubicBezTo>
                  <a:cubicBezTo>
                    <a:pt x="801" y="12242"/>
                    <a:pt x="668" y="12909"/>
                    <a:pt x="901" y="13843"/>
                  </a:cubicBezTo>
                  <a:close/>
                  <a:moveTo>
                    <a:pt x="835" y="16012"/>
                  </a:moveTo>
                  <a:cubicBezTo>
                    <a:pt x="1535" y="15378"/>
                    <a:pt x="2236" y="14777"/>
                    <a:pt x="2903" y="14177"/>
                  </a:cubicBezTo>
                  <a:cubicBezTo>
                    <a:pt x="3336" y="13777"/>
                    <a:pt x="3703" y="13376"/>
                    <a:pt x="4104" y="12943"/>
                  </a:cubicBezTo>
                  <a:cubicBezTo>
                    <a:pt x="4571" y="12442"/>
                    <a:pt x="4671" y="11675"/>
                    <a:pt x="4304" y="11075"/>
                  </a:cubicBezTo>
                  <a:cubicBezTo>
                    <a:pt x="3270" y="12142"/>
                    <a:pt x="2269" y="13143"/>
                    <a:pt x="1268" y="14177"/>
                  </a:cubicBezTo>
                  <a:cubicBezTo>
                    <a:pt x="768" y="14644"/>
                    <a:pt x="601" y="15378"/>
                    <a:pt x="835" y="16012"/>
                  </a:cubicBezTo>
                  <a:close/>
                  <a:moveTo>
                    <a:pt x="1035" y="8706"/>
                  </a:moveTo>
                  <a:cubicBezTo>
                    <a:pt x="2102" y="7672"/>
                    <a:pt x="3170" y="6705"/>
                    <a:pt x="4204" y="5704"/>
                  </a:cubicBezTo>
                  <a:cubicBezTo>
                    <a:pt x="4337" y="5571"/>
                    <a:pt x="4404" y="5404"/>
                    <a:pt x="4437" y="5237"/>
                  </a:cubicBezTo>
                  <a:cubicBezTo>
                    <a:pt x="4504" y="4770"/>
                    <a:pt x="4504" y="4303"/>
                    <a:pt x="4537" y="3636"/>
                  </a:cubicBezTo>
                  <a:cubicBezTo>
                    <a:pt x="3303" y="4904"/>
                    <a:pt x="2202" y="6038"/>
                    <a:pt x="1068" y="7172"/>
                  </a:cubicBezTo>
                  <a:cubicBezTo>
                    <a:pt x="1001" y="7305"/>
                    <a:pt x="935" y="7439"/>
                    <a:pt x="935" y="7606"/>
                  </a:cubicBezTo>
                  <a:cubicBezTo>
                    <a:pt x="968" y="7972"/>
                    <a:pt x="1001" y="8339"/>
                    <a:pt x="1035" y="8706"/>
                  </a:cubicBezTo>
                  <a:close/>
                  <a:moveTo>
                    <a:pt x="1001" y="25552"/>
                  </a:moveTo>
                  <a:cubicBezTo>
                    <a:pt x="1068" y="25552"/>
                    <a:pt x="1168" y="25552"/>
                    <a:pt x="1201" y="25518"/>
                  </a:cubicBezTo>
                  <a:cubicBezTo>
                    <a:pt x="2102" y="24584"/>
                    <a:pt x="3103" y="23717"/>
                    <a:pt x="3937" y="22683"/>
                  </a:cubicBezTo>
                  <a:cubicBezTo>
                    <a:pt x="4337" y="22116"/>
                    <a:pt x="4404" y="21415"/>
                    <a:pt x="4104" y="20782"/>
                  </a:cubicBezTo>
                  <a:cubicBezTo>
                    <a:pt x="3236" y="21749"/>
                    <a:pt x="2436" y="22683"/>
                    <a:pt x="1602" y="23550"/>
                  </a:cubicBezTo>
                  <a:cubicBezTo>
                    <a:pt x="1035" y="24117"/>
                    <a:pt x="668" y="24684"/>
                    <a:pt x="1001" y="25552"/>
                  </a:cubicBezTo>
                  <a:close/>
                  <a:moveTo>
                    <a:pt x="968" y="6471"/>
                  </a:moveTo>
                  <a:cubicBezTo>
                    <a:pt x="2069" y="5437"/>
                    <a:pt x="3003" y="4470"/>
                    <a:pt x="3970" y="3569"/>
                  </a:cubicBezTo>
                  <a:cubicBezTo>
                    <a:pt x="4604" y="3036"/>
                    <a:pt x="4637" y="2435"/>
                    <a:pt x="4437" y="1668"/>
                  </a:cubicBezTo>
                  <a:cubicBezTo>
                    <a:pt x="4037" y="2035"/>
                    <a:pt x="3637" y="2435"/>
                    <a:pt x="3236" y="2835"/>
                  </a:cubicBezTo>
                  <a:cubicBezTo>
                    <a:pt x="2602" y="3469"/>
                    <a:pt x="1902" y="4070"/>
                    <a:pt x="1235" y="4703"/>
                  </a:cubicBezTo>
                  <a:cubicBezTo>
                    <a:pt x="1168" y="4770"/>
                    <a:pt x="1101" y="4904"/>
                    <a:pt x="1101" y="5004"/>
                  </a:cubicBezTo>
                  <a:cubicBezTo>
                    <a:pt x="1068" y="5437"/>
                    <a:pt x="1035" y="5904"/>
                    <a:pt x="968" y="6471"/>
                  </a:cubicBezTo>
                  <a:close/>
                  <a:moveTo>
                    <a:pt x="968" y="18146"/>
                  </a:moveTo>
                  <a:cubicBezTo>
                    <a:pt x="1101" y="18080"/>
                    <a:pt x="1235" y="17980"/>
                    <a:pt x="1368" y="17880"/>
                  </a:cubicBezTo>
                  <a:cubicBezTo>
                    <a:pt x="2269" y="16979"/>
                    <a:pt x="3103" y="16045"/>
                    <a:pt x="4003" y="15144"/>
                  </a:cubicBezTo>
                  <a:cubicBezTo>
                    <a:pt x="4470" y="14677"/>
                    <a:pt x="4470" y="14144"/>
                    <a:pt x="4370" y="13443"/>
                  </a:cubicBezTo>
                  <a:cubicBezTo>
                    <a:pt x="3637" y="14110"/>
                    <a:pt x="3003" y="14611"/>
                    <a:pt x="2436" y="15211"/>
                  </a:cubicBezTo>
                  <a:cubicBezTo>
                    <a:pt x="1869" y="15811"/>
                    <a:pt x="1368" y="16479"/>
                    <a:pt x="835" y="17146"/>
                  </a:cubicBezTo>
                  <a:cubicBezTo>
                    <a:pt x="868" y="17446"/>
                    <a:pt x="935" y="17780"/>
                    <a:pt x="968" y="18146"/>
                  </a:cubicBezTo>
                  <a:close/>
                  <a:moveTo>
                    <a:pt x="1101" y="27620"/>
                  </a:moveTo>
                  <a:lnTo>
                    <a:pt x="3970" y="25385"/>
                  </a:lnTo>
                  <a:lnTo>
                    <a:pt x="3970" y="23450"/>
                  </a:lnTo>
                  <a:cubicBezTo>
                    <a:pt x="3136" y="24318"/>
                    <a:pt x="2436" y="25118"/>
                    <a:pt x="1635" y="25819"/>
                  </a:cubicBezTo>
                  <a:cubicBezTo>
                    <a:pt x="1068" y="26352"/>
                    <a:pt x="801" y="26853"/>
                    <a:pt x="1101" y="27620"/>
                  </a:cubicBezTo>
                  <a:close/>
                  <a:moveTo>
                    <a:pt x="53405" y="25752"/>
                  </a:moveTo>
                  <a:cubicBezTo>
                    <a:pt x="52772" y="25752"/>
                    <a:pt x="52238" y="25719"/>
                    <a:pt x="51704" y="25752"/>
                  </a:cubicBezTo>
                  <a:cubicBezTo>
                    <a:pt x="51571" y="25752"/>
                    <a:pt x="51471" y="25819"/>
                    <a:pt x="51404" y="25919"/>
                  </a:cubicBezTo>
                  <a:cubicBezTo>
                    <a:pt x="50970" y="26619"/>
                    <a:pt x="50570" y="27320"/>
                    <a:pt x="50103" y="28120"/>
                  </a:cubicBezTo>
                  <a:lnTo>
                    <a:pt x="51637" y="28154"/>
                  </a:lnTo>
                  <a:close/>
                  <a:moveTo>
                    <a:pt x="11576" y="25885"/>
                  </a:moveTo>
                  <a:cubicBezTo>
                    <a:pt x="10775" y="25752"/>
                    <a:pt x="10141" y="25819"/>
                    <a:pt x="9674" y="26552"/>
                  </a:cubicBezTo>
                  <a:cubicBezTo>
                    <a:pt x="9374" y="27019"/>
                    <a:pt x="8940" y="27453"/>
                    <a:pt x="8573" y="27920"/>
                  </a:cubicBezTo>
                  <a:cubicBezTo>
                    <a:pt x="8407" y="28154"/>
                    <a:pt x="8273" y="28387"/>
                    <a:pt x="8140" y="28621"/>
                  </a:cubicBezTo>
                  <a:cubicBezTo>
                    <a:pt x="8874" y="28487"/>
                    <a:pt x="9541" y="28587"/>
                    <a:pt x="9841" y="28287"/>
                  </a:cubicBezTo>
                  <a:cubicBezTo>
                    <a:pt x="10575" y="27620"/>
                    <a:pt x="11309" y="26919"/>
                    <a:pt x="11609" y="25885"/>
                  </a:cubicBezTo>
                  <a:close/>
                  <a:moveTo>
                    <a:pt x="27454" y="28354"/>
                  </a:moveTo>
                  <a:cubicBezTo>
                    <a:pt x="28087" y="28220"/>
                    <a:pt x="28688" y="28521"/>
                    <a:pt x="29055" y="28054"/>
                  </a:cubicBezTo>
                  <a:cubicBezTo>
                    <a:pt x="29688" y="27353"/>
                    <a:pt x="30189" y="26552"/>
                    <a:pt x="30589" y="25719"/>
                  </a:cubicBezTo>
                  <a:cubicBezTo>
                    <a:pt x="29822" y="25685"/>
                    <a:pt x="29088" y="25485"/>
                    <a:pt x="28654" y="26286"/>
                  </a:cubicBezTo>
                  <a:cubicBezTo>
                    <a:pt x="28321" y="26919"/>
                    <a:pt x="27921" y="27553"/>
                    <a:pt x="27487" y="28354"/>
                  </a:cubicBezTo>
                  <a:close/>
                  <a:moveTo>
                    <a:pt x="21783" y="25985"/>
                  </a:moveTo>
                  <a:lnTo>
                    <a:pt x="21683" y="25752"/>
                  </a:lnTo>
                  <a:cubicBezTo>
                    <a:pt x="21182" y="25852"/>
                    <a:pt x="20582" y="25752"/>
                    <a:pt x="20248" y="26019"/>
                  </a:cubicBezTo>
                  <a:cubicBezTo>
                    <a:pt x="19515" y="26586"/>
                    <a:pt x="19248" y="27486"/>
                    <a:pt x="18881" y="28254"/>
                  </a:cubicBezTo>
                  <a:cubicBezTo>
                    <a:pt x="20048" y="28621"/>
                    <a:pt x="20649" y="28087"/>
                    <a:pt x="21116" y="27220"/>
                  </a:cubicBezTo>
                  <a:cubicBezTo>
                    <a:pt x="21349" y="26786"/>
                    <a:pt x="21583" y="26386"/>
                    <a:pt x="21816" y="25985"/>
                  </a:cubicBezTo>
                  <a:close/>
                  <a:moveTo>
                    <a:pt x="28287" y="25719"/>
                  </a:moveTo>
                  <a:cubicBezTo>
                    <a:pt x="28054" y="25752"/>
                    <a:pt x="27854" y="25752"/>
                    <a:pt x="27620" y="25719"/>
                  </a:cubicBezTo>
                  <a:cubicBezTo>
                    <a:pt x="26853" y="25585"/>
                    <a:pt x="26453" y="26019"/>
                    <a:pt x="26119" y="26552"/>
                  </a:cubicBezTo>
                  <a:cubicBezTo>
                    <a:pt x="25819" y="27120"/>
                    <a:pt x="25619" y="27687"/>
                    <a:pt x="25352" y="28254"/>
                  </a:cubicBezTo>
                  <a:cubicBezTo>
                    <a:pt x="25485" y="28254"/>
                    <a:pt x="25619" y="28287"/>
                    <a:pt x="25752" y="28320"/>
                  </a:cubicBezTo>
                  <a:cubicBezTo>
                    <a:pt x="26353" y="28487"/>
                    <a:pt x="26987" y="28187"/>
                    <a:pt x="27220" y="27587"/>
                  </a:cubicBezTo>
                  <a:cubicBezTo>
                    <a:pt x="27554" y="27019"/>
                    <a:pt x="27887" y="26419"/>
                    <a:pt x="28321" y="25719"/>
                  </a:cubicBezTo>
                  <a:close/>
                  <a:moveTo>
                    <a:pt x="12543" y="28420"/>
                  </a:moveTo>
                  <a:cubicBezTo>
                    <a:pt x="13277" y="28420"/>
                    <a:pt x="13911" y="28621"/>
                    <a:pt x="14344" y="28087"/>
                  </a:cubicBezTo>
                  <a:cubicBezTo>
                    <a:pt x="14911" y="27453"/>
                    <a:pt x="15345" y="26719"/>
                    <a:pt x="15612" y="25919"/>
                  </a:cubicBezTo>
                  <a:cubicBezTo>
                    <a:pt x="15045" y="25719"/>
                    <a:pt x="14544" y="25719"/>
                    <a:pt x="14211" y="26085"/>
                  </a:cubicBezTo>
                  <a:cubicBezTo>
                    <a:pt x="13644" y="26786"/>
                    <a:pt x="13177" y="27553"/>
                    <a:pt x="12576" y="28420"/>
                  </a:cubicBezTo>
                  <a:close/>
                  <a:moveTo>
                    <a:pt x="70251" y="27887"/>
                  </a:moveTo>
                  <a:cubicBezTo>
                    <a:pt x="71485" y="28254"/>
                    <a:pt x="72252" y="27853"/>
                    <a:pt x="72786" y="26886"/>
                  </a:cubicBezTo>
                  <a:cubicBezTo>
                    <a:pt x="72986" y="26519"/>
                    <a:pt x="73153" y="26152"/>
                    <a:pt x="73320" y="25785"/>
                  </a:cubicBezTo>
                  <a:cubicBezTo>
                    <a:pt x="71552" y="25385"/>
                    <a:pt x="71085" y="26786"/>
                    <a:pt x="70251" y="27887"/>
                  </a:cubicBezTo>
                  <a:close/>
                  <a:moveTo>
                    <a:pt x="22717" y="25752"/>
                  </a:moveTo>
                  <a:lnTo>
                    <a:pt x="21182" y="28254"/>
                  </a:lnTo>
                  <a:lnTo>
                    <a:pt x="21316" y="28420"/>
                  </a:lnTo>
                  <a:cubicBezTo>
                    <a:pt x="21783" y="28354"/>
                    <a:pt x="22383" y="28387"/>
                    <a:pt x="22617" y="28120"/>
                  </a:cubicBezTo>
                  <a:cubicBezTo>
                    <a:pt x="23217" y="27386"/>
                    <a:pt x="23718" y="26586"/>
                    <a:pt x="24185" y="25785"/>
                  </a:cubicBezTo>
                  <a:close/>
                  <a:moveTo>
                    <a:pt x="50870" y="25618"/>
                  </a:moveTo>
                  <a:cubicBezTo>
                    <a:pt x="50203" y="25685"/>
                    <a:pt x="49636" y="25618"/>
                    <a:pt x="49369" y="25852"/>
                  </a:cubicBezTo>
                  <a:cubicBezTo>
                    <a:pt x="48702" y="26452"/>
                    <a:pt x="48235" y="27253"/>
                    <a:pt x="48035" y="28154"/>
                  </a:cubicBezTo>
                  <a:cubicBezTo>
                    <a:pt x="48635" y="28154"/>
                    <a:pt x="49236" y="28320"/>
                    <a:pt x="49569" y="27787"/>
                  </a:cubicBezTo>
                  <a:cubicBezTo>
                    <a:pt x="50003" y="27153"/>
                    <a:pt x="50337" y="26452"/>
                    <a:pt x="50837" y="25618"/>
                  </a:cubicBezTo>
                  <a:close/>
                  <a:moveTo>
                    <a:pt x="56307" y="25785"/>
                  </a:moveTo>
                  <a:lnTo>
                    <a:pt x="54706" y="28054"/>
                  </a:lnTo>
                  <a:cubicBezTo>
                    <a:pt x="55307" y="28020"/>
                    <a:pt x="55707" y="27953"/>
                    <a:pt x="56141" y="27987"/>
                  </a:cubicBezTo>
                  <a:cubicBezTo>
                    <a:pt x="56408" y="27987"/>
                    <a:pt x="56674" y="27853"/>
                    <a:pt x="56774" y="27587"/>
                  </a:cubicBezTo>
                  <a:cubicBezTo>
                    <a:pt x="57141" y="27019"/>
                    <a:pt x="57475" y="26452"/>
                    <a:pt x="57842" y="25819"/>
                  </a:cubicBezTo>
                  <a:close/>
                  <a:moveTo>
                    <a:pt x="60244" y="25752"/>
                  </a:moveTo>
                  <a:cubicBezTo>
                    <a:pt x="59643" y="25819"/>
                    <a:pt x="59076" y="25552"/>
                    <a:pt x="58609" y="25985"/>
                  </a:cubicBezTo>
                  <a:cubicBezTo>
                    <a:pt x="58042" y="26552"/>
                    <a:pt x="57608" y="27253"/>
                    <a:pt x="57342" y="27987"/>
                  </a:cubicBezTo>
                  <a:cubicBezTo>
                    <a:pt x="58142" y="28187"/>
                    <a:pt x="58776" y="28220"/>
                    <a:pt x="59210" y="27453"/>
                  </a:cubicBezTo>
                  <a:cubicBezTo>
                    <a:pt x="59510" y="26919"/>
                    <a:pt x="59843" y="26419"/>
                    <a:pt x="60244" y="25752"/>
                  </a:cubicBezTo>
                  <a:close/>
                  <a:moveTo>
                    <a:pt x="45500" y="28120"/>
                  </a:moveTo>
                  <a:cubicBezTo>
                    <a:pt x="45900" y="28154"/>
                    <a:pt x="46300" y="28154"/>
                    <a:pt x="46667" y="28120"/>
                  </a:cubicBezTo>
                  <a:cubicBezTo>
                    <a:pt x="46934" y="28087"/>
                    <a:pt x="47168" y="27987"/>
                    <a:pt x="47334" y="27787"/>
                  </a:cubicBezTo>
                  <a:cubicBezTo>
                    <a:pt x="47801" y="27153"/>
                    <a:pt x="48168" y="26486"/>
                    <a:pt x="48669" y="25685"/>
                  </a:cubicBezTo>
                  <a:cubicBezTo>
                    <a:pt x="48068" y="25752"/>
                    <a:pt x="47568" y="25418"/>
                    <a:pt x="47201" y="25885"/>
                  </a:cubicBezTo>
                  <a:cubicBezTo>
                    <a:pt x="46634" y="26586"/>
                    <a:pt x="46134" y="27286"/>
                    <a:pt x="45500" y="28120"/>
                  </a:cubicBezTo>
                  <a:close/>
                  <a:moveTo>
                    <a:pt x="77990" y="25852"/>
                  </a:moveTo>
                  <a:cubicBezTo>
                    <a:pt x="77089" y="25485"/>
                    <a:pt x="76055" y="25885"/>
                    <a:pt x="75655" y="26786"/>
                  </a:cubicBezTo>
                  <a:cubicBezTo>
                    <a:pt x="75454" y="27120"/>
                    <a:pt x="75221" y="27486"/>
                    <a:pt x="74954" y="27920"/>
                  </a:cubicBezTo>
                  <a:cubicBezTo>
                    <a:pt x="75354" y="27953"/>
                    <a:pt x="75755" y="27987"/>
                    <a:pt x="76155" y="27987"/>
                  </a:cubicBezTo>
                  <a:cubicBezTo>
                    <a:pt x="76355" y="27987"/>
                    <a:pt x="76555" y="27887"/>
                    <a:pt x="76689" y="27753"/>
                  </a:cubicBezTo>
                  <a:cubicBezTo>
                    <a:pt x="77122" y="27153"/>
                    <a:pt x="77556" y="26519"/>
                    <a:pt x="77990" y="25885"/>
                  </a:cubicBezTo>
                  <a:close/>
                  <a:moveTo>
                    <a:pt x="4170" y="28320"/>
                  </a:moveTo>
                  <a:cubicBezTo>
                    <a:pt x="4170" y="28387"/>
                    <a:pt x="4170" y="28454"/>
                    <a:pt x="4204" y="28487"/>
                  </a:cubicBezTo>
                  <a:cubicBezTo>
                    <a:pt x="4604" y="28487"/>
                    <a:pt x="5171" y="28654"/>
                    <a:pt x="5404" y="28420"/>
                  </a:cubicBezTo>
                  <a:cubicBezTo>
                    <a:pt x="6205" y="27687"/>
                    <a:pt x="6906" y="26786"/>
                    <a:pt x="7706" y="25852"/>
                  </a:cubicBezTo>
                  <a:cubicBezTo>
                    <a:pt x="7039" y="25819"/>
                    <a:pt x="6572" y="25752"/>
                    <a:pt x="6172" y="26186"/>
                  </a:cubicBezTo>
                  <a:cubicBezTo>
                    <a:pt x="5538" y="26919"/>
                    <a:pt x="4837" y="27587"/>
                    <a:pt x="4170" y="28320"/>
                  </a:cubicBezTo>
                  <a:close/>
                  <a:moveTo>
                    <a:pt x="35893" y="28020"/>
                  </a:moveTo>
                  <a:cubicBezTo>
                    <a:pt x="36693" y="28287"/>
                    <a:pt x="36994" y="28320"/>
                    <a:pt x="37160" y="28087"/>
                  </a:cubicBezTo>
                  <a:cubicBezTo>
                    <a:pt x="37661" y="27353"/>
                    <a:pt x="38128" y="26619"/>
                    <a:pt x="38628" y="25819"/>
                  </a:cubicBezTo>
                  <a:cubicBezTo>
                    <a:pt x="38061" y="25652"/>
                    <a:pt x="37594" y="25485"/>
                    <a:pt x="37227" y="25852"/>
                  </a:cubicBezTo>
                  <a:cubicBezTo>
                    <a:pt x="36660" y="26486"/>
                    <a:pt x="36360" y="27286"/>
                    <a:pt x="35893" y="28020"/>
                  </a:cubicBezTo>
                  <a:close/>
                  <a:moveTo>
                    <a:pt x="43498" y="28187"/>
                  </a:moveTo>
                  <a:cubicBezTo>
                    <a:pt x="43999" y="28187"/>
                    <a:pt x="44566" y="28454"/>
                    <a:pt x="44899" y="28054"/>
                  </a:cubicBezTo>
                  <a:cubicBezTo>
                    <a:pt x="45433" y="27320"/>
                    <a:pt x="45900" y="26552"/>
                    <a:pt x="46400" y="25752"/>
                  </a:cubicBezTo>
                  <a:cubicBezTo>
                    <a:pt x="45300" y="25618"/>
                    <a:pt x="45266" y="25618"/>
                    <a:pt x="44699" y="26319"/>
                  </a:cubicBezTo>
                  <a:cubicBezTo>
                    <a:pt x="44332" y="26753"/>
                    <a:pt x="43999" y="27186"/>
                    <a:pt x="43665" y="27653"/>
                  </a:cubicBezTo>
                  <a:cubicBezTo>
                    <a:pt x="43565" y="27820"/>
                    <a:pt x="43532" y="27987"/>
                    <a:pt x="43498" y="28187"/>
                  </a:cubicBezTo>
                  <a:close/>
                  <a:moveTo>
                    <a:pt x="72786" y="27787"/>
                  </a:moveTo>
                  <a:lnTo>
                    <a:pt x="72953" y="28054"/>
                  </a:lnTo>
                  <a:cubicBezTo>
                    <a:pt x="73386" y="27987"/>
                    <a:pt x="73987" y="28020"/>
                    <a:pt x="74254" y="27753"/>
                  </a:cubicBezTo>
                  <a:cubicBezTo>
                    <a:pt x="74787" y="27153"/>
                    <a:pt x="75254" y="26519"/>
                    <a:pt x="75655" y="25819"/>
                  </a:cubicBezTo>
                  <a:lnTo>
                    <a:pt x="75555" y="25652"/>
                  </a:lnTo>
                  <a:cubicBezTo>
                    <a:pt x="75054" y="25752"/>
                    <a:pt x="74454" y="25685"/>
                    <a:pt x="74120" y="25952"/>
                  </a:cubicBezTo>
                  <a:cubicBezTo>
                    <a:pt x="73620" y="26519"/>
                    <a:pt x="73186" y="27153"/>
                    <a:pt x="72786" y="27787"/>
                  </a:cubicBezTo>
                  <a:close/>
                  <a:moveTo>
                    <a:pt x="5438" y="26085"/>
                  </a:moveTo>
                  <a:cubicBezTo>
                    <a:pt x="4971" y="25885"/>
                    <a:pt x="4404" y="26019"/>
                    <a:pt x="4037" y="26386"/>
                  </a:cubicBezTo>
                  <a:cubicBezTo>
                    <a:pt x="3570" y="26819"/>
                    <a:pt x="3003" y="27186"/>
                    <a:pt x="2502" y="27587"/>
                  </a:cubicBezTo>
                  <a:cubicBezTo>
                    <a:pt x="2202" y="27820"/>
                    <a:pt x="1969" y="28120"/>
                    <a:pt x="1869" y="28487"/>
                  </a:cubicBezTo>
                  <a:cubicBezTo>
                    <a:pt x="2602" y="28687"/>
                    <a:pt x="3403" y="28420"/>
                    <a:pt x="3870" y="27787"/>
                  </a:cubicBezTo>
                  <a:cubicBezTo>
                    <a:pt x="4370" y="27186"/>
                    <a:pt x="4904" y="26653"/>
                    <a:pt x="5438" y="26085"/>
                  </a:cubicBezTo>
                  <a:close/>
                  <a:moveTo>
                    <a:pt x="52571" y="27920"/>
                  </a:moveTo>
                  <a:lnTo>
                    <a:pt x="52672" y="28120"/>
                  </a:lnTo>
                  <a:cubicBezTo>
                    <a:pt x="53105" y="28120"/>
                    <a:pt x="53672" y="28320"/>
                    <a:pt x="54006" y="27953"/>
                  </a:cubicBezTo>
                  <a:cubicBezTo>
                    <a:pt x="54573" y="27253"/>
                    <a:pt x="55073" y="26519"/>
                    <a:pt x="55540" y="25785"/>
                  </a:cubicBezTo>
                  <a:cubicBezTo>
                    <a:pt x="54473" y="25652"/>
                    <a:pt x="54373" y="25618"/>
                    <a:pt x="54006" y="26052"/>
                  </a:cubicBezTo>
                  <a:cubicBezTo>
                    <a:pt x="53505" y="26653"/>
                    <a:pt x="53038" y="27286"/>
                    <a:pt x="52571" y="27920"/>
                  </a:cubicBezTo>
                  <a:close/>
                  <a:moveTo>
                    <a:pt x="33925" y="28054"/>
                  </a:moveTo>
                  <a:lnTo>
                    <a:pt x="34092" y="28287"/>
                  </a:lnTo>
                  <a:cubicBezTo>
                    <a:pt x="34459" y="28220"/>
                    <a:pt x="34959" y="28254"/>
                    <a:pt x="35159" y="28020"/>
                  </a:cubicBezTo>
                  <a:cubicBezTo>
                    <a:pt x="35659" y="27286"/>
                    <a:pt x="36126" y="26552"/>
                    <a:pt x="36560" y="25752"/>
                  </a:cubicBezTo>
                  <a:cubicBezTo>
                    <a:pt x="35926" y="25719"/>
                    <a:pt x="35359" y="25452"/>
                    <a:pt x="34992" y="25952"/>
                  </a:cubicBezTo>
                  <a:cubicBezTo>
                    <a:pt x="34592" y="26653"/>
                    <a:pt x="34225" y="27353"/>
                    <a:pt x="33891" y="28087"/>
                  </a:cubicBezTo>
                  <a:close/>
                  <a:moveTo>
                    <a:pt x="19515" y="25852"/>
                  </a:moveTo>
                  <a:cubicBezTo>
                    <a:pt x="18414" y="25785"/>
                    <a:pt x="18214" y="25785"/>
                    <a:pt x="17880" y="26286"/>
                  </a:cubicBezTo>
                  <a:cubicBezTo>
                    <a:pt x="17446" y="26886"/>
                    <a:pt x="17180" y="27553"/>
                    <a:pt x="16813" y="28220"/>
                  </a:cubicBezTo>
                  <a:cubicBezTo>
                    <a:pt x="17947" y="28420"/>
                    <a:pt x="18013" y="28387"/>
                    <a:pt x="18547" y="27553"/>
                  </a:cubicBezTo>
                  <a:cubicBezTo>
                    <a:pt x="18847" y="27053"/>
                    <a:pt x="19148" y="26486"/>
                    <a:pt x="19515" y="25885"/>
                  </a:cubicBezTo>
                  <a:close/>
                  <a:moveTo>
                    <a:pt x="70885" y="25819"/>
                  </a:moveTo>
                  <a:cubicBezTo>
                    <a:pt x="69750" y="25685"/>
                    <a:pt x="69650" y="25652"/>
                    <a:pt x="69283" y="26085"/>
                  </a:cubicBezTo>
                  <a:cubicBezTo>
                    <a:pt x="68850" y="26653"/>
                    <a:pt x="68483" y="27253"/>
                    <a:pt x="68083" y="27820"/>
                  </a:cubicBezTo>
                  <a:cubicBezTo>
                    <a:pt x="69350" y="28287"/>
                    <a:pt x="69917" y="27653"/>
                    <a:pt x="70384" y="26753"/>
                  </a:cubicBezTo>
                  <a:cubicBezTo>
                    <a:pt x="70551" y="26452"/>
                    <a:pt x="70718" y="26152"/>
                    <a:pt x="70885" y="25852"/>
                  </a:cubicBezTo>
                  <a:close/>
                  <a:moveTo>
                    <a:pt x="32624" y="25752"/>
                  </a:moveTo>
                  <a:cubicBezTo>
                    <a:pt x="31790" y="25518"/>
                    <a:pt x="31290" y="25652"/>
                    <a:pt x="30956" y="26286"/>
                  </a:cubicBezTo>
                  <a:cubicBezTo>
                    <a:pt x="30756" y="26686"/>
                    <a:pt x="30456" y="27019"/>
                    <a:pt x="30189" y="27420"/>
                  </a:cubicBezTo>
                  <a:cubicBezTo>
                    <a:pt x="30055" y="27620"/>
                    <a:pt x="29955" y="27853"/>
                    <a:pt x="29789" y="28154"/>
                  </a:cubicBezTo>
                  <a:cubicBezTo>
                    <a:pt x="30356" y="28254"/>
                    <a:pt x="30823" y="28454"/>
                    <a:pt x="31123" y="27987"/>
                  </a:cubicBezTo>
                  <a:cubicBezTo>
                    <a:pt x="31623" y="27320"/>
                    <a:pt x="32090" y="26586"/>
                    <a:pt x="32624" y="25752"/>
                  </a:cubicBezTo>
                  <a:close/>
                  <a:moveTo>
                    <a:pt x="65981" y="27953"/>
                  </a:moveTo>
                  <a:cubicBezTo>
                    <a:pt x="66515" y="28087"/>
                    <a:pt x="67048" y="28154"/>
                    <a:pt x="67349" y="27853"/>
                  </a:cubicBezTo>
                  <a:cubicBezTo>
                    <a:pt x="67916" y="27120"/>
                    <a:pt x="68449" y="26352"/>
                    <a:pt x="68950" y="25585"/>
                  </a:cubicBezTo>
                  <a:cubicBezTo>
                    <a:pt x="68316" y="25685"/>
                    <a:pt x="67749" y="25618"/>
                    <a:pt x="67482" y="25852"/>
                  </a:cubicBezTo>
                  <a:cubicBezTo>
                    <a:pt x="66815" y="26452"/>
                    <a:pt x="66315" y="27153"/>
                    <a:pt x="65948" y="27953"/>
                  </a:cubicBezTo>
                  <a:close/>
                  <a:moveTo>
                    <a:pt x="60811" y="28087"/>
                  </a:moveTo>
                  <a:lnTo>
                    <a:pt x="62312" y="25752"/>
                  </a:lnTo>
                  <a:cubicBezTo>
                    <a:pt x="61778" y="25652"/>
                    <a:pt x="61278" y="25618"/>
                    <a:pt x="60977" y="25952"/>
                  </a:cubicBezTo>
                  <a:cubicBezTo>
                    <a:pt x="60344" y="26552"/>
                    <a:pt x="59877" y="27253"/>
                    <a:pt x="59543" y="28020"/>
                  </a:cubicBezTo>
                  <a:close/>
                  <a:moveTo>
                    <a:pt x="61711" y="27887"/>
                  </a:moveTo>
                  <a:lnTo>
                    <a:pt x="61811" y="28087"/>
                  </a:lnTo>
                  <a:cubicBezTo>
                    <a:pt x="62212" y="28020"/>
                    <a:pt x="62745" y="28120"/>
                    <a:pt x="62979" y="27887"/>
                  </a:cubicBezTo>
                  <a:cubicBezTo>
                    <a:pt x="63579" y="27286"/>
                    <a:pt x="64080" y="26552"/>
                    <a:pt x="64380" y="25719"/>
                  </a:cubicBezTo>
                  <a:cubicBezTo>
                    <a:pt x="64080" y="25685"/>
                    <a:pt x="63779" y="25685"/>
                    <a:pt x="63479" y="25719"/>
                  </a:cubicBezTo>
                  <a:cubicBezTo>
                    <a:pt x="63212" y="25785"/>
                    <a:pt x="62946" y="25952"/>
                    <a:pt x="62745" y="26152"/>
                  </a:cubicBezTo>
                  <a:cubicBezTo>
                    <a:pt x="62345" y="26686"/>
                    <a:pt x="62045" y="27286"/>
                    <a:pt x="61711" y="27887"/>
                  </a:cubicBezTo>
                  <a:close/>
                  <a:moveTo>
                    <a:pt x="65247" y="25785"/>
                  </a:moveTo>
                  <a:cubicBezTo>
                    <a:pt x="64680" y="26452"/>
                    <a:pt x="64213" y="27186"/>
                    <a:pt x="63813" y="27953"/>
                  </a:cubicBezTo>
                  <a:cubicBezTo>
                    <a:pt x="64413" y="28087"/>
                    <a:pt x="64914" y="28254"/>
                    <a:pt x="65281" y="27787"/>
                  </a:cubicBezTo>
                  <a:cubicBezTo>
                    <a:pt x="65748" y="27186"/>
                    <a:pt x="66148" y="26519"/>
                    <a:pt x="66615" y="25819"/>
                  </a:cubicBezTo>
                  <a:close/>
                  <a:moveTo>
                    <a:pt x="40630" y="25585"/>
                  </a:moveTo>
                  <a:cubicBezTo>
                    <a:pt x="40063" y="25719"/>
                    <a:pt x="39596" y="25719"/>
                    <a:pt x="39395" y="25952"/>
                  </a:cubicBezTo>
                  <a:cubicBezTo>
                    <a:pt x="38728" y="26619"/>
                    <a:pt x="38228" y="27420"/>
                    <a:pt x="37928" y="28287"/>
                  </a:cubicBezTo>
                  <a:cubicBezTo>
                    <a:pt x="38428" y="28120"/>
                    <a:pt x="38928" y="28521"/>
                    <a:pt x="39229" y="27987"/>
                  </a:cubicBezTo>
                  <a:cubicBezTo>
                    <a:pt x="39662" y="27253"/>
                    <a:pt x="40096" y="26486"/>
                    <a:pt x="40663" y="25552"/>
                  </a:cubicBezTo>
                  <a:close/>
                  <a:moveTo>
                    <a:pt x="31723" y="28254"/>
                  </a:moveTo>
                  <a:cubicBezTo>
                    <a:pt x="32390" y="28254"/>
                    <a:pt x="32857" y="28487"/>
                    <a:pt x="33124" y="28020"/>
                  </a:cubicBezTo>
                  <a:cubicBezTo>
                    <a:pt x="33558" y="27320"/>
                    <a:pt x="33958" y="26619"/>
                    <a:pt x="34459" y="25685"/>
                  </a:cubicBezTo>
                  <a:cubicBezTo>
                    <a:pt x="33891" y="25785"/>
                    <a:pt x="33391" y="25685"/>
                    <a:pt x="33258" y="25885"/>
                  </a:cubicBezTo>
                  <a:cubicBezTo>
                    <a:pt x="32724" y="26653"/>
                    <a:pt x="32224" y="27420"/>
                    <a:pt x="31757" y="28254"/>
                  </a:cubicBezTo>
                  <a:close/>
                  <a:moveTo>
                    <a:pt x="96570" y="27687"/>
                  </a:moveTo>
                  <a:cubicBezTo>
                    <a:pt x="97537" y="28020"/>
                    <a:pt x="98171" y="27853"/>
                    <a:pt x="98604" y="27153"/>
                  </a:cubicBezTo>
                  <a:cubicBezTo>
                    <a:pt x="98838" y="26786"/>
                    <a:pt x="99071" y="26419"/>
                    <a:pt x="99372" y="25952"/>
                  </a:cubicBezTo>
                  <a:cubicBezTo>
                    <a:pt x="98871" y="25952"/>
                    <a:pt x="98471" y="25919"/>
                    <a:pt x="98037" y="25952"/>
                  </a:cubicBezTo>
                  <a:cubicBezTo>
                    <a:pt x="97904" y="25952"/>
                    <a:pt x="97770" y="26019"/>
                    <a:pt x="97670" y="26119"/>
                  </a:cubicBezTo>
                  <a:cubicBezTo>
                    <a:pt x="97337" y="26586"/>
                    <a:pt x="97003" y="27086"/>
                    <a:pt x="96603" y="27653"/>
                  </a:cubicBezTo>
                  <a:close/>
                  <a:moveTo>
                    <a:pt x="9341" y="26052"/>
                  </a:moveTo>
                  <a:cubicBezTo>
                    <a:pt x="9341" y="25985"/>
                    <a:pt x="9307" y="25919"/>
                    <a:pt x="9274" y="25819"/>
                  </a:cubicBezTo>
                  <a:cubicBezTo>
                    <a:pt x="8974" y="25885"/>
                    <a:pt x="8573" y="25819"/>
                    <a:pt x="8373" y="26019"/>
                  </a:cubicBezTo>
                  <a:cubicBezTo>
                    <a:pt x="7639" y="26786"/>
                    <a:pt x="6972" y="27587"/>
                    <a:pt x="6205" y="28454"/>
                  </a:cubicBezTo>
                  <a:cubicBezTo>
                    <a:pt x="6906" y="28554"/>
                    <a:pt x="7406" y="28587"/>
                    <a:pt x="7806" y="28087"/>
                  </a:cubicBezTo>
                  <a:cubicBezTo>
                    <a:pt x="8340" y="27386"/>
                    <a:pt x="8874" y="26719"/>
                    <a:pt x="9374" y="26019"/>
                  </a:cubicBezTo>
                  <a:close/>
                  <a:moveTo>
                    <a:pt x="79491" y="27787"/>
                  </a:moveTo>
                  <a:cubicBezTo>
                    <a:pt x="80258" y="28020"/>
                    <a:pt x="80525" y="28087"/>
                    <a:pt x="80692" y="27787"/>
                  </a:cubicBezTo>
                  <a:cubicBezTo>
                    <a:pt x="81192" y="27153"/>
                    <a:pt x="81592" y="26452"/>
                    <a:pt x="82093" y="25719"/>
                  </a:cubicBezTo>
                  <a:cubicBezTo>
                    <a:pt x="81492" y="25652"/>
                    <a:pt x="81025" y="25552"/>
                    <a:pt x="80658" y="25919"/>
                  </a:cubicBezTo>
                  <a:cubicBezTo>
                    <a:pt x="80158" y="26452"/>
                    <a:pt x="79791" y="27086"/>
                    <a:pt x="79524" y="27787"/>
                  </a:cubicBezTo>
                  <a:close/>
                  <a:moveTo>
                    <a:pt x="26053" y="25752"/>
                  </a:moveTo>
                  <a:cubicBezTo>
                    <a:pt x="25419" y="25785"/>
                    <a:pt x="24952" y="25552"/>
                    <a:pt x="24652" y="26052"/>
                  </a:cubicBezTo>
                  <a:cubicBezTo>
                    <a:pt x="24218" y="26786"/>
                    <a:pt x="23818" y="27486"/>
                    <a:pt x="23384" y="28220"/>
                  </a:cubicBezTo>
                  <a:cubicBezTo>
                    <a:pt x="24084" y="28454"/>
                    <a:pt x="24518" y="28287"/>
                    <a:pt x="24818" y="27720"/>
                  </a:cubicBezTo>
                  <a:cubicBezTo>
                    <a:pt x="25219" y="27086"/>
                    <a:pt x="25619" y="26486"/>
                    <a:pt x="26086" y="25719"/>
                  </a:cubicBezTo>
                  <a:close/>
                  <a:moveTo>
                    <a:pt x="13510" y="26052"/>
                  </a:moveTo>
                  <a:lnTo>
                    <a:pt x="13377" y="25852"/>
                  </a:lnTo>
                  <a:cubicBezTo>
                    <a:pt x="13043" y="25919"/>
                    <a:pt x="12610" y="25852"/>
                    <a:pt x="12409" y="26085"/>
                  </a:cubicBezTo>
                  <a:cubicBezTo>
                    <a:pt x="11809" y="26786"/>
                    <a:pt x="11275" y="27553"/>
                    <a:pt x="10675" y="28354"/>
                  </a:cubicBezTo>
                  <a:cubicBezTo>
                    <a:pt x="11676" y="28487"/>
                    <a:pt x="11709" y="28521"/>
                    <a:pt x="11942" y="28220"/>
                  </a:cubicBezTo>
                  <a:cubicBezTo>
                    <a:pt x="12510" y="27486"/>
                    <a:pt x="13010" y="26753"/>
                    <a:pt x="13544" y="26019"/>
                  </a:cubicBezTo>
                  <a:close/>
                  <a:moveTo>
                    <a:pt x="88097" y="27953"/>
                  </a:moveTo>
                  <a:cubicBezTo>
                    <a:pt x="88330" y="27553"/>
                    <a:pt x="88564" y="27220"/>
                    <a:pt x="88764" y="26853"/>
                  </a:cubicBezTo>
                  <a:cubicBezTo>
                    <a:pt x="88997" y="26519"/>
                    <a:pt x="89364" y="26319"/>
                    <a:pt x="89398" y="25852"/>
                  </a:cubicBezTo>
                  <a:cubicBezTo>
                    <a:pt x="88797" y="25618"/>
                    <a:pt x="88097" y="25852"/>
                    <a:pt x="87797" y="26419"/>
                  </a:cubicBezTo>
                  <a:cubicBezTo>
                    <a:pt x="87596" y="26719"/>
                    <a:pt x="87330" y="26986"/>
                    <a:pt x="87096" y="27253"/>
                  </a:cubicBezTo>
                  <a:cubicBezTo>
                    <a:pt x="86996" y="27453"/>
                    <a:pt x="86929" y="27653"/>
                    <a:pt x="86863" y="27853"/>
                  </a:cubicBezTo>
                  <a:cubicBezTo>
                    <a:pt x="87163" y="27887"/>
                    <a:pt x="87430" y="27920"/>
                    <a:pt x="87663" y="27953"/>
                  </a:cubicBezTo>
                  <a:cubicBezTo>
                    <a:pt x="87830" y="27920"/>
                    <a:pt x="87963" y="27920"/>
                    <a:pt x="88130" y="27920"/>
                  </a:cubicBezTo>
                  <a:close/>
                  <a:moveTo>
                    <a:pt x="79991" y="25852"/>
                  </a:moveTo>
                  <a:cubicBezTo>
                    <a:pt x="78757" y="25685"/>
                    <a:pt x="78123" y="26252"/>
                    <a:pt x="77423" y="28087"/>
                  </a:cubicBezTo>
                  <a:cubicBezTo>
                    <a:pt x="77890" y="27953"/>
                    <a:pt x="78423" y="27987"/>
                    <a:pt x="78657" y="27753"/>
                  </a:cubicBezTo>
                  <a:cubicBezTo>
                    <a:pt x="79157" y="27153"/>
                    <a:pt x="79591" y="26519"/>
                    <a:pt x="79991" y="25852"/>
                  </a:cubicBezTo>
                  <a:close/>
                  <a:moveTo>
                    <a:pt x="41530" y="28287"/>
                  </a:moveTo>
                  <a:cubicBezTo>
                    <a:pt x="42031" y="28187"/>
                    <a:pt x="42431" y="28220"/>
                    <a:pt x="42598" y="28054"/>
                  </a:cubicBezTo>
                  <a:cubicBezTo>
                    <a:pt x="43231" y="27353"/>
                    <a:pt x="43732" y="26586"/>
                    <a:pt x="44299" y="25819"/>
                  </a:cubicBezTo>
                  <a:cubicBezTo>
                    <a:pt x="43398" y="25518"/>
                    <a:pt x="42931" y="25985"/>
                    <a:pt x="42564" y="26552"/>
                  </a:cubicBezTo>
                  <a:cubicBezTo>
                    <a:pt x="42297" y="27053"/>
                    <a:pt x="41997" y="27520"/>
                    <a:pt x="41564" y="28254"/>
                  </a:cubicBezTo>
                  <a:close/>
                  <a:moveTo>
                    <a:pt x="14978" y="28320"/>
                  </a:moveTo>
                  <a:cubicBezTo>
                    <a:pt x="15412" y="28387"/>
                    <a:pt x="15712" y="28487"/>
                    <a:pt x="15979" y="28187"/>
                  </a:cubicBezTo>
                  <a:cubicBezTo>
                    <a:pt x="16579" y="27486"/>
                    <a:pt x="17013" y="26719"/>
                    <a:pt x="17346" y="25919"/>
                  </a:cubicBezTo>
                  <a:cubicBezTo>
                    <a:pt x="16846" y="25685"/>
                    <a:pt x="16246" y="25919"/>
                    <a:pt x="16045" y="26419"/>
                  </a:cubicBezTo>
                  <a:cubicBezTo>
                    <a:pt x="15678" y="27019"/>
                    <a:pt x="15378" y="27620"/>
                    <a:pt x="14978" y="28287"/>
                  </a:cubicBezTo>
                  <a:close/>
                  <a:moveTo>
                    <a:pt x="90899" y="27653"/>
                  </a:moveTo>
                  <a:lnTo>
                    <a:pt x="90966" y="27887"/>
                  </a:lnTo>
                  <a:cubicBezTo>
                    <a:pt x="91399" y="27820"/>
                    <a:pt x="91966" y="27887"/>
                    <a:pt x="92233" y="27620"/>
                  </a:cubicBezTo>
                  <a:cubicBezTo>
                    <a:pt x="92700" y="27086"/>
                    <a:pt x="93100" y="26519"/>
                    <a:pt x="93467" y="25885"/>
                  </a:cubicBezTo>
                  <a:cubicBezTo>
                    <a:pt x="92033" y="25885"/>
                    <a:pt x="92033" y="25885"/>
                    <a:pt x="91399" y="26919"/>
                  </a:cubicBezTo>
                  <a:cubicBezTo>
                    <a:pt x="91266" y="27153"/>
                    <a:pt x="91099" y="27386"/>
                    <a:pt x="90932" y="27620"/>
                  </a:cubicBezTo>
                  <a:close/>
                  <a:moveTo>
                    <a:pt x="39796" y="28187"/>
                  </a:moveTo>
                  <a:cubicBezTo>
                    <a:pt x="40296" y="28187"/>
                    <a:pt x="40730" y="28320"/>
                    <a:pt x="41030" y="27887"/>
                  </a:cubicBezTo>
                  <a:lnTo>
                    <a:pt x="42398" y="25785"/>
                  </a:lnTo>
                  <a:cubicBezTo>
                    <a:pt x="41830" y="25518"/>
                    <a:pt x="41197" y="25785"/>
                    <a:pt x="40930" y="26352"/>
                  </a:cubicBezTo>
                  <a:close/>
                  <a:moveTo>
                    <a:pt x="88831" y="27887"/>
                  </a:moveTo>
                  <a:cubicBezTo>
                    <a:pt x="90032" y="27920"/>
                    <a:pt x="90665" y="27386"/>
                    <a:pt x="91232" y="25885"/>
                  </a:cubicBezTo>
                  <a:lnTo>
                    <a:pt x="90232" y="25885"/>
                  </a:lnTo>
                  <a:close/>
                  <a:moveTo>
                    <a:pt x="84961" y="27887"/>
                  </a:moveTo>
                  <a:cubicBezTo>
                    <a:pt x="85495" y="27920"/>
                    <a:pt x="85895" y="28054"/>
                    <a:pt x="86195" y="27653"/>
                  </a:cubicBezTo>
                  <a:lnTo>
                    <a:pt x="87496" y="25885"/>
                  </a:lnTo>
                  <a:cubicBezTo>
                    <a:pt x="86763" y="25652"/>
                    <a:pt x="86195" y="25785"/>
                    <a:pt x="85829" y="26486"/>
                  </a:cubicBezTo>
                  <a:cubicBezTo>
                    <a:pt x="85595" y="26886"/>
                    <a:pt x="85328" y="27286"/>
                    <a:pt x="84961" y="27853"/>
                  </a:cubicBezTo>
                  <a:close/>
                  <a:moveTo>
                    <a:pt x="97037" y="26019"/>
                  </a:moveTo>
                  <a:cubicBezTo>
                    <a:pt x="95969" y="25785"/>
                    <a:pt x="95035" y="26552"/>
                    <a:pt x="94702" y="27887"/>
                  </a:cubicBezTo>
                  <a:cubicBezTo>
                    <a:pt x="95169" y="27787"/>
                    <a:pt x="95702" y="28020"/>
                    <a:pt x="96036" y="27486"/>
                  </a:cubicBezTo>
                  <a:cubicBezTo>
                    <a:pt x="96369" y="26953"/>
                    <a:pt x="96670" y="26519"/>
                    <a:pt x="97037" y="25985"/>
                  </a:cubicBezTo>
                  <a:close/>
                  <a:moveTo>
                    <a:pt x="99038" y="27853"/>
                  </a:moveTo>
                  <a:cubicBezTo>
                    <a:pt x="99372" y="27853"/>
                    <a:pt x="99638" y="27920"/>
                    <a:pt x="99738" y="27820"/>
                  </a:cubicBezTo>
                  <a:cubicBezTo>
                    <a:pt x="100406" y="27286"/>
                    <a:pt x="101006" y="26753"/>
                    <a:pt x="101707" y="26152"/>
                  </a:cubicBezTo>
                  <a:cubicBezTo>
                    <a:pt x="100105" y="25819"/>
                    <a:pt x="99872" y="25919"/>
                    <a:pt x="99038" y="27820"/>
                  </a:cubicBezTo>
                  <a:close/>
                  <a:moveTo>
                    <a:pt x="85628" y="25719"/>
                  </a:moveTo>
                  <a:cubicBezTo>
                    <a:pt x="85228" y="25785"/>
                    <a:pt x="84895" y="25719"/>
                    <a:pt x="84694" y="25885"/>
                  </a:cubicBezTo>
                  <a:cubicBezTo>
                    <a:pt x="84027" y="26352"/>
                    <a:pt x="83527" y="27053"/>
                    <a:pt x="83293" y="27853"/>
                  </a:cubicBezTo>
                  <a:lnTo>
                    <a:pt x="84227" y="27853"/>
                  </a:lnTo>
                  <a:close/>
                  <a:moveTo>
                    <a:pt x="81392" y="27853"/>
                  </a:moveTo>
                  <a:cubicBezTo>
                    <a:pt x="81892" y="27887"/>
                    <a:pt x="82259" y="28120"/>
                    <a:pt x="82560" y="27720"/>
                  </a:cubicBezTo>
                  <a:cubicBezTo>
                    <a:pt x="82960" y="27086"/>
                    <a:pt x="83393" y="26486"/>
                    <a:pt x="83794" y="25785"/>
                  </a:cubicBezTo>
                  <a:cubicBezTo>
                    <a:pt x="83293" y="25618"/>
                    <a:pt x="82726" y="25819"/>
                    <a:pt x="82459" y="26319"/>
                  </a:cubicBezTo>
                  <a:cubicBezTo>
                    <a:pt x="82193" y="26786"/>
                    <a:pt x="81826" y="27220"/>
                    <a:pt x="81425" y="27820"/>
                  </a:cubicBezTo>
                  <a:close/>
                  <a:moveTo>
                    <a:pt x="95102" y="25952"/>
                  </a:moveTo>
                  <a:cubicBezTo>
                    <a:pt x="94101" y="25819"/>
                    <a:pt x="93367" y="26552"/>
                    <a:pt x="93167" y="27787"/>
                  </a:cubicBezTo>
                  <a:cubicBezTo>
                    <a:pt x="93801" y="27820"/>
                    <a:pt x="93834" y="27853"/>
                    <a:pt x="94001" y="27553"/>
                  </a:cubicBezTo>
                  <a:cubicBezTo>
                    <a:pt x="94368" y="27053"/>
                    <a:pt x="94702" y="26486"/>
                    <a:pt x="95102" y="2591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19" name="Google Shape;219;p19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Doodle Banner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0" name="Google Shape;220;p19"/>
          <p:cNvSpPr txBox="1"/>
          <p:nvPr/>
        </p:nvSpPr>
        <p:spPr>
          <a:xfrm>
            <a:off x="1435111" y="1803113"/>
            <a:ext cx="1781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planet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1435100" y="1468325"/>
            <a:ext cx="17049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Mercury</a:t>
            </a:r>
            <a:endParaRPr sz="17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22" name="Google Shape;222;p19"/>
          <p:cNvSpPr txBox="1"/>
          <p:nvPr/>
        </p:nvSpPr>
        <p:spPr>
          <a:xfrm>
            <a:off x="1435111" y="3824863"/>
            <a:ext cx="1781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h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 a beautiful name and is the second planet from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19"/>
          <p:cNvSpPr txBox="1"/>
          <p:nvPr/>
        </p:nvSpPr>
        <p:spPr>
          <a:xfrm>
            <a:off x="1435100" y="3490075"/>
            <a:ext cx="17049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Venus</a:t>
            </a:r>
            <a:endParaRPr sz="17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24" name="Google Shape;224;p19"/>
          <p:cNvSpPr txBox="1"/>
          <p:nvPr/>
        </p:nvSpPr>
        <p:spPr>
          <a:xfrm flipH="1">
            <a:off x="5927491" y="1803113"/>
            <a:ext cx="1781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being red, planet Mars is actually a cold place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 flipH="1">
            <a:off x="5927491" y="1468325"/>
            <a:ext cx="17049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Mars</a:t>
            </a:r>
            <a:endParaRPr sz="17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26" name="Google Shape;226;p19"/>
          <p:cNvSpPr txBox="1"/>
          <p:nvPr/>
        </p:nvSpPr>
        <p:spPr>
          <a:xfrm flipH="1">
            <a:off x="5927491" y="3824863"/>
            <a:ext cx="1781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19"/>
          <p:cNvSpPr txBox="1"/>
          <p:nvPr/>
        </p:nvSpPr>
        <p:spPr>
          <a:xfrm flipH="1">
            <a:off x="5927491" y="3490075"/>
            <a:ext cx="17049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Jupiter</a:t>
            </a:r>
            <a:endParaRPr sz="17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20"/>
          <p:cNvGrpSpPr/>
          <p:nvPr/>
        </p:nvGrpSpPr>
        <p:grpSpPr>
          <a:xfrm>
            <a:off x="904405" y="1706188"/>
            <a:ext cx="7335191" cy="1502392"/>
            <a:chOff x="904405" y="1706188"/>
            <a:chExt cx="7335191" cy="1502392"/>
          </a:xfrm>
        </p:grpSpPr>
        <p:grpSp>
          <p:nvGrpSpPr>
            <p:cNvPr id="233" name="Google Shape;233;p20"/>
            <p:cNvGrpSpPr/>
            <p:nvPr/>
          </p:nvGrpSpPr>
          <p:grpSpPr>
            <a:xfrm>
              <a:off x="2761280" y="1706188"/>
              <a:ext cx="1764716" cy="1502392"/>
              <a:chOff x="2761280" y="1706188"/>
              <a:chExt cx="1764716" cy="1502392"/>
            </a:xfrm>
          </p:grpSpPr>
          <p:sp>
            <p:nvSpPr>
              <p:cNvPr id="234" name="Google Shape;234;p20"/>
              <p:cNvSpPr/>
              <p:nvPr/>
            </p:nvSpPr>
            <p:spPr>
              <a:xfrm rot="10800000">
                <a:off x="2768668" y="1720961"/>
                <a:ext cx="1742605" cy="1476511"/>
              </a:xfrm>
              <a:custGeom>
                <a:rect b="b" l="l" r="r" t="t"/>
                <a:pathLst>
                  <a:path extrusionOk="0" h="27784" w="32785">
                    <a:moveTo>
                      <a:pt x="6669" y="0"/>
                    </a:moveTo>
                    <a:lnTo>
                      <a:pt x="1" y="13892"/>
                    </a:lnTo>
                    <a:lnTo>
                      <a:pt x="7224" y="27783"/>
                    </a:lnTo>
                    <a:lnTo>
                      <a:pt x="25561" y="27783"/>
                    </a:lnTo>
                    <a:lnTo>
                      <a:pt x="32785" y="14170"/>
                    </a:lnTo>
                    <a:lnTo>
                      <a:pt x="26117" y="1667"/>
                    </a:lnTo>
                    <a:lnTo>
                      <a:pt x="25284" y="278"/>
                    </a:lnTo>
                    <a:lnTo>
                      <a:pt x="666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20"/>
              <p:cNvSpPr/>
              <p:nvPr/>
            </p:nvSpPr>
            <p:spPr>
              <a:xfrm rot="10800000">
                <a:off x="2761280" y="1706188"/>
                <a:ext cx="1764716" cy="1502392"/>
              </a:xfrm>
              <a:custGeom>
                <a:rect b="b" l="l" r="r" t="t"/>
                <a:pathLst>
                  <a:path extrusionOk="0" h="28271" w="33201">
                    <a:moveTo>
                      <a:pt x="6807" y="1"/>
                    </a:moveTo>
                    <a:lnTo>
                      <a:pt x="6807" y="140"/>
                    </a:lnTo>
                    <a:lnTo>
                      <a:pt x="3403" y="7086"/>
                    </a:lnTo>
                    <a:lnTo>
                      <a:pt x="69" y="13962"/>
                    </a:lnTo>
                    <a:lnTo>
                      <a:pt x="0" y="14101"/>
                    </a:lnTo>
                    <a:lnTo>
                      <a:pt x="69" y="14240"/>
                    </a:lnTo>
                    <a:lnTo>
                      <a:pt x="7224" y="28131"/>
                    </a:lnTo>
                    <a:lnTo>
                      <a:pt x="7363" y="28270"/>
                    </a:lnTo>
                    <a:lnTo>
                      <a:pt x="7501" y="28270"/>
                    </a:lnTo>
                    <a:lnTo>
                      <a:pt x="25838" y="28201"/>
                    </a:lnTo>
                    <a:lnTo>
                      <a:pt x="25977" y="28201"/>
                    </a:lnTo>
                    <a:lnTo>
                      <a:pt x="26047" y="28131"/>
                    </a:lnTo>
                    <a:lnTo>
                      <a:pt x="29659" y="21255"/>
                    </a:lnTo>
                    <a:lnTo>
                      <a:pt x="33201" y="14448"/>
                    </a:lnTo>
                    <a:lnTo>
                      <a:pt x="33201" y="14379"/>
                    </a:lnTo>
                    <a:lnTo>
                      <a:pt x="33201" y="14309"/>
                    </a:lnTo>
                    <a:lnTo>
                      <a:pt x="29520" y="8058"/>
                    </a:lnTo>
                    <a:lnTo>
                      <a:pt x="25838" y="1876"/>
                    </a:lnTo>
                    <a:lnTo>
                      <a:pt x="29381" y="8197"/>
                    </a:lnTo>
                    <a:lnTo>
                      <a:pt x="32885" y="14380"/>
                    </a:lnTo>
                    <a:lnTo>
                      <a:pt x="29242" y="21116"/>
                    </a:lnTo>
                    <a:lnTo>
                      <a:pt x="25668" y="27783"/>
                    </a:lnTo>
                    <a:lnTo>
                      <a:pt x="25668" y="27783"/>
                    </a:lnTo>
                    <a:lnTo>
                      <a:pt x="7707" y="27715"/>
                    </a:lnTo>
                    <a:lnTo>
                      <a:pt x="7707" y="27715"/>
                    </a:lnTo>
                    <a:lnTo>
                      <a:pt x="556" y="14094"/>
                    </a:lnTo>
                    <a:lnTo>
                      <a:pt x="556" y="14094"/>
                    </a:lnTo>
                    <a:lnTo>
                      <a:pt x="3820" y="7224"/>
                    </a:lnTo>
                    <a:lnTo>
                      <a:pt x="7020" y="417"/>
                    </a:lnTo>
                    <a:lnTo>
                      <a:pt x="7020" y="417"/>
                    </a:lnTo>
                    <a:lnTo>
                      <a:pt x="16392" y="348"/>
                    </a:lnTo>
                    <a:lnTo>
                      <a:pt x="25838" y="209"/>
                    </a:lnTo>
                    <a:lnTo>
                      <a:pt x="16392" y="70"/>
                    </a:lnTo>
                    <a:lnTo>
                      <a:pt x="6946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6" name="Google Shape;236;p20"/>
            <p:cNvGrpSpPr/>
            <p:nvPr/>
          </p:nvGrpSpPr>
          <p:grpSpPr>
            <a:xfrm>
              <a:off x="4625530" y="1706188"/>
              <a:ext cx="1764716" cy="1502392"/>
              <a:chOff x="4625530" y="1706188"/>
              <a:chExt cx="1764716" cy="1502392"/>
            </a:xfrm>
          </p:grpSpPr>
          <p:sp>
            <p:nvSpPr>
              <p:cNvPr id="237" name="Google Shape;237;p20"/>
              <p:cNvSpPr/>
              <p:nvPr/>
            </p:nvSpPr>
            <p:spPr>
              <a:xfrm>
                <a:off x="4640253" y="1717294"/>
                <a:ext cx="1742605" cy="1476511"/>
              </a:xfrm>
              <a:custGeom>
                <a:rect b="b" l="l" r="r" t="t"/>
                <a:pathLst>
                  <a:path extrusionOk="0" h="27784" w="32785">
                    <a:moveTo>
                      <a:pt x="6669" y="0"/>
                    </a:moveTo>
                    <a:lnTo>
                      <a:pt x="1" y="13892"/>
                    </a:lnTo>
                    <a:lnTo>
                      <a:pt x="7224" y="27783"/>
                    </a:lnTo>
                    <a:lnTo>
                      <a:pt x="25561" y="27783"/>
                    </a:lnTo>
                    <a:lnTo>
                      <a:pt x="32785" y="14170"/>
                    </a:lnTo>
                    <a:lnTo>
                      <a:pt x="26117" y="1667"/>
                    </a:lnTo>
                    <a:lnTo>
                      <a:pt x="25284" y="278"/>
                    </a:lnTo>
                    <a:lnTo>
                      <a:pt x="666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20"/>
              <p:cNvSpPr/>
              <p:nvPr/>
            </p:nvSpPr>
            <p:spPr>
              <a:xfrm>
                <a:off x="4625530" y="1706188"/>
                <a:ext cx="1764716" cy="1502392"/>
              </a:xfrm>
              <a:custGeom>
                <a:rect b="b" l="l" r="r" t="t"/>
                <a:pathLst>
                  <a:path extrusionOk="0" h="28271" w="33201">
                    <a:moveTo>
                      <a:pt x="6807" y="1"/>
                    </a:moveTo>
                    <a:lnTo>
                      <a:pt x="6807" y="140"/>
                    </a:lnTo>
                    <a:lnTo>
                      <a:pt x="3403" y="7086"/>
                    </a:lnTo>
                    <a:lnTo>
                      <a:pt x="69" y="13962"/>
                    </a:lnTo>
                    <a:lnTo>
                      <a:pt x="0" y="14101"/>
                    </a:lnTo>
                    <a:lnTo>
                      <a:pt x="69" y="14240"/>
                    </a:lnTo>
                    <a:lnTo>
                      <a:pt x="7224" y="28131"/>
                    </a:lnTo>
                    <a:lnTo>
                      <a:pt x="7363" y="28270"/>
                    </a:lnTo>
                    <a:lnTo>
                      <a:pt x="7501" y="28270"/>
                    </a:lnTo>
                    <a:lnTo>
                      <a:pt x="25838" y="28201"/>
                    </a:lnTo>
                    <a:lnTo>
                      <a:pt x="25977" y="28201"/>
                    </a:lnTo>
                    <a:lnTo>
                      <a:pt x="26047" y="28131"/>
                    </a:lnTo>
                    <a:lnTo>
                      <a:pt x="29659" y="21255"/>
                    </a:lnTo>
                    <a:lnTo>
                      <a:pt x="33201" y="14448"/>
                    </a:lnTo>
                    <a:lnTo>
                      <a:pt x="33201" y="14379"/>
                    </a:lnTo>
                    <a:lnTo>
                      <a:pt x="33201" y="14309"/>
                    </a:lnTo>
                    <a:lnTo>
                      <a:pt x="29520" y="8058"/>
                    </a:lnTo>
                    <a:lnTo>
                      <a:pt x="25838" y="1876"/>
                    </a:lnTo>
                    <a:lnTo>
                      <a:pt x="29381" y="8197"/>
                    </a:lnTo>
                    <a:lnTo>
                      <a:pt x="32885" y="14380"/>
                    </a:lnTo>
                    <a:lnTo>
                      <a:pt x="29242" y="21116"/>
                    </a:lnTo>
                    <a:lnTo>
                      <a:pt x="25668" y="27783"/>
                    </a:lnTo>
                    <a:lnTo>
                      <a:pt x="25668" y="27783"/>
                    </a:lnTo>
                    <a:lnTo>
                      <a:pt x="7707" y="27715"/>
                    </a:lnTo>
                    <a:lnTo>
                      <a:pt x="7707" y="27715"/>
                    </a:lnTo>
                    <a:lnTo>
                      <a:pt x="556" y="14094"/>
                    </a:lnTo>
                    <a:lnTo>
                      <a:pt x="556" y="14094"/>
                    </a:lnTo>
                    <a:lnTo>
                      <a:pt x="3820" y="7224"/>
                    </a:lnTo>
                    <a:lnTo>
                      <a:pt x="7020" y="417"/>
                    </a:lnTo>
                    <a:lnTo>
                      <a:pt x="7020" y="417"/>
                    </a:lnTo>
                    <a:lnTo>
                      <a:pt x="16392" y="348"/>
                    </a:lnTo>
                    <a:lnTo>
                      <a:pt x="25838" y="209"/>
                    </a:lnTo>
                    <a:lnTo>
                      <a:pt x="16392" y="70"/>
                    </a:lnTo>
                    <a:lnTo>
                      <a:pt x="6946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20"/>
            <p:cNvGrpSpPr/>
            <p:nvPr/>
          </p:nvGrpSpPr>
          <p:grpSpPr>
            <a:xfrm>
              <a:off x="6474880" y="1706188"/>
              <a:ext cx="1764716" cy="1502392"/>
              <a:chOff x="6474880" y="1706188"/>
              <a:chExt cx="1764716" cy="1502392"/>
            </a:xfrm>
          </p:grpSpPr>
          <p:sp>
            <p:nvSpPr>
              <p:cNvPr id="240" name="Google Shape;240;p20"/>
              <p:cNvSpPr/>
              <p:nvPr/>
            </p:nvSpPr>
            <p:spPr>
              <a:xfrm rot="10800000">
                <a:off x="6482268" y="1720961"/>
                <a:ext cx="1742605" cy="1476511"/>
              </a:xfrm>
              <a:custGeom>
                <a:rect b="b" l="l" r="r" t="t"/>
                <a:pathLst>
                  <a:path extrusionOk="0" h="27784" w="32785">
                    <a:moveTo>
                      <a:pt x="6669" y="0"/>
                    </a:moveTo>
                    <a:lnTo>
                      <a:pt x="1" y="13892"/>
                    </a:lnTo>
                    <a:lnTo>
                      <a:pt x="7224" y="27783"/>
                    </a:lnTo>
                    <a:lnTo>
                      <a:pt x="25561" y="27783"/>
                    </a:lnTo>
                    <a:lnTo>
                      <a:pt x="32785" y="14170"/>
                    </a:lnTo>
                    <a:lnTo>
                      <a:pt x="26117" y="1667"/>
                    </a:lnTo>
                    <a:lnTo>
                      <a:pt x="25284" y="278"/>
                    </a:lnTo>
                    <a:lnTo>
                      <a:pt x="666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20"/>
              <p:cNvSpPr/>
              <p:nvPr/>
            </p:nvSpPr>
            <p:spPr>
              <a:xfrm rot="10800000">
                <a:off x="6474880" y="1706188"/>
                <a:ext cx="1764716" cy="1502392"/>
              </a:xfrm>
              <a:custGeom>
                <a:rect b="b" l="l" r="r" t="t"/>
                <a:pathLst>
                  <a:path extrusionOk="0" h="28271" w="33201">
                    <a:moveTo>
                      <a:pt x="6807" y="1"/>
                    </a:moveTo>
                    <a:lnTo>
                      <a:pt x="6807" y="140"/>
                    </a:lnTo>
                    <a:lnTo>
                      <a:pt x="3403" y="7086"/>
                    </a:lnTo>
                    <a:lnTo>
                      <a:pt x="69" y="13962"/>
                    </a:lnTo>
                    <a:lnTo>
                      <a:pt x="0" y="14101"/>
                    </a:lnTo>
                    <a:lnTo>
                      <a:pt x="69" y="14240"/>
                    </a:lnTo>
                    <a:lnTo>
                      <a:pt x="7224" y="28131"/>
                    </a:lnTo>
                    <a:lnTo>
                      <a:pt x="7363" y="28270"/>
                    </a:lnTo>
                    <a:lnTo>
                      <a:pt x="7501" y="28270"/>
                    </a:lnTo>
                    <a:lnTo>
                      <a:pt x="25838" y="28201"/>
                    </a:lnTo>
                    <a:lnTo>
                      <a:pt x="25977" y="28201"/>
                    </a:lnTo>
                    <a:lnTo>
                      <a:pt x="26047" y="28131"/>
                    </a:lnTo>
                    <a:lnTo>
                      <a:pt x="29659" y="21255"/>
                    </a:lnTo>
                    <a:lnTo>
                      <a:pt x="33201" y="14448"/>
                    </a:lnTo>
                    <a:lnTo>
                      <a:pt x="33201" y="14379"/>
                    </a:lnTo>
                    <a:lnTo>
                      <a:pt x="33201" y="14309"/>
                    </a:lnTo>
                    <a:lnTo>
                      <a:pt x="29520" y="8058"/>
                    </a:lnTo>
                    <a:lnTo>
                      <a:pt x="25838" y="1876"/>
                    </a:lnTo>
                    <a:lnTo>
                      <a:pt x="29381" y="8197"/>
                    </a:lnTo>
                    <a:lnTo>
                      <a:pt x="32885" y="14380"/>
                    </a:lnTo>
                    <a:lnTo>
                      <a:pt x="29242" y="21116"/>
                    </a:lnTo>
                    <a:lnTo>
                      <a:pt x="25668" y="27783"/>
                    </a:lnTo>
                    <a:lnTo>
                      <a:pt x="25668" y="27783"/>
                    </a:lnTo>
                    <a:lnTo>
                      <a:pt x="7707" y="27715"/>
                    </a:lnTo>
                    <a:lnTo>
                      <a:pt x="7707" y="27715"/>
                    </a:lnTo>
                    <a:lnTo>
                      <a:pt x="556" y="14094"/>
                    </a:lnTo>
                    <a:lnTo>
                      <a:pt x="556" y="14094"/>
                    </a:lnTo>
                    <a:lnTo>
                      <a:pt x="3820" y="7224"/>
                    </a:lnTo>
                    <a:lnTo>
                      <a:pt x="7020" y="417"/>
                    </a:lnTo>
                    <a:lnTo>
                      <a:pt x="7020" y="417"/>
                    </a:lnTo>
                    <a:lnTo>
                      <a:pt x="16392" y="348"/>
                    </a:lnTo>
                    <a:lnTo>
                      <a:pt x="25838" y="209"/>
                    </a:lnTo>
                    <a:lnTo>
                      <a:pt x="16392" y="70"/>
                    </a:lnTo>
                    <a:lnTo>
                      <a:pt x="6946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2" name="Google Shape;242;p20"/>
            <p:cNvGrpSpPr/>
            <p:nvPr/>
          </p:nvGrpSpPr>
          <p:grpSpPr>
            <a:xfrm>
              <a:off x="904405" y="1706188"/>
              <a:ext cx="1764716" cy="1502392"/>
              <a:chOff x="904405" y="1706188"/>
              <a:chExt cx="1764716" cy="1502392"/>
            </a:xfrm>
          </p:grpSpPr>
          <p:sp>
            <p:nvSpPr>
              <p:cNvPr id="243" name="Google Shape;243;p20"/>
              <p:cNvSpPr/>
              <p:nvPr/>
            </p:nvSpPr>
            <p:spPr>
              <a:xfrm>
                <a:off x="919128" y="1717294"/>
                <a:ext cx="1742605" cy="1476511"/>
              </a:xfrm>
              <a:custGeom>
                <a:rect b="b" l="l" r="r" t="t"/>
                <a:pathLst>
                  <a:path extrusionOk="0" h="27784" w="32785">
                    <a:moveTo>
                      <a:pt x="6669" y="0"/>
                    </a:moveTo>
                    <a:lnTo>
                      <a:pt x="1" y="13892"/>
                    </a:lnTo>
                    <a:lnTo>
                      <a:pt x="7224" y="27783"/>
                    </a:lnTo>
                    <a:lnTo>
                      <a:pt x="25561" y="27783"/>
                    </a:lnTo>
                    <a:lnTo>
                      <a:pt x="32785" y="14170"/>
                    </a:lnTo>
                    <a:lnTo>
                      <a:pt x="26117" y="1667"/>
                    </a:lnTo>
                    <a:lnTo>
                      <a:pt x="25284" y="278"/>
                    </a:lnTo>
                    <a:lnTo>
                      <a:pt x="666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904405" y="1706188"/>
                <a:ext cx="1764716" cy="1502392"/>
              </a:xfrm>
              <a:custGeom>
                <a:rect b="b" l="l" r="r" t="t"/>
                <a:pathLst>
                  <a:path extrusionOk="0" h="28271" w="33201">
                    <a:moveTo>
                      <a:pt x="6807" y="1"/>
                    </a:moveTo>
                    <a:lnTo>
                      <a:pt x="6807" y="140"/>
                    </a:lnTo>
                    <a:lnTo>
                      <a:pt x="3403" y="7086"/>
                    </a:lnTo>
                    <a:lnTo>
                      <a:pt x="69" y="13962"/>
                    </a:lnTo>
                    <a:lnTo>
                      <a:pt x="0" y="14101"/>
                    </a:lnTo>
                    <a:lnTo>
                      <a:pt x="69" y="14240"/>
                    </a:lnTo>
                    <a:lnTo>
                      <a:pt x="7224" y="28131"/>
                    </a:lnTo>
                    <a:lnTo>
                      <a:pt x="7363" y="28270"/>
                    </a:lnTo>
                    <a:lnTo>
                      <a:pt x="7501" y="28270"/>
                    </a:lnTo>
                    <a:lnTo>
                      <a:pt x="25838" y="28201"/>
                    </a:lnTo>
                    <a:lnTo>
                      <a:pt x="25977" y="28201"/>
                    </a:lnTo>
                    <a:lnTo>
                      <a:pt x="26047" y="28131"/>
                    </a:lnTo>
                    <a:lnTo>
                      <a:pt x="29659" y="21255"/>
                    </a:lnTo>
                    <a:lnTo>
                      <a:pt x="33201" y="14448"/>
                    </a:lnTo>
                    <a:lnTo>
                      <a:pt x="33201" y="14379"/>
                    </a:lnTo>
                    <a:lnTo>
                      <a:pt x="33201" y="14309"/>
                    </a:lnTo>
                    <a:lnTo>
                      <a:pt x="29520" y="8058"/>
                    </a:lnTo>
                    <a:lnTo>
                      <a:pt x="25838" y="1876"/>
                    </a:lnTo>
                    <a:lnTo>
                      <a:pt x="29381" y="8197"/>
                    </a:lnTo>
                    <a:lnTo>
                      <a:pt x="32885" y="14380"/>
                    </a:lnTo>
                    <a:lnTo>
                      <a:pt x="29242" y="21116"/>
                    </a:lnTo>
                    <a:lnTo>
                      <a:pt x="25668" y="27783"/>
                    </a:lnTo>
                    <a:lnTo>
                      <a:pt x="25668" y="27783"/>
                    </a:lnTo>
                    <a:lnTo>
                      <a:pt x="7707" y="27715"/>
                    </a:lnTo>
                    <a:lnTo>
                      <a:pt x="7707" y="27715"/>
                    </a:lnTo>
                    <a:lnTo>
                      <a:pt x="556" y="14094"/>
                    </a:lnTo>
                    <a:lnTo>
                      <a:pt x="556" y="14094"/>
                    </a:lnTo>
                    <a:lnTo>
                      <a:pt x="3820" y="7224"/>
                    </a:lnTo>
                    <a:lnTo>
                      <a:pt x="7020" y="417"/>
                    </a:lnTo>
                    <a:lnTo>
                      <a:pt x="7020" y="417"/>
                    </a:lnTo>
                    <a:lnTo>
                      <a:pt x="16392" y="348"/>
                    </a:lnTo>
                    <a:lnTo>
                      <a:pt x="25838" y="209"/>
                    </a:lnTo>
                    <a:lnTo>
                      <a:pt x="16392" y="70"/>
                    </a:lnTo>
                    <a:lnTo>
                      <a:pt x="6946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45" name="Google Shape;245;p20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Doodle Banner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974798" y="3468861"/>
            <a:ext cx="16242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Mercury</a:t>
            </a:r>
            <a:endParaRPr sz="210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1435888" y="2106517"/>
            <a:ext cx="701894" cy="701744"/>
          </a:xfrm>
          <a:custGeom>
            <a:rect b="b" l="l" r="r" t="t"/>
            <a:pathLst>
              <a:path extrusionOk="0" h="35339" w="35351">
                <a:moveTo>
                  <a:pt x="3204" y="1"/>
                </a:moveTo>
                <a:cubicBezTo>
                  <a:pt x="1442" y="1"/>
                  <a:pt x="1" y="1429"/>
                  <a:pt x="1" y="3203"/>
                </a:cubicBezTo>
                <a:lnTo>
                  <a:pt x="1" y="32135"/>
                </a:lnTo>
                <a:cubicBezTo>
                  <a:pt x="1" y="33909"/>
                  <a:pt x="1442" y="35338"/>
                  <a:pt x="3204" y="35338"/>
                </a:cubicBezTo>
                <a:lnTo>
                  <a:pt x="32136" y="35338"/>
                </a:lnTo>
                <a:cubicBezTo>
                  <a:pt x="33910" y="35338"/>
                  <a:pt x="35351" y="33909"/>
                  <a:pt x="35351" y="32135"/>
                </a:cubicBezTo>
                <a:lnTo>
                  <a:pt x="35351" y="3203"/>
                </a:lnTo>
                <a:cubicBezTo>
                  <a:pt x="35351" y="1429"/>
                  <a:pt x="33910" y="1"/>
                  <a:pt x="32136" y="1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01</a:t>
            </a:r>
            <a:endParaRPr sz="32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988303" y="3922267"/>
            <a:ext cx="15969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 of them all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2831603" y="3468861"/>
            <a:ext cx="16242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Jupiter</a:t>
            </a:r>
            <a:endParaRPr sz="210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3292693" y="2106517"/>
            <a:ext cx="701894" cy="701744"/>
          </a:xfrm>
          <a:custGeom>
            <a:rect b="b" l="l" r="r" t="t"/>
            <a:pathLst>
              <a:path extrusionOk="0" h="35339" w="35351">
                <a:moveTo>
                  <a:pt x="3204" y="1"/>
                </a:moveTo>
                <a:cubicBezTo>
                  <a:pt x="1442" y="1"/>
                  <a:pt x="1" y="1429"/>
                  <a:pt x="1" y="3203"/>
                </a:cubicBezTo>
                <a:lnTo>
                  <a:pt x="1" y="32135"/>
                </a:lnTo>
                <a:cubicBezTo>
                  <a:pt x="1" y="33909"/>
                  <a:pt x="1442" y="35338"/>
                  <a:pt x="3204" y="35338"/>
                </a:cubicBezTo>
                <a:lnTo>
                  <a:pt x="32136" y="35338"/>
                </a:lnTo>
                <a:cubicBezTo>
                  <a:pt x="33910" y="35338"/>
                  <a:pt x="35351" y="33909"/>
                  <a:pt x="35351" y="32135"/>
                </a:cubicBezTo>
                <a:lnTo>
                  <a:pt x="35351" y="3203"/>
                </a:lnTo>
                <a:cubicBezTo>
                  <a:pt x="35351" y="1429"/>
                  <a:pt x="33910" y="1"/>
                  <a:pt x="32136" y="1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02</a:t>
            </a:r>
            <a:endParaRPr sz="32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2849976" y="3922267"/>
            <a:ext cx="15873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Jupiter is a gas giant and also is    the biggest planet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4688392" y="3468861"/>
            <a:ext cx="16242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Mars</a:t>
            </a:r>
            <a:endParaRPr sz="2100">
              <a:solidFill>
                <a:schemeClr val="accent5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5149483" y="2106517"/>
            <a:ext cx="701894" cy="701744"/>
          </a:xfrm>
          <a:custGeom>
            <a:rect b="b" l="l" r="r" t="t"/>
            <a:pathLst>
              <a:path extrusionOk="0" h="35339" w="35351">
                <a:moveTo>
                  <a:pt x="3204" y="1"/>
                </a:moveTo>
                <a:cubicBezTo>
                  <a:pt x="1442" y="1"/>
                  <a:pt x="1" y="1429"/>
                  <a:pt x="1" y="3203"/>
                </a:cubicBezTo>
                <a:lnTo>
                  <a:pt x="1" y="32135"/>
                </a:lnTo>
                <a:cubicBezTo>
                  <a:pt x="1" y="33909"/>
                  <a:pt x="1442" y="35338"/>
                  <a:pt x="3204" y="35338"/>
                </a:cubicBezTo>
                <a:lnTo>
                  <a:pt x="32136" y="35338"/>
                </a:lnTo>
                <a:cubicBezTo>
                  <a:pt x="33910" y="35338"/>
                  <a:pt x="35351" y="33909"/>
                  <a:pt x="35351" y="32135"/>
                </a:cubicBezTo>
                <a:lnTo>
                  <a:pt x="35351" y="3203"/>
                </a:lnTo>
                <a:cubicBezTo>
                  <a:pt x="35351" y="1429"/>
                  <a:pt x="33910" y="1"/>
                  <a:pt x="32136" y="1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03</a:t>
            </a:r>
            <a:endParaRPr sz="32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4706765" y="3922267"/>
            <a:ext cx="15873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actually a very cold place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6545184" y="3468861"/>
            <a:ext cx="16242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Saturn</a:t>
            </a:r>
            <a:endParaRPr sz="2100">
              <a:solidFill>
                <a:schemeClr val="accent6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7006275" y="2106517"/>
            <a:ext cx="701894" cy="701744"/>
          </a:xfrm>
          <a:custGeom>
            <a:rect b="b" l="l" r="r" t="t"/>
            <a:pathLst>
              <a:path extrusionOk="0" h="35339" w="35351">
                <a:moveTo>
                  <a:pt x="3204" y="1"/>
                </a:moveTo>
                <a:cubicBezTo>
                  <a:pt x="1442" y="1"/>
                  <a:pt x="1" y="1429"/>
                  <a:pt x="1" y="3203"/>
                </a:cubicBezTo>
                <a:lnTo>
                  <a:pt x="1" y="32135"/>
                </a:lnTo>
                <a:cubicBezTo>
                  <a:pt x="1" y="33909"/>
                  <a:pt x="1442" y="35338"/>
                  <a:pt x="3204" y="35338"/>
                </a:cubicBezTo>
                <a:lnTo>
                  <a:pt x="32136" y="35338"/>
                </a:lnTo>
                <a:cubicBezTo>
                  <a:pt x="33910" y="35338"/>
                  <a:pt x="35351" y="33909"/>
                  <a:pt x="35351" y="32135"/>
                </a:cubicBezTo>
                <a:lnTo>
                  <a:pt x="35351" y="3203"/>
                </a:lnTo>
                <a:cubicBezTo>
                  <a:pt x="35351" y="1429"/>
                  <a:pt x="33910" y="1"/>
                  <a:pt x="32136" y="1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04</a:t>
            </a:r>
            <a:endParaRPr sz="32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6563558" y="3922267"/>
            <a:ext cx="15873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 is composed of hydrogen and also helium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Doodle Banner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1123350" y="2121488"/>
            <a:ext cx="1781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planet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2753275" y="3856863"/>
            <a:ext cx="1781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h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 a beautiful name and is the second planet from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 flipH="1">
            <a:off x="4609300" y="2121488"/>
            <a:ext cx="1781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being red, planet Mars is actually a cold place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 flipH="1">
            <a:off x="6239225" y="3856863"/>
            <a:ext cx="1781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2791525" y="3522075"/>
            <a:ext cx="17049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Venus</a:t>
            </a:r>
            <a:endParaRPr sz="19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6277475" y="3524563"/>
            <a:ext cx="17049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Jupiter</a:t>
            </a:r>
            <a:endParaRPr sz="19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1161600" y="1786700"/>
            <a:ext cx="17049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Mercury</a:t>
            </a:r>
            <a:endParaRPr sz="19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4647550" y="1786700"/>
            <a:ext cx="17049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Mars</a:t>
            </a:r>
            <a:endParaRPr sz="19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271" name="Google Shape;271;p21"/>
          <p:cNvGrpSpPr/>
          <p:nvPr/>
        </p:nvGrpSpPr>
        <p:grpSpPr>
          <a:xfrm>
            <a:off x="853056" y="1307394"/>
            <a:ext cx="7437890" cy="3424673"/>
            <a:chOff x="853056" y="1307394"/>
            <a:chExt cx="7437890" cy="3424673"/>
          </a:xfrm>
        </p:grpSpPr>
        <p:grpSp>
          <p:nvGrpSpPr>
            <p:cNvPr id="272" name="Google Shape;272;p21"/>
            <p:cNvGrpSpPr/>
            <p:nvPr/>
          </p:nvGrpSpPr>
          <p:grpSpPr>
            <a:xfrm>
              <a:off x="853056" y="1307394"/>
              <a:ext cx="2322015" cy="1692848"/>
              <a:chOff x="4875791" y="946666"/>
              <a:chExt cx="1263475" cy="1443671"/>
            </a:xfrm>
          </p:grpSpPr>
          <p:sp>
            <p:nvSpPr>
              <p:cNvPr id="273" name="Google Shape;273;p21"/>
              <p:cNvSpPr/>
              <p:nvPr/>
            </p:nvSpPr>
            <p:spPr>
              <a:xfrm>
                <a:off x="5455534" y="1055601"/>
                <a:ext cx="53695" cy="44148"/>
              </a:xfrm>
              <a:custGeom>
                <a:rect b="b" l="l" r="r" t="t"/>
                <a:pathLst>
                  <a:path extrusionOk="0" h="2830" w="3442">
                    <a:moveTo>
                      <a:pt x="2902" y="0"/>
                    </a:moveTo>
                    <a:cubicBezTo>
                      <a:pt x="2802" y="0"/>
                      <a:pt x="2699" y="38"/>
                      <a:pt x="2608" y="113"/>
                    </a:cubicBezTo>
                    <a:cubicBezTo>
                      <a:pt x="2174" y="439"/>
                      <a:pt x="1666" y="838"/>
                      <a:pt x="1232" y="1200"/>
                    </a:cubicBezTo>
                    <a:cubicBezTo>
                      <a:pt x="906" y="1490"/>
                      <a:pt x="580" y="1743"/>
                      <a:pt x="254" y="1997"/>
                    </a:cubicBezTo>
                    <a:cubicBezTo>
                      <a:pt x="36" y="2142"/>
                      <a:pt x="0" y="2432"/>
                      <a:pt x="145" y="2649"/>
                    </a:cubicBezTo>
                    <a:cubicBezTo>
                      <a:pt x="254" y="2758"/>
                      <a:pt x="362" y="2830"/>
                      <a:pt x="507" y="2830"/>
                    </a:cubicBezTo>
                    <a:cubicBezTo>
                      <a:pt x="616" y="2830"/>
                      <a:pt x="725" y="2794"/>
                      <a:pt x="797" y="2721"/>
                    </a:cubicBezTo>
                    <a:cubicBezTo>
                      <a:pt x="1123" y="2504"/>
                      <a:pt x="1449" y="2214"/>
                      <a:pt x="1811" y="1924"/>
                    </a:cubicBezTo>
                    <a:cubicBezTo>
                      <a:pt x="2246" y="1562"/>
                      <a:pt x="2717" y="1200"/>
                      <a:pt x="3151" y="874"/>
                    </a:cubicBezTo>
                    <a:cubicBezTo>
                      <a:pt x="3369" y="729"/>
                      <a:pt x="3441" y="403"/>
                      <a:pt x="3260" y="222"/>
                    </a:cubicBezTo>
                    <a:cubicBezTo>
                      <a:pt x="3176" y="74"/>
                      <a:pt x="3042" y="0"/>
                      <a:pt x="29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21"/>
              <p:cNvSpPr/>
              <p:nvPr/>
            </p:nvSpPr>
            <p:spPr>
              <a:xfrm>
                <a:off x="4875791" y="946666"/>
                <a:ext cx="1263475" cy="1443671"/>
              </a:xfrm>
              <a:custGeom>
                <a:rect b="b" l="l" r="r" t="t"/>
                <a:pathLst>
                  <a:path extrusionOk="0" h="92543" w="80992">
                    <a:moveTo>
                      <a:pt x="38286" y="939"/>
                    </a:moveTo>
                    <a:cubicBezTo>
                      <a:pt x="38395" y="975"/>
                      <a:pt x="38503" y="1011"/>
                      <a:pt x="38576" y="1084"/>
                    </a:cubicBezTo>
                    <a:cubicBezTo>
                      <a:pt x="39409" y="1663"/>
                      <a:pt x="40206" y="2315"/>
                      <a:pt x="40894" y="3040"/>
                    </a:cubicBezTo>
                    <a:cubicBezTo>
                      <a:pt x="40982" y="3127"/>
                      <a:pt x="41109" y="3175"/>
                      <a:pt x="41237" y="3175"/>
                    </a:cubicBezTo>
                    <a:cubicBezTo>
                      <a:pt x="41319" y="3175"/>
                      <a:pt x="41402" y="3155"/>
                      <a:pt x="41474" y="3112"/>
                    </a:cubicBezTo>
                    <a:cubicBezTo>
                      <a:pt x="42234" y="2714"/>
                      <a:pt x="43031" y="2315"/>
                      <a:pt x="43828" y="1989"/>
                    </a:cubicBezTo>
                    <a:cubicBezTo>
                      <a:pt x="44009" y="1881"/>
                      <a:pt x="44190" y="1844"/>
                      <a:pt x="44371" y="1844"/>
                    </a:cubicBezTo>
                    <a:cubicBezTo>
                      <a:pt x="44589" y="1844"/>
                      <a:pt x="44806" y="1953"/>
                      <a:pt x="44987" y="2098"/>
                    </a:cubicBezTo>
                    <a:cubicBezTo>
                      <a:pt x="45494" y="2424"/>
                      <a:pt x="45929" y="2931"/>
                      <a:pt x="46219" y="3510"/>
                    </a:cubicBezTo>
                    <a:cubicBezTo>
                      <a:pt x="46298" y="3670"/>
                      <a:pt x="46455" y="3770"/>
                      <a:pt x="46633" y="3770"/>
                    </a:cubicBezTo>
                    <a:cubicBezTo>
                      <a:pt x="46698" y="3770"/>
                      <a:pt x="46766" y="3757"/>
                      <a:pt x="46834" y="3728"/>
                    </a:cubicBezTo>
                    <a:lnTo>
                      <a:pt x="49877" y="2532"/>
                    </a:lnTo>
                    <a:lnTo>
                      <a:pt x="49877" y="2532"/>
                    </a:lnTo>
                    <a:cubicBezTo>
                      <a:pt x="49442" y="5177"/>
                      <a:pt x="49189" y="7821"/>
                      <a:pt x="49152" y="10501"/>
                    </a:cubicBezTo>
                    <a:cubicBezTo>
                      <a:pt x="49008" y="14232"/>
                      <a:pt x="48863" y="18071"/>
                      <a:pt x="47595" y="21694"/>
                    </a:cubicBezTo>
                    <a:cubicBezTo>
                      <a:pt x="47052" y="21186"/>
                      <a:pt x="46508" y="20752"/>
                      <a:pt x="45893" y="20390"/>
                    </a:cubicBezTo>
                    <a:cubicBezTo>
                      <a:pt x="45675" y="20208"/>
                      <a:pt x="45422" y="20136"/>
                      <a:pt x="45168" y="20100"/>
                    </a:cubicBezTo>
                    <a:lnTo>
                      <a:pt x="45096" y="20100"/>
                    </a:lnTo>
                    <a:cubicBezTo>
                      <a:pt x="44842" y="20136"/>
                      <a:pt x="44589" y="20245"/>
                      <a:pt x="44371" y="20462"/>
                    </a:cubicBezTo>
                    <a:lnTo>
                      <a:pt x="43430" y="21295"/>
                    </a:lnTo>
                    <a:cubicBezTo>
                      <a:pt x="43246" y="21494"/>
                      <a:pt x="42997" y="21590"/>
                      <a:pt x="42749" y="21590"/>
                    </a:cubicBezTo>
                    <a:cubicBezTo>
                      <a:pt x="42411" y="21590"/>
                      <a:pt x="42075" y="21412"/>
                      <a:pt x="41908" y="21078"/>
                    </a:cubicBezTo>
                    <a:lnTo>
                      <a:pt x="41800" y="20897"/>
                    </a:lnTo>
                    <a:cubicBezTo>
                      <a:pt x="41510" y="20390"/>
                      <a:pt x="41039" y="20027"/>
                      <a:pt x="40496" y="19846"/>
                    </a:cubicBezTo>
                    <a:cubicBezTo>
                      <a:pt x="40314" y="19774"/>
                      <a:pt x="40097" y="19738"/>
                      <a:pt x="39916" y="19738"/>
                    </a:cubicBezTo>
                    <a:cubicBezTo>
                      <a:pt x="39300" y="19774"/>
                      <a:pt x="38721" y="19955"/>
                      <a:pt x="38214" y="20208"/>
                    </a:cubicBezTo>
                    <a:lnTo>
                      <a:pt x="35533" y="21331"/>
                    </a:lnTo>
                    <a:cubicBezTo>
                      <a:pt x="34773" y="20788"/>
                      <a:pt x="34012" y="20136"/>
                      <a:pt x="33360" y="19448"/>
                    </a:cubicBezTo>
                    <a:cubicBezTo>
                      <a:pt x="33276" y="19342"/>
                      <a:pt x="33142" y="19286"/>
                      <a:pt x="33009" y="19286"/>
                    </a:cubicBezTo>
                    <a:cubicBezTo>
                      <a:pt x="32914" y="19286"/>
                      <a:pt x="32820" y="19315"/>
                      <a:pt x="32744" y="19375"/>
                    </a:cubicBezTo>
                    <a:lnTo>
                      <a:pt x="31875" y="20027"/>
                    </a:lnTo>
                    <a:cubicBezTo>
                      <a:pt x="32020" y="13978"/>
                      <a:pt x="32636" y="7966"/>
                      <a:pt x="33795" y="2025"/>
                    </a:cubicBezTo>
                    <a:lnTo>
                      <a:pt x="35497" y="2750"/>
                    </a:lnTo>
                    <a:cubicBezTo>
                      <a:pt x="35557" y="2786"/>
                      <a:pt x="35622" y="2802"/>
                      <a:pt x="35686" y="2802"/>
                    </a:cubicBezTo>
                    <a:cubicBezTo>
                      <a:pt x="35815" y="2802"/>
                      <a:pt x="35944" y="2738"/>
                      <a:pt x="36040" y="2641"/>
                    </a:cubicBezTo>
                    <a:cubicBezTo>
                      <a:pt x="36620" y="2025"/>
                      <a:pt x="37272" y="1482"/>
                      <a:pt x="37996" y="1047"/>
                    </a:cubicBezTo>
                    <a:cubicBezTo>
                      <a:pt x="38069" y="1011"/>
                      <a:pt x="38177" y="939"/>
                      <a:pt x="38286" y="939"/>
                    </a:cubicBezTo>
                    <a:close/>
                    <a:moveTo>
                      <a:pt x="14090" y="12892"/>
                    </a:moveTo>
                    <a:cubicBezTo>
                      <a:pt x="19089" y="12892"/>
                      <a:pt x="25065" y="12928"/>
                      <a:pt x="31295" y="12964"/>
                    </a:cubicBezTo>
                    <a:cubicBezTo>
                      <a:pt x="31078" y="15645"/>
                      <a:pt x="30969" y="18289"/>
                      <a:pt x="30933" y="20969"/>
                    </a:cubicBezTo>
                    <a:cubicBezTo>
                      <a:pt x="30933" y="21114"/>
                      <a:pt x="31006" y="21295"/>
                      <a:pt x="31187" y="21368"/>
                    </a:cubicBezTo>
                    <a:cubicBezTo>
                      <a:pt x="31252" y="21400"/>
                      <a:pt x="31332" y="21418"/>
                      <a:pt x="31410" y="21418"/>
                    </a:cubicBezTo>
                    <a:cubicBezTo>
                      <a:pt x="31505" y="21418"/>
                      <a:pt x="31598" y="21391"/>
                      <a:pt x="31658" y="21331"/>
                    </a:cubicBezTo>
                    <a:lnTo>
                      <a:pt x="32962" y="20390"/>
                    </a:lnTo>
                    <a:cubicBezTo>
                      <a:pt x="33650" y="21078"/>
                      <a:pt x="34410" y="21694"/>
                      <a:pt x="35244" y="22237"/>
                    </a:cubicBezTo>
                    <a:cubicBezTo>
                      <a:pt x="35312" y="22306"/>
                      <a:pt x="35410" y="22331"/>
                      <a:pt x="35510" y="22331"/>
                    </a:cubicBezTo>
                    <a:cubicBezTo>
                      <a:pt x="35567" y="22331"/>
                      <a:pt x="35625" y="22323"/>
                      <a:pt x="35678" y="22309"/>
                    </a:cubicBezTo>
                    <a:lnTo>
                      <a:pt x="38576" y="21042"/>
                    </a:lnTo>
                    <a:cubicBezTo>
                      <a:pt x="38979" y="20840"/>
                      <a:pt x="39429" y="20730"/>
                      <a:pt x="39888" y="20730"/>
                    </a:cubicBezTo>
                    <a:cubicBezTo>
                      <a:pt x="40005" y="20730"/>
                      <a:pt x="40124" y="20737"/>
                      <a:pt x="40242" y="20752"/>
                    </a:cubicBezTo>
                    <a:cubicBezTo>
                      <a:pt x="40568" y="20824"/>
                      <a:pt x="40749" y="21078"/>
                      <a:pt x="41003" y="21440"/>
                    </a:cubicBezTo>
                    <a:lnTo>
                      <a:pt x="41184" y="21657"/>
                    </a:lnTo>
                    <a:cubicBezTo>
                      <a:pt x="41546" y="22164"/>
                      <a:pt x="42162" y="22490"/>
                      <a:pt x="42814" y="22527"/>
                    </a:cubicBezTo>
                    <a:cubicBezTo>
                      <a:pt x="42959" y="22527"/>
                      <a:pt x="43067" y="22490"/>
                      <a:pt x="43212" y="22490"/>
                    </a:cubicBezTo>
                    <a:cubicBezTo>
                      <a:pt x="43502" y="22382"/>
                      <a:pt x="43792" y="22201"/>
                      <a:pt x="44045" y="21983"/>
                    </a:cubicBezTo>
                    <a:lnTo>
                      <a:pt x="44987" y="21186"/>
                    </a:lnTo>
                    <a:cubicBezTo>
                      <a:pt x="45023" y="21150"/>
                      <a:pt x="45096" y="21078"/>
                      <a:pt x="45132" y="21078"/>
                    </a:cubicBezTo>
                    <a:cubicBezTo>
                      <a:pt x="45204" y="21078"/>
                      <a:pt x="45277" y="21114"/>
                      <a:pt x="45349" y="21186"/>
                    </a:cubicBezTo>
                    <a:cubicBezTo>
                      <a:pt x="46110" y="21657"/>
                      <a:pt x="46798" y="22237"/>
                      <a:pt x="47450" y="22853"/>
                    </a:cubicBezTo>
                    <a:cubicBezTo>
                      <a:pt x="47523" y="22925"/>
                      <a:pt x="47667" y="22997"/>
                      <a:pt x="47776" y="22997"/>
                    </a:cubicBezTo>
                    <a:lnTo>
                      <a:pt x="47885" y="22997"/>
                    </a:lnTo>
                    <a:cubicBezTo>
                      <a:pt x="48030" y="22961"/>
                      <a:pt x="48175" y="22853"/>
                      <a:pt x="48211" y="22708"/>
                    </a:cubicBezTo>
                    <a:cubicBezTo>
                      <a:pt x="49442" y="19593"/>
                      <a:pt x="49804" y="16369"/>
                      <a:pt x="49986" y="13182"/>
                    </a:cubicBezTo>
                    <a:cubicBezTo>
                      <a:pt x="64112" y="13363"/>
                      <a:pt x="76391" y="13544"/>
                      <a:pt x="78782" y="13580"/>
                    </a:cubicBezTo>
                    <a:cubicBezTo>
                      <a:pt x="79941" y="26982"/>
                      <a:pt x="77369" y="83559"/>
                      <a:pt x="77188" y="88087"/>
                    </a:cubicBezTo>
                    <a:cubicBezTo>
                      <a:pt x="72044" y="90369"/>
                      <a:pt x="57157" y="91637"/>
                      <a:pt x="36149" y="91637"/>
                    </a:cubicBezTo>
                    <a:cubicBezTo>
                      <a:pt x="18799" y="91637"/>
                      <a:pt x="3441" y="90695"/>
                      <a:pt x="2137" y="89934"/>
                    </a:cubicBezTo>
                    <a:cubicBezTo>
                      <a:pt x="725" y="87508"/>
                      <a:pt x="1304" y="42847"/>
                      <a:pt x="2029" y="13037"/>
                    </a:cubicBezTo>
                    <a:cubicBezTo>
                      <a:pt x="4274" y="12928"/>
                      <a:pt x="8331" y="12892"/>
                      <a:pt x="14090" y="12892"/>
                    </a:cubicBezTo>
                    <a:close/>
                    <a:moveTo>
                      <a:pt x="38269" y="0"/>
                    </a:moveTo>
                    <a:cubicBezTo>
                      <a:pt x="37999" y="0"/>
                      <a:pt x="37725" y="82"/>
                      <a:pt x="37489" y="251"/>
                    </a:cubicBezTo>
                    <a:cubicBezTo>
                      <a:pt x="36801" y="685"/>
                      <a:pt x="36149" y="1192"/>
                      <a:pt x="35569" y="1772"/>
                    </a:cubicBezTo>
                    <a:lnTo>
                      <a:pt x="33650" y="866"/>
                    </a:lnTo>
                    <a:cubicBezTo>
                      <a:pt x="33577" y="830"/>
                      <a:pt x="33505" y="812"/>
                      <a:pt x="33432" y="812"/>
                    </a:cubicBezTo>
                    <a:cubicBezTo>
                      <a:pt x="33360" y="812"/>
                      <a:pt x="33288" y="830"/>
                      <a:pt x="33215" y="866"/>
                    </a:cubicBezTo>
                    <a:cubicBezTo>
                      <a:pt x="33106" y="939"/>
                      <a:pt x="32998" y="1047"/>
                      <a:pt x="32998" y="1192"/>
                    </a:cubicBezTo>
                    <a:cubicBezTo>
                      <a:pt x="32273" y="4778"/>
                      <a:pt x="31730" y="8364"/>
                      <a:pt x="31404" y="12022"/>
                    </a:cubicBezTo>
                    <a:cubicBezTo>
                      <a:pt x="25102" y="11950"/>
                      <a:pt x="19125" y="11914"/>
                      <a:pt x="14090" y="11914"/>
                    </a:cubicBezTo>
                    <a:cubicBezTo>
                      <a:pt x="7933" y="11914"/>
                      <a:pt x="3695" y="11986"/>
                      <a:pt x="1521" y="12059"/>
                    </a:cubicBezTo>
                    <a:cubicBezTo>
                      <a:pt x="1268" y="12095"/>
                      <a:pt x="1087" y="12276"/>
                      <a:pt x="1051" y="12530"/>
                    </a:cubicBezTo>
                    <a:cubicBezTo>
                      <a:pt x="1051" y="12711"/>
                      <a:pt x="616" y="31691"/>
                      <a:pt x="399" y="50671"/>
                    </a:cubicBezTo>
                    <a:cubicBezTo>
                      <a:pt x="0" y="89282"/>
                      <a:pt x="1051" y="90188"/>
                      <a:pt x="1485" y="90586"/>
                    </a:cubicBezTo>
                    <a:cubicBezTo>
                      <a:pt x="2862" y="91782"/>
                      <a:pt x="20501" y="92542"/>
                      <a:pt x="36149" y="92542"/>
                    </a:cubicBezTo>
                    <a:cubicBezTo>
                      <a:pt x="46291" y="92542"/>
                      <a:pt x="70740" y="92180"/>
                      <a:pt x="77840" y="88811"/>
                    </a:cubicBezTo>
                    <a:cubicBezTo>
                      <a:pt x="77985" y="88739"/>
                      <a:pt x="78093" y="88558"/>
                      <a:pt x="78093" y="88413"/>
                    </a:cubicBezTo>
                    <a:cubicBezTo>
                      <a:pt x="78130" y="87761"/>
                      <a:pt x="80991" y="26185"/>
                      <a:pt x="79687" y="13037"/>
                    </a:cubicBezTo>
                    <a:cubicBezTo>
                      <a:pt x="79651" y="12819"/>
                      <a:pt x="79470" y="12638"/>
                      <a:pt x="79216" y="12602"/>
                    </a:cubicBezTo>
                    <a:cubicBezTo>
                      <a:pt x="78999" y="12602"/>
                      <a:pt x="65669" y="12421"/>
                      <a:pt x="50022" y="12204"/>
                    </a:cubicBezTo>
                    <a:cubicBezTo>
                      <a:pt x="50058" y="11660"/>
                      <a:pt x="50058" y="11117"/>
                      <a:pt x="50094" y="10537"/>
                    </a:cubicBezTo>
                    <a:cubicBezTo>
                      <a:pt x="50203" y="7676"/>
                      <a:pt x="50312" y="4706"/>
                      <a:pt x="50927" y="1881"/>
                    </a:cubicBezTo>
                    <a:cubicBezTo>
                      <a:pt x="51013" y="1565"/>
                      <a:pt x="50782" y="1318"/>
                      <a:pt x="50520" y="1318"/>
                    </a:cubicBezTo>
                    <a:cubicBezTo>
                      <a:pt x="50451" y="1318"/>
                      <a:pt x="50380" y="1336"/>
                      <a:pt x="50312" y="1373"/>
                    </a:cubicBezTo>
                    <a:lnTo>
                      <a:pt x="46834" y="2714"/>
                    </a:lnTo>
                    <a:cubicBezTo>
                      <a:pt x="46508" y="2170"/>
                      <a:pt x="46037" y="1699"/>
                      <a:pt x="45530" y="1337"/>
                    </a:cubicBezTo>
                    <a:cubicBezTo>
                      <a:pt x="45168" y="1047"/>
                      <a:pt x="44770" y="903"/>
                      <a:pt x="44371" y="903"/>
                    </a:cubicBezTo>
                    <a:cubicBezTo>
                      <a:pt x="44045" y="903"/>
                      <a:pt x="43719" y="975"/>
                      <a:pt x="43466" y="1120"/>
                    </a:cubicBezTo>
                    <a:cubicBezTo>
                      <a:pt x="42705" y="1446"/>
                      <a:pt x="42017" y="1772"/>
                      <a:pt x="41329" y="2134"/>
                    </a:cubicBezTo>
                    <a:cubicBezTo>
                      <a:pt x="40640" y="1482"/>
                      <a:pt x="39916" y="866"/>
                      <a:pt x="39119" y="323"/>
                    </a:cubicBezTo>
                    <a:cubicBezTo>
                      <a:pt x="38886" y="110"/>
                      <a:pt x="38581" y="0"/>
                      <a:pt x="382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  </a:t>
                </a:r>
                <a:endParaRPr/>
              </a:p>
            </p:txBody>
          </p:sp>
          <p:sp>
            <p:nvSpPr>
              <p:cNvPr id="275" name="Google Shape;275;p21"/>
              <p:cNvSpPr/>
              <p:nvPr/>
            </p:nvSpPr>
            <p:spPr>
              <a:xfrm>
                <a:off x="5451010" y="1048035"/>
                <a:ext cx="109075" cy="99419"/>
              </a:xfrm>
              <a:custGeom>
                <a:rect b="b" l="l" r="r" t="t"/>
                <a:pathLst>
                  <a:path extrusionOk="0" h="6373" w="6992">
                    <a:moveTo>
                      <a:pt x="6448" y="1"/>
                    </a:moveTo>
                    <a:cubicBezTo>
                      <a:pt x="6330" y="1"/>
                      <a:pt x="6212" y="55"/>
                      <a:pt x="6122" y="164"/>
                    </a:cubicBezTo>
                    <a:cubicBezTo>
                      <a:pt x="4311" y="2011"/>
                      <a:pt x="2210" y="4148"/>
                      <a:pt x="326" y="5488"/>
                    </a:cubicBezTo>
                    <a:cubicBezTo>
                      <a:pt x="73" y="5633"/>
                      <a:pt x="0" y="5959"/>
                      <a:pt x="182" y="6176"/>
                    </a:cubicBezTo>
                    <a:cubicBezTo>
                      <a:pt x="269" y="6307"/>
                      <a:pt x="408" y="6372"/>
                      <a:pt x="552" y="6372"/>
                    </a:cubicBezTo>
                    <a:cubicBezTo>
                      <a:pt x="648" y="6372"/>
                      <a:pt x="747" y="6343"/>
                      <a:pt x="834" y="6285"/>
                    </a:cubicBezTo>
                    <a:cubicBezTo>
                      <a:pt x="2826" y="4872"/>
                      <a:pt x="4963" y="2735"/>
                      <a:pt x="6774" y="816"/>
                    </a:cubicBezTo>
                    <a:cubicBezTo>
                      <a:pt x="6991" y="635"/>
                      <a:pt x="6991" y="345"/>
                      <a:pt x="6774" y="164"/>
                    </a:cubicBezTo>
                    <a:cubicBezTo>
                      <a:pt x="6683" y="55"/>
                      <a:pt x="6566" y="1"/>
                      <a:pt x="64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21"/>
              <p:cNvSpPr/>
              <p:nvPr/>
            </p:nvSpPr>
            <p:spPr>
              <a:xfrm>
                <a:off x="5519557" y="1088423"/>
                <a:ext cx="44476" cy="37346"/>
              </a:xfrm>
              <a:custGeom>
                <a:rect b="b" l="l" r="r" t="t"/>
                <a:pathLst>
                  <a:path extrusionOk="0" h="2394" w="2851">
                    <a:moveTo>
                      <a:pt x="2320" y="0"/>
                    </a:moveTo>
                    <a:cubicBezTo>
                      <a:pt x="2232" y="0"/>
                      <a:pt x="2141" y="24"/>
                      <a:pt x="2054" y="74"/>
                    </a:cubicBezTo>
                    <a:cubicBezTo>
                      <a:pt x="1366" y="472"/>
                      <a:pt x="786" y="980"/>
                      <a:pt x="315" y="1595"/>
                    </a:cubicBezTo>
                    <a:cubicBezTo>
                      <a:pt x="0" y="1910"/>
                      <a:pt x="226" y="2394"/>
                      <a:pt x="634" y="2394"/>
                    </a:cubicBezTo>
                    <a:cubicBezTo>
                      <a:pt x="648" y="2394"/>
                      <a:pt x="663" y="2393"/>
                      <a:pt x="677" y="2392"/>
                    </a:cubicBezTo>
                    <a:cubicBezTo>
                      <a:pt x="822" y="2356"/>
                      <a:pt x="931" y="2320"/>
                      <a:pt x="1040" y="2211"/>
                    </a:cubicBezTo>
                    <a:cubicBezTo>
                      <a:pt x="1438" y="1668"/>
                      <a:pt x="1945" y="1233"/>
                      <a:pt x="2525" y="907"/>
                    </a:cubicBezTo>
                    <a:cubicBezTo>
                      <a:pt x="2778" y="798"/>
                      <a:pt x="2851" y="472"/>
                      <a:pt x="2742" y="255"/>
                    </a:cubicBezTo>
                    <a:cubicBezTo>
                      <a:pt x="2647" y="89"/>
                      <a:pt x="2489" y="0"/>
                      <a:pt x="23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21"/>
              <p:cNvSpPr/>
              <p:nvPr/>
            </p:nvSpPr>
            <p:spPr>
              <a:xfrm>
                <a:off x="5373026" y="960737"/>
                <a:ext cx="280285" cy="323794"/>
              </a:xfrm>
              <a:custGeom>
                <a:rect b="b" l="l" r="r" t="t"/>
                <a:pathLst>
                  <a:path extrusionOk="0" h="20756" w="17967">
                    <a:moveTo>
                      <a:pt x="8175" y="6081"/>
                    </a:moveTo>
                    <a:cubicBezTo>
                      <a:pt x="8318" y="6081"/>
                      <a:pt x="8465" y="6155"/>
                      <a:pt x="8549" y="6303"/>
                    </a:cubicBezTo>
                    <a:cubicBezTo>
                      <a:pt x="8694" y="6484"/>
                      <a:pt x="8658" y="6810"/>
                      <a:pt x="8440" y="6955"/>
                    </a:cubicBezTo>
                    <a:cubicBezTo>
                      <a:pt x="7970" y="7281"/>
                      <a:pt x="7535" y="7643"/>
                      <a:pt x="7064" y="8005"/>
                    </a:cubicBezTo>
                    <a:cubicBezTo>
                      <a:pt x="6738" y="8295"/>
                      <a:pt x="6412" y="8585"/>
                      <a:pt x="6086" y="8802"/>
                    </a:cubicBezTo>
                    <a:cubicBezTo>
                      <a:pt x="5977" y="8875"/>
                      <a:pt x="5905" y="8911"/>
                      <a:pt x="5796" y="8911"/>
                    </a:cubicBezTo>
                    <a:cubicBezTo>
                      <a:pt x="5651" y="8911"/>
                      <a:pt x="5507" y="8839"/>
                      <a:pt x="5398" y="8730"/>
                    </a:cubicBezTo>
                    <a:cubicBezTo>
                      <a:pt x="5253" y="8513"/>
                      <a:pt x="5289" y="8223"/>
                      <a:pt x="5507" y="8078"/>
                    </a:cubicBezTo>
                    <a:cubicBezTo>
                      <a:pt x="5833" y="7824"/>
                      <a:pt x="6159" y="7571"/>
                      <a:pt x="6485" y="7281"/>
                    </a:cubicBezTo>
                    <a:cubicBezTo>
                      <a:pt x="6955" y="6919"/>
                      <a:pt x="7390" y="6520"/>
                      <a:pt x="7897" y="6194"/>
                    </a:cubicBezTo>
                    <a:cubicBezTo>
                      <a:pt x="7973" y="6119"/>
                      <a:pt x="8073" y="6081"/>
                      <a:pt x="8175" y="6081"/>
                    </a:cubicBezTo>
                    <a:close/>
                    <a:moveTo>
                      <a:pt x="11674" y="8193"/>
                    </a:moveTo>
                    <a:cubicBezTo>
                      <a:pt x="11847" y="8193"/>
                      <a:pt x="12024" y="8291"/>
                      <a:pt x="12099" y="8440"/>
                    </a:cubicBezTo>
                    <a:cubicBezTo>
                      <a:pt x="12244" y="8657"/>
                      <a:pt x="12135" y="8983"/>
                      <a:pt x="11918" y="9092"/>
                    </a:cubicBezTo>
                    <a:cubicBezTo>
                      <a:pt x="11338" y="9418"/>
                      <a:pt x="10831" y="9853"/>
                      <a:pt x="10396" y="10396"/>
                    </a:cubicBezTo>
                    <a:cubicBezTo>
                      <a:pt x="10324" y="10505"/>
                      <a:pt x="10179" y="10541"/>
                      <a:pt x="10034" y="10577"/>
                    </a:cubicBezTo>
                    <a:cubicBezTo>
                      <a:pt x="10019" y="10578"/>
                      <a:pt x="10005" y="10579"/>
                      <a:pt x="9991" y="10579"/>
                    </a:cubicBezTo>
                    <a:cubicBezTo>
                      <a:pt x="9585" y="10579"/>
                      <a:pt x="9392" y="10095"/>
                      <a:pt x="9672" y="9780"/>
                    </a:cubicBezTo>
                    <a:cubicBezTo>
                      <a:pt x="10179" y="9165"/>
                      <a:pt x="10759" y="8657"/>
                      <a:pt x="11447" y="8259"/>
                    </a:cubicBezTo>
                    <a:cubicBezTo>
                      <a:pt x="11515" y="8214"/>
                      <a:pt x="11594" y="8193"/>
                      <a:pt x="11674" y="8193"/>
                    </a:cubicBezTo>
                    <a:close/>
                    <a:moveTo>
                      <a:pt x="11447" y="5624"/>
                    </a:moveTo>
                    <a:cubicBezTo>
                      <a:pt x="11565" y="5624"/>
                      <a:pt x="11682" y="5669"/>
                      <a:pt x="11773" y="5760"/>
                    </a:cubicBezTo>
                    <a:cubicBezTo>
                      <a:pt x="11954" y="5941"/>
                      <a:pt x="11954" y="6267"/>
                      <a:pt x="11773" y="6448"/>
                    </a:cubicBezTo>
                    <a:cubicBezTo>
                      <a:pt x="9926" y="8331"/>
                      <a:pt x="7789" y="10468"/>
                      <a:pt x="5833" y="11881"/>
                    </a:cubicBezTo>
                    <a:cubicBezTo>
                      <a:pt x="5748" y="11952"/>
                      <a:pt x="5652" y="11984"/>
                      <a:pt x="5558" y="11984"/>
                    </a:cubicBezTo>
                    <a:cubicBezTo>
                      <a:pt x="5411" y="11984"/>
                      <a:pt x="5269" y="11905"/>
                      <a:pt x="5181" y="11772"/>
                    </a:cubicBezTo>
                    <a:cubicBezTo>
                      <a:pt x="4999" y="11591"/>
                      <a:pt x="5072" y="11265"/>
                      <a:pt x="5289" y="11120"/>
                    </a:cubicBezTo>
                    <a:cubicBezTo>
                      <a:pt x="7209" y="9744"/>
                      <a:pt x="9310" y="7643"/>
                      <a:pt x="11121" y="5760"/>
                    </a:cubicBezTo>
                    <a:cubicBezTo>
                      <a:pt x="11211" y="5669"/>
                      <a:pt x="11329" y="5624"/>
                      <a:pt x="11447" y="5624"/>
                    </a:cubicBezTo>
                    <a:close/>
                    <a:moveTo>
                      <a:pt x="6412" y="1"/>
                    </a:moveTo>
                    <a:cubicBezTo>
                      <a:pt x="6303" y="37"/>
                      <a:pt x="6195" y="73"/>
                      <a:pt x="6122" y="145"/>
                    </a:cubicBezTo>
                    <a:cubicBezTo>
                      <a:pt x="5398" y="580"/>
                      <a:pt x="4746" y="1123"/>
                      <a:pt x="4166" y="1739"/>
                    </a:cubicBezTo>
                    <a:cubicBezTo>
                      <a:pt x="4070" y="1836"/>
                      <a:pt x="3941" y="1884"/>
                      <a:pt x="3812" y="1884"/>
                    </a:cubicBezTo>
                    <a:cubicBezTo>
                      <a:pt x="3748" y="1884"/>
                      <a:pt x="3683" y="1872"/>
                      <a:pt x="3623" y="1848"/>
                    </a:cubicBezTo>
                    <a:lnTo>
                      <a:pt x="1921" y="1051"/>
                    </a:lnTo>
                    <a:cubicBezTo>
                      <a:pt x="762" y="6991"/>
                      <a:pt x="146" y="13040"/>
                      <a:pt x="1" y="19089"/>
                    </a:cubicBezTo>
                    <a:lnTo>
                      <a:pt x="870" y="18437"/>
                    </a:lnTo>
                    <a:cubicBezTo>
                      <a:pt x="946" y="18377"/>
                      <a:pt x="1040" y="18348"/>
                      <a:pt x="1135" y="18348"/>
                    </a:cubicBezTo>
                    <a:cubicBezTo>
                      <a:pt x="1268" y="18348"/>
                      <a:pt x="1402" y="18404"/>
                      <a:pt x="1486" y="18510"/>
                    </a:cubicBezTo>
                    <a:cubicBezTo>
                      <a:pt x="2138" y="19198"/>
                      <a:pt x="2899" y="19850"/>
                      <a:pt x="3659" y="20393"/>
                    </a:cubicBezTo>
                    <a:lnTo>
                      <a:pt x="6340" y="19270"/>
                    </a:lnTo>
                    <a:cubicBezTo>
                      <a:pt x="6847" y="19017"/>
                      <a:pt x="7426" y="18836"/>
                      <a:pt x="8042" y="18799"/>
                    </a:cubicBezTo>
                    <a:cubicBezTo>
                      <a:pt x="8223" y="18799"/>
                      <a:pt x="8440" y="18836"/>
                      <a:pt x="8622" y="18908"/>
                    </a:cubicBezTo>
                    <a:cubicBezTo>
                      <a:pt x="9165" y="19089"/>
                      <a:pt x="9636" y="19451"/>
                      <a:pt x="9926" y="19958"/>
                    </a:cubicBezTo>
                    <a:lnTo>
                      <a:pt x="10034" y="20140"/>
                    </a:lnTo>
                    <a:cubicBezTo>
                      <a:pt x="10201" y="20474"/>
                      <a:pt x="10537" y="20652"/>
                      <a:pt x="10875" y="20652"/>
                    </a:cubicBezTo>
                    <a:cubicBezTo>
                      <a:pt x="11123" y="20652"/>
                      <a:pt x="11372" y="20556"/>
                      <a:pt x="11556" y="20357"/>
                    </a:cubicBezTo>
                    <a:lnTo>
                      <a:pt x="12497" y="19524"/>
                    </a:lnTo>
                    <a:cubicBezTo>
                      <a:pt x="12678" y="19343"/>
                      <a:pt x="12932" y="19234"/>
                      <a:pt x="13222" y="19198"/>
                    </a:cubicBezTo>
                    <a:lnTo>
                      <a:pt x="13258" y="19198"/>
                    </a:lnTo>
                    <a:cubicBezTo>
                      <a:pt x="13548" y="19198"/>
                      <a:pt x="13801" y="19306"/>
                      <a:pt x="14019" y="19451"/>
                    </a:cubicBezTo>
                    <a:cubicBezTo>
                      <a:pt x="14598" y="19850"/>
                      <a:pt x="15178" y="20284"/>
                      <a:pt x="15721" y="20755"/>
                    </a:cubicBezTo>
                    <a:cubicBezTo>
                      <a:pt x="16989" y="17133"/>
                      <a:pt x="17134" y="13294"/>
                      <a:pt x="17278" y="9599"/>
                    </a:cubicBezTo>
                    <a:cubicBezTo>
                      <a:pt x="17315" y="6919"/>
                      <a:pt x="17532" y="4238"/>
                      <a:pt x="17967" y="1594"/>
                    </a:cubicBezTo>
                    <a:lnTo>
                      <a:pt x="17967" y="1594"/>
                    </a:lnTo>
                    <a:lnTo>
                      <a:pt x="14924" y="2826"/>
                    </a:lnTo>
                    <a:cubicBezTo>
                      <a:pt x="14867" y="2854"/>
                      <a:pt x="14806" y="2868"/>
                      <a:pt x="14743" y="2868"/>
                    </a:cubicBezTo>
                    <a:cubicBezTo>
                      <a:pt x="14568" y="2868"/>
                      <a:pt x="14389" y="2760"/>
                      <a:pt x="14308" y="2572"/>
                    </a:cubicBezTo>
                    <a:cubicBezTo>
                      <a:pt x="14055" y="1993"/>
                      <a:pt x="13620" y="1522"/>
                      <a:pt x="13077" y="1160"/>
                    </a:cubicBezTo>
                    <a:cubicBezTo>
                      <a:pt x="12932" y="1015"/>
                      <a:pt x="12715" y="942"/>
                      <a:pt x="12461" y="906"/>
                    </a:cubicBezTo>
                    <a:cubicBezTo>
                      <a:pt x="12280" y="942"/>
                      <a:pt x="12099" y="979"/>
                      <a:pt x="11954" y="1051"/>
                    </a:cubicBezTo>
                    <a:cubicBezTo>
                      <a:pt x="11121" y="1413"/>
                      <a:pt x="10360" y="1775"/>
                      <a:pt x="9600" y="2210"/>
                    </a:cubicBezTo>
                    <a:cubicBezTo>
                      <a:pt x="9532" y="2251"/>
                      <a:pt x="9454" y="2271"/>
                      <a:pt x="9375" y="2271"/>
                    </a:cubicBezTo>
                    <a:cubicBezTo>
                      <a:pt x="9244" y="2271"/>
                      <a:pt x="9111" y="2215"/>
                      <a:pt x="9020" y="2101"/>
                    </a:cubicBezTo>
                    <a:cubicBezTo>
                      <a:pt x="8332" y="1413"/>
                      <a:pt x="7535" y="761"/>
                      <a:pt x="6702" y="145"/>
                    </a:cubicBezTo>
                    <a:cubicBezTo>
                      <a:pt x="6629" y="73"/>
                      <a:pt x="6521" y="37"/>
                      <a:pt x="64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</p:grpSp>
        <p:grpSp>
          <p:nvGrpSpPr>
            <p:cNvPr id="278" name="Google Shape;278;p21"/>
            <p:cNvGrpSpPr/>
            <p:nvPr/>
          </p:nvGrpSpPr>
          <p:grpSpPr>
            <a:xfrm>
              <a:off x="4339006" y="1307394"/>
              <a:ext cx="2322015" cy="1692848"/>
              <a:chOff x="4875791" y="946666"/>
              <a:chExt cx="1263475" cy="1443671"/>
            </a:xfrm>
          </p:grpSpPr>
          <p:sp>
            <p:nvSpPr>
              <p:cNvPr id="279" name="Google Shape;279;p21"/>
              <p:cNvSpPr/>
              <p:nvPr/>
            </p:nvSpPr>
            <p:spPr>
              <a:xfrm>
                <a:off x="5455534" y="1055601"/>
                <a:ext cx="53695" cy="44148"/>
              </a:xfrm>
              <a:custGeom>
                <a:rect b="b" l="l" r="r" t="t"/>
                <a:pathLst>
                  <a:path extrusionOk="0" h="2830" w="3442">
                    <a:moveTo>
                      <a:pt x="2902" y="0"/>
                    </a:moveTo>
                    <a:cubicBezTo>
                      <a:pt x="2802" y="0"/>
                      <a:pt x="2699" y="38"/>
                      <a:pt x="2608" y="113"/>
                    </a:cubicBezTo>
                    <a:cubicBezTo>
                      <a:pt x="2174" y="439"/>
                      <a:pt x="1666" y="838"/>
                      <a:pt x="1232" y="1200"/>
                    </a:cubicBezTo>
                    <a:cubicBezTo>
                      <a:pt x="906" y="1490"/>
                      <a:pt x="580" y="1743"/>
                      <a:pt x="254" y="1997"/>
                    </a:cubicBezTo>
                    <a:cubicBezTo>
                      <a:pt x="36" y="2142"/>
                      <a:pt x="0" y="2432"/>
                      <a:pt x="145" y="2649"/>
                    </a:cubicBezTo>
                    <a:cubicBezTo>
                      <a:pt x="254" y="2758"/>
                      <a:pt x="362" y="2830"/>
                      <a:pt x="507" y="2830"/>
                    </a:cubicBezTo>
                    <a:cubicBezTo>
                      <a:pt x="616" y="2830"/>
                      <a:pt x="725" y="2794"/>
                      <a:pt x="797" y="2721"/>
                    </a:cubicBezTo>
                    <a:cubicBezTo>
                      <a:pt x="1123" y="2504"/>
                      <a:pt x="1449" y="2214"/>
                      <a:pt x="1811" y="1924"/>
                    </a:cubicBezTo>
                    <a:cubicBezTo>
                      <a:pt x="2246" y="1562"/>
                      <a:pt x="2717" y="1200"/>
                      <a:pt x="3151" y="874"/>
                    </a:cubicBezTo>
                    <a:cubicBezTo>
                      <a:pt x="3369" y="729"/>
                      <a:pt x="3441" y="403"/>
                      <a:pt x="3260" y="222"/>
                    </a:cubicBezTo>
                    <a:cubicBezTo>
                      <a:pt x="3176" y="74"/>
                      <a:pt x="3042" y="0"/>
                      <a:pt x="29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21"/>
              <p:cNvSpPr/>
              <p:nvPr/>
            </p:nvSpPr>
            <p:spPr>
              <a:xfrm>
                <a:off x="4875791" y="946666"/>
                <a:ext cx="1263475" cy="1443671"/>
              </a:xfrm>
              <a:custGeom>
                <a:rect b="b" l="l" r="r" t="t"/>
                <a:pathLst>
                  <a:path extrusionOk="0" h="92543" w="80992">
                    <a:moveTo>
                      <a:pt x="38286" y="939"/>
                    </a:moveTo>
                    <a:cubicBezTo>
                      <a:pt x="38395" y="975"/>
                      <a:pt x="38503" y="1011"/>
                      <a:pt x="38576" y="1084"/>
                    </a:cubicBezTo>
                    <a:cubicBezTo>
                      <a:pt x="39409" y="1663"/>
                      <a:pt x="40206" y="2315"/>
                      <a:pt x="40894" y="3040"/>
                    </a:cubicBezTo>
                    <a:cubicBezTo>
                      <a:pt x="40982" y="3127"/>
                      <a:pt x="41109" y="3175"/>
                      <a:pt x="41237" y="3175"/>
                    </a:cubicBezTo>
                    <a:cubicBezTo>
                      <a:pt x="41319" y="3175"/>
                      <a:pt x="41402" y="3155"/>
                      <a:pt x="41474" y="3112"/>
                    </a:cubicBezTo>
                    <a:cubicBezTo>
                      <a:pt x="42234" y="2714"/>
                      <a:pt x="43031" y="2315"/>
                      <a:pt x="43828" y="1989"/>
                    </a:cubicBezTo>
                    <a:cubicBezTo>
                      <a:pt x="44009" y="1881"/>
                      <a:pt x="44190" y="1844"/>
                      <a:pt x="44371" y="1844"/>
                    </a:cubicBezTo>
                    <a:cubicBezTo>
                      <a:pt x="44589" y="1844"/>
                      <a:pt x="44806" y="1953"/>
                      <a:pt x="44987" y="2098"/>
                    </a:cubicBezTo>
                    <a:cubicBezTo>
                      <a:pt x="45494" y="2424"/>
                      <a:pt x="45929" y="2931"/>
                      <a:pt x="46219" y="3510"/>
                    </a:cubicBezTo>
                    <a:cubicBezTo>
                      <a:pt x="46298" y="3670"/>
                      <a:pt x="46455" y="3770"/>
                      <a:pt x="46633" y="3770"/>
                    </a:cubicBezTo>
                    <a:cubicBezTo>
                      <a:pt x="46698" y="3770"/>
                      <a:pt x="46766" y="3757"/>
                      <a:pt x="46834" y="3728"/>
                    </a:cubicBezTo>
                    <a:lnTo>
                      <a:pt x="49877" y="2532"/>
                    </a:lnTo>
                    <a:lnTo>
                      <a:pt x="49877" y="2532"/>
                    </a:lnTo>
                    <a:cubicBezTo>
                      <a:pt x="49442" y="5177"/>
                      <a:pt x="49189" y="7821"/>
                      <a:pt x="49152" y="10501"/>
                    </a:cubicBezTo>
                    <a:cubicBezTo>
                      <a:pt x="49008" y="14232"/>
                      <a:pt x="48863" y="18071"/>
                      <a:pt x="47595" y="21694"/>
                    </a:cubicBezTo>
                    <a:cubicBezTo>
                      <a:pt x="47052" y="21186"/>
                      <a:pt x="46508" y="20752"/>
                      <a:pt x="45893" y="20390"/>
                    </a:cubicBezTo>
                    <a:cubicBezTo>
                      <a:pt x="45675" y="20208"/>
                      <a:pt x="45422" y="20136"/>
                      <a:pt x="45168" y="20100"/>
                    </a:cubicBezTo>
                    <a:lnTo>
                      <a:pt x="45096" y="20100"/>
                    </a:lnTo>
                    <a:cubicBezTo>
                      <a:pt x="44842" y="20136"/>
                      <a:pt x="44589" y="20245"/>
                      <a:pt x="44371" y="20462"/>
                    </a:cubicBezTo>
                    <a:lnTo>
                      <a:pt x="43430" y="21295"/>
                    </a:lnTo>
                    <a:cubicBezTo>
                      <a:pt x="43246" y="21494"/>
                      <a:pt x="42997" y="21590"/>
                      <a:pt x="42749" y="21590"/>
                    </a:cubicBezTo>
                    <a:cubicBezTo>
                      <a:pt x="42411" y="21590"/>
                      <a:pt x="42075" y="21412"/>
                      <a:pt x="41908" y="21078"/>
                    </a:cubicBezTo>
                    <a:lnTo>
                      <a:pt x="41800" y="20897"/>
                    </a:lnTo>
                    <a:cubicBezTo>
                      <a:pt x="41510" y="20390"/>
                      <a:pt x="41039" y="20027"/>
                      <a:pt x="40496" y="19846"/>
                    </a:cubicBezTo>
                    <a:cubicBezTo>
                      <a:pt x="40314" y="19774"/>
                      <a:pt x="40097" y="19738"/>
                      <a:pt x="39916" y="19738"/>
                    </a:cubicBezTo>
                    <a:cubicBezTo>
                      <a:pt x="39300" y="19774"/>
                      <a:pt x="38721" y="19955"/>
                      <a:pt x="38214" y="20208"/>
                    </a:cubicBezTo>
                    <a:lnTo>
                      <a:pt x="35533" y="21331"/>
                    </a:lnTo>
                    <a:cubicBezTo>
                      <a:pt x="34773" y="20788"/>
                      <a:pt x="34012" y="20136"/>
                      <a:pt x="33360" y="19448"/>
                    </a:cubicBezTo>
                    <a:cubicBezTo>
                      <a:pt x="33276" y="19342"/>
                      <a:pt x="33142" y="19286"/>
                      <a:pt x="33009" y="19286"/>
                    </a:cubicBezTo>
                    <a:cubicBezTo>
                      <a:pt x="32914" y="19286"/>
                      <a:pt x="32820" y="19315"/>
                      <a:pt x="32744" y="19375"/>
                    </a:cubicBezTo>
                    <a:lnTo>
                      <a:pt x="31875" y="20027"/>
                    </a:lnTo>
                    <a:cubicBezTo>
                      <a:pt x="32020" y="13978"/>
                      <a:pt x="32636" y="7966"/>
                      <a:pt x="33795" y="2025"/>
                    </a:cubicBezTo>
                    <a:lnTo>
                      <a:pt x="35497" y="2750"/>
                    </a:lnTo>
                    <a:cubicBezTo>
                      <a:pt x="35557" y="2786"/>
                      <a:pt x="35622" y="2802"/>
                      <a:pt x="35686" y="2802"/>
                    </a:cubicBezTo>
                    <a:cubicBezTo>
                      <a:pt x="35815" y="2802"/>
                      <a:pt x="35944" y="2738"/>
                      <a:pt x="36040" y="2641"/>
                    </a:cubicBezTo>
                    <a:cubicBezTo>
                      <a:pt x="36620" y="2025"/>
                      <a:pt x="37272" y="1482"/>
                      <a:pt x="37996" y="1047"/>
                    </a:cubicBezTo>
                    <a:cubicBezTo>
                      <a:pt x="38069" y="1011"/>
                      <a:pt x="38177" y="939"/>
                      <a:pt x="38286" y="939"/>
                    </a:cubicBezTo>
                    <a:close/>
                    <a:moveTo>
                      <a:pt x="14090" y="12892"/>
                    </a:moveTo>
                    <a:cubicBezTo>
                      <a:pt x="19089" y="12892"/>
                      <a:pt x="25065" y="12928"/>
                      <a:pt x="31295" y="12964"/>
                    </a:cubicBezTo>
                    <a:cubicBezTo>
                      <a:pt x="31078" y="15645"/>
                      <a:pt x="30969" y="18289"/>
                      <a:pt x="30933" y="20969"/>
                    </a:cubicBezTo>
                    <a:cubicBezTo>
                      <a:pt x="30933" y="21114"/>
                      <a:pt x="31006" y="21295"/>
                      <a:pt x="31187" y="21368"/>
                    </a:cubicBezTo>
                    <a:cubicBezTo>
                      <a:pt x="31252" y="21400"/>
                      <a:pt x="31332" y="21418"/>
                      <a:pt x="31410" y="21418"/>
                    </a:cubicBezTo>
                    <a:cubicBezTo>
                      <a:pt x="31505" y="21418"/>
                      <a:pt x="31598" y="21391"/>
                      <a:pt x="31658" y="21331"/>
                    </a:cubicBezTo>
                    <a:lnTo>
                      <a:pt x="32962" y="20390"/>
                    </a:lnTo>
                    <a:cubicBezTo>
                      <a:pt x="33650" y="21078"/>
                      <a:pt x="34410" y="21694"/>
                      <a:pt x="35244" y="22237"/>
                    </a:cubicBezTo>
                    <a:cubicBezTo>
                      <a:pt x="35312" y="22306"/>
                      <a:pt x="35410" y="22331"/>
                      <a:pt x="35510" y="22331"/>
                    </a:cubicBezTo>
                    <a:cubicBezTo>
                      <a:pt x="35567" y="22331"/>
                      <a:pt x="35625" y="22323"/>
                      <a:pt x="35678" y="22309"/>
                    </a:cubicBezTo>
                    <a:lnTo>
                      <a:pt x="38576" y="21042"/>
                    </a:lnTo>
                    <a:cubicBezTo>
                      <a:pt x="38979" y="20840"/>
                      <a:pt x="39429" y="20730"/>
                      <a:pt x="39888" y="20730"/>
                    </a:cubicBezTo>
                    <a:cubicBezTo>
                      <a:pt x="40005" y="20730"/>
                      <a:pt x="40124" y="20737"/>
                      <a:pt x="40242" y="20752"/>
                    </a:cubicBezTo>
                    <a:cubicBezTo>
                      <a:pt x="40568" y="20824"/>
                      <a:pt x="40749" y="21078"/>
                      <a:pt x="41003" y="21440"/>
                    </a:cubicBezTo>
                    <a:lnTo>
                      <a:pt x="41184" y="21657"/>
                    </a:lnTo>
                    <a:cubicBezTo>
                      <a:pt x="41546" y="22164"/>
                      <a:pt x="42162" y="22490"/>
                      <a:pt x="42814" y="22527"/>
                    </a:cubicBezTo>
                    <a:cubicBezTo>
                      <a:pt x="42959" y="22527"/>
                      <a:pt x="43067" y="22490"/>
                      <a:pt x="43212" y="22490"/>
                    </a:cubicBezTo>
                    <a:cubicBezTo>
                      <a:pt x="43502" y="22382"/>
                      <a:pt x="43792" y="22201"/>
                      <a:pt x="44045" y="21983"/>
                    </a:cubicBezTo>
                    <a:lnTo>
                      <a:pt x="44987" y="21186"/>
                    </a:lnTo>
                    <a:cubicBezTo>
                      <a:pt x="45023" y="21150"/>
                      <a:pt x="45096" y="21078"/>
                      <a:pt x="45132" y="21078"/>
                    </a:cubicBezTo>
                    <a:cubicBezTo>
                      <a:pt x="45204" y="21078"/>
                      <a:pt x="45277" y="21114"/>
                      <a:pt x="45349" y="21186"/>
                    </a:cubicBezTo>
                    <a:cubicBezTo>
                      <a:pt x="46110" y="21657"/>
                      <a:pt x="46798" y="22237"/>
                      <a:pt x="47450" y="22853"/>
                    </a:cubicBezTo>
                    <a:cubicBezTo>
                      <a:pt x="47523" y="22925"/>
                      <a:pt x="47667" y="22997"/>
                      <a:pt x="47776" y="22997"/>
                    </a:cubicBezTo>
                    <a:lnTo>
                      <a:pt x="47885" y="22997"/>
                    </a:lnTo>
                    <a:cubicBezTo>
                      <a:pt x="48030" y="22961"/>
                      <a:pt x="48175" y="22853"/>
                      <a:pt x="48211" y="22708"/>
                    </a:cubicBezTo>
                    <a:cubicBezTo>
                      <a:pt x="49442" y="19593"/>
                      <a:pt x="49804" y="16369"/>
                      <a:pt x="49986" y="13182"/>
                    </a:cubicBezTo>
                    <a:cubicBezTo>
                      <a:pt x="64112" y="13363"/>
                      <a:pt x="76391" y="13544"/>
                      <a:pt x="78782" y="13580"/>
                    </a:cubicBezTo>
                    <a:cubicBezTo>
                      <a:pt x="79941" y="26982"/>
                      <a:pt x="77369" y="83559"/>
                      <a:pt x="77188" y="88087"/>
                    </a:cubicBezTo>
                    <a:cubicBezTo>
                      <a:pt x="72044" y="90369"/>
                      <a:pt x="57157" y="91637"/>
                      <a:pt x="36149" y="91637"/>
                    </a:cubicBezTo>
                    <a:cubicBezTo>
                      <a:pt x="18799" y="91637"/>
                      <a:pt x="3441" y="90695"/>
                      <a:pt x="2137" y="89934"/>
                    </a:cubicBezTo>
                    <a:cubicBezTo>
                      <a:pt x="725" y="87508"/>
                      <a:pt x="1304" y="42847"/>
                      <a:pt x="2029" y="13037"/>
                    </a:cubicBezTo>
                    <a:cubicBezTo>
                      <a:pt x="4274" y="12928"/>
                      <a:pt x="8331" y="12892"/>
                      <a:pt x="14090" y="12892"/>
                    </a:cubicBezTo>
                    <a:close/>
                    <a:moveTo>
                      <a:pt x="38269" y="0"/>
                    </a:moveTo>
                    <a:cubicBezTo>
                      <a:pt x="37999" y="0"/>
                      <a:pt x="37725" y="82"/>
                      <a:pt x="37489" y="251"/>
                    </a:cubicBezTo>
                    <a:cubicBezTo>
                      <a:pt x="36801" y="685"/>
                      <a:pt x="36149" y="1192"/>
                      <a:pt x="35569" y="1772"/>
                    </a:cubicBezTo>
                    <a:lnTo>
                      <a:pt x="33650" y="866"/>
                    </a:lnTo>
                    <a:cubicBezTo>
                      <a:pt x="33577" y="830"/>
                      <a:pt x="33505" y="812"/>
                      <a:pt x="33432" y="812"/>
                    </a:cubicBezTo>
                    <a:cubicBezTo>
                      <a:pt x="33360" y="812"/>
                      <a:pt x="33288" y="830"/>
                      <a:pt x="33215" y="866"/>
                    </a:cubicBezTo>
                    <a:cubicBezTo>
                      <a:pt x="33106" y="939"/>
                      <a:pt x="32998" y="1047"/>
                      <a:pt x="32998" y="1192"/>
                    </a:cubicBezTo>
                    <a:cubicBezTo>
                      <a:pt x="32273" y="4778"/>
                      <a:pt x="31730" y="8364"/>
                      <a:pt x="31404" y="12022"/>
                    </a:cubicBezTo>
                    <a:cubicBezTo>
                      <a:pt x="25102" y="11950"/>
                      <a:pt x="19125" y="11914"/>
                      <a:pt x="14090" y="11914"/>
                    </a:cubicBezTo>
                    <a:cubicBezTo>
                      <a:pt x="7933" y="11914"/>
                      <a:pt x="3695" y="11986"/>
                      <a:pt x="1521" y="12059"/>
                    </a:cubicBezTo>
                    <a:cubicBezTo>
                      <a:pt x="1268" y="12095"/>
                      <a:pt x="1087" y="12276"/>
                      <a:pt x="1051" y="12530"/>
                    </a:cubicBezTo>
                    <a:cubicBezTo>
                      <a:pt x="1051" y="12711"/>
                      <a:pt x="616" y="31691"/>
                      <a:pt x="399" y="50671"/>
                    </a:cubicBezTo>
                    <a:cubicBezTo>
                      <a:pt x="0" y="89282"/>
                      <a:pt x="1051" y="90188"/>
                      <a:pt x="1485" y="90586"/>
                    </a:cubicBezTo>
                    <a:cubicBezTo>
                      <a:pt x="2862" y="91782"/>
                      <a:pt x="20501" y="92542"/>
                      <a:pt x="36149" y="92542"/>
                    </a:cubicBezTo>
                    <a:cubicBezTo>
                      <a:pt x="46291" y="92542"/>
                      <a:pt x="70740" y="92180"/>
                      <a:pt x="77840" y="88811"/>
                    </a:cubicBezTo>
                    <a:cubicBezTo>
                      <a:pt x="77985" y="88739"/>
                      <a:pt x="78093" y="88558"/>
                      <a:pt x="78093" y="88413"/>
                    </a:cubicBezTo>
                    <a:cubicBezTo>
                      <a:pt x="78130" y="87761"/>
                      <a:pt x="80991" y="26185"/>
                      <a:pt x="79687" y="13037"/>
                    </a:cubicBezTo>
                    <a:cubicBezTo>
                      <a:pt x="79651" y="12819"/>
                      <a:pt x="79470" y="12638"/>
                      <a:pt x="79216" y="12602"/>
                    </a:cubicBezTo>
                    <a:cubicBezTo>
                      <a:pt x="78999" y="12602"/>
                      <a:pt x="65669" y="12421"/>
                      <a:pt x="50022" y="12204"/>
                    </a:cubicBezTo>
                    <a:cubicBezTo>
                      <a:pt x="50058" y="11660"/>
                      <a:pt x="50058" y="11117"/>
                      <a:pt x="50094" y="10537"/>
                    </a:cubicBezTo>
                    <a:cubicBezTo>
                      <a:pt x="50203" y="7676"/>
                      <a:pt x="50312" y="4706"/>
                      <a:pt x="50927" y="1881"/>
                    </a:cubicBezTo>
                    <a:cubicBezTo>
                      <a:pt x="51013" y="1565"/>
                      <a:pt x="50782" y="1318"/>
                      <a:pt x="50520" y="1318"/>
                    </a:cubicBezTo>
                    <a:cubicBezTo>
                      <a:pt x="50451" y="1318"/>
                      <a:pt x="50380" y="1336"/>
                      <a:pt x="50312" y="1373"/>
                    </a:cubicBezTo>
                    <a:lnTo>
                      <a:pt x="46834" y="2714"/>
                    </a:lnTo>
                    <a:cubicBezTo>
                      <a:pt x="46508" y="2170"/>
                      <a:pt x="46037" y="1699"/>
                      <a:pt x="45530" y="1337"/>
                    </a:cubicBezTo>
                    <a:cubicBezTo>
                      <a:pt x="45168" y="1047"/>
                      <a:pt x="44770" y="903"/>
                      <a:pt x="44371" y="903"/>
                    </a:cubicBezTo>
                    <a:cubicBezTo>
                      <a:pt x="44045" y="903"/>
                      <a:pt x="43719" y="975"/>
                      <a:pt x="43466" y="1120"/>
                    </a:cubicBezTo>
                    <a:cubicBezTo>
                      <a:pt x="42705" y="1446"/>
                      <a:pt x="42017" y="1772"/>
                      <a:pt x="41329" y="2134"/>
                    </a:cubicBezTo>
                    <a:cubicBezTo>
                      <a:pt x="40640" y="1482"/>
                      <a:pt x="39916" y="866"/>
                      <a:pt x="39119" y="323"/>
                    </a:cubicBezTo>
                    <a:cubicBezTo>
                      <a:pt x="38886" y="110"/>
                      <a:pt x="38581" y="0"/>
                      <a:pt x="382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  </a:t>
                </a:r>
                <a:endParaRPr/>
              </a:p>
            </p:txBody>
          </p:sp>
          <p:sp>
            <p:nvSpPr>
              <p:cNvPr id="281" name="Google Shape;281;p21"/>
              <p:cNvSpPr/>
              <p:nvPr/>
            </p:nvSpPr>
            <p:spPr>
              <a:xfrm>
                <a:off x="5451010" y="1048035"/>
                <a:ext cx="109075" cy="99419"/>
              </a:xfrm>
              <a:custGeom>
                <a:rect b="b" l="l" r="r" t="t"/>
                <a:pathLst>
                  <a:path extrusionOk="0" h="6373" w="6992">
                    <a:moveTo>
                      <a:pt x="6448" y="1"/>
                    </a:moveTo>
                    <a:cubicBezTo>
                      <a:pt x="6330" y="1"/>
                      <a:pt x="6212" y="55"/>
                      <a:pt x="6122" y="164"/>
                    </a:cubicBezTo>
                    <a:cubicBezTo>
                      <a:pt x="4311" y="2011"/>
                      <a:pt x="2210" y="4148"/>
                      <a:pt x="326" y="5488"/>
                    </a:cubicBezTo>
                    <a:cubicBezTo>
                      <a:pt x="73" y="5633"/>
                      <a:pt x="0" y="5959"/>
                      <a:pt x="182" y="6176"/>
                    </a:cubicBezTo>
                    <a:cubicBezTo>
                      <a:pt x="269" y="6307"/>
                      <a:pt x="408" y="6372"/>
                      <a:pt x="552" y="6372"/>
                    </a:cubicBezTo>
                    <a:cubicBezTo>
                      <a:pt x="648" y="6372"/>
                      <a:pt x="747" y="6343"/>
                      <a:pt x="834" y="6285"/>
                    </a:cubicBezTo>
                    <a:cubicBezTo>
                      <a:pt x="2826" y="4872"/>
                      <a:pt x="4963" y="2735"/>
                      <a:pt x="6774" y="816"/>
                    </a:cubicBezTo>
                    <a:cubicBezTo>
                      <a:pt x="6991" y="635"/>
                      <a:pt x="6991" y="345"/>
                      <a:pt x="6774" y="164"/>
                    </a:cubicBezTo>
                    <a:cubicBezTo>
                      <a:pt x="6683" y="55"/>
                      <a:pt x="6566" y="1"/>
                      <a:pt x="64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21"/>
              <p:cNvSpPr/>
              <p:nvPr/>
            </p:nvSpPr>
            <p:spPr>
              <a:xfrm>
                <a:off x="5519557" y="1088423"/>
                <a:ext cx="44476" cy="37346"/>
              </a:xfrm>
              <a:custGeom>
                <a:rect b="b" l="l" r="r" t="t"/>
                <a:pathLst>
                  <a:path extrusionOk="0" h="2394" w="2851">
                    <a:moveTo>
                      <a:pt x="2320" y="0"/>
                    </a:moveTo>
                    <a:cubicBezTo>
                      <a:pt x="2232" y="0"/>
                      <a:pt x="2141" y="24"/>
                      <a:pt x="2054" y="74"/>
                    </a:cubicBezTo>
                    <a:cubicBezTo>
                      <a:pt x="1366" y="472"/>
                      <a:pt x="786" y="980"/>
                      <a:pt x="315" y="1595"/>
                    </a:cubicBezTo>
                    <a:cubicBezTo>
                      <a:pt x="0" y="1910"/>
                      <a:pt x="226" y="2394"/>
                      <a:pt x="634" y="2394"/>
                    </a:cubicBezTo>
                    <a:cubicBezTo>
                      <a:pt x="648" y="2394"/>
                      <a:pt x="663" y="2393"/>
                      <a:pt x="677" y="2392"/>
                    </a:cubicBezTo>
                    <a:cubicBezTo>
                      <a:pt x="822" y="2356"/>
                      <a:pt x="931" y="2320"/>
                      <a:pt x="1040" y="2211"/>
                    </a:cubicBezTo>
                    <a:cubicBezTo>
                      <a:pt x="1438" y="1668"/>
                      <a:pt x="1945" y="1233"/>
                      <a:pt x="2525" y="907"/>
                    </a:cubicBezTo>
                    <a:cubicBezTo>
                      <a:pt x="2778" y="798"/>
                      <a:pt x="2851" y="472"/>
                      <a:pt x="2742" y="255"/>
                    </a:cubicBezTo>
                    <a:cubicBezTo>
                      <a:pt x="2647" y="89"/>
                      <a:pt x="2489" y="0"/>
                      <a:pt x="23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21"/>
              <p:cNvSpPr/>
              <p:nvPr/>
            </p:nvSpPr>
            <p:spPr>
              <a:xfrm>
                <a:off x="5373026" y="960737"/>
                <a:ext cx="280285" cy="323794"/>
              </a:xfrm>
              <a:custGeom>
                <a:rect b="b" l="l" r="r" t="t"/>
                <a:pathLst>
                  <a:path extrusionOk="0" h="20756" w="17967">
                    <a:moveTo>
                      <a:pt x="8175" y="6081"/>
                    </a:moveTo>
                    <a:cubicBezTo>
                      <a:pt x="8318" y="6081"/>
                      <a:pt x="8465" y="6155"/>
                      <a:pt x="8549" y="6303"/>
                    </a:cubicBezTo>
                    <a:cubicBezTo>
                      <a:pt x="8694" y="6484"/>
                      <a:pt x="8658" y="6810"/>
                      <a:pt x="8440" y="6955"/>
                    </a:cubicBezTo>
                    <a:cubicBezTo>
                      <a:pt x="7970" y="7281"/>
                      <a:pt x="7535" y="7643"/>
                      <a:pt x="7064" y="8005"/>
                    </a:cubicBezTo>
                    <a:cubicBezTo>
                      <a:pt x="6738" y="8295"/>
                      <a:pt x="6412" y="8585"/>
                      <a:pt x="6086" y="8802"/>
                    </a:cubicBezTo>
                    <a:cubicBezTo>
                      <a:pt x="5977" y="8875"/>
                      <a:pt x="5905" y="8911"/>
                      <a:pt x="5796" y="8911"/>
                    </a:cubicBezTo>
                    <a:cubicBezTo>
                      <a:pt x="5651" y="8911"/>
                      <a:pt x="5507" y="8839"/>
                      <a:pt x="5398" y="8730"/>
                    </a:cubicBezTo>
                    <a:cubicBezTo>
                      <a:pt x="5253" y="8513"/>
                      <a:pt x="5289" y="8223"/>
                      <a:pt x="5507" y="8078"/>
                    </a:cubicBezTo>
                    <a:cubicBezTo>
                      <a:pt x="5833" y="7824"/>
                      <a:pt x="6159" y="7571"/>
                      <a:pt x="6485" y="7281"/>
                    </a:cubicBezTo>
                    <a:cubicBezTo>
                      <a:pt x="6955" y="6919"/>
                      <a:pt x="7390" y="6520"/>
                      <a:pt x="7897" y="6194"/>
                    </a:cubicBezTo>
                    <a:cubicBezTo>
                      <a:pt x="7973" y="6119"/>
                      <a:pt x="8073" y="6081"/>
                      <a:pt x="8175" y="6081"/>
                    </a:cubicBezTo>
                    <a:close/>
                    <a:moveTo>
                      <a:pt x="11674" y="8193"/>
                    </a:moveTo>
                    <a:cubicBezTo>
                      <a:pt x="11847" y="8193"/>
                      <a:pt x="12024" y="8291"/>
                      <a:pt x="12099" y="8440"/>
                    </a:cubicBezTo>
                    <a:cubicBezTo>
                      <a:pt x="12244" y="8657"/>
                      <a:pt x="12135" y="8983"/>
                      <a:pt x="11918" y="9092"/>
                    </a:cubicBezTo>
                    <a:cubicBezTo>
                      <a:pt x="11338" y="9418"/>
                      <a:pt x="10831" y="9853"/>
                      <a:pt x="10396" y="10396"/>
                    </a:cubicBezTo>
                    <a:cubicBezTo>
                      <a:pt x="10324" y="10505"/>
                      <a:pt x="10179" y="10541"/>
                      <a:pt x="10034" y="10577"/>
                    </a:cubicBezTo>
                    <a:cubicBezTo>
                      <a:pt x="10019" y="10578"/>
                      <a:pt x="10005" y="10579"/>
                      <a:pt x="9991" y="10579"/>
                    </a:cubicBezTo>
                    <a:cubicBezTo>
                      <a:pt x="9585" y="10579"/>
                      <a:pt x="9392" y="10095"/>
                      <a:pt x="9672" y="9780"/>
                    </a:cubicBezTo>
                    <a:cubicBezTo>
                      <a:pt x="10179" y="9165"/>
                      <a:pt x="10759" y="8657"/>
                      <a:pt x="11447" y="8259"/>
                    </a:cubicBezTo>
                    <a:cubicBezTo>
                      <a:pt x="11515" y="8214"/>
                      <a:pt x="11594" y="8193"/>
                      <a:pt x="11674" y="8193"/>
                    </a:cubicBezTo>
                    <a:close/>
                    <a:moveTo>
                      <a:pt x="11447" y="5624"/>
                    </a:moveTo>
                    <a:cubicBezTo>
                      <a:pt x="11565" y="5624"/>
                      <a:pt x="11682" y="5669"/>
                      <a:pt x="11773" y="5760"/>
                    </a:cubicBezTo>
                    <a:cubicBezTo>
                      <a:pt x="11954" y="5941"/>
                      <a:pt x="11954" y="6267"/>
                      <a:pt x="11773" y="6448"/>
                    </a:cubicBezTo>
                    <a:cubicBezTo>
                      <a:pt x="9926" y="8331"/>
                      <a:pt x="7789" y="10468"/>
                      <a:pt x="5833" y="11881"/>
                    </a:cubicBezTo>
                    <a:cubicBezTo>
                      <a:pt x="5748" y="11952"/>
                      <a:pt x="5652" y="11984"/>
                      <a:pt x="5558" y="11984"/>
                    </a:cubicBezTo>
                    <a:cubicBezTo>
                      <a:pt x="5411" y="11984"/>
                      <a:pt x="5269" y="11905"/>
                      <a:pt x="5181" y="11772"/>
                    </a:cubicBezTo>
                    <a:cubicBezTo>
                      <a:pt x="4999" y="11591"/>
                      <a:pt x="5072" y="11265"/>
                      <a:pt x="5289" y="11120"/>
                    </a:cubicBezTo>
                    <a:cubicBezTo>
                      <a:pt x="7209" y="9744"/>
                      <a:pt x="9310" y="7643"/>
                      <a:pt x="11121" y="5760"/>
                    </a:cubicBezTo>
                    <a:cubicBezTo>
                      <a:pt x="11211" y="5669"/>
                      <a:pt x="11329" y="5624"/>
                      <a:pt x="11447" y="5624"/>
                    </a:cubicBezTo>
                    <a:close/>
                    <a:moveTo>
                      <a:pt x="6412" y="1"/>
                    </a:moveTo>
                    <a:cubicBezTo>
                      <a:pt x="6303" y="37"/>
                      <a:pt x="6195" y="73"/>
                      <a:pt x="6122" y="145"/>
                    </a:cubicBezTo>
                    <a:cubicBezTo>
                      <a:pt x="5398" y="580"/>
                      <a:pt x="4746" y="1123"/>
                      <a:pt x="4166" y="1739"/>
                    </a:cubicBezTo>
                    <a:cubicBezTo>
                      <a:pt x="4070" y="1836"/>
                      <a:pt x="3941" y="1884"/>
                      <a:pt x="3812" y="1884"/>
                    </a:cubicBezTo>
                    <a:cubicBezTo>
                      <a:pt x="3748" y="1884"/>
                      <a:pt x="3683" y="1872"/>
                      <a:pt x="3623" y="1848"/>
                    </a:cubicBezTo>
                    <a:lnTo>
                      <a:pt x="1921" y="1051"/>
                    </a:lnTo>
                    <a:cubicBezTo>
                      <a:pt x="762" y="6991"/>
                      <a:pt x="146" y="13040"/>
                      <a:pt x="1" y="19089"/>
                    </a:cubicBezTo>
                    <a:lnTo>
                      <a:pt x="870" y="18437"/>
                    </a:lnTo>
                    <a:cubicBezTo>
                      <a:pt x="946" y="18377"/>
                      <a:pt x="1040" y="18348"/>
                      <a:pt x="1135" y="18348"/>
                    </a:cubicBezTo>
                    <a:cubicBezTo>
                      <a:pt x="1268" y="18348"/>
                      <a:pt x="1402" y="18404"/>
                      <a:pt x="1486" y="18510"/>
                    </a:cubicBezTo>
                    <a:cubicBezTo>
                      <a:pt x="2138" y="19198"/>
                      <a:pt x="2899" y="19850"/>
                      <a:pt x="3659" y="20393"/>
                    </a:cubicBezTo>
                    <a:lnTo>
                      <a:pt x="6340" y="19270"/>
                    </a:lnTo>
                    <a:cubicBezTo>
                      <a:pt x="6847" y="19017"/>
                      <a:pt x="7426" y="18836"/>
                      <a:pt x="8042" y="18799"/>
                    </a:cubicBezTo>
                    <a:cubicBezTo>
                      <a:pt x="8223" y="18799"/>
                      <a:pt x="8440" y="18836"/>
                      <a:pt x="8622" y="18908"/>
                    </a:cubicBezTo>
                    <a:cubicBezTo>
                      <a:pt x="9165" y="19089"/>
                      <a:pt x="9636" y="19451"/>
                      <a:pt x="9926" y="19958"/>
                    </a:cubicBezTo>
                    <a:lnTo>
                      <a:pt x="10034" y="20140"/>
                    </a:lnTo>
                    <a:cubicBezTo>
                      <a:pt x="10201" y="20474"/>
                      <a:pt x="10537" y="20652"/>
                      <a:pt x="10875" y="20652"/>
                    </a:cubicBezTo>
                    <a:cubicBezTo>
                      <a:pt x="11123" y="20652"/>
                      <a:pt x="11372" y="20556"/>
                      <a:pt x="11556" y="20357"/>
                    </a:cubicBezTo>
                    <a:lnTo>
                      <a:pt x="12497" y="19524"/>
                    </a:lnTo>
                    <a:cubicBezTo>
                      <a:pt x="12678" y="19343"/>
                      <a:pt x="12932" y="19234"/>
                      <a:pt x="13222" y="19198"/>
                    </a:cubicBezTo>
                    <a:lnTo>
                      <a:pt x="13258" y="19198"/>
                    </a:lnTo>
                    <a:cubicBezTo>
                      <a:pt x="13548" y="19198"/>
                      <a:pt x="13801" y="19306"/>
                      <a:pt x="14019" y="19451"/>
                    </a:cubicBezTo>
                    <a:cubicBezTo>
                      <a:pt x="14598" y="19850"/>
                      <a:pt x="15178" y="20284"/>
                      <a:pt x="15721" y="20755"/>
                    </a:cubicBezTo>
                    <a:cubicBezTo>
                      <a:pt x="16989" y="17133"/>
                      <a:pt x="17134" y="13294"/>
                      <a:pt x="17278" y="9599"/>
                    </a:cubicBezTo>
                    <a:cubicBezTo>
                      <a:pt x="17315" y="6919"/>
                      <a:pt x="17532" y="4238"/>
                      <a:pt x="17967" y="1594"/>
                    </a:cubicBezTo>
                    <a:lnTo>
                      <a:pt x="17967" y="1594"/>
                    </a:lnTo>
                    <a:lnTo>
                      <a:pt x="14924" y="2826"/>
                    </a:lnTo>
                    <a:cubicBezTo>
                      <a:pt x="14867" y="2854"/>
                      <a:pt x="14806" y="2868"/>
                      <a:pt x="14743" y="2868"/>
                    </a:cubicBezTo>
                    <a:cubicBezTo>
                      <a:pt x="14568" y="2868"/>
                      <a:pt x="14389" y="2760"/>
                      <a:pt x="14308" y="2572"/>
                    </a:cubicBezTo>
                    <a:cubicBezTo>
                      <a:pt x="14055" y="1993"/>
                      <a:pt x="13620" y="1522"/>
                      <a:pt x="13077" y="1160"/>
                    </a:cubicBezTo>
                    <a:cubicBezTo>
                      <a:pt x="12932" y="1015"/>
                      <a:pt x="12715" y="942"/>
                      <a:pt x="12461" y="906"/>
                    </a:cubicBezTo>
                    <a:cubicBezTo>
                      <a:pt x="12280" y="942"/>
                      <a:pt x="12099" y="979"/>
                      <a:pt x="11954" y="1051"/>
                    </a:cubicBezTo>
                    <a:cubicBezTo>
                      <a:pt x="11121" y="1413"/>
                      <a:pt x="10360" y="1775"/>
                      <a:pt x="9600" y="2210"/>
                    </a:cubicBezTo>
                    <a:cubicBezTo>
                      <a:pt x="9532" y="2251"/>
                      <a:pt x="9454" y="2271"/>
                      <a:pt x="9375" y="2271"/>
                    </a:cubicBezTo>
                    <a:cubicBezTo>
                      <a:pt x="9244" y="2271"/>
                      <a:pt x="9111" y="2215"/>
                      <a:pt x="9020" y="2101"/>
                    </a:cubicBezTo>
                    <a:cubicBezTo>
                      <a:pt x="8332" y="1413"/>
                      <a:pt x="7535" y="761"/>
                      <a:pt x="6702" y="145"/>
                    </a:cubicBezTo>
                    <a:cubicBezTo>
                      <a:pt x="6629" y="73"/>
                      <a:pt x="6521" y="37"/>
                      <a:pt x="641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</p:grpSp>
        <p:grpSp>
          <p:nvGrpSpPr>
            <p:cNvPr id="284" name="Google Shape;284;p21"/>
            <p:cNvGrpSpPr/>
            <p:nvPr/>
          </p:nvGrpSpPr>
          <p:grpSpPr>
            <a:xfrm>
              <a:off x="2482981" y="3039219"/>
              <a:ext cx="2322015" cy="1692848"/>
              <a:chOff x="4875791" y="946666"/>
              <a:chExt cx="1263475" cy="1443671"/>
            </a:xfrm>
          </p:grpSpPr>
          <p:sp>
            <p:nvSpPr>
              <p:cNvPr id="285" name="Google Shape;285;p21"/>
              <p:cNvSpPr/>
              <p:nvPr/>
            </p:nvSpPr>
            <p:spPr>
              <a:xfrm>
                <a:off x="5455534" y="1055601"/>
                <a:ext cx="53695" cy="44148"/>
              </a:xfrm>
              <a:custGeom>
                <a:rect b="b" l="l" r="r" t="t"/>
                <a:pathLst>
                  <a:path extrusionOk="0" h="2830" w="3442">
                    <a:moveTo>
                      <a:pt x="2902" y="0"/>
                    </a:moveTo>
                    <a:cubicBezTo>
                      <a:pt x="2802" y="0"/>
                      <a:pt x="2699" y="38"/>
                      <a:pt x="2608" y="113"/>
                    </a:cubicBezTo>
                    <a:cubicBezTo>
                      <a:pt x="2174" y="439"/>
                      <a:pt x="1666" y="838"/>
                      <a:pt x="1232" y="1200"/>
                    </a:cubicBezTo>
                    <a:cubicBezTo>
                      <a:pt x="906" y="1490"/>
                      <a:pt x="580" y="1743"/>
                      <a:pt x="254" y="1997"/>
                    </a:cubicBezTo>
                    <a:cubicBezTo>
                      <a:pt x="36" y="2142"/>
                      <a:pt x="0" y="2432"/>
                      <a:pt x="145" y="2649"/>
                    </a:cubicBezTo>
                    <a:cubicBezTo>
                      <a:pt x="254" y="2758"/>
                      <a:pt x="362" y="2830"/>
                      <a:pt x="507" y="2830"/>
                    </a:cubicBezTo>
                    <a:cubicBezTo>
                      <a:pt x="616" y="2830"/>
                      <a:pt x="725" y="2794"/>
                      <a:pt x="797" y="2721"/>
                    </a:cubicBezTo>
                    <a:cubicBezTo>
                      <a:pt x="1123" y="2504"/>
                      <a:pt x="1449" y="2214"/>
                      <a:pt x="1811" y="1924"/>
                    </a:cubicBezTo>
                    <a:cubicBezTo>
                      <a:pt x="2246" y="1562"/>
                      <a:pt x="2717" y="1200"/>
                      <a:pt x="3151" y="874"/>
                    </a:cubicBezTo>
                    <a:cubicBezTo>
                      <a:pt x="3369" y="729"/>
                      <a:pt x="3441" y="403"/>
                      <a:pt x="3260" y="222"/>
                    </a:cubicBezTo>
                    <a:cubicBezTo>
                      <a:pt x="3176" y="74"/>
                      <a:pt x="3042" y="0"/>
                      <a:pt x="29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21"/>
              <p:cNvSpPr/>
              <p:nvPr/>
            </p:nvSpPr>
            <p:spPr>
              <a:xfrm>
                <a:off x="4875791" y="946666"/>
                <a:ext cx="1263475" cy="1443671"/>
              </a:xfrm>
              <a:custGeom>
                <a:rect b="b" l="l" r="r" t="t"/>
                <a:pathLst>
                  <a:path extrusionOk="0" h="92543" w="80992">
                    <a:moveTo>
                      <a:pt x="38286" y="939"/>
                    </a:moveTo>
                    <a:cubicBezTo>
                      <a:pt x="38395" y="975"/>
                      <a:pt x="38503" y="1011"/>
                      <a:pt x="38576" y="1084"/>
                    </a:cubicBezTo>
                    <a:cubicBezTo>
                      <a:pt x="39409" y="1663"/>
                      <a:pt x="40206" y="2315"/>
                      <a:pt x="40894" y="3040"/>
                    </a:cubicBezTo>
                    <a:cubicBezTo>
                      <a:pt x="40982" y="3127"/>
                      <a:pt x="41109" y="3175"/>
                      <a:pt x="41237" y="3175"/>
                    </a:cubicBezTo>
                    <a:cubicBezTo>
                      <a:pt x="41319" y="3175"/>
                      <a:pt x="41402" y="3155"/>
                      <a:pt x="41474" y="3112"/>
                    </a:cubicBezTo>
                    <a:cubicBezTo>
                      <a:pt x="42234" y="2714"/>
                      <a:pt x="43031" y="2315"/>
                      <a:pt x="43828" y="1989"/>
                    </a:cubicBezTo>
                    <a:cubicBezTo>
                      <a:pt x="44009" y="1881"/>
                      <a:pt x="44190" y="1844"/>
                      <a:pt x="44371" y="1844"/>
                    </a:cubicBezTo>
                    <a:cubicBezTo>
                      <a:pt x="44589" y="1844"/>
                      <a:pt x="44806" y="1953"/>
                      <a:pt x="44987" y="2098"/>
                    </a:cubicBezTo>
                    <a:cubicBezTo>
                      <a:pt x="45494" y="2424"/>
                      <a:pt x="45929" y="2931"/>
                      <a:pt x="46219" y="3510"/>
                    </a:cubicBezTo>
                    <a:cubicBezTo>
                      <a:pt x="46298" y="3670"/>
                      <a:pt x="46455" y="3770"/>
                      <a:pt x="46633" y="3770"/>
                    </a:cubicBezTo>
                    <a:cubicBezTo>
                      <a:pt x="46698" y="3770"/>
                      <a:pt x="46766" y="3757"/>
                      <a:pt x="46834" y="3728"/>
                    </a:cubicBezTo>
                    <a:lnTo>
                      <a:pt x="49877" y="2532"/>
                    </a:lnTo>
                    <a:lnTo>
                      <a:pt x="49877" y="2532"/>
                    </a:lnTo>
                    <a:cubicBezTo>
                      <a:pt x="49442" y="5177"/>
                      <a:pt x="49189" y="7821"/>
                      <a:pt x="49152" y="10501"/>
                    </a:cubicBezTo>
                    <a:cubicBezTo>
                      <a:pt x="49008" y="14232"/>
                      <a:pt x="48863" y="18071"/>
                      <a:pt x="47595" y="21694"/>
                    </a:cubicBezTo>
                    <a:cubicBezTo>
                      <a:pt x="47052" y="21186"/>
                      <a:pt x="46508" y="20752"/>
                      <a:pt x="45893" y="20390"/>
                    </a:cubicBezTo>
                    <a:cubicBezTo>
                      <a:pt x="45675" y="20208"/>
                      <a:pt x="45422" y="20136"/>
                      <a:pt x="45168" y="20100"/>
                    </a:cubicBezTo>
                    <a:lnTo>
                      <a:pt x="45096" y="20100"/>
                    </a:lnTo>
                    <a:cubicBezTo>
                      <a:pt x="44842" y="20136"/>
                      <a:pt x="44589" y="20245"/>
                      <a:pt x="44371" y="20462"/>
                    </a:cubicBezTo>
                    <a:lnTo>
                      <a:pt x="43430" y="21295"/>
                    </a:lnTo>
                    <a:cubicBezTo>
                      <a:pt x="43246" y="21494"/>
                      <a:pt x="42997" y="21590"/>
                      <a:pt x="42749" y="21590"/>
                    </a:cubicBezTo>
                    <a:cubicBezTo>
                      <a:pt x="42411" y="21590"/>
                      <a:pt x="42075" y="21412"/>
                      <a:pt x="41908" y="21078"/>
                    </a:cubicBezTo>
                    <a:lnTo>
                      <a:pt x="41800" y="20897"/>
                    </a:lnTo>
                    <a:cubicBezTo>
                      <a:pt x="41510" y="20390"/>
                      <a:pt x="41039" y="20027"/>
                      <a:pt x="40496" y="19846"/>
                    </a:cubicBezTo>
                    <a:cubicBezTo>
                      <a:pt x="40314" y="19774"/>
                      <a:pt x="40097" y="19738"/>
                      <a:pt x="39916" y="19738"/>
                    </a:cubicBezTo>
                    <a:cubicBezTo>
                      <a:pt x="39300" y="19774"/>
                      <a:pt x="38721" y="19955"/>
                      <a:pt x="38214" y="20208"/>
                    </a:cubicBezTo>
                    <a:lnTo>
                      <a:pt x="35533" y="21331"/>
                    </a:lnTo>
                    <a:cubicBezTo>
                      <a:pt x="34773" y="20788"/>
                      <a:pt x="34012" y="20136"/>
                      <a:pt x="33360" y="19448"/>
                    </a:cubicBezTo>
                    <a:cubicBezTo>
                      <a:pt x="33276" y="19342"/>
                      <a:pt x="33142" y="19286"/>
                      <a:pt x="33009" y="19286"/>
                    </a:cubicBezTo>
                    <a:cubicBezTo>
                      <a:pt x="32914" y="19286"/>
                      <a:pt x="32820" y="19315"/>
                      <a:pt x="32744" y="19375"/>
                    </a:cubicBezTo>
                    <a:lnTo>
                      <a:pt x="31875" y="20027"/>
                    </a:lnTo>
                    <a:cubicBezTo>
                      <a:pt x="32020" y="13978"/>
                      <a:pt x="32636" y="7966"/>
                      <a:pt x="33795" y="2025"/>
                    </a:cubicBezTo>
                    <a:lnTo>
                      <a:pt x="35497" y="2750"/>
                    </a:lnTo>
                    <a:cubicBezTo>
                      <a:pt x="35557" y="2786"/>
                      <a:pt x="35622" y="2802"/>
                      <a:pt x="35686" y="2802"/>
                    </a:cubicBezTo>
                    <a:cubicBezTo>
                      <a:pt x="35815" y="2802"/>
                      <a:pt x="35944" y="2738"/>
                      <a:pt x="36040" y="2641"/>
                    </a:cubicBezTo>
                    <a:cubicBezTo>
                      <a:pt x="36620" y="2025"/>
                      <a:pt x="37272" y="1482"/>
                      <a:pt x="37996" y="1047"/>
                    </a:cubicBezTo>
                    <a:cubicBezTo>
                      <a:pt x="38069" y="1011"/>
                      <a:pt x="38177" y="939"/>
                      <a:pt x="38286" y="939"/>
                    </a:cubicBezTo>
                    <a:close/>
                    <a:moveTo>
                      <a:pt x="14090" y="12892"/>
                    </a:moveTo>
                    <a:cubicBezTo>
                      <a:pt x="19089" y="12892"/>
                      <a:pt x="25065" y="12928"/>
                      <a:pt x="31295" y="12964"/>
                    </a:cubicBezTo>
                    <a:cubicBezTo>
                      <a:pt x="31078" y="15645"/>
                      <a:pt x="30969" y="18289"/>
                      <a:pt x="30933" y="20969"/>
                    </a:cubicBezTo>
                    <a:cubicBezTo>
                      <a:pt x="30933" y="21114"/>
                      <a:pt x="31006" y="21295"/>
                      <a:pt x="31187" y="21368"/>
                    </a:cubicBezTo>
                    <a:cubicBezTo>
                      <a:pt x="31252" y="21400"/>
                      <a:pt x="31332" y="21418"/>
                      <a:pt x="31410" y="21418"/>
                    </a:cubicBezTo>
                    <a:cubicBezTo>
                      <a:pt x="31505" y="21418"/>
                      <a:pt x="31598" y="21391"/>
                      <a:pt x="31658" y="21331"/>
                    </a:cubicBezTo>
                    <a:lnTo>
                      <a:pt x="32962" y="20390"/>
                    </a:lnTo>
                    <a:cubicBezTo>
                      <a:pt x="33650" y="21078"/>
                      <a:pt x="34410" y="21694"/>
                      <a:pt x="35244" y="22237"/>
                    </a:cubicBezTo>
                    <a:cubicBezTo>
                      <a:pt x="35312" y="22306"/>
                      <a:pt x="35410" y="22331"/>
                      <a:pt x="35510" y="22331"/>
                    </a:cubicBezTo>
                    <a:cubicBezTo>
                      <a:pt x="35567" y="22331"/>
                      <a:pt x="35625" y="22323"/>
                      <a:pt x="35678" y="22309"/>
                    </a:cubicBezTo>
                    <a:lnTo>
                      <a:pt x="38576" y="21042"/>
                    </a:lnTo>
                    <a:cubicBezTo>
                      <a:pt x="38979" y="20840"/>
                      <a:pt x="39429" y="20730"/>
                      <a:pt x="39888" y="20730"/>
                    </a:cubicBezTo>
                    <a:cubicBezTo>
                      <a:pt x="40005" y="20730"/>
                      <a:pt x="40124" y="20737"/>
                      <a:pt x="40242" y="20752"/>
                    </a:cubicBezTo>
                    <a:cubicBezTo>
                      <a:pt x="40568" y="20824"/>
                      <a:pt x="40749" y="21078"/>
                      <a:pt x="41003" y="21440"/>
                    </a:cubicBezTo>
                    <a:lnTo>
                      <a:pt x="41184" y="21657"/>
                    </a:lnTo>
                    <a:cubicBezTo>
                      <a:pt x="41546" y="22164"/>
                      <a:pt x="42162" y="22490"/>
                      <a:pt x="42814" y="22527"/>
                    </a:cubicBezTo>
                    <a:cubicBezTo>
                      <a:pt x="42959" y="22527"/>
                      <a:pt x="43067" y="22490"/>
                      <a:pt x="43212" y="22490"/>
                    </a:cubicBezTo>
                    <a:cubicBezTo>
                      <a:pt x="43502" y="22382"/>
                      <a:pt x="43792" y="22201"/>
                      <a:pt x="44045" y="21983"/>
                    </a:cubicBezTo>
                    <a:lnTo>
                      <a:pt x="44987" y="21186"/>
                    </a:lnTo>
                    <a:cubicBezTo>
                      <a:pt x="45023" y="21150"/>
                      <a:pt x="45096" y="21078"/>
                      <a:pt x="45132" y="21078"/>
                    </a:cubicBezTo>
                    <a:cubicBezTo>
                      <a:pt x="45204" y="21078"/>
                      <a:pt x="45277" y="21114"/>
                      <a:pt x="45349" y="21186"/>
                    </a:cubicBezTo>
                    <a:cubicBezTo>
                      <a:pt x="46110" y="21657"/>
                      <a:pt x="46798" y="22237"/>
                      <a:pt x="47450" y="22853"/>
                    </a:cubicBezTo>
                    <a:cubicBezTo>
                      <a:pt x="47523" y="22925"/>
                      <a:pt x="47667" y="22997"/>
                      <a:pt x="47776" y="22997"/>
                    </a:cubicBezTo>
                    <a:lnTo>
                      <a:pt x="47885" y="22997"/>
                    </a:lnTo>
                    <a:cubicBezTo>
                      <a:pt x="48030" y="22961"/>
                      <a:pt x="48175" y="22853"/>
                      <a:pt x="48211" y="22708"/>
                    </a:cubicBezTo>
                    <a:cubicBezTo>
                      <a:pt x="49442" y="19593"/>
                      <a:pt x="49804" y="16369"/>
                      <a:pt x="49986" y="13182"/>
                    </a:cubicBezTo>
                    <a:cubicBezTo>
                      <a:pt x="64112" y="13363"/>
                      <a:pt x="76391" y="13544"/>
                      <a:pt x="78782" y="13580"/>
                    </a:cubicBezTo>
                    <a:cubicBezTo>
                      <a:pt x="79941" y="26982"/>
                      <a:pt x="77369" y="83559"/>
                      <a:pt x="77188" y="88087"/>
                    </a:cubicBezTo>
                    <a:cubicBezTo>
                      <a:pt x="72044" y="90369"/>
                      <a:pt x="57157" y="91637"/>
                      <a:pt x="36149" y="91637"/>
                    </a:cubicBezTo>
                    <a:cubicBezTo>
                      <a:pt x="18799" y="91637"/>
                      <a:pt x="3441" y="90695"/>
                      <a:pt x="2137" y="89934"/>
                    </a:cubicBezTo>
                    <a:cubicBezTo>
                      <a:pt x="725" y="87508"/>
                      <a:pt x="1304" y="42847"/>
                      <a:pt x="2029" y="13037"/>
                    </a:cubicBezTo>
                    <a:cubicBezTo>
                      <a:pt x="4274" y="12928"/>
                      <a:pt x="8331" y="12892"/>
                      <a:pt x="14090" y="12892"/>
                    </a:cubicBezTo>
                    <a:close/>
                    <a:moveTo>
                      <a:pt x="38269" y="0"/>
                    </a:moveTo>
                    <a:cubicBezTo>
                      <a:pt x="37999" y="0"/>
                      <a:pt x="37725" y="82"/>
                      <a:pt x="37489" y="251"/>
                    </a:cubicBezTo>
                    <a:cubicBezTo>
                      <a:pt x="36801" y="685"/>
                      <a:pt x="36149" y="1192"/>
                      <a:pt x="35569" y="1772"/>
                    </a:cubicBezTo>
                    <a:lnTo>
                      <a:pt x="33650" y="866"/>
                    </a:lnTo>
                    <a:cubicBezTo>
                      <a:pt x="33577" y="830"/>
                      <a:pt x="33505" y="812"/>
                      <a:pt x="33432" y="812"/>
                    </a:cubicBezTo>
                    <a:cubicBezTo>
                      <a:pt x="33360" y="812"/>
                      <a:pt x="33288" y="830"/>
                      <a:pt x="33215" y="866"/>
                    </a:cubicBezTo>
                    <a:cubicBezTo>
                      <a:pt x="33106" y="939"/>
                      <a:pt x="32998" y="1047"/>
                      <a:pt x="32998" y="1192"/>
                    </a:cubicBezTo>
                    <a:cubicBezTo>
                      <a:pt x="32273" y="4778"/>
                      <a:pt x="31730" y="8364"/>
                      <a:pt x="31404" y="12022"/>
                    </a:cubicBezTo>
                    <a:cubicBezTo>
                      <a:pt x="25102" y="11950"/>
                      <a:pt x="19125" y="11914"/>
                      <a:pt x="14090" y="11914"/>
                    </a:cubicBezTo>
                    <a:cubicBezTo>
                      <a:pt x="7933" y="11914"/>
                      <a:pt x="3695" y="11986"/>
                      <a:pt x="1521" y="12059"/>
                    </a:cubicBezTo>
                    <a:cubicBezTo>
                      <a:pt x="1268" y="12095"/>
                      <a:pt x="1087" y="12276"/>
                      <a:pt x="1051" y="12530"/>
                    </a:cubicBezTo>
                    <a:cubicBezTo>
                      <a:pt x="1051" y="12711"/>
                      <a:pt x="616" y="31691"/>
                      <a:pt x="399" y="50671"/>
                    </a:cubicBezTo>
                    <a:cubicBezTo>
                      <a:pt x="0" y="89282"/>
                      <a:pt x="1051" y="90188"/>
                      <a:pt x="1485" y="90586"/>
                    </a:cubicBezTo>
                    <a:cubicBezTo>
                      <a:pt x="2862" y="91782"/>
                      <a:pt x="20501" y="92542"/>
                      <a:pt x="36149" y="92542"/>
                    </a:cubicBezTo>
                    <a:cubicBezTo>
                      <a:pt x="46291" y="92542"/>
                      <a:pt x="70740" y="92180"/>
                      <a:pt x="77840" y="88811"/>
                    </a:cubicBezTo>
                    <a:cubicBezTo>
                      <a:pt x="77985" y="88739"/>
                      <a:pt x="78093" y="88558"/>
                      <a:pt x="78093" y="88413"/>
                    </a:cubicBezTo>
                    <a:cubicBezTo>
                      <a:pt x="78130" y="87761"/>
                      <a:pt x="80991" y="26185"/>
                      <a:pt x="79687" y="13037"/>
                    </a:cubicBezTo>
                    <a:cubicBezTo>
                      <a:pt x="79651" y="12819"/>
                      <a:pt x="79470" y="12638"/>
                      <a:pt x="79216" y="12602"/>
                    </a:cubicBezTo>
                    <a:cubicBezTo>
                      <a:pt x="78999" y="12602"/>
                      <a:pt x="65669" y="12421"/>
                      <a:pt x="50022" y="12204"/>
                    </a:cubicBezTo>
                    <a:cubicBezTo>
                      <a:pt x="50058" y="11660"/>
                      <a:pt x="50058" y="11117"/>
                      <a:pt x="50094" y="10537"/>
                    </a:cubicBezTo>
                    <a:cubicBezTo>
                      <a:pt x="50203" y="7676"/>
                      <a:pt x="50312" y="4706"/>
                      <a:pt x="50927" y="1881"/>
                    </a:cubicBezTo>
                    <a:cubicBezTo>
                      <a:pt x="51013" y="1565"/>
                      <a:pt x="50782" y="1318"/>
                      <a:pt x="50520" y="1318"/>
                    </a:cubicBezTo>
                    <a:cubicBezTo>
                      <a:pt x="50451" y="1318"/>
                      <a:pt x="50380" y="1336"/>
                      <a:pt x="50312" y="1373"/>
                    </a:cubicBezTo>
                    <a:lnTo>
                      <a:pt x="46834" y="2714"/>
                    </a:lnTo>
                    <a:cubicBezTo>
                      <a:pt x="46508" y="2170"/>
                      <a:pt x="46037" y="1699"/>
                      <a:pt x="45530" y="1337"/>
                    </a:cubicBezTo>
                    <a:cubicBezTo>
                      <a:pt x="45168" y="1047"/>
                      <a:pt x="44770" y="903"/>
                      <a:pt x="44371" y="903"/>
                    </a:cubicBezTo>
                    <a:cubicBezTo>
                      <a:pt x="44045" y="903"/>
                      <a:pt x="43719" y="975"/>
                      <a:pt x="43466" y="1120"/>
                    </a:cubicBezTo>
                    <a:cubicBezTo>
                      <a:pt x="42705" y="1446"/>
                      <a:pt x="42017" y="1772"/>
                      <a:pt x="41329" y="2134"/>
                    </a:cubicBezTo>
                    <a:cubicBezTo>
                      <a:pt x="40640" y="1482"/>
                      <a:pt x="39916" y="866"/>
                      <a:pt x="39119" y="323"/>
                    </a:cubicBezTo>
                    <a:cubicBezTo>
                      <a:pt x="38886" y="110"/>
                      <a:pt x="38581" y="0"/>
                      <a:pt x="382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  </a:t>
                </a:r>
                <a:endParaRPr/>
              </a:p>
            </p:txBody>
          </p:sp>
          <p:sp>
            <p:nvSpPr>
              <p:cNvPr id="287" name="Google Shape;287;p21"/>
              <p:cNvSpPr/>
              <p:nvPr/>
            </p:nvSpPr>
            <p:spPr>
              <a:xfrm>
                <a:off x="5451010" y="1048035"/>
                <a:ext cx="109075" cy="99419"/>
              </a:xfrm>
              <a:custGeom>
                <a:rect b="b" l="l" r="r" t="t"/>
                <a:pathLst>
                  <a:path extrusionOk="0" h="6373" w="6992">
                    <a:moveTo>
                      <a:pt x="6448" y="1"/>
                    </a:moveTo>
                    <a:cubicBezTo>
                      <a:pt x="6330" y="1"/>
                      <a:pt x="6212" y="55"/>
                      <a:pt x="6122" y="164"/>
                    </a:cubicBezTo>
                    <a:cubicBezTo>
                      <a:pt x="4311" y="2011"/>
                      <a:pt x="2210" y="4148"/>
                      <a:pt x="326" y="5488"/>
                    </a:cubicBezTo>
                    <a:cubicBezTo>
                      <a:pt x="73" y="5633"/>
                      <a:pt x="0" y="5959"/>
                      <a:pt x="182" y="6176"/>
                    </a:cubicBezTo>
                    <a:cubicBezTo>
                      <a:pt x="269" y="6307"/>
                      <a:pt x="408" y="6372"/>
                      <a:pt x="552" y="6372"/>
                    </a:cubicBezTo>
                    <a:cubicBezTo>
                      <a:pt x="648" y="6372"/>
                      <a:pt x="747" y="6343"/>
                      <a:pt x="834" y="6285"/>
                    </a:cubicBezTo>
                    <a:cubicBezTo>
                      <a:pt x="2826" y="4872"/>
                      <a:pt x="4963" y="2735"/>
                      <a:pt x="6774" y="816"/>
                    </a:cubicBezTo>
                    <a:cubicBezTo>
                      <a:pt x="6991" y="635"/>
                      <a:pt x="6991" y="345"/>
                      <a:pt x="6774" y="164"/>
                    </a:cubicBezTo>
                    <a:cubicBezTo>
                      <a:pt x="6683" y="55"/>
                      <a:pt x="6566" y="1"/>
                      <a:pt x="64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21"/>
              <p:cNvSpPr/>
              <p:nvPr/>
            </p:nvSpPr>
            <p:spPr>
              <a:xfrm>
                <a:off x="5519557" y="1088423"/>
                <a:ext cx="44476" cy="37346"/>
              </a:xfrm>
              <a:custGeom>
                <a:rect b="b" l="l" r="r" t="t"/>
                <a:pathLst>
                  <a:path extrusionOk="0" h="2394" w="2851">
                    <a:moveTo>
                      <a:pt x="2320" y="0"/>
                    </a:moveTo>
                    <a:cubicBezTo>
                      <a:pt x="2232" y="0"/>
                      <a:pt x="2141" y="24"/>
                      <a:pt x="2054" y="74"/>
                    </a:cubicBezTo>
                    <a:cubicBezTo>
                      <a:pt x="1366" y="472"/>
                      <a:pt x="786" y="980"/>
                      <a:pt x="315" y="1595"/>
                    </a:cubicBezTo>
                    <a:cubicBezTo>
                      <a:pt x="0" y="1910"/>
                      <a:pt x="226" y="2394"/>
                      <a:pt x="634" y="2394"/>
                    </a:cubicBezTo>
                    <a:cubicBezTo>
                      <a:pt x="648" y="2394"/>
                      <a:pt x="663" y="2393"/>
                      <a:pt x="677" y="2392"/>
                    </a:cubicBezTo>
                    <a:cubicBezTo>
                      <a:pt x="822" y="2356"/>
                      <a:pt x="931" y="2320"/>
                      <a:pt x="1040" y="2211"/>
                    </a:cubicBezTo>
                    <a:cubicBezTo>
                      <a:pt x="1438" y="1668"/>
                      <a:pt x="1945" y="1233"/>
                      <a:pt x="2525" y="907"/>
                    </a:cubicBezTo>
                    <a:cubicBezTo>
                      <a:pt x="2778" y="798"/>
                      <a:pt x="2851" y="472"/>
                      <a:pt x="2742" y="255"/>
                    </a:cubicBezTo>
                    <a:cubicBezTo>
                      <a:pt x="2647" y="89"/>
                      <a:pt x="2489" y="0"/>
                      <a:pt x="23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21"/>
              <p:cNvSpPr/>
              <p:nvPr/>
            </p:nvSpPr>
            <p:spPr>
              <a:xfrm>
                <a:off x="5373026" y="960737"/>
                <a:ext cx="280285" cy="323794"/>
              </a:xfrm>
              <a:custGeom>
                <a:rect b="b" l="l" r="r" t="t"/>
                <a:pathLst>
                  <a:path extrusionOk="0" h="20756" w="17967">
                    <a:moveTo>
                      <a:pt x="8175" y="6081"/>
                    </a:moveTo>
                    <a:cubicBezTo>
                      <a:pt x="8318" y="6081"/>
                      <a:pt x="8465" y="6155"/>
                      <a:pt x="8549" y="6303"/>
                    </a:cubicBezTo>
                    <a:cubicBezTo>
                      <a:pt x="8694" y="6484"/>
                      <a:pt x="8658" y="6810"/>
                      <a:pt x="8440" y="6955"/>
                    </a:cubicBezTo>
                    <a:cubicBezTo>
                      <a:pt x="7970" y="7281"/>
                      <a:pt x="7535" y="7643"/>
                      <a:pt x="7064" y="8005"/>
                    </a:cubicBezTo>
                    <a:cubicBezTo>
                      <a:pt x="6738" y="8295"/>
                      <a:pt x="6412" y="8585"/>
                      <a:pt x="6086" y="8802"/>
                    </a:cubicBezTo>
                    <a:cubicBezTo>
                      <a:pt x="5977" y="8875"/>
                      <a:pt x="5905" y="8911"/>
                      <a:pt x="5796" y="8911"/>
                    </a:cubicBezTo>
                    <a:cubicBezTo>
                      <a:pt x="5651" y="8911"/>
                      <a:pt x="5507" y="8839"/>
                      <a:pt x="5398" y="8730"/>
                    </a:cubicBezTo>
                    <a:cubicBezTo>
                      <a:pt x="5253" y="8513"/>
                      <a:pt x="5289" y="8223"/>
                      <a:pt x="5507" y="8078"/>
                    </a:cubicBezTo>
                    <a:cubicBezTo>
                      <a:pt x="5833" y="7824"/>
                      <a:pt x="6159" y="7571"/>
                      <a:pt x="6485" y="7281"/>
                    </a:cubicBezTo>
                    <a:cubicBezTo>
                      <a:pt x="6955" y="6919"/>
                      <a:pt x="7390" y="6520"/>
                      <a:pt x="7897" y="6194"/>
                    </a:cubicBezTo>
                    <a:cubicBezTo>
                      <a:pt x="7973" y="6119"/>
                      <a:pt x="8073" y="6081"/>
                      <a:pt x="8175" y="6081"/>
                    </a:cubicBezTo>
                    <a:close/>
                    <a:moveTo>
                      <a:pt x="11674" y="8193"/>
                    </a:moveTo>
                    <a:cubicBezTo>
                      <a:pt x="11847" y="8193"/>
                      <a:pt x="12024" y="8291"/>
                      <a:pt x="12099" y="8440"/>
                    </a:cubicBezTo>
                    <a:cubicBezTo>
                      <a:pt x="12244" y="8657"/>
                      <a:pt x="12135" y="8983"/>
                      <a:pt x="11918" y="9092"/>
                    </a:cubicBezTo>
                    <a:cubicBezTo>
                      <a:pt x="11338" y="9418"/>
                      <a:pt x="10831" y="9853"/>
                      <a:pt x="10396" y="10396"/>
                    </a:cubicBezTo>
                    <a:cubicBezTo>
                      <a:pt x="10324" y="10505"/>
                      <a:pt x="10179" y="10541"/>
                      <a:pt x="10034" y="10577"/>
                    </a:cubicBezTo>
                    <a:cubicBezTo>
                      <a:pt x="10019" y="10578"/>
                      <a:pt x="10005" y="10579"/>
                      <a:pt x="9991" y="10579"/>
                    </a:cubicBezTo>
                    <a:cubicBezTo>
                      <a:pt x="9585" y="10579"/>
                      <a:pt x="9392" y="10095"/>
                      <a:pt x="9672" y="9780"/>
                    </a:cubicBezTo>
                    <a:cubicBezTo>
                      <a:pt x="10179" y="9165"/>
                      <a:pt x="10759" y="8657"/>
                      <a:pt x="11447" y="8259"/>
                    </a:cubicBezTo>
                    <a:cubicBezTo>
                      <a:pt x="11515" y="8214"/>
                      <a:pt x="11594" y="8193"/>
                      <a:pt x="11674" y="8193"/>
                    </a:cubicBezTo>
                    <a:close/>
                    <a:moveTo>
                      <a:pt x="11447" y="5624"/>
                    </a:moveTo>
                    <a:cubicBezTo>
                      <a:pt x="11565" y="5624"/>
                      <a:pt x="11682" y="5669"/>
                      <a:pt x="11773" y="5760"/>
                    </a:cubicBezTo>
                    <a:cubicBezTo>
                      <a:pt x="11954" y="5941"/>
                      <a:pt x="11954" y="6267"/>
                      <a:pt x="11773" y="6448"/>
                    </a:cubicBezTo>
                    <a:cubicBezTo>
                      <a:pt x="9926" y="8331"/>
                      <a:pt x="7789" y="10468"/>
                      <a:pt x="5833" y="11881"/>
                    </a:cubicBezTo>
                    <a:cubicBezTo>
                      <a:pt x="5748" y="11952"/>
                      <a:pt x="5652" y="11984"/>
                      <a:pt x="5558" y="11984"/>
                    </a:cubicBezTo>
                    <a:cubicBezTo>
                      <a:pt x="5411" y="11984"/>
                      <a:pt x="5269" y="11905"/>
                      <a:pt x="5181" y="11772"/>
                    </a:cubicBezTo>
                    <a:cubicBezTo>
                      <a:pt x="4999" y="11591"/>
                      <a:pt x="5072" y="11265"/>
                      <a:pt x="5289" y="11120"/>
                    </a:cubicBezTo>
                    <a:cubicBezTo>
                      <a:pt x="7209" y="9744"/>
                      <a:pt x="9310" y="7643"/>
                      <a:pt x="11121" y="5760"/>
                    </a:cubicBezTo>
                    <a:cubicBezTo>
                      <a:pt x="11211" y="5669"/>
                      <a:pt x="11329" y="5624"/>
                      <a:pt x="11447" y="5624"/>
                    </a:cubicBezTo>
                    <a:close/>
                    <a:moveTo>
                      <a:pt x="6412" y="1"/>
                    </a:moveTo>
                    <a:cubicBezTo>
                      <a:pt x="6303" y="37"/>
                      <a:pt x="6195" y="73"/>
                      <a:pt x="6122" y="145"/>
                    </a:cubicBezTo>
                    <a:cubicBezTo>
                      <a:pt x="5398" y="580"/>
                      <a:pt x="4746" y="1123"/>
                      <a:pt x="4166" y="1739"/>
                    </a:cubicBezTo>
                    <a:cubicBezTo>
                      <a:pt x="4070" y="1836"/>
                      <a:pt x="3941" y="1884"/>
                      <a:pt x="3812" y="1884"/>
                    </a:cubicBezTo>
                    <a:cubicBezTo>
                      <a:pt x="3748" y="1884"/>
                      <a:pt x="3683" y="1872"/>
                      <a:pt x="3623" y="1848"/>
                    </a:cubicBezTo>
                    <a:lnTo>
                      <a:pt x="1921" y="1051"/>
                    </a:lnTo>
                    <a:cubicBezTo>
                      <a:pt x="762" y="6991"/>
                      <a:pt x="146" y="13040"/>
                      <a:pt x="1" y="19089"/>
                    </a:cubicBezTo>
                    <a:lnTo>
                      <a:pt x="870" y="18437"/>
                    </a:lnTo>
                    <a:cubicBezTo>
                      <a:pt x="946" y="18377"/>
                      <a:pt x="1040" y="18348"/>
                      <a:pt x="1135" y="18348"/>
                    </a:cubicBezTo>
                    <a:cubicBezTo>
                      <a:pt x="1268" y="18348"/>
                      <a:pt x="1402" y="18404"/>
                      <a:pt x="1486" y="18510"/>
                    </a:cubicBezTo>
                    <a:cubicBezTo>
                      <a:pt x="2138" y="19198"/>
                      <a:pt x="2899" y="19850"/>
                      <a:pt x="3659" y="20393"/>
                    </a:cubicBezTo>
                    <a:lnTo>
                      <a:pt x="6340" y="19270"/>
                    </a:lnTo>
                    <a:cubicBezTo>
                      <a:pt x="6847" y="19017"/>
                      <a:pt x="7426" y="18836"/>
                      <a:pt x="8042" y="18799"/>
                    </a:cubicBezTo>
                    <a:cubicBezTo>
                      <a:pt x="8223" y="18799"/>
                      <a:pt x="8440" y="18836"/>
                      <a:pt x="8622" y="18908"/>
                    </a:cubicBezTo>
                    <a:cubicBezTo>
                      <a:pt x="9165" y="19089"/>
                      <a:pt x="9636" y="19451"/>
                      <a:pt x="9926" y="19958"/>
                    </a:cubicBezTo>
                    <a:lnTo>
                      <a:pt x="10034" y="20140"/>
                    </a:lnTo>
                    <a:cubicBezTo>
                      <a:pt x="10201" y="20474"/>
                      <a:pt x="10537" y="20652"/>
                      <a:pt x="10875" y="20652"/>
                    </a:cubicBezTo>
                    <a:cubicBezTo>
                      <a:pt x="11123" y="20652"/>
                      <a:pt x="11372" y="20556"/>
                      <a:pt x="11556" y="20357"/>
                    </a:cubicBezTo>
                    <a:lnTo>
                      <a:pt x="12497" y="19524"/>
                    </a:lnTo>
                    <a:cubicBezTo>
                      <a:pt x="12678" y="19343"/>
                      <a:pt x="12932" y="19234"/>
                      <a:pt x="13222" y="19198"/>
                    </a:cubicBezTo>
                    <a:lnTo>
                      <a:pt x="13258" y="19198"/>
                    </a:lnTo>
                    <a:cubicBezTo>
                      <a:pt x="13548" y="19198"/>
                      <a:pt x="13801" y="19306"/>
                      <a:pt x="14019" y="19451"/>
                    </a:cubicBezTo>
                    <a:cubicBezTo>
                      <a:pt x="14598" y="19850"/>
                      <a:pt x="15178" y="20284"/>
                      <a:pt x="15721" y="20755"/>
                    </a:cubicBezTo>
                    <a:cubicBezTo>
                      <a:pt x="16989" y="17133"/>
                      <a:pt x="17134" y="13294"/>
                      <a:pt x="17278" y="9599"/>
                    </a:cubicBezTo>
                    <a:cubicBezTo>
                      <a:pt x="17315" y="6919"/>
                      <a:pt x="17532" y="4238"/>
                      <a:pt x="17967" y="1594"/>
                    </a:cubicBezTo>
                    <a:lnTo>
                      <a:pt x="17967" y="1594"/>
                    </a:lnTo>
                    <a:lnTo>
                      <a:pt x="14924" y="2826"/>
                    </a:lnTo>
                    <a:cubicBezTo>
                      <a:pt x="14867" y="2854"/>
                      <a:pt x="14806" y="2868"/>
                      <a:pt x="14743" y="2868"/>
                    </a:cubicBezTo>
                    <a:cubicBezTo>
                      <a:pt x="14568" y="2868"/>
                      <a:pt x="14389" y="2760"/>
                      <a:pt x="14308" y="2572"/>
                    </a:cubicBezTo>
                    <a:cubicBezTo>
                      <a:pt x="14055" y="1993"/>
                      <a:pt x="13620" y="1522"/>
                      <a:pt x="13077" y="1160"/>
                    </a:cubicBezTo>
                    <a:cubicBezTo>
                      <a:pt x="12932" y="1015"/>
                      <a:pt x="12715" y="942"/>
                      <a:pt x="12461" y="906"/>
                    </a:cubicBezTo>
                    <a:cubicBezTo>
                      <a:pt x="12280" y="942"/>
                      <a:pt x="12099" y="979"/>
                      <a:pt x="11954" y="1051"/>
                    </a:cubicBezTo>
                    <a:cubicBezTo>
                      <a:pt x="11121" y="1413"/>
                      <a:pt x="10360" y="1775"/>
                      <a:pt x="9600" y="2210"/>
                    </a:cubicBezTo>
                    <a:cubicBezTo>
                      <a:pt x="9532" y="2251"/>
                      <a:pt x="9454" y="2271"/>
                      <a:pt x="9375" y="2271"/>
                    </a:cubicBezTo>
                    <a:cubicBezTo>
                      <a:pt x="9244" y="2271"/>
                      <a:pt x="9111" y="2215"/>
                      <a:pt x="9020" y="2101"/>
                    </a:cubicBezTo>
                    <a:cubicBezTo>
                      <a:pt x="8332" y="1413"/>
                      <a:pt x="7535" y="761"/>
                      <a:pt x="6702" y="145"/>
                    </a:cubicBezTo>
                    <a:cubicBezTo>
                      <a:pt x="6629" y="73"/>
                      <a:pt x="6521" y="37"/>
                      <a:pt x="641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</p:grpSp>
        <p:grpSp>
          <p:nvGrpSpPr>
            <p:cNvPr id="290" name="Google Shape;290;p21"/>
            <p:cNvGrpSpPr/>
            <p:nvPr/>
          </p:nvGrpSpPr>
          <p:grpSpPr>
            <a:xfrm>
              <a:off x="5968931" y="3039219"/>
              <a:ext cx="2322015" cy="1692848"/>
              <a:chOff x="4875791" y="946666"/>
              <a:chExt cx="1263475" cy="1443671"/>
            </a:xfrm>
          </p:grpSpPr>
          <p:sp>
            <p:nvSpPr>
              <p:cNvPr id="291" name="Google Shape;291;p21"/>
              <p:cNvSpPr/>
              <p:nvPr/>
            </p:nvSpPr>
            <p:spPr>
              <a:xfrm>
                <a:off x="5455534" y="1055601"/>
                <a:ext cx="53695" cy="44148"/>
              </a:xfrm>
              <a:custGeom>
                <a:rect b="b" l="l" r="r" t="t"/>
                <a:pathLst>
                  <a:path extrusionOk="0" h="2830" w="3442">
                    <a:moveTo>
                      <a:pt x="2902" y="0"/>
                    </a:moveTo>
                    <a:cubicBezTo>
                      <a:pt x="2802" y="0"/>
                      <a:pt x="2699" y="38"/>
                      <a:pt x="2608" y="113"/>
                    </a:cubicBezTo>
                    <a:cubicBezTo>
                      <a:pt x="2174" y="439"/>
                      <a:pt x="1666" y="838"/>
                      <a:pt x="1232" y="1200"/>
                    </a:cubicBezTo>
                    <a:cubicBezTo>
                      <a:pt x="906" y="1490"/>
                      <a:pt x="580" y="1743"/>
                      <a:pt x="254" y="1997"/>
                    </a:cubicBezTo>
                    <a:cubicBezTo>
                      <a:pt x="36" y="2142"/>
                      <a:pt x="0" y="2432"/>
                      <a:pt x="145" y="2649"/>
                    </a:cubicBezTo>
                    <a:cubicBezTo>
                      <a:pt x="254" y="2758"/>
                      <a:pt x="362" y="2830"/>
                      <a:pt x="507" y="2830"/>
                    </a:cubicBezTo>
                    <a:cubicBezTo>
                      <a:pt x="616" y="2830"/>
                      <a:pt x="725" y="2794"/>
                      <a:pt x="797" y="2721"/>
                    </a:cubicBezTo>
                    <a:cubicBezTo>
                      <a:pt x="1123" y="2504"/>
                      <a:pt x="1449" y="2214"/>
                      <a:pt x="1811" y="1924"/>
                    </a:cubicBezTo>
                    <a:cubicBezTo>
                      <a:pt x="2246" y="1562"/>
                      <a:pt x="2717" y="1200"/>
                      <a:pt x="3151" y="874"/>
                    </a:cubicBezTo>
                    <a:cubicBezTo>
                      <a:pt x="3369" y="729"/>
                      <a:pt x="3441" y="403"/>
                      <a:pt x="3260" y="222"/>
                    </a:cubicBezTo>
                    <a:cubicBezTo>
                      <a:pt x="3176" y="74"/>
                      <a:pt x="3042" y="0"/>
                      <a:pt x="29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21"/>
              <p:cNvSpPr/>
              <p:nvPr/>
            </p:nvSpPr>
            <p:spPr>
              <a:xfrm>
                <a:off x="4875791" y="946666"/>
                <a:ext cx="1263475" cy="1443671"/>
              </a:xfrm>
              <a:custGeom>
                <a:rect b="b" l="l" r="r" t="t"/>
                <a:pathLst>
                  <a:path extrusionOk="0" h="92543" w="80992">
                    <a:moveTo>
                      <a:pt x="38286" y="939"/>
                    </a:moveTo>
                    <a:cubicBezTo>
                      <a:pt x="38395" y="975"/>
                      <a:pt x="38503" y="1011"/>
                      <a:pt x="38576" y="1084"/>
                    </a:cubicBezTo>
                    <a:cubicBezTo>
                      <a:pt x="39409" y="1663"/>
                      <a:pt x="40206" y="2315"/>
                      <a:pt x="40894" y="3040"/>
                    </a:cubicBezTo>
                    <a:cubicBezTo>
                      <a:pt x="40982" y="3127"/>
                      <a:pt x="41109" y="3175"/>
                      <a:pt x="41237" y="3175"/>
                    </a:cubicBezTo>
                    <a:cubicBezTo>
                      <a:pt x="41319" y="3175"/>
                      <a:pt x="41402" y="3155"/>
                      <a:pt x="41474" y="3112"/>
                    </a:cubicBezTo>
                    <a:cubicBezTo>
                      <a:pt x="42234" y="2714"/>
                      <a:pt x="43031" y="2315"/>
                      <a:pt x="43828" y="1989"/>
                    </a:cubicBezTo>
                    <a:cubicBezTo>
                      <a:pt x="44009" y="1881"/>
                      <a:pt x="44190" y="1844"/>
                      <a:pt x="44371" y="1844"/>
                    </a:cubicBezTo>
                    <a:cubicBezTo>
                      <a:pt x="44589" y="1844"/>
                      <a:pt x="44806" y="1953"/>
                      <a:pt x="44987" y="2098"/>
                    </a:cubicBezTo>
                    <a:cubicBezTo>
                      <a:pt x="45494" y="2424"/>
                      <a:pt x="45929" y="2931"/>
                      <a:pt x="46219" y="3510"/>
                    </a:cubicBezTo>
                    <a:cubicBezTo>
                      <a:pt x="46298" y="3670"/>
                      <a:pt x="46455" y="3770"/>
                      <a:pt x="46633" y="3770"/>
                    </a:cubicBezTo>
                    <a:cubicBezTo>
                      <a:pt x="46698" y="3770"/>
                      <a:pt x="46766" y="3757"/>
                      <a:pt x="46834" y="3728"/>
                    </a:cubicBezTo>
                    <a:lnTo>
                      <a:pt x="49877" y="2532"/>
                    </a:lnTo>
                    <a:lnTo>
                      <a:pt x="49877" y="2532"/>
                    </a:lnTo>
                    <a:cubicBezTo>
                      <a:pt x="49442" y="5177"/>
                      <a:pt x="49189" y="7821"/>
                      <a:pt x="49152" y="10501"/>
                    </a:cubicBezTo>
                    <a:cubicBezTo>
                      <a:pt x="49008" y="14232"/>
                      <a:pt x="48863" y="18071"/>
                      <a:pt x="47595" y="21694"/>
                    </a:cubicBezTo>
                    <a:cubicBezTo>
                      <a:pt x="47052" y="21186"/>
                      <a:pt x="46508" y="20752"/>
                      <a:pt x="45893" y="20390"/>
                    </a:cubicBezTo>
                    <a:cubicBezTo>
                      <a:pt x="45675" y="20208"/>
                      <a:pt x="45422" y="20136"/>
                      <a:pt x="45168" y="20100"/>
                    </a:cubicBezTo>
                    <a:lnTo>
                      <a:pt x="45096" y="20100"/>
                    </a:lnTo>
                    <a:cubicBezTo>
                      <a:pt x="44842" y="20136"/>
                      <a:pt x="44589" y="20245"/>
                      <a:pt x="44371" y="20462"/>
                    </a:cubicBezTo>
                    <a:lnTo>
                      <a:pt x="43430" y="21295"/>
                    </a:lnTo>
                    <a:cubicBezTo>
                      <a:pt x="43246" y="21494"/>
                      <a:pt x="42997" y="21590"/>
                      <a:pt x="42749" y="21590"/>
                    </a:cubicBezTo>
                    <a:cubicBezTo>
                      <a:pt x="42411" y="21590"/>
                      <a:pt x="42075" y="21412"/>
                      <a:pt x="41908" y="21078"/>
                    </a:cubicBezTo>
                    <a:lnTo>
                      <a:pt x="41800" y="20897"/>
                    </a:lnTo>
                    <a:cubicBezTo>
                      <a:pt x="41510" y="20390"/>
                      <a:pt x="41039" y="20027"/>
                      <a:pt x="40496" y="19846"/>
                    </a:cubicBezTo>
                    <a:cubicBezTo>
                      <a:pt x="40314" y="19774"/>
                      <a:pt x="40097" y="19738"/>
                      <a:pt x="39916" y="19738"/>
                    </a:cubicBezTo>
                    <a:cubicBezTo>
                      <a:pt x="39300" y="19774"/>
                      <a:pt x="38721" y="19955"/>
                      <a:pt x="38214" y="20208"/>
                    </a:cubicBezTo>
                    <a:lnTo>
                      <a:pt x="35533" y="21331"/>
                    </a:lnTo>
                    <a:cubicBezTo>
                      <a:pt x="34773" y="20788"/>
                      <a:pt x="34012" y="20136"/>
                      <a:pt x="33360" y="19448"/>
                    </a:cubicBezTo>
                    <a:cubicBezTo>
                      <a:pt x="33276" y="19342"/>
                      <a:pt x="33142" y="19286"/>
                      <a:pt x="33009" y="19286"/>
                    </a:cubicBezTo>
                    <a:cubicBezTo>
                      <a:pt x="32914" y="19286"/>
                      <a:pt x="32820" y="19315"/>
                      <a:pt x="32744" y="19375"/>
                    </a:cubicBezTo>
                    <a:lnTo>
                      <a:pt x="31875" y="20027"/>
                    </a:lnTo>
                    <a:cubicBezTo>
                      <a:pt x="32020" y="13978"/>
                      <a:pt x="32636" y="7966"/>
                      <a:pt x="33795" y="2025"/>
                    </a:cubicBezTo>
                    <a:lnTo>
                      <a:pt x="35497" y="2750"/>
                    </a:lnTo>
                    <a:cubicBezTo>
                      <a:pt x="35557" y="2786"/>
                      <a:pt x="35622" y="2802"/>
                      <a:pt x="35686" y="2802"/>
                    </a:cubicBezTo>
                    <a:cubicBezTo>
                      <a:pt x="35815" y="2802"/>
                      <a:pt x="35944" y="2738"/>
                      <a:pt x="36040" y="2641"/>
                    </a:cubicBezTo>
                    <a:cubicBezTo>
                      <a:pt x="36620" y="2025"/>
                      <a:pt x="37272" y="1482"/>
                      <a:pt x="37996" y="1047"/>
                    </a:cubicBezTo>
                    <a:cubicBezTo>
                      <a:pt x="38069" y="1011"/>
                      <a:pt x="38177" y="939"/>
                      <a:pt x="38286" y="939"/>
                    </a:cubicBezTo>
                    <a:close/>
                    <a:moveTo>
                      <a:pt x="14090" y="12892"/>
                    </a:moveTo>
                    <a:cubicBezTo>
                      <a:pt x="19089" y="12892"/>
                      <a:pt x="25065" y="12928"/>
                      <a:pt x="31295" y="12964"/>
                    </a:cubicBezTo>
                    <a:cubicBezTo>
                      <a:pt x="31078" y="15645"/>
                      <a:pt x="30969" y="18289"/>
                      <a:pt x="30933" y="20969"/>
                    </a:cubicBezTo>
                    <a:cubicBezTo>
                      <a:pt x="30933" y="21114"/>
                      <a:pt x="31006" y="21295"/>
                      <a:pt x="31187" y="21368"/>
                    </a:cubicBezTo>
                    <a:cubicBezTo>
                      <a:pt x="31252" y="21400"/>
                      <a:pt x="31332" y="21418"/>
                      <a:pt x="31410" y="21418"/>
                    </a:cubicBezTo>
                    <a:cubicBezTo>
                      <a:pt x="31505" y="21418"/>
                      <a:pt x="31598" y="21391"/>
                      <a:pt x="31658" y="21331"/>
                    </a:cubicBezTo>
                    <a:lnTo>
                      <a:pt x="32962" y="20390"/>
                    </a:lnTo>
                    <a:cubicBezTo>
                      <a:pt x="33650" y="21078"/>
                      <a:pt x="34410" y="21694"/>
                      <a:pt x="35244" y="22237"/>
                    </a:cubicBezTo>
                    <a:cubicBezTo>
                      <a:pt x="35312" y="22306"/>
                      <a:pt x="35410" y="22331"/>
                      <a:pt x="35510" y="22331"/>
                    </a:cubicBezTo>
                    <a:cubicBezTo>
                      <a:pt x="35567" y="22331"/>
                      <a:pt x="35625" y="22323"/>
                      <a:pt x="35678" y="22309"/>
                    </a:cubicBezTo>
                    <a:lnTo>
                      <a:pt x="38576" y="21042"/>
                    </a:lnTo>
                    <a:cubicBezTo>
                      <a:pt x="38979" y="20840"/>
                      <a:pt x="39429" y="20730"/>
                      <a:pt x="39888" y="20730"/>
                    </a:cubicBezTo>
                    <a:cubicBezTo>
                      <a:pt x="40005" y="20730"/>
                      <a:pt x="40124" y="20737"/>
                      <a:pt x="40242" y="20752"/>
                    </a:cubicBezTo>
                    <a:cubicBezTo>
                      <a:pt x="40568" y="20824"/>
                      <a:pt x="40749" y="21078"/>
                      <a:pt x="41003" y="21440"/>
                    </a:cubicBezTo>
                    <a:lnTo>
                      <a:pt x="41184" y="21657"/>
                    </a:lnTo>
                    <a:cubicBezTo>
                      <a:pt x="41546" y="22164"/>
                      <a:pt x="42162" y="22490"/>
                      <a:pt x="42814" y="22527"/>
                    </a:cubicBezTo>
                    <a:cubicBezTo>
                      <a:pt x="42959" y="22527"/>
                      <a:pt x="43067" y="22490"/>
                      <a:pt x="43212" y="22490"/>
                    </a:cubicBezTo>
                    <a:cubicBezTo>
                      <a:pt x="43502" y="22382"/>
                      <a:pt x="43792" y="22201"/>
                      <a:pt x="44045" y="21983"/>
                    </a:cubicBezTo>
                    <a:lnTo>
                      <a:pt x="44987" y="21186"/>
                    </a:lnTo>
                    <a:cubicBezTo>
                      <a:pt x="45023" y="21150"/>
                      <a:pt x="45096" y="21078"/>
                      <a:pt x="45132" y="21078"/>
                    </a:cubicBezTo>
                    <a:cubicBezTo>
                      <a:pt x="45204" y="21078"/>
                      <a:pt x="45277" y="21114"/>
                      <a:pt x="45349" y="21186"/>
                    </a:cubicBezTo>
                    <a:cubicBezTo>
                      <a:pt x="46110" y="21657"/>
                      <a:pt x="46798" y="22237"/>
                      <a:pt x="47450" y="22853"/>
                    </a:cubicBezTo>
                    <a:cubicBezTo>
                      <a:pt x="47523" y="22925"/>
                      <a:pt x="47667" y="22997"/>
                      <a:pt x="47776" y="22997"/>
                    </a:cubicBezTo>
                    <a:lnTo>
                      <a:pt x="47885" y="22997"/>
                    </a:lnTo>
                    <a:cubicBezTo>
                      <a:pt x="48030" y="22961"/>
                      <a:pt x="48175" y="22853"/>
                      <a:pt x="48211" y="22708"/>
                    </a:cubicBezTo>
                    <a:cubicBezTo>
                      <a:pt x="49442" y="19593"/>
                      <a:pt x="49804" y="16369"/>
                      <a:pt x="49986" y="13182"/>
                    </a:cubicBezTo>
                    <a:cubicBezTo>
                      <a:pt x="64112" y="13363"/>
                      <a:pt x="76391" y="13544"/>
                      <a:pt x="78782" y="13580"/>
                    </a:cubicBezTo>
                    <a:cubicBezTo>
                      <a:pt x="79941" y="26982"/>
                      <a:pt x="77369" y="83559"/>
                      <a:pt x="77188" y="88087"/>
                    </a:cubicBezTo>
                    <a:cubicBezTo>
                      <a:pt x="72044" y="90369"/>
                      <a:pt x="57157" y="91637"/>
                      <a:pt x="36149" y="91637"/>
                    </a:cubicBezTo>
                    <a:cubicBezTo>
                      <a:pt x="18799" y="91637"/>
                      <a:pt x="3441" y="90695"/>
                      <a:pt x="2137" y="89934"/>
                    </a:cubicBezTo>
                    <a:cubicBezTo>
                      <a:pt x="725" y="87508"/>
                      <a:pt x="1304" y="42847"/>
                      <a:pt x="2029" y="13037"/>
                    </a:cubicBezTo>
                    <a:cubicBezTo>
                      <a:pt x="4274" y="12928"/>
                      <a:pt x="8331" y="12892"/>
                      <a:pt x="14090" y="12892"/>
                    </a:cubicBezTo>
                    <a:close/>
                    <a:moveTo>
                      <a:pt x="38269" y="0"/>
                    </a:moveTo>
                    <a:cubicBezTo>
                      <a:pt x="37999" y="0"/>
                      <a:pt x="37725" y="82"/>
                      <a:pt x="37489" y="251"/>
                    </a:cubicBezTo>
                    <a:cubicBezTo>
                      <a:pt x="36801" y="685"/>
                      <a:pt x="36149" y="1192"/>
                      <a:pt x="35569" y="1772"/>
                    </a:cubicBezTo>
                    <a:lnTo>
                      <a:pt x="33650" y="866"/>
                    </a:lnTo>
                    <a:cubicBezTo>
                      <a:pt x="33577" y="830"/>
                      <a:pt x="33505" y="812"/>
                      <a:pt x="33432" y="812"/>
                    </a:cubicBezTo>
                    <a:cubicBezTo>
                      <a:pt x="33360" y="812"/>
                      <a:pt x="33288" y="830"/>
                      <a:pt x="33215" y="866"/>
                    </a:cubicBezTo>
                    <a:cubicBezTo>
                      <a:pt x="33106" y="939"/>
                      <a:pt x="32998" y="1047"/>
                      <a:pt x="32998" y="1192"/>
                    </a:cubicBezTo>
                    <a:cubicBezTo>
                      <a:pt x="32273" y="4778"/>
                      <a:pt x="31730" y="8364"/>
                      <a:pt x="31404" y="12022"/>
                    </a:cubicBezTo>
                    <a:cubicBezTo>
                      <a:pt x="25102" y="11950"/>
                      <a:pt x="19125" y="11914"/>
                      <a:pt x="14090" y="11914"/>
                    </a:cubicBezTo>
                    <a:cubicBezTo>
                      <a:pt x="7933" y="11914"/>
                      <a:pt x="3695" y="11986"/>
                      <a:pt x="1521" y="12059"/>
                    </a:cubicBezTo>
                    <a:cubicBezTo>
                      <a:pt x="1268" y="12095"/>
                      <a:pt x="1087" y="12276"/>
                      <a:pt x="1051" y="12530"/>
                    </a:cubicBezTo>
                    <a:cubicBezTo>
                      <a:pt x="1051" y="12711"/>
                      <a:pt x="616" y="31691"/>
                      <a:pt x="399" y="50671"/>
                    </a:cubicBezTo>
                    <a:cubicBezTo>
                      <a:pt x="0" y="89282"/>
                      <a:pt x="1051" y="90188"/>
                      <a:pt x="1485" y="90586"/>
                    </a:cubicBezTo>
                    <a:cubicBezTo>
                      <a:pt x="2862" y="91782"/>
                      <a:pt x="20501" y="92542"/>
                      <a:pt x="36149" y="92542"/>
                    </a:cubicBezTo>
                    <a:cubicBezTo>
                      <a:pt x="46291" y="92542"/>
                      <a:pt x="70740" y="92180"/>
                      <a:pt x="77840" y="88811"/>
                    </a:cubicBezTo>
                    <a:cubicBezTo>
                      <a:pt x="77985" y="88739"/>
                      <a:pt x="78093" y="88558"/>
                      <a:pt x="78093" y="88413"/>
                    </a:cubicBezTo>
                    <a:cubicBezTo>
                      <a:pt x="78130" y="87761"/>
                      <a:pt x="80991" y="26185"/>
                      <a:pt x="79687" y="13037"/>
                    </a:cubicBezTo>
                    <a:cubicBezTo>
                      <a:pt x="79651" y="12819"/>
                      <a:pt x="79470" y="12638"/>
                      <a:pt x="79216" y="12602"/>
                    </a:cubicBezTo>
                    <a:cubicBezTo>
                      <a:pt x="78999" y="12602"/>
                      <a:pt x="65669" y="12421"/>
                      <a:pt x="50022" y="12204"/>
                    </a:cubicBezTo>
                    <a:cubicBezTo>
                      <a:pt x="50058" y="11660"/>
                      <a:pt x="50058" y="11117"/>
                      <a:pt x="50094" y="10537"/>
                    </a:cubicBezTo>
                    <a:cubicBezTo>
                      <a:pt x="50203" y="7676"/>
                      <a:pt x="50312" y="4706"/>
                      <a:pt x="50927" y="1881"/>
                    </a:cubicBezTo>
                    <a:cubicBezTo>
                      <a:pt x="51013" y="1565"/>
                      <a:pt x="50782" y="1318"/>
                      <a:pt x="50520" y="1318"/>
                    </a:cubicBezTo>
                    <a:cubicBezTo>
                      <a:pt x="50451" y="1318"/>
                      <a:pt x="50380" y="1336"/>
                      <a:pt x="50312" y="1373"/>
                    </a:cubicBezTo>
                    <a:lnTo>
                      <a:pt x="46834" y="2714"/>
                    </a:lnTo>
                    <a:cubicBezTo>
                      <a:pt x="46508" y="2170"/>
                      <a:pt x="46037" y="1699"/>
                      <a:pt x="45530" y="1337"/>
                    </a:cubicBezTo>
                    <a:cubicBezTo>
                      <a:pt x="45168" y="1047"/>
                      <a:pt x="44770" y="903"/>
                      <a:pt x="44371" y="903"/>
                    </a:cubicBezTo>
                    <a:cubicBezTo>
                      <a:pt x="44045" y="903"/>
                      <a:pt x="43719" y="975"/>
                      <a:pt x="43466" y="1120"/>
                    </a:cubicBezTo>
                    <a:cubicBezTo>
                      <a:pt x="42705" y="1446"/>
                      <a:pt x="42017" y="1772"/>
                      <a:pt x="41329" y="2134"/>
                    </a:cubicBezTo>
                    <a:cubicBezTo>
                      <a:pt x="40640" y="1482"/>
                      <a:pt x="39916" y="866"/>
                      <a:pt x="39119" y="323"/>
                    </a:cubicBezTo>
                    <a:cubicBezTo>
                      <a:pt x="38886" y="110"/>
                      <a:pt x="38581" y="0"/>
                      <a:pt x="382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  </a:t>
                </a:r>
                <a:endParaRPr/>
              </a:p>
            </p:txBody>
          </p:sp>
          <p:sp>
            <p:nvSpPr>
              <p:cNvPr id="293" name="Google Shape;293;p21"/>
              <p:cNvSpPr/>
              <p:nvPr/>
            </p:nvSpPr>
            <p:spPr>
              <a:xfrm>
                <a:off x="5451010" y="1048035"/>
                <a:ext cx="109075" cy="99419"/>
              </a:xfrm>
              <a:custGeom>
                <a:rect b="b" l="l" r="r" t="t"/>
                <a:pathLst>
                  <a:path extrusionOk="0" h="6373" w="6992">
                    <a:moveTo>
                      <a:pt x="6448" y="1"/>
                    </a:moveTo>
                    <a:cubicBezTo>
                      <a:pt x="6330" y="1"/>
                      <a:pt x="6212" y="55"/>
                      <a:pt x="6122" y="164"/>
                    </a:cubicBezTo>
                    <a:cubicBezTo>
                      <a:pt x="4311" y="2011"/>
                      <a:pt x="2210" y="4148"/>
                      <a:pt x="326" y="5488"/>
                    </a:cubicBezTo>
                    <a:cubicBezTo>
                      <a:pt x="73" y="5633"/>
                      <a:pt x="0" y="5959"/>
                      <a:pt x="182" y="6176"/>
                    </a:cubicBezTo>
                    <a:cubicBezTo>
                      <a:pt x="269" y="6307"/>
                      <a:pt x="408" y="6372"/>
                      <a:pt x="552" y="6372"/>
                    </a:cubicBezTo>
                    <a:cubicBezTo>
                      <a:pt x="648" y="6372"/>
                      <a:pt x="747" y="6343"/>
                      <a:pt x="834" y="6285"/>
                    </a:cubicBezTo>
                    <a:cubicBezTo>
                      <a:pt x="2826" y="4872"/>
                      <a:pt x="4963" y="2735"/>
                      <a:pt x="6774" y="816"/>
                    </a:cubicBezTo>
                    <a:cubicBezTo>
                      <a:pt x="6991" y="635"/>
                      <a:pt x="6991" y="345"/>
                      <a:pt x="6774" y="164"/>
                    </a:cubicBezTo>
                    <a:cubicBezTo>
                      <a:pt x="6683" y="55"/>
                      <a:pt x="6566" y="1"/>
                      <a:pt x="64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21"/>
              <p:cNvSpPr/>
              <p:nvPr/>
            </p:nvSpPr>
            <p:spPr>
              <a:xfrm>
                <a:off x="5519557" y="1088423"/>
                <a:ext cx="44476" cy="37346"/>
              </a:xfrm>
              <a:custGeom>
                <a:rect b="b" l="l" r="r" t="t"/>
                <a:pathLst>
                  <a:path extrusionOk="0" h="2394" w="2851">
                    <a:moveTo>
                      <a:pt x="2320" y="0"/>
                    </a:moveTo>
                    <a:cubicBezTo>
                      <a:pt x="2232" y="0"/>
                      <a:pt x="2141" y="24"/>
                      <a:pt x="2054" y="74"/>
                    </a:cubicBezTo>
                    <a:cubicBezTo>
                      <a:pt x="1366" y="472"/>
                      <a:pt x="786" y="980"/>
                      <a:pt x="315" y="1595"/>
                    </a:cubicBezTo>
                    <a:cubicBezTo>
                      <a:pt x="0" y="1910"/>
                      <a:pt x="226" y="2394"/>
                      <a:pt x="634" y="2394"/>
                    </a:cubicBezTo>
                    <a:cubicBezTo>
                      <a:pt x="648" y="2394"/>
                      <a:pt x="663" y="2393"/>
                      <a:pt x="677" y="2392"/>
                    </a:cubicBezTo>
                    <a:cubicBezTo>
                      <a:pt x="822" y="2356"/>
                      <a:pt x="931" y="2320"/>
                      <a:pt x="1040" y="2211"/>
                    </a:cubicBezTo>
                    <a:cubicBezTo>
                      <a:pt x="1438" y="1668"/>
                      <a:pt x="1945" y="1233"/>
                      <a:pt x="2525" y="907"/>
                    </a:cubicBezTo>
                    <a:cubicBezTo>
                      <a:pt x="2778" y="798"/>
                      <a:pt x="2851" y="472"/>
                      <a:pt x="2742" y="255"/>
                    </a:cubicBezTo>
                    <a:cubicBezTo>
                      <a:pt x="2647" y="89"/>
                      <a:pt x="2489" y="0"/>
                      <a:pt x="23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21"/>
              <p:cNvSpPr/>
              <p:nvPr/>
            </p:nvSpPr>
            <p:spPr>
              <a:xfrm>
                <a:off x="5373026" y="960737"/>
                <a:ext cx="280285" cy="323794"/>
              </a:xfrm>
              <a:custGeom>
                <a:rect b="b" l="l" r="r" t="t"/>
                <a:pathLst>
                  <a:path extrusionOk="0" h="20756" w="17967">
                    <a:moveTo>
                      <a:pt x="8175" y="6081"/>
                    </a:moveTo>
                    <a:cubicBezTo>
                      <a:pt x="8318" y="6081"/>
                      <a:pt x="8465" y="6155"/>
                      <a:pt x="8549" y="6303"/>
                    </a:cubicBezTo>
                    <a:cubicBezTo>
                      <a:pt x="8694" y="6484"/>
                      <a:pt x="8658" y="6810"/>
                      <a:pt x="8440" y="6955"/>
                    </a:cubicBezTo>
                    <a:cubicBezTo>
                      <a:pt x="7970" y="7281"/>
                      <a:pt x="7535" y="7643"/>
                      <a:pt x="7064" y="8005"/>
                    </a:cubicBezTo>
                    <a:cubicBezTo>
                      <a:pt x="6738" y="8295"/>
                      <a:pt x="6412" y="8585"/>
                      <a:pt x="6086" y="8802"/>
                    </a:cubicBezTo>
                    <a:cubicBezTo>
                      <a:pt x="5977" y="8875"/>
                      <a:pt x="5905" y="8911"/>
                      <a:pt x="5796" y="8911"/>
                    </a:cubicBezTo>
                    <a:cubicBezTo>
                      <a:pt x="5651" y="8911"/>
                      <a:pt x="5507" y="8839"/>
                      <a:pt x="5398" y="8730"/>
                    </a:cubicBezTo>
                    <a:cubicBezTo>
                      <a:pt x="5253" y="8513"/>
                      <a:pt x="5289" y="8223"/>
                      <a:pt x="5507" y="8078"/>
                    </a:cubicBezTo>
                    <a:cubicBezTo>
                      <a:pt x="5833" y="7824"/>
                      <a:pt x="6159" y="7571"/>
                      <a:pt x="6485" y="7281"/>
                    </a:cubicBezTo>
                    <a:cubicBezTo>
                      <a:pt x="6955" y="6919"/>
                      <a:pt x="7390" y="6520"/>
                      <a:pt x="7897" y="6194"/>
                    </a:cubicBezTo>
                    <a:cubicBezTo>
                      <a:pt x="7973" y="6119"/>
                      <a:pt x="8073" y="6081"/>
                      <a:pt x="8175" y="6081"/>
                    </a:cubicBezTo>
                    <a:close/>
                    <a:moveTo>
                      <a:pt x="11674" y="8193"/>
                    </a:moveTo>
                    <a:cubicBezTo>
                      <a:pt x="11847" y="8193"/>
                      <a:pt x="12024" y="8291"/>
                      <a:pt x="12099" y="8440"/>
                    </a:cubicBezTo>
                    <a:cubicBezTo>
                      <a:pt x="12244" y="8657"/>
                      <a:pt x="12135" y="8983"/>
                      <a:pt x="11918" y="9092"/>
                    </a:cubicBezTo>
                    <a:cubicBezTo>
                      <a:pt x="11338" y="9418"/>
                      <a:pt x="10831" y="9853"/>
                      <a:pt x="10396" y="10396"/>
                    </a:cubicBezTo>
                    <a:cubicBezTo>
                      <a:pt x="10324" y="10505"/>
                      <a:pt x="10179" y="10541"/>
                      <a:pt x="10034" y="10577"/>
                    </a:cubicBezTo>
                    <a:cubicBezTo>
                      <a:pt x="10019" y="10578"/>
                      <a:pt x="10005" y="10579"/>
                      <a:pt x="9991" y="10579"/>
                    </a:cubicBezTo>
                    <a:cubicBezTo>
                      <a:pt x="9585" y="10579"/>
                      <a:pt x="9392" y="10095"/>
                      <a:pt x="9672" y="9780"/>
                    </a:cubicBezTo>
                    <a:cubicBezTo>
                      <a:pt x="10179" y="9165"/>
                      <a:pt x="10759" y="8657"/>
                      <a:pt x="11447" y="8259"/>
                    </a:cubicBezTo>
                    <a:cubicBezTo>
                      <a:pt x="11515" y="8214"/>
                      <a:pt x="11594" y="8193"/>
                      <a:pt x="11674" y="8193"/>
                    </a:cubicBezTo>
                    <a:close/>
                    <a:moveTo>
                      <a:pt x="11447" y="5624"/>
                    </a:moveTo>
                    <a:cubicBezTo>
                      <a:pt x="11565" y="5624"/>
                      <a:pt x="11682" y="5669"/>
                      <a:pt x="11773" y="5760"/>
                    </a:cubicBezTo>
                    <a:cubicBezTo>
                      <a:pt x="11954" y="5941"/>
                      <a:pt x="11954" y="6267"/>
                      <a:pt x="11773" y="6448"/>
                    </a:cubicBezTo>
                    <a:cubicBezTo>
                      <a:pt x="9926" y="8331"/>
                      <a:pt x="7789" y="10468"/>
                      <a:pt x="5833" y="11881"/>
                    </a:cubicBezTo>
                    <a:cubicBezTo>
                      <a:pt x="5748" y="11952"/>
                      <a:pt x="5652" y="11984"/>
                      <a:pt x="5558" y="11984"/>
                    </a:cubicBezTo>
                    <a:cubicBezTo>
                      <a:pt x="5411" y="11984"/>
                      <a:pt x="5269" y="11905"/>
                      <a:pt x="5181" y="11772"/>
                    </a:cubicBezTo>
                    <a:cubicBezTo>
                      <a:pt x="4999" y="11591"/>
                      <a:pt x="5072" y="11265"/>
                      <a:pt x="5289" y="11120"/>
                    </a:cubicBezTo>
                    <a:cubicBezTo>
                      <a:pt x="7209" y="9744"/>
                      <a:pt x="9310" y="7643"/>
                      <a:pt x="11121" y="5760"/>
                    </a:cubicBezTo>
                    <a:cubicBezTo>
                      <a:pt x="11211" y="5669"/>
                      <a:pt x="11329" y="5624"/>
                      <a:pt x="11447" y="5624"/>
                    </a:cubicBezTo>
                    <a:close/>
                    <a:moveTo>
                      <a:pt x="6412" y="1"/>
                    </a:moveTo>
                    <a:cubicBezTo>
                      <a:pt x="6303" y="37"/>
                      <a:pt x="6195" y="73"/>
                      <a:pt x="6122" y="145"/>
                    </a:cubicBezTo>
                    <a:cubicBezTo>
                      <a:pt x="5398" y="580"/>
                      <a:pt x="4746" y="1123"/>
                      <a:pt x="4166" y="1739"/>
                    </a:cubicBezTo>
                    <a:cubicBezTo>
                      <a:pt x="4070" y="1836"/>
                      <a:pt x="3941" y="1884"/>
                      <a:pt x="3812" y="1884"/>
                    </a:cubicBezTo>
                    <a:cubicBezTo>
                      <a:pt x="3748" y="1884"/>
                      <a:pt x="3683" y="1872"/>
                      <a:pt x="3623" y="1848"/>
                    </a:cubicBezTo>
                    <a:lnTo>
                      <a:pt x="1921" y="1051"/>
                    </a:lnTo>
                    <a:cubicBezTo>
                      <a:pt x="762" y="6991"/>
                      <a:pt x="146" y="13040"/>
                      <a:pt x="1" y="19089"/>
                    </a:cubicBezTo>
                    <a:lnTo>
                      <a:pt x="870" y="18437"/>
                    </a:lnTo>
                    <a:cubicBezTo>
                      <a:pt x="946" y="18377"/>
                      <a:pt x="1040" y="18348"/>
                      <a:pt x="1135" y="18348"/>
                    </a:cubicBezTo>
                    <a:cubicBezTo>
                      <a:pt x="1268" y="18348"/>
                      <a:pt x="1402" y="18404"/>
                      <a:pt x="1486" y="18510"/>
                    </a:cubicBezTo>
                    <a:cubicBezTo>
                      <a:pt x="2138" y="19198"/>
                      <a:pt x="2899" y="19850"/>
                      <a:pt x="3659" y="20393"/>
                    </a:cubicBezTo>
                    <a:lnTo>
                      <a:pt x="6340" y="19270"/>
                    </a:lnTo>
                    <a:cubicBezTo>
                      <a:pt x="6847" y="19017"/>
                      <a:pt x="7426" y="18836"/>
                      <a:pt x="8042" y="18799"/>
                    </a:cubicBezTo>
                    <a:cubicBezTo>
                      <a:pt x="8223" y="18799"/>
                      <a:pt x="8440" y="18836"/>
                      <a:pt x="8622" y="18908"/>
                    </a:cubicBezTo>
                    <a:cubicBezTo>
                      <a:pt x="9165" y="19089"/>
                      <a:pt x="9636" y="19451"/>
                      <a:pt x="9926" y="19958"/>
                    </a:cubicBezTo>
                    <a:lnTo>
                      <a:pt x="10034" y="20140"/>
                    </a:lnTo>
                    <a:cubicBezTo>
                      <a:pt x="10201" y="20474"/>
                      <a:pt x="10537" y="20652"/>
                      <a:pt x="10875" y="20652"/>
                    </a:cubicBezTo>
                    <a:cubicBezTo>
                      <a:pt x="11123" y="20652"/>
                      <a:pt x="11372" y="20556"/>
                      <a:pt x="11556" y="20357"/>
                    </a:cubicBezTo>
                    <a:lnTo>
                      <a:pt x="12497" y="19524"/>
                    </a:lnTo>
                    <a:cubicBezTo>
                      <a:pt x="12678" y="19343"/>
                      <a:pt x="12932" y="19234"/>
                      <a:pt x="13222" y="19198"/>
                    </a:cubicBezTo>
                    <a:lnTo>
                      <a:pt x="13258" y="19198"/>
                    </a:lnTo>
                    <a:cubicBezTo>
                      <a:pt x="13548" y="19198"/>
                      <a:pt x="13801" y="19306"/>
                      <a:pt x="14019" y="19451"/>
                    </a:cubicBezTo>
                    <a:cubicBezTo>
                      <a:pt x="14598" y="19850"/>
                      <a:pt x="15178" y="20284"/>
                      <a:pt x="15721" y="20755"/>
                    </a:cubicBezTo>
                    <a:cubicBezTo>
                      <a:pt x="16989" y="17133"/>
                      <a:pt x="17134" y="13294"/>
                      <a:pt x="17278" y="9599"/>
                    </a:cubicBezTo>
                    <a:cubicBezTo>
                      <a:pt x="17315" y="6919"/>
                      <a:pt x="17532" y="4238"/>
                      <a:pt x="17967" y="1594"/>
                    </a:cubicBezTo>
                    <a:lnTo>
                      <a:pt x="17967" y="1594"/>
                    </a:lnTo>
                    <a:lnTo>
                      <a:pt x="14924" y="2826"/>
                    </a:lnTo>
                    <a:cubicBezTo>
                      <a:pt x="14867" y="2854"/>
                      <a:pt x="14806" y="2868"/>
                      <a:pt x="14743" y="2868"/>
                    </a:cubicBezTo>
                    <a:cubicBezTo>
                      <a:pt x="14568" y="2868"/>
                      <a:pt x="14389" y="2760"/>
                      <a:pt x="14308" y="2572"/>
                    </a:cubicBezTo>
                    <a:cubicBezTo>
                      <a:pt x="14055" y="1993"/>
                      <a:pt x="13620" y="1522"/>
                      <a:pt x="13077" y="1160"/>
                    </a:cubicBezTo>
                    <a:cubicBezTo>
                      <a:pt x="12932" y="1015"/>
                      <a:pt x="12715" y="942"/>
                      <a:pt x="12461" y="906"/>
                    </a:cubicBezTo>
                    <a:cubicBezTo>
                      <a:pt x="12280" y="942"/>
                      <a:pt x="12099" y="979"/>
                      <a:pt x="11954" y="1051"/>
                    </a:cubicBezTo>
                    <a:cubicBezTo>
                      <a:pt x="11121" y="1413"/>
                      <a:pt x="10360" y="1775"/>
                      <a:pt x="9600" y="2210"/>
                    </a:cubicBezTo>
                    <a:cubicBezTo>
                      <a:pt x="9532" y="2251"/>
                      <a:pt x="9454" y="2271"/>
                      <a:pt x="9375" y="2271"/>
                    </a:cubicBezTo>
                    <a:cubicBezTo>
                      <a:pt x="9244" y="2271"/>
                      <a:pt x="9111" y="2215"/>
                      <a:pt x="9020" y="2101"/>
                    </a:cubicBezTo>
                    <a:cubicBezTo>
                      <a:pt x="8332" y="1413"/>
                      <a:pt x="7535" y="761"/>
                      <a:pt x="6702" y="145"/>
                    </a:cubicBezTo>
                    <a:cubicBezTo>
                      <a:pt x="6629" y="73"/>
                      <a:pt x="6521" y="37"/>
                      <a:pt x="641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22"/>
          <p:cNvGrpSpPr/>
          <p:nvPr/>
        </p:nvGrpSpPr>
        <p:grpSpPr>
          <a:xfrm>
            <a:off x="476350" y="1531000"/>
            <a:ext cx="8292091" cy="2690303"/>
            <a:chOff x="476350" y="1531000"/>
            <a:chExt cx="8292091" cy="2690303"/>
          </a:xfrm>
        </p:grpSpPr>
        <p:grpSp>
          <p:nvGrpSpPr>
            <p:cNvPr id="301" name="Google Shape;301;p22"/>
            <p:cNvGrpSpPr/>
            <p:nvPr/>
          </p:nvGrpSpPr>
          <p:grpSpPr>
            <a:xfrm>
              <a:off x="476350" y="1531000"/>
              <a:ext cx="1927366" cy="2690303"/>
              <a:chOff x="476350" y="1531000"/>
              <a:chExt cx="1927366" cy="2690303"/>
            </a:xfrm>
          </p:grpSpPr>
          <p:grpSp>
            <p:nvGrpSpPr>
              <p:cNvPr id="302" name="Google Shape;302;p22"/>
              <p:cNvGrpSpPr/>
              <p:nvPr/>
            </p:nvGrpSpPr>
            <p:grpSpPr>
              <a:xfrm>
                <a:off x="607450" y="1531000"/>
                <a:ext cx="1665207" cy="2690303"/>
                <a:chOff x="607450" y="1531000"/>
                <a:chExt cx="1665207" cy="2690303"/>
              </a:xfrm>
            </p:grpSpPr>
            <p:sp>
              <p:nvSpPr>
                <p:cNvPr id="303" name="Google Shape;303;p22"/>
                <p:cNvSpPr/>
                <p:nvPr/>
              </p:nvSpPr>
              <p:spPr>
                <a:xfrm>
                  <a:off x="607450" y="1531000"/>
                  <a:ext cx="1665207" cy="1566348"/>
                </a:xfrm>
                <a:custGeom>
                  <a:rect b="b" l="l" r="r" t="t"/>
                  <a:pathLst>
                    <a:path extrusionOk="0" h="3955" w="9540">
                      <a:moveTo>
                        <a:pt x="2637" y="0"/>
                      </a:moveTo>
                      <a:lnTo>
                        <a:pt x="2429" y="35"/>
                      </a:lnTo>
                      <a:lnTo>
                        <a:pt x="2221" y="70"/>
                      </a:lnTo>
                      <a:lnTo>
                        <a:pt x="2013" y="70"/>
                      </a:lnTo>
                      <a:lnTo>
                        <a:pt x="1805" y="174"/>
                      </a:lnTo>
                      <a:lnTo>
                        <a:pt x="1562" y="208"/>
                      </a:lnTo>
                      <a:lnTo>
                        <a:pt x="1319" y="243"/>
                      </a:lnTo>
                      <a:lnTo>
                        <a:pt x="1076" y="312"/>
                      </a:lnTo>
                      <a:lnTo>
                        <a:pt x="695" y="486"/>
                      </a:lnTo>
                      <a:lnTo>
                        <a:pt x="486" y="555"/>
                      </a:lnTo>
                      <a:lnTo>
                        <a:pt x="313" y="659"/>
                      </a:lnTo>
                      <a:lnTo>
                        <a:pt x="174" y="798"/>
                      </a:lnTo>
                      <a:lnTo>
                        <a:pt x="70" y="971"/>
                      </a:lnTo>
                      <a:lnTo>
                        <a:pt x="36" y="1180"/>
                      </a:lnTo>
                      <a:lnTo>
                        <a:pt x="1" y="1388"/>
                      </a:lnTo>
                      <a:lnTo>
                        <a:pt x="36" y="1561"/>
                      </a:lnTo>
                      <a:lnTo>
                        <a:pt x="36" y="1700"/>
                      </a:lnTo>
                      <a:lnTo>
                        <a:pt x="1" y="2116"/>
                      </a:lnTo>
                      <a:lnTo>
                        <a:pt x="70" y="2532"/>
                      </a:lnTo>
                      <a:lnTo>
                        <a:pt x="140" y="2914"/>
                      </a:lnTo>
                      <a:lnTo>
                        <a:pt x="244" y="3296"/>
                      </a:lnTo>
                      <a:lnTo>
                        <a:pt x="278" y="3434"/>
                      </a:lnTo>
                      <a:lnTo>
                        <a:pt x="348" y="3538"/>
                      </a:lnTo>
                      <a:lnTo>
                        <a:pt x="417" y="3642"/>
                      </a:lnTo>
                      <a:lnTo>
                        <a:pt x="556" y="3677"/>
                      </a:lnTo>
                      <a:lnTo>
                        <a:pt x="695" y="3712"/>
                      </a:lnTo>
                      <a:lnTo>
                        <a:pt x="868" y="3781"/>
                      </a:lnTo>
                      <a:lnTo>
                        <a:pt x="1041" y="3816"/>
                      </a:lnTo>
                      <a:lnTo>
                        <a:pt x="1215" y="3816"/>
                      </a:lnTo>
                      <a:lnTo>
                        <a:pt x="1284" y="3781"/>
                      </a:lnTo>
                      <a:lnTo>
                        <a:pt x="1388" y="3816"/>
                      </a:lnTo>
                      <a:lnTo>
                        <a:pt x="1562" y="3851"/>
                      </a:lnTo>
                      <a:lnTo>
                        <a:pt x="1805" y="3885"/>
                      </a:lnTo>
                      <a:lnTo>
                        <a:pt x="2013" y="3885"/>
                      </a:lnTo>
                      <a:lnTo>
                        <a:pt x="2498" y="3920"/>
                      </a:lnTo>
                      <a:lnTo>
                        <a:pt x="3019" y="3920"/>
                      </a:lnTo>
                      <a:lnTo>
                        <a:pt x="3296" y="3955"/>
                      </a:lnTo>
                      <a:lnTo>
                        <a:pt x="3574" y="3955"/>
                      </a:lnTo>
                      <a:lnTo>
                        <a:pt x="3782" y="3920"/>
                      </a:lnTo>
                      <a:lnTo>
                        <a:pt x="4441" y="3920"/>
                      </a:lnTo>
                      <a:lnTo>
                        <a:pt x="5135" y="3955"/>
                      </a:lnTo>
                      <a:lnTo>
                        <a:pt x="6453" y="3955"/>
                      </a:lnTo>
                      <a:lnTo>
                        <a:pt x="7042" y="3920"/>
                      </a:lnTo>
                      <a:lnTo>
                        <a:pt x="7806" y="3851"/>
                      </a:lnTo>
                      <a:lnTo>
                        <a:pt x="8187" y="3816"/>
                      </a:lnTo>
                      <a:lnTo>
                        <a:pt x="8569" y="3712"/>
                      </a:lnTo>
                      <a:lnTo>
                        <a:pt x="8777" y="3642"/>
                      </a:lnTo>
                      <a:lnTo>
                        <a:pt x="8916" y="3573"/>
                      </a:lnTo>
                      <a:lnTo>
                        <a:pt x="9020" y="3469"/>
                      </a:lnTo>
                      <a:lnTo>
                        <a:pt x="9158" y="3330"/>
                      </a:lnTo>
                      <a:lnTo>
                        <a:pt x="9262" y="3157"/>
                      </a:lnTo>
                      <a:lnTo>
                        <a:pt x="9332" y="2983"/>
                      </a:lnTo>
                      <a:lnTo>
                        <a:pt x="9401" y="2810"/>
                      </a:lnTo>
                      <a:lnTo>
                        <a:pt x="9471" y="2428"/>
                      </a:lnTo>
                      <a:lnTo>
                        <a:pt x="9505" y="2012"/>
                      </a:lnTo>
                      <a:lnTo>
                        <a:pt x="9540" y="1492"/>
                      </a:lnTo>
                      <a:lnTo>
                        <a:pt x="9505" y="1249"/>
                      </a:lnTo>
                      <a:lnTo>
                        <a:pt x="9471" y="971"/>
                      </a:lnTo>
                      <a:lnTo>
                        <a:pt x="9436" y="763"/>
                      </a:lnTo>
                      <a:lnTo>
                        <a:pt x="9367" y="590"/>
                      </a:lnTo>
                      <a:lnTo>
                        <a:pt x="9262" y="451"/>
                      </a:lnTo>
                      <a:lnTo>
                        <a:pt x="9158" y="347"/>
                      </a:lnTo>
                      <a:lnTo>
                        <a:pt x="8950" y="243"/>
                      </a:lnTo>
                      <a:lnTo>
                        <a:pt x="8742" y="208"/>
                      </a:lnTo>
                      <a:lnTo>
                        <a:pt x="8291" y="139"/>
                      </a:lnTo>
                      <a:lnTo>
                        <a:pt x="7944" y="139"/>
                      </a:lnTo>
                      <a:lnTo>
                        <a:pt x="7632" y="104"/>
                      </a:lnTo>
                      <a:lnTo>
                        <a:pt x="7216" y="35"/>
                      </a:lnTo>
                      <a:lnTo>
                        <a:pt x="6834" y="0"/>
                      </a:lnTo>
                      <a:lnTo>
                        <a:pt x="6383" y="0"/>
                      </a:lnTo>
                      <a:lnTo>
                        <a:pt x="5967" y="35"/>
                      </a:lnTo>
                      <a:lnTo>
                        <a:pt x="5447" y="0"/>
                      </a:lnTo>
                      <a:close/>
                    </a:path>
                  </a:pathLst>
                </a:custGeom>
                <a:solidFill>
                  <a:srgbClr val="D2ADF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4" name="Google Shape;304;p22"/>
                <p:cNvSpPr/>
                <p:nvPr/>
              </p:nvSpPr>
              <p:spPr>
                <a:xfrm>
                  <a:off x="607450" y="2807400"/>
                  <a:ext cx="1665207" cy="1413903"/>
                </a:xfrm>
                <a:custGeom>
                  <a:rect b="b" l="l" r="r" t="t"/>
                  <a:pathLst>
                    <a:path extrusionOk="0" h="3955" w="9540">
                      <a:moveTo>
                        <a:pt x="2637" y="0"/>
                      </a:moveTo>
                      <a:lnTo>
                        <a:pt x="2429" y="35"/>
                      </a:lnTo>
                      <a:lnTo>
                        <a:pt x="2221" y="70"/>
                      </a:lnTo>
                      <a:lnTo>
                        <a:pt x="2013" y="70"/>
                      </a:lnTo>
                      <a:lnTo>
                        <a:pt x="1805" y="174"/>
                      </a:lnTo>
                      <a:lnTo>
                        <a:pt x="1562" y="208"/>
                      </a:lnTo>
                      <a:lnTo>
                        <a:pt x="1319" y="243"/>
                      </a:lnTo>
                      <a:lnTo>
                        <a:pt x="1076" y="312"/>
                      </a:lnTo>
                      <a:lnTo>
                        <a:pt x="695" y="486"/>
                      </a:lnTo>
                      <a:lnTo>
                        <a:pt x="486" y="555"/>
                      </a:lnTo>
                      <a:lnTo>
                        <a:pt x="313" y="659"/>
                      </a:lnTo>
                      <a:lnTo>
                        <a:pt x="174" y="798"/>
                      </a:lnTo>
                      <a:lnTo>
                        <a:pt x="70" y="971"/>
                      </a:lnTo>
                      <a:lnTo>
                        <a:pt x="36" y="1180"/>
                      </a:lnTo>
                      <a:lnTo>
                        <a:pt x="1" y="1388"/>
                      </a:lnTo>
                      <a:lnTo>
                        <a:pt x="36" y="1561"/>
                      </a:lnTo>
                      <a:lnTo>
                        <a:pt x="36" y="1700"/>
                      </a:lnTo>
                      <a:lnTo>
                        <a:pt x="1" y="2116"/>
                      </a:lnTo>
                      <a:lnTo>
                        <a:pt x="70" y="2532"/>
                      </a:lnTo>
                      <a:lnTo>
                        <a:pt x="140" y="2914"/>
                      </a:lnTo>
                      <a:lnTo>
                        <a:pt x="244" y="3296"/>
                      </a:lnTo>
                      <a:lnTo>
                        <a:pt x="278" y="3434"/>
                      </a:lnTo>
                      <a:lnTo>
                        <a:pt x="348" y="3538"/>
                      </a:lnTo>
                      <a:lnTo>
                        <a:pt x="417" y="3642"/>
                      </a:lnTo>
                      <a:lnTo>
                        <a:pt x="556" y="3677"/>
                      </a:lnTo>
                      <a:lnTo>
                        <a:pt x="695" y="3712"/>
                      </a:lnTo>
                      <a:lnTo>
                        <a:pt x="868" y="3781"/>
                      </a:lnTo>
                      <a:lnTo>
                        <a:pt x="1041" y="3816"/>
                      </a:lnTo>
                      <a:lnTo>
                        <a:pt x="1215" y="3816"/>
                      </a:lnTo>
                      <a:lnTo>
                        <a:pt x="1284" y="3781"/>
                      </a:lnTo>
                      <a:lnTo>
                        <a:pt x="1388" y="3816"/>
                      </a:lnTo>
                      <a:lnTo>
                        <a:pt x="1562" y="3851"/>
                      </a:lnTo>
                      <a:lnTo>
                        <a:pt x="1805" y="3885"/>
                      </a:lnTo>
                      <a:lnTo>
                        <a:pt x="2013" y="3885"/>
                      </a:lnTo>
                      <a:lnTo>
                        <a:pt x="2498" y="3920"/>
                      </a:lnTo>
                      <a:lnTo>
                        <a:pt x="3019" y="3920"/>
                      </a:lnTo>
                      <a:lnTo>
                        <a:pt x="3296" y="3955"/>
                      </a:lnTo>
                      <a:lnTo>
                        <a:pt x="3574" y="3955"/>
                      </a:lnTo>
                      <a:lnTo>
                        <a:pt x="3782" y="3920"/>
                      </a:lnTo>
                      <a:lnTo>
                        <a:pt x="4441" y="3920"/>
                      </a:lnTo>
                      <a:lnTo>
                        <a:pt x="5135" y="3955"/>
                      </a:lnTo>
                      <a:lnTo>
                        <a:pt x="6453" y="3955"/>
                      </a:lnTo>
                      <a:lnTo>
                        <a:pt x="7042" y="3920"/>
                      </a:lnTo>
                      <a:lnTo>
                        <a:pt x="7806" y="3851"/>
                      </a:lnTo>
                      <a:lnTo>
                        <a:pt x="8187" y="3816"/>
                      </a:lnTo>
                      <a:lnTo>
                        <a:pt x="8569" y="3712"/>
                      </a:lnTo>
                      <a:lnTo>
                        <a:pt x="8777" y="3642"/>
                      </a:lnTo>
                      <a:lnTo>
                        <a:pt x="8916" y="3573"/>
                      </a:lnTo>
                      <a:lnTo>
                        <a:pt x="9020" y="3469"/>
                      </a:lnTo>
                      <a:lnTo>
                        <a:pt x="9158" y="3330"/>
                      </a:lnTo>
                      <a:lnTo>
                        <a:pt x="9262" y="3157"/>
                      </a:lnTo>
                      <a:lnTo>
                        <a:pt x="9332" y="2983"/>
                      </a:lnTo>
                      <a:lnTo>
                        <a:pt x="9401" y="2810"/>
                      </a:lnTo>
                      <a:lnTo>
                        <a:pt x="9471" y="2428"/>
                      </a:lnTo>
                      <a:lnTo>
                        <a:pt x="9505" y="2012"/>
                      </a:lnTo>
                      <a:lnTo>
                        <a:pt x="9540" y="1492"/>
                      </a:lnTo>
                      <a:lnTo>
                        <a:pt x="9505" y="1249"/>
                      </a:lnTo>
                      <a:lnTo>
                        <a:pt x="9471" y="971"/>
                      </a:lnTo>
                      <a:lnTo>
                        <a:pt x="9436" y="763"/>
                      </a:lnTo>
                      <a:lnTo>
                        <a:pt x="9367" y="590"/>
                      </a:lnTo>
                      <a:lnTo>
                        <a:pt x="9262" y="451"/>
                      </a:lnTo>
                      <a:lnTo>
                        <a:pt x="9158" y="347"/>
                      </a:lnTo>
                      <a:lnTo>
                        <a:pt x="8950" y="243"/>
                      </a:lnTo>
                      <a:lnTo>
                        <a:pt x="8742" y="208"/>
                      </a:lnTo>
                      <a:lnTo>
                        <a:pt x="8291" y="139"/>
                      </a:lnTo>
                      <a:lnTo>
                        <a:pt x="7944" y="139"/>
                      </a:lnTo>
                      <a:lnTo>
                        <a:pt x="7632" y="104"/>
                      </a:lnTo>
                      <a:lnTo>
                        <a:pt x="7216" y="35"/>
                      </a:lnTo>
                      <a:lnTo>
                        <a:pt x="6834" y="0"/>
                      </a:lnTo>
                      <a:lnTo>
                        <a:pt x="6383" y="0"/>
                      </a:lnTo>
                      <a:lnTo>
                        <a:pt x="5967" y="35"/>
                      </a:lnTo>
                      <a:lnTo>
                        <a:pt x="5447" y="0"/>
                      </a:lnTo>
                      <a:close/>
                    </a:path>
                  </a:pathLst>
                </a:custGeom>
                <a:solidFill>
                  <a:srgbClr val="D2ADF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05" name="Google Shape;305;p22"/>
                <p:cNvGrpSpPr/>
                <p:nvPr/>
              </p:nvGrpSpPr>
              <p:grpSpPr>
                <a:xfrm>
                  <a:off x="976326" y="1741647"/>
                  <a:ext cx="882535" cy="826161"/>
                  <a:chOff x="976326" y="1741647"/>
                  <a:chExt cx="882535" cy="826161"/>
                </a:xfrm>
              </p:grpSpPr>
              <p:sp>
                <p:nvSpPr>
                  <p:cNvPr id="306" name="Google Shape;306;p22"/>
                  <p:cNvSpPr/>
                  <p:nvPr/>
                </p:nvSpPr>
                <p:spPr>
                  <a:xfrm>
                    <a:off x="976326" y="1741647"/>
                    <a:ext cx="882535" cy="826161"/>
                  </a:xfrm>
                  <a:custGeom>
                    <a:rect b="b" l="l" r="r" t="t"/>
                    <a:pathLst>
                      <a:path extrusionOk="0" h="14743" w="15749">
                        <a:moveTo>
                          <a:pt x="8013" y="0"/>
                        </a:moveTo>
                        <a:lnTo>
                          <a:pt x="7736" y="70"/>
                        </a:lnTo>
                        <a:lnTo>
                          <a:pt x="7493" y="104"/>
                        </a:lnTo>
                        <a:lnTo>
                          <a:pt x="7285" y="139"/>
                        </a:lnTo>
                        <a:lnTo>
                          <a:pt x="7042" y="174"/>
                        </a:lnTo>
                        <a:lnTo>
                          <a:pt x="6834" y="243"/>
                        </a:lnTo>
                        <a:lnTo>
                          <a:pt x="6522" y="347"/>
                        </a:lnTo>
                        <a:lnTo>
                          <a:pt x="6210" y="451"/>
                        </a:lnTo>
                        <a:lnTo>
                          <a:pt x="5724" y="694"/>
                        </a:lnTo>
                        <a:lnTo>
                          <a:pt x="5481" y="833"/>
                        </a:lnTo>
                        <a:lnTo>
                          <a:pt x="5238" y="972"/>
                        </a:lnTo>
                        <a:lnTo>
                          <a:pt x="4683" y="1353"/>
                        </a:lnTo>
                        <a:lnTo>
                          <a:pt x="4441" y="1596"/>
                        </a:lnTo>
                        <a:lnTo>
                          <a:pt x="4198" y="1839"/>
                        </a:lnTo>
                        <a:lnTo>
                          <a:pt x="3435" y="2706"/>
                        </a:lnTo>
                        <a:lnTo>
                          <a:pt x="3227" y="2984"/>
                        </a:lnTo>
                        <a:lnTo>
                          <a:pt x="3053" y="3261"/>
                        </a:lnTo>
                        <a:lnTo>
                          <a:pt x="2672" y="3851"/>
                        </a:lnTo>
                        <a:lnTo>
                          <a:pt x="2533" y="4128"/>
                        </a:lnTo>
                        <a:lnTo>
                          <a:pt x="2394" y="4440"/>
                        </a:lnTo>
                        <a:lnTo>
                          <a:pt x="2221" y="5100"/>
                        </a:lnTo>
                        <a:lnTo>
                          <a:pt x="2117" y="5516"/>
                        </a:lnTo>
                        <a:lnTo>
                          <a:pt x="2047" y="5620"/>
                        </a:lnTo>
                        <a:lnTo>
                          <a:pt x="1943" y="5620"/>
                        </a:lnTo>
                        <a:lnTo>
                          <a:pt x="1596" y="5481"/>
                        </a:lnTo>
                        <a:lnTo>
                          <a:pt x="1249" y="5342"/>
                        </a:lnTo>
                        <a:lnTo>
                          <a:pt x="868" y="5238"/>
                        </a:lnTo>
                        <a:lnTo>
                          <a:pt x="452" y="5100"/>
                        </a:lnTo>
                        <a:lnTo>
                          <a:pt x="278" y="5065"/>
                        </a:lnTo>
                        <a:lnTo>
                          <a:pt x="174" y="5065"/>
                        </a:lnTo>
                        <a:lnTo>
                          <a:pt x="70" y="5169"/>
                        </a:lnTo>
                        <a:lnTo>
                          <a:pt x="35" y="5342"/>
                        </a:lnTo>
                        <a:lnTo>
                          <a:pt x="1" y="5863"/>
                        </a:lnTo>
                        <a:lnTo>
                          <a:pt x="1" y="6418"/>
                        </a:lnTo>
                        <a:lnTo>
                          <a:pt x="35" y="6903"/>
                        </a:lnTo>
                        <a:lnTo>
                          <a:pt x="139" y="7389"/>
                        </a:lnTo>
                        <a:lnTo>
                          <a:pt x="209" y="7736"/>
                        </a:lnTo>
                        <a:lnTo>
                          <a:pt x="313" y="8083"/>
                        </a:lnTo>
                        <a:lnTo>
                          <a:pt x="729" y="9227"/>
                        </a:lnTo>
                        <a:lnTo>
                          <a:pt x="868" y="9505"/>
                        </a:lnTo>
                        <a:lnTo>
                          <a:pt x="1007" y="9817"/>
                        </a:lnTo>
                        <a:lnTo>
                          <a:pt x="1319" y="10303"/>
                        </a:lnTo>
                        <a:lnTo>
                          <a:pt x="1562" y="10650"/>
                        </a:lnTo>
                        <a:lnTo>
                          <a:pt x="1770" y="10996"/>
                        </a:lnTo>
                        <a:lnTo>
                          <a:pt x="2221" y="11517"/>
                        </a:lnTo>
                        <a:lnTo>
                          <a:pt x="2394" y="11725"/>
                        </a:lnTo>
                        <a:lnTo>
                          <a:pt x="2568" y="11898"/>
                        </a:lnTo>
                        <a:lnTo>
                          <a:pt x="2741" y="12072"/>
                        </a:lnTo>
                        <a:lnTo>
                          <a:pt x="2845" y="12176"/>
                        </a:lnTo>
                        <a:lnTo>
                          <a:pt x="2914" y="12280"/>
                        </a:lnTo>
                        <a:lnTo>
                          <a:pt x="2984" y="12315"/>
                        </a:lnTo>
                        <a:lnTo>
                          <a:pt x="3053" y="12349"/>
                        </a:lnTo>
                        <a:lnTo>
                          <a:pt x="3123" y="12384"/>
                        </a:lnTo>
                        <a:lnTo>
                          <a:pt x="3227" y="12488"/>
                        </a:lnTo>
                        <a:lnTo>
                          <a:pt x="3504" y="12731"/>
                        </a:lnTo>
                        <a:lnTo>
                          <a:pt x="3608" y="12870"/>
                        </a:lnTo>
                        <a:lnTo>
                          <a:pt x="3782" y="12939"/>
                        </a:lnTo>
                        <a:lnTo>
                          <a:pt x="4128" y="13182"/>
                        </a:lnTo>
                        <a:lnTo>
                          <a:pt x="4441" y="13459"/>
                        </a:lnTo>
                        <a:lnTo>
                          <a:pt x="4683" y="13598"/>
                        </a:lnTo>
                        <a:lnTo>
                          <a:pt x="4926" y="13737"/>
                        </a:lnTo>
                        <a:lnTo>
                          <a:pt x="5412" y="13945"/>
                        </a:lnTo>
                        <a:lnTo>
                          <a:pt x="5689" y="14118"/>
                        </a:lnTo>
                        <a:lnTo>
                          <a:pt x="6071" y="14257"/>
                        </a:lnTo>
                        <a:lnTo>
                          <a:pt x="6453" y="14361"/>
                        </a:lnTo>
                        <a:lnTo>
                          <a:pt x="6938" y="14535"/>
                        </a:lnTo>
                        <a:lnTo>
                          <a:pt x="7458" y="14673"/>
                        </a:lnTo>
                        <a:lnTo>
                          <a:pt x="7736" y="14708"/>
                        </a:lnTo>
                        <a:lnTo>
                          <a:pt x="7979" y="14708"/>
                        </a:lnTo>
                        <a:lnTo>
                          <a:pt x="8222" y="14743"/>
                        </a:lnTo>
                        <a:lnTo>
                          <a:pt x="8603" y="14743"/>
                        </a:lnTo>
                        <a:lnTo>
                          <a:pt x="8915" y="14708"/>
                        </a:lnTo>
                        <a:lnTo>
                          <a:pt x="9193" y="14743"/>
                        </a:lnTo>
                        <a:lnTo>
                          <a:pt x="9297" y="14708"/>
                        </a:lnTo>
                        <a:lnTo>
                          <a:pt x="9366" y="14673"/>
                        </a:lnTo>
                        <a:lnTo>
                          <a:pt x="9401" y="14708"/>
                        </a:lnTo>
                        <a:lnTo>
                          <a:pt x="9401" y="14743"/>
                        </a:lnTo>
                        <a:lnTo>
                          <a:pt x="9470" y="14708"/>
                        </a:lnTo>
                        <a:lnTo>
                          <a:pt x="9540" y="14639"/>
                        </a:lnTo>
                        <a:lnTo>
                          <a:pt x="9574" y="14639"/>
                        </a:lnTo>
                        <a:lnTo>
                          <a:pt x="9609" y="14673"/>
                        </a:lnTo>
                        <a:lnTo>
                          <a:pt x="9678" y="14708"/>
                        </a:lnTo>
                        <a:lnTo>
                          <a:pt x="9713" y="14708"/>
                        </a:lnTo>
                        <a:lnTo>
                          <a:pt x="9817" y="14673"/>
                        </a:lnTo>
                        <a:lnTo>
                          <a:pt x="9921" y="14639"/>
                        </a:lnTo>
                        <a:lnTo>
                          <a:pt x="10095" y="14604"/>
                        </a:lnTo>
                        <a:lnTo>
                          <a:pt x="10303" y="14535"/>
                        </a:lnTo>
                        <a:lnTo>
                          <a:pt x="10511" y="14500"/>
                        </a:lnTo>
                        <a:lnTo>
                          <a:pt x="10719" y="14465"/>
                        </a:lnTo>
                        <a:lnTo>
                          <a:pt x="10893" y="14327"/>
                        </a:lnTo>
                        <a:lnTo>
                          <a:pt x="10927" y="14361"/>
                        </a:lnTo>
                        <a:lnTo>
                          <a:pt x="11031" y="14361"/>
                        </a:lnTo>
                        <a:lnTo>
                          <a:pt x="11101" y="14327"/>
                        </a:lnTo>
                        <a:lnTo>
                          <a:pt x="11205" y="14257"/>
                        </a:lnTo>
                        <a:lnTo>
                          <a:pt x="11309" y="14257"/>
                        </a:lnTo>
                        <a:lnTo>
                          <a:pt x="11413" y="14222"/>
                        </a:lnTo>
                        <a:lnTo>
                          <a:pt x="11482" y="14222"/>
                        </a:lnTo>
                        <a:lnTo>
                          <a:pt x="11482" y="14153"/>
                        </a:lnTo>
                        <a:lnTo>
                          <a:pt x="11517" y="14084"/>
                        </a:lnTo>
                        <a:lnTo>
                          <a:pt x="11552" y="14084"/>
                        </a:lnTo>
                        <a:lnTo>
                          <a:pt x="11656" y="14049"/>
                        </a:lnTo>
                        <a:lnTo>
                          <a:pt x="11725" y="14014"/>
                        </a:lnTo>
                        <a:lnTo>
                          <a:pt x="11829" y="13980"/>
                        </a:lnTo>
                        <a:lnTo>
                          <a:pt x="11933" y="13910"/>
                        </a:lnTo>
                        <a:lnTo>
                          <a:pt x="12072" y="13841"/>
                        </a:lnTo>
                        <a:lnTo>
                          <a:pt x="12176" y="13772"/>
                        </a:lnTo>
                        <a:lnTo>
                          <a:pt x="12419" y="13598"/>
                        </a:lnTo>
                        <a:lnTo>
                          <a:pt x="12592" y="13494"/>
                        </a:lnTo>
                        <a:lnTo>
                          <a:pt x="12696" y="13425"/>
                        </a:lnTo>
                        <a:lnTo>
                          <a:pt x="12731" y="13321"/>
                        </a:lnTo>
                        <a:lnTo>
                          <a:pt x="12800" y="13286"/>
                        </a:lnTo>
                        <a:lnTo>
                          <a:pt x="12835" y="13251"/>
                        </a:lnTo>
                        <a:lnTo>
                          <a:pt x="12835" y="13182"/>
                        </a:lnTo>
                        <a:lnTo>
                          <a:pt x="12870" y="13147"/>
                        </a:lnTo>
                        <a:lnTo>
                          <a:pt x="12974" y="13147"/>
                        </a:lnTo>
                        <a:lnTo>
                          <a:pt x="13078" y="13078"/>
                        </a:lnTo>
                        <a:lnTo>
                          <a:pt x="13217" y="12904"/>
                        </a:lnTo>
                        <a:lnTo>
                          <a:pt x="13425" y="12731"/>
                        </a:lnTo>
                        <a:lnTo>
                          <a:pt x="13529" y="12627"/>
                        </a:lnTo>
                        <a:lnTo>
                          <a:pt x="13598" y="12523"/>
                        </a:lnTo>
                        <a:lnTo>
                          <a:pt x="13668" y="12419"/>
                        </a:lnTo>
                        <a:lnTo>
                          <a:pt x="13737" y="12315"/>
                        </a:lnTo>
                        <a:lnTo>
                          <a:pt x="13910" y="12141"/>
                        </a:lnTo>
                        <a:lnTo>
                          <a:pt x="14153" y="11829"/>
                        </a:lnTo>
                        <a:lnTo>
                          <a:pt x="14292" y="11656"/>
                        </a:lnTo>
                        <a:lnTo>
                          <a:pt x="14396" y="11482"/>
                        </a:lnTo>
                        <a:lnTo>
                          <a:pt x="14674" y="10996"/>
                        </a:lnTo>
                        <a:lnTo>
                          <a:pt x="14812" y="10754"/>
                        </a:lnTo>
                        <a:lnTo>
                          <a:pt x="14916" y="10476"/>
                        </a:lnTo>
                        <a:lnTo>
                          <a:pt x="15263" y="9644"/>
                        </a:lnTo>
                        <a:lnTo>
                          <a:pt x="15437" y="9227"/>
                        </a:lnTo>
                        <a:lnTo>
                          <a:pt x="15506" y="9019"/>
                        </a:lnTo>
                        <a:lnTo>
                          <a:pt x="15541" y="8811"/>
                        </a:lnTo>
                        <a:lnTo>
                          <a:pt x="15714" y="8117"/>
                        </a:lnTo>
                        <a:lnTo>
                          <a:pt x="15714" y="7875"/>
                        </a:lnTo>
                        <a:lnTo>
                          <a:pt x="15749" y="7632"/>
                        </a:lnTo>
                        <a:lnTo>
                          <a:pt x="15749" y="7146"/>
                        </a:lnTo>
                        <a:lnTo>
                          <a:pt x="15749" y="7042"/>
                        </a:lnTo>
                        <a:lnTo>
                          <a:pt x="15749" y="6938"/>
                        </a:lnTo>
                        <a:lnTo>
                          <a:pt x="15714" y="6730"/>
                        </a:lnTo>
                        <a:lnTo>
                          <a:pt x="15679" y="6314"/>
                        </a:lnTo>
                        <a:lnTo>
                          <a:pt x="15610" y="5897"/>
                        </a:lnTo>
                        <a:lnTo>
                          <a:pt x="15506" y="5481"/>
                        </a:lnTo>
                        <a:lnTo>
                          <a:pt x="15402" y="5100"/>
                        </a:lnTo>
                        <a:lnTo>
                          <a:pt x="15263" y="4718"/>
                        </a:lnTo>
                        <a:lnTo>
                          <a:pt x="15124" y="4371"/>
                        </a:lnTo>
                        <a:lnTo>
                          <a:pt x="15020" y="4198"/>
                        </a:lnTo>
                        <a:lnTo>
                          <a:pt x="14951" y="4094"/>
                        </a:lnTo>
                        <a:lnTo>
                          <a:pt x="14951" y="3955"/>
                        </a:lnTo>
                        <a:lnTo>
                          <a:pt x="14916" y="3885"/>
                        </a:lnTo>
                        <a:lnTo>
                          <a:pt x="14882" y="3781"/>
                        </a:lnTo>
                        <a:lnTo>
                          <a:pt x="14639" y="3504"/>
                        </a:lnTo>
                        <a:lnTo>
                          <a:pt x="14465" y="3192"/>
                        </a:lnTo>
                        <a:lnTo>
                          <a:pt x="14327" y="2984"/>
                        </a:lnTo>
                        <a:lnTo>
                          <a:pt x="14223" y="2810"/>
                        </a:lnTo>
                        <a:lnTo>
                          <a:pt x="13945" y="2429"/>
                        </a:lnTo>
                        <a:lnTo>
                          <a:pt x="13772" y="2255"/>
                        </a:lnTo>
                        <a:lnTo>
                          <a:pt x="13598" y="2082"/>
                        </a:lnTo>
                        <a:lnTo>
                          <a:pt x="13390" y="1908"/>
                        </a:lnTo>
                        <a:lnTo>
                          <a:pt x="13182" y="1735"/>
                        </a:lnTo>
                        <a:lnTo>
                          <a:pt x="13043" y="1596"/>
                        </a:lnTo>
                        <a:lnTo>
                          <a:pt x="12904" y="1492"/>
                        </a:lnTo>
                        <a:lnTo>
                          <a:pt x="12731" y="1388"/>
                        </a:lnTo>
                        <a:lnTo>
                          <a:pt x="12592" y="1284"/>
                        </a:lnTo>
                        <a:lnTo>
                          <a:pt x="12384" y="1145"/>
                        </a:lnTo>
                        <a:lnTo>
                          <a:pt x="12176" y="1006"/>
                        </a:lnTo>
                        <a:lnTo>
                          <a:pt x="11725" y="798"/>
                        </a:lnTo>
                        <a:lnTo>
                          <a:pt x="11378" y="625"/>
                        </a:lnTo>
                        <a:lnTo>
                          <a:pt x="11205" y="555"/>
                        </a:lnTo>
                        <a:lnTo>
                          <a:pt x="11031" y="486"/>
                        </a:lnTo>
                        <a:lnTo>
                          <a:pt x="10650" y="347"/>
                        </a:lnTo>
                        <a:lnTo>
                          <a:pt x="10303" y="243"/>
                        </a:lnTo>
                        <a:lnTo>
                          <a:pt x="9678" y="104"/>
                        </a:lnTo>
                        <a:lnTo>
                          <a:pt x="9054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307" name="Google Shape;307;p22"/>
                  <p:cNvGrpSpPr/>
                  <p:nvPr/>
                </p:nvGrpSpPr>
                <p:grpSpPr>
                  <a:xfrm>
                    <a:off x="1188215" y="1934083"/>
                    <a:ext cx="534608" cy="472405"/>
                    <a:chOff x="7192428" y="1588822"/>
                    <a:chExt cx="705101" cy="623061"/>
                  </a:xfrm>
                </p:grpSpPr>
                <p:sp>
                  <p:nvSpPr>
                    <p:cNvPr id="308" name="Google Shape;308;p22"/>
                    <p:cNvSpPr/>
                    <p:nvPr/>
                  </p:nvSpPr>
                  <p:spPr>
                    <a:xfrm>
                      <a:off x="7192428" y="1622156"/>
                      <a:ext cx="541021" cy="589728"/>
                    </a:xfrm>
                    <a:custGeom>
                      <a:rect b="b" l="l" r="r" t="t"/>
                      <a:pathLst>
                        <a:path extrusionOk="0" h="7979" w="7320">
                          <a:moveTo>
                            <a:pt x="2151" y="2637"/>
                          </a:moveTo>
                          <a:lnTo>
                            <a:pt x="2359" y="2671"/>
                          </a:lnTo>
                          <a:lnTo>
                            <a:pt x="2463" y="2741"/>
                          </a:lnTo>
                          <a:lnTo>
                            <a:pt x="2567" y="2810"/>
                          </a:lnTo>
                          <a:lnTo>
                            <a:pt x="2672" y="2914"/>
                          </a:lnTo>
                          <a:lnTo>
                            <a:pt x="2741" y="3053"/>
                          </a:lnTo>
                          <a:lnTo>
                            <a:pt x="2776" y="3088"/>
                          </a:lnTo>
                          <a:lnTo>
                            <a:pt x="2672" y="3226"/>
                          </a:lnTo>
                          <a:lnTo>
                            <a:pt x="2602" y="3400"/>
                          </a:lnTo>
                          <a:lnTo>
                            <a:pt x="2567" y="3539"/>
                          </a:lnTo>
                          <a:lnTo>
                            <a:pt x="2463" y="3712"/>
                          </a:lnTo>
                          <a:lnTo>
                            <a:pt x="2429" y="3747"/>
                          </a:lnTo>
                          <a:lnTo>
                            <a:pt x="2359" y="3712"/>
                          </a:lnTo>
                          <a:lnTo>
                            <a:pt x="2082" y="3573"/>
                          </a:lnTo>
                          <a:lnTo>
                            <a:pt x="1943" y="3539"/>
                          </a:lnTo>
                          <a:lnTo>
                            <a:pt x="1770" y="3573"/>
                          </a:lnTo>
                          <a:lnTo>
                            <a:pt x="1666" y="3573"/>
                          </a:lnTo>
                          <a:lnTo>
                            <a:pt x="1527" y="3539"/>
                          </a:lnTo>
                          <a:lnTo>
                            <a:pt x="1388" y="3573"/>
                          </a:lnTo>
                          <a:lnTo>
                            <a:pt x="1111" y="3677"/>
                          </a:lnTo>
                          <a:lnTo>
                            <a:pt x="833" y="3816"/>
                          </a:lnTo>
                          <a:lnTo>
                            <a:pt x="694" y="3955"/>
                          </a:lnTo>
                          <a:lnTo>
                            <a:pt x="625" y="4024"/>
                          </a:lnTo>
                          <a:lnTo>
                            <a:pt x="521" y="4059"/>
                          </a:lnTo>
                          <a:lnTo>
                            <a:pt x="452" y="4094"/>
                          </a:lnTo>
                          <a:lnTo>
                            <a:pt x="347" y="4128"/>
                          </a:lnTo>
                          <a:lnTo>
                            <a:pt x="347" y="4128"/>
                          </a:lnTo>
                          <a:lnTo>
                            <a:pt x="590" y="3781"/>
                          </a:lnTo>
                          <a:lnTo>
                            <a:pt x="833" y="3469"/>
                          </a:lnTo>
                          <a:lnTo>
                            <a:pt x="972" y="3261"/>
                          </a:lnTo>
                          <a:lnTo>
                            <a:pt x="1111" y="3088"/>
                          </a:lnTo>
                          <a:lnTo>
                            <a:pt x="1353" y="2880"/>
                          </a:lnTo>
                          <a:lnTo>
                            <a:pt x="1596" y="2741"/>
                          </a:lnTo>
                          <a:lnTo>
                            <a:pt x="1735" y="2671"/>
                          </a:lnTo>
                          <a:lnTo>
                            <a:pt x="1874" y="2671"/>
                          </a:lnTo>
                          <a:lnTo>
                            <a:pt x="2151" y="2637"/>
                          </a:lnTo>
                          <a:close/>
                          <a:moveTo>
                            <a:pt x="7042" y="243"/>
                          </a:moveTo>
                          <a:lnTo>
                            <a:pt x="7077" y="278"/>
                          </a:lnTo>
                          <a:lnTo>
                            <a:pt x="7112" y="417"/>
                          </a:lnTo>
                          <a:lnTo>
                            <a:pt x="7112" y="729"/>
                          </a:lnTo>
                          <a:lnTo>
                            <a:pt x="7077" y="1076"/>
                          </a:lnTo>
                          <a:lnTo>
                            <a:pt x="6938" y="1735"/>
                          </a:lnTo>
                          <a:lnTo>
                            <a:pt x="6834" y="2151"/>
                          </a:lnTo>
                          <a:lnTo>
                            <a:pt x="6661" y="2533"/>
                          </a:lnTo>
                          <a:lnTo>
                            <a:pt x="6591" y="2671"/>
                          </a:lnTo>
                          <a:lnTo>
                            <a:pt x="6522" y="2810"/>
                          </a:lnTo>
                          <a:lnTo>
                            <a:pt x="6383" y="3088"/>
                          </a:lnTo>
                          <a:lnTo>
                            <a:pt x="6279" y="3226"/>
                          </a:lnTo>
                          <a:lnTo>
                            <a:pt x="6210" y="3330"/>
                          </a:lnTo>
                          <a:lnTo>
                            <a:pt x="6140" y="3469"/>
                          </a:lnTo>
                          <a:lnTo>
                            <a:pt x="6071" y="3608"/>
                          </a:lnTo>
                          <a:lnTo>
                            <a:pt x="6036" y="3643"/>
                          </a:lnTo>
                          <a:lnTo>
                            <a:pt x="5932" y="3712"/>
                          </a:lnTo>
                          <a:lnTo>
                            <a:pt x="5863" y="3781"/>
                          </a:lnTo>
                          <a:lnTo>
                            <a:pt x="5828" y="3885"/>
                          </a:lnTo>
                          <a:lnTo>
                            <a:pt x="5759" y="3990"/>
                          </a:lnTo>
                          <a:lnTo>
                            <a:pt x="5585" y="4198"/>
                          </a:lnTo>
                          <a:lnTo>
                            <a:pt x="5447" y="4406"/>
                          </a:lnTo>
                          <a:lnTo>
                            <a:pt x="5412" y="4475"/>
                          </a:lnTo>
                          <a:lnTo>
                            <a:pt x="5342" y="4545"/>
                          </a:lnTo>
                          <a:lnTo>
                            <a:pt x="5204" y="4579"/>
                          </a:lnTo>
                          <a:lnTo>
                            <a:pt x="5134" y="4614"/>
                          </a:lnTo>
                          <a:lnTo>
                            <a:pt x="5100" y="4683"/>
                          </a:lnTo>
                          <a:lnTo>
                            <a:pt x="5100" y="4718"/>
                          </a:lnTo>
                          <a:lnTo>
                            <a:pt x="5030" y="4787"/>
                          </a:lnTo>
                          <a:lnTo>
                            <a:pt x="4961" y="4822"/>
                          </a:lnTo>
                          <a:lnTo>
                            <a:pt x="4926" y="4857"/>
                          </a:lnTo>
                          <a:lnTo>
                            <a:pt x="4822" y="4961"/>
                          </a:lnTo>
                          <a:lnTo>
                            <a:pt x="4753" y="4996"/>
                          </a:lnTo>
                          <a:lnTo>
                            <a:pt x="4718" y="5030"/>
                          </a:lnTo>
                          <a:lnTo>
                            <a:pt x="4753" y="5100"/>
                          </a:lnTo>
                          <a:lnTo>
                            <a:pt x="4545" y="5273"/>
                          </a:lnTo>
                          <a:lnTo>
                            <a:pt x="4441" y="5342"/>
                          </a:lnTo>
                          <a:lnTo>
                            <a:pt x="4337" y="5377"/>
                          </a:lnTo>
                          <a:lnTo>
                            <a:pt x="4198" y="5342"/>
                          </a:lnTo>
                          <a:lnTo>
                            <a:pt x="4094" y="5273"/>
                          </a:lnTo>
                          <a:lnTo>
                            <a:pt x="3816" y="5065"/>
                          </a:lnTo>
                          <a:lnTo>
                            <a:pt x="3816" y="4996"/>
                          </a:lnTo>
                          <a:lnTo>
                            <a:pt x="3816" y="4926"/>
                          </a:lnTo>
                          <a:lnTo>
                            <a:pt x="3851" y="4891"/>
                          </a:lnTo>
                          <a:lnTo>
                            <a:pt x="4094" y="4614"/>
                          </a:lnTo>
                          <a:lnTo>
                            <a:pt x="4198" y="4441"/>
                          </a:lnTo>
                          <a:lnTo>
                            <a:pt x="4267" y="4267"/>
                          </a:lnTo>
                          <a:lnTo>
                            <a:pt x="4302" y="4094"/>
                          </a:lnTo>
                          <a:lnTo>
                            <a:pt x="4267" y="3920"/>
                          </a:lnTo>
                          <a:lnTo>
                            <a:pt x="4163" y="3781"/>
                          </a:lnTo>
                          <a:lnTo>
                            <a:pt x="4024" y="3677"/>
                          </a:lnTo>
                          <a:lnTo>
                            <a:pt x="3955" y="3643"/>
                          </a:lnTo>
                          <a:lnTo>
                            <a:pt x="3851" y="3573"/>
                          </a:lnTo>
                          <a:lnTo>
                            <a:pt x="3816" y="3539"/>
                          </a:lnTo>
                          <a:lnTo>
                            <a:pt x="3747" y="3539"/>
                          </a:lnTo>
                          <a:lnTo>
                            <a:pt x="3643" y="3573"/>
                          </a:lnTo>
                          <a:lnTo>
                            <a:pt x="3469" y="3677"/>
                          </a:lnTo>
                          <a:lnTo>
                            <a:pt x="3331" y="3781"/>
                          </a:lnTo>
                          <a:lnTo>
                            <a:pt x="3053" y="4094"/>
                          </a:lnTo>
                          <a:lnTo>
                            <a:pt x="2949" y="4198"/>
                          </a:lnTo>
                          <a:lnTo>
                            <a:pt x="2810" y="4336"/>
                          </a:lnTo>
                          <a:lnTo>
                            <a:pt x="2776" y="4267"/>
                          </a:lnTo>
                          <a:lnTo>
                            <a:pt x="2741" y="4198"/>
                          </a:lnTo>
                          <a:lnTo>
                            <a:pt x="2672" y="4128"/>
                          </a:lnTo>
                          <a:lnTo>
                            <a:pt x="2602" y="4059"/>
                          </a:lnTo>
                          <a:lnTo>
                            <a:pt x="2567" y="3955"/>
                          </a:lnTo>
                          <a:lnTo>
                            <a:pt x="2602" y="3885"/>
                          </a:lnTo>
                          <a:lnTo>
                            <a:pt x="2672" y="3816"/>
                          </a:lnTo>
                          <a:lnTo>
                            <a:pt x="2741" y="3677"/>
                          </a:lnTo>
                          <a:lnTo>
                            <a:pt x="2776" y="3504"/>
                          </a:lnTo>
                          <a:lnTo>
                            <a:pt x="2880" y="3296"/>
                          </a:lnTo>
                          <a:lnTo>
                            <a:pt x="2984" y="3088"/>
                          </a:lnTo>
                          <a:lnTo>
                            <a:pt x="3192" y="2706"/>
                          </a:lnTo>
                          <a:lnTo>
                            <a:pt x="3331" y="2394"/>
                          </a:lnTo>
                          <a:lnTo>
                            <a:pt x="3504" y="2151"/>
                          </a:lnTo>
                          <a:lnTo>
                            <a:pt x="3816" y="1770"/>
                          </a:lnTo>
                          <a:lnTo>
                            <a:pt x="3955" y="1596"/>
                          </a:lnTo>
                          <a:lnTo>
                            <a:pt x="4163" y="1423"/>
                          </a:lnTo>
                          <a:lnTo>
                            <a:pt x="4232" y="1388"/>
                          </a:lnTo>
                          <a:lnTo>
                            <a:pt x="4267" y="1319"/>
                          </a:lnTo>
                          <a:lnTo>
                            <a:pt x="4371" y="1180"/>
                          </a:lnTo>
                          <a:lnTo>
                            <a:pt x="4753" y="902"/>
                          </a:lnTo>
                          <a:lnTo>
                            <a:pt x="5134" y="660"/>
                          </a:lnTo>
                          <a:lnTo>
                            <a:pt x="5481" y="486"/>
                          </a:lnTo>
                          <a:lnTo>
                            <a:pt x="5828" y="382"/>
                          </a:lnTo>
                          <a:lnTo>
                            <a:pt x="6175" y="278"/>
                          </a:lnTo>
                          <a:lnTo>
                            <a:pt x="6522" y="243"/>
                          </a:lnTo>
                          <a:close/>
                          <a:moveTo>
                            <a:pt x="3712" y="3851"/>
                          </a:moveTo>
                          <a:lnTo>
                            <a:pt x="3816" y="3885"/>
                          </a:lnTo>
                          <a:lnTo>
                            <a:pt x="3920" y="3920"/>
                          </a:lnTo>
                          <a:lnTo>
                            <a:pt x="3990" y="3990"/>
                          </a:lnTo>
                          <a:lnTo>
                            <a:pt x="4024" y="4094"/>
                          </a:lnTo>
                          <a:lnTo>
                            <a:pt x="4024" y="4163"/>
                          </a:lnTo>
                          <a:lnTo>
                            <a:pt x="3955" y="4302"/>
                          </a:lnTo>
                          <a:lnTo>
                            <a:pt x="3851" y="4475"/>
                          </a:lnTo>
                          <a:lnTo>
                            <a:pt x="3747" y="4649"/>
                          </a:lnTo>
                          <a:lnTo>
                            <a:pt x="3504" y="4926"/>
                          </a:lnTo>
                          <a:lnTo>
                            <a:pt x="3122" y="5308"/>
                          </a:lnTo>
                          <a:lnTo>
                            <a:pt x="2914" y="5481"/>
                          </a:lnTo>
                          <a:lnTo>
                            <a:pt x="2672" y="5585"/>
                          </a:lnTo>
                          <a:lnTo>
                            <a:pt x="2637" y="5655"/>
                          </a:lnTo>
                          <a:lnTo>
                            <a:pt x="2567" y="5655"/>
                          </a:lnTo>
                          <a:lnTo>
                            <a:pt x="2533" y="5585"/>
                          </a:lnTo>
                          <a:lnTo>
                            <a:pt x="2533" y="5551"/>
                          </a:lnTo>
                          <a:lnTo>
                            <a:pt x="2637" y="5273"/>
                          </a:lnTo>
                          <a:lnTo>
                            <a:pt x="2880" y="4753"/>
                          </a:lnTo>
                          <a:lnTo>
                            <a:pt x="3018" y="4510"/>
                          </a:lnTo>
                          <a:lnTo>
                            <a:pt x="3157" y="4302"/>
                          </a:lnTo>
                          <a:lnTo>
                            <a:pt x="3365" y="4059"/>
                          </a:lnTo>
                          <a:lnTo>
                            <a:pt x="3469" y="3955"/>
                          </a:lnTo>
                          <a:lnTo>
                            <a:pt x="3608" y="3851"/>
                          </a:lnTo>
                          <a:close/>
                          <a:moveTo>
                            <a:pt x="5481" y="4787"/>
                          </a:moveTo>
                          <a:lnTo>
                            <a:pt x="5585" y="4822"/>
                          </a:lnTo>
                          <a:lnTo>
                            <a:pt x="5620" y="4857"/>
                          </a:lnTo>
                          <a:lnTo>
                            <a:pt x="5655" y="4926"/>
                          </a:lnTo>
                          <a:lnTo>
                            <a:pt x="5724" y="5065"/>
                          </a:lnTo>
                          <a:lnTo>
                            <a:pt x="5793" y="5204"/>
                          </a:lnTo>
                          <a:lnTo>
                            <a:pt x="5828" y="5308"/>
                          </a:lnTo>
                          <a:lnTo>
                            <a:pt x="5863" y="5412"/>
                          </a:lnTo>
                          <a:lnTo>
                            <a:pt x="5897" y="5620"/>
                          </a:lnTo>
                          <a:lnTo>
                            <a:pt x="5897" y="5724"/>
                          </a:lnTo>
                          <a:lnTo>
                            <a:pt x="5897" y="5863"/>
                          </a:lnTo>
                          <a:lnTo>
                            <a:pt x="5863" y="6001"/>
                          </a:lnTo>
                          <a:lnTo>
                            <a:pt x="5863" y="6106"/>
                          </a:lnTo>
                          <a:lnTo>
                            <a:pt x="5828" y="6279"/>
                          </a:lnTo>
                          <a:lnTo>
                            <a:pt x="5759" y="6418"/>
                          </a:lnTo>
                          <a:lnTo>
                            <a:pt x="5516" y="6799"/>
                          </a:lnTo>
                          <a:lnTo>
                            <a:pt x="5377" y="7007"/>
                          </a:lnTo>
                          <a:lnTo>
                            <a:pt x="5238" y="7181"/>
                          </a:lnTo>
                          <a:lnTo>
                            <a:pt x="5065" y="7285"/>
                          </a:lnTo>
                          <a:lnTo>
                            <a:pt x="4892" y="7389"/>
                          </a:lnTo>
                          <a:lnTo>
                            <a:pt x="4892" y="7216"/>
                          </a:lnTo>
                          <a:lnTo>
                            <a:pt x="4892" y="7077"/>
                          </a:lnTo>
                          <a:lnTo>
                            <a:pt x="4926" y="6938"/>
                          </a:lnTo>
                          <a:lnTo>
                            <a:pt x="4926" y="6765"/>
                          </a:lnTo>
                          <a:lnTo>
                            <a:pt x="4926" y="6626"/>
                          </a:lnTo>
                          <a:lnTo>
                            <a:pt x="4892" y="6452"/>
                          </a:lnTo>
                          <a:lnTo>
                            <a:pt x="4892" y="6348"/>
                          </a:lnTo>
                          <a:lnTo>
                            <a:pt x="4892" y="6279"/>
                          </a:lnTo>
                          <a:lnTo>
                            <a:pt x="4822" y="6106"/>
                          </a:lnTo>
                          <a:lnTo>
                            <a:pt x="4787" y="5967"/>
                          </a:lnTo>
                          <a:lnTo>
                            <a:pt x="4718" y="5863"/>
                          </a:lnTo>
                          <a:lnTo>
                            <a:pt x="4579" y="5620"/>
                          </a:lnTo>
                          <a:lnTo>
                            <a:pt x="4545" y="5585"/>
                          </a:lnTo>
                          <a:lnTo>
                            <a:pt x="4579" y="5551"/>
                          </a:lnTo>
                          <a:lnTo>
                            <a:pt x="5169" y="5030"/>
                          </a:lnTo>
                          <a:lnTo>
                            <a:pt x="5342" y="4857"/>
                          </a:lnTo>
                          <a:lnTo>
                            <a:pt x="5412" y="4787"/>
                          </a:lnTo>
                          <a:close/>
                          <a:moveTo>
                            <a:pt x="2429" y="4163"/>
                          </a:moveTo>
                          <a:lnTo>
                            <a:pt x="2463" y="4198"/>
                          </a:lnTo>
                          <a:lnTo>
                            <a:pt x="2463" y="4232"/>
                          </a:lnTo>
                          <a:lnTo>
                            <a:pt x="2533" y="4267"/>
                          </a:lnTo>
                          <a:lnTo>
                            <a:pt x="2602" y="4336"/>
                          </a:lnTo>
                          <a:lnTo>
                            <a:pt x="2672" y="4406"/>
                          </a:lnTo>
                          <a:lnTo>
                            <a:pt x="2706" y="4510"/>
                          </a:lnTo>
                          <a:lnTo>
                            <a:pt x="2706" y="4649"/>
                          </a:lnTo>
                          <a:lnTo>
                            <a:pt x="2672" y="4753"/>
                          </a:lnTo>
                          <a:lnTo>
                            <a:pt x="2533" y="4996"/>
                          </a:lnTo>
                          <a:lnTo>
                            <a:pt x="2429" y="5238"/>
                          </a:lnTo>
                          <a:lnTo>
                            <a:pt x="2290" y="5793"/>
                          </a:lnTo>
                          <a:lnTo>
                            <a:pt x="2290" y="5863"/>
                          </a:lnTo>
                          <a:lnTo>
                            <a:pt x="2359" y="5932"/>
                          </a:lnTo>
                          <a:lnTo>
                            <a:pt x="2429" y="6001"/>
                          </a:lnTo>
                          <a:lnTo>
                            <a:pt x="2498" y="5967"/>
                          </a:lnTo>
                          <a:lnTo>
                            <a:pt x="2706" y="5897"/>
                          </a:lnTo>
                          <a:lnTo>
                            <a:pt x="2880" y="5793"/>
                          </a:lnTo>
                          <a:lnTo>
                            <a:pt x="3053" y="5689"/>
                          </a:lnTo>
                          <a:lnTo>
                            <a:pt x="3192" y="5551"/>
                          </a:lnTo>
                          <a:lnTo>
                            <a:pt x="3331" y="5412"/>
                          </a:lnTo>
                          <a:lnTo>
                            <a:pt x="3504" y="5273"/>
                          </a:lnTo>
                          <a:lnTo>
                            <a:pt x="3539" y="5238"/>
                          </a:lnTo>
                          <a:lnTo>
                            <a:pt x="3573" y="5238"/>
                          </a:lnTo>
                          <a:lnTo>
                            <a:pt x="3643" y="5273"/>
                          </a:lnTo>
                          <a:lnTo>
                            <a:pt x="3816" y="5377"/>
                          </a:lnTo>
                          <a:lnTo>
                            <a:pt x="3955" y="5516"/>
                          </a:lnTo>
                          <a:lnTo>
                            <a:pt x="4094" y="5585"/>
                          </a:lnTo>
                          <a:lnTo>
                            <a:pt x="4128" y="5620"/>
                          </a:lnTo>
                          <a:lnTo>
                            <a:pt x="4163" y="5689"/>
                          </a:lnTo>
                          <a:lnTo>
                            <a:pt x="4198" y="5759"/>
                          </a:lnTo>
                          <a:lnTo>
                            <a:pt x="4232" y="5828"/>
                          </a:lnTo>
                          <a:lnTo>
                            <a:pt x="4163" y="6071"/>
                          </a:lnTo>
                          <a:lnTo>
                            <a:pt x="4059" y="6314"/>
                          </a:lnTo>
                          <a:lnTo>
                            <a:pt x="4024" y="6383"/>
                          </a:lnTo>
                          <a:lnTo>
                            <a:pt x="3955" y="6487"/>
                          </a:lnTo>
                          <a:lnTo>
                            <a:pt x="3886" y="6591"/>
                          </a:lnTo>
                          <a:lnTo>
                            <a:pt x="3747" y="6765"/>
                          </a:lnTo>
                          <a:lnTo>
                            <a:pt x="3608" y="6903"/>
                          </a:lnTo>
                          <a:lnTo>
                            <a:pt x="3435" y="7042"/>
                          </a:lnTo>
                          <a:lnTo>
                            <a:pt x="3296" y="7111"/>
                          </a:lnTo>
                          <a:lnTo>
                            <a:pt x="3122" y="7216"/>
                          </a:lnTo>
                          <a:lnTo>
                            <a:pt x="3018" y="7320"/>
                          </a:lnTo>
                          <a:lnTo>
                            <a:pt x="2914" y="7354"/>
                          </a:lnTo>
                          <a:lnTo>
                            <a:pt x="2637" y="7458"/>
                          </a:lnTo>
                          <a:lnTo>
                            <a:pt x="2498" y="7493"/>
                          </a:lnTo>
                          <a:lnTo>
                            <a:pt x="2394" y="7458"/>
                          </a:lnTo>
                          <a:lnTo>
                            <a:pt x="2359" y="7354"/>
                          </a:lnTo>
                          <a:lnTo>
                            <a:pt x="2325" y="7216"/>
                          </a:lnTo>
                          <a:lnTo>
                            <a:pt x="2325" y="6938"/>
                          </a:lnTo>
                          <a:lnTo>
                            <a:pt x="2290" y="6661"/>
                          </a:lnTo>
                          <a:lnTo>
                            <a:pt x="2255" y="6522"/>
                          </a:lnTo>
                          <a:lnTo>
                            <a:pt x="2221" y="6487"/>
                          </a:lnTo>
                          <a:lnTo>
                            <a:pt x="2186" y="6452"/>
                          </a:lnTo>
                          <a:lnTo>
                            <a:pt x="2082" y="6418"/>
                          </a:lnTo>
                          <a:lnTo>
                            <a:pt x="2047" y="6452"/>
                          </a:lnTo>
                          <a:lnTo>
                            <a:pt x="1943" y="6556"/>
                          </a:lnTo>
                          <a:lnTo>
                            <a:pt x="1631" y="6869"/>
                          </a:lnTo>
                          <a:lnTo>
                            <a:pt x="1492" y="7042"/>
                          </a:lnTo>
                          <a:lnTo>
                            <a:pt x="1353" y="7216"/>
                          </a:lnTo>
                          <a:lnTo>
                            <a:pt x="1319" y="7285"/>
                          </a:lnTo>
                          <a:lnTo>
                            <a:pt x="1215" y="7285"/>
                          </a:lnTo>
                          <a:lnTo>
                            <a:pt x="1215" y="7250"/>
                          </a:lnTo>
                          <a:lnTo>
                            <a:pt x="1215" y="7216"/>
                          </a:lnTo>
                          <a:lnTo>
                            <a:pt x="1215" y="7146"/>
                          </a:lnTo>
                          <a:lnTo>
                            <a:pt x="1180" y="7007"/>
                          </a:lnTo>
                          <a:lnTo>
                            <a:pt x="1180" y="6834"/>
                          </a:lnTo>
                          <a:lnTo>
                            <a:pt x="1145" y="6106"/>
                          </a:lnTo>
                          <a:lnTo>
                            <a:pt x="1180" y="5932"/>
                          </a:lnTo>
                          <a:lnTo>
                            <a:pt x="1215" y="5759"/>
                          </a:lnTo>
                          <a:lnTo>
                            <a:pt x="1284" y="5412"/>
                          </a:lnTo>
                          <a:lnTo>
                            <a:pt x="1319" y="5273"/>
                          </a:lnTo>
                          <a:lnTo>
                            <a:pt x="1388" y="5100"/>
                          </a:lnTo>
                          <a:lnTo>
                            <a:pt x="1562" y="4822"/>
                          </a:lnTo>
                          <a:lnTo>
                            <a:pt x="1735" y="4649"/>
                          </a:lnTo>
                          <a:lnTo>
                            <a:pt x="1804" y="4579"/>
                          </a:lnTo>
                          <a:lnTo>
                            <a:pt x="1874" y="4475"/>
                          </a:lnTo>
                          <a:lnTo>
                            <a:pt x="1908" y="4441"/>
                          </a:lnTo>
                          <a:lnTo>
                            <a:pt x="1943" y="4406"/>
                          </a:lnTo>
                          <a:lnTo>
                            <a:pt x="2151" y="4336"/>
                          </a:lnTo>
                          <a:lnTo>
                            <a:pt x="2359" y="4198"/>
                          </a:lnTo>
                          <a:lnTo>
                            <a:pt x="2429" y="4163"/>
                          </a:lnTo>
                          <a:close/>
                          <a:moveTo>
                            <a:pt x="6557" y="0"/>
                          </a:moveTo>
                          <a:lnTo>
                            <a:pt x="6244" y="35"/>
                          </a:lnTo>
                          <a:lnTo>
                            <a:pt x="6106" y="35"/>
                          </a:lnTo>
                          <a:lnTo>
                            <a:pt x="5967" y="105"/>
                          </a:lnTo>
                          <a:lnTo>
                            <a:pt x="5655" y="209"/>
                          </a:lnTo>
                          <a:lnTo>
                            <a:pt x="5342" y="313"/>
                          </a:lnTo>
                          <a:lnTo>
                            <a:pt x="5065" y="451"/>
                          </a:lnTo>
                          <a:lnTo>
                            <a:pt x="4822" y="590"/>
                          </a:lnTo>
                          <a:lnTo>
                            <a:pt x="4441" y="868"/>
                          </a:lnTo>
                          <a:lnTo>
                            <a:pt x="4267" y="1006"/>
                          </a:lnTo>
                          <a:lnTo>
                            <a:pt x="4094" y="1180"/>
                          </a:lnTo>
                          <a:lnTo>
                            <a:pt x="3816" y="1492"/>
                          </a:lnTo>
                          <a:lnTo>
                            <a:pt x="3677" y="1631"/>
                          </a:lnTo>
                          <a:lnTo>
                            <a:pt x="3539" y="1804"/>
                          </a:lnTo>
                          <a:lnTo>
                            <a:pt x="3227" y="2220"/>
                          </a:lnTo>
                          <a:lnTo>
                            <a:pt x="3088" y="2429"/>
                          </a:lnTo>
                          <a:lnTo>
                            <a:pt x="2949" y="2671"/>
                          </a:lnTo>
                          <a:lnTo>
                            <a:pt x="2914" y="2741"/>
                          </a:lnTo>
                          <a:lnTo>
                            <a:pt x="2880" y="2775"/>
                          </a:lnTo>
                          <a:lnTo>
                            <a:pt x="2845" y="2741"/>
                          </a:lnTo>
                          <a:lnTo>
                            <a:pt x="2776" y="2706"/>
                          </a:lnTo>
                          <a:lnTo>
                            <a:pt x="2602" y="2533"/>
                          </a:lnTo>
                          <a:lnTo>
                            <a:pt x="2394" y="2429"/>
                          </a:lnTo>
                          <a:lnTo>
                            <a:pt x="2255" y="2394"/>
                          </a:lnTo>
                          <a:lnTo>
                            <a:pt x="1874" y="2394"/>
                          </a:lnTo>
                          <a:lnTo>
                            <a:pt x="1735" y="2429"/>
                          </a:lnTo>
                          <a:lnTo>
                            <a:pt x="1631" y="2429"/>
                          </a:lnTo>
                          <a:lnTo>
                            <a:pt x="1388" y="2567"/>
                          </a:lnTo>
                          <a:lnTo>
                            <a:pt x="1249" y="2637"/>
                          </a:lnTo>
                          <a:lnTo>
                            <a:pt x="1111" y="2741"/>
                          </a:lnTo>
                          <a:lnTo>
                            <a:pt x="868" y="2984"/>
                          </a:lnTo>
                          <a:lnTo>
                            <a:pt x="417" y="3643"/>
                          </a:lnTo>
                          <a:lnTo>
                            <a:pt x="209" y="3955"/>
                          </a:lnTo>
                          <a:lnTo>
                            <a:pt x="70" y="4302"/>
                          </a:lnTo>
                          <a:lnTo>
                            <a:pt x="35" y="4510"/>
                          </a:lnTo>
                          <a:lnTo>
                            <a:pt x="1" y="4579"/>
                          </a:lnTo>
                          <a:lnTo>
                            <a:pt x="35" y="4683"/>
                          </a:lnTo>
                          <a:lnTo>
                            <a:pt x="70" y="4787"/>
                          </a:lnTo>
                          <a:lnTo>
                            <a:pt x="105" y="4787"/>
                          </a:lnTo>
                          <a:lnTo>
                            <a:pt x="139" y="4753"/>
                          </a:lnTo>
                          <a:lnTo>
                            <a:pt x="452" y="4441"/>
                          </a:lnTo>
                          <a:lnTo>
                            <a:pt x="798" y="4128"/>
                          </a:lnTo>
                          <a:lnTo>
                            <a:pt x="937" y="4024"/>
                          </a:lnTo>
                          <a:lnTo>
                            <a:pt x="1076" y="3990"/>
                          </a:lnTo>
                          <a:lnTo>
                            <a:pt x="1215" y="3920"/>
                          </a:lnTo>
                          <a:lnTo>
                            <a:pt x="1319" y="3816"/>
                          </a:lnTo>
                          <a:lnTo>
                            <a:pt x="1562" y="3816"/>
                          </a:lnTo>
                          <a:lnTo>
                            <a:pt x="1770" y="3747"/>
                          </a:lnTo>
                          <a:lnTo>
                            <a:pt x="1874" y="3747"/>
                          </a:lnTo>
                          <a:lnTo>
                            <a:pt x="1978" y="3781"/>
                          </a:lnTo>
                          <a:lnTo>
                            <a:pt x="2082" y="3816"/>
                          </a:lnTo>
                          <a:lnTo>
                            <a:pt x="2186" y="3851"/>
                          </a:lnTo>
                          <a:lnTo>
                            <a:pt x="2221" y="3885"/>
                          </a:lnTo>
                          <a:lnTo>
                            <a:pt x="2221" y="3920"/>
                          </a:lnTo>
                          <a:lnTo>
                            <a:pt x="2221" y="4059"/>
                          </a:lnTo>
                          <a:lnTo>
                            <a:pt x="2221" y="4094"/>
                          </a:lnTo>
                          <a:lnTo>
                            <a:pt x="1978" y="4094"/>
                          </a:lnTo>
                          <a:lnTo>
                            <a:pt x="1839" y="4163"/>
                          </a:lnTo>
                          <a:lnTo>
                            <a:pt x="1700" y="4267"/>
                          </a:lnTo>
                          <a:lnTo>
                            <a:pt x="1596" y="4371"/>
                          </a:lnTo>
                          <a:lnTo>
                            <a:pt x="1457" y="4545"/>
                          </a:lnTo>
                          <a:lnTo>
                            <a:pt x="1284" y="4718"/>
                          </a:lnTo>
                          <a:lnTo>
                            <a:pt x="1180" y="4926"/>
                          </a:lnTo>
                          <a:lnTo>
                            <a:pt x="1076" y="5169"/>
                          </a:lnTo>
                          <a:lnTo>
                            <a:pt x="972" y="5620"/>
                          </a:lnTo>
                          <a:lnTo>
                            <a:pt x="937" y="5863"/>
                          </a:lnTo>
                          <a:lnTo>
                            <a:pt x="902" y="6106"/>
                          </a:lnTo>
                          <a:lnTo>
                            <a:pt x="902" y="6418"/>
                          </a:lnTo>
                          <a:lnTo>
                            <a:pt x="937" y="6730"/>
                          </a:lnTo>
                          <a:lnTo>
                            <a:pt x="937" y="6938"/>
                          </a:lnTo>
                          <a:lnTo>
                            <a:pt x="937" y="7042"/>
                          </a:lnTo>
                          <a:lnTo>
                            <a:pt x="937" y="7181"/>
                          </a:lnTo>
                          <a:lnTo>
                            <a:pt x="1007" y="7320"/>
                          </a:lnTo>
                          <a:lnTo>
                            <a:pt x="1007" y="7493"/>
                          </a:lnTo>
                          <a:lnTo>
                            <a:pt x="1041" y="7597"/>
                          </a:lnTo>
                          <a:lnTo>
                            <a:pt x="1076" y="7632"/>
                          </a:lnTo>
                          <a:lnTo>
                            <a:pt x="1111" y="7701"/>
                          </a:lnTo>
                          <a:lnTo>
                            <a:pt x="1180" y="7771"/>
                          </a:lnTo>
                          <a:lnTo>
                            <a:pt x="1215" y="7736"/>
                          </a:lnTo>
                          <a:lnTo>
                            <a:pt x="1284" y="7597"/>
                          </a:lnTo>
                          <a:lnTo>
                            <a:pt x="1353" y="7493"/>
                          </a:lnTo>
                          <a:lnTo>
                            <a:pt x="1527" y="7354"/>
                          </a:lnTo>
                          <a:lnTo>
                            <a:pt x="1666" y="7181"/>
                          </a:lnTo>
                          <a:lnTo>
                            <a:pt x="1978" y="6834"/>
                          </a:lnTo>
                          <a:lnTo>
                            <a:pt x="2012" y="6765"/>
                          </a:lnTo>
                          <a:lnTo>
                            <a:pt x="2082" y="6765"/>
                          </a:lnTo>
                          <a:lnTo>
                            <a:pt x="2117" y="6799"/>
                          </a:lnTo>
                          <a:lnTo>
                            <a:pt x="2082" y="6869"/>
                          </a:lnTo>
                          <a:lnTo>
                            <a:pt x="2117" y="7146"/>
                          </a:lnTo>
                          <a:lnTo>
                            <a:pt x="2151" y="7458"/>
                          </a:lnTo>
                          <a:lnTo>
                            <a:pt x="2151" y="7528"/>
                          </a:lnTo>
                          <a:lnTo>
                            <a:pt x="2221" y="7632"/>
                          </a:lnTo>
                          <a:lnTo>
                            <a:pt x="2359" y="7666"/>
                          </a:lnTo>
                          <a:lnTo>
                            <a:pt x="2498" y="7701"/>
                          </a:lnTo>
                          <a:lnTo>
                            <a:pt x="2637" y="7701"/>
                          </a:lnTo>
                          <a:lnTo>
                            <a:pt x="2776" y="7632"/>
                          </a:lnTo>
                          <a:lnTo>
                            <a:pt x="2845" y="7597"/>
                          </a:lnTo>
                          <a:lnTo>
                            <a:pt x="2949" y="7597"/>
                          </a:lnTo>
                          <a:lnTo>
                            <a:pt x="3053" y="7562"/>
                          </a:lnTo>
                          <a:lnTo>
                            <a:pt x="3227" y="7458"/>
                          </a:lnTo>
                          <a:lnTo>
                            <a:pt x="3296" y="7424"/>
                          </a:lnTo>
                          <a:lnTo>
                            <a:pt x="3331" y="7389"/>
                          </a:lnTo>
                          <a:lnTo>
                            <a:pt x="3469" y="7320"/>
                          </a:lnTo>
                          <a:lnTo>
                            <a:pt x="3608" y="7250"/>
                          </a:lnTo>
                          <a:lnTo>
                            <a:pt x="3816" y="7077"/>
                          </a:lnTo>
                          <a:lnTo>
                            <a:pt x="3920" y="6973"/>
                          </a:lnTo>
                          <a:lnTo>
                            <a:pt x="4024" y="6799"/>
                          </a:lnTo>
                          <a:lnTo>
                            <a:pt x="4163" y="6626"/>
                          </a:lnTo>
                          <a:lnTo>
                            <a:pt x="4302" y="6418"/>
                          </a:lnTo>
                          <a:lnTo>
                            <a:pt x="4510" y="5932"/>
                          </a:lnTo>
                          <a:lnTo>
                            <a:pt x="4579" y="6140"/>
                          </a:lnTo>
                          <a:lnTo>
                            <a:pt x="4649" y="6383"/>
                          </a:lnTo>
                          <a:lnTo>
                            <a:pt x="4649" y="6452"/>
                          </a:lnTo>
                          <a:lnTo>
                            <a:pt x="4718" y="6487"/>
                          </a:lnTo>
                          <a:lnTo>
                            <a:pt x="4718" y="6522"/>
                          </a:lnTo>
                          <a:lnTo>
                            <a:pt x="4718" y="6591"/>
                          </a:lnTo>
                          <a:lnTo>
                            <a:pt x="4683" y="6661"/>
                          </a:lnTo>
                          <a:lnTo>
                            <a:pt x="4683" y="6730"/>
                          </a:lnTo>
                          <a:lnTo>
                            <a:pt x="4718" y="6903"/>
                          </a:lnTo>
                          <a:lnTo>
                            <a:pt x="4753" y="6973"/>
                          </a:lnTo>
                          <a:lnTo>
                            <a:pt x="4753" y="7042"/>
                          </a:lnTo>
                          <a:lnTo>
                            <a:pt x="4753" y="7077"/>
                          </a:lnTo>
                          <a:lnTo>
                            <a:pt x="4614" y="7389"/>
                          </a:lnTo>
                          <a:lnTo>
                            <a:pt x="4510" y="7562"/>
                          </a:lnTo>
                          <a:lnTo>
                            <a:pt x="4371" y="7701"/>
                          </a:lnTo>
                          <a:lnTo>
                            <a:pt x="4337" y="7736"/>
                          </a:lnTo>
                          <a:lnTo>
                            <a:pt x="4302" y="7805"/>
                          </a:lnTo>
                          <a:lnTo>
                            <a:pt x="4302" y="7875"/>
                          </a:lnTo>
                          <a:lnTo>
                            <a:pt x="4302" y="7944"/>
                          </a:lnTo>
                          <a:lnTo>
                            <a:pt x="4371" y="7979"/>
                          </a:lnTo>
                          <a:lnTo>
                            <a:pt x="4441" y="7979"/>
                          </a:lnTo>
                          <a:lnTo>
                            <a:pt x="4545" y="7944"/>
                          </a:lnTo>
                          <a:lnTo>
                            <a:pt x="4683" y="7875"/>
                          </a:lnTo>
                          <a:lnTo>
                            <a:pt x="4892" y="7736"/>
                          </a:lnTo>
                          <a:lnTo>
                            <a:pt x="5100" y="7562"/>
                          </a:lnTo>
                          <a:lnTo>
                            <a:pt x="5238" y="7458"/>
                          </a:lnTo>
                          <a:lnTo>
                            <a:pt x="5377" y="7389"/>
                          </a:lnTo>
                          <a:lnTo>
                            <a:pt x="5481" y="7250"/>
                          </a:lnTo>
                          <a:lnTo>
                            <a:pt x="5551" y="7181"/>
                          </a:lnTo>
                          <a:lnTo>
                            <a:pt x="5551" y="7111"/>
                          </a:lnTo>
                          <a:lnTo>
                            <a:pt x="5689" y="7042"/>
                          </a:lnTo>
                          <a:lnTo>
                            <a:pt x="5759" y="6973"/>
                          </a:lnTo>
                          <a:lnTo>
                            <a:pt x="5828" y="6765"/>
                          </a:lnTo>
                          <a:lnTo>
                            <a:pt x="5863" y="6730"/>
                          </a:lnTo>
                          <a:lnTo>
                            <a:pt x="5932" y="6730"/>
                          </a:lnTo>
                          <a:lnTo>
                            <a:pt x="5932" y="6695"/>
                          </a:lnTo>
                          <a:lnTo>
                            <a:pt x="5897" y="6661"/>
                          </a:lnTo>
                          <a:lnTo>
                            <a:pt x="5932" y="6626"/>
                          </a:lnTo>
                          <a:lnTo>
                            <a:pt x="5932" y="6591"/>
                          </a:lnTo>
                          <a:lnTo>
                            <a:pt x="5932" y="6556"/>
                          </a:lnTo>
                          <a:lnTo>
                            <a:pt x="5967" y="6522"/>
                          </a:lnTo>
                          <a:lnTo>
                            <a:pt x="5967" y="6452"/>
                          </a:lnTo>
                          <a:lnTo>
                            <a:pt x="5932" y="6418"/>
                          </a:lnTo>
                          <a:lnTo>
                            <a:pt x="5967" y="6383"/>
                          </a:lnTo>
                          <a:lnTo>
                            <a:pt x="6036" y="6383"/>
                          </a:lnTo>
                          <a:lnTo>
                            <a:pt x="6071" y="6348"/>
                          </a:lnTo>
                          <a:lnTo>
                            <a:pt x="6106" y="6279"/>
                          </a:lnTo>
                          <a:lnTo>
                            <a:pt x="6071" y="6210"/>
                          </a:lnTo>
                          <a:lnTo>
                            <a:pt x="6036" y="6140"/>
                          </a:lnTo>
                          <a:lnTo>
                            <a:pt x="6036" y="6106"/>
                          </a:lnTo>
                          <a:lnTo>
                            <a:pt x="6071" y="6071"/>
                          </a:lnTo>
                          <a:lnTo>
                            <a:pt x="6140" y="6036"/>
                          </a:lnTo>
                          <a:lnTo>
                            <a:pt x="6140" y="6001"/>
                          </a:lnTo>
                          <a:lnTo>
                            <a:pt x="6140" y="5863"/>
                          </a:lnTo>
                          <a:lnTo>
                            <a:pt x="6175" y="5620"/>
                          </a:lnTo>
                          <a:lnTo>
                            <a:pt x="6140" y="5481"/>
                          </a:lnTo>
                          <a:lnTo>
                            <a:pt x="6106" y="5342"/>
                          </a:lnTo>
                          <a:lnTo>
                            <a:pt x="5967" y="5030"/>
                          </a:lnTo>
                          <a:lnTo>
                            <a:pt x="5793" y="4718"/>
                          </a:lnTo>
                          <a:lnTo>
                            <a:pt x="5689" y="4579"/>
                          </a:lnTo>
                          <a:lnTo>
                            <a:pt x="5689" y="4475"/>
                          </a:lnTo>
                          <a:lnTo>
                            <a:pt x="5759" y="4371"/>
                          </a:lnTo>
                          <a:lnTo>
                            <a:pt x="5863" y="4267"/>
                          </a:lnTo>
                          <a:lnTo>
                            <a:pt x="5967" y="4128"/>
                          </a:lnTo>
                          <a:lnTo>
                            <a:pt x="6036" y="4024"/>
                          </a:lnTo>
                          <a:lnTo>
                            <a:pt x="6106" y="3885"/>
                          </a:lnTo>
                          <a:lnTo>
                            <a:pt x="6314" y="3677"/>
                          </a:lnTo>
                          <a:lnTo>
                            <a:pt x="6626" y="3122"/>
                          </a:lnTo>
                          <a:lnTo>
                            <a:pt x="6799" y="2845"/>
                          </a:lnTo>
                          <a:lnTo>
                            <a:pt x="6938" y="2567"/>
                          </a:lnTo>
                          <a:lnTo>
                            <a:pt x="7146" y="1978"/>
                          </a:lnTo>
                          <a:lnTo>
                            <a:pt x="7216" y="1700"/>
                          </a:lnTo>
                          <a:lnTo>
                            <a:pt x="7285" y="1423"/>
                          </a:lnTo>
                          <a:lnTo>
                            <a:pt x="7320" y="1110"/>
                          </a:lnTo>
                          <a:lnTo>
                            <a:pt x="7320" y="764"/>
                          </a:lnTo>
                          <a:lnTo>
                            <a:pt x="7320" y="451"/>
                          </a:lnTo>
                          <a:lnTo>
                            <a:pt x="7250" y="139"/>
                          </a:lnTo>
                          <a:lnTo>
                            <a:pt x="7216" y="70"/>
                          </a:lnTo>
                          <a:lnTo>
                            <a:pt x="7112" y="35"/>
                          </a:lnTo>
                          <a:lnTo>
                            <a:pt x="6557" y="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09" name="Google Shape;309;p22"/>
                    <p:cNvSpPr/>
                    <p:nvPr/>
                  </p:nvSpPr>
                  <p:spPr>
                    <a:xfrm>
                      <a:off x="7733375" y="1860590"/>
                      <a:ext cx="156467" cy="92388"/>
                    </a:xfrm>
                    <a:custGeom>
                      <a:rect b="b" l="l" r="r" t="t"/>
                      <a:pathLst>
                        <a:path extrusionOk="0" h="1250" w="2117">
                          <a:moveTo>
                            <a:pt x="1" y="0"/>
                          </a:moveTo>
                          <a:lnTo>
                            <a:pt x="1" y="139"/>
                          </a:lnTo>
                          <a:lnTo>
                            <a:pt x="1" y="243"/>
                          </a:lnTo>
                          <a:lnTo>
                            <a:pt x="70" y="313"/>
                          </a:lnTo>
                          <a:lnTo>
                            <a:pt x="174" y="382"/>
                          </a:lnTo>
                          <a:lnTo>
                            <a:pt x="313" y="486"/>
                          </a:lnTo>
                          <a:lnTo>
                            <a:pt x="452" y="555"/>
                          </a:lnTo>
                          <a:lnTo>
                            <a:pt x="694" y="694"/>
                          </a:lnTo>
                          <a:lnTo>
                            <a:pt x="937" y="798"/>
                          </a:lnTo>
                          <a:lnTo>
                            <a:pt x="1041" y="798"/>
                          </a:lnTo>
                          <a:lnTo>
                            <a:pt x="1041" y="833"/>
                          </a:lnTo>
                          <a:lnTo>
                            <a:pt x="1111" y="902"/>
                          </a:lnTo>
                          <a:lnTo>
                            <a:pt x="1145" y="937"/>
                          </a:lnTo>
                          <a:lnTo>
                            <a:pt x="1284" y="1006"/>
                          </a:lnTo>
                          <a:lnTo>
                            <a:pt x="1423" y="1076"/>
                          </a:lnTo>
                          <a:lnTo>
                            <a:pt x="1492" y="1110"/>
                          </a:lnTo>
                          <a:lnTo>
                            <a:pt x="1527" y="1145"/>
                          </a:lnTo>
                          <a:lnTo>
                            <a:pt x="1666" y="1145"/>
                          </a:lnTo>
                          <a:lnTo>
                            <a:pt x="1804" y="1180"/>
                          </a:lnTo>
                          <a:lnTo>
                            <a:pt x="2013" y="1249"/>
                          </a:lnTo>
                          <a:lnTo>
                            <a:pt x="2082" y="1249"/>
                          </a:lnTo>
                          <a:lnTo>
                            <a:pt x="2117" y="1215"/>
                          </a:lnTo>
                          <a:lnTo>
                            <a:pt x="2117" y="1180"/>
                          </a:lnTo>
                          <a:lnTo>
                            <a:pt x="2082" y="1145"/>
                          </a:lnTo>
                          <a:lnTo>
                            <a:pt x="1909" y="1006"/>
                          </a:lnTo>
                          <a:lnTo>
                            <a:pt x="1735" y="868"/>
                          </a:lnTo>
                          <a:lnTo>
                            <a:pt x="1354" y="694"/>
                          </a:lnTo>
                          <a:lnTo>
                            <a:pt x="590" y="243"/>
                          </a:lnTo>
                          <a:lnTo>
                            <a:pt x="313" y="104"/>
                          </a:lnTo>
                          <a:lnTo>
                            <a:pt x="174" y="35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10" name="Google Shape;310;p22"/>
                    <p:cNvSpPr/>
                    <p:nvPr/>
                  </p:nvSpPr>
                  <p:spPr>
                    <a:xfrm>
                      <a:off x="7746235" y="1778549"/>
                      <a:ext cx="151294" cy="61567"/>
                    </a:xfrm>
                    <a:custGeom>
                      <a:rect b="b" l="l" r="r" t="t"/>
                      <a:pathLst>
                        <a:path extrusionOk="0" h="833" w="2047">
                          <a:moveTo>
                            <a:pt x="1873" y="0"/>
                          </a:moveTo>
                          <a:lnTo>
                            <a:pt x="1388" y="104"/>
                          </a:lnTo>
                          <a:lnTo>
                            <a:pt x="1145" y="174"/>
                          </a:lnTo>
                          <a:lnTo>
                            <a:pt x="902" y="243"/>
                          </a:lnTo>
                          <a:lnTo>
                            <a:pt x="763" y="313"/>
                          </a:lnTo>
                          <a:lnTo>
                            <a:pt x="625" y="347"/>
                          </a:lnTo>
                          <a:lnTo>
                            <a:pt x="520" y="382"/>
                          </a:lnTo>
                          <a:lnTo>
                            <a:pt x="382" y="417"/>
                          </a:lnTo>
                          <a:lnTo>
                            <a:pt x="243" y="451"/>
                          </a:lnTo>
                          <a:lnTo>
                            <a:pt x="104" y="521"/>
                          </a:lnTo>
                          <a:lnTo>
                            <a:pt x="70" y="625"/>
                          </a:lnTo>
                          <a:lnTo>
                            <a:pt x="35" y="764"/>
                          </a:lnTo>
                          <a:lnTo>
                            <a:pt x="0" y="798"/>
                          </a:lnTo>
                          <a:lnTo>
                            <a:pt x="35" y="798"/>
                          </a:lnTo>
                          <a:lnTo>
                            <a:pt x="104" y="833"/>
                          </a:lnTo>
                          <a:lnTo>
                            <a:pt x="451" y="764"/>
                          </a:lnTo>
                          <a:lnTo>
                            <a:pt x="763" y="625"/>
                          </a:lnTo>
                          <a:lnTo>
                            <a:pt x="1041" y="521"/>
                          </a:lnTo>
                          <a:lnTo>
                            <a:pt x="1284" y="451"/>
                          </a:lnTo>
                          <a:lnTo>
                            <a:pt x="1596" y="347"/>
                          </a:lnTo>
                          <a:lnTo>
                            <a:pt x="1908" y="209"/>
                          </a:lnTo>
                          <a:lnTo>
                            <a:pt x="1977" y="174"/>
                          </a:lnTo>
                          <a:lnTo>
                            <a:pt x="2047" y="70"/>
                          </a:lnTo>
                          <a:lnTo>
                            <a:pt x="2012" y="35"/>
                          </a:lnTo>
                          <a:lnTo>
                            <a:pt x="1977" y="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11" name="Google Shape;311;p22"/>
                    <p:cNvSpPr/>
                    <p:nvPr/>
                  </p:nvSpPr>
                  <p:spPr>
                    <a:xfrm>
                      <a:off x="7707728" y="1901610"/>
                      <a:ext cx="87288" cy="112861"/>
                    </a:xfrm>
                    <a:custGeom>
                      <a:rect b="b" l="l" r="r" t="t"/>
                      <a:pathLst>
                        <a:path extrusionOk="0" h="1527" w="1181">
                          <a:moveTo>
                            <a:pt x="70" y="0"/>
                          </a:moveTo>
                          <a:lnTo>
                            <a:pt x="36" y="35"/>
                          </a:lnTo>
                          <a:lnTo>
                            <a:pt x="1" y="70"/>
                          </a:lnTo>
                          <a:lnTo>
                            <a:pt x="1" y="104"/>
                          </a:lnTo>
                          <a:lnTo>
                            <a:pt x="36" y="243"/>
                          </a:lnTo>
                          <a:lnTo>
                            <a:pt x="70" y="347"/>
                          </a:lnTo>
                          <a:lnTo>
                            <a:pt x="278" y="625"/>
                          </a:lnTo>
                          <a:lnTo>
                            <a:pt x="521" y="902"/>
                          </a:lnTo>
                          <a:lnTo>
                            <a:pt x="868" y="1284"/>
                          </a:lnTo>
                          <a:lnTo>
                            <a:pt x="1076" y="1492"/>
                          </a:lnTo>
                          <a:lnTo>
                            <a:pt x="1111" y="1527"/>
                          </a:lnTo>
                          <a:lnTo>
                            <a:pt x="1146" y="1492"/>
                          </a:lnTo>
                          <a:lnTo>
                            <a:pt x="1180" y="1457"/>
                          </a:lnTo>
                          <a:lnTo>
                            <a:pt x="1180" y="1423"/>
                          </a:lnTo>
                          <a:lnTo>
                            <a:pt x="1111" y="1249"/>
                          </a:lnTo>
                          <a:lnTo>
                            <a:pt x="1007" y="1076"/>
                          </a:lnTo>
                          <a:lnTo>
                            <a:pt x="799" y="764"/>
                          </a:lnTo>
                          <a:lnTo>
                            <a:pt x="660" y="555"/>
                          </a:lnTo>
                          <a:lnTo>
                            <a:pt x="521" y="382"/>
                          </a:lnTo>
                          <a:lnTo>
                            <a:pt x="382" y="174"/>
                          </a:lnTo>
                          <a:lnTo>
                            <a:pt x="278" y="70"/>
                          </a:lnTo>
                          <a:lnTo>
                            <a:pt x="140" y="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12" name="Google Shape;312;p22"/>
                    <p:cNvSpPr/>
                    <p:nvPr/>
                  </p:nvSpPr>
                  <p:spPr>
                    <a:xfrm>
                      <a:off x="7323175" y="1640116"/>
                      <a:ext cx="92388" cy="82114"/>
                    </a:xfrm>
                    <a:custGeom>
                      <a:rect b="b" l="l" r="r" t="t"/>
                      <a:pathLst>
                        <a:path extrusionOk="0" h="1111" w="1250">
                          <a:moveTo>
                            <a:pt x="35" y="0"/>
                          </a:moveTo>
                          <a:lnTo>
                            <a:pt x="1" y="35"/>
                          </a:lnTo>
                          <a:lnTo>
                            <a:pt x="1" y="70"/>
                          </a:lnTo>
                          <a:lnTo>
                            <a:pt x="35" y="104"/>
                          </a:lnTo>
                          <a:lnTo>
                            <a:pt x="313" y="417"/>
                          </a:lnTo>
                          <a:lnTo>
                            <a:pt x="625" y="729"/>
                          </a:lnTo>
                          <a:lnTo>
                            <a:pt x="1076" y="1076"/>
                          </a:lnTo>
                          <a:lnTo>
                            <a:pt x="1145" y="1110"/>
                          </a:lnTo>
                          <a:lnTo>
                            <a:pt x="1215" y="1110"/>
                          </a:lnTo>
                          <a:lnTo>
                            <a:pt x="1249" y="1076"/>
                          </a:lnTo>
                          <a:lnTo>
                            <a:pt x="1249" y="1006"/>
                          </a:lnTo>
                          <a:lnTo>
                            <a:pt x="1249" y="902"/>
                          </a:lnTo>
                          <a:lnTo>
                            <a:pt x="1111" y="729"/>
                          </a:lnTo>
                          <a:lnTo>
                            <a:pt x="937" y="590"/>
                          </a:lnTo>
                          <a:lnTo>
                            <a:pt x="868" y="486"/>
                          </a:lnTo>
                          <a:lnTo>
                            <a:pt x="833" y="451"/>
                          </a:lnTo>
                          <a:lnTo>
                            <a:pt x="764" y="451"/>
                          </a:lnTo>
                          <a:lnTo>
                            <a:pt x="729" y="417"/>
                          </a:lnTo>
                          <a:lnTo>
                            <a:pt x="694" y="382"/>
                          </a:lnTo>
                          <a:lnTo>
                            <a:pt x="694" y="347"/>
                          </a:lnTo>
                          <a:lnTo>
                            <a:pt x="625" y="347"/>
                          </a:lnTo>
                          <a:lnTo>
                            <a:pt x="625" y="312"/>
                          </a:lnTo>
                          <a:lnTo>
                            <a:pt x="556" y="243"/>
                          </a:lnTo>
                          <a:lnTo>
                            <a:pt x="452" y="208"/>
                          </a:lnTo>
                          <a:lnTo>
                            <a:pt x="313" y="139"/>
                          </a:lnTo>
                          <a:lnTo>
                            <a:pt x="209" y="70"/>
                          </a:lnTo>
                          <a:lnTo>
                            <a:pt x="70" y="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13" name="Google Shape;313;p22"/>
                    <p:cNvSpPr/>
                    <p:nvPr/>
                  </p:nvSpPr>
                  <p:spPr>
                    <a:xfrm>
                      <a:off x="7402628" y="1588822"/>
                      <a:ext cx="46268" cy="112861"/>
                    </a:xfrm>
                    <a:custGeom>
                      <a:rect b="b" l="l" r="r" t="t"/>
                      <a:pathLst>
                        <a:path extrusionOk="0" h="1527" w="626">
                          <a:moveTo>
                            <a:pt x="1" y="0"/>
                          </a:moveTo>
                          <a:lnTo>
                            <a:pt x="36" y="382"/>
                          </a:lnTo>
                          <a:lnTo>
                            <a:pt x="105" y="729"/>
                          </a:lnTo>
                          <a:lnTo>
                            <a:pt x="348" y="1388"/>
                          </a:lnTo>
                          <a:lnTo>
                            <a:pt x="417" y="1492"/>
                          </a:lnTo>
                          <a:lnTo>
                            <a:pt x="487" y="1527"/>
                          </a:lnTo>
                          <a:lnTo>
                            <a:pt x="556" y="1527"/>
                          </a:lnTo>
                          <a:lnTo>
                            <a:pt x="625" y="1492"/>
                          </a:lnTo>
                          <a:lnTo>
                            <a:pt x="625" y="1457"/>
                          </a:lnTo>
                          <a:lnTo>
                            <a:pt x="625" y="1353"/>
                          </a:lnTo>
                          <a:lnTo>
                            <a:pt x="591" y="1215"/>
                          </a:lnTo>
                          <a:lnTo>
                            <a:pt x="417" y="798"/>
                          </a:lnTo>
                          <a:lnTo>
                            <a:pt x="244" y="347"/>
                          </a:lnTo>
                          <a:lnTo>
                            <a:pt x="174" y="139"/>
                          </a:lnTo>
                          <a:lnTo>
                            <a:pt x="105" y="70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14" name="Google Shape;314;p22"/>
                    <p:cNvSpPr/>
                    <p:nvPr/>
                  </p:nvSpPr>
                  <p:spPr>
                    <a:xfrm>
                      <a:off x="7305215" y="1716982"/>
                      <a:ext cx="92388" cy="43681"/>
                    </a:xfrm>
                    <a:custGeom>
                      <a:rect b="b" l="l" r="r" t="t"/>
                      <a:pathLst>
                        <a:path extrusionOk="0" h="591" w="1250">
                          <a:moveTo>
                            <a:pt x="1" y="1"/>
                          </a:moveTo>
                          <a:lnTo>
                            <a:pt x="105" y="140"/>
                          </a:lnTo>
                          <a:lnTo>
                            <a:pt x="244" y="244"/>
                          </a:lnTo>
                          <a:lnTo>
                            <a:pt x="382" y="348"/>
                          </a:lnTo>
                          <a:lnTo>
                            <a:pt x="556" y="417"/>
                          </a:lnTo>
                          <a:lnTo>
                            <a:pt x="799" y="521"/>
                          </a:lnTo>
                          <a:lnTo>
                            <a:pt x="937" y="591"/>
                          </a:lnTo>
                          <a:lnTo>
                            <a:pt x="1215" y="591"/>
                          </a:lnTo>
                          <a:lnTo>
                            <a:pt x="1250" y="556"/>
                          </a:lnTo>
                          <a:lnTo>
                            <a:pt x="1250" y="487"/>
                          </a:lnTo>
                          <a:lnTo>
                            <a:pt x="1250" y="417"/>
                          </a:lnTo>
                          <a:lnTo>
                            <a:pt x="1215" y="348"/>
                          </a:lnTo>
                          <a:lnTo>
                            <a:pt x="1180" y="313"/>
                          </a:lnTo>
                          <a:lnTo>
                            <a:pt x="972" y="313"/>
                          </a:lnTo>
                          <a:lnTo>
                            <a:pt x="625" y="140"/>
                          </a:lnTo>
                          <a:lnTo>
                            <a:pt x="244" y="36"/>
                          </a:lnTo>
                          <a:lnTo>
                            <a:pt x="140" y="1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15" name="Google Shape;315;p22"/>
                    <p:cNvSpPr/>
                    <p:nvPr/>
                  </p:nvSpPr>
                  <p:spPr>
                    <a:xfrm>
                      <a:off x="7535962" y="1722156"/>
                      <a:ext cx="107761" cy="125647"/>
                    </a:xfrm>
                    <a:custGeom>
                      <a:rect b="b" l="l" r="r" t="t"/>
                      <a:pathLst>
                        <a:path extrusionOk="0" h="1700" w="1458">
                          <a:moveTo>
                            <a:pt x="868" y="243"/>
                          </a:moveTo>
                          <a:lnTo>
                            <a:pt x="972" y="278"/>
                          </a:lnTo>
                          <a:lnTo>
                            <a:pt x="1041" y="347"/>
                          </a:lnTo>
                          <a:lnTo>
                            <a:pt x="1145" y="590"/>
                          </a:lnTo>
                          <a:lnTo>
                            <a:pt x="1215" y="798"/>
                          </a:lnTo>
                          <a:lnTo>
                            <a:pt x="1215" y="902"/>
                          </a:lnTo>
                          <a:lnTo>
                            <a:pt x="1180" y="1041"/>
                          </a:lnTo>
                          <a:lnTo>
                            <a:pt x="1145" y="1145"/>
                          </a:lnTo>
                          <a:lnTo>
                            <a:pt x="1041" y="1284"/>
                          </a:lnTo>
                          <a:lnTo>
                            <a:pt x="937" y="1388"/>
                          </a:lnTo>
                          <a:lnTo>
                            <a:pt x="868" y="1457"/>
                          </a:lnTo>
                          <a:lnTo>
                            <a:pt x="764" y="1492"/>
                          </a:lnTo>
                          <a:lnTo>
                            <a:pt x="625" y="1492"/>
                          </a:lnTo>
                          <a:lnTo>
                            <a:pt x="486" y="1457"/>
                          </a:lnTo>
                          <a:lnTo>
                            <a:pt x="382" y="1388"/>
                          </a:lnTo>
                          <a:lnTo>
                            <a:pt x="278" y="1284"/>
                          </a:lnTo>
                          <a:lnTo>
                            <a:pt x="209" y="1145"/>
                          </a:lnTo>
                          <a:lnTo>
                            <a:pt x="209" y="1006"/>
                          </a:lnTo>
                          <a:lnTo>
                            <a:pt x="209" y="833"/>
                          </a:lnTo>
                          <a:lnTo>
                            <a:pt x="209" y="694"/>
                          </a:lnTo>
                          <a:lnTo>
                            <a:pt x="174" y="555"/>
                          </a:lnTo>
                          <a:lnTo>
                            <a:pt x="244" y="521"/>
                          </a:lnTo>
                          <a:lnTo>
                            <a:pt x="244" y="451"/>
                          </a:lnTo>
                          <a:lnTo>
                            <a:pt x="278" y="347"/>
                          </a:lnTo>
                          <a:lnTo>
                            <a:pt x="348" y="312"/>
                          </a:lnTo>
                          <a:lnTo>
                            <a:pt x="486" y="243"/>
                          </a:lnTo>
                          <a:close/>
                          <a:moveTo>
                            <a:pt x="660" y="0"/>
                          </a:moveTo>
                          <a:lnTo>
                            <a:pt x="486" y="35"/>
                          </a:lnTo>
                          <a:lnTo>
                            <a:pt x="348" y="104"/>
                          </a:lnTo>
                          <a:lnTo>
                            <a:pt x="244" y="174"/>
                          </a:lnTo>
                          <a:lnTo>
                            <a:pt x="139" y="278"/>
                          </a:lnTo>
                          <a:lnTo>
                            <a:pt x="35" y="486"/>
                          </a:lnTo>
                          <a:lnTo>
                            <a:pt x="1" y="729"/>
                          </a:lnTo>
                          <a:lnTo>
                            <a:pt x="1" y="972"/>
                          </a:lnTo>
                          <a:lnTo>
                            <a:pt x="35" y="1214"/>
                          </a:lnTo>
                          <a:lnTo>
                            <a:pt x="105" y="1353"/>
                          </a:lnTo>
                          <a:lnTo>
                            <a:pt x="174" y="1457"/>
                          </a:lnTo>
                          <a:lnTo>
                            <a:pt x="278" y="1561"/>
                          </a:lnTo>
                          <a:lnTo>
                            <a:pt x="382" y="1631"/>
                          </a:lnTo>
                          <a:lnTo>
                            <a:pt x="486" y="1665"/>
                          </a:lnTo>
                          <a:lnTo>
                            <a:pt x="625" y="1700"/>
                          </a:lnTo>
                          <a:lnTo>
                            <a:pt x="833" y="1700"/>
                          </a:lnTo>
                          <a:lnTo>
                            <a:pt x="937" y="1631"/>
                          </a:lnTo>
                          <a:lnTo>
                            <a:pt x="1007" y="1561"/>
                          </a:lnTo>
                          <a:lnTo>
                            <a:pt x="1180" y="1457"/>
                          </a:lnTo>
                          <a:lnTo>
                            <a:pt x="1215" y="1422"/>
                          </a:lnTo>
                          <a:lnTo>
                            <a:pt x="1249" y="1353"/>
                          </a:lnTo>
                          <a:lnTo>
                            <a:pt x="1284" y="1249"/>
                          </a:lnTo>
                          <a:lnTo>
                            <a:pt x="1319" y="1180"/>
                          </a:lnTo>
                          <a:lnTo>
                            <a:pt x="1388" y="1145"/>
                          </a:lnTo>
                          <a:lnTo>
                            <a:pt x="1423" y="1110"/>
                          </a:lnTo>
                          <a:lnTo>
                            <a:pt x="1423" y="1041"/>
                          </a:lnTo>
                          <a:lnTo>
                            <a:pt x="1423" y="972"/>
                          </a:lnTo>
                          <a:lnTo>
                            <a:pt x="1458" y="867"/>
                          </a:lnTo>
                          <a:lnTo>
                            <a:pt x="1458" y="798"/>
                          </a:lnTo>
                          <a:lnTo>
                            <a:pt x="1458" y="694"/>
                          </a:lnTo>
                          <a:lnTo>
                            <a:pt x="1423" y="590"/>
                          </a:lnTo>
                          <a:lnTo>
                            <a:pt x="1284" y="312"/>
                          </a:lnTo>
                          <a:lnTo>
                            <a:pt x="1215" y="208"/>
                          </a:lnTo>
                          <a:lnTo>
                            <a:pt x="1145" y="104"/>
                          </a:lnTo>
                          <a:lnTo>
                            <a:pt x="1041" y="35"/>
                          </a:lnTo>
                          <a:lnTo>
                            <a:pt x="903" y="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</p:grpSp>
          <p:sp>
            <p:nvSpPr>
              <p:cNvPr id="316" name="Google Shape;316;p22"/>
              <p:cNvSpPr/>
              <p:nvPr/>
            </p:nvSpPr>
            <p:spPr>
              <a:xfrm>
                <a:off x="476350" y="2742225"/>
                <a:ext cx="1927366" cy="579427"/>
              </a:xfrm>
              <a:custGeom>
                <a:rect b="b" l="l" r="r" t="t"/>
                <a:pathLst>
                  <a:path extrusionOk="0" h="3955" w="9540">
                    <a:moveTo>
                      <a:pt x="2637" y="0"/>
                    </a:moveTo>
                    <a:lnTo>
                      <a:pt x="2429" y="35"/>
                    </a:lnTo>
                    <a:lnTo>
                      <a:pt x="2221" y="70"/>
                    </a:lnTo>
                    <a:lnTo>
                      <a:pt x="2013" y="70"/>
                    </a:lnTo>
                    <a:lnTo>
                      <a:pt x="1805" y="174"/>
                    </a:lnTo>
                    <a:lnTo>
                      <a:pt x="1562" y="208"/>
                    </a:lnTo>
                    <a:lnTo>
                      <a:pt x="1319" y="243"/>
                    </a:lnTo>
                    <a:lnTo>
                      <a:pt x="1076" y="312"/>
                    </a:lnTo>
                    <a:lnTo>
                      <a:pt x="695" y="486"/>
                    </a:lnTo>
                    <a:lnTo>
                      <a:pt x="486" y="555"/>
                    </a:lnTo>
                    <a:lnTo>
                      <a:pt x="313" y="659"/>
                    </a:lnTo>
                    <a:lnTo>
                      <a:pt x="174" y="798"/>
                    </a:lnTo>
                    <a:lnTo>
                      <a:pt x="70" y="971"/>
                    </a:lnTo>
                    <a:lnTo>
                      <a:pt x="36" y="1180"/>
                    </a:lnTo>
                    <a:lnTo>
                      <a:pt x="1" y="1388"/>
                    </a:lnTo>
                    <a:lnTo>
                      <a:pt x="36" y="1561"/>
                    </a:lnTo>
                    <a:lnTo>
                      <a:pt x="36" y="1700"/>
                    </a:lnTo>
                    <a:lnTo>
                      <a:pt x="1" y="2116"/>
                    </a:lnTo>
                    <a:lnTo>
                      <a:pt x="70" y="2532"/>
                    </a:lnTo>
                    <a:lnTo>
                      <a:pt x="140" y="2914"/>
                    </a:lnTo>
                    <a:lnTo>
                      <a:pt x="244" y="3296"/>
                    </a:lnTo>
                    <a:lnTo>
                      <a:pt x="278" y="3434"/>
                    </a:lnTo>
                    <a:lnTo>
                      <a:pt x="348" y="3538"/>
                    </a:lnTo>
                    <a:lnTo>
                      <a:pt x="417" y="3642"/>
                    </a:lnTo>
                    <a:lnTo>
                      <a:pt x="556" y="3677"/>
                    </a:lnTo>
                    <a:lnTo>
                      <a:pt x="695" y="3712"/>
                    </a:lnTo>
                    <a:lnTo>
                      <a:pt x="868" y="3781"/>
                    </a:lnTo>
                    <a:lnTo>
                      <a:pt x="1041" y="3816"/>
                    </a:lnTo>
                    <a:lnTo>
                      <a:pt x="1215" y="3816"/>
                    </a:lnTo>
                    <a:lnTo>
                      <a:pt x="1284" y="3781"/>
                    </a:lnTo>
                    <a:lnTo>
                      <a:pt x="1388" y="3816"/>
                    </a:lnTo>
                    <a:lnTo>
                      <a:pt x="1562" y="3851"/>
                    </a:lnTo>
                    <a:lnTo>
                      <a:pt x="1805" y="3885"/>
                    </a:lnTo>
                    <a:lnTo>
                      <a:pt x="2013" y="3885"/>
                    </a:lnTo>
                    <a:lnTo>
                      <a:pt x="2498" y="3920"/>
                    </a:lnTo>
                    <a:lnTo>
                      <a:pt x="3019" y="3920"/>
                    </a:lnTo>
                    <a:lnTo>
                      <a:pt x="3296" y="3955"/>
                    </a:lnTo>
                    <a:lnTo>
                      <a:pt x="3574" y="3955"/>
                    </a:lnTo>
                    <a:lnTo>
                      <a:pt x="3782" y="3920"/>
                    </a:lnTo>
                    <a:lnTo>
                      <a:pt x="4441" y="3920"/>
                    </a:lnTo>
                    <a:lnTo>
                      <a:pt x="5135" y="3955"/>
                    </a:lnTo>
                    <a:lnTo>
                      <a:pt x="6453" y="3955"/>
                    </a:lnTo>
                    <a:lnTo>
                      <a:pt x="7042" y="3920"/>
                    </a:lnTo>
                    <a:lnTo>
                      <a:pt x="7806" y="3851"/>
                    </a:lnTo>
                    <a:lnTo>
                      <a:pt x="8187" y="3816"/>
                    </a:lnTo>
                    <a:lnTo>
                      <a:pt x="8569" y="3712"/>
                    </a:lnTo>
                    <a:lnTo>
                      <a:pt x="8777" y="3642"/>
                    </a:lnTo>
                    <a:lnTo>
                      <a:pt x="8916" y="3573"/>
                    </a:lnTo>
                    <a:lnTo>
                      <a:pt x="9020" y="3469"/>
                    </a:lnTo>
                    <a:lnTo>
                      <a:pt x="9158" y="3330"/>
                    </a:lnTo>
                    <a:lnTo>
                      <a:pt x="9262" y="3157"/>
                    </a:lnTo>
                    <a:lnTo>
                      <a:pt x="9332" y="2983"/>
                    </a:lnTo>
                    <a:lnTo>
                      <a:pt x="9401" y="2810"/>
                    </a:lnTo>
                    <a:lnTo>
                      <a:pt x="9471" y="2428"/>
                    </a:lnTo>
                    <a:lnTo>
                      <a:pt x="9505" y="2012"/>
                    </a:lnTo>
                    <a:lnTo>
                      <a:pt x="9540" y="1492"/>
                    </a:lnTo>
                    <a:lnTo>
                      <a:pt x="9505" y="1249"/>
                    </a:lnTo>
                    <a:lnTo>
                      <a:pt x="9471" y="971"/>
                    </a:lnTo>
                    <a:lnTo>
                      <a:pt x="9436" y="763"/>
                    </a:lnTo>
                    <a:lnTo>
                      <a:pt x="9367" y="590"/>
                    </a:lnTo>
                    <a:lnTo>
                      <a:pt x="9262" y="451"/>
                    </a:lnTo>
                    <a:lnTo>
                      <a:pt x="9158" y="347"/>
                    </a:lnTo>
                    <a:lnTo>
                      <a:pt x="8950" y="243"/>
                    </a:lnTo>
                    <a:lnTo>
                      <a:pt x="8742" y="208"/>
                    </a:lnTo>
                    <a:lnTo>
                      <a:pt x="8291" y="139"/>
                    </a:lnTo>
                    <a:lnTo>
                      <a:pt x="7944" y="139"/>
                    </a:lnTo>
                    <a:lnTo>
                      <a:pt x="7632" y="104"/>
                    </a:lnTo>
                    <a:lnTo>
                      <a:pt x="7216" y="35"/>
                    </a:lnTo>
                    <a:lnTo>
                      <a:pt x="6834" y="0"/>
                    </a:lnTo>
                    <a:lnTo>
                      <a:pt x="6383" y="0"/>
                    </a:lnTo>
                    <a:lnTo>
                      <a:pt x="5967" y="35"/>
                    </a:lnTo>
                    <a:lnTo>
                      <a:pt x="5447" y="0"/>
                    </a:lnTo>
                    <a:close/>
                  </a:path>
                </a:pathLst>
              </a:custGeom>
              <a:solidFill>
                <a:srgbClr val="D2AD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7" name="Google Shape;317;p22"/>
            <p:cNvGrpSpPr/>
            <p:nvPr/>
          </p:nvGrpSpPr>
          <p:grpSpPr>
            <a:xfrm>
              <a:off x="2597925" y="1531000"/>
              <a:ext cx="1927366" cy="2690303"/>
              <a:chOff x="2597925" y="1531000"/>
              <a:chExt cx="1927366" cy="2690303"/>
            </a:xfrm>
          </p:grpSpPr>
          <p:grpSp>
            <p:nvGrpSpPr>
              <p:cNvPr id="318" name="Google Shape;318;p22"/>
              <p:cNvGrpSpPr/>
              <p:nvPr/>
            </p:nvGrpSpPr>
            <p:grpSpPr>
              <a:xfrm>
                <a:off x="2729025" y="1531000"/>
                <a:ext cx="1665207" cy="2690303"/>
                <a:chOff x="2729025" y="1531000"/>
                <a:chExt cx="1665207" cy="2690303"/>
              </a:xfrm>
            </p:grpSpPr>
            <p:sp>
              <p:nvSpPr>
                <p:cNvPr id="319" name="Google Shape;319;p22"/>
                <p:cNvSpPr/>
                <p:nvPr/>
              </p:nvSpPr>
              <p:spPr>
                <a:xfrm>
                  <a:off x="2729025" y="1531000"/>
                  <a:ext cx="1665207" cy="1566348"/>
                </a:xfrm>
                <a:custGeom>
                  <a:rect b="b" l="l" r="r" t="t"/>
                  <a:pathLst>
                    <a:path extrusionOk="0" h="3955" w="9540">
                      <a:moveTo>
                        <a:pt x="2637" y="0"/>
                      </a:moveTo>
                      <a:lnTo>
                        <a:pt x="2429" y="35"/>
                      </a:lnTo>
                      <a:lnTo>
                        <a:pt x="2221" y="70"/>
                      </a:lnTo>
                      <a:lnTo>
                        <a:pt x="2013" y="70"/>
                      </a:lnTo>
                      <a:lnTo>
                        <a:pt x="1805" y="174"/>
                      </a:lnTo>
                      <a:lnTo>
                        <a:pt x="1562" y="208"/>
                      </a:lnTo>
                      <a:lnTo>
                        <a:pt x="1319" y="243"/>
                      </a:lnTo>
                      <a:lnTo>
                        <a:pt x="1076" y="312"/>
                      </a:lnTo>
                      <a:lnTo>
                        <a:pt x="695" y="486"/>
                      </a:lnTo>
                      <a:lnTo>
                        <a:pt x="486" y="555"/>
                      </a:lnTo>
                      <a:lnTo>
                        <a:pt x="313" y="659"/>
                      </a:lnTo>
                      <a:lnTo>
                        <a:pt x="174" y="798"/>
                      </a:lnTo>
                      <a:lnTo>
                        <a:pt x="70" y="971"/>
                      </a:lnTo>
                      <a:lnTo>
                        <a:pt x="36" y="1180"/>
                      </a:lnTo>
                      <a:lnTo>
                        <a:pt x="1" y="1388"/>
                      </a:lnTo>
                      <a:lnTo>
                        <a:pt x="36" y="1561"/>
                      </a:lnTo>
                      <a:lnTo>
                        <a:pt x="36" y="1700"/>
                      </a:lnTo>
                      <a:lnTo>
                        <a:pt x="1" y="2116"/>
                      </a:lnTo>
                      <a:lnTo>
                        <a:pt x="70" y="2532"/>
                      </a:lnTo>
                      <a:lnTo>
                        <a:pt x="140" y="2914"/>
                      </a:lnTo>
                      <a:lnTo>
                        <a:pt x="244" y="3296"/>
                      </a:lnTo>
                      <a:lnTo>
                        <a:pt x="278" y="3434"/>
                      </a:lnTo>
                      <a:lnTo>
                        <a:pt x="348" y="3538"/>
                      </a:lnTo>
                      <a:lnTo>
                        <a:pt x="417" y="3642"/>
                      </a:lnTo>
                      <a:lnTo>
                        <a:pt x="556" y="3677"/>
                      </a:lnTo>
                      <a:lnTo>
                        <a:pt x="695" y="3712"/>
                      </a:lnTo>
                      <a:lnTo>
                        <a:pt x="868" y="3781"/>
                      </a:lnTo>
                      <a:lnTo>
                        <a:pt x="1041" y="3816"/>
                      </a:lnTo>
                      <a:lnTo>
                        <a:pt x="1215" y="3816"/>
                      </a:lnTo>
                      <a:lnTo>
                        <a:pt x="1284" y="3781"/>
                      </a:lnTo>
                      <a:lnTo>
                        <a:pt x="1388" y="3816"/>
                      </a:lnTo>
                      <a:lnTo>
                        <a:pt x="1562" y="3851"/>
                      </a:lnTo>
                      <a:lnTo>
                        <a:pt x="1805" y="3885"/>
                      </a:lnTo>
                      <a:lnTo>
                        <a:pt x="2013" y="3885"/>
                      </a:lnTo>
                      <a:lnTo>
                        <a:pt x="2498" y="3920"/>
                      </a:lnTo>
                      <a:lnTo>
                        <a:pt x="3019" y="3920"/>
                      </a:lnTo>
                      <a:lnTo>
                        <a:pt x="3296" y="3955"/>
                      </a:lnTo>
                      <a:lnTo>
                        <a:pt x="3574" y="3955"/>
                      </a:lnTo>
                      <a:lnTo>
                        <a:pt x="3782" y="3920"/>
                      </a:lnTo>
                      <a:lnTo>
                        <a:pt x="4441" y="3920"/>
                      </a:lnTo>
                      <a:lnTo>
                        <a:pt x="5135" y="3955"/>
                      </a:lnTo>
                      <a:lnTo>
                        <a:pt x="6453" y="3955"/>
                      </a:lnTo>
                      <a:lnTo>
                        <a:pt x="7042" y="3920"/>
                      </a:lnTo>
                      <a:lnTo>
                        <a:pt x="7806" y="3851"/>
                      </a:lnTo>
                      <a:lnTo>
                        <a:pt x="8187" y="3816"/>
                      </a:lnTo>
                      <a:lnTo>
                        <a:pt x="8569" y="3712"/>
                      </a:lnTo>
                      <a:lnTo>
                        <a:pt x="8777" y="3642"/>
                      </a:lnTo>
                      <a:lnTo>
                        <a:pt x="8916" y="3573"/>
                      </a:lnTo>
                      <a:lnTo>
                        <a:pt x="9020" y="3469"/>
                      </a:lnTo>
                      <a:lnTo>
                        <a:pt x="9158" y="3330"/>
                      </a:lnTo>
                      <a:lnTo>
                        <a:pt x="9262" y="3157"/>
                      </a:lnTo>
                      <a:lnTo>
                        <a:pt x="9332" y="2983"/>
                      </a:lnTo>
                      <a:lnTo>
                        <a:pt x="9401" y="2810"/>
                      </a:lnTo>
                      <a:lnTo>
                        <a:pt x="9471" y="2428"/>
                      </a:lnTo>
                      <a:lnTo>
                        <a:pt x="9505" y="2012"/>
                      </a:lnTo>
                      <a:lnTo>
                        <a:pt x="9540" y="1492"/>
                      </a:lnTo>
                      <a:lnTo>
                        <a:pt x="9505" y="1249"/>
                      </a:lnTo>
                      <a:lnTo>
                        <a:pt x="9471" y="971"/>
                      </a:lnTo>
                      <a:lnTo>
                        <a:pt x="9436" y="763"/>
                      </a:lnTo>
                      <a:lnTo>
                        <a:pt x="9367" y="590"/>
                      </a:lnTo>
                      <a:lnTo>
                        <a:pt x="9262" y="451"/>
                      </a:lnTo>
                      <a:lnTo>
                        <a:pt x="9158" y="347"/>
                      </a:lnTo>
                      <a:lnTo>
                        <a:pt x="8950" y="243"/>
                      </a:lnTo>
                      <a:lnTo>
                        <a:pt x="8742" y="208"/>
                      </a:lnTo>
                      <a:lnTo>
                        <a:pt x="8291" y="139"/>
                      </a:lnTo>
                      <a:lnTo>
                        <a:pt x="7944" y="139"/>
                      </a:lnTo>
                      <a:lnTo>
                        <a:pt x="7632" y="104"/>
                      </a:lnTo>
                      <a:lnTo>
                        <a:pt x="7216" y="35"/>
                      </a:lnTo>
                      <a:lnTo>
                        <a:pt x="6834" y="0"/>
                      </a:lnTo>
                      <a:lnTo>
                        <a:pt x="6383" y="0"/>
                      </a:lnTo>
                      <a:lnTo>
                        <a:pt x="5967" y="35"/>
                      </a:lnTo>
                      <a:lnTo>
                        <a:pt x="54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" name="Google Shape;320;p22"/>
                <p:cNvSpPr/>
                <p:nvPr/>
              </p:nvSpPr>
              <p:spPr>
                <a:xfrm>
                  <a:off x="2729025" y="2807400"/>
                  <a:ext cx="1665207" cy="1413903"/>
                </a:xfrm>
                <a:custGeom>
                  <a:rect b="b" l="l" r="r" t="t"/>
                  <a:pathLst>
                    <a:path extrusionOk="0" h="3955" w="9540">
                      <a:moveTo>
                        <a:pt x="2637" y="0"/>
                      </a:moveTo>
                      <a:lnTo>
                        <a:pt x="2429" y="35"/>
                      </a:lnTo>
                      <a:lnTo>
                        <a:pt x="2221" y="70"/>
                      </a:lnTo>
                      <a:lnTo>
                        <a:pt x="2013" y="70"/>
                      </a:lnTo>
                      <a:lnTo>
                        <a:pt x="1805" y="174"/>
                      </a:lnTo>
                      <a:lnTo>
                        <a:pt x="1562" y="208"/>
                      </a:lnTo>
                      <a:lnTo>
                        <a:pt x="1319" y="243"/>
                      </a:lnTo>
                      <a:lnTo>
                        <a:pt x="1076" y="312"/>
                      </a:lnTo>
                      <a:lnTo>
                        <a:pt x="695" y="486"/>
                      </a:lnTo>
                      <a:lnTo>
                        <a:pt x="486" y="555"/>
                      </a:lnTo>
                      <a:lnTo>
                        <a:pt x="313" y="659"/>
                      </a:lnTo>
                      <a:lnTo>
                        <a:pt x="174" y="798"/>
                      </a:lnTo>
                      <a:lnTo>
                        <a:pt x="70" y="971"/>
                      </a:lnTo>
                      <a:lnTo>
                        <a:pt x="36" y="1180"/>
                      </a:lnTo>
                      <a:lnTo>
                        <a:pt x="1" y="1388"/>
                      </a:lnTo>
                      <a:lnTo>
                        <a:pt x="36" y="1561"/>
                      </a:lnTo>
                      <a:lnTo>
                        <a:pt x="36" y="1700"/>
                      </a:lnTo>
                      <a:lnTo>
                        <a:pt x="1" y="2116"/>
                      </a:lnTo>
                      <a:lnTo>
                        <a:pt x="70" y="2532"/>
                      </a:lnTo>
                      <a:lnTo>
                        <a:pt x="140" y="2914"/>
                      </a:lnTo>
                      <a:lnTo>
                        <a:pt x="244" y="3296"/>
                      </a:lnTo>
                      <a:lnTo>
                        <a:pt x="278" y="3434"/>
                      </a:lnTo>
                      <a:lnTo>
                        <a:pt x="348" y="3538"/>
                      </a:lnTo>
                      <a:lnTo>
                        <a:pt x="417" y="3642"/>
                      </a:lnTo>
                      <a:lnTo>
                        <a:pt x="556" y="3677"/>
                      </a:lnTo>
                      <a:lnTo>
                        <a:pt x="695" y="3712"/>
                      </a:lnTo>
                      <a:lnTo>
                        <a:pt x="868" y="3781"/>
                      </a:lnTo>
                      <a:lnTo>
                        <a:pt x="1041" y="3816"/>
                      </a:lnTo>
                      <a:lnTo>
                        <a:pt x="1215" y="3816"/>
                      </a:lnTo>
                      <a:lnTo>
                        <a:pt x="1284" y="3781"/>
                      </a:lnTo>
                      <a:lnTo>
                        <a:pt x="1388" y="3816"/>
                      </a:lnTo>
                      <a:lnTo>
                        <a:pt x="1562" y="3851"/>
                      </a:lnTo>
                      <a:lnTo>
                        <a:pt x="1805" y="3885"/>
                      </a:lnTo>
                      <a:lnTo>
                        <a:pt x="2013" y="3885"/>
                      </a:lnTo>
                      <a:lnTo>
                        <a:pt x="2498" y="3920"/>
                      </a:lnTo>
                      <a:lnTo>
                        <a:pt x="3019" y="3920"/>
                      </a:lnTo>
                      <a:lnTo>
                        <a:pt x="3296" y="3955"/>
                      </a:lnTo>
                      <a:lnTo>
                        <a:pt x="3574" y="3955"/>
                      </a:lnTo>
                      <a:lnTo>
                        <a:pt x="3782" y="3920"/>
                      </a:lnTo>
                      <a:lnTo>
                        <a:pt x="4441" y="3920"/>
                      </a:lnTo>
                      <a:lnTo>
                        <a:pt x="5135" y="3955"/>
                      </a:lnTo>
                      <a:lnTo>
                        <a:pt x="6453" y="3955"/>
                      </a:lnTo>
                      <a:lnTo>
                        <a:pt x="7042" y="3920"/>
                      </a:lnTo>
                      <a:lnTo>
                        <a:pt x="7806" y="3851"/>
                      </a:lnTo>
                      <a:lnTo>
                        <a:pt x="8187" y="3816"/>
                      </a:lnTo>
                      <a:lnTo>
                        <a:pt x="8569" y="3712"/>
                      </a:lnTo>
                      <a:lnTo>
                        <a:pt x="8777" y="3642"/>
                      </a:lnTo>
                      <a:lnTo>
                        <a:pt x="8916" y="3573"/>
                      </a:lnTo>
                      <a:lnTo>
                        <a:pt x="9020" y="3469"/>
                      </a:lnTo>
                      <a:lnTo>
                        <a:pt x="9158" y="3330"/>
                      </a:lnTo>
                      <a:lnTo>
                        <a:pt x="9262" y="3157"/>
                      </a:lnTo>
                      <a:lnTo>
                        <a:pt x="9332" y="2983"/>
                      </a:lnTo>
                      <a:lnTo>
                        <a:pt x="9401" y="2810"/>
                      </a:lnTo>
                      <a:lnTo>
                        <a:pt x="9471" y="2428"/>
                      </a:lnTo>
                      <a:lnTo>
                        <a:pt x="9505" y="2012"/>
                      </a:lnTo>
                      <a:lnTo>
                        <a:pt x="9540" y="1492"/>
                      </a:lnTo>
                      <a:lnTo>
                        <a:pt x="9505" y="1249"/>
                      </a:lnTo>
                      <a:lnTo>
                        <a:pt x="9471" y="971"/>
                      </a:lnTo>
                      <a:lnTo>
                        <a:pt x="9436" y="763"/>
                      </a:lnTo>
                      <a:lnTo>
                        <a:pt x="9367" y="590"/>
                      </a:lnTo>
                      <a:lnTo>
                        <a:pt x="9262" y="451"/>
                      </a:lnTo>
                      <a:lnTo>
                        <a:pt x="9158" y="347"/>
                      </a:lnTo>
                      <a:lnTo>
                        <a:pt x="8950" y="243"/>
                      </a:lnTo>
                      <a:lnTo>
                        <a:pt x="8742" y="208"/>
                      </a:lnTo>
                      <a:lnTo>
                        <a:pt x="8291" y="139"/>
                      </a:lnTo>
                      <a:lnTo>
                        <a:pt x="7944" y="139"/>
                      </a:lnTo>
                      <a:lnTo>
                        <a:pt x="7632" y="104"/>
                      </a:lnTo>
                      <a:lnTo>
                        <a:pt x="7216" y="35"/>
                      </a:lnTo>
                      <a:lnTo>
                        <a:pt x="6834" y="0"/>
                      </a:lnTo>
                      <a:lnTo>
                        <a:pt x="6383" y="0"/>
                      </a:lnTo>
                      <a:lnTo>
                        <a:pt x="5967" y="35"/>
                      </a:lnTo>
                      <a:lnTo>
                        <a:pt x="54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21" name="Google Shape;321;p22"/>
                <p:cNvGrpSpPr/>
                <p:nvPr/>
              </p:nvGrpSpPr>
              <p:grpSpPr>
                <a:xfrm>
                  <a:off x="2974590" y="1577154"/>
                  <a:ext cx="1129152" cy="1155157"/>
                  <a:chOff x="2974590" y="1577154"/>
                  <a:chExt cx="1129152" cy="1155157"/>
                </a:xfrm>
              </p:grpSpPr>
              <p:sp>
                <p:nvSpPr>
                  <p:cNvPr id="322" name="Google Shape;322;p22"/>
                  <p:cNvSpPr/>
                  <p:nvPr/>
                </p:nvSpPr>
                <p:spPr>
                  <a:xfrm rot="6957757">
                    <a:off x="3097896" y="1741649"/>
                    <a:ext cx="882540" cy="826166"/>
                  </a:xfrm>
                  <a:custGeom>
                    <a:rect b="b" l="l" r="r" t="t"/>
                    <a:pathLst>
                      <a:path extrusionOk="0" h="14743" w="15749">
                        <a:moveTo>
                          <a:pt x="8013" y="0"/>
                        </a:moveTo>
                        <a:lnTo>
                          <a:pt x="7736" y="70"/>
                        </a:lnTo>
                        <a:lnTo>
                          <a:pt x="7493" y="104"/>
                        </a:lnTo>
                        <a:lnTo>
                          <a:pt x="7285" y="139"/>
                        </a:lnTo>
                        <a:lnTo>
                          <a:pt x="7042" y="174"/>
                        </a:lnTo>
                        <a:lnTo>
                          <a:pt x="6834" y="243"/>
                        </a:lnTo>
                        <a:lnTo>
                          <a:pt x="6522" y="347"/>
                        </a:lnTo>
                        <a:lnTo>
                          <a:pt x="6210" y="451"/>
                        </a:lnTo>
                        <a:lnTo>
                          <a:pt x="5724" y="694"/>
                        </a:lnTo>
                        <a:lnTo>
                          <a:pt x="5481" y="833"/>
                        </a:lnTo>
                        <a:lnTo>
                          <a:pt x="5238" y="972"/>
                        </a:lnTo>
                        <a:lnTo>
                          <a:pt x="4683" y="1353"/>
                        </a:lnTo>
                        <a:lnTo>
                          <a:pt x="4441" y="1596"/>
                        </a:lnTo>
                        <a:lnTo>
                          <a:pt x="4198" y="1839"/>
                        </a:lnTo>
                        <a:lnTo>
                          <a:pt x="3435" y="2706"/>
                        </a:lnTo>
                        <a:lnTo>
                          <a:pt x="3227" y="2984"/>
                        </a:lnTo>
                        <a:lnTo>
                          <a:pt x="3053" y="3261"/>
                        </a:lnTo>
                        <a:lnTo>
                          <a:pt x="2672" y="3851"/>
                        </a:lnTo>
                        <a:lnTo>
                          <a:pt x="2533" y="4128"/>
                        </a:lnTo>
                        <a:lnTo>
                          <a:pt x="2394" y="4440"/>
                        </a:lnTo>
                        <a:lnTo>
                          <a:pt x="2221" y="5100"/>
                        </a:lnTo>
                        <a:lnTo>
                          <a:pt x="2117" y="5516"/>
                        </a:lnTo>
                        <a:lnTo>
                          <a:pt x="2047" y="5620"/>
                        </a:lnTo>
                        <a:lnTo>
                          <a:pt x="1943" y="5620"/>
                        </a:lnTo>
                        <a:lnTo>
                          <a:pt x="1596" y="5481"/>
                        </a:lnTo>
                        <a:lnTo>
                          <a:pt x="1249" y="5342"/>
                        </a:lnTo>
                        <a:lnTo>
                          <a:pt x="868" y="5238"/>
                        </a:lnTo>
                        <a:lnTo>
                          <a:pt x="452" y="5100"/>
                        </a:lnTo>
                        <a:lnTo>
                          <a:pt x="278" y="5065"/>
                        </a:lnTo>
                        <a:lnTo>
                          <a:pt x="174" y="5065"/>
                        </a:lnTo>
                        <a:lnTo>
                          <a:pt x="70" y="5169"/>
                        </a:lnTo>
                        <a:lnTo>
                          <a:pt x="35" y="5342"/>
                        </a:lnTo>
                        <a:lnTo>
                          <a:pt x="1" y="5863"/>
                        </a:lnTo>
                        <a:lnTo>
                          <a:pt x="1" y="6418"/>
                        </a:lnTo>
                        <a:lnTo>
                          <a:pt x="35" y="6903"/>
                        </a:lnTo>
                        <a:lnTo>
                          <a:pt x="139" y="7389"/>
                        </a:lnTo>
                        <a:lnTo>
                          <a:pt x="209" y="7736"/>
                        </a:lnTo>
                        <a:lnTo>
                          <a:pt x="313" y="8083"/>
                        </a:lnTo>
                        <a:lnTo>
                          <a:pt x="729" y="9227"/>
                        </a:lnTo>
                        <a:lnTo>
                          <a:pt x="868" y="9505"/>
                        </a:lnTo>
                        <a:lnTo>
                          <a:pt x="1007" y="9817"/>
                        </a:lnTo>
                        <a:lnTo>
                          <a:pt x="1319" y="10303"/>
                        </a:lnTo>
                        <a:lnTo>
                          <a:pt x="1562" y="10650"/>
                        </a:lnTo>
                        <a:lnTo>
                          <a:pt x="1770" y="10996"/>
                        </a:lnTo>
                        <a:lnTo>
                          <a:pt x="2221" y="11517"/>
                        </a:lnTo>
                        <a:lnTo>
                          <a:pt x="2394" y="11725"/>
                        </a:lnTo>
                        <a:lnTo>
                          <a:pt x="2568" y="11898"/>
                        </a:lnTo>
                        <a:lnTo>
                          <a:pt x="2741" y="12072"/>
                        </a:lnTo>
                        <a:lnTo>
                          <a:pt x="2845" y="12176"/>
                        </a:lnTo>
                        <a:lnTo>
                          <a:pt x="2914" y="12280"/>
                        </a:lnTo>
                        <a:lnTo>
                          <a:pt x="2984" y="12315"/>
                        </a:lnTo>
                        <a:lnTo>
                          <a:pt x="3053" y="12349"/>
                        </a:lnTo>
                        <a:lnTo>
                          <a:pt x="3123" y="12384"/>
                        </a:lnTo>
                        <a:lnTo>
                          <a:pt x="3227" y="12488"/>
                        </a:lnTo>
                        <a:lnTo>
                          <a:pt x="3504" y="12731"/>
                        </a:lnTo>
                        <a:lnTo>
                          <a:pt x="3608" y="12870"/>
                        </a:lnTo>
                        <a:lnTo>
                          <a:pt x="3782" y="12939"/>
                        </a:lnTo>
                        <a:lnTo>
                          <a:pt x="4128" y="13182"/>
                        </a:lnTo>
                        <a:lnTo>
                          <a:pt x="4441" y="13459"/>
                        </a:lnTo>
                        <a:lnTo>
                          <a:pt x="4683" y="13598"/>
                        </a:lnTo>
                        <a:lnTo>
                          <a:pt x="4926" y="13737"/>
                        </a:lnTo>
                        <a:lnTo>
                          <a:pt x="5412" y="13945"/>
                        </a:lnTo>
                        <a:lnTo>
                          <a:pt x="5689" y="14118"/>
                        </a:lnTo>
                        <a:lnTo>
                          <a:pt x="6071" y="14257"/>
                        </a:lnTo>
                        <a:lnTo>
                          <a:pt x="6453" y="14361"/>
                        </a:lnTo>
                        <a:lnTo>
                          <a:pt x="6938" y="14535"/>
                        </a:lnTo>
                        <a:lnTo>
                          <a:pt x="7458" y="14673"/>
                        </a:lnTo>
                        <a:lnTo>
                          <a:pt x="7736" y="14708"/>
                        </a:lnTo>
                        <a:lnTo>
                          <a:pt x="7979" y="14708"/>
                        </a:lnTo>
                        <a:lnTo>
                          <a:pt x="8222" y="14743"/>
                        </a:lnTo>
                        <a:lnTo>
                          <a:pt x="8603" y="14743"/>
                        </a:lnTo>
                        <a:lnTo>
                          <a:pt x="8915" y="14708"/>
                        </a:lnTo>
                        <a:lnTo>
                          <a:pt x="9193" y="14743"/>
                        </a:lnTo>
                        <a:lnTo>
                          <a:pt x="9297" y="14708"/>
                        </a:lnTo>
                        <a:lnTo>
                          <a:pt x="9366" y="14673"/>
                        </a:lnTo>
                        <a:lnTo>
                          <a:pt x="9401" y="14708"/>
                        </a:lnTo>
                        <a:lnTo>
                          <a:pt x="9401" y="14743"/>
                        </a:lnTo>
                        <a:lnTo>
                          <a:pt x="9470" y="14708"/>
                        </a:lnTo>
                        <a:lnTo>
                          <a:pt x="9540" y="14639"/>
                        </a:lnTo>
                        <a:lnTo>
                          <a:pt x="9574" y="14639"/>
                        </a:lnTo>
                        <a:lnTo>
                          <a:pt x="9609" y="14673"/>
                        </a:lnTo>
                        <a:lnTo>
                          <a:pt x="9678" y="14708"/>
                        </a:lnTo>
                        <a:lnTo>
                          <a:pt x="9713" y="14708"/>
                        </a:lnTo>
                        <a:lnTo>
                          <a:pt x="9817" y="14673"/>
                        </a:lnTo>
                        <a:lnTo>
                          <a:pt x="9921" y="14639"/>
                        </a:lnTo>
                        <a:lnTo>
                          <a:pt x="10095" y="14604"/>
                        </a:lnTo>
                        <a:lnTo>
                          <a:pt x="10303" y="14535"/>
                        </a:lnTo>
                        <a:lnTo>
                          <a:pt x="10511" y="14500"/>
                        </a:lnTo>
                        <a:lnTo>
                          <a:pt x="10719" y="14465"/>
                        </a:lnTo>
                        <a:lnTo>
                          <a:pt x="10893" y="14327"/>
                        </a:lnTo>
                        <a:lnTo>
                          <a:pt x="10927" y="14361"/>
                        </a:lnTo>
                        <a:lnTo>
                          <a:pt x="11031" y="14361"/>
                        </a:lnTo>
                        <a:lnTo>
                          <a:pt x="11101" y="14327"/>
                        </a:lnTo>
                        <a:lnTo>
                          <a:pt x="11205" y="14257"/>
                        </a:lnTo>
                        <a:lnTo>
                          <a:pt x="11309" y="14257"/>
                        </a:lnTo>
                        <a:lnTo>
                          <a:pt x="11413" y="14222"/>
                        </a:lnTo>
                        <a:lnTo>
                          <a:pt x="11482" y="14222"/>
                        </a:lnTo>
                        <a:lnTo>
                          <a:pt x="11482" y="14153"/>
                        </a:lnTo>
                        <a:lnTo>
                          <a:pt x="11517" y="14084"/>
                        </a:lnTo>
                        <a:lnTo>
                          <a:pt x="11552" y="14084"/>
                        </a:lnTo>
                        <a:lnTo>
                          <a:pt x="11656" y="14049"/>
                        </a:lnTo>
                        <a:lnTo>
                          <a:pt x="11725" y="14014"/>
                        </a:lnTo>
                        <a:lnTo>
                          <a:pt x="11829" y="13980"/>
                        </a:lnTo>
                        <a:lnTo>
                          <a:pt x="11933" y="13910"/>
                        </a:lnTo>
                        <a:lnTo>
                          <a:pt x="12072" y="13841"/>
                        </a:lnTo>
                        <a:lnTo>
                          <a:pt x="12176" y="13772"/>
                        </a:lnTo>
                        <a:lnTo>
                          <a:pt x="12419" y="13598"/>
                        </a:lnTo>
                        <a:lnTo>
                          <a:pt x="12592" y="13494"/>
                        </a:lnTo>
                        <a:lnTo>
                          <a:pt x="12696" y="13425"/>
                        </a:lnTo>
                        <a:lnTo>
                          <a:pt x="12731" y="13321"/>
                        </a:lnTo>
                        <a:lnTo>
                          <a:pt x="12800" y="13286"/>
                        </a:lnTo>
                        <a:lnTo>
                          <a:pt x="12835" y="13251"/>
                        </a:lnTo>
                        <a:lnTo>
                          <a:pt x="12835" y="13182"/>
                        </a:lnTo>
                        <a:lnTo>
                          <a:pt x="12870" y="13147"/>
                        </a:lnTo>
                        <a:lnTo>
                          <a:pt x="12974" y="13147"/>
                        </a:lnTo>
                        <a:lnTo>
                          <a:pt x="13078" y="13078"/>
                        </a:lnTo>
                        <a:lnTo>
                          <a:pt x="13217" y="12904"/>
                        </a:lnTo>
                        <a:lnTo>
                          <a:pt x="13425" y="12731"/>
                        </a:lnTo>
                        <a:lnTo>
                          <a:pt x="13529" y="12627"/>
                        </a:lnTo>
                        <a:lnTo>
                          <a:pt x="13598" y="12523"/>
                        </a:lnTo>
                        <a:lnTo>
                          <a:pt x="13668" y="12419"/>
                        </a:lnTo>
                        <a:lnTo>
                          <a:pt x="13737" y="12315"/>
                        </a:lnTo>
                        <a:lnTo>
                          <a:pt x="13910" y="12141"/>
                        </a:lnTo>
                        <a:lnTo>
                          <a:pt x="14153" y="11829"/>
                        </a:lnTo>
                        <a:lnTo>
                          <a:pt x="14292" y="11656"/>
                        </a:lnTo>
                        <a:lnTo>
                          <a:pt x="14396" y="11482"/>
                        </a:lnTo>
                        <a:lnTo>
                          <a:pt x="14674" y="10996"/>
                        </a:lnTo>
                        <a:lnTo>
                          <a:pt x="14812" y="10754"/>
                        </a:lnTo>
                        <a:lnTo>
                          <a:pt x="14916" y="10476"/>
                        </a:lnTo>
                        <a:lnTo>
                          <a:pt x="15263" y="9644"/>
                        </a:lnTo>
                        <a:lnTo>
                          <a:pt x="15437" y="9227"/>
                        </a:lnTo>
                        <a:lnTo>
                          <a:pt x="15506" y="9019"/>
                        </a:lnTo>
                        <a:lnTo>
                          <a:pt x="15541" y="8811"/>
                        </a:lnTo>
                        <a:lnTo>
                          <a:pt x="15714" y="8117"/>
                        </a:lnTo>
                        <a:lnTo>
                          <a:pt x="15714" y="7875"/>
                        </a:lnTo>
                        <a:lnTo>
                          <a:pt x="15749" y="7632"/>
                        </a:lnTo>
                        <a:lnTo>
                          <a:pt x="15749" y="7146"/>
                        </a:lnTo>
                        <a:lnTo>
                          <a:pt x="15749" y="7042"/>
                        </a:lnTo>
                        <a:lnTo>
                          <a:pt x="15749" y="6938"/>
                        </a:lnTo>
                        <a:lnTo>
                          <a:pt x="15714" y="6730"/>
                        </a:lnTo>
                        <a:lnTo>
                          <a:pt x="15679" y="6314"/>
                        </a:lnTo>
                        <a:lnTo>
                          <a:pt x="15610" y="5897"/>
                        </a:lnTo>
                        <a:lnTo>
                          <a:pt x="15506" y="5481"/>
                        </a:lnTo>
                        <a:lnTo>
                          <a:pt x="15402" y="5100"/>
                        </a:lnTo>
                        <a:lnTo>
                          <a:pt x="15263" y="4718"/>
                        </a:lnTo>
                        <a:lnTo>
                          <a:pt x="15124" y="4371"/>
                        </a:lnTo>
                        <a:lnTo>
                          <a:pt x="15020" y="4198"/>
                        </a:lnTo>
                        <a:lnTo>
                          <a:pt x="14951" y="4094"/>
                        </a:lnTo>
                        <a:lnTo>
                          <a:pt x="14951" y="3955"/>
                        </a:lnTo>
                        <a:lnTo>
                          <a:pt x="14916" y="3885"/>
                        </a:lnTo>
                        <a:lnTo>
                          <a:pt x="14882" y="3781"/>
                        </a:lnTo>
                        <a:lnTo>
                          <a:pt x="14639" y="3504"/>
                        </a:lnTo>
                        <a:lnTo>
                          <a:pt x="14465" y="3192"/>
                        </a:lnTo>
                        <a:lnTo>
                          <a:pt x="14327" y="2984"/>
                        </a:lnTo>
                        <a:lnTo>
                          <a:pt x="14223" y="2810"/>
                        </a:lnTo>
                        <a:lnTo>
                          <a:pt x="13945" y="2429"/>
                        </a:lnTo>
                        <a:lnTo>
                          <a:pt x="13772" y="2255"/>
                        </a:lnTo>
                        <a:lnTo>
                          <a:pt x="13598" y="2082"/>
                        </a:lnTo>
                        <a:lnTo>
                          <a:pt x="13390" y="1908"/>
                        </a:lnTo>
                        <a:lnTo>
                          <a:pt x="13182" y="1735"/>
                        </a:lnTo>
                        <a:lnTo>
                          <a:pt x="13043" y="1596"/>
                        </a:lnTo>
                        <a:lnTo>
                          <a:pt x="12904" y="1492"/>
                        </a:lnTo>
                        <a:lnTo>
                          <a:pt x="12731" y="1388"/>
                        </a:lnTo>
                        <a:lnTo>
                          <a:pt x="12592" y="1284"/>
                        </a:lnTo>
                        <a:lnTo>
                          <a:pt x="12384" y="1145"/>
                        </a:lnTo>
                        <a:lnTo>
                          <a:pt x="12176" y="1006"/>
                        </a:lnTo>
                        <a:lnTo>
                          <a:pt x="11725" y="798"/>
                        </a:lnTo>
                        <a:lnTo>
                          <a:pt x="11378" y="625"/>
                        </a:lnTo>
                        <a:lnTo>
                          <a:pt x="11205" y="555"/>
                        </a:lnTo>
                        <a:lnTo>
                          <a:pt x="11031" y="486"/>
                        </a:lnTo>
                        <a:lnTo>
                          <a:pt x="10650" y="347"/>
                        </a:lnTo>
                        <a:lnTo>
                          <a:pt x="10303" y="243"/>
                        </a:lnTo>
                        <a:lnTo>
                          <a:pt x="9678" y="104"/>
                        </a:lnTo>
                        <a:lnTo>
                          <a:pt x="9054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323" name="Google Shape;323;p22"/>
                  <p:cNvGrpSpPr/>
                  <p:nvPr/>
                </p:nvGrpSpPr>
                <p:grpSpPr>
                  <a:xfrm>
                    <a:off x="3282484" y="1861244"/>
                    <a:ext cx="558281" cy="586976"/>
                    <a:chOff x="9013924" y="2185240"/>
                    <a:chExt cx="697415" cy="733261"/>
                  </a:xfrm>
                </p:grpSpPr>
                <p:sp>
                  <p:nvSpPr>
                    <p:cNvPr id="324" name="Google Shape;324;p22"/>
                    <p:cNvSpPr/>
                    <p:nvPr/>
                  </p:nvSpPr>
                  <p:spPr>
                    <a:xfrm>
                      <a:off x="9013924" y="2239046"/>
                      <a:ext cx="564081" cy="679455"/>
                    </a:xfrm>
                    <a:custGeom>
                      <a:rect b="b" l="l" r="r" t="t"/>
                      <a:pathLst>
                        <a:path extrusionOk="0" h="9193" w="7632">
                          <a:moveTo>
                            <a:pt x="6001" y="313"/>
                          </a:moveTo>
                          <a:lnTo>
                            <a:pt x="6036" y="347"/>
                          </a:lnTo>
                          <a:lnTo>
                            <a:pt x="6071" y="417"/>
                          </a:lnTo>
                          <a:lnTo>
                            <a:pt x="6244" y="902"/>
                          </a:lnTo>
                          <a:lnTo>
                            <a:pt x="6348" y="1215"/>
                          </a:lnTo>
                          <a:lnTo>
                            <a:pt x="6487" y="1527"/>
                          </a:lnTo>
                          <a:lnTo>
                            <a:pt x="6556" y="1735"/>
                          </a:lnTo>
                          <a:lnTo>
                            <a:pt x="6626" y="1978"/>
                          </a:lnTo>
                          <a:lnTo>
                            <a:pt x="6799" y="2359"/>
                          </a:lnTo>
                          <a:lnTo>
                            <a:pt x="6903" y="2776"/>
                          </a:lnTo>
                          <a:lnTo>
                            <a:pt x="7250" y="3573"/>
                          </a:lnTo>
                          <a:lnTo>
                            <a:pt x="7250" y="3608"/>
                          </a:lnTo>
                          <a:lnTo>
                            <a:pt x="7215" y="3643"/>
                          </a:lnTo>
                          <a:lnTo>
                            <a:pt x="6730" y="3851"/>
                          </a:lnTo>
                          <a:lnTo>
                            <a:pt x="6487" y="3990"/>
                          </a:lnTo>
                          <a:lnTo>
                            <a:pt x="6209" y="4094"/>
                          </a:lnTo>
                          <a:lnTo>
                            <a:pt x="6140" y="4128"/>
                          </a:lnTo>
                          <a:lnTo>
                            <a:pt x="6071" y="4094"/>
                          </a:lnTo>
                          <a:lnTo>
                            <a:pt x="6036" y="4059"/>
                          </a:lnTo>
                          <a:lnTo>
                            <a:pt x="6036" y="3955"/>
                          </a:lnTo>
                          <a:lnTo>
                            <a:pt x="6036" y="3886"/>
                          </a:lnTo>
                          <a:lnTo>
                            <a:pt x="6036" y="3782"/>
                          </a:lnTo>
                          <a:lnTo>
                            <a:pt x="6001" y="3712"/>
                          </a:lnTo>
                          <a:lnTo>
                            <a:pt x="5932" y="3643"/>
                          </a:lnTo>
                          <a:lnTo>
                            <a:pt x="5862" y="3539"/>
                          </a:lnTo>
                          <a:lnTo>
                            <a:pt x="5828" y="3435"/>
                          </a:lnTo>
                          <a:lnTo>
                            <a:pt x="5828" y="3296"/>
                          </a:lnTo>
                          <a:lnTo>
                            <a:pt x="5793" y="3192"/>
                          </a:lnTo>
                          <a:lnTo>
                            <a:pt x="5689" y="2984"/>
                          </a:lnTo>
                          <a:lnTo>
                            <a:pt x="5620" y="2810"/>
                          </a:lnTo>
                          <a:lnTo>
                            <a:pt x="5550" y="2567"/>
                          </a:lnTo>
                          <a:lnTo>
                            <a:pt x="5446" y="2394"/>
                          </a:lnTo>
                          <a:lnTo>
                            <a:pt x="5412" y="2255"/>
                          </a:lnTo>
                          <a:lnTo>
                            <a:pt x="5377" y="2151"/>
                          </a:lnTo>
                          <a:lnTo>
                            <a:pt x="5342" y="2012"/>
                          </a:lnTo>
                          <a:lnTo>
                            <a:pt x="5273" y="1874"/>
                          </a:lnTo>
                          <a:lnTo>
                            <a:pt x="5203" y="1770"/>
                          </a:lnTo>
                          <a:lnTo>
                            <a:pt x="5134" y="1631"/>
                          </a:lnTo>
                          <a:lnTo>
                            <a:pt x="5099" y="1457"/>
                          </a:lnTo>
                          <a:lnTo>
                            <a:pt x="5030" y="1353"/>
                          </a:lnTo>
                          <a:lnTo>
                            <a:pt x="4995" y="1249"/>
                          </a:lnTo>
                          <a:lnTo>
                            <a:pt x="4995" y="1145"/>
                          </a:lnTo>
                          <a:lnTo>
                            <a:pt x="4995" y="1111"/>
                          </a:lnTo>
                          <a:lnTo>
                            <a:pt x="4961" y="1041"/>
                          </a:lnTo>
                          <a:lnTo>
                            <a:pt x="4926" y="937"/>
                          </a:lnTo>
                          <a:lnTo>
                            <a:pt x="4891" y="902"/>
                          </a:lnTo>
                          <a:lnTo>
                            <a:pt x="4822" y="902"/>
                          </a:lnTo>
                          <a:lnTo>
                            <a:pt x="4857" y="868"/>
                          </a:lnTo>
                          <a:lnTo>
                            <a:pt x="4926" y="764"/>
                          </a:lnTo>
                          <a:lnTo>
                            <a:pt x="4995" y="729"/>
                          </a:lnTo>
                          <a:lnTo>
                            <a:pt x="5065" y="694"/>
                          </a:lnTo>
                          <a:lnTo>
                            <a:pt x="5238" y="660"/>
                          </a:lnTo>
                          <a:lnTo>
                            <a:pt x="5377" y="590"/>
                          </a:lnTo>
                          <a:lnTo>
                            <a:pt x="5516" y="486"/>
                          </a:lnTo>
                          <a:lnTo>
                            <a:pt x="5654" y="452"/>
                          </a:lnTo>
                          <a:lnTo>
                            <a:pt x="5724" y="417"/>
                          </a:lnTo>
                          <a:lnTo>
                            <a:pt x="5793" y="382"/>
                          </a:lnTo>
                          <a:lnTo>
                            <a:pt x="5862" y="347"/>
                          </a:lnTo>
                          <a:lnTo>
                            <a:pt x="5932" y="313"/>
                          </a:lnTo>
                          <a:close/>
                          <a:moveTo>
                            <a:pt x="4787" y="1353"/>
                          </a:moveTo>
                          <a:lnTo>
                            <a:pt x="4822" y="1423"/>
                          </a:lnTo>
                          <a:lnTo>
                            <a:pt x="5030" y="2012"/>
                          </a:lnTo>
                          <a:lnTo>
                            <a:pt x="5238" y="2567"/>
                          </a:lnTo>
                          <a:lnTo>
                            <a:pt x="5377" y="2984"/>
                          </a:lnTo>
                          <a:lnTo>
                            <a:pt x="5550" y="3435"/>
                          </a:lnTo>
                          <a:lnTo>
                            <a:pt x="5550" y="3469"/>
                          </a:lnTo>
                          <a:lnTo>
                            <a:pt x="5516" y="3504"/>
                          </a:lnTo>
                          <a:lnTo>
                            <a:pt x="4995" y="3712"/>
                          </a:lnTo>
                          <a:lnTo>
                            <a:pt x="4336" y="3955"/>
                          </a:lnTo>
                          <a:lnTo>
                            <a:pt x="4093" y="4059"/>
                          </a:lnTo>
                          <a:lnTo>
                            <a:pt x="3989" y="4094"/>
                          </a:lnTo>
                          <a:lnTo>
                            <a:pt x="3885" y="4128"/>
                          </a:lnTo>
                          <a:lnTo>
                            <a:pt x="3781" y="4163"/>
                          </a:lnTo>
                          <a:lnTo>
                            <a:pt x="3712" y="4232"/>
                          </a:lnTo>
                          <a:lnTo>
                            <a:pt x="3642" y="4267"/>
                          </a:lnTo>
                          <a:lnTo>
                            <a:pt x="3573" y="4267"/>
                          </a:lnTo>
                          <a:lnTo>
                            <a:pt x="3538" y="4198"/>
                          </a:lnTo>
                          <a:lnTo>
                            <a:pt x="3504" y="4128"/>
                          </a:lnTo>
                          <a:lnTo>
                            <a:pt x="3469" y="3955"/>
                          </a:lnTo>
                          <a:lnTo>
                            <a:pt x="3365" y="3816"/>
                          </a:lnTo>
                          <a:lnTo>
                            <a:pt x="3330" y="3712"/>
                          </a:lnTo>
                          <a:lnTo>
                            <a:pt x="3261" y="3608"/>
                          </a:lnTo>
                          <a:lnTo>
                            <a:pt x="3192" y="3435"/>
                          </a:lnTo>
                          <a:lnTo>
                            <a:pt x="3122" y="3227"/>
                          </a:lnTo>
                          <a:lnTo>
                            <a:pt x="3053" y="3053"/>
                          </a:lnTo>
                          <a:lnTo>
                            <a:pt x="2983" y="2880"/>
                          </a:lnTo>
                          <a:lnTo>
                            <a:pt x="2914" y="2741"/>
                          </a:lnTo>
                          <a:lnTo>
                            <a:pt x="2879" y="2637"/>
                          </a:lnTo>
                          <a:lnTo>
                            <a:pt x="2845" y="2498"/>
                          </a:lnTo>
                          <a:lnTo>
                            <a:pt x="2775" y="2394"/>
                          </a:lnTo>
                          <a:lnTo>
                            <a:pt x="2949" y="2290"/>
                          </a:lnTo>
                          <a:lnTo>
                            <a:pt x="3053" y="2255"/>
                          </a:lnTo>
                          <a:lnTo>
                            <a:pt x="3087" y="2186"/>
                          </a:lnTo>
                          <a:lnTo>
                            <a:pt x="3122" y="2151"/>
                          </a:lnTo>
                          <a:lnTo>
                            <a:pt x="3192" y="2117"/>
                          </a:lnTo>
                          <a:lnTo>
                            <a:pt x="3365" y="2082"/>
                          </a:lnTo>
                          <a:lnTo>
                            <a:pt x="3434" y="2012"/>
                          </a:lnTo>
                          <a:lnTo>
                            <a:pt x="3504" y="1943"/>
                          </a:lnTo>
                          <a:lnTo>
                            <a:pt x="3573" y="1908"/>
                          </a:lnTo>
                          <a:lnTo>
                            <a:pt x="3642" y="1908"/>
                          </a:lnTo>
                          <a:lnTo>
                            <a:pt x="3712" y="1874"/>
                          </a:lnTo>
                          <a:lnTo>
                            <a:pt x="3781" y="1874"/>
                          </a:lnTo>
                          <a:lnTo>
                            <a:pt x="4232" y="1631"/>
                          </a:lnTo>
                          <a:lnTo>
                            <a:pt x="4718" y="1388"/>
                          </a:lnTo>
                          <a:lnTo>
                            <a:pt x="4787" y="1353"/>
                          </a:lnTo>
                          <a:close/>
                          <a:moveTo>
                            <a:pt x="2671" y="2845"/>
                          </a:moveTo>
                          <a:lnTo>
                            <a:pt x="2706" y="2880"/>
                          </a:lnTo>
                          <a:lnTo>
                            <a:pt x="2775" y="3122"/>
                          </a:lnTo>
                          <a:lnTo>
                            <a:pt x="2879" y="3331"/>
                          </a:lnTo>
                          <a:lnTo>
                            <a:pt x="3053" y="3816"/>
                          </a:lnTo>
                          <a:lnTo>
                            <a:pt x="3122" y="3955"/>
                          </a:lnTo>
                          <a:lnTo>
                            <a:pt x="3157" y="3990"/>
                          </a:lnTo>
                          <a:lnTo>
                            <a:pt x="3192" y="4059"/>
                          </a:lnTo>
                          <a:lnTo>
                            <a:pt x="3192" y="4128"/>
                          </a:lnTo>
                          <a:lnTo>
                            <a:pt x="3087" y="4163"/>
                          </a:lnTo>
                          <a:lnTo>
                            <a:pt x="3053" y="4198"/>
                          </a:lnTo>
                          <a:lnTo>
                            <a:pt x="2983" y="4232"/>
                          </a:lnTo>
                          <a:lnTo>
                            <a:pt x="2914" y="4198"/>
                          </a:lnTo>
                          <a:lnTo>
                            <a:pt x="2845" y="4198"/>
                          </a:lnTo>
                          <a:lnTo>
                            <a:pt x="2775" y="4267"/>
                          </a:lnTo>
                          <a:lnTo>
                            <a:pt x="2706" y="4302"/>
                          </a:lnTo>
                          <a:lnTo>
                            <a:pt x="2602" y="4302"/>
                          </a:lnTo>
                          <a:lnTo>
                            <a:pt x="2498" y="4337"/>
                          </a:lnTo>
                          <a:lnTo>
                            <a:pt x="2428" y="4371"/>
                          </a:lnTo>
                          <a:lnTo>
                            <a:pt x="2359" y="4371"/>
                          </a:lnTo>
                          <a:lnTo>
                            <a:pt x="2255" y="4406"/>
                          </a:lnTo>
                          <a:lnTo>
                            <a:pt x="2220" y="4406"/>
                          </a:lnTo>
                          <a:lnTo>
                            <a:pt x="2186" y="4475"/>
                          </a:lnTo>
                          <a:lnTo>
                            <a:pt x="2116" y="4510"/>
                          </a:lnTo>
                          <a:lnTo>
                            <a:pt x="1977" y="4545"/>
                          </a:lnTo>
                          <a:lnTo>
                            <a:pt x="1873" y="4579"/>
                          </a:lnTo>
                          <a:lnTo>
                            <a:pt x="1769" y="4579"/>
                          </a:lnTo>
                          <a:lnTo>
                            <a:pt x="1735" y="4510"/>
                          </a:lnTo>
                          <a:lnTo>
                            <a:pt x="1457" y="3747"/>
                          </a:lnTo>
                          <a:lnTo>
                            <a:pt x="1422" y="3643"/>
                          </a:lnTo>
                          <a:lnTo>
                            <a:pt x="1492" y="3573"/>
                          </a:lnTo>
                          <a:lnTo>
                            <a:pt x="1561" y="3504"/>
                          </a:lnTo>
                          <a:lnTo>
                            <a:pt x="1665" y="3469"/>
                          </a:lnTo>
                          <a:lnTo>
                            <a:pt x="1839" y="3365"/>
                          </a:lnTo>
                          <a:lnTo>
                            <a:pt x="2047" y="3227"/>
                          </a:lnTo>
                          <a:lnTo>
                            <a:pt x="2290" y="3053"/>
                          </a:lnTo>
                          <a:lnTo>
                            <a:pt x="2359" y="2984"/>
                          </a:lnTo>
                          <a:lnTo>
                            <a:pt x="2463" y="2949"/>
                          </a:lnTo>
                          <a:lnTo>
                            <a:pt x="2567" y="2914"/>
                          </a:lnTo>
                          <a:lnTo>
                            <a:pt x="2637" y="2845"/>
                          </a:lnTo>
                          <a:close/>
                          <a:moveTo>
                            <a:pt x="4232" y="4232"/>
                          </a:moveTo>
                          <a:lnTo>
                            <a:pt x="4267" y="4267"/>
                          </a:lnTo>
                          <a:lnTo>
                            <a:pt x="4267" y="4510"/>
                          </a:lnTo>
                          <a:lnTo>
                            <a:pt x="4267" y="4649"/>
                          </a:lnTo>
                          <a:lnTo>
                            <a:pt x="4232" y="4753"/>
                          </a:lnTo>
                          <a:lnTo>
                            <a:pt x="4232" y="4961"/>
                          </a:lnTo>
                          <a:lnTo>
                            <a:pt x="4232" y="5134"/>
                          </a:lnTo>
                          <a:lnTo>
                            <a:pt x="4197" y="5238"/>
                          </a:lnTo>
                          <a:lnTo>
                            <a:pt x="4128" y="5273"/>
                          </a:lnTo>
                          <a:lnTo>
                            <a:pt x="3920" y="5308"/>
                          </a:lnTo>
                          <a:lnTo>
                            <a:pt x="3816" y="5343"/>
                          </a:lnTo>
                          <a:lnTo>
                            <a:pt x="3747" y="5377"/>
                          </a:lnTo>
                          <a:lnTo>
                            <a:pt x="3642" y="5412"/>
                          </a:lnTo>
                          <a:lnTo>
                            <a:pt x="3573" y="5377"/>
                          </a:lnTo>
                          <a:lnTo>
                            <a:pt x="3504" y="5273"/>
                          </a:lnTo>
                          <a:lnTo>
                            <a:pt x="3469" y="5169"/>
                          </a:lnTo>
                          <a:lnTo>
                            <a:pt x="3434" y="4892"/>
                          </a:lnTo>
                          <a:lnTo>
                            <a:pt x="3469" y="4683"/>
                          </a:lnTo>
                          <a:lnTo>
                            <a:pt x="3469" y="4649"/>
                          </a:lnTo>
                          <a:lnTo>
                            <a:pt x="3469" y="4614"/>
                          </a:lnTo>
                          <a:lnTo>
                            <a:pt x="3504" y="4579"/>
                          </a:lnTo>
                          <a:lnTo>
                            <a:pt x="3885" y="4406"/>
                          </a:lnTo>
                          <a:lnTo>
                            <a:pt x="4024" y="4337"/>
                          </a:lnTo>
                          <a:lnTo>
                            <a:pt x="4128" y="4302"/>
                          </a:lnTo>
                          <a:lnTo>
                            <a:pt x="4163" y="4267"/>
                          </a:lnTo>
                          <a:lnTo>
                            <a:pt x="4232" y="4232"/>
                          </a:lnTo>
                          <a:close/>
                          <a:moveTo>
                            <a:pt x="1076" y="3504"/>
                          </a:moveTo>
                          <a:lnTo>
                            <a:pt x="1145" y="3573"/>
                          </a:lnTo>
                          <a:lnTo>
                            <a:pt x="1180" y="3712"/>
                          </a:lnTo>
                          <a:lnTo>
                            <a:pt x="1561" y="4718"/>
                          </a:lnTo>
                          <a:lnTo>
                            <a:pt x="1631" y="4857"/>
                          </a:lnTo>
                          <a:lnTo>
                            <a:pt x="1700" y="4996"/>
                          </a:lnTo>
                          <a:lnTo>
                            <a:pt x="1700" y="5065"/>
                          </a:lnTo>
                          <a:lnTo>
                            <a:pt x="1700" y="5134"/>
                          </a:lnTo>
                          <a:lnTo>
                            <a:pt x="1665" y="5238"/>
                          </a:lnTo>
                          <a:lnTo>
                            <a:pt x="1631" y="5308"/>
                          </a:lnTo>
                          <a:lnTo>
                            <a:pt x="1596" y="5343"/>
                          </a:lnTo>
                          <a:lnTo>
                            <a:pt x="1492" y="5377"/>
                          </a:lnTo>
                          <a:lnTo>
                            <a:pt x="1422" y="5447"/>
                          </a:lnTo>
                          <a:lnTo>
                            <a:pt x="1318" y="5447"/>
                          </a:lnTo>
                          <a:lnTo>
                            <a:pt x="1249" y="5481"/>
                          </a:lnTo>
                          <a:lnTo>
                            <a:pt x="1145" y="5516"/>
                          </a:lnTo>
                          <a:lnTo>
                            <a:pt x="1076" y="5551"/>
                          </a:lnTo>
                          <a:lnTo>
                            <a:pt x="1006" y="5516"/>
                          </a:lnTo>
                          <a:lnTo>
                            <a:pt x="971" y="5481"/>
                          </a:lnTo>
                          <a:lnTo>
                            <a:pt x="937" y="5412"/>
                          </a:lnTo>
                          <a:lnTo>
                            <a:pt x="902" y="5273"/>
                          </a:lnTo>
                          <a:lnTo>
                            <a:pt x="833" y="5100"/>
                          </a:lnTo>
                          <a:lnTo>
                            <a:pt x="659" y="4753"/>
                          </a:lnTo>
                          <a:lnTo>
                            <a:pt x="521" y="4406"/>
                          </a:lnTo>
                          <a:lnTo>
                            <a:pt x="278" y="3886"/>
                          </a:lnTo>
                          <a:lnTo>
                            <a:pt x="278" y="3816"/>
                          </a:lnTo>
                          <a:lnTo>
                            <a:pt x="278" y="3782"/>
                          </a:lnTo>
                          <a:lnTo>
                            <a:pt x="312" y="3782"/>
                          </a:lnTo>
                          <a:lnTo>
                            <a:pt x="937" y="3504"/>
                          </a:lnTo>
                          <a:close/>
                          <a:moveTo>
                            <a:pt x="6036" y="1"/>
                          </a:moveTo>
                          <a:lnTo>
                            <a:pt x="5793" y="105"/>
                          </a:lnTo>
                          <a:lnTo>
                            <a:pt x="5550" y="209"/>
                          </a:lnTo>
                          <a:lnTo>
                            <a:pt x="5273" y="347"/>
                          </a:lnTo>
                          <a:lnTo>
                            <a:pt x="5134" y="417"/>
                          </a:lnTo>
                          <a:lnTo>
                            <a:pt x="4995" y="452"/>
                          </a:lnTo>
                          <a:lnTo>
                            <a:pt x="4822" y="556"/>
                          </a:lnTo>
                          <a:lnTo>
                            <a:pt x="4683" y="660"/>
                          </a:lnTo>
                          <a:lnTo>
                            <a:pt x="4648" y="833"/>
                          </a:lnTo>
                          <a:lnTo>
                            <a:pt x="4648" y="902"/>
                          </a:lnTo>
                          <a:lnTo>
                            <a:pt x="4683" y="972"/>
                          </a:lnTo>
                          <a:lnTo>
                            <a:pt x="4683" y="1076"/>
                          </a:lnTo>
                          <a:lnTo>
                            <a:pt x="4683" y="1111"/>
                          </a:lnTo>
                          <a:lnTo>
                            <a:pt x="4579" y="1180"/>
                          </a:lnTo>
                          <a:lnTo>
                            <a:pt x="4093" y="1388"/>
                          </a:lnTo>
                          <a:lnTo>
                            <a:pt x="3712" y="1596"/>
                          </a:lnTo>
                          <a:lnTo>
                            <a:pt x="3330" y="1804"/>
                          </a:lnTo>
                          <a:lnTo>
                            <a:pt x="3087" y="1908"/>
                          </a:lnTo>
                          <a:lnTo>
                            <a:pt x="2879" y="2047"/>
                          </a:lnTo>
                          <a:lnTo>
                            <a:pt x="2706" y="2151"/>
                          </a:lnTo>
                          <a:lnTo>
                            <a:pt x="2602" y="2255"/>
                          </a:lnTo>
                          <a:lnTo>
                            <a:pt x="2532" y="2394"/>
                          </a:lnTo>
                          <a:lnTo>
                            <a:pt x="2532" y="2463"/>
                          </a:lnTo>
                          <a:lnTo>
                            <a:pt x="2567" y="2567"/>
                          </a:lnTo>
                          <a:lnTo>
                            <a:pt x="2567" y="2637"/>
                          </a:lnTo>
                          <a:lnTo>
                            <a:pt x="2498" y="2637"/>
                          </a:lnTo>
                          <a:lnTo>
                            <a:pt x="2394" y="2672"/>
                          </a:lnTo>
                          <a:lnTo>
                            <a:pt x="2324" y="2741"/>
                          </a:lnTo>
                          <a:lnTo>
                            <a:pt x="2220" y="2810"/>
                          </a:lnTo>
                          <a:lnTo>
                            <a:pt x="2116" y="2845"/>
                          </a:lnTo>
                          <a:lnTo>
                            <a:pt x="2012" y="2914"/>
                          </a:lnTo>
                          <a:lnTo>
                            <a:pt x="1908" y="3018"/>
                          </a:lnTo>
                          <a:lnTo>
                            <a:pt x="1804" y="3088"/>
                          </a:lnTo>
                          <a:lnTo>
                            <a:pt x="1665" y="3157"/>
                          </a:lnTo>
                          <a:lnTo>
                            <a:pt x="1561" y="3227"/>
                          </a:lnTo>
                          <a:lnTo>
                            <a:pt x="1457" y="3296"/>
                          </a:lnTo>
                          <a:lnTo>
                            <a:pt x="1388" y="3331"/>
                          </a:lnTo>
                          <a:lnTo>
                            <a:pt x="1284" y="3331"/>
                          </a:lnTo>
                          <a:lnTo>
                            <a:pt x="1249" y="3261"/>
                          </a:lnTo>
                          <a:lnTo>
                            <a:pt x="1145" y="3157"/>
                          </a:lnTo>
                          <a:lnTo>
                            <a:pt x="1110" y="3122"/>
                          </a:lnTo>
                          <a:lnTo>
                            <a:pt x="1041" y="3122"/>
                          </a:lnTo>
                          <a:lnTo>
                            <a:pt x="867" y="3227"/>
                          </a:lnTo>
                          <a:lnTo>
                            <a:pt x="763" y="3296"/>
                          </a:lnTo>
                          <a:lnTo>
                            <a:pt x="694" y="3331"/>
                          </a:lnTo>
                          <a:lnTo>
                            <a:pt x="451" y="3400"/>
                          </a:lnTo>
                          <a:lnTo>
                            <a:pt x="208" y="3504"/>
                          </a:lnTo>
                          <a:lnTo>
                            <a:pt x="139" y="3539"/>
                          </a:lnTo>
                          <a:lnTo>
                            <a:pt x="35" y="3643"/>
                          </a:lnTo>
                          <a:lnTo>
                            <a:pt x="0" y="3712"/>
                          </a:lnTo>
                          <a:lnTo>
                            <a:pt x="0" y="3816"/>
                          </a:lnTo>
                          <a:lnTo>
                            <a:pt x="174" y="4232"/>
                          </a:lnTo>
                          <a:lnTo>
                            <a:pt x="243" y="4441"/>
                          </a:lnTo>
                          <a:lnTo>
                            <a:pt x="347" y="4649"/>
                          </a:lnTo>
                          <a:lnTo>
                            <a:pt x="555" y="5065"/>
                          </a:lnTo>
                          <a:lnTo>
                            <a:pt x="694" y="5412"/>
                          </a:lnTo>
                          <a:lnTo>
                            <a:pt x="867" y="5724"/>
                          </a:lnTo>
                          <a:lnTo>
                            <a:pt x="902" y="5793"/>
                          </a:lnTo>
                          <a:lnTo>
                            <a:pt x="971" y="5828"/>
                          </a:lnTo>
                          <a:lnTo>
                            <a:pt x="1076" y="5828"/>
                          </a:lnTo>
                          <a:lnTo>
                            <a:pt x="1284" y="5759"/>
                          </a:lnTo>
                          <a:lnTo>
                            <a:pt x="1492" y="5655"/>
                          </a:lnTo>
                          <a:lnTo>
                            <a:pt x="1665" y="5551"/>
                          </a:lnTo>
                          <a:lnTo>
                            <a:pt x="1977" y="5377"/>
                          </a:lnTo>
                          <a:lnTo>
                            <a:pt x="2012" y="5377"/>
                          </a:lnTo>
                          <a:lnTo>
                            <a:pt x="2047" y="5273"/>
                          </a:lnTo>
                          <a:lnTo>
                            <a:pt x="2012" y="5169"/>
                          </a:lnTo>
                          <a:lnTo>
                            <a:pt x="1943" y="4961"/>
                          </a:lnTo>
                          <a:lnTo>
                            <a:pt x="1943" y="4892"/>
                          </a:lnTo>
                          <a:lnTo>
                            <a:pt x="1943" y="4857"/>
                          </a:lnTo>
                          <a:lnTo>
                            <a:pt x="1977" y="4822"/>
                          </a:lnTo>
                          <a:lnTo>
                            <a:pt x="2324" y="4649"/>
                          </a:lnTo>
                          <a:lnTo>
                            <a:pt x="2671" y="4545"/>
                          </a:lnTo>
                          <a:lnTo>
                            <a:pt x="3018" y="4441"/>
                          </a:lnTo>
                          <a:lnTo>
                            <a:pt x="3122" y="4441"/>
                          </a:lnTo>
                          <a:lnTo>
                            <a:pt x="3157" y="4510"/>
                          </a:lnTo>
                          <a:lnTo>
                            <a:pt x="3122" y="4718"/>
                          </a:lnTo>
                          <a:lnTo>
                            <a:pt x="3157" y="5100"/>
                          </a:lnTo>
                          <a:lnTo>
                            <a:pt x="3226" y="5447"/>
                          </a:lnTo>
                          <a:lnTo>
                            <a:pt x="3261" y="5516"/>
                          </a:lnTo>
                          <a:lnTo>
                            <a:pt x="3296" y="5585"/>
                          </a:lnTo>
                          <a:lnTo>
                            <a:pt x="3400" y="5620"/>
                          </a:lnTo>
                          <a:lnTo>
                            <a:pt x="3573" y="5620"/>
                          </a:lnTo>
                          <a:lnTo>
                            <a:pt x="3712" y="5585"/>
                          </a:lnTo>
                          <a:lnTo>
                            <a:pt x="3816" y="5551"/>
                          </a:lnTo>
                          <a:lnTo>
                            <a:pt x="3851" y="5585"/>
                          </a:lnTo>
                          <a:lnTo>
                            <a:pt x="3851" y="5620"/>
                          </a:lnTo>
                          <a:lnTo>
                            <a:pt x="3851" y="5689"/>
                          </a:lnTo>
                          <a:lnTo>
                            <a:pt x="3851" y="6036"/>
                          </a:lnTo>
                          <a:lnTo>
                            <a:pt x="3781" y="6210"/>
                          </a:lnTo>
                          <a:lnTo>
                            <a:pt x="3747" y="6279"/>
                          </a:lnTo>
                          <a:lnTo>
                            <a:pt x="3677" y="6348"/>
                          </a:lnTo>
                          <a:lnTo>
                            <a:pt x="3400" y="6626"/>
                          </a:lnTo>
                          <a:lnTo>
                            <a:pt x="3122" y="6973"/>
                          </a:lnTo>
                          <a:lnTo>
                            <a:pt x="2879" y="7181"/>
                          </a:lnTo>
                          <a:lnTo>
                            <a:pt x="2671" y="7458"/>
                          </a:lnTo>
                          <a:lnTo>
                            <a:pt x="2463" y="7667"/>
                          </a:lnTo>
                          <a:lnTo>
                            <a:pt x="2255" y="7909"/>
                          </a:lnTo>
                          <a:lnTo>
                            <a:pt x="2082" y="8118"/>
                          </a:lnTo>
                          <a:lnTo>
                            <a:pt x="1908" y="8326"/>
                          </a:lnTo>
                          <a:lnTo>
                            <a:pt x="1873" y="8395"/>
                          </a:lnTo>
                          <a:lnTo>
                            <a:pt x="1873" y="8430"/>
                          </a:lnTo>
                          <a:lnTo>
                            <a:pt x="1943" y="8499"/>
                          </a:lnTo>
                          <a:lnTo>
                            <a:pt x="1977" y="8534"/>
                          </a:lnTo>
                          <a:lnTo>
                            <a:pt x="2082" y="8534"/>
                          </a:lnTo>
                          <a:lnTo>
                            <a:pt x="2186" y="8464"/>
                          </a:lnTo>
                          <a:lnTo>
                            <a:pt x="2255" y="8395"/>
                          </a:lnTo>
                          <a:lnTo>
                            <a:pt x="2394" y="8222"/>
                          </a:lnTo>
                          <a:lnTo>
                            <a:pt x="2741" y="7805"/>
                          </a:lnTo>
                          <a:lnTo>
                            <a:pt x="3087" y="7424"/>
                          </a:lnTo>
                          <a:lnTo>
                            <a:pt x="3261" y="7250"/>
                          </a:lnTo>
                          <a:lnTo>
                            <a:pt x="3434" y="7112"/>
                          </a:lnTo>
                          <a:lnTo>
                            <a:pt x="3573" y="6938"/>
                          </a:lnTo>
                          <a:lnTo>
                            <a:pt x="3712" y="6765"/>
                          </a:lnTo>
                          <a:lnTo>
                            <a:pt x="3781" y="6730"/>
                          </a:lnTo>
                          <a:lnTo>
                            <a:pt x="3816" y="6730"/>
                          </a:lnTo>
                          <a:lnTo>
                            <a:pt x="3851" y="6765"/>
                          </a:lnTo>
                          <a:lnTo>
                            <a:pt x="3851" y="6799"/>
                          </a:lnTo>
                          <a:lnTo>
                            <a:pt x="3851" y="7424"/>
                          </a:lnTo>
                          <a:lnTo>
                            <a:pt x="3920" y="8499"/>
                          </a:lnTo>
                          <a:lnTo>
                            <a:pt x="3955" y="8777"/>
                          </a:lnTo>
                          <a:lnTo>
                            <a:pt x="3989" y="9054"/>
                          </a:lnTo>
                          <a:lnTo>
                            <a:pt x="4024" y="9123"/>
                          </a:lnTo>
                          <a:lnTo>
                            <a:pt x="4093" y="9193"/>
                          </a:lnTo>
                          <a:lnTo>
                            <a:pt x="4163" y="9193"/>
                          </a:lnTo>
                          <a:lnTo>
                            <a:pt x="4232" y="9123"/>
                          </a:lnTo>
                          <a:lnTo>
                            <a:pt x="4336" y="9019"/>
                          </a:lnTo>
                          <a:lnTo>
                            <a:pt x="4336" y="8950"/>
                          </a:lnTo>
                          <a:lnTo>
                            <a:pt x="4336" y="8881"/>
                          </a:lnTo>
                          <a:lnTo>
                            <a:pt x="4336" y="8499"/>
                          </a:lnTo>
                          <a:lnTo>
                            <a:pt x="4267" y="7944"/>
                          </a:lnTo>
                          <a:lnTo>
                            <a:pt x="4267" y="7389"/>
                          </a:lnTo>
                          <a:lnTo>
                            <a:pt x="4267" y="7077"/>
                          </a:lnTo>
                          <a:lnTo>
                            <a:pt x="4267" y="6938"/>
                          </a:lnTo>
                          <a:lnTo>
                            <a:pt x="4232" y="6765"/>
                          </a:lnTo>
                          <a:lnTo>
                            <a:pt x="4232" y="6695"/>
                          </a:lnTo>
                          <a:lnTo>
                            <a:pt x="4302" y="6730"/>
                          </a:lnTo>
                          <a:lnTo>
                            <a:pt x="4475" y="6903"/>
                          </a:lnTo>
                          <a:lnTo>
                            <a:pt x="4614" y="7077"/>
                          </a:lnTo>
                          <a:lnTo>
                            <a:pt x="5030" y="7528"/>
                          </a:lnTo>
                          <a:lnTo>
                            <a:pt x="5516" y="8013"/>
                          </a:lnTo>
                          <a:lnTo>
                            <a:pt x="5724" y="8222"/>
                          </a:lnTo>
                          <a:lnTo>
                            <a:pt x="5828" y="8291"/>
                          </a:lnTo>
                          <a:lnTo>
                            <a:pt x="5967" y="8326"/>
                          </a:lnTo>
                          <a:lnTo>
                            <a:pt x="6071" y="8326"/>
                          </a:lnTo>
                          <a:lnTo>
                            <a:pt x="6105" y="8291"/>
                          </a:lnTo>
                          <a:lnTo>
                            <a:pt x="6105" y="8222"/>
                          </a:lnTo>
                          <a:lnTo>
                            <a:pt x="6071" y="8048"/>
                          </a:lnTo>
                          <a:lnTo>
                            <a:pt x="6036" y="7979"/>
                          </a:lnTo>
                          <a:lnTo>
                            <a:pt x="5967" y="7944"/>
                          </a:lnTo>
                          <a:lnTo>
                            <a:pt x="5828" y="7805"/>
                          </a:lnTo>
                          <a:lnTo>
                            <a:pt x="5724" y="7667"/>
                          </a:lnTo>
                          <a:lnTo>
                            <a:pt x="5654" y="7597"/>
                          </a:lnTo>
                          <a:lnTo>
                            <a:pt x="5585" y="7528"/>
                          </a:lnTo>
                          <a:lnTo>
                            <a:pt x="5412" y="7389"/>
                          </a:lnTo>
                          <a:lnTo>
                            <a:pt x="5273" y="7250"/>
                          </a:lnTo>
                          <a:lnTo>
                            <a:pt x="5030" y="6938"/>
                          </a:lnTo>
                          <a:lnTo>
                            <a:pt x="4718" y="6626"/>
                          </a:lnTo>
                          <a:lnTo>
                            <a:pt x="4406" y="6314"/>
                          </a:lnTo>
                          <a:lnTo>
                            <a:pt x="4302" y="6210"/>
                          </a:lnTo>
                          <a:lnTo>
                            <a:pt x="4232" y="6140"/>
                          </a:lnTo>
                          <a:lnTo>
                            <a:pt x="4197" y="6036"/>
                          </a:lnTo>
                          <a:lnTo>
                            <a:pt x="4232" y="5759"/>
                          </a:lnTo>
                          <a:lnTo>
                            <a:pt x="4197" y="5585"/>
                          </a:lnTo>
                          <a:lnTo>
                            <a:pt x="4197" y="5516"/>
                          </a:lnTo>
                          <a:lnTo>
                            <a:pt x="4232" y="5481"/>
                          </a:lnTo>
                          <a:lnTo>
                            <a:pt x="4336" y="5481"/>
                          </a:lnTo>
                          <a:lnTo>
                            <a:pt x="4406" y="5447"/>
                          </a:lnTo>
                          <a:lnTo>
                            <a:pt x="4475" y="5343"/>
                          </a:lnTo>
                          <a:lnTo>
                            <a:pt x="4544" y="5238"/>
                          </a:lnTo>
                          <a:lnTo>
                            <a:pt x="4544" y="4996"/>
                          </a:lnTo>
                          <a:lnTo>
                            <a:pt x="4544" y="4753"/>
                          </a:lnTo>
                          <a:lnTo>
                            <a:pt x="4510" y="4510"/>
                          </a:lnTo>
                          <a:lnTo>
                            <a:pt x="4510" y="4371"/>
                          </a:lnTo>
                          <a:lnTo>
                            <a:pt x="4510" y="4232"/>
                          </a:lnTo>
                          <a:lnTo>
                            <a:pt x="4510" y="4163"/>
                          </a:lnTo>
                          <a:lnTo>
                            <a:pt x="4579" y="4163"/>
                          </a:lnTo>
                          <a:lnTo>
                            <a:pt x="4718" y="4094"/>
                          </a:lnTo>
                          <a:lnTo>
                            <a:pt x="4961" y="4024"/>
                          </a:lnTo>
                          <a:lnTo>
                            <a:pt x="5238" y="3955"/>
                          </a:lnTo>
                          <a:lnTo>
                            <a:pt x="5307" y="3955"/>
                          </a:lnTo>
                          <a:lnTo>
                            <a:pt x="5377" y="3920"/>
                          </a:lnTo>
                          <a:lnTo>
                            <a:pt x="5446" y="3851"/>
                          </a:lnTo>
                          <a:lnTo>
                            <a:pt x="5516" y="3816"/>
                          </a:lnTo>
                          <a:lnTo>
                            <a:pt x="5724" y="3816"/>
                          </a:lnTo>
                          <a:lnTo>
                            <a:pt x="5724" y="3851"/>
                          </a:lnTo>
                          <a:lnTo>
                            <a:pt x="5724" y="3920"/>
                          </a:lnTo>
                          <a:lnTo>
                            <a:pt x="5758" y="3990"/>
                          </a:lnTo>
                          <a:lnTo>
                            <a:pt x="5828" y="4094"/>
                          </a:lnTo>
                          <a:lnTo>
                            <a:pt x="5862" y="4163"/>
                          </a:lnTo>
                          <a:lnTo>
                            <a:pt x="5897" y="4302"/>
                          </a:lnTo>
                          <a:lnTo>
                            <a:pt x="5967" y="4337"/>
                          </a:lnTo>
                          <a:lnTo>
                            <a:pt x="6036" y="4337"/>
                          </a:lnTo>
                          <a:lnTo>
                            <a:pt x="6383" y="4267"/>
                          </a:lnTo>
                          <a:lnTo>
                            <a:pt x="6695" y="4128"/>
                          </a:lnTo>
                          <a:lnTo>
                            <a:pt x="6972" y="4024"/>
                          </a:lnTo>
                          <a:lnTo>
                            <a:pt x="7215" y="3920"/>
                          </a:lnTo>
                          <a:lnTo>
                            <a:pt x="7423" y="3851"/>
                          </a:lnTo>
                          <a:lnTo>
                            <a:pt x="7493" y="3782"/>
                          </a:lnTo>
                          <a:lnTo>
                            <a:pt x="7493" y="3712"/>
                          </a:lnTo>
                          <a:lnTo>
                            <a:pt x="7493" y="3643"/>
                          </a:lnTo>
                          <a:lnTo>
                            <a:pt x="7458" y="3504"/>
                          </a:lnTo>
                          <a:lnTo>
                            <a:pt x="7458" y="3469"/>
                          </a:lnTo>
                          <a:lnTo>
                            <a:pt x="7423" y="3400"/>
                          </a:lnTo>
                          <a:lnTo>
                            <a:pt x="7389" y="3331"/>
                          </a:lnTo>
                          <a:lnTo>
                            <a:pt x="7423" y="3227"/>
                          </a:lnTo>
                          <a:lnTo>
                            <a:pt x="7493" y="3053"/>
                          </a:lnTo>
                          <a:lnTo>
                            <a:pt x="7562" y="2914"/>
                          </a:lnTo>
                          <a:lnTo>
                            <a:pt x="7632" y="2394"/>
                          </a:lnTo>
                          <a:lnTo>
                            <a:pt x="7632" y="2151"/>
                          </a:lnTo>
                          <a:lnTo>
                            <a:pt x="7597" y="1908"/>
                          </a:lnTo>
                          <a:lnTo>
                            <a:pt x="7493" y="1596"/>
                          </a:lnTo>
                          <a:lnTo>
                            <a:pt x="7354" y="1284"/>
                          </a:lnTo>
                          <a:lnTo>
                            <a:pt x="7181" y="1076"/>
                          </a:lnTo>
                          <a:lnTo>
                            <a:pt x="7007" y="868"/>
                          </a:lnTo>
                          <a:lnTo>
                            <a:pt x="6799" y="660"/>
                          </a:lnTo>
                          <a:lnTo>
                            <a:pt x="6695" y="590"/>
                          </a:lnTo>
                          <a:lnTo>
                            <a:pt x="6556" y="556"/>
                          </a:lnTo>
                          <a:lnTo>
                            <a:pt x="6452" y="521"/>
                          </a:lnTo>
                          <a:lnTo>
                            <a:pt x="6348" y="486"/>
                          </a:lnTo>
                          <a:lnTo>
                            <a:pt x="6279" y="417"/>
                          </a:lnTo>
                          <a:lnTo>
                            <a:pt x="6244" y="278"/>
                          </a:lnTo>
                          <a:lnTo>
                            <a:pt x="6209" y="174"/>
                          </a:lnTo>
                          <a:lnTo>
                            <a:pt x="6140" y="35"/>
                          </a:lnTo>
                          <a:lnTo>
                            <a:pt x="6105" y="1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5" name="Google Shape;325;p22"/>
                    <p:cNvSpPr/>
                    <p:nvPr/>
                  </p:nvSpPr>
                  <p:spPr>
                    <a:xfrm>
                      <a:off x="9167731" y="2185240"/>
                      <a:ext cx="53880" cy="148781"/>
                    </a:xfrm>
                    <a:custGeom>
                      <a:rect b="b" l="l" r="r" t="t"/>
                      <a:pathLst>
                        <a:path extrusionOk="0" h="2013" w="729">
                          <a:moveTo>
                            <a:pt x="70" y="0"/>
                          </a:moveTo>
                          <a:lnTo>
                            <a:pt x="35" y="35"/>
                          </a:lnTo>
                          <a:lnTo>
                            <a:pt x="1" y="104"/>
                          </a:lnTo>
                          <a:lnTo>
                            <a:pt x="1" y="174"/>
                          </a:lnTo>
                          <a:lnTo>
                            <a:pt x="1" y="278"/>
                          </a:lnTo>
                          <a:lnTo>
                            <a:pt x="35" y="486"/>
                          </a:lnTo>
                          <a:lnTo>
                            <a:pt x="105" y="694"/>
                          </a:lnTo>
                          <a:lnTo>
                            <a:pt x="174" y="1006"/>
                          </a:lnTo>
                          <a:lnTo>
                            <a:pt x="313" y="1284"/>
                          </a:lnTo>
                          <a:lnTo>
                            <a:pt x="382" y="1457"/>
                          </a:lnTo>
                          <a:lnTo>
                            <a:pt x="417" y="1665"/>
                          </a:lnTo>
                          <a:lnTo>
                            <a:pt x="451" y="1804"/>
                          </a:lnTo>
                          <a:lnTo>
                            <a:pt x="486" y="1908"/>
                          </a:lnTo>
                          <a:lnTo>
                            <a:pt x="556" y="1977"/>
                          </a:lnTo>
                          <a:lnTo>
                            <a:pt x="729" y="2012"/>
                          </a:lnTo>
                          <a:lnTo>
                            <a:pt x="729" y="1977"/>
                          </a:lnTo>
                          <a:lnTo>
                            <a:pt x="729" y="1873"/>
                          </a:lnTo>
                          <a:lnTo>
                            <a:pt x="729" y="1769"/>
                          </a:lnTo>
                          <a:lnTo>
                            <a:pt x="729" y="1665"/>
                          </a:lnTo>
                          <a:lnTo>
                            <a:pt x="625" y="1492"/>
                          </a:lnTo>
                          <a:lnTo>
                            <a:pt x="451" y="902"/>
                          </a:lnTo>
                          <a:lnTo>
                            <a:pt x="313" y="451"/>
                          </a:lnTo>
                          <a:lnTo>
                            <a:pt x="243" y="243"/>
                          </a:lnTo>
                          <a:lnTo>
                            <a:pt x="105" y="35"/>
                          </a:lnTo>
                          <a:lnTo>
                            <a:pt x="70" y="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6" name="Google Shape;326;p22"/>
                    <p:cNvSpPr/>
                    <p:nvPr/>
                  </p:nvSpPr>
                  <p:spPr>
                    <a:xfrm>
                      <a:off x="9072904" y="2226260"/>
                      <a:ext cx="105174" cy="125647"/>
                    </a:xfrm>
                    <a:custGeom>
                      <a:rect b="b" l="l" r="r" t="t"/>
                      <a:pathLst>
                        <a:path extrusionOk="0" h="1700" w="1423">
                          <a:moveTo>
                            <a:pt x="0" y="0"/>
                          </a:moveTo>
                          <a:lnTo>
                            <a:pt x="520" y="798"/>
                          </a:lnTo>
                          <a:lnTo>
                            <a:pt x="763" y="1110"/>
                          </a:lnTo>
                          <a:lnTo>
                            <a:pt x="1006" y="1422"/>
                          </a:lnTo>
                          <a:lnTo>
                            <a:pt x="1145" y="1561"/>
                          </a:lnTo>
                          <a:lnTo>
                            <a:pt x="1179" y="1630"/>
                          </a:lnTo>
                          <a:lnTo>
                            <a:pt x="1284" y="1700"/>
                          </a:lnTo>
                          <a:lnTo>
                            <a:pt x="1388" y="1700"/>
                          </a:lnTo>
                          <a:lnTo>
                            <a:pt x="1388" y="1665"/>
                          </a:lnTo>
                          <a:lnTo>
                            <a:pt x="1422" y="1630"/>
                          </a:lnTo>
                          <a:lnTo>
                            <a:pt x="1422" y="1526"/>
                          </a:lnTo>
                          <a:lnTo>
                            <a:pt x="1388" y="1422"/>
                          </a:lnTo>
                          <a:lnTo>
                            <a:pt x="1284" y="1284"/>
                          </a:lnTo>
                          <a:lnTo>
                            <a:pt x="1179" y="1180"/>
                          </a:lnTo>
                          <a:lnTo>
                            <a:pt x="971" y="937"/>
                          </a:lnTo>
                          <a:lnTo>
                            <a:pt x="729" y="625"/>
                          </a:lnTo>
                          <a:lnTo>
                            <a:pt x="451" y="312"/>
                          </a:lnTo>
                          <a:lnTo>
                            <a:pt x="278" y="139"/>
                          </a:lnTo>
                          <a:lnTo>
                            <a:pt x="139" y="69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7" name="Google Shape;327;p22"/>
                    <p:cNvSpPr/>
                    <p:nvPr/>
                  </p:nvSpPr>
                  <p:spPr>
                    <a:xfrm>
                      <a:off x="9603578" y="2531287"/>
                      <a:ext cx="107761" cy="69328"/>
                    </a:xfrm>
                    <a:custGeom>
                      <a:rect b="b" l="l" r="r" t="t"/>
                      <a:pathLst>
                        <a:path extrusionOk="0" h="938" w="1458">
                          <a:moveTo>
                            <a:pt x="70" y="1"/>
                          </a:moveTo>
                          <a:lnTo>
                            <a:pt x="0" y="70"/>
                          </a:lnTo>
                          <a:lnTo>
                            <a:pt x="0" y="140"/>
                          </a:lnTo>
                          <a:lnTo>
                            <a:pt x="0" y="174"/>
                          </a:lnTo>
                          <a:lnTo>
                            <a:pt x="104" y="244"/>
                          </a:lnTo>
                          <a:lnTo>
                            <a:pt x="451" y="487"/>
                          </a:lnTo>
                          <a:lnTo>
                            <a:pt x="798" y="695"/>
                          </a:lnTo>
                          <a:lnTo>
                            <a:pt x="1110" y="868"/>
                          </a:lnTo>
                          <a:lnTo>
                            <a:pt x="1284" y="938"/>
                          </a:lnTo>
                          <a:lnTo>
                            <a:pt x="1457" y="938"/>
                          </a:lnTo>
                          <a:lnTo>
                            <a:pt x="1353" y="729"/>
                          </a:lnTo>
                          <a:lnTo>
                            <a:pt x="1214" y="625"/>
                          </a:lnTo>
                          <a:lnTo>
                            <a:pt x="1076" y="521"/>
                          </a:lnTo>
                          <a:lnTo>
                            <a:pt x="694" y="244"/>
                          </a:lnTo>
                          <a:lnTo>
                            <a:pt x="486" y="140"/>
                          </a:lnTo>
                          <a:lnTo>
                            <a:pt x="313" y="1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8" name="Google Shape;328;p22"/>
                    <p:cNvSpPr/>
                    <p:nvPr/>
                  </p:nvSpPr>
                  <p:spPr>
                    <a:xfrm>
                      <a:off x="9026710" y="2321087"/>
                      <a:ext cx="133408" cy="69328"/>
                    </a:xfrm>
                    <a:custGeom>
                      <a:rect b="b" l="l" r="r" t="t"/>
                      <a:pathLst>
                        <a:path extrusionOk="0" h="938" w="1805">
                          <a:moveTo>
                            <a:pt x="209" y="1"/>
                          </a:moveTo>
                          <a:lnTo>
                            <a:pt x="1" y="35"/>
                          </a:lnTo>
                          <a:lnTo>
                            <a:pt x="452" y="313"/>
                          </a:lnTo>
                          <a:lnTo>
                            <a:pt x="868" y="590"/>
                          </a:lnTo>
                          <a:lnTo>
                            <a:pt x="1319" y="798"/>
                          </a:lnTo>
                          <a:lnTo>
                            <a:pt x="1804" y="937"/>
                          </a:lnTo>
                          <a:lnTo>
                            <a:pt x="1804" y="937"/>
                          </a:lnTo>
                          <a:lnTo>
                            <a:pt x="1770" y="798"/>
                          </a:lnTo>
                          <a:lnTo>
                            <a:pt x="1735" y="729"/>
                          </a:lnTo>
                          <a:lnTo>
                            <a:pt x="1666" y="694"/>
                          </a:lnTo>
                          <a:lnTo>
                            <a:pt x="1145" y="417"/>
                          </a:lnTo>
                          <a:lnTo>
                            <a:pt x="625" y="174"/>
                          </a:lnTo>
                          <a:lnTo>
                            <a:pt x="348" y="35"/>
                          </a:lnTo>
                          <a:lnTo>
                            <a:pt x="209" y="1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9" name="Google Shape;329;p22"/>
                    <p:cNvSpPr/>
                    <p:nvPr/>
                  </p:nvSpPr>
                  <p:spPr>
                    <a:xfrm>
                      <a:off x="9572831" y="2559521"/>
                      <a:ext cx="58980" cy="100074"/>
                    </a:xfrm>
                    <a:custGeom>
                      <a:rect b="b" l="l" r="r" t="t"/>
                      <a:pathLst>
                        <a:path extrusionOk="0" h="1354" w="798">
                          <a:moveTo>
                            <a:pt x="104" y="1"/>
                          </a:moveTo>
                          <a:lnTo>
                            <a:pt x="0" y="70"/>
                          </a:lnTo>
                          <a:lnTo>
                            <a:pt x="0" y="174"/>
                          </a:lnTo>
                          <a:lnTo>
                            <a:pt x="70" y="382"/>
                          </a:lnTo>
                          <a:lnTo>
                            <a:pt x="174" y="590"/>
                          </a:lnTo>
                          <a:lnTo>
                            <a:pt x="347" y="937"/>
                          </a:lnTo>
                          <a:lnTo>
                            <a:pt x="451" y="1111"/>
                          </a:lnTo>
                          <a:lnTo>
                            <a:pt x="590" y="1249"/>
                          </a:lnTo>
                          <a:lnTo>
                            <a:pt x="659" y="1353"/>
                          </a:lnTo>
                          <a:lnTo>
                            <a:pt x="729" y="1353"/>
                          </a:lnTo>
                          <a:lnTo>
                            <a:pt x="798" y="1319"/>
                          </a:lnTo>
                          <a:lnTo>
                            <a:pt x="798" y="1284"/>
                          </a:lnTo>
                          <a:lnTo>
                            <a:pt x="763" y="1180"/>
                          </a:lnTo>
                          <a:lnTo>
                            <a:pt x="555" y="694"/>
                          </a:lnTo>
                          <a:lnTo>
                            <a:pt x="312" y="243"/>
                          </a:lnTo>
                          <a:lnTo>
                            <a:pt x="312" y="139"/>
                          </a:lnTo>
                          <a:lnTo>
                            <a:pt x="278" y="105"/>
                          </a:lnTo>
                          <a:lnTo>
                            <a:pt x="243" y="70"/>
                          </a:lnTo>
                          <a:lnTo>
                            <a:pt x="174" y="1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0" name="Google Shape;330;p22"/>
                    <p:cNvSpPr/>
                    <p:nvPr/>
                  </p:nvSpPr>
                  <p:spPr>
                    <a:xfrm>
                      <a:off x="9611265" y="2482580"/>
                      <a:ext cx="100074" cy="35994"/>
                    </a:xfrm>
                    <a:custGeom>
                      <a:rect b="b" l="l" r="r" t="t"/>
                      <a:pathLst>
                        <a:path extrusionOk="0" h="487" w="1354">
                          <a:moveTo>
                            <a:pt x="209" y="1"/>
                          </a:moveTo>
                          <a:lnTo>
                            <a:pt x="70" y="36"/>
                          </a:lnTo>
                          <a:lnTo>
                            <a:pt x="35" y="70"/>
                          </a:lnTo>
                          <a:lnTo>
                            <a:pt x="0" y="105"/>
                          </a:lnTo>
                          <a:lnTo>
                            <a:pt x="0" y="209"/>
                          </a:lnTo>
                          <a:lnTo>
                            <a:pt x="0" y="244"/>
                          </a:lnTo>
                          <a:lnTo>
                            <a:pt x="35" y="278"/>
                          </a:lnTo>
                          <a:lnTo>
                            <a:pt x="105" y="278"/>
                          </a:lnTo>
                          <a:lnTo>
                            <a:pt x="625" y="417"/>
                          </a:lnTo>
                          <a:lnTo>
                            <a:pt x="868" y="487"/>
                          </a:lnTo>
                          <a:lnTo>
                            <a:pt x="1145" y="487"/>
                          </a:lnTo>
                          <a:lnTo>
                            <a:pt x="1215" y="452"/>
                          </a:lnTo>
                          <a:lnTo>
                            <a:pt x="1284" y="452"/>
                          </a:lnTo>
                          <a:lnTo>
                            <a:pt x="1353" y="417"/>
                          </a:lnTo>
                          <a:lnTo>
                            <a:pt x="1353" y="348"/>
                          </a:lnTo>
                          <a:lnTo>
                            <a:pt x="1319" y="348"/>
                          </a:lnTo>
                          <a:lnTo>
                            <a:pt x="1249" y="313"/>
                          </a:lnTo>
                          <a:lnTo>
                            <a:pt x="1110" y="244"/>
                          </a:lnTo>
                          <a:lnTo>
                            <a:pt x="1041" y="209"/>
                          </a:lnTo>
                          <a:lnTo>
                            <a:pt x="972" y="209"/>
                          </a:lnTo>
                          <a:lnTo>
                            <a:pt x="902" y="174"/>
                          </a:lnTo>
                          <a:lnTo>
                            <a:pt x="798" y="140"/>
                          </a:lnTo>
                          <a:lnTo>
                            <a:pt x="729" y="105"/>
                          </a:lnTo>
                          <a:lnTo>
                            <a:pt x="590" y="105"/>
                          </a:lnTo>
                          <a:lnTo>
                            <a:pt x="555" y="70"/>
                          </a:lnTo>
                          <a:lnTo>
                            <a:pt x="417" y="36"/>
                          </a:lnTo>
                          <a:lnTo>
                            <a:pt x="313" y="1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</p:grpSp>
          <p:sp>
            <p:nvSpPr>
              <p:cNvPr id="331" name="Google Shape;331;p22"/>
              <p:cNvSpPr/>
              <p:nvPr/>
            </p:nvSpPr>
            <p:spPr>
              <a:xfrm>
                <a:off x="2597925" y="2742225"/>
                <a:ext cx="1927366" cy="579427"/>
              </a:xfrm>
              <a:custGeom>
                <a:rect b="b" l="l" r="r" t="t"/>
                <a:pathLst>
                  <a:path extrusionOk="0" h="3955" w="9540">
                    <a:moveTo>
                      <a:pt x="2637" y="0"/>
                    </a:moveTo>
                    <a:lnTo>
                      <a:pt x="2429" y="35"/>
                    </a:lnTo>
                    <a:lnTo>
                      <a:pt x="2221" y="70"/>
                    </a:lnTo>
                    <a:lnTo>
                      <a:pt x="2013" y="70"/>
                    </a:lnTo>
                    <a:lnTo>
                      <a:pt x="1805" y="174"/>
                    </a:lnTo>
                    <a:lnTo>
                      <a:pt x="1562" y="208"/>
                    </a:lnTo>
                    <a:lnTo>
                      <a:pt x="1319" y="243"/>
                    </a:lnTo>
                    <a:lnTo>
                      <a:pt x="1076" y="312"/>
                    </a:lnTo>
                    <a:lnTo>
                      <a:pt x="695" y="486"/>
                    </a:lnTo>
                    <a:lnTo>
                      <a:pt x="486" y="555"/>
                    </a:lnTo>
                    <a:lnTo>
                      <a:pt x="313" y="659"/>
                    </a:lnTo>
                    <a:lnTo>
                      <a:pt x="174" y="798"/>
                    </a:lnTo>
                    <a:lnTo>
                      <a:pt x="70" y="971"/>
                    </a:lnTo>
                    <a:lnTo>
                      <a:pt x="36" y="1180"/>
                    </a:lnTo>
                    <a:lnTo>
                      <a:pt x="1" y="1388"/>
                    </a:lnTo>
                    <a:lnTo>
                      <a:pt x="36" y="1561"/>
                    </a:lnTo>
                    <a:lnTo>
                      <a:pt x="36" y="1700"/>
                    </a:lnTo>
                    <a:lnTo>
                      <a:pt x="1" y="2116"/>
                    </a:lnTo>
                    <a:lnTo>
                      <a:pt x="70" y="2532"/>
                    </a:lnTo>
                    <a:lnTo>
                      <a:pt x="140" y="2914"/>
                    </a:lnTo>
                    <a:lnTo>
                      <a:pt x="244" y="3296"/>
                    </a:lnTo>
                    <a:lnTo>
                      <a:pt x="278" y="3434"/>
                    </a:lnTo>
                    <a:lnTo>
                      <a:pt x="348" y="3538"/>
                    </a:lnTo>
                    <a:lnTo>
                      <a:pt x="417" y="3642"/>
                    </a:lnTo>
                    <a:lnTo>
                      <a:pt x="556" y="3677"/>
                    </a:lnTo>
                    <a:lnTo>
                      <a:pt x="695" y="3712"/>
                    </a:lnTo>
                    <a:lnTo>
                      <a:pt x="868" y="3781"/>
                    </a:lnTo>
                    <a:lnTo>
                      <a:pt x="1041" y="3816"/>
                    </a:lnTo>
                    <a:lnTo>
                      <a:pt x="1215" y="3816"/>
                    </a:lnTo>
                    <a:lnTo>
                      <a:pt x="1284" y="3781"/>
                    </a:lnTo>
                    <a:lnTo>
                      <a:pt x="1388" y="3816"/>
                    </a:lnTo>
                    <a:lnTo>
                      <a:pt x="1562" y="3851"/>
                    </a:lnTo>
                    <a:lnTo>
                      <a:pt x="1805" y="3885"/>
                    </a:lnTo>
                    <a:lnTo>
                      <a:pt x="2013" y="3885"/>
                    </a:lnTo>
                    <a:lnTo>
                      <a:pt x="2498" y="3920"/>
                    </a:lnTo>
                    <a:lnTo>
                      <a:pt x="3019" y="3920"/>
                    </a:lnTo>
                    <a:lnTo>
                      <a:pt x="3296" y="3955"/>
                    </a:lnTo>
                    <a:lnTo>
                      <a:pt x="3574" y="3955"/>
                    </a:lnTo>
                    <a:lnTo>
                      <a:pt x="3782" y="3920"/>
                    </a:lnTo>
                    <a:lnTo>
                      <a:pt x="4441" y="3920"/>
                    </a:lnTo>
                    <a:lnTo>
                      <a:pt x="5135" y="3955"/>
                    </a:lnTo>
                    <a:lnTo>
                      <a:pt x="6453" y="3955"/>
                    </a:lnTo>
                    <a:lnTo>
                      <a:pt x="7042" y="3920"/>
                    </a:lnTo>
                    <a:lnTo>
                      <a:pt x="7806" y="3851"/>
                    </a:lnTo>
                    <a:lnTo>
                      <a:pt x="8187" y="3816"/>
                    </a:lnTo>
                    <a:lnTo>
                      <a:pt x="8569" y="3712"/>
                    </a:lnTo>
                    <a:lnTo>
                      <a:pt x="8777" y="3642"/>
                    </a:lnTo>
                    <a:lnTo>
                      <a:pt x="8916" y="3573"/>
                    </a:lnTo>
                    <a:lnTo>
                      <a:pt x="9020" y="3469"/>
                    </a:lnTo>
                    <a:lnTo>
                      <a:pt x="9158" y="3330"/>
                    </a:lnTo>
                    <a:lnTo>
                      <a:pt x="9262" y="3157"/>
                    </a:lnTo>
                    <a:lnTo>
                      <a:pt x="9332" y="2983"/>
                    </a:lnTo>
                    <a:lnTo>
                      <a:pt x="9401" y="2810"/>
                    </a:lnTo>
                    <a:lnTo>
                      <a:pt x="9471" y="2428"/>
                    </a:lnTo>
                    <a:lnTo>
                      <a:pt x="9505" y="2012"/>
                    </a:lnTo>
                    <a:lnTo>
                      <a:pt x="9540" y="1492"/>
                    </a:lnTo>
                    <a:lnTo>
                      <a:pt x="9505" y="1249"/>
                    </a:lnTo>
                    <a:lnTo>
                      <a:pt x="9471" y="971"/>
                    </a:lnTo>
                    <a:lnTo>
                      <a:pt x="9436" y="763"/>
                    </a:lnTo>
                    <a:lnTo>
                      <a:pt x="9367" y="590"/>
                    </a:lnTo>
                    <a:lnTo>
                      <a:pt x="9262" y="451"/>
                    </a:lnTo>
                    <a:lnTo>
                      <a:pt x="9158" y="347"/>
                    </a:lnTo>
                    <a:lnTo>
                      <a:pt x="8950" y="243"/>
                    </a:lnTo>
                    <a:lnTo>
                      <a:pt x="8742" y="208"/>
                    </a:lnTo>
                    <a:lnTo>
                      <a:pt x="8291" y="139"/>
                    </a:lnTo>
                    <a:lnTo>
                      <a:pt x="7944" y="139"/>
                    </a:lnTo>
                    <a:lnTo>
                      <a:pt x="7632" y="104"/>
                    </a:lnTo>
                    <a:lnTo>
                      <a:pt x="7216" y="35"/>
                    </a:lnTo>
                    <a:lnTo>
                      <a:pt x="6834" y="0"/>
                    </a:lnTo>
                    <a:lnTo>
                      <a:pt x="6383" y="0"/>
                    </a:lnTo>
                    <a:lnTo>
                      <a:pt x="5967" y="35"/>
                    </a:lnTo>
                    <a:lnTo>
                      <a:pt x="54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2" name="Google Shape;332;p22"/>
            <p:cNvGrpSpPr/>
            <p:nvPr/>
          </p:nvGrpSpPr>
          <p:grpSpPr>
            <a:xfrm>
              <a:off x="4719500" y="1531000"/>
              <a:ext cx="1927366" cy="2690303"/>
              <a:chOff x="4719500" y="1531000"/>
              <a:chExt cx="1927366" cy="2690303"/>
            </a:xfrm>
          </p:grpSpPr>
          <p:grpSp>
            <p:nvGrpSpPr>
              <p:cNvPr id="333" name="Google Shape;333;p22"/>
              <p:cNvGrpSpPr/>
              <p:nvPr/>
            </p:nvGrpSpPr>
            <p:grpSpPr>
              <a:xfrm>
                <a:off x="4850600" y="1531000"/>
                <a:ext cx="1665207" cy="2690303"/>
                <a:chOff x="4850600" y="1531000"/>
                <a:chExt cx="1665207" cy="2690303"/>
              </a:xfrm>
            </p:grpSpPr>
            <p:sp>
              <p:nvSpPr>
                <p:cNvPr id="334" name="Google Shape;334;p22"/>
                <p:cNvSpPr/>
                <p:nvPr/>
              </p:nvSpPr>
              <p:spPr>
                <a:xfrm>
                  <a:off x="4850600" y="1531000"/>
                  <a:ext cx="1665207" cy="1566348"/>
                </a:xfrm>
                <a:custGeom>
                  <a:rect b="b" l="l" r="r" t="t"/>
                  <a:pathLst>
                    <a:path extrusionOk="0" h="3955" w="9540">
                      <a:moveTo>
                        <a:pt x="2637" y="0"/>
                      </a:moveTo>
                      <a:lnTo>
                        <a:pt x="2429" y="35"/>
                      </a:lnTo>
                      <a:lnTo>
                        <a:pt x="2221" y="70"/>
                      </a:lnTo>
                      <a:lnTo>
                        <a:pt x="2013" y="70"/>
                      </a:lnTo>
                      <a:lnTo>
                        <a:pt x="1805" y="174"/>
                      </a:lnTo>
                      <a:lnTo>
                        <a:pt x="1562" y="208"/>
                      </a:lnTo>
                      <a:lnTo>
                        <a:pt x="1319" y="243"/>
                      </a:lnTo>
                      <a:lnTo>
                        <a:pt x="1076" y="312"/>
                      </a:lnTo>
                      <a:lnTo>
                        <a:pt x="695" y="486"/>
                      </a:lnTo>
                      <a:lnTo>
                        <a:pt x="486" y="555"/>
                      </a:lnTo>
                      <a:lnTo>
                        <a:pt x="313" y="659"/>
                      </a:lnTo>
                      <a:lnTo>
                        <a:pt x="174" y="798"/>
                      </a:lnTo>
                      <a:lnTo>
                        <a:pt x="70" y="971"/>
                      </a:lnTo>
                      <a:lnTo>
                        <a:pt x="36" y="1180"/>
                      </a:lnTo>
                      <a:lnTo>
                        <a:pt x="1" y="1388"/>
                      </a:lnTo>
                      <a:lnTo>
                        <a:pt x="36" y="1561"/>
                      </a:lnTo>
                      <a:lnTo>
                        <a:pt x="36" y="1700"/>
                      </a:lnTo>
                      <a:lnTo>
                        <a:pt x="1" y="2116"/>
                      </a:lnTo>
                      <a:lnTo>
                        <a:pt x="70" y="2532"/>
                      </a:lnTo>
                      <a:lnTo>
                        <a:pt x="140" y="2914"/>
                      </a:lnTo>
                      <a:lnTo>
                        <a:pt x="244" y="3296"/>
                      </a:lnTo>
                      <a:lnTo>
                        <a:pt x="278" y="3434"/>
                      </a:lnTo>
                      <a:lnTo>
                        <a:pt x="348" y="3538"/>
                      </a:lnTo>
                      <a:lnTo>
                        <a:pt x="417" y="3642"/>
                      </a:lnTo>
                      <a:lnTo>
                        <a:pt x="556" y="3677"/>
                      </a:lnTo>
                      <a:lnTo>
                        <a:pt x="695" y="3712"/>
                      </a:lnTo>
                      <a:lnTo>
                        <a:pt x="868" y="3781"/>
                      </a:lnTo>
                      <a:lnTo>
                        <a:pt x="1041" y="3816"/>
                      </a:lnTo>
                      <a:lnTo>
                        <a:pt x="1215" y="3816"/>
                      </a:lnTo>
                      <a:lnTo>
                        <a:pt x="1284" y="3781"/>
                      </a:lnTo>
                      <a:lnTo>
                        <a:pt x="1388" y="3816"/>
                      </a:lnTo>
                      <a:lnTo>
                        <a:pt x="1562" y="3851"/>
                      </a:lnTo>
                      <a:lnTo>
                        <a:pt x="1805" y="3885"/>
                      </a:lnTo>
                      <a:lnTo>
                        <a:pt x="2013" y="3885"/>
                      </a:lnTo>
                      <a:lnTo>
                        <a:pt x="2498" y="3920"/>
                      </a:lnTo>
                      <a:lnTo>
                        <a:pt x="3019" y="3920"/>
                      </a:lnTo>
                      <a:lnTo>
                        <a:pt x="3296" y="3955"/>
                      </a:lnTo>
                      <a:lnTo>
                        <a:pt x="3574" y="3955"/>
                      </a:lnTo>
                      <a:lnTo>
                        <a:pt x="3782" y="3920"/>
                      </a:lnTo>
                      <a:lnTo>
                        <a:pt x="4441" y="3920"/>
                      </a:lnTo>
                      <a:lnTo>
                        <a:pt x="5135" y="3955"/>
                      </a:lnTo>
                      <a:lnTo>
                        <a:pt x="6453" y="3955"/>
                      </a:lnTo>
                      <a:lnTo>
                        <a:pt x="7042" y="3920"/>
                      </a:lnTo>
                      <a:lnTo>
                        <a:pt x="7806" y="3851"/>
                      </a:lnTo>
                      <a:lnTo>
                        <a:pt x="8187" y="3816"/>
                      </a:lnTo>
                      <a:lnTo>
                        <a:pt x="8569" y="3712"/>
                      </a:lnTo>
                      <a:lnTo>
                        <a:pt x="8777" y="3642"/>
                      </a:lnTo>
                      <a:lnTo>
                        <a:pt x="8916" y="3573"/>
                      </a:lnTo>
                      <a:lnTo>
                        <a:pt x="9020" y="3469"/>
                      </a:lnTo>
                      <a:lnTo>
                        <a:pt x="9158" y="3330"/>
                      </a:lnTo>
                      <a:lnTo>
                        <a:pt x="9262" y="3157"/>
                      </a:lnTo>
                      <a:lnTo>
                        <a:pt x="9332" y="2983"/>
                      </a:lnTo>
                      <a:lnTo>
                        <a:pt x="9401" y="2810"/>
                      </a:lnTo>
                      <a:lnTo>
                        <a:pt x="9471" y="2428"/>
                      </a:lnTo>
                      <a:lnTo>
                        <a:pt x="9505" y="2012"/>
                      </a:lnTo>
                      <a:lnTo>
                        <a:pt x="9540" y="1492"/>
                      </a:lnTo>
                      <a:lnTo>
                        <a:pt x="9505" y="1249"/>
                      </a:lnTo>
                      <a:lnTo>
                        <a:pt x="9471" y="971"/>
                      </a:lnTo>
                      <a:lnTo>
                        <a:pt x="9436" y="763"/>
                      </a:lnTo>
                      <a:lnTo>
                        <a:pt x="9367" y="590"/>
                      </a:lnTo>
                      <a:lnTo>
                        <a:pt x="9262" y="451"/>
                      </a:lnTo>
                      <a:lnTo>
                        <a:pt x="9158" y="347"/>
                      </a:lnTo>
                      <a:lnTo>
                        <a:pt x="8950" y="243"/>
                      </a:lnTo>
                      <a:lnTo>
                        <a:pt x="8742" y="208"/>
                      </a:lnTo>
                      <a:lnTo>
                        <a:pt x="8291" y="139"/>
                      </a:lnTo>
                      <a:lnTo>
                        <a:pt x="7944" y="139"/>
                      </a:lnTo>
                      <a:lnTo>
                        <a:pt x="7632" y="104"/>
                      </a:lnTo>
                      <a:lnTo>
                        <a:pt x="7216" y="35"/>
                      </a:lnTo>
                      <a:lnTo>
                        <a:pt x="6834" y="0"/>
                      </a:lnTo>
                      <a:lnTo>
                        <a:pt x="6383" y="0"/>
                      </a:lnTo>
                      <a:lnTo>
                        <a:pt x="5967" y="35"/>
                      </a:lnTo>
                      <a:lnTo>
                        <a:pt x="54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" name="Google Shape;335;p22"/>
                <p:cNvSpPr/>
                <p:nvPr/>
              </p:nvSpPr>
              <p:spPr>
                <a:xfrm>
                  <a:off x="4850600" y="2807400"/>
                  <a:ext cx="1665207" cy="1413903"/>
                </a:xfrm>
                <a:custGeom>
                  <a:rect b="b" l="l" r="r" t="t"/>
                  <a:pathLst>
                    <a:path extrusionOk="0" h="3955" w="9540">
                      <a:moveTo>
                        <a:pt x="2637" y="0"/>
                      </a:moveTo>
                      <a:lnTo>
                        <a:pt x="2429" y="35"/>
                      </a:lnTo>
                      <a:lnTo>
                        <a:pt x="2221" y="70"/>
                      </a:lnTo>
                      <a:lnTo>
                        <a:pt x="2013" y="70"/>
                      </a:lnTo>
                      <a:lnTo>
                        <a:pt x="1805" y="174"/>
                      </a:lnTo>
                      <a:lnTo>
                        <a:pt x="1562" y="208"/>
                      </a:lnTo>
                      <a:lnTo>
                        <a:pt x="1319" y="243"/>
                      </a:lnTo>
                      <a:lnTo>
                        <a:pt x="1076" y="312"/>
                      </a:lnTo>
                      <a:lnTo>
                        <a:pt x="695" y="486"/>
                      </a:lnTo>
                      <a:lnTo>
                        <a:pt x="486" y="555"/>
                      </a:lnTo>
                      <a:lnTo>
                        <a:pt x="313" y="659"/>
                      </a:lnTo>
                      <a:lnTo>
                        <a:pt x="174" y="798"/>
                      </a:lnTo>
                      <a:lnTo>
                        <a:pt x="70" y="971"/>
                      </a:lnTo>
                      <a:lnTo>
                        <a:pt x="36" y="1180"/>
                      </a:lnTo>
                      <a:lnTo>
                        <a:pt x="1" y="1388"/>
                      </a:lnTo>
                      <a:lnTo>
                        <a:pt x="36" y="1561"/>
                      </a:lnTo>
                      <a:lnTo>
                        <a:pt x="36" y="1700"/>
                      </a:lnTo>
                      <a:lnTo>
                        <a:pt x="1" y="2116"/>
                      </a:lnTo>
                      <a:lnTo>
                        <a:pt x="70" y="2532"/>
                      </a:lnTo>
                      <a:lnTo>
                        <a:pt x="140" y="2914"/>
                      </a:lnTo>
                      <a:lnTo>
                        <a:pt x="244" y="3296"/>
                      </a:lnTo>
                      <a:lnTo>
                        <a:pt x="278" y="3434"/>
                      </a:lnTo>
                      <a:lnTo>
                        <a:pt x="348" y="3538"/>
                      </a:lnTo>
                      <a:lnTo>
                        <a:pt x="417" y="3642"/>
                      </a:lnTo>
                      <a:lnTo>
                        <a:pt x="556" y="3677"/>
                      </a:lnTo>
                      <a:lnTo>
                        <a:pt x="695" y="3712"/>
                      </a:lnTo>
                      <a:lnTo>
                        <a:pt x="868" y="3781"/>
                      </a:lnTo>
                      <a:lnTo>
                        <a:pt x="1041" y="3816"/>
                      </a:lnTo>
                      <a:lnTo>
                        <a:pt x="1215" y="3816"/>
                      </a:lnTo>
                      <a:lnTo>
                        <a:pt x="1284" y="3781"/>
                      </a:lnTo>
                      <a:lnTo>
                        <a:pt x="1388" y="3816"/>
                      </a:lnTo>
                      <a:lnTo>
                        <a:pt x="1562" y="3851"/>
                      </a:lnTo>
                      <a:lnTo>
                        <a:pt x="1805" y="3885"/>
                      </a:lnTo>
                      <a:lnTo>
                        <a:pt x="2013" y="3885"/>
                      </a:lnTo>
                      <a:lnTo>
                        <a:pt x="2498" y="3920"/>
                      </a:lnTo>
                      <a:lnTo>
                        <a:pt x="3019" y="3920"/>
                      </a:lnTo>
                      <a:lnTo>
                        <a:pt x="3296" y="3955"/>
                      </a:lnTo>
                      <a:lnTo>
                        <a:pt x="3574" y="3955"/>
                      </a:lnTo>
                      <a:lnTo>
                        <a:pt x="3782" y="3920"/>
                      </a:lnTo>
                      <a:lnTo>
                        <a:pt x="4441" y="3920"/>
                      </a:lnTo>
                      <a:lnTo>
                        <a:pt x="5135" y="3955"/>
                      </a:lnTo>
                      <a:lnTo>
                        <a:pt x="6453" y="3955"/>
                      </a:lnTo>
                      <a:lnTo>
                        <a:pt x="7042" y="3920"/>
                      </a:lnTo>
                      <a:lnTo>
                        <a:pt x="7806" y="3851"/>
                      </a:lnTo>
                      <a:lnTo>
                        <a:pt x="8187" y="3816"/>
                      </a:lnTo>
                      <a:lnTo>
                        <a:pt x="8569" y="3712"/>
                      </a:lnTo>
                      <a:lnTo>
                        <a:pt x="8777" y="3642"/>
                      </a:lnTo>
                      <a:lnTo>
                        <a:pt x="8916" y="3573"/>
                      </a:lnTo>
                      <a:lnTo>
                        <a:pt x="9020" y="3469"/>
                      </a:lnTo>
                      <a:lnTo>
                        <a:pt x="9158" y="3330"/>
                      </a:lnTo>
                      <a:lnTo>
                        <a:pt x="9262" y="3157"/>
                      </a:lnTo>
                      <a:lnTo>
                        <a:pt x="9332" y="2983"/>
                      </a:lnTo>
                      <a:lnTo>
                        <a:pt x="9401" y="2810"/>
                      </a:lnTo>
                      <a:lnTo>
                        <a:pt x="9471" y="2428"/>
                      </a:lnTo>
                      <a:lnTo>
                        <a:pt x="9505" y="2012"/>
                      </a:lnTo>
                      <a:lnTo>
                        <a:pt x="9540" y="1492"/>
                      </a:lnTo>
                      <a:lnTo>
                        <a:pt x="9505" y="1249"/>
                      </a:lnTo>
                      <a:lnTo>
                        <a:pt x="9471" y="971"/>
                      </a:lnTo>
                      <a:lnTo>
                        <a:pt x="9436" y="763"/>
                      </a:lnTo>
                      <a:lnTo>
                        <a:pt x="9367" y="590"/>
                      </a:lnTo>
                      <a:lnTo>
                        <a:pt x="9262" y="451"/>
                      </a:lnTo>
                      <a:lnTo>
                        <a:pt x="9158" y="347"/>
                      </a:lnTo>
                      <a:lnTo>
                        <a:pt x="8950" y="243"/>
                      </a:lnTo>
                      <a:lnTo>
                        <a:pt x="8742" y="208"/>
                      </a:lnTo>
                      <a:lnTo>
                        <a:pt x="8291" y="139"/>
                      </a:lnTo>
                      <a:lnTo>
                        <a:pt x="7944" y="139"/>
                      </a:lnTo>
                      <a:lnTo>
                        <a:pt x="7632" y="104"/>
                      </a:lnTo>
                      <a:lnTo>
                        <a:pt x="7216" y="35"/>
                      </a:lnTo>
                      <a:lnTo>
                        <a:pt x="6834" y="0"/>
                      </a:lnTo>
                      <a:lnTo>
                        <a:pt x="6383" y="0"/>
                      </a:lnTo>
                      <a:lnTo>
                        <a:pt x="5967" y="35"/>
                      </a:lnTo>
                      <a:lnTo>
                        <a:pt x="54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36" name="Google Shape;336;p22"/>
                <p:cNvGrpSpPr/>
                <p:nvPr/>
              </p:nvGrpSpPr>
              <p:grpSpPr>
                <a:xfrm>
                  <a:off x="5222901" y="1690381"/>
                  <a:ext cx="875666" cy="928698"/>
                  <a:chOff x="5222901" y="1690381"/>
                  <a:chExt cx="875666" cy="928698"/>
                </a:xfrm>
              </p:grpSpPr>
              <p:sp>
                <p:nvSpPr>
                  <p:cNvPr id="337" name="Google Shape;337;p22"/>
                  <p:cNvSpPr/>
                  <p:nvPr/>
                </p:nvSpPr>
                <p:spPr>
                  <a:xfrm rot="5201741">
                    <a:off x="5219462" y="1741644"/>
                    <a:ext cx="882545" cy="826171"/>
                  </a:xfrm>
                  <a:custGeom>
                    <a:rect b="b" l="l" r="r" t="t"/>
                    <a:pathLst>
                      <a:path extrusionOk="0" h="14743" w="15749">
                        <a:moveTo>
                          <a:pt x="8013" y="0"/>
                        </a:moveTo>
                        <a:lnTo>
                          <a:pt x="7736" y="70"/>
                        </a:lnTo>
                        <a:lnTo>
                          <a:pt x="7493" y="104"/>
                        </a:lnTo>
                        <a:lnTo>
                          <a:pt x="7285" y="139"/>
                        </a:lnTo>
                        <a:lnTo>
                          <a:pt x="7042" y="174"/>
                        </a:lnTo>
                        <a:lnTo>
                          <a:pt x="6834" y="243"/>
                        </a:lnTo>
                        <a:lnTo>
                          <a:pt x="6522" y="347"/>
                        </a:lnTo>
                        <a:lnTo>
                          <a:pt x="6210" y="451"/>
                        </a:lnTo>
                        <a:lnTo>
                          <a:pt x="5724" y="694"/>
                        </a:lnTo>
                        <a:lnTo>
                          <a:pt x="5481" y="833"/>
                        </a:lnTo>
                        <a:lnTo>
                          <a:pt x="5238" y="972"/>
                        </a:lnTo>
                        <a:lnTo>
                          <a:pt x="4683" y="1353"/>
                        </a:lnTo>
                        <a:lnTo>
                          <a:pt x="4441" y="1596"/>
                        </a:lnTo>
                        <a:lnTo>
                          <a:pt x="4198" y="1839"/>
                        </a:lnTo>
                        <a:lnTo>
                          <a:pt x="3435" y="2706"/>
                        </a:lnTo>
                        <a:lnTo>
                          <a:pt x="3227" y="2984"/>
                        </a:lnTo>
                        <a:lnTo>
                          <a:pt x="3053" y="3261"/>
                        </a:lnTo>
                        <a:lnTo>
                          <a:pt x="2672" y="3851"/>
                        </a:lnTo>
                        <a:lnTo>
                          <a:pt x="2533" y="4128"/>
                        </a:lnTo>
                        <a:lnTo>
                          <a:pt x="2394" y="4440"/>
                        </a:lnTo>
                        <a:lnTo>
                          <a:pt x="2221" y="5100"/>
                        </a:lnTo>
                        <a:lnTo>
                          <a:pt x="2117" y="5516"/>
                        </a:lnTo>
                        <a:lnTo>
                          <a:pt x="2047" y="5620"/>
                        </a:lnTo>
                        <a:lnTo>
                          <a:pt x="1943" y="5620"/>
                        </a:lnTo>
                        <a:lnTo>
                          <a:pt x="1596" y="5481"/>
                        </a:lnTo>
                        <a:lnTo>
                          <a:pt x="1249" y="5342"/>
                        </a:lnTo>
                        <a:lnTo>
                          <a:pt x="868" y="5238"/>
                        </a:lnTo>
                        <a:lnTo>
                          <a:pt x="452" y="5100"/>
                        </a:lnTo>
                        <a:lnTo>
                          <a:pt x="278" y="5065"/>
                        </a:lnTo>
                        <a:lnTo>
                          <a:pt x="174" y="5065"/>
                        </a:lnTo>
                        <a:lnTo>
                          <a:pt x="70" y="5169"/>
                        </a:lnTo>
                        <a:lnTo>
                          <a:pt x="35" y="5342"/>
                        </a:lnTo>
                        <a:lnTo>
                          <a:pt x="1" y="5863"/>
                        </a:lnTo>
                        <a:lnTo>
                          <a:pt x="1" y="6418"/>
                        </a:lnTo>
                        <a:lnTo>
                          <a:pt x="35" y="6903"/>
                        </a:lnTo>
                        <a:lnTo>
                          <a:pt x="139" y="7389"/>
                        </a:lnTo>
                        <a:lnTo>
                          <a:pt x="209" y="7736"/>
                        </a:lnTo>
                        <a:lnTo>
                          <a:pt x="313" y="8083"/>
                        </a:lnTo>
                        <a:lnTo>
                          <a:pt x="729" y="9227"/>
                        </a:lnTo>
                        <a:lnTo>
                          <a:pt x="868" y="9505"/>
                        </a:lnTo>
                        <a:lnTo>
                          <a:pt x="1007" y="9817"/>
                        </a:lnTo>
                        <a:lnTo>
                          <a:pt x="1319" y="10303"/>
                        </a:lnTo>
                        <a:lnTo>
                          <a:pt x="1562" y="10650"/>
                        </a:lnTo>
                        <a:lnTo>
                          <a:pt x="1770" y="10996"/>
                        </a:lnTo>
                        <a:lnTo>
                          <a:pt x="2221" y="11517"/>
                        </a:lnTo>
                        <a:lnTo>
                          <a:pt x="2394" y="11725"/>
                        </a:lnTo>
                        <a:lnTo>
                          <a:pt x="2568" y="11898"/>
                        </a:lnTo>
                        <a:lnTo>
                          <a:pt x="2741" y="12072"/>
                        </a:lnTo>
                        <a:lnTo>
                          <a:pt x="2845" y="12176"/>
                        </a:lnTo>
                        <a:lnTo>
                          <a:pt x="2914" y="12280"/>
                        </a:lnTo>
                        <a:lnTo>
                          <a:pt x="2984" y="12315"/>
                        </a:lnTo>
                        <a:lnTo>
                          <a:pt x="3053" y="12349"/>
                        </a:lnTo>
                        <a:lnTo>
                          <a:pt x="3123" y="12384"/>
                        </a:lnTo>
                        <a:lnTo>
                          <a:pt x="3227" y="12488"/>
                        </a:lnTo>
                        <a:lnTo>
                          <a:pt x="3504" y="12731"/>
                        </a:lnTo>
                        <a:lnTo>
                          <a:pt x="3608" y="12870"/>
                        </a:lnTo>
                        <a:lnTo>
                          <a:pt x="3782" y="12939"/>
                        </a:lnTo>
                        <a:lnTo>
                          <a:pt x="4128" y="13182"/>
                        </a:lnTo>
                        <a:lnTo>
                          <a:pt x="4441" y="13459"/>
                        </a:lnTo>
                        <a:lnTo>
                          <a:pt x="4683" y="13598"/>
                        </a:lnTo>
                        <a:lnTo>
                          <a:pt x="4926" y="13737"/>
                        </a:lnTo>
                        <a:lnTo>
                          <a:pt x="5412" y="13945"/>
                        </a:lnTo>
                        <a:lnTo>
                          <a:pt x="5689" y="14118"/>
                        </a:lnTo>
                        <a:lnTo>
                          <a:pt x="6071" y="14257"/>
                        </a:lnTo>
                        <a:lnTo>
                          <a:pt x="6453" y="14361"/>
                        </a:lnTo>
                        <a:lnTo>
                          <a:pt x="6938" y="14535"/>
                        </a:lnTo>
                        <a:lnTo>
                          <a:pt x="7458" y="14673"/>
                        </a:lnTo>
                        <a:lnTo>
                          <a:pt x="7736" y="14708"/>
                        </a:lnTo>
                        <a:lnTo>
                          <a:pt x="7979" y="14708"/>
                        </a:lnTo>
                        <a:lnTo>
                          <a:pt x="8222" y="14743"/>
                        </a:lnTo>
                        <a:lnTo>
                          <a:pt x="8603" y="14743"/>
                        </a:lnTo>
                        <a:lnTo>
                          <a:pt x="8915" y="14708"/>
                        </a:lnTo>
                        <a:lnTo>
                          <a:pt x="9193" y="14743"/>
                        </a:lnTo>
                        <a:lnTo>
                          <a:pt x="9297" y="14708"/>
                        </a:lnTo>
                        <a:lnTo>
                          <a:pt x="9366" y="14673"/>
                        </a:lnTo>
                        <a:lnTo>
                          <a:pt x="9401" y="14708"/>
                        </a:lnTo>
                        <a:lnTo>
                          <a:pt x="9401" y="14743"/>
                        </a:lnTo>
                        <a:lnTo>
                          <a:pt x="9470" y="14708"/>
                        </a:lnTo>
                        <a:lnTo>
                          <a:pt x="9540" y="14639"/>
                        </a:lnTo>
                        <a:lnTo>
                          <a:pt x="9574" y="14639"/>
                        </a:lnTo>
                        <a:lnTo>
                          <a:pt x="9609" y="14673"/>
                        </a:lnTo>
                        <a:lnTo>
                          <a:pt x="9678" y="14708"/>
                        </a:lnTo>
                        <a:lnTo>
                          <a:pt x="9713" y="14708"/>
                        </a:lnTo>
                        <a:lnTo>
                          <a:pt x="9817" y="14673"/>
                        </a:lnTo>
                        <a:lnTo>
                          <a:pt x="9921" y="14639"/>
                        </a:lnTo>
                        <a:lnTo>
                          <a:pt x="10095" y="14604"/>
                        </a:lnTo>
                        <a:lnTo>
                          <a:pt x="10303" y="14535"/>
                        </a:lnTo>
                        <a:lnTo>
                          <a:pt x="10511" y="14500"/>
                        </a:lnTo>
                        <a:lnTo>
                          <a:pt x="10719" y="14465"/>
                        </a:lnTo>
                        <a:lnTo>
                          <a:pt x="10893" y="14327"/>
                        </a:lnTo>
                        <a:lnTo>
                          <a:pt x="10927" y="14361"/>
                        </a:lnTo>
                        <a:lnTo>
                          <a:pt x="11031" y="14361"/>
                        </a:lnTo>
                        <a:lnTo>
                          <a:pt x="11101" y="14327"/>
                        </a:lnTo>
                        <a:lnTo>
                          <a:pt x="11205" y="14257"/>
                        </a:lnTo>
                        <a:lnTo>
                          <a:pt x="11309" y="14257"/>
                        </a:lnTo>
                        <a:lnTo>
                          <a:pt x="11413" y="14222"/>
                        </a:lnTo>
                        <a:lnTo>
                          <a:pt x="11482" y="14222"/>
                        </a:lnTo>
                        <a:lnTo>
                          <a:pt x="11482" y="14153"/>
                        </a:lnTo>
                        <a:lnTo>
                          <a:pt x="11517" y="14084"/>
                        </a:lnTo>
                        <a:lnTo>
                          <a:pt x="11552" y="14084"/>
                        </a:lnTo>
                        <a:lnTo>
                          <a:pt x="11656" y="14049"/>
                        </a:lnTo>
                        <a:lnTo>
                          <a:pt x="11725" y="14014"/>
                        </a:lnTo>
                        <a:lnTo>
                          <a:pt x="11829" y="13980"/>
                        </a:lnTo>
                        <a:lnTo>
                          <a:pt x="11933" y="13910"/>
                        </a:lnTo>
                        <a:lnTo>
                          <a:pt x="12072" y="13841"/>
                        </a:lnTo>
                        <a:lnTo>
                          <a:pt x="12176" y="13772"/>
                        </a:lnTo>
                        <a:lnTo>
                          <a:pt x="12419" y="13598"/>
                        </a:lnTo>
                        <a:lnTo>
                          <a:pt x="12592" y="13494"/>
                        </a:lnTo>
                        <a:lnTo>
                          <a:pt x="12696" y="13425"/>
                        </a:lnTo>
                        <a:lnTo>
                          <a:pt x="12731" y="13321"/>
                        </a:lnTo>
                        <a:lnTo>
                          <a:pt x="12800" y="13286"/>
                        </a:lnTo>
                        <a:lnTo>
                          <a:pt x="12835" y="13251"/>
                        </a:lnTo>
                        <a:lnTo>
                          <a:pt x="12835" y="13182"/>
                        </a:lnTo>
                        <a:lnTo>
                          <a:pt x="12870" y="13147"/>
                        </a:lnTo>
                        <a:lnTo>
                          <a:pt x="12974" y="13147"/>
                        </a:lnTo>
                        <a:lnTo>
                          <a:pt x="13078" y="13078"/>
                        </a:lnTo>
                        <a:lnTo>
                          <a:pt x="13217" y="12904"/>
                        </a:lnTo>
                        <a:lnTo>
                          <a:pt x="13425" y="12731"/>
                        </a:lnTo>
                        <a:lnTo>
                          <a:pt x="13529" y="12627"/>
                        </a:lnTo>
                        <a:lnTo>
                          <a:pt x="13598" y="12523"/>
                        </a:lnTo>
                        <a:lnTo>
                          <a:pt x="13668" y="12419"/>
                        </a:lnTo>
                        <a:lnTo>
                          <a:pt x="13737" y="12315"/>
                        </a:lnTo>
                        <a:lnTo>
                          <a:pt x="13910" y="12141"/>
                        </a:lnTo>
                        <a:lnTo>
                          <a:pt x="14153" y="11829"/>
                        </a:lnTo>
                        <a:lnTo>
                          <a:pt x="14292" y="11656"/>
                        </a:lnTo>
                        <a:lnTo>
                          <a:pt x="14396" y="11482"/>
                        </a:lnTo>
                        <a:lnTo>
                          <a:pt x="14674" y="10996"/>
                        </a:lnTo>
                        <a:lnTo>
                          <a:pt x="14812" y="10754"/>
                        </a:lnTo>
                        <a:lnTo>
                          <a:pt x="14916" y="10476"/>
                        </a:lnTo>
                        <a:lnTo>
                          <a:pt x="15263" y="9644"/>
                        </a:lnTo>
                        <a:lnTo>
                          <a:pt x="15437" y="9227"/>
                        </a:lnTo>
                        <a:lnTo>
                          <a:pt x="15506" y="9019"/>
                        </a:lnTo>
                        <a:lnTo>
                          <a:pt x="15541" y="8811"/>
                        </a:lnTo>
                        <a:lnTo>
                          <a:pt x="15714" y="8117"/>
                        </a:lnTo>
                        <a:lnTo>
                          <a:pt x="15714" y="7875"/>
                        </a:lnTo>
                        <a:lnTo>
                          <a:pt x="15749" y="7632"/>
                        </a:lnTo>
                        <a:lnTo>
                          <a:pt x="15749" y="7146"/>
                        </a:lnTo>
                        <a:lnTo>
                          <a:pt x="15749" y="7042"/>
                        </a:lnTo>
                        <a:lnTo>
                          <a:pt x="15749" y="6938"/>
                        </a:lnTo>
                        <a:lnTo>
                          <a:pt x="15714" y="6730"/>
                        </a:lnTo>
                        <a:lnTo>
                          <a:pt x="15679" y="6314"/>
                        </a:lnTo>
                        <a:lnTo>
                          <a:pt x="15610" y="5897"/>
                        </a:lnTo>
                        <a:lnTo>
                          <a:pt x="15506" y="5481"/>
                        </a:lnTo>
                        <a:lnTo>
                          <a:pt x="15402" y="5100"/>
                        </a:lnTo>
                        <a:lnTo>
                          <a:pt x="15263" y="4718"/>
                        </a:lnTo>
                        <a:lnTo>
                          <a:pt x="15124" y="4371"/>
                        </a:lnTo>
                        <a:lnTo>
                          <a:pt x="15020" y="4198"/>
                        </a:lnTo>
                        <a:lnTo>
                          <a:pt x="14951" y="4094"/>
                        </a:lnTo>
                        <a:lnTo>
                          <a:pt x="14951" y="3955"/>
                        </a:lnTo>
                        <a:lnTo>
                          <a:pt x="14916" y="3885"/>
                        </a:lnTo>
                        <a:lnTo>
                          <a:pt x="14882" y="3781"/>
                        </a:lnTo>
                        <a:lnTo>
                          <a:pt x="14639" y="3504"/>
                        </a:lnTo>
                        <a:lnTo>
                          <a:pt x="14465" y="3192"/>
                        </a:lnTo>
                        <a:lnTo>
                          <a:pt x="14327" y="2984"/>
                        </a:lnTo>
                        <a:lnTo>
                          <a:pt x="14223" y="2810"/>
                        </a:lnTo>
                        <a:lnTo>
                          <a:pt x="13945" y="2429"/>
                        </a:lnTo>
                        <a:lnTo>
                          <a:pt x="13772" y="2255"/>
                        </a:lnTo>
                        <a:lnTo>
                          <a:pt x="13598" y="2082"/>
                        </a:lnTo>
                        <a:lnTo>
                          <a:pt x="13390" y="1908"/>
                        </a:lnTo>
                        <a:lnTo>
                          <a:pt x="13182" y="1735"/>
                        </a:lnTo>
                        <a:lnTo>
                          <a:pt x="13043" y="1596"/>
                        </a:lnTo>
                        <a:lnTo>
                          <a:pt x="12904" y="1492"/>
                        </a:lnTo>
                        <a:lnTo>
                          <a:pt x="12731" y="1388"/>
                        </a:lnTo>
                        <a:lnTo>
                          <a:pt x="12592" y="1284"/>
                        </a:lnTo>
                        <a:lnTo>
                          <a:pt x="12384" y="1145"/>
                        </a:lnTo>
                        <a:lnTo>
                          <a:pt x="12176" y="1006"/>
                        </a:lnTo>
                        <a:lnTo>
                          <a:pt x="11725" y="798"/>
                        </a:lnTo>
                        <a:lnTo>
                          <a:pt x="11378" y="625"/>
                        </a:lnTo>
                        <a:lnTo>
                          <a:pt x="11205" y="555"/>
                        </a:lnTo>
                        <a:lnTo>
                          <a:pt x="11031" y="486"/>
                        </a:lnTo>
                        <a:lnTo>
                          <a:pt x="10650" y="347"/>
                        </a:lnTo>
                        <a:lnTo>
                          <a:pt x="10303" y="243"/>
                        </a:lnTo>
                        <a:lnTo>
                          <a:pt x="9678" y="104"/>
                        </a:lnTo>
                        <a:lnTo>
                          <a:pt x="9054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338" name="Google Shape;338;p22"/>
                  <p:cNvGrpSpPr/>
                  <p:nvPr/>
                </p:nvGrpSpPr>
                <p:grpSpPr>
                  <a:xfrm>
                    <a:off x="5420423" y="1897705"/>
                    <a:ext cx="525551" cy="514051"/>
                    <a:chOff x="10024052" y="3331216"/>
                    <a:chExt cx="702515" cy="687141"/>
                  </a:xfrm>
                </p:grpSpPr>
                <p:sp>
                  <p:nvSpPr>
                    <p:cNvPr id="339" name="Google Shape;339;p22"/>
                    <p:cNvSpPr/>
                    <p:nvPr/>
                  </p:nvSpPr>
                  <p:spPr>
                    <a:xfrm>
                      <a:off x="10152212" y="3438903"/>
                      <a:ext cx="379528" cy="579454"/>
                    </a:xfrm>
                    <a:custGeom>
                      <a:rect b="b" l="l" r="r" t="t"/>
                      <a:pathLst>
                        <a:path extrusionOk="0" h="7840" w="5135">
                          <a:moveTo>
                            <a:pt x="2533" y="243"/>
                          </a:moveTo>
                          <a:lnTo>
                            <a:pt x="2880" y="313"/>
                          </a:lnTo>
                          <a:lnTo>
                            <a:pt x="3192" y="382"/>
                          </a:lnTo>
                          <a:lnTo>
                            <a:pt x="3469" y="521"/>
                          </a:lnTo>
                          <a:lnTo>
                            <a:pt x="3747" y="660"/>
                          </a:lnTo>
                          <a:lnTo>
                            <a:pt x="3955" y="868"/>
                          </a:lnTo>
                          <a:lnTo>
                            <a:pt x="4198" y="1076"/>
                          </a:lnTo>
                          <a:lnTo>
                            <a:pt x="4302" y="1284"/>
                          </a:lnTo>
                          <a:lnTo>
                            <a:pt x="4371" y="1388"/>
                          </a:lnTo>
                          <a:lnTo>
                            <a:pt x="4475" y="1457"/>
                          </a:lnTo>
                          <a:lnTo>
                            <a:pt x="4510" y="1527"/>
                          </a:lnTo>
                          <a:lnTo>
                            <a:pt x="4545" y="1596"/>
                          </a:lnTo>
                          <a:lnTo>
                            <a:pt x="4545" y="1700"/>
                          </a:lnTo>
                          <a:lnTo>
                            <a:pt x="4579" y="1804"/>
                          </a:lnTo>
                          <a:lnTo>
                            <a:pt x="4614" y="1908"/>
                          </a:lnTo>
                          <a:lnTo>
                            <a:pt x="4683" y="2082"/>
                          </a:lnTo>
                          <a:lnTo>
                            <a:pt x="4753" y="2394"/>
                          </a:lnTo>
                          <a:lnTo>
                            <a:pt x="4822" y="2706"/>
                          </a:lnTo>
                          <a:lnTo>
                            <a:pt x="4822" y="2810"/>
                          </a:lnTo>
                          <a:lnTo>
                            <a:pt x="4857" y="2949"/>
                          </a:lnTo>
                          <a:lnTo>
                            <a:pt x="4857" y="3157"/>
                          </a:lnTo>
                          <a:lnTo>
                            <a:pt x="4788" y="3400"/>
                          </a:lnTo>
                          <a:lnTo>
                            <a:pt x="4683" y="3608"/>
                          </a:lnTo>
                          <a:lnTo>
                            <a:pt x="4510" y="3920"/>
                          </a:lnTo>
                          <a:lnTo>
                            <a:pt x="4163" y="4441"/>
                          </a:lnTo>
                          <a:lnTo>
                            <a:pt x="3990" y="4683"/>
                          </a:lnTo>
                          <a:lnTo>
                            <a:pt x="3920" y="4822"/>
                          </a:lnTo>
                          <a:lnTo>
                            <a:pt x="3886" y="4961"/>
                          </a:lnTo>
                          <a:lnTo>
                            <a:pt x="3816" y="5204"/>
                          </a:lnTo>
                          <a:lnTo>
                            <a:pt x="3712" y="5412"/>
                          </a:lnTo>
                          <a:lnTo>
                            <a:pt x="3678" y="5481"/>
                          </a:lnTo>
                          <a:lnTo>
                            <a:pt x="3331" y="5481"/>
                          </a:lnTo>
                          <a:lnTo>
                            <a:pt x="3018" y="5516"/>
                          </a:lnTo>
                          <a:lnTo>
                            <a:pt x="3088" y="5377"/>
                          </a:lnTo>
                          <a:lnTo>
                            <a:pt x="3088" y="5273"/>
                          </a:lnTo>
                          <a:lnTo>
                            <a:pt x="3053" y="5065"/>
                          </a:lnTo>
                          <a:lnTo>
                            <a:pt x="3018" y="4822"/>
                          </a:lnTo>
                          <a:lnTo>
                            <a:pt x="3018" y="4579"/>
                          </a:lnTo>
                          <a:lnTo>
                            <a:pt x="3053" y="4337"/>
                          </a:lnTo>
                          <a:lnTo>
                            <a:pt x="3053" y="4163"/>
                          </a:lnTo>
                          <a:lnTo>
                            <a:pt x="3053" y="3955"/>
                          </a:lnTo>
                          <a:lnTo>
                            <a:pt x="3088" y="3782"/>
                          </a:lnTo>
                          <a:lnTo>
                            <a:pt x="3123" y="3400"/>
                          </a:lnTo>
                          <a:lnTo>
                            <a:pt x="3123" y="3192"/>
                          </a:lnTo>
                          <a:lnTo>
                            <a:pt x="3192" y="2984"/>
                          </a:lnTo>
                          <a:lnTo>
                            <a:pt x="3227" y="2776"/>
                          </a:lnTo>
                          <a:lnTo>
                            <a:pt x="3261" y="2567"/>
                          </a:lnTo>
                          <a:lnTo>
                            <a:pt x="3296" y="2533"/>
                          </a:lnTo>
                          <a:lnTo>
                            <a:pt x="3331" y="2498"/>
                          </a:lnTo>
                          <a:lnTo>
                            <a:pt x="3331" y="2394"/>
                          </a:lnTo>
                          <a:lnTo>
                            <a:pt x="3331" y="2290"/>
                          </a:lnTo>
                          <a:lnTo>
                            <a:pt x="3331" y="2255"/>
                          </a:lnTo>
                          <a:lnTo>
                            <a:pt x="3365" y="2221"/>
                          </a:lnTo>
                          <a:lnTo>
                            <a:pt x="3365" y="2186"/>
                          </a:lnTo>
                          <a:lnTo>
                            <a:pt x="3365" y="2151"/>
                          </a:lnTo>
                          <a:lnTo>
                            <a:pt x="3296" y="2116"/>
                          </a:lnTo>
                          <a:lnTo>
                            <a:pt x="3123" y="2116"/>
                          </a:lnTo>
                          <a:lnTo>
                            <a:pt x="2984" y="2082"/>
                          </a:lnTo>
                          <a:lnTo>
                            <a:pt x="2602" y="2082"/>
                          </a:lnTo>
                          <a:lnTo>
                            <a:pt x="2394" y="2116"/>
                          </a:lnTo>
                          <a:lnTo>
                            <a:pt x="2186" y="2151"/>
                          </a:lnTo>
                          <a:lnTo>
                            <a:pt x="1700" y="2151"/>
                          </a:lnTo>
                          <a:lnTo>
                            <a:pt x="1596" y="2186"/>
                          </a:lnTo>
                          <a:lnTo>
                            <a:pt x="1562" y="2255"/>
                          </a:lnTo>
                          <a:lnTo>
                            <a:pt x="1527" y="2290"/>
                          </a:lnTo>
                          <a:lnTo>
                            <a:pt x="1562" y="2394"/>
                          </a:lnTo>
                          <a:lnTo>
                            <a:pt x="1700" y="2845"/>
                          </a:lnTo>
                          <a:lnTo>
                            <a:pt x="1770" y="3331"/>
                          </a:lnTo>
                          <a:lnTo>
                            <a:pt x="1874" y="3816"/>
                          </a:lnTo>
                          <a:lnTo>
                            <a:pt x="1978" y="4337"/>
                          </a:lnTo>
                          <a:lnTo>
                            <a:pt x="2082" y="5412"/>
                          </a:lnTo>
                          <a:lnTo>
                            <a:pt x="2082" y="5481"/>
                          </a:lnTo>
                          <a:lnTo>
                            <a:pt x="2082" y="5516"/>
                          </a:lnTo>
                          <a:lnTo>
                            <a:pt x="2047" y="5551"/>
                          </a:lnTo>
                          <a:lnTo>
                            <a:pt x="1457" y="5551"/>
                          </a:lnTo>
                          <a:lnTo>
                            <a:pt x="1457" y="5516"/>
                          </a:lnTo>
                          <a:lnTo>
                            <a:pt x="1423" y="5481"/>
                          </a:lnTo>
                          <a:lnTo>
                            <a:pt x="1423" y="5273"/>
                          </a:lnTo>
                          <a:lnTo>
                            <a:pt x="1319" y="5065"/>
                          </a:lnTo>
                          <a:lnTo>
                            <a:pt x="1180" y="4753"/>
                          </a:lnTo>
                          <a:lnTo>
                            <a:pt x="1111" y="4579"/>
                          </a:lnTo>
                          <a:lnTo>
                            <a:pt x="972" y="4441"/>
                          </a:lnTo>
                          <a:lnTo>
                            <a:pt x="972" y="4406"/>
                          </a:lnTo>
                          <a:lnTo>
                            <a:pt x="972" y="4337"/>
                          </a:lnTo>
                          <a:lnTo>
                            <a:pt x="937" y="4267"/>
                          </a:lnTo>
                          <a:lnTo>
                            <a:pt x="902" y="4198"/>
                          </a:lnTo>
                          <a:lnTo>
                            <a:pt x="833" y="4094"/>
                          </a:lnTo>
                          <a:lnTo>
                            <a:pt x="660" y="3747"/>
                          </a:lnTo>
                          <a:lnTo>
                            <a:pt x="486" y="3400"/>
                          </a:lnTo>
                          <a:lnTo>
                            <a:pt x="417" y="3157"/>
                          </a:lnTo>
                          <a:lnTo>
                            <a:pt x="347" y="2880"/>
                          </a:lnTo>
                          <a:lnTo>
                            <a:pt x="278" y="2533"/>
                          </a:lnTo>
                          <a:lnTo>
                            <a:pt x="243" y="2325"/>
                          </a:lnTo>
                          <a:lnTo>
                            <a:pt x="278" y="2151"/>
                          </a:lnTo>
                          <a:lnTo>
                            <a:pt x="347" y="1735"/>
                          </a:lnTo>
                          <a:lnTo>
                            <a:pt x="486" y="1388"/>
                          </a:lnTo>
                          <a:lnTo>
                            <a:pt x="694" y="1076"/>
                          </a:lnTo>
                          <a:lnTo>
                            <a:pt x="972" y="764"/>
                          </a:lnTo>
                          <a:lnTo>
                            <a:pt x="1180" y="625"/>
                          </a:lnTo>
                          <a:lnTo>
                            <a:pt x="1388" y="521"/>
                          </a:lnTo>
                          <a:lnTo>
                            <a:pt x="1631" y="417"/>
                          </a:lnTo>
                          <a:lnTo>
                            <a:pt x="1874" y="347"/>
                          </a:lnTo>
                          <a:lnTo>
                            <a:pt x="2221" y="278"/>
                          </a:lnTo>
                          <a:lnTo>
                            <a:pt x="2533" y="243"/>
                          </a:lnTo>
                          <a:close/>
                          <a:moveTo>
                            <a:pt x="2602" y="2325"/>
                          </a:moveTo>
                          <a:lnTo>
                            <a:pt x="2776" y="2359"/>
                          </a:lnTo>
                          <a:lnTo>
                            <a:pt x="2845" y="2359"/>
                          </a:lnTo>
                          <a:lnTo>
                            <a:pt x="2949" y="2394"/>
                          </a:lnTo>
                          <a:lnTo>
                            <a:pt x="2984" y="2463"/>
                          </a:lnTo>
                          <a:lnTo>
                            <a:pt x="2984" y="2533"/>
                          </a:lnTo>
                          <a:lnTo>
                            <a:pt x="2984" y="2672"/>
                          </a:lnTo>
                          <a:lnTo>
                            <a:pt x="2845" y="3331"/>
                          </a:lnTo>
                          <a:lnTo>
                            <a:pt x="2810" y="3677"/>
                          </a:lnTo>
                          <a:lnTo>
                            <a:pt x="2776" y="3990"/>
                          </a:lnTo>
                          <a:lnTo>
                            <a:pt x="2741" y="4510"/>
                          </a:lnTo>
                          <a:lnTo>
                            <a:pt x="2741" y="4753"/>
                          </a:lnTo>
                          <a:lnTo>
                            <a:pt x="2776" y="5030"/>
                          </a:lnTo>
                          <a:lnTo>
                            <a:pt x="2810" y="5238"/>
                          </a:lnTo>
                          <a:lnTo>
                            <a:pt x="2810" y="5447"/>
                          </a:lnTo>
                          <a:lnTo>
                            <a:pt x="2810" y="5516"/>
                          </a:lnTo>
                          <a:lnTo>
                            <a:pt x="2567" y="5516"/>
                          </a:lnTo>
                          <a:lnTo>
                            <a:pt x="2394" y="5551"/>
                          </a:lnTo>
                          <a:lnTo>
                            <a:pt x="2290" y="5551"/>
                          </a:lnTo>
                          <a:lnTo>
                            <a:pt x="2255" y="5516"/>
                          </a:lnTo>
                          <a:lnTo>
                            <a:pt x="2255" y="5481"/>
                          </a:lnTo>
                          <a:lnTo>
                            <a:pt x="2255" y="5447"/>
                          </a:lnTo>
                          <a:lnTo>
                            <a:pt x="2325" y="5447"/>
                          </a:lnTo>
                          <a:lnTo>
                            <a:pt x="2325" y="5377"/>
                          </a:lnTo>
                          <a:lnTo>
                            <a:pt x="2290" y="5238"/>
                          </a:lnTo>
                          <a:lnTo>
                            <a:pt x="2290" y="5169"/>
                          </a:lnTo>
                          <a:lnTo>
                            <a:pt x="2255" y="4926"/>
                          </a:lnTo>
                          <a:lnTo>
                            <a:pt x="2255" y="4718"/>
                          </a:lnTo>
                          <a:lnTo>
                            <a:pt x="2255" y="4475"/>
                          </a:lnTo>
                          <a:lnTo>
                            <a:pt x="2221" y="4371"/>
                          </a:lnTo>
                          <a:lnTo>
                            <a:pt x="2186" y="4267"/>
                          </a:lnTo>
                          <a:lnTo>
                            <a:pt x="2151" y="4128"/>
                          </a:lnTo>
                          <a:lnTo>
                            <a:pt x="2151" y="4024"/>
                          </a:lnTo>
                          <a:lnTo>
                            <a:pt x="2151" y="3886"/>
                          </a:lnTo>
                          <a:lnTo>
                            <a:pt x="2117" y="3747"/>
                          </a:lnTo>
                          <a:lnTo>
                            <a:pt x="2082" y="3643"/>
                          </a:lnTo>
                          <a:lnTo>
                            <a:pt x="2082" y="3539"/>
                          </a:lnTo>
                          <a:lnTo>
                            <a:pt x="2047" y="3400"/>
                          </a:lnTo>
                          <a:lnTo>
                            <a:pt x="1978" y="3261"/>
                          </a:lnTo>
                          <a:lnTo>
                            <a:pt x="1978" y="3261"/>
                          </a:lnTo>
                          <a:lnTo>
                            <a:pt x="2082" y="3331"/>
                          </a:lnTo>
                          <a:lnTo>
                            <a:pt x="2082" y="3331"/>
                          </a:lnTo>
                          <a:lnTo>
                            <a:pt x="1978" y="3157"/>
                          </a:lnTo>
                          <a:lnTo>
                            <a:pt x="1943" y="3018"/>
                          </a:lnTo>
                          <a:lnTo>
                            <a:pt x="1908" y="2741"/>
                          </a:lnTo>
                          <a:lnTo>
                            <a:pt x="1908" y="2602"/>
                          </a:lnTo>
                          <a:lnTo>
                            <a:pt x="1943" y="2463"/>
                          </a:lnTo>
                          <a:lnTo>
                            <a:pt x="1978" y="2394"/>
                          </a:lnTo>
                          <a:lnTo>
                            <a:pt x="2082" y="2359"/>
                          </a:lnTo>
                          <a:lnTo>
                            <a:pt x="2429" y="2359"/>
                          </a:lnTo>
                          <a:lnTo>
                            <a:pt x="2602" y="2325"/>
                          </a:lnTo>
                          <a:close/>
                          <a:moveTo>
                            <a:pt x="3643" y="5655"/>
                          </a:moveTo>
                          <a:lnTo>
                            <a:pt x="3678" y="5689"/>
                          </a:lnTo>
                          <a:lnTo>
                            <a:pt x="3712" y="5724"/>
                          </a:lnTo>
                          <a:lnTo>
                            <a:pt x="3678" y="5759"/>
                          </a:lnTo>
                          <a:lnTo>
                            <a:pt x="3678" y="5897"/>
                          </a:lnTo>
                          <a:lnTo>
                            <a:pt x="3678" y="5967"/>
                          </a:lnTo>
                          <a:lnTo>
                            <a:pt x="3539" y="6002"/>
                          </a:lnTo>
                          <a:lnTo>
                            <a:pt x="3018" y="6002"/>
                          </a:lnTo>
                          <a:lnTo>
                            <a:pt x="2845" y="6036"/>
                          </a:lnTo>
                          <a:lnTo>
                            <a:pt x="2637" y="6036"/>
                          </a:lnTo>
                          <a:lnTo>
                            <a:pt x="1631" y="5967"/>
                          </a:lnTo>
                          <a:lnTo>
                            <a:pt x="1527" y="5967"/>
                          </a:lnTo>
                          <a:lnTo>
                            <a:pt x="1492" y="5932"/>
                          </a:lnTo>
                          <a:lnTo>
                            <a:pt x="1492" y="5897"/>
                          </a:lnTo>
                          <a:lnTo>
                            <a:pt x="1527" y="5793"/>
                          </a:lnTo>
                          <a:lnTo>
                            <a:pt x="1631" y="5759"/>
                          </a:lnTo>
                          <a:lnTo>
                            <a:pt x="1804" y="5724"/>
                          </a:lnTo>
                          <a:lnTo>
                            <a:pt x="1978" y="5759"/>
                          </a:lnTo>
                          <a:lnTo>
                            <a:pt x="2533" y="5759"/>
                          </a:lnTo>
                          <a:lnTo>
                            <a:pt x="3123" y="5724"/>
                          </a:lnTo>
                          <a:lnTo>
                            <a:pt x="3400" y="5689"/>
                          </a:lnTo>
                          <a:lnTo>
                            <a:pt x="3504" y="5689"/>
                          </a:lnTo>
                          <a:lnTo>
                            <a:pt x="3643" y="5655"/>
                          </a:lnTo>
                          <a:close/>
                          <a:moveTo>
                            <a:pt x="3608" y="6106"/>
                          </a:moveTo>
                          <a:lnTo>
                            <a:pt x="3608" y="6175"/>
                          </a:lnTo>
                          <a:lnTo>
                            <a:pt x="3608" y="6279"/>
                          </a:lnTo>
                          <a:lnTo>
                            <a:pt x="3643" y="6383"/>
                          </a:lnTo>
                          <a:lnTo>
                            <a:pt x="3643" y="6452"/>
                          </a:lnTo>
                          <a:lnTo>
                            <a:pt x="3573" y="6487"/>
                          </a:lnTo>
                          <a:lnTo>
                            <a:pt x="3192" y="6487"/>
                          </a:lnTo>
                          <a:lnTo>
                            <a:pt x="2810" y="6522"/>
                          </a:lnTo>
                          <a:lnTo>
                            <a:pt x="2290" y="6522"/>
                          </a:lnTo>
                          <a:lnTo>
                            <a:pt x="2047" y="6557"/>
                          </a:lnTo>
                          <a:lnTo>
                            <a:pt x="1804" y="6522"/>
                          </a:lnTo>
                          <a:lnTo>
                            <a:pt x="1700" y="6522"/>
                          </a:lnTo>
                          <a:lnTo>
                            <a:pt x="1631" y="6452"/>
                          </a:lnTo>
                          <a:lnTo>
                            <a:pt x="1596" y="6418"/>
                          </a:lnTo>
                          <a:lnTo>
                            <a:pt x="1562" y="6314"/>
                          </a:lnTo>
                          <a:lnTo>
                            <a:pt x="1562" y="6244"/>
                          </a:lnTo>
                          <a:lnTo>
                            <a:pt x="1596" y="6175"/>
                          </a:lnTo>
                          <a:lnTo>
                            <a:pt x="1666" y="6140"/>
                          </a:lnTo>
                          <a:lnTo>
                            <a:pt x="1735" y="6140"/>
                          </a:lnTo>
                          <a:lnTo>
                            <a:pt x="2602" y="6210"/>
                          </a:lnTo>
                          <a:lnTo>
                            <a:pt x="3018" y="6210"/>
                          </a:lnTo>
                          <a:lnTo>
                            <a:pt x="3435" y="6140"/>
                          </a:lnTo>
                          <a:lnTo>
                            <a:pt x="3539" y="6106"/>
                          </a:lnTo>
                          <a:close/>
                          <a:moveTo>
                            <a:pt x="3608" y="6591"/>
                          </a:moveTo>
                          <a:lnTo>
                            <a:pt x="3643" y="6626"/>
                          </a:lnTo>
                          <a:lnTo>
                            <a:pt x="3608" y="6765"/>
                          </a:lnTo>
                          <a:lnTo>
                            <a:pt x="3643" y="6903"/>
                          </a:lnTo>
                          <a:lnTo>
                            <a:pt x="3608" y="6973"/>
                          </a:lnTo>
                          <a:lnTo>
                            <a:pt x="3573" y="7008"/>
                          </a:lnTo>
                          <a:lnTo>
                            <a:pt x="2567" y="7008"/>
                          </a:lnTo>
                          <a:lnTo>
                            <a:pt x="1770" y="6938"/>
                          </a:lnTo>
                          <a:lnTo>
                            <a:pt x="1700" y="6903"/>
                          </a:lnTo>
                          <a:lnTo>
                            <a:pt x="1666" y="6903"/>
                          </a:lnTo>
                          <a:lnTo>
                            <a:pt x="1666" y="6834"/>
                          </a:lnTo>
                          <a:lnTo>
                            <a:pt x="1666" y="6765"/>
                          </a:lnTo>
                          <a:lnTo>
                            <a:pt x="1700" y="6765"/>
                          </a:lnTo>
                          <a:lnTo>
                            <a:pt x="1804" y="6730"/>
                          </a:lnTo>
                          <a:lnTo>
                            <a:pt x="2602" y="6765"/>
                          </a:lnTo>
                          <a:lnTo>
                            <a:pt x="3331" y="6730"/>
                          </a:lnTo>
                          <a:lnTo>
                            <a:pt x="3435" y="6695"/>
                          </a:lnTo>
                          <a:lnTo>
                            <a:pt x="3504" y="6626"/>
                          </a:lnTo>
                          <a:lnTo>
                            <a:pt x="3608" y="6591"/>
                          </a:lnTo>
                          <a:close/>
                          <a:moveTo>
                            <a:pt x="2359" y="7216"/>
                          </a:moveTo>
                          <a:lnTo>
                            <a:pt x="2394" y="7250"/>
                          </a:lnTo>
                          <a:lnTo>
                            <a:pt x="2706" y="7320"/>
                          </a:lnTo>
                          <a:lnTo>
                            <a:pt x="2880" y="7320"/>
                          </a:lnTo>
                          <a:lnTo>
                            <a:pt x="3053" y="7285"/>
                          </a:lnTo>
                          <a:lnTo>
                            <a:pt x="3053" y="7285"/>
                          </a:lnTo>
                          <a:lnTo>
                            <a:pt x="2984" y="7389"/>
                          </a:lnTo>
                          <a:lnTo>
                            <a:pt x="2914" y="7458"/>
                          </a:lnTo>
                          <a:lnTo>
                            <a:pt x="2741" y="7528"/>
                          </a:lnTo>
                          <a:lnTo>
                            <a:pt x="2567" y="7528"/>
                          </a:lnTo>
                          <a:lnTo>
                            <a:pt x="2429" y="7493"/>
                          </a:lnTo>
                          <a:lnTo>
                            <a:pt x="2290" y="7389"/>
                          </a:lnTo>
                          <a:lnTo>
                            <a:pt x="2290" y="7354"/>
                          </a:lnTo>
                          <a:lnTo>
                            <a:pt x="2290" y="7320"/>
                          </a:lnTo>
                          <a:lnTo>
                            <a:pt x="2325" y="7250"/>
                          </a:lnTo>
                          <a:lnTo>
                            <a:pt x="2325" y="7216"/>
                          </a:lnTo>
                          <a:close/>
                          <a:moveTo>
                            <a:pt x="2186" y="1"/>
                          </a:moveTo>
                          <a:lnTo>
                            <a:pt x="2012" y="35"/>
                          </a:lnTo>
                          <a:lnTo>
                            <a:pt x="1666" y="139"/>
                          </a:lnTo>
                          <a:lnTo>
                            <a:pt x="1284" y="313"/>
                          </a:lnTo>
                          <a:lnTo>
                            <a:pt x="1076" y="417"/>
                          </a:lnTo>
                          <a:lnTo>
                            <a:pt x="902" y="521"/>
                          </a:lnTo>
                          <a:lnTo>
                            <a:pt x="694" y="694"/>
                          </a:lnTo>
                          <a:lnTo>
                            <a:pt x="556" y="868"/>
                          </a:lnTo>
                          <a:lnTo>
                            <a:pt x="417" y="1076"/>
                          </a:lnTo>
                          <a:lnTo>
                            <a:pt x="313" y="1284"/>
                          </a:lnTo>
                          <a:lnTo>
                            <a:pt x="209" y="1457"/>
                          </a:lnTo>
                          <a:lnTo>
                            <a:pt x="139" y="1596"/>
                          </a:lnTo>
                          <a:lnTo>
                            <a:pt x="70" y="1874"/>
                          </a:lnTo>
                          <a:lnTo>
                            <a:pt x="35" y="2116"/>
                          </a:lnTo>
                          <a:lnTo>
                            <a:pt x="1" y="2151"/>
                          </a:lnTo>
                          <a:lnTo>
                            <a:pt x="1" y="2186"/>
                          </a:lnTo>
                          <a:lnTo>
                            <a:pt x="1" y="2221"/>
                          </a:lnTo>
                          <a:lnTo>
                            <a:pt x="35" y="2394"/>
                          </a:lnTo>
                          <a:lnTo>
                            <a:pt x="70" y="2602"/>
                          </a:lnTo>
                          <a:lnTo>
                            <a:pt x="70" y="2672"/>
                          </a:lnTo>
                          <a:lnTo>
                            <a:pt x="35" y="2776"/>
                          </a:lnTo>
                          <a:lnTo>
                            <a:pt x="35" y="2845"/>
                          </a:lnTo>
                          <a:lnTo>
                            <a:pt x="105" y="2914"/>
                          </a:lnTo>
                          <a:lnTo>
                            <a:pt x="105" y="3018"/>
                          </a:lnTo>
                          <a:lnTo>
                            <a:pt x="105" y="3088"/>
                          </a:lnTo>
                          <a:lnTo>
                            <a:pt x="174" y="3261"/>
                          </a:lnTo>
                          <a:lnTo>
                            <a:pt x="278" y="3435"/>
                          </a:lnTo>
                          <a:lnTo>
                            <a:pt x="278" y="3504"/>
                          </a:lnTo>
                          <a:lnTo>
                            <a:pt x="278" y="3608"/>
                          </a:lnTo>
                          <a:lnTo>
                            <a:pt x="347" y="3677"/>
                          </a:lnTo>
                          <a:lnTo>
                            <a:pt x="382" y="3782"/>
                          </a:lnTo>
                          <a:lnTo>
                            <a:pt x="452" y="3955"/>
                          </a:lnTo>
                          <a:lnTo>
                            <a:pt x="590" y="4232"/>
                          </a:lnTo>
                          <a:lnTo>
                            <a:pt x="729" y="4441"/>
                          </a:lnTo>
                          <a:lnTo>
                            <a:pt x="1007" y="4926"/>
                          </a:lnTo>
                          <a:lnTo>
                            <a:pt x="1111" y="5134"/>
                          </a:lnTo>
                          <a:lnTo>
                            <a:pt x="1145" y="5377"/>
                          </a:lnTo>
                          <a:lnTo>
                            <a:pt x="1180" y="5585"/>
                          </a:lnTo>
                          <a:lnTo>
                            <a:pt x="1249" y="5793"/>
                          </a:lnTo>
                          <a:lnTo>
                            <a:pt x="1284" y="6036"/>
                          </a:lnTo>
                          <a:lnTo>
                            <a:pt x="1319" y="6314"/>
                          </a:lnTo>
                          <a:lnTo>
                            <a:pt x="1319" y="6452"/>
                          </a:lnTo>
                          <a:lnTo>
                            <a:pt x="1353" y="6591"/>
                          </a:lnTo>
                          <a:lnTo>
                            <a:pt x="1353" y="6695"/>
                          </a:lnTo>
                          <a:lnTo>
                            <a:pt x="1353" y="6834"/>
                          </a:lnTo>
                          <a:lnTo>
                            <a:pt x="1388" y="6973"/>
                          </a:lnTo>
                          <a:lnTo>
                            <a:pt x="1457" y="7112"/>
                          </a:lnTo>
                          <a:lnTo>
                            <a:pt x="1562" y="7181"/>
                          </a:lnTo>
                          <a:lnTo>
                            <a:pt x="1700" y="7216"/>
                          </a:lnTo>
                          <a:lnTo>
                            <a:pt x="1874" y="7181"/>
                          </a:lnTo>
                          <a:lnTo>
                            <a:pt x="1908" y="7181"/>
                          </a:lnTo>
                          <a:lnTo>
                            <a:pt x="1943" y="7216"/>
                          </a:lnTo>
                          <a:lnTo>
                            <a:pt x="1978" y="7285"/>
                          </a:lnTo>
                          <a:lnTo>
                            <a:pt x="1978" y="7354"/>
                          </a:lnTo>
                          <a:lnTo>
                            <a:pt x="2012" y="7458"/>
                          </a:lnTo>
                          <a:lnTo>
                            <a:pt x="2047" y="7528"/>
                          </a:lnTo>
                          <a:lnTo>
                            <a:pt x="2221" y="7667"/>
                          </a:lnTo>
                          <a:lnTo>
                            <a:pt x="2429" y="7771"/>
                          </a:lnTo>
                          <a:lnTo>
                            <a:pt x="2602" y="7840"/>
                          </a:lnTo>
                          <a:lnTo>
                            <a:pt x="2845" y="7840"/>
                          </a:lnTo>
                          <a:lnTo>
                            <a:pt x="3018" y="7736"/>
                          </a:lnTo>
                          <a:lnTo>
                            <a:pt x="3157" y="7597"/>
                          </a:lnTo>
                          <a:lnTo>
                            <a:pt x="3296" y="7458"/>
                          </a:lnTo>
                          <a:lnTo>
                            <a:pt x="3365" y="7354"/>
                          </a:lnTo>
                          <a:lnTo>
                            <a:pt x="3504" y="7285"/>
                          </a:lnTo>
                          <a:lnTo>
                            <a:pt x="3678" y="7250"/>
                          </a:lnTo>
                          <a:lnTo>
                            <a:pt x="3782" y="7181"/>
                          </a:lnTo>
                          <a:lnTo>
                            <a:pt x="3851" y="7077"/>
                          </a:lnTo>
                          <a:lnTo>
                            <a:pt x="3886" y="6938"/>
                          </a:lnTo>
                          <a:lnTo>
                            <a:pt x="3886" y="6522"/>
                          </a:lnTo>
                          <a:lnTo>
                            <a:pt x="3920" y="6175"/>
                          </a:lnTo>
                          <a:lnTo>
                            <a:pt x="3920" y="5828"/>
                          </a:lnTo>
                          <a:lnTo>
                            <a:pt x="3990" y="5551"/>
                          </a:lnTo>
                          <a:lnTo>
                            <a:pt x="3990" y="5412"/>
                          </a:lnTo>
                          <a:lnTo>
                            <a:pt x="3990" y="5273"/>
                          </a:lnTo>
                          <a:lnTo>
                            <a:pt x="4024" y="5169"/>
                          </a:lnTo>
                          <a:lnTo>
                            <a:pt x="4094" y="5065"/>
                          </a:lnTo>
                          <a:lnTo>
                            <a:pt x="4233" y="4857"/>
                          </a:lnTo>
                          <a:lnTo>
                            <a:pt x="4579" y="4337"/>
                          </a:lnTo>
                          <a:lnTo>
                            <a:pt x="4753" y="4059"/>
                          </a:lnTo>
                          <a:lnTo>
                            <a:pt x="4926" y="3782"/>
                          </a:lnTo>
                          <a:lnTo>
                            <a:pt x="5030" y="3539"/>
                          </a:lnTo>
                          <a:lnTo>
                            <a:pt x="5100" y="3296"/>
                          </a:lnTo>
                          <a:lnTo>
                            <a:pt x="5134" y="3018"/>
                          </a:lnTo>
                          <a:lnTo>
                            <a:pt x="5134" y="2776"/>
                          </a:lnTo>
                          <a:lnTo>
                            <a:pt x="5100" y="2637"/>
                          </a:lnTo>
                          <a:lnTo>
                            <a:pt x="5100" y="2567"/>
                          </a:lnTo>
                          <a:lnTo>
                            <a:pt x="5100" y="2498"/>
                          </a:lnTo>
                          <a:lnTo>
                            <a:pt x="5100" y="2394"/>
                          </a:lnTo>
                          <a:lnTo>
                            <a:pt x="5100" y="2290"/>
                          </a:lnTo>
                          <a:lnTo>
                            <a:pt x="4996" y="2082"/>
                          </a:lnTo>
                          <a:lnTo>
                            <a:pt x="4996" y="1978"/>
                          </a:lnTo>
                          <a:lnTo>
                            <a:pt x="4961" y="1908"/>
                          </a:lnTo>
                          <a:lnTo>
                            <a:pt x="4892" y="1908"/>
                          </a:lnTo>
                          <a:lnTo>
                            <a:pt x="4926" y="1770"/>
                          </a:lnTo>
                          <a:lnTo>
                            <a:pt x="4857" y="1666"/>
                          </a:lnTo>
                          <a:lnTo>
                            <a:pt x="4753" y="1423"/>
                          </a:lnTo>
                          <a:lnTo>
                            <a:pt x="4649" y="1215"/>
                          </a:lnTo>
                          <a:lnTo>
                            <a:pt x="4441" y="902"/>
                          </a:lnTo>
                          <a:lnTo>
                            <a:pt x="4163" y="660"/>
                          </a:lnTo>
                          <a:lnTo>
                            <a:pt x="3712" y="347"/>
                          </a:lnTo>
                          <a:lnTo>
                            <a:pt x="3400" y="174"/>
                          </a:lnTo>
                          <a:lnTo>
                            <a:pt x="3123" y="70"/>
                          </a:lnTo>
                          <a:lnTo>
                            <a:pt x="2914" y="35"/>
                          </a:lnTo>
                          <a:lnTo>
                            <a:pt x="2741" y="1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40" name="Google Shape;340;p22"/>
                    <p:cNvSpPr/>
                    <p:nvPr/>
                  </p:nvSpPr>
                  <p:spPr>
                    <a:xfrm>
                      <a:off x="10552139" y="3741417"/>
                      <a:ext cx="120621" cy="105174"/>
                    </a:xfrm>
                    <a:custGeom>
                      <a:rect b="b" l="l" r="r" t="t"/>
                      <a:pathLst>
                        <a:path extrusionOk="0" h="1423" w="1632">
                          <a:moveTo>
                            <a:pt x="36" y="1"/>
                          </a:moveTo>
                          <a:lnTo>
                            <a:pt x="1" y="105"/>
                          </a:lnTo>
                          <a:lnTo>
                            <a:pt x="1" y="209"/>
                          </a:lnTo>
                          <a:lnTo>
                            <a:pt x="70" y="313"/>
                          </a:lnTo>
                          <a:lnTo>
                            <a:pt x="209" y="521"/>
                          </a:lnTo>
                          <a:lnTo>
                            <a:pt x="278" y="625"/>
                          </a:lnTo>
                          <a:lnTo>
                            <a:pt x="417" y="694"/>
                          </a:lnTo>
                          <a:lnTo>
                            <a:pt x="660" y="868"/>
                          </a:lnTo>
                          <a:lnTo>
                            <a:pt x="903" y="1111"/>
                          </a:lnTo>
                          <a:lnTo>
                            <a:pt x="1042" y="1249"/>
                          </a:lnTo>
                          <a:lnTo>
                            <a:pt x="1180" y="1319"/>
                          </a:lnTo>
                          <a:lnTo>
                            <a:pt x="1458" y="1423"/>
                          </a:lnTo>
                          <a:lnTo>
                            <a:pt x="1597" y="1423"/>
                          </a:lnTo>
                          <a:lnTo>
                            <a:pt x="1631" y="1354"/>
                          </a:lnTo>
                          <a:lnTo>
                            <a:pt x="1597" y="1319"/>
                          </a:lnTo>
                          <a:lnTo>
                            <a:pt x="1562" y="1249"/>
                          </a:lnTo>
                          <a:lnTo>
                            <a:pt x="1458" y="1111"/>
                          </a:lnTo>
                          <a:lnTo>
                            <a:pt x="1319" y="972"/>
                          </a:lnTo>
                          <a:lnTo>
                            <a:pt x="1076" y="764"/>
                          </a:lnTo>
                          <a:lnTo>
                            <a:pt x="1007" y="694"/>
                          </a:lnTo>
                          <a:lnTo>
                            <a:pt x="937" y="625"/>
                          </a:lnTo>
                          <a:lnTo>
                            <a:pt x="903" y="625"/>
                          </a:lnTo>
                          <a:lnTo>
                            <a:pt x="799" y="590"/>
                          </a:lnTo>
                          <a:lnTo>
                            <a:pt x="764" y="521"/>
                          </a:lnTo>
                          <a:lnTo>
                            <a:pt x="660" y="417"/>
                          </a:lnTo>
                          <a:lnTo>
                            <a:pt x="382" y="174"/>
                          </a:lnTo>
                          <a:lnTo>
                            <a:pt x="278" y="70"/>
                          </a:lnTo>
                          <a:lnTo>
                            <a:pt x="140" y="1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41" name="Google Shape;341;p22"/>
                    <p:cNvSpPr/>
                    <p:nvPr/>
                  </p:nvSpPr>
                  <p:spPr>
                    <a:xfrm>
                      <a:off x="10575273" y="3702984"/>
                      <a:ext cx="151294" cy="56467"/>
                    </a:xfrm>
                    <a:custGeom>
                      <a:rect b="b" l="l" r="r" t="t"/>
                      <a:pathLst>
                        <a:path extrusionOk="0" h="764" w="2047">
                          <a:moveTo>
                            <a:pt x="208" y="0"/>
                          </a:moveTo>
                          <a:lnTo>
                            <a:pt x="104" y="35"/>
                          </a:lnTo>
                          <a:lnTo>
                            <a:pt x="35" y="70"/>
                          </a:lnTo>
                          <a:lnTo>
                            <a:pt x="0" y="139"/>
                          </a:lnTo>
                          <a:lnTo>
                            <a:pt x="69" y="243"/>
                          </a:lnTo>
                          <a:lnTo>
                            <a:pt x="174" y="313"/>
                          </a:lnTo>
                          <a:lnTo>
                            <a:pt x="659" y="486"/>
                          </a:lnTo>
                          <a:lnTo>
                            <a:pt x="1179" y="625"/>
                          </a:lnTo>
                          <a:lnTo>
                            <a:pt x="1526" y="729"/>
                          </a:lnTo>
                          <a:lnTo>
                            <a:pt x="1700" y="764"/>
                          </a:lnTo>
                          <a:lnTo>
                            <a:pt x="1977" y="764"/>
                          </a:lnTo>
                          <a:lnTo>
                            <a:pt x="2047" y="694"/>
                          </a:lnTo>
                          <a:lnTo>
                            <a:pt x="2012" y="659"/>
                          </a:lnTo>
                          <a:lnTo>
                            <a:pt x="1977" y="625"/>
                          </a:lnTo>
                          <a:lnTo>
                            <a:pt x="1943" y="590"/>
                          </a:lnTo>
                          <a:lnTo>
                            <a:pt x="1804" y="590"/>
                          </a:lnTo>
                          <a:lnTo>
                            <a:pt x="1734" y="521"/>
                          </a:lnTo>
                          <a:lnTo>
                            <a:pt x="1492" y="382"/>
                          </a:lnTo>
                          <a:lnTo>
                            <a:pt x="1353" y="347"/>
                          </a:lnTo>
                          <a:lnTo>
                            <a:pt x="1214" y="313"/>
                          </a:lnTo>
                          <a:lnTo>
                            <a:pt x="1075" y="313"/>
                          </a:lnTo>
                          <a:lnTo>
                            <a:pt x="937" y="243"/>
                          </a:lnTo>
                          <a:lnTo>
                            <a:pt x="833" y="209"/>
                          </a:lnTo>
                          <a:lnTo>
                            <a:pt x="694" y="209"/>
                          </a:lnTo>
                          <a:lnTo>
                            <a:pt x="590" y="174"/>
                          </a:lnTo>
                          <a:lnTo>
                            <a:pt x="486" y="139"/>
                          </a:lnTo>
                          <a:lnTo>
                            <a:pt x="243" y="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42" name="Google Shape;342;p22"/>
                    <p:cNvSpPr/>
                    <p:nvPr/>
                  </p:nvSpPr>
                  <p:spPr>
                    <a:xfrm>
                      <a:off x="10521392" y="3792711"/>
                      <a:ext cx="74427" cy="115447"/>
                    </a:xfrm>
                    <a:custGeom>
                      <a:rect b="b" l="l" r="r" t="t"/>
                      <a:pathLst>
                        <a:path extrusionOk="0" h="1562" w="1007">
                          <a:moveTo>
                            <a:pt x="174" y="0"/>
                          </a:moveTo>
                          <a:lnTo>
                            <a:pt x="105" y="35"/>
                          </a:lnTo>
                          <a:lnTo>
                            <a:pt x="35" y="70"/>
                          </a:lnTo>
                          <a:lnTo>
                            <a:pt x="1" y="105"/>
                          </a:lnTo>
                          <a:lnTo>
                            <a:pt x="1" y="174"/>
                          </a:lnTo>
                          <a:lnTo>
                            <a:pt x="139" y="417"/>
                          </a:lnTo>
                          <a:lnTo>
                            <a:pt x="278" y="660"/>
                          </a:lnTo>
                          <a:lnTo>
                            <a:pt x="382" y="798"/>
                          </a:lnTo>
                          <a:lnTo>
                            <a:pt x="417" y="937"/>
                          </a:lnTo>
                          <a:lnTo>
                            <a:pt x="486" y="1041"/>
                          </a:lnTo>
                          <a:lnTo>
                            <a:pt x="556" y="1110"/>
                          </a:lnTo>
                          <a:lnTo>
                            <a:pt x="625" y="1180"/>
                          </a:lnTo>
                          <a:lnTo>
                            <a:pt x="660" y="1249"/>
                          </a:lnTo>
                          <a:lnTo>
                            <a:pt x="660" y="1284"/>
                          </a:lnTo>
                          <a:lnTo>
                            <a:pt x="729" y="1319"/>
                          </a:lnTo>
                          <a:lnTo>
                            <a:pt x="798" y="1388"/>
                          </a:lnTo>
                          <a:lnTo>
                            <a:pt x="833" y="1457"/>
                          </a:lnTo>
                          <a:lnTo>
                            <a:pt x="903" y="1492"/>
                          </a:lnTo>
                          <a:lnTo>
                            <a:pt x="937" y="1527"/>
                          </a:lnTo>
                          <a:lnTo>
                            <a:pt x="972" y="1561"/>
                          </a:lnTo>
                          <a:lnTo>
                            <a:pt x="1007" y="1527"/>
                          </a:lnTo>
                          <a:lnTo>
                            <a:pt x="1007" y="1492"/>
                          </a:lnTo>
                          <a:lnTo>
                            <a:pt x="1007" y="1423"/>
                          </a:lnTo>
                          <a:lnTo>
                            <a:pt x="798" y="972"/>
                          </a:lnTo>
                          <a:lnTo>
                            <a:pt x="625" y="625"/>
                          </a:lnTo>
                          <a:lnTo>
                            <a:pt x="452" y="382"/>
                          </a:lnTo>
                          <a:lnTo>
                            <a:pt x="348" y="70"/>
                          </a:lnTo>
                          <a:lnTo>
                            <a:pt x="313" y="35"/>
                          </a:lnTo>
                          <a:lnTo>
                            <a:pt x="278" y="35"/>
                          </a:lnTo>
                          <a:lnTo>
                            <a:pt x="174" y="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43" name="Google Shape;343;p22"/>
                    <p:cNvSpPr/>
                    <p:nvPr/>
                  </p:nvSpPr>
                  <p:spPr>
                    <a:xfrm>
                      <a:off x="10049699" y="3377410"/>
                      <a:ext cx="102587" cy="97487"/>
                    </a:xfrm>
                    <a:custGeom>
                      <a:rect b="b" l="l" r="r" t="t"/>
                      <a:pathLst>
                        <a:path extrusionOk="0" h="1319" w="1388">
                          <a:moveTo>
                            <a:pt x="0" y="0"/>
                          </a:moveTo>
                          <a:lnTo>
                            <a:pt x="35" y="104"/>
                          </a:lnTo>
                          <a:lnTo>
                            <a:pt x="69" y="208"/>
                          </a:lnTo>
                          <a:lnTo>
                            <a:pt x="174" y="382"/>
                          </a:lnTo>
                          <a:lnTo>
                            <a:pt x="486" y="694"/>
                          </a:lnTo>
                          <a:lnTo>
                            <a:pt x="659" y="902"/>
                          </a:lnTo>
                          <a:lnTo>
                            <a:pt x="867" y="1075"/>
                          </a:lnTo>
                          <a:lnTo>
                            <a:pt x="1110" y="1283"/>
                          </a:lnTo>
                          <a:lnTo>
                            <a:pt x="1249" y="1318"/>
                          </a:lnTo>
                          <a:lnTo>
                            <a:pt x="1388" y="1318"/>
                          </a:lnTo>
                          <a:lnTo>
                            <a:pt x="1353" y="1179"/>
                          </a:lnTo>
                          <a:lnTo>
                            <a:pt x="1214" y="1041"/>
                          </a:lnTo>
                          <a:lnTo>
                            <a:pt x="798" y="624"/>
                          </a:lnTo>
                          <a:lnTo>
                            <a:pt x="347" y="208"/>
                          </a:lnTo>
                          <a:lnTo>
                            <a:pt x="139" y="69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44" name="Google Shape;344;p22"/>
                    <p:cNvSpPr/>
                    <p:nvPr/>
                  </p:nvSpPr>
                  <p:spPr>
                    <a:xfrm>
                      <a:off x="10124052" y="3331216"/>
                      <a:ext cx="64154" cy="125721"/>
                    </a:xfrm>
                    <a:custGeom>
                      <a:rect b="b" l="l" r="r" t="t"/>
                      <a:pathLst>
                        <a:path extrusionOk="0" h="1701" w="868">
                          <a:moveTo>
                            <a:pt x="35" y="1"/>
                          </a:moveTo>
                          <a:lnTo>
                            <a:pt x="0" y="35"/>
                          </a:lnTo>
                          <a:lnTo>
                            <a:pt x="0" y="70"/>
                          </a:lnTo>
                          <a:lnTo>
                            <a:pt x="35" y="105"/>
                          </a:lnTo>
                          <a:lnTo>
                            <a:pt x="35" y="139"/>
                          </a:lnTo>
                          <a:lnTo>
                            <a:pt x="35" y="209"/>
                          </a:lnTo>
                          <a:lnTo>
                            <a:pt x="104" y="486"/>
                          </a:lnTo>
                          <a:lnTo>
                            <a:pt x="208" y="764"/>
                          </a:lnTo>
                          <a:lnTo>
                            <a:pt x="382" y="1111"/>
                          </a:lnTo>
                          <a:lnTo>
                            <a:pt x="555" y="1458"/>
                          </a:lnTo>
                          <a:lnTo>
                            <a:pt x="590" y="1527"/>
                          </a:lnTo>
                          <a:lnTo>
                            <a:pt x="624" y="1596"/>
                          </a:lnTo>
                          <a:lnTo>
                            <a:pt x="728" y="1666"/>
                          </a:lnTo>
                          <a:lnTo>
                            <a:pt x="763" y="1700"/>
                          </a:lnTo>
                          <a:lnTo>
                            <a:pt x="833" y="1631"/>
                          </a:lnTo>
                          <a:lnTo>
                            <a:pt x="867" y="1596"/>
                          </a:lnTo>
                          <a:lnTo>
                            <a:pt x="867" y="1562"/>
                          </a:lnTo>
                          <a:lnTo>
                            <a:pt x="451" y="660"/>
                          </a:lnTo>
                          <a:lnTo>
                            <a:pt x="312" y="382"/>
                          </a:lnTo>
                          <a:lnTo>
                            <a:pt x="173" y="139"/>
                          </a:lnTo>
                          <a:lnTo>
                            <a:pt x="104" y="35"/>
                          </a:lnTo>
                          <a:lnTo>
                            <a:pt x="69" y="1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45" name="Google Shape;345;p22"/>
                    <p:cNvSpPr/>
                    <p:nvPr/>
                  </p:nvSpPr>
                  <p:spPr>
                    <a:xfrm>
                      <a:off x="10024052" y="3485023"/>
                      <a:ext cx="105174" cy="43681"/>
                    </a:xfrm>
                    <a:custGeom>
                      <a:rect b="b" l="l" r="r" t="t"/>
                      <a:pathLst>
                        <a:path extrusionOk="0" h="591" w="1423">
                          <a:moveTo>
                            <a:pt x="208" y="1"/>
                          </a:moveTo>
                          <a:lnTo>
                            <a:pt x="70" y="36"/>
                          </a:lnTo>
                          <a:lnTo>
                            <a:pt x="35" y="70"/>
                          </a:lnTo>
                          <a:lnTo>
                            <a:pt x="0" y="70"/>
                          </a:lnTo>
                          <a:lnTo>
                            <a:pt x="0" y="105"/>
                          </a:lnTo>
                          <a:lnTo>
                            <a:pt x="70" y="174"/>
                          </a:lnTo>
                          <a:lnTo>
                            <a:pt x="278" y="244"/>
                          </a:lnTo>
                          <a:lnTo>
                            <a:pt x="659" y="417"/>
                          </a:lnTo>
                          <a:lnTo>
                            <a:pt x="1041" y="591"/>
                          </a:lnTo>
                          <a:lnTo>
                            <a:pt x="1284" y="591"/>
                          </a:lnTo>
                          <a:lnTo>
                            <a:pt x="1388" y="556"/>
                          </a:lnTo>
                          <a:lnTo>
                            <a:pt x="1422" y="487"/>
                          </a:lnTo>
                          <a:lnTo>
                            <a:pt x="1422" y="452"/>
                          </a:lnTo>
                          <a:lnTo>
                            <a:pt x="1353" y="348"/>
                          </a:lnTo>
                          <a:lnTo>
                            <a:pt x="1214" y="278"/>
                          </a:lnTo>
                          <a:lnTo>
                            <a:pt x="1110" y="244"/>
                          </a:lnTo>
                          <a:lnTo>
                            <a:pt x="937" y="244"/>
                          </a:lnTo>
                          <a:lnTo>
                            <a:pt x="798" y="209"/>
                          </a:lnTo>
                          <a:lnTo>
                            <a:pt x="694" y="140"/>
                          </a:lnTo>
                          <a:lnTo>
                            <a:pt x="625" y="105"/>
                          </a:lnTo>
                          <a:lnTo>
                            <a:pt x="555" y="140"/>
                          </a:lnTo>
                          <a:lnTo>
                            <a:pt x="312" y="1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</p:grpSp>
          <p:sp>
            <p:nvSpPr>
              <p:cNvPr id="346" name="Google Shape;346;p22"/>
              <p:cNvSpPr/>
              <p:nvPr/>
            </p:nvSpPr>
            <p:spPr>
              <a:xfrm>
                <a:off x="4719500" y="2742225"/>
                <a:ext cx="1927366" cy="579427"/>
              </a:xfrm>
              <a:custGeom>
                <a:rect b="b" l="l" r="r" t="t"/>
                <a:pathLst>
                  <a:path extrusionOk="0" h="3955" w="9540">
                    <a:moveTo>
                      <a:pt x="2637" y="0"/>
                    </a:moveTo>
                    <a:lnTo>
                      <a:pt x="2429" y="35"/>
                    </a:lnTo>
                    <a:lnTo>
                      <a:pt x="2221" y="70"/>
                    </a:lnTo>
                    <a:lnTo>
                      <a:pt x="2013" y="70"/>
                    </a:lnTo>
                    <a:lnTo>
                      <a:pt x="1805" y="174"/>
                    </a:lnTo>
                    <a:lnTo>
                      <a:pt x="1562" y="208"/>
                    </a:lnTo>
                    <a:lnTo>
                      <a:pt x="1319" y="243"/>
                    </a:lnTo>
                    <a:lnTo>
                      <a:pt x="1076" y="312"/>
                    </a:lnTo>
                    <a:lnTo>
                      <a:pt x="695" y="486"/>
                    </a:lnTo>
                    <a:lnTo>
                      <a:pt x="486" y="555"/>
                    </a:lnTo>
                    <a:lnTo>
                      <a:pt x="313" y="659"/>
                    </a:lnTo>
                    <a:lnTo>
                      <a:pt x="174" y="798"/>
                    </a:lnTo>
                    <a:lnTo>
                      <a:pt x="70" y="971"/>
                    </a:lnTo>
                    <a:lnTo>
                      <a:pt x="36" y="1180"/>
                    </a:lnTo>
                    <a:lnTo>
                      <a:pt x="1" y="1388"/>
                    </a:lnTo>
                    <a:lnTo>
                      <a:pt x="36" y="1561"/>
                    </a:lnTo>
                    <a:lnTo>
                      <a:pt x="36" y="1700"/>
                    </a:lnTo>
                    <a:lnTo>
                      <a:pt x="1" y="2116"/>
                    </a:lnTo>
                    <a:lnTo>
                      <a:pt x="70" y="2532"/>
                    </a:lnTo>
                    <a:lnTo>
                      <a:pt x="140" y="2914"/>
                    </a:lnTo>
                    <a:lnTo>
                      <a:pt x="244" y="3296"/>
                    </a:lnTo>
                    <a:lnTo>
                      <a:pt x="278" y="3434"/>
                    </a:lnTo>
                    <a:lnTo>
                      <a:pt x="348" y="3538"/>
                    </a:lnTo>
                    <a:lnTo>
                      <a:pt x="417" y="3642"/>
                    </a:lnTo>
                    <a:lnTo>
                      <a:pt x="556" y="3677"/>
                    </a:lnTo>
                    <a:lnTo>
                      <a:pt x="695" y="3712"/>
                    </a:lnTo>
                    <a:lnTo>
                      <a:pt x="868" y="3781"/>
                    </a:lnTo>
                    <a:lnTo>
                      <a:pt x="1041" y="3816"/>
                    </a:lnTo>
                    <a:lnTo>
                      <a:pt x="1215" y="3816"/>
                    </a:lnTo>
                    <a:lnTo>
                      <a:pt x="1284" y="3781"/>
                    </a:lnTo>
                    <a:lnTo>
                      <a:pt x="1388" y="3816"/>
                    </a:lnTo>
                    <a:lnTo>
                      <a:pt x="1562" y="3851"/>
                    </a:lnTo>
                    <a:lnTo>
                      <a:pt x="1805" y="3885"/>
                    </a:lnTo>
                    <a:lnTo>
                      <a:pt x="2013" y="3885"/>
                    </a:lnTo>
                    <a:lnTo>
                      <a:pt x="2498" y="3920"/>
                    </a:lnTo>
                    <a:lnTo>
                      <a:pt x="3019" y="3920"/>
                    </a:lnTo>
                    <a:lnTo>
                      <a:pt x="3296" y="3955"/>
                    </a:lnTo>
                    <a:lnTo>
                      <a:pt x="3574" y="3955"/>
                    </a:lnTo>
                    <a:lnTo>
                      <a:pt x="3782" y="3920"/>
                    </a:lnTo>
                    <a:lnTo>
                      <a:pt x="4441" y="3920"/>
                    </a:lnTo>
                    <a:lnTo>
                      <a:pt x="5135" y="3955"/>
                    </a:lnTo>
                    <a:lnTo>
                      <a:pt x="6453" y="3955"/>
                    </a:lnTo>
                    <a:lnTo>
                      <a:pt x="7042" y="3920"/>
                    </a:lnTo>
                    <a:lnTo>
                      <a:pt x="7806" y="3851"/>
                    </a:lnTo>
                    <a:lnTo>
                      <a:pt x="8187" y="3816"/>
                    </a:lnTo>
                    <a:lnTo>
                      <a:pt x="8569" y="3712"/>
                    </a:lnTo>
                    <a:lnTo>
                      <a:pt x="8777" y="3642"/>
                    </a:lnTo>
                    <a:lnTo>
                      <a:pt x="8916" y="3573"/>
                    </a:lnTo>
                    <a:lnTo>
                      <a:pt x="9020" y="3469"/>
                    </a:lnTo>
                    <a:lnTo>
                      <a:pt x="9158" y="3330"/>
                    </a:lnTo>
                    <a:lnTo>
                      <a:pt x="9262" y="3157"/>
                    </a:lnTo>
                    <a:lnTo>
                      <a:pt x="9332" y="2983"/>
                    </a:lnTo>
                    <a:lnTo>
                      <a:pt x="9401" y="2810"/>
                    </a:lnTo>
                    <a:lnTo>
                      <a:pt x="9471" y="2428"/>
                    </a:lnTo>
                    <a:lnTo>
                      <a:pt x="9505" y="2012"/>
                    </a:lnTo>
                    <a:lnTo>
                      <a:pt x="9540" y="1492"/>
                    </a:lnTo>
                    <a:lnTo>
                      <a:pt x="9505" y="1249"/>
                    </a:lnTo>
                    <a:lnTo>
                      <a:pt x="9471" y="971"/>
                    </a:lnTo>
                    <a:lnTo>
                      <a:pt x="9436" y="763"/>
                    </a:lnTo>
                    <a:lnTo>
                      <a:pt x="9367" y="590"/>
                    </a:lnTo>
                    <a:lnTo>
                      <a:pt x="9262" y="451"/>
                    </a:lnTo>
                    <a:lnTo>
                      <a:pt x="9158" y="347"/>
                    </a:lnTo>
                    <a:lnTo>
                      <a:pt x="8950" y="243"/>
                    </a:lnTo>
                    <a:lnTo>
                      <a:pt x="8742" y="208"/>
                    </a:lnTo>
                    <a:lnTo>
                      <a:pt x="8291" y="139"/>
                    </a:lnTo>
                    <a:lnTo>
                      <a:pt x="7944" y="139"/>
                    </a:lnTo>
                    <a:lnTo>
                      <a:pt x="7632" y="104"/>
                    </a:lnTo>
                    <a:lnTo>
                      <a:pt x="7216" y="35"/>
                    </a:lnTo>
                    <a:lnTo>
                      <a:pt x="6834" y="0"/>
                    </a:lnTo>
                    <a:lnTo>
                      <a:pt x="6383" y="0"/>
                    </a:lnTo>
                    <a:lnTo>
                      <a:pt x="5967" y="35"/>
                    </a:lnTo>
                    <a:lnTo>
                      <a:pt x="5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7" name="Google Shape;347;p22"/>
            <p:cNvGrpSpPr/>
            <p:nvPr/>
          </p:nvGrpSpPr>
          <p:grpSpPr>
            <a:xfrm>
              <a:off x="6841075" y="1531000"/>
              <a:ext cx="1927366" cy="2690303"/>
              <a:chOff x="6841075" y="1531000"/>
              <a:chExt cx="1927366" cy="2690303"/>
            </a:xfrm>
          </p:grpSpPr>
          <p:grpSp>
            <p:nvGrpSpPr>
              <p:cNvPr id="348" name="Google Shape;348;p22"/>
              <p:cNvGrpSpPr/>
              <p:nvPr/>
            </p:nvGrpSpPr>
            <p:grpSpPr>
              <a:xfrm>
                <a:off x="6972175" y="1531000"/>
                <a:ext cx="1665207" cy="2690303"/>
                <a:chOff x="6972175" y="1531000"/>
                <a:chExt cx="1665207" cy="2690303"/>
              </a:xfrm>
            </p:grpSpPr>
            <p:sp>
              <p:nvSpPr>
                <p:cNvPr id="349" name="Google Shape;349;p22"/>
                <p:cNvSpPr/>
                <p:nvPr/>
              </p:nvSpPr>
              <p:spPr>
                <a:xfrm>
                  <a:off x="6972175" y="1531000"/>
                  <a:ext cx="1665207" cy="1566348"/>
                </a:xfrm>
                <a:custGeom>
                  <a:rect b="b" l="l" r="r" t="t"/>
                  <a:pathLst>
                    <a:path extrusionOk="0" h="3955" w="9540">
                      <a:moveTo>
                        <a:pt x="2637" y="0"/>
                      </a:moveTo>
                      <a:lnTo>
                        <a:pt x="2429" y="35"/>
                      </a:lnTo>
                      <a:lnTo>
                        <a:pt x="2221" y="70"/>
                      </a:lnTo>
                      <a:lnTo>
                        <a:pt x="2013" y="70"/>
                      </a:lnTo>
                      <a:lnTo>
                        <a:pt x="1805" y="174"/>
                      </a:lnTo>
                      <a:lnTo>
                        <a:pt x="1562" y="208"/>
                      </a:lnTo>
                      <a:lnTo>
                        <a:pt x="1319" y="243"/>
                      </a:lnTo>
                      <a:lnTo>
                        <a:pt x="1076" y="312"/>
                      </a:lnTo>
                      <a:lnTo>
                        <a:pt x="695" y="486"/>
                      </a:lnTo>
                      <a:lnTo>
                        <a:pt x="486" y="555"/>
                      </a:lnTo>
                      <a:lnTo>
                        <a:pt x="313" y="659"/>
                      </a:lnTo>
                      <a:lnTo>
                        <a:pt x="174" y="798"/>
                      </a:lnTo>
                      <a:lnTo>
                        <a:pt x="70" y="971"/>
                      </a:lnTo>
                      <a:lnTo>
                        <a:pt x="36" y="1180"/>
                      </a:lnTo>
                      <a:lnTo>
                        <a:pt x="1" y="1388"/>
                      </a:lnTo>
                      <a:lnTo>
                        <a:pt x="36" y="1561"/>
                      </a:lnTo>
                      <a:lnTo>
                        <a:pt x="36" y="1700"/>
                      </a:lnTo>
                      <a:lnTo>
                        <a:pt x="1" y="2116"/>
                      </a:lnTo>
                      <a:lnTo>
                        <a:pt x="70" y="2532"/>
                      </a:lnTo>
                      <a:lnTo>
                        <a:pt x="140" y="2914"/>
                      </a:lnTo>
                      <a:lnTo>
                        <a:pt x="244" y="3296"/>
                      </a:lnTo>
                      <a:lnTo>
                        <a:pt x="278" y="3434"/>
                      </a:lnTo>
                      <a:lnTo>
                        <a:pt x="348" y="3538"/>
                      </a:lnTo>
                      <a:lnTo>
                        <a:pt x="417" y="3642"/>
                      </a:lnTo>
                      <a:lnTo>
                        <a:pt x="556" y="3677"/>
                      </a:lnTo>
                      <a:lnTo>
                        <a:pt x="695" y="3712"/>
                      </a:lnTo>
                      <a:lnTo>
                        <a:pt x="868" y="3781"/>
                      </a:lnTo>
                      <a:lnTo>
                        <a:pt x="1041" y="3816"/>
                      </a:lnTo>
                      <a:lnTo>
                        <a:pt x="1215" y="3816"/>
                      </a:lnTo>
                      <a:lnTo>
                        <a:pt x="1284" y="3781"/>
                      </a:lnTo>
                      <a:lnTo>
                        <a:pt x="1388" y="3816"/>
                      </a:lnTo>
                      <a:lnTo>
                        <a:pt x="1562" y="3851"/>
                      </a:lnTo>
                      <a:lnTo>
                        <a:pt x="1805" y="3885"/>
                      </a:lnTo>
                      <a:lnTo>
                        <a:pt x="2013" y="3885"/>
                      </a:lnTo>
                      <a:lnTo>
                        <a:pt x="2498" y="3920"/>
                      </a:lnTo>
                      <a:lnTo>
                        <a:pt x="3019" y="3920"/>
                      </a:lnTo>
                      <a:lnTo>
                        <a:pt x="3296" y="3955"/>
                      </a:lnTo>
                      <a:lnTo>
                        <a:pt x="3574" y="3955"/>
                      </a:lnTo>
                      <a:lnTo>
                        <a:pt x="3782" y="3920"/>
                      </a:lnTo>
                      <a:lnTo>
                        <a:pt x="4441" y="3920"/>
                      </a:lnTo>
                      <a:lnTo>
                        <a:pt x="5135" y="3955"/>
                      </a:lnTo>
                      <a:lnTo>
                        <a:pt x="6453" y="3955"/>
                      </a:lnTo>
                      <a:lnTo>
                        <a:pt x="7042" y="3920"/>
                      </a:lnTo>
                      <a:lnTo>
                        <a:pt x="7806" y="3851"/>
                      </a:lnTo>
                      <a:lnTo>
                        <a:pt x="8187" y="3816"/>
                      </a:lnTo>
                      <a:lnTo>
                        <a:pt x="8569" y="3712"/>
                      </a:lnTo>
                      <a:lnTo>
                        <a:pt x="8777" y="3642"/>
                      </a:lnTo>
                      <a:lnTo>
                        <a:pt x="8916" y="3573"/>
                      </a:lnTo>
                      <a:lnTo>
                        <a:pt x="9020" y="3469"/>
                      </a:lnTo>
                      <a:lnTo>
                        <a:pt x="9158" y="3330"/>
                      </a:lnTo>
                      <a:lnTo>
                        <a:pt x="9262" y="3157"/>
                      </a:lnTo>
                      <a:lnTo>
                        <a:pt x="9332" y="2983"/>
                      </a:lnTo>
                      <a:lnTo>
                        <a:pt x="9401" y="2810"/>
                      </a:lnTo>
                      <a:lnTo>
                        <a:pt x="9471" y="2428"/>
                      </a:lnTo>
                      <a:lnTo>
                        <a:pt x="9505" y="2012"/>
                      </a:lnTo>
                      <a:lnTo>
                        <a:pt x="9540" y="1492"/>
                      </a:lnTo>
                      <a:lnTo>
                        <a:pt x="9505" y="1249"/>
                      </a:lnTo>
                      <a:lnTo>
                        <a:pt x="9471" y="971"/>
                      </a:lnTo>
                      <a:lnTo>
                        <a:pt x="9436" y="763"/>
                      </a:lnTo>
                      <a:lnTo>
                        <a:pt x="9367" y="590"/>
                      </a:lnTo>
                      <a:lnTo>
                        <a:pt x="9262" y="451"/>
                      </a:lnTo>
                      <a:lnTo>
                        <a:pt x="9158" y="347"/>
                      </a:lnTo>
                      <a:lnTo>
                        <a:pt x="8950" y="243"/>
                      </a:lnTo>
                      <a:lnTo>
                        <a:pt x="8742" y="208"/>
                      </a:lnTo>
                      <a:lnTo>
                        <a:pt x="8291" y="139"/>
                      </a:lnTo>
                      <a:lnTo>
                        <a:pt x="7944" y="139"/>
                      </a:lnTo>
                      <a:lnTo>
                        <a:pt x="7632" y="104"/>
                      </a:lnTo>
                      <a:lnTo>
                        <a:pt x="7216" y="35"/>
                      </a:lnTo>
                      <a:lnTo>
                        <a:pt x="6834" y="0"/>
                      </a:lnTo>
                      <a:lnTo>
                        <a:pt x="6383" y="0"/>
                      </a:lnTo>
                      <a:lnTo>
                        <a:pt x="5967" y="35"/>
                      </a:lnTo>
                      <a:lnTo>
                        <a:pt x="5447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0" name="Google Shape;350;p22"/>
                <p:cNvSpPr/>
                <p:nvPr/>
              </p:nvSpPr>
              <p:spPr>
                <a:xfrm>
                  <a:off x="6972175" y="2807400"/>
                  <a:ext cx="1665207" cy="1413903"/>
                </a:xfrm>
                <a:custGeom>
                  <a:rect b="b" l="l" r="r" t="t"/>
                  <a:pathLst>
                    <a:path extrusionOk="0" h="3955" w="9540">
                      <a:moveTo>
                        <a:pt x="2637" y="0"/>
                      </a:moveTo>
                      <a:lnTo>
                        <a:pt x="2429" y="35"/>
                      </a:lnTo>
                      <a:lnTo>
                        <a:pt x="2221" y="70"/>
                      </a:lnTo>
                      <a:lnTo>
                        <a:pt x="2013" y="70"/>
                      </a:lnTo>
                      <a:lnTo>
                        <a:pt x="1805" y="174"/>
                      </a:lnTo>
                      <a:lnTo>
                        <a:pt x="1562" y="208"/>
                      </a:lnTo>
                      <a:lnTo>
                        <a:pt x="1319" y="243"/>
                      </a:lnTo>
                      <a:lnTo>
                        <a:pt x="1076" y="312"/>
                      </a:lnTo>
                      <a:lnTo>
                        <a:pt x="695" y="486"/>
                      </a:lnTo>
                      <a:lnTo>
                        <a:pt x="486" y="555"/>
                      </a:lnTo>
                      <a:lnTo>
                        <a:pt x="313" y="659"/>
                      </a:lnTo>
                      <a:lnTo>
                        <a:pt x="174" y="798"/>
                      </a:lnTo>
                      <a:lnTo>
                        <a:pt x="70" y="971"/>
                      </a:lnTo>
                      <a:lnTo>
                        <a:pt x="36" y="1180"/>
                      </a:lnTo>
                      <a:lnTo>
                        <a:pt x="1" y="1388"/>
                      </a:lnTo>
                      <a:lnTo>
                        <a:pt x="36" y="1561"/>
                      </a:lnTo>
                      <a:lnTo>
                        <a:pt x="36" y="1700"/>
                      </a:lnTo>
                      <a:lnTo>
                        <a:pt x="1" y="2116"/>
                      </a:lnTo>
                      <a:lnTo>
                        <a:pt x="70" y="2532"/>
                      </a:lnTo>
                      <a:lnTo>
                        <a:pt x="140" y="2914"/>
                      </a:lnTo>
                      <a:lnTo>
                        <a:pt x="244" y="3296"/>
                      </a:lnTo>
                      <a:lnTo>
                        <a:pt x="278" y="3434"/>
                      </a:lnTo>
                      <a:lnTo>
                        <a:pt x="348" y="3538"/>
                      </a:lnTo>
                      <a:lnTo>
                        <a:pt x="417" y="3642"/>
                      </a:lnTo>
                      <a:lnTo>
                        <a:pt x="556" y="3677"/>
                      </a:lnTo>
                      <a:lnTo>
                        <a:pt x="695" y="3712"/>
                      </a:lnTo>
                      <a:lnTo>
                        <a:pt x="868" y="3781"/>
                      </a:lnTo>
                      <a:lnTo>
                        <a:pt x="1041" y="3816"/>
                      </a:lnTo>
                      <a:lnTo>
                        <a:pt x="1215" y="3816"/>
                      </a:lnTo>
                      <a:lnTo>
                        <a:pt x="1284" y="3781"/>
                      </a:lnTo>
                      <a:lnTo>
                        <a:pt x="1388" y="3816"/>
                      </a:lnTo>
                      <a:lnTo>
                        <a:pt x="1562" y="3851"/>
                      </a:lnTo>
                      <a:lnTo>
                        <a:pt x="1805" y="3885"/>
                      </a:lnTo>
                      <a:lnTo>
                        <a:pt x="2013" y="3885"/>
                      </a:lnTo>
                      <a:lnTo>
                        <a:pt x="2498" y="3920"/>
                      </a:lnTo>
                      <a:lnTo>
                        <a:pt x="3019" y="3920"/>
                      </a:lnTo>
                      <a:lnTo>
                        <a:pt x="3296" y="3955"/>
                      </a:lnTo>
                      <a:lnTo>
                        <a:pt x="3574" y="3955"/>
                      </a:lnTo>
                      <a:lnTo>
                        <a:pt x="3782" y="3920"/>
                      </a:lnTo>
                      <a:lnTo>
                        <a:pt x="4441" y="3920"/>
                      </a:lnTo>
                      <a:lnTo>
                        <a:pt x="5135" y="3955"/>
                      </a:lnTo>
                      <a:lnTo>
                        <a:pt x="6453" y="3955"/>
                      </a:lnTo>
                      <a:lnTo>
                        <a:pt x="7042" y="3920"/>
                      </a:lnTo>
                      <a:lnTo>
                        <a:pt x="7806" y="3851"/>
                      </a:lnTo>
                      <a:lnTo>
                        <a:pt x="8187" y="3816"/>
                      </a:lnTo>
                      <a:lnTo>
                        <a:pt x="8569" y="3712"/>
                      </a:lnTo>
                      <a:lnTo>
                        <a:pt x="8777" y="3642"/>
                      </a:lnTo>
                      <a:lnTo>
                        <a:pt x="8916" y="3573"/>
                      </a:lnTo>
                      <a:lnTo>
                        <a:pt x="9020" y="3469"/>
                      </a:lnTo>
                      <a:lnTo>
                        <a:pt x="9158" y="3330"/>
                      </a:lnTo>
                      <a:lnTo>
                        <a:pt x="9262" y="3157"/>
                      </a:lnTo>
                      <a:lnTo>
                        <a:pt x="9332" y="2983"/>
                      </a:lnTo>
                      <a:lnTo>
                        <a:pt x="9401" y="2810"/>
                      </a:lnTo>
                      <a:lnTo>
                        <a:pt x="9471" y="2428"/>
                      </a:lnTo>
                      <a:lnTo>
                        <a:pt x="9505" y="2012"/>
                      </a:lnTo>
                      <a:lnTo>
                        <a:pt x="9540" y="1492"/>
                      </a:lnTo>
                      <a:lnTo>
                        <a:pt x="9505" y="1249"/>
                      </a:lnTo>
                      <a:lnTo>
                        <a:pt x="9471" y="971"/>
                      </a:lnTo>
                      <a:lnTo>
                        <a:pt x="9436" y="763"/>
                      </a:lnTo>
                      <a:lnTo>
                        <a:pt x="9367" y="590"/>
                      </a:lnTo>
                      <a:lnTo>
                        <a:pt x="9262" y="451"/>
                      </a:lnTo>
                      <a:lnTo>
                        <a:pt x="9158" y="347"/>
                      </a:lnTo>
                      <a:lnTo>
                        <a:pt x="8950" y="243"/>
                      </a:lnTo>
                      <a:lnTo>
                        <a:pt x="8742" y="208"/>
                      </a:lnTo>
                      <a:lnTo>
                        <a:pt x="8291" y="139"/>
                      </a:lnTo>
                      <a:lnTo>
                        <a:pt x="7944" y="139"/>
                      </a:lnTo>
                      <a:lnTo>
                        <a:pt x="7632" y="104"/>
                      </a:lnTo>
                      <a:lnTo>
                        <a:pt x="7216" y="35"/>
                      </a:lnTo>
                      <a:lnTo>
                        <a:pt x="6834" y="0"/>
                      </a:lnTo>
                      <a:lnTo>
                        <a:pt x="6383" y="0"/>
                      </a:lnTo>
                      <a:lnTo>
                        <a:pt x="5967" y="35"/>
                      </a:lnTo>
                      <a:lnTo>
                        <a:pt x="5447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51" name="Google Shape;351;p22"/>
                <p:cNvGrpSpPr/>
                <p:nvPr/>
              </p:nvGrpSpPr>
              <p:grpSpPr>
                <a:xfrm>
                  <a:off x="7199966" y="1562980"/>
                  <a:ext cx="1164688" cy="1183501"/>
                  <a:chOff x="7199966" y="1562980"/>
                  <a:chExt cx="1164688" cy="1183501"/>
                </a:xfrm>
              </p:grpSpPr>
              <p:sp>
                <p:nvSpPr>
                  <p:cNvPr id="352" name="Google Shape;352;p22"/>
                  <p:cNvSpPr/>
                  <p:nvPr/>
                </p:nvSpPr>
                <p:spPr>
                  <a:xfrm rot="-3518923">
                    <a:off x="7341049" y="1741655"/>
                    <a:ext cx="882522" cy="826150"/>
                  </a:xfrm>
                  <a:custGeom>
                    <a:rect b="b" l="l" r="r" t="t"/>
                    <a:pathLst>
                      <a:path extrusionOk="0" h="14743" w="15749">
                        <a:moveTo>
                          <a:pt x="8013" y="0"/>
                        </a:moveTo>
                        <a:lnTo>
                          <a:pt x="7736" y="70"/>
                        </a:lnTo>
                        <a:lnTo>
                          <a:pt x="7493" y="104"/>
                        </a:lnTo>
                        <a:lnTo>
                          <a:pt x="7285" y="139"/>
                        </a:lnTo>
                        <a:lnTo>
                          <a:pt x="7042" y="174"/>
                        </a:lnTo>
                        <a:lnTo>
                          <a:pt x="6834" y="243"/>
                        </a:lnTo>
                        <a:lnTo>
                          <a:pt x="6522" y="347"/>
                        </a:lnTo>
                        <a:lnTo>
                          <a:pt x="6210" y="451"/>
                        </a:lnTo>
                        <a:lnTo>
                          <a:pt x="5724" y="694"/>
                        </a:lnTo>
                        <a:lnTo>
                          <a:pt x="5481" y="833"/>
                        </a:lnTo>
                        <a:lnTo>
                          <a:pt x="5238" y="972"/>
                        </a:lnTo>
                        <a:lnTo>
                          <a:pt x="4683" y="1353"/>
                        </a:lnTo>
                        <a:lnTo>
                          <a:pt x="4441" y="1596"/>
                        </a:lnTo>
                        <a:lnTo>
                          <a:pt x="4198" y="1839"/>
                        </a:lnTo>
                        <a:lnTo>
                          <a:pt x="3435" y="2706"/>
                        </a:lnTo>
                        <a:lnTo>
                          <a:pt x="3227" y="2984"/>
                        </a:lnTo>
                        <a:lnTo>
                          <a:pt x="3053" y="3261"/>
                        </a:lnTo>
                        <a:lnTo>
                          <a:pt x="2672" y="3851"/>
                        </a:lnTo>
                        <a:lnTo>
                          <a:pt x="2533" y="4128"/>
                        </a:lnTo>
                        <a:lnTo>
                          <a:pt x="2394" y="4440"/>
                        </a:lnTo>
                        <a:lnTo>
                          <a:pt x="2221" y="5100"/>
                        </a:lnTo>
                        <a:lnTo>
                          <a:pt x="2117" y="5516"/>
                        </a:lnTo>
                        <a:lnTo>
                          <a:pt x="2047" y="5620"/>
                        </a:lnTo>
                        <a:lnTo>
                          <a:pt x="1943" y="5620"/>
                        </a:lnTo>
                        <a:lnTo>
                          <a:pt x="1596" y="5481"/>
                        </a:lnTo>
                        <a:lnTo>
                          <a:pt x="1249" y="5342"/>
                        </a:lnTo>
                        <a:lnTo>
                          <a:pt x="868" y="5238"/>
                        </a:lnTo>
                        <a:lnTo>
                          <a:pt x="452" y="5100"/>
                        </a:lnTo>
                        <a:lnTo>
                          <a:pt x="278" y="5065"/>
                        </a:lnTo>
                        <a:lnTo>
                          <a:pt x="174" y="5065"/>
                        </a:lnTo>
                        <a:lnTo>
                          <a:pt x="70" y="5169"/>
                        </a:lnTo>
                        <a:lnTo>
                          <a:pt x="35" y="5342"/>
                        </a:lnTo>
                        <a:lnTo>
                          <a:pt x="1" y="5863"/>
                        </a:lnTo>
                        <a:lnTo>
                          <a:pt x="1" y="6418"/>
                        </a:lnTo>
                        <a:lnTo>
                          <a:pt x="35" y="6903"/>
                        </a:lnTo>
                        <a:lnTo>
                          <a:pt x="139" y="7389"/>
                        </a:lnTo>
                        <a:lnTo>
                          <a:pt x="209" y="7736"/>
                        </a:lnTo>
                        <a:lnTo>
                          <a:pt x="313" y="8083"/>
                        </a:lnTo>
                        <a:lnTo>
                          <a:pt x="729" y="9227"/>
                        </a:lnTo>
                        <a:lnTo>
                          <a:pt x="868" y="9505"/>
                        </a:lnTo>
                        <a:lnTo>
                          <a:pt x="1007" y="9817"/>
                        </a:lnTo>
                        <a:lnTo>
                          <a:pt x="1319" y="10303"/>
                        </a:lnTo>
                        <a:lnTo>
                          <a:pt x="1562" y="10650"/>
                        </a:lnTo>
                        <a:lnTo>
                          <a:pt x="1770" y="10996"/>
                        </a:lnTo>
                        <a:lnTo>
                          <a:pt x="2221" y="11517"/>
                        </a:lnTo>
                        <a:lnTo>
                          <a:pt x="2394" y="11725"/>
                        </a:lnTo>
                        <a:lnTo>
                          <a:pt x="2568" y="11898"/>
                        </a:lnTo>
                        <a:lnTo>
                          <a:pt x="2741" y="12072"/>
                        </a:lnTo>
                        <a:lnTo>
                          <a:pt x="2845" y="12176"/>
                        </a:lnTo>
                        <a:lnTo>
                          <a:pt x="2914" y="12280"/>
                        </a:lnTo>
                        <a:lnTo>
                          <a:pt x="2984" y="12315"/>
                        </a:lnTo>
                        <a:lnTo>
                          <a:pt x="3053" y="12349"/>
                        </a:lnTo>
                        <a:lnTo>
                          <a:pt x="3123" y="12384"/>
                        </a:lnTo>
                        <a:lnTo>
                          <a:pt x="3227" y="12488"/>
                        </a:lnTo>
                        <a:lnTo>
                          <a:pt x="3504" y="12731"/>
                        </a:lnTo>
                        <a:lnTo>
                          <a:pt x="3608" y="12870"/>
                        </a:lnTo>
                        <a:lnTo>
                          <a:pt x="3782" y="12939"/>
                        </a:lnTo>
                        <a:lnTo>
                          <a:pt x="4128" y="13182"/>
                        </a:lnTo>
                        <a:lnTo>
                          <a:pt x="4441" y="13459"/>
                        </a:lnTo>
                        <a:lnTo>
                          <a:pt x="4683" y="13598"/>
                        </a:lnTo>
                        <a:lnTo>
                          <a:pt x="4926" y="13737"/>
                        </a:lnTo>
                        <a:lnTo>
                          <a:pt x="5412" y="13945"/>
                        </a:lnTo>
                        <a:lnTo>
                          <a:pt x="5689" y="14118"/>
                        </a:lnTo>
                        <a:lnTo>
                          <a:pt x="6071" y="14257"/>
                        </a:lnTo>
                        <a:lnTo>
                          <a:pt x="6453" y="14361"/>
                        </a:lnTo>
                        <a:lnTo>
                          <a:pt x="6938" y="14535"/>
                        </a:lnTo>
                        <a:lnTo>
                          <a:pt x="7458" y="14673"/>
                        </a:lnTo>
                        <a:lnTo>
                          <a:pt x="7736" y="14708"/>
                        </a:lnTo>
                        <a:lnTo>
                          <a:pt x="7979" y="14708"/>
                        </a:lnTo>
                        <a:lnTo>
                          <a:pt x="8222" y="14743"/>
                        </a:lnTo>
                        <a:lnTo>
                          <a:pt x="8603" y="14743"/>
                        </a:lnTo>
                        <a:lnTo>
                          <a:pt x="8915" y="14708"/>
                        </a:lnTo>
                        <a:lnTo>
                          <a:pt x="9193" y="14743"/>
                        </a:lnTo>
                        <a:lnTo>
                          <a:pt x="9297" y="14708"/>
                        </a:lnTo>
                        <a:lnTo>
                          <a:pt x="9366" y="14673"/>
                        </a:lnTo>
                        <a:lnTo>
                          <a:pt x="9401" y="14708"/>
                        </a:lnTo>
                        <a:lnTo>
                          <a:pt x="9401" y="14743"/>
                        </a:lnTo>
                        <a:lnTo>
                          <a:pt x="9470" y="14708"/>
                        </a:lnTo>
                        <a:lnTo>
                          <a:pt x="9540" y="14639"/>
                        </a:lnTo>
                        <a:lnTo>
                          <a:pt x="9574" y="14639"/>
                        </a:lnTo>
                        <a:lnTo>
                          <a:pt x="9609" y="14673"/>
                        </a:lnTo>
                        <a:lnTo>
                          <a:pt x="9678" y="14708"/>
                        </a:lnTo>
                        <a:lnTo>
                          <a:pt x="9713" y="14708"/>
                        </a:lnTo>
                        <a:lnTo>
                          <a:pt x="9817" y="14673"/>
                        </a:lnTo>
                        <a:lnTo>
                          <a:pt x="9921" y="14639"/>
                        </a:lnTo>
                        <a:lnTo>
                          <a:pt x="10095" y="14604"/>
                        </a:lnTo>
                        <a:lnTo>
                          <a:pt x="10303" y="14535"/>
                        </a:lnTo>
                        <a:lnTo>
                          <a:pt x="10511" y="14500"/>
                        </a:lnTo>
                        <a:lnTo>
                          <a:pt x="10719" y="14465"/>
                        </a:lnTo>
                        <a:lnTo>
                          <a:pt x="10893" y="14327"/>
                        </a:lnTo>
                        <a:lnTo>
                          <a:pt x="10927" y="14361"/>
                        </a:lnTo>
                        <a:lnTo>
                          <a:pt x="11031" y="14361"/>
                        </a:lnTo>
                        <a:lnTo>
                          <a:pt x="11101" y="14327"/>
                        </a:lnTo>
                        <a:lnTo>
                          <a:pt x="11205" y="14257"/>
                        </a:lnTo>
                        <a:lnTo>
                          <a:pt x="11309" y="14257"/>
                        </a:lnTo>
                        <a:lnTo>
                          <a:pt x="11413" y="14222"/>
                        </a:lnTo>
                        <a:lnTo>
                          <a:pt x="11482" y="14222"/>
                        </a:lnTo>
                        <a:lnTo>
                          <a:pt x="11482" y="14153"/>
                        </a:lnTo>
                        <a:lnTo>
                          <a:pt x="11517" y="14084"/>
                        </a:lnTo>
                        <a:lnTo>
                          <a:pt x="11552" y="14084"/>
                        </a:lnTo>
                        <a:lnTo>
                          <a:pt x="11656" y="14049"/>
                        </a:lnTo>
                        <a:lnTo>
                          <a:pt x="11725" y="14014"/>
                        </a:lnTo>
                        <a:lnTo>
                          <a:pt x="11829" y="13980"/>
                        </a:lnTo>
                        <a:lnTo>
                          <a:pt x="11933" y="13910"/>
                        </a:lnTo>
                        <a:lnTo>
                          <a:pt x="12072" y="13841"/>
                        </a:lnTo>
                        <a:lnTo>
                          <a:pt x="12176" y="13772"/>
                        </a:lnTo>
                        <a:lnTo>
                          <a:pt x="12419" y="13598"/>
                        </a:lnTo>
                        <a:lnTo>
                          <a:pt x="12592" y="13494"/>
                        </a:lnTo>
                        <a:lnTo>
                          <a:pt x="12696" y="13425"/>
                        </a:lnTo>
                        <a:lnTo>
                          <a:pt x="12731" y="13321"/>
                        </a:lnTo>
                        <a:lnTo>
                          <a:pt x="12800" y="13286"/>
                        </a:lnTo>
                        <a:lnTo>
                          <a:pt x="12835" y="13251"/>
                        </a:lnTo>
                        <a:lnTo>
                          <a:pt x="12835" y="13182"/>
                        </a:lnTo>
                        <a:lnTo>
                          <a:pt x="12870" y="13147"/>
                        </a:lnTo>
                        <a:lnTo>
                          <a:pt x="12974" y="13147"/>
                        </a:lnTo>
                        <a:lnTo>
                          <a:pt x="13078" y="13078"/>
                        </a:lnTo>
                        <a:lnTo>
                          <a:pt x="13217" y="12904"/>
                        </a:lnTo>
                        <a:lnTo>
                          <a:pt x="13425" y="12731"/>
                        </a:lnTo>
                        <a:lnTo>
                          <a:pt x="13529" y="12627"/>
                        </a:lnTo>
                        <a:lnTo>
                          <a:pt x="13598" y="12523"/>
                        </a:lnTo>
                        <a:lnTo>
                          <a:pt x="13668" y="12419"/>
                        </a:lnTo>
                        <a:lnTo>
                          <a:pt x="13737" y="12315"/>
                        </a:lnTo>
                        <a:lnTo>
                          <a:pt x="13910" y="12141"/>
                        </a:lnTo>
                        <a:lnTo>
                          <a:pt x="14153" y="11829"/>
                        </a:lnTo>
                        <a:lnTo>
                          <a:pt x="14292" y="11656"/>
                        </a:lnTo>
                        <a:lnTo>
                          <a:pt x="14396" y="11482"/>
                        </a:lnTo>
                        <a:lnTo>
                          <a:pt x="14674" y="10996"/>
                        </a:lnTo>
                        <a:lnTo>
                          <a:pt x="14812" y="10754"/>
                        </a:lnTo>
                        <a:lnTo>
                          <a:pt x="14916" y="10476"/>
                        </a:lnTo>
                        <a:lnTo>
                          <a:pt x="15263" y="9644"/>
                        </a:lnTo>
                        <a:lnTo>
                          <a:pt x="15437" y="9227"/>
                        </a:lnTo>
                        <a:lnTo>
                          <a:pt x="15506" y="9019"/>
                        </a:lnTo>
                        <a:lnTo>
                          <a:pt x="15541" y="8811"/>
                        </a:lnTo>
                        <a:lnTo>
                          <a:pt x="15714" y="8117"/>
                        </a:lnTo>
                        <a:lnTo>
                          <a:pt x="15714" y="7875"/>
                        </a:lnTo>
                        <a:lnTo>
                          <a:pt x="15749" y="7632"/>
                        </a:lnTo>
                        <a:lnTo>
                          <a:pt x="15749" y="7146"/>
                        </a:lnTo>
                        <a:lnTo>
                          <a:pt x="15749" y="7042"/>
                        </a:lnTo>
                        <a:lnTo>
                          <a:pt x="15749" y="6938"/>
                        </a:lnTo>
                        <a:lnTo>
                          <a:pt x="15714" y="6730"/>
                        </a:lnTo>
                        <a:lnTo>
                          <a:pt x="15679" y="6314"/>
                        </a:lnTo>
                        <a:lnTo>
                          <a:pt x="15610" y="5897"/>
                        </a:lnTo>
                        <a:lnTo>
                          <a:pt x="15506" y="5481"/>
                        </a:lnTo>
                        <a:lnTo>
                          <a:pt x="15402" y="5100"/>
                        </a:lnTo>
                        <a:lnTo>
                          <a:pt x="15263" y="4718"/>
                        </a:lnTo>
                        <a:lnTo>
                          <a:pt x="15124" y="4371"/>
                        </a:lnTo>
                        <a:lnTo>
                          <a:pt x="15020" y="4198"/>
                        </a:lnTo>
                        <a:lnTo>
                          <a:pt x="14951" y="4094"/>
                        </a:lnTo>
                        <a:lnTo>
                          <a:pt x="14951" y="3955"/>
                        </a:lnTo>
                        <a:lnTo>
                          <a:pt x="14916" y="3885"/>
                        </a:lnTo>
                        <a:lnTo>
                          <a:pt x="14882" y="3781"/>
                        </a:lnTo>
                        <a:lnTo>
                          <a:pt x="14639" y="3504"/>
                        </a:lnTo>
                        <a:lnTo>
                          <a:pt x="14465" y="3192"/>
                        </a:lnTo>
                        <a:lnTo>
                          <a:pt x="14327" y="2984"/>
                        </a:lnTo>
                        <a:lnTo>
                          <a:pt x="14223" y="2810"/>
                        </a:lnTo>
                        <a:lnTo>
                          <a:pt x="13945" y="2429"/>
                        </a:lnTo>
                        <a:lnTo>
                          <a:pt x="13772" y="2255"/>
                        </a:lnTo>
                        <a:lnTo>
                          <a:pt x="13598" y="2082"/>
                        </a:lnTo>
                        <a:lnTo>
                          <a:pt x="13390" y="1908"/>
                        </a:lnTo>
                        <a:lnTo>
                          <a:pt x="13182" y="1735"/>
                        </a:lnTo>
                        <a:lnTo>
                          <a:pt x="13043" y="1596"/>
                        </a:lnTo>
                        <a:lnTo>
                          <a:pt x="12904" y="1492"/>
                        </a:lnTo>
                        <a:lnTo>
                          <a:pt x="12731" y="1388"/>
                        </a:lnTo>
                        <a:lnTo>
                          <a:pt x="12592" y="1284"/>
                        </a:lnTo>
                        <a:lnTo>
                          <a:pt x="12384" y="1145"/>
                        </a:lnTo>
                        <a:lnTo>
                          <a:pt x="12176" y="1006"/>
                        </a:lnTo>
                        <a:lnTo>
                          <a:pt x="11725" y="798"/>
                        </a:lnTo>
                        <a:lnTo>
                          <a:pt x="11378" y="625"/>
                        </a:lnTo>
                        <a:lnTo>
                          <a:pt x="11205" y="555"/>
                        </a:lnTo>
                        <a:lnTo>
                          <a:pt x="11031" y="486"/>
                        </a:lnTo>
                        <a:lnTo>
                          <a:pt x="10650" y="347"/>
                        </a:lnTo>
                        <a:lnTo>
                          <a:pt x="10303" y="243"/>
                        </a:lnTo>
                        <a:lnTo>
                          <a:pt x="9678" y="104"/>
                        </a:lnTo>
                        <a:lnTo>
                          <a:pt x="9054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353" name="Google Shape;353;p22"/>
                  <p:cNvGrpSpPr/>
                  <p:nvPr/>
                </p:nvGrpSpPr>
                <p:grpSpPr>
                  <a:xfrm>
                    <a:off x="7525633" y="1804213"/>
                    <a:ext cx="482653" cy="701023"/>
                    <a:chOff x="11387987" y="3264549"/>
                    <a:chExt cx="538434" cy="782043"/>
                  </a:xfrm>
                </p:grpSpPr>
                <p:sp>
                  <p:nvSpPr>
                    <p:cNvPr id="354" name="Google Shape;354;p22"/>
                    <p:cNvSpPr/>
                    <p:nvPr/>
                  </p:nvSpPr>
                  <p:spPr>
                    <a:xfrm>
                      <a:off x="11387987" y="3372236"/>
                      <a:ext cx="538434" cy="548708"/>
                    </a:xfrm>
                    <a:custGeom>
                      <a:rect b="b" l="l" r="r" t="t"/>
                      <a:pathLst>
                        <a:path extrusionOk="0" h="7424" w="7285">
                          <a:moveTo>
                            <a:pt x="4059" y="174"/>
                          </a:moveTo>
                          <a:lnTo>
                            <a:pt x="4128" y="209"/>
                          </a:lnTo>
                          <a:lnTo>
                            <a:pt x="4197" y="278"/>
                          </a:lnTo>
                          <a:lnTo>
                            <a:pt x="4197" y="417"/>
                          </a:lnTo>
                          <a:lnTo>
                            <a:pt x="4197" y="556"/>
                          </a:lnTo>
                          <a:lnTo>
                            <a:pt x="4197" y="729"/>
                          </a:lnTo>
                          <a:lnTo>
                            <a:pt x="4232" y="868"/>
                          </a:lnTo>
                          <a:lnTo>
                            <a:pt x="4301" y="903"/>
                          </a:lnTo>
                          <a:lnTo>
                            <a:pt x="4371" y="937"/>
                          </a:lnTo>
                          <a:lnTo>
                            <a:pt x="4579" y="1007"/>
                          </a:lnTo>
                          <a:lnTo>
                            <a:pt x="4787" y="1076"/>
                          </a:lnTo>
                          <a:lnTo>
                            <a:pt x="5169" y="1284"/>
                          </a:lnTo>
                          <a:lnTo>
                            <a:pt x="5307" y="1353"/>
                          </a:lnTo>
                          <a:lnTo>
                            <a:pt x="5377" y="1319"/>
                          </a:lnTo>
                          <a:lnTo>
                            <a:pt x="5446" y="1284"/>
                          </a:lnTo>
                          <a:lnTo>
                            <a:pt x="5654" y="1180"/>
                          </a:lnTo>
                          <a:lnTo>
                            <a:pt x="5862" y="1076"/>
                          </a:lnTo>
                          <a:lnTo>
                            <a:pt x="5932" y="1041"/>
                          </a:lnTo>
                          <a:lnTo>
                            <a:pt x="6001" y="1076"/>
                          </a:lnTo>
                          <a:lnTo>
                            <a:pt x="6070" y="1145"/>
                          </a:lnTo>
                          <a:lnTo>
                            <a:pt x="6348" y="1527"/>
                          </a:lnTo>
                          <a:lnTo>
                            <a:pt x="6383" y="1596"/>
                          </a:lnTo>
                          <a:lnTo>
                            <a:pt x="6383" y="1666"/>
                          </a:lnTo>
                          <a:lnTo>
                            <a:pt x="6348" y="1735"/>
                          </a:lnTo>
                          <a:lnTo>
                            <a:pt x="6313" y="1804"/>
                          </a:lnTo>
                          <a:lnTo>
                            <a:pt x="6209" y="1908"/>
                          </a:lnTo>
                          <a:lnTo>
                            <a:pt x="6105" y="1978"/>
                          </a:lnTo>
                          <a:lnTo>
                            <a:pt x="6036" y="2013"/>
                          </a:lnTo>
                          <a:lnTo>
                            <a:pt x="6001" y="2082"/>
                          </a:lnTo>
                          <a:lnTo>
                            <a:pt x="6001" y="2186"/>
                          </a:lnTo>
                          <a:lnTo>
                            <a:pt x="6175" y="2637"/>
                          </a:lnTo>
                          <a:lnTo>
                            <a:pt x="6244" y="2706"/>
                          </a:lnTo>
                          <a:lnTo>
                            <a:pt x="6313" y="2776"/>
                          </a:lnTo>
                          <a:lnTo>
                            <a:pt x="6903" y="3018"/>
                          </a:lnTo>
                          <a:lnTo>
                            <a:pt x="6938" y="3053"/>
                          </a:lnTo>
                          <a:lnTo>
                            <a:pt x="6972" y="3123"/>
                          </a:lnTo>
                          <a:lnTo>
                            <a:pt x="7007" y="3261"/>
                          </a:lnTo>
                          <a:lnTo>
                            <a:pt x="7042" y="3435"/>
                          </a:lnTo>
                          <a:lnTo>
                            <a:pt x="7076" y="3782"/>
                          </a:lnTo>
                          <a:lnTo>
                            <a:pt x="7076" y="3851"/>
                          </a:lnTo>
                          <a:lnTo>
                            <a:pt x="7076" y="3886"/>
                          </a:lnTo>
                          <a:lnTo>
                            <a:pt x="7007" y="3955"/>
                          </a:lnTo>
                          <a:lnTo>
                            <a:pt x="6938" y="3990"/>
                          </a:lnTo>
                          <a:lnTo>
                            <a:pt x="6695" y="4094"/>
                          </a:lnTo>
                          <a:lnTo>
                            <a:pt x="6417" y="4233"/>
                          </a:lnTo>
                          <a:lnTo>
                            <a:pt x="6383" y="4302"/>
                          </a:lnTo>
                          <a:lnTo>
                            <a:pt x="6348" y="4337"/>
                          </a:lnTo>
                          <a:lnTo>
                            <a:pt x="6313" y="4475"/>
                          </a:lnTo>
                          <a:lnTo>
                            <a:pt x="6209" y="4753"/>
                          </a:lnTo>
                          <a:lnTo>
                            <a:pt x="6175" y="4996"/>
                          </a:lnTo>
                          <a:lnTo>
                            <a:pt x="6175" y="5100"/>
                          </a:lnTo>
                          <a:lnTo>
                            <a:pt x="6209" y="5239"/>
                          </a:lnTo>
                          <a:lnTo>
                            <a:pt x="6279" y="5377"/>
                          </a:lnTo>
                          <a:lnTo>
                            <a:pt x="6348" y="5481"/>
                          </a:lnTo>
                          <a:lnTo>
                            <a:pt x="6417" y="5620"/>
                          </a:lnTo>
                          <a:lnTo>
                            <a:pt x="6487" y="5759"/>
                          </a:lnTo>
                          <a:lnTo>
                            <a:pt x="6487" y="5794"/>
                          </a:lnTo>
                          <a:lnTo>
                            <a:pt x="6452" y="5828"/>
                          </a:lnTo>
                          <a:lnTo>
                            <a:pt x="6383" y="5898"/>
                          </a:lnTo>
                          <a:lnTo>
                            <a:pt x="6140" y="6036"/>
                          </a:lnTo>
                          <a:lnTo>
                            <a:pt x="6036" y="6140"/>
                          </a:lnTo>
                          <a:lnTo>
                            <a:pt x="5932" y="6244"/>
                          </a:lnTo>
                          <a:lnTo>
                            <a:pt x="5897" y="6279"/>
                          </a:lnTo>
                          <a:lnTo>
                            <a:pt x="5862" y="6314"/>
                          </a:lnTo>
                          <a:lnTo>
                            <a:pt x="5828" y="6314"/>
                          </a:lnTo>
                          <a:lnTo>
                            <a:pt x="5758" y="6279"/>
                          </a:lnTo>
                          <a:lnTo>
                            <a:pt x="5689" y="6210"/>
                          </a:lnTo>
                          <a:lnTo>
                            <a:pt x="5620" y="6140"/>
                          </a:lnTo>
                          <a:lnTo>
                            <a:pt x="5446" y="6071"/>
                          </a:lnTo>
                          <a:lnTo>
                            <a:pt x="5273" y="6071"/>
                          </a:lnTo>
                          <a:lnTo>
                            <a:pt x="5134" y="6175"/>
                          </a:lnTo>
                          <a:lnTo>
                            <a:pt x="4787" y="6314"/>
                          </a:lnTo>
                          <a:lnTo>
                            <a:pt x="4440" y="6453"/>
                          </a:lnTo>
                          <a:lnTo>
                            <a:pt x="4336" y="6487"/>
                          </a:lnTo>
                          <a:lnTo>
                            <a:pt x="4301" y="6557"/>
                          </a:lnTo>
                          <a:lnTo>
                            <a:pt x="4267" y="6591"/>
                          </a:lnTo>
                          <a:lnTo>
                            <a:pt x="4267" y="6695"/>
                          </a:lnTo>
                          <a:lnTo>
                            <a:pt x="4267" y="6799"/>
                          </a:lnTo>
                          <a:lnTo>
                            <a:pt x="4267" y="6904"/>
                          </a:lnTo>
                          <a:lnTo>
                            <a:pt x="4267" y="7008"/>
                          </a:lnTo>
                          <a:lnTo>
                            <a:pt x="4197" y="7077"/>
                          </a:lnTo>
                          <a:lnTo>
                            <a:pt x="4093" y="7112"/>
                          </a:lnTo>
                          <a:lnTo>
                            <a:pt x="3920" y="7112"/>
                          </a:lnTo>
                          <a:lnTo>
                            <a:pt x="3850" y="7146"/>
                          </a:lnTo>
                          <a:lnTo>
                            <a:pt x="3677" y="7181"/>
                          </a:lnTo>
                          <a:lnTo>
                            <a:pt x="3538" y="7216"/>
                          </a:lnTo>
                          <a:lnTo>
                            <a:pt x="3434" y="7181"/>
                          </a:lnTo>
                          <a:lnTo>
                            <a:pt x="3365" y="7112"/>
                          </a:lnTo>
                          <a:lnTo>
                            <a:pt x="3330" y="7008"/>
                          </a:lnTo>
                          <a:lnTo>
                            <a:pt x="3261" y="6799"/>
                          </a:lnTo>
                          <a:lnTo>
                            <a:pt x="3226" y="6695"/>
                          </a:lnTo>
                          <a:lnTo>
                            <a:pt x="3191" y="6557"/>
                          </a:lnTo>
                          <a:lnTo>
                            <a:pt x="3191" y="6487"/>
                          </a:lnTo>
                          <a:lnTo>
                            <a:pt x="3087" y="6453"/>
                          </a:lnTo>
                          <a:lnTo>
                            <a:pt x="2845" y="6314"/>
                          </a:lnTo>
                          <a:lnTo>
                            <a:pt x="2567" y="6175"/>
                          </a:lnTo>
                          <a:lnTo>
                            <a:pt x="2428" y="6140"/>
                          </a:lnTo>
                          <a:lnTo>
                            <a:pt x="2289" y="6140"/>
                          </a:lnTo>
                          <a:lnTo>
                            <a:pt x="2116" y="6175"/>
                          </a:lnTo>
                          <a:lnTo>
                            <a:pt x="1977" y="6279"/>
                          </a:lnTo>
                          <a:lnTo>
                            <a:pt x="1873" y="6349"/>
                          </a:lnTo>
                          <a:lnTo>
                            <a:pt x="1734" y="6453"/>
                          </a:lnTo>
                          <a:lnTo>
                            <a:pt x="1596" y="6453"/>
                          </a:lnTo>
                          <a:lnTo>
                            <a:pt x="1492" y="6418"/>
                          </a:lnTo>
                          <a:lnTo>
                            <a:pt x="1353" y="6314"/>
                          </a:lnTo>
                          <a:lnTo>
                            <a:pt x="1110" y="6071"/>
                          </a:lnTo>
                          <a:lnTo>
                            <a:pt x="1075" y="6002"/>
                          </a:lnTo>
                          <a:lnTo>
                            <a:pt x="1110" y="5932"/>
                          </a:lnTo>
                          <a:lnTo>
                            <a:pt x="1145" y="5863"/>
                          </a:lnTo>
                          <a:lnTo>
                            <a:pt x="1179" y="5759"/>
                          </a:lnTo>
                          <a:lnTo>
                            <a:pt x="1214" y="5551"/>
                          </a:lnTo>
                          <a:lnTo>
                            <a:pt x="1249" y="5377"/>
                          </a:lnTo>
                          <a:lnTo>
                            <a:pt x="1214" y="5239"/>
                          </a:lnTo>
                          <a:lnTo>
                            <a:pt x="1110" y="4892"/>
                          </a:lnTo>
                          <a:lnTo>
                            <a:pt x="1041" y="4649"/>
                          </a:lnTo>
                          <a:lnTo>
                            <a:pt x="1006" y="4510"/>
                          </a:lnTo>
                          <a:lnTo>
                            <a:pt x="1006" y="4371"/>
                          </a:lnTo>
                          <a:lnTo>
                            <a:pt x="1006" y="4302"/>
                          </a:lnTo>
                          <a:lnTo>
                            <a:pt x="971" y="4267"/>
                          </a:lnTo>
                          <a:lnTo>
                            <a:pt x="902" y="4198"/>
                          </a:lnTo>
                          <a:lnTo>
                            <a:pt x="763" y="4163"/>
                          </a:lnTo>
                          <a:lnTo>
                            <a:pt x="659" y="4129"/>
                          </a:lnTo>
                          <a:lnTo>
                            <a:pt x="555" y="4059"/>
                          </a:lnTo>
                          <a:lnTo>
                            <a:pt x="451" y="4024"/>
                          </a:lnTo>
                          <a:lnTo>
                            <a:pt x="382" y="4024"/>
                          </a:lnTo>
                          <a:lnTo>
                            <a:pt x="347" y="3955"/>
                          </a:lnTo>
                          <a:lnTo>
                            <a:pt x="278" y="3851"/>
                          </a:lnTo>
                          <a:lnTo>
                            <a:pt x="208" y="3678"/>
                          </a:lnTo>
                          <a:lnTo>
                            <a:pt x="243" y="3539"/>
                          </a:lnTo>
                          <a:lnTo>
                            <a:pt x="243" y="3435"/>
                          </a:lnTo>
                          <a:lnTo>
                            <a:pt x="278" y="3261"/>
                          </a:lnTo>
                          <a:lnTo>
                            <a:pt x="312" y="3157"/>
                          </a:lnTo>
                          <a:lnTo>
                            <a:pt x="382" y="3088"/>
                          </a:lnTo>
                          <a:lnTo>
                            <a:pt x="555" y="3053"/>
                          </a:lnTo>
                          <a:lnTo>
                            <a:pt x="763" y="3053"/>
                          </a:lnTo>
                          <a:lnTo>
                            <a:pt x="867" y="3018"/>
                          </a:lnTo>
                          <a:lnTo>
                            <a:pt x="971" y="2984"/>
                          </a:lnTo>
                          <a:lnTo>
                            <a:pt x="1075" y="2949"/>
                          </a:lnTo>
                          <a:lnTo>
                            <a:pt x="1145" y="2914"/>
                          </a:lnTo>
                          <a:lnTo>
                            <a:pt x="1145" y="2880"/>
                          </a:lnTo>
                          <a:lnTo>
                            <a:pt x="1179" y="2776"/>
                          </a:lnTo>
                          <a:lnTo>
                            <a:pt x="1214" y="2602"/>
                          </a:lnTo>
                          <a:lnTo>
                            <a:pt x="1249" y="2498"/>
                          </a:lnTo>
                          <a:lnTo>
                            <a:pt x="1318" y="2429"/>
                          </a:lnTo>
                          <a:lnTo>
                            <a:pt x="1353" y="2359"/>
                          </a:lnTo>
                          <a:lnTo>
                            <a:pt x="1353" y="2290"/>
                          </a:lnTo>
                          <a:lnTo>
                            <a:pt x="1353" y="2221"/>
                          </a:lnTo>
                          <a:lnTo>
                            <a:pt x="1318" y="2151"/>
                          </a:lnTo>
                          <a:lnTo>
                            <a:pt x="1145" y="1943"/>
                          </a:lnTo>
                          <a:lnTo>
                            <a:pt x="971" y="1735"/>
                          </a:lnTo>
                          <a:lnTo>
                            <a:pt x="902" y="1666"/>
                          </a:lnTo>
                          <a:lnTo>
                            <a:pt x="902" y="1596"/>
                          </a:lnTo>
                          <a:lnTo>
                            <a:pt x="902" y="1527"/>
                          </a:lnTo>
                          <a:lnTo>
                            <a:pt x="971" y="1458"/>
                          </a:lnTo>
                          <a:lnTo>
                            <a:pt x="1110" y="1319"/>
                          </a:lnTo>
                          <a:lnTo>
                            <a:pt x="1284" y="1145"/>
                          </a:lnTo>
                          <a:lnTo>
                            <a:pt x="1353" y="1076"/>
                          </a:lnTo>
                          <a:lnTo>
                            <a:pt x="1422" y="1111"/>
                          </a:lnTo>
                          <a:lnTo>
                            <a:pt x="1492" y="1145"/>
                          </a:lnTo>
                          <a:lnTo>
                            <a:pt x="1561" y="1215"/>
                          </a:lnTo>
                          <a:lnTo>
                            <a:pt x="1665" y="1249"/>
                          </a:lnTo>
                          <a:lnTo>
                            <a:pt x="1734" y="1284"/>
                          </a:lnTo>
                          <a:lnTo>
                            <a:pt x="1839" y="1353"/>
                          </a:lnTo>
                          <a:lnTo>
                            <a:pt x="1908" y="1423"/>
                          </a:lnTo>
                          <a:lnTo>
                            <a:pt x="1977" y="1423"/>
                          </a:lnTo>
                          <a:lnTo>
                            <a:pt x="2081" y="1353"/>
                          </a:lnTo>
                          <a:lnTo>
                            <a:pt x="2220" y="1284"/>
                          </a:lnTo>
                          <a:lnTo>
                            <a:pt x="2324" y="1249"/>
                          </a:lnTo>
                          <a:lnTo>
                            <a:pt x="2394" y="1215"/>
                          </a:lnTo>
                          <a:lnTo>
                            <a:pt x="2428" y="1145"/>
                          </a:lnTo>
                          <a:lnTo>
                            <a:pt x="2498" y="1111"/>
                          </a:lnTo>
                          <a:lnTo>
                            <a:pt x="2602" y="1076"/>
                          </a:lnTo>
                          <a:lnTo>
                            <a:pt x="2706" y="1041"/>
                          </a:lnTo>
                          <a:lnTo>
                            <a:pt x="2879" y="972"/>
                          </a:lnTo>
                          <a:lnTo>
                            <a:pt x="3053" y="903"/>
                          </a:lnTo>
                          <a:lnTo>
                            <a:pt x="3157" y="833"/>
                          </a:lnTo>
                          <a:lnTo>
                            <a:pt x="3191" y="764"/>
                          </a:lnTo>
                          <a:lnTo>
                            <a:pt x="3261" y="521"/>
                          </a:lnTo>
                          <a:lnTo>
                            <a:pt x="3330" y="313"/>
                          </a:lnTo>
                          <a:lnTo>
                            <a:pt x="3400" y="209"/>
                          </a:lnTo>
                          <a:lnTo>
                            <a:pt x="3469" y="174"/>
                          </a:lnTo>
                          <a:lnTo>
                            <a:pt x="3538" y="174"/>
                          </a:lnTo>
                          <a:lnTo>
                            <a:pt x="3608" y="209"/>
                          </a:lnTo>
                          <a:lnTo>
                            <a:pt x="3781" y="209"/>
                          </a:lnTo>
                          <a:lnTo>
                            <a:pt x="3920" y="174"/>
                          </a:lnTo>
                          <a:close/>
                          <a:moveTo>
                            <a:pt x="3434" y="1"/>
                          </a:moveTo>
                          <a:lnTo>
                            <a:pt x="3261" y="70"/>
                          </a:lnTo>
                          <a:lnTo>
                            <a:pt x="3191" y="139"/>
                          </a:lnTo>
                          <a:lnTo>
                            <a:pt x="3122" y="209"/>
                          </a:lnTo>
                          <a:lnTo>
                            <a:pt x="3053" y="417"/>
                          </a:lnTo>
                          <a:lnTo>
                            <a:pt x="3018" y="625"/>
                          </a:lnTo>
                          <a:lnTo>
                            <a:pt x="2949" y="729"/>
                          </a:lnTo>
                          <a:lnTo>
                            <a:pt x="2845" y="764"/>
                          </a:lnTo>
                          <a:lnTo>
                            <a:pt x="2532" y="903"/>
                          </a:lnTo>
                          <a:lnTo>
                            <a:pt x="2394" y="972"/>
                          </a:lnTo>
                          <a:lnTo>
                            <a:pt x="2289" y="1041"/>
                          </a:lnTo>
                          <a:lnTo>
                            <a:pt x="2185" y="1111"/>
                          </a:lnTo>
                          <a:lnTo>
                            <a:pt x="2081" y="1145"/>
                          </a:lnTo>
                          <a:lnTo>
                            <a:pt x="2047" y="1145"/>
                          </a:lnTo>
                          <a:lnTo>
                            <a:pt x="2012" y="1180"/>
                          </a:lnTo>
                          <a:lnTo>
                            <a:pt x="1977" y="1284"/>
                          </a:lnTo>
                          <a:lnTo>
                            <a:pt x="1908" y="1180"/>
                          </a:lnTo>
                          <a:lnTo>
                            <a:pt x="1734" y="1007"/>
                          </a:lnTo>
                          <a:lnTo>
                            <a:pt x="1665" y="903"/>
                          </a:lnTo>
                          <a:lnTo>
                            <a:pt x="1561" y="868"/>
                          </a:lnTo>
                          <a:lnTo>
                            <a:pt x="1388" y="833"/>
                          </a:lnTo>
                          <a:lnTo>
                            <a:pt x="1284" y="833"/>
                          </a:lnTo>
                          <a:lnTo>
                            <a:pt x="1249" y="868"/>
                          </a:lnTo>
                          <a:lnTo>
                            <a:pt x="1041" y="1041"/>
                          </a:lnTo>
                          <a:lnTo>
                            <a:pt x="937" y="1145"/>
                          </a:lnTo>
                          <a:lnTo>
                            <a:pt x="833" y="1249"/>
                          </a:lnTo>
                          <a:lnTo>
                            <a:pt x="694" y="1458"/>
                          </a:lnTo>
                          <a:lnTo>
                            <a:pt x="659" y="1596"/>
                          </a:lnTo>
                          <a:lnTo>
                            <a:pt x="694" y="1735"/>
                          </a:lnTo>
                          <a:lnTo>
                            <a:pt x="729" y="1839"/>
                          </a:lnTo>
                          <a:lnTo>
                            <a:pt x="798" y="1874"/>
                          </a:lnTo>
                          <a:lnTo>
                            <a:pt x="867" y="1943"/>
                          </a:lnTo>
                          <a:lnTo>
                            <a:pt x="902" y="2013"/>
                          </a:lnTo>
                          <a:lnTo>
                            <a:pt x="1006" y="2151"/>
                          </a:lnTo>
                          <a:lnTo>
                            <a:pt x="1075" y="2221"/>
                          </a:lnTo>
                          <a:lnTo>
                            <a:pt x="1075" y="2325"/>
                          </a:lnTo>
                          <a:lnTo>
                            <a:pt x="1075" y="2429"/>
                          </a:lnTo>
                          <a:lnTo>
                            <a:pt x="1041" y="2533"/>
                          </a:lnTo>
                          <a:lnTo>
                            <a:pt x="1006" y="2602"/>
                          </a:lnTo>
                          <a:lnTo>
                            <a:pt x="937" y="2706"/>
                          </a:lnTo>
                          <a:lnTo>
                            <a:pt x="867" y="2741"/>
                          </a:lnTo>
                          <a:lnTo>
                            <a:pt x="798" y="2810"/>
                          </a:lnTo>
                          <a:lnTo>
                            <a:pt x="590" y="2810"/>
                          </a:lnTo>
                          <a:lnTo>
                            <a:pt x="382" y="2845"/>
                          </a:lnTo>
                          <a:lnTo>
                            <a:pt x="208" y="2949"/>
                          </a:lnTo>
                          <a:lnTo>
                            <a:pt x="104" y="3088"/>
                          </a:lnTo>
                          <a:lnTo>
                            <a:pt x="35" y="3296"/>
                          </a:lnTo>
                          <a:lnTo>
                            <a:pt x="69" y="3504"/>
                          </a:lnTo>
                          <a:lnTo>
                            <a:pt x="69" y="3608"/>
                          </a:lnTo>
                          <a:lnTo>
                            <a:pt x="35" y="3712"/>
                          </a:lnTo>
                          <a:lnTo>
                            <a:pt x="0" y="3886"/>
                          </a:lnTo>
                          <a:lnTo>
                            <a:pt x="0" y="3955"/>
                          </a:lnTo>
                          <a:lnTo>
                            <a:pt x="69" y="4024"/>
                          </a:lnTo>
                          <a:lnTo>
                            <a:pt x="174" y="4129"/>
                          </a:lnTo>
                          <a:lnTo>
                            <a:pt x="243" y="4198"/>
                          </a:lnTo>
                          <a:lnTo>
                            <a:pt x="347" y="4198"/>
                          </a:lnTo>
                          <a:lnTo>
                            <a:pt x="555" y="4267"/>
                          </a:lnTo>
                          <a:lnTo>
                            <a:pt x="729" y="4371"/>
                          </a:lnTo>
                          <a:lnTo>
                            <a:pt x="798" y="4441"/>
                          </a:lnTo>
                          <a:lnTo>
                            <a:pt x="833" y="4545"/>
                          </a:lnTo>
                          <a:lnTo>
                            <a:pt x="867" y="4718"/>
                          </a:lnTo>
                          <a:lnTo>
                            <a:pt x="937" y="4892"/>
                          </a:lnTo>
                          <a:lnTo>
                            <a:pt x="937" y="4996"/>
                          </a:lnTo>
                          <a:lnTo>
                            <a:pt x="1006" y="5030"/>
                          </a:lnTo>
                          <a:lnTo>
                            <a:pt x="1075" y="5169"/>
                          </a:lnTo>
                          <a:lnTo>
                            <a:pt x="1110" y="5308"/>
                          </a:lnTo>
                          <a:lnTo>
                            <a:pt x="1075" y="5447"/>
                          </a:lnTo>
                          <a:lnTo>
                            <a:pt x="971" y="5689"/>
                          </a:lnTo>
                          <a:lnTo>
                            <a:pt x="867" y="5898"/>
                          </a:lnTo>
                          <a:lnTo>
                            <a:pt x="867" y="6002"/>
                          </a:lnTo>
                          <a:lnTo>
                            <a:pt x="902" y="6106"/>
                          </a:lnTo>
                          <a:lnTo>
                            <a:pt x="1041" y="6244"/>
                          </a:lnTo>
                          <a:lnTo>
                            <a:pt x="1249" y="6453"/>
                          </a:lnTo>
                          <a:lnTo>
                            <a:pt x="1492" y="6626"/>
                          </a:lnTo>
                          <a:lnTo>
                            <a:pt x="1596" y="6695"/>
                          </a:lnTo>
                          <a:lnTo>
                            <a:pt x="1665" y="6695"/>
                          </a:lnTo>
                          <a:lnTo>
                            <a:pt x="1734" y="6661"/>
                          </a:lnTo>
                          <a:lnTo>
                            <a:pt x="1873" y="6557"/>
                          </a:lnTo>
                          <a:lnTo>
                            <a:pt x="2047" y="6487"/>
                          </a:lnTo>
                          <a:lnTo>
                            <a:pt x="2185" y="6418"/>
                          </a:lnTo>
                          <a:lnTo>
                            <a:pt x="2324" y="6383"/>
                          </a:lnTo>
                          <a:lnTo>
                            <a:pt x="2463" y="6383"/>
                          </a:lnTo>
                          <a:lnTo>
                            <a:pt x="2636" y="6453"/>
                          </a:lnTo>
                          <a:lnTo>
                            <a:pt x="2671" y="6487"/>
                          </a:lnTo>
                          <a:lnTo>
                            <a:pt x="2740" y="6487"/>
                          </a:lnTo>
                          <a:lnTo>
                            <a:pt x="2914" y="6557"/>
                          </a:lnTo>
                          <a:lnTo>
                            <a:pt x="3018" y="6591"/>
                          </a:lnTo>
                          <a:lnTo>
                            <a:pt x="3053" y="6626"/>
                          </a:lnTo>
                          <a:lnTo>
                            <a:pt x="3226" y="7181"/>
                          </a:lnTo>
                          <a:lnTo>
                            <a:pt x="3261" y="7320"/>
                          </a:lnTo>
                          <a:lnTo>
                            <a:pt x="3330" y="7389"/>
                          </a:lnTo>
                          <a:lnTo>
                            <a:pt x="3434" y="7424"/>
                          </a:lnTo>
                          <a:lnTo>
                            <a:pt x="3573" y="7389"/>
                          </a:lnTo>
                          <a:lnTo>
                            <a:pt x="3677" y="7354"/>
                          </a:lnTo>
                          <a:lnTo>
                            <a:pt x="4267" y="7354"/>
                          </a:lnTo>
                          <a:lnTo>
                            <a:pt x="4336" y="7320"/>
                          </a:lnTo>
                          <a:lnTo>
                            <a:pt x="4371" y="7250"/>
                          </a:lnTo>
                          <a:lnTo>
                            <a:pt x="4371" y="7181"/>
                          </a:lnTo>
                          <a:lnTo>
                            <a:pt x="4440" y="6938"/>
                          </a:lnTo>
                          <a:lnTo>
                            <a:pt x="4440" y="6661"/>
                          </a:lnTo>
                          <a:lnTo>
                            <a:pt x="4440" y="6591"/>
                          </a:lnTo>
                          <a:lnTo>
                            <a:pt x="4510" y="6557"/>
                          </a:lnTo>
                          <a:lnTo>
                            <a:pt x="4752" y="6487"/>
                          </a:lnTo>
                          <a:lnTo>
                            <a:pt x="5030" y="6349"/>
                          </a:lnTo>
                          <a:lnTo>
                            <a:pt x="5203" y="6279"/>
                          </a:lnTo>
                          <a:lnTo>
                            <a:pt x="5273" y="6244"/>
                          </a:lnTo>
                          <a:lnTo>
                            <a:pt x="5377" y="6279"/>
                          </a:lnTo>
                          <a:lnTo>
                            <a:pt x="5585" y="6349"/>
                          </a:lnTo>
                          <a:lnTo>
                            <a:pt x="5689" y="6418"/>
                          </a:lnTo>
                          <a:lnTo>
                            <a:pt x="5758" y="6487"/>
                          </a:lnTo>
                          <a:lnTo>
                            <a:pt x="5828" y="6557"/>
                          </a:lnTo>
                          <a:lnTo>
                            <a:pt x="5897" y="6557"/>
                          </a:lnTo>
                          <a:lnTo>
                            <a:pt x="5966" y="6522"/>
                          </a:lnTo>
                          <a:lnTo>
                            <a:pt x="6036" y="6487"/>
                          </a:lnTo>
                          <a:lnTo>
                            <a:pt x="6175" y="6349"/>
                          </a:lnTo>
                          <a:lnTo>
                            <a:pt x="6313" y="6210"/>
                          </a:lnTo>
                          <a:lnTo>
                            <a:pt x="6487" y="6071"/>
                          </a:lnTo>
                          <a:lnTo>
                            <a:pt x="6521" y="6002"/>
                          </a:lnTo>
                          <a:lnTo>
                            <a:pt x="6591" y="5898"/>
                          </a:lnTo>
                          <a:lnTo>
                            <a:pt x="6625" y="5759"/>
                          </a:lnTo>
                          <a:lnTo>
                            <a:pt x="6660" y="5655"/>
                          </a:lnTo>
                          <a:lnTo>
                            <a:pt x="6660" y="5551"/>
                          </a:lnTo>
                          <a:lnTo>
                            <a:pt x="6591" y="5412"/>
                          </a:lnTo>
                          <a:lnTo>
                            <a:pt x="6487" y="5204"/>
                          </a:lnTo>
                          <a:lnTo>
                            <a:pt x="6417" y="4996"/>
                          </a:lnTo>
                          <a:lnTo>
                            <a:pt x="6417" y="4892"/>
                          </a:lnTo>
                          <a:lnTo>
                            <a:pt x="6417" y="4822"/>
                          </a:lnTo>
                          <a:lnTo>
                            <a:pt x="6487" y="4684"/>
                          </a:lnTo>
                          <a:lnTo>
                            <a:pt x="6521" y="4510"/>
                          </a:lnTo>
                          <a:lnTo>
                            <a:pt x="6591" y="4371"/>
                          </a:lnTo>
                          <a:lnTo>
                            <a:pt x="6730" y="4267"/>
                          </a:lnTo>
                          <a:lnTo>
                            <a:pt x="6903" y="4233"/>
                          </a:lnTo>
                          <a:lnTo>
                            <a:pt x="7007" y="4198"/>
                          </a:lnTo>
                          <a:lnTo>
                            <a:pt x="7076" y="4129"/>
                          </a:lnTo>
                          <a:lnTo>
                            <a:pt x="7250" y="4024"/>
                          </a:lnTo>
                          <a:lnTo>
                            <a:pt x="7285" y="3920"/>
                          </a:lnTo>
                          <a:lnTo>
                            <a:pt x="7285" y="3782"/>
                          </a:lnTo>
                          <a:lnTo>
                            <a:pt x="7250" y="3643"/>
                          </a:lnTo>
                          <a:lnTo>
                            <a:pt x="7215" y="3469"/>
                          </a:lnTo>
                          <a:lnTo>
                            <a:pt x="7180" y="3261"/>
                          </a:lnTo>
                          <a:lnTo>
                            <a:pt x="7180" y="3088"/>
                          </a:lnTo>
                          <a:lnTo>
                            <a:pt x="7146" y="2984"/>
                          </a:lnTo>
                          <a:lnTo>
                            <a:pt x="7076" y="2914"/>
                          </a:lnTo>
                          <a:lnTo>
                            <a:pt x="6764" y="2776"/>
                          </a:lnTo>
                          <a:lnTo>
                            <a:pt x="6487" y="2637"/>
                          </a:lnTo>
                          <a:lnTo>
                            <a:pt x="6383" y="2568"/>
                          </a:lnTo>
                          <a:lnTo>
                            <a:pt x="6313" y="2463"/>
                          </a:lnTo>
                          <a:lnTo>
                            <a:pt x="6313" y="2359"/>
                          </a:lnTo>
                          <a:lnTo>
                            <a:pt x="6279" y="2255"/>
                          </a:lnTo>
                          <a:lnTo>
                            <a:pt x="6209" y="2151"/>
                          </a:lnTo>
                          <a:lnTo>
                            <a:pt x="6244" y="2047"/>
                          </a:lnTo>
                          <a:lnTo>
                            <a:pt x="6313" y="1978"/>
                          </a:lnTo>
                          <a:lnTo>
                            <a:pt x="6417" y="1908"/>
                          </a:lnTo>
                          <a:lnTo>
                            <a:pt x="6521" y="1804"/>
                          </a:lnTo>
                          <a:lnTo>
                            <a:pt x="6591" y="1666"/>
                          </a:lnTo>
                          <a:lnTo>
                            <a:pt x="6591" y="1562"/>
                          </a:lnTo>
                          <a:lnTo>
                            <a:pt x="6521" y="1423"/>
                          </a:lnTo>
                          <a:lnTo>
                            <a:pt x="6313" y="1111"/>
                          </a:lnTo>
                          <a:lnTo>
                            <a:pt x="6244" y="1007"/>
                          </a:lnTo>
                          <a:lnTo>
                            <a:pt x="6105" y="903"/>
                          </a:lnTo>
                          <a:lnTo>
                            <a:pt x="5966" y="868"/>
                          </a:lnTo>
                          <a:lnTo>
                            <a:pt x="5828" y="868"/>
                          </a:lnTo>
                          <a:lnTo>
                            <a:pt x="5620" y="937"/>
                          </a:lnTo>
                          <a:lnTo>
                            <a:pt x="5446" y="1076"/>
                          </a:lnTo>
                          <a:lnTo>
                            <a:pt x="5342" y="1111"/>
                          </a:lnTo>
                          <a:lnTo>
                            <a:pt x="5203" y="1111"/>
                          </a:lnTo>
                          <a:lnTo>
                            <a:pt x="5030" y="1007"/>
                          </a:lnTo>
                          <a:lnTo>
                            <a:pt x="4891" y="937"/>
                          </a:lnTo>
                          <a:lnTo>
                            <a:pt x="4510" y="798"/>
                          </a:lnTo>
                          <a:lnTo>
                            <a:pt x="4475" y="764"/>
                          </a:lnTo>
                          <a:lnTo>
                            <a:pt x="4405" y="729"/>
                          </a:lnTo>
                          <a:lnTo>
                            <a:pt x="4405" y="694"/>
                          </a:lnTo>
                          <a:lnTo>
                            <a:pt x="4405" y="625"/>
                          </a:lnTo>
                          <a:lnTo>
                            <a:pt x="4405" y="486"/>
                          </a:lnTo>
                          <a:lnTo>
                            <a:pt x="4371" y="382"/>
                          </a:lnTo>
                          <a:lnTo>
                            <a:pt x="4371" y="209"/>
                          </a:lnTo>
                          <a:lnTo>
                            <a:pt x="4301" y="70"/>
                          </a:lnTo>
                          <a:lnTo>
                            <a:pt x="4232" y="1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55" name="Google Shape;355;p22"/>
                    <p:cNvSpPr/>
                    <p:nvPr/>
                  </p:nvSpPr>
                  <p:spPr>
                    <a:xfrm>
                      <a:off x="11526420" y="3920871"/>
                      <a:ext cx="59054" cy="125721"/>
                    </a:xfrm>
                    <a:custGeom>
                      <a:rect b="b" l="l" r="r" t="t"/>
                      <a:pathLst>
                        <a:path extrusionOk="0" h="1701" w="799">
                          <a:moveTo>
                            <a:pt x="729" y="1"/>
                          </a:moveTo>
                          <a:lnTo>
                            <a:pt x="659" y="36"/>
                          </a:lnTo>
                          <a:lnTo>
                            <a:pt x="521" y="140"/>
                          </a:lnTo>
                          <a:lnTo>
                            <a:pt x="451" y="278"/>
                          </a:lnTo>
                          <a:lnTo>
                            <a:pt x="347" y="417"/>
                          </a:lnTo>
                          <a:lnTo>
                            <a:pt x="312" y="591"/>
                          </a:lnTo>
                          <a:lnTo>
                            <a:pt x="243" y="764"/>
                          </a:lnTo>
                          <a:lnTo>
                            <a:pt x="174" y="903"/>
                          </a:lnTo>
                          <a:lnTo>
                            <a:pt x="104" y="1042"/>
                          </a:lnTo>
                          <a:lnTo>
                            <a:pt x="104" y="1180"/>
                          </a:lnTo>
                          <a:lnTo>
                            <a:pt x="70" y="1319"/>
                          </a:lnTo>
                          <a:lnTo>
                            <a:pt x="0" y="1423"/>
                          </a:lnTo>
                          <a:lnTo>
                            <a:pt x="0" y="1527"/>
                          </a:lnTo>
                          <a:lnTo>
                            <a:pt x="35" y="1666"/>
                          </a:lnTo>
                          <a:lnTo>
                            <a:pt x="70" y="1701"/>
                          </a:lnTo>
                          <a:lnTo>
                            <a:pt x="104" y="1666"/>
                          </a:lnTo>
                          <a:lnTo>
                            <a:pt x="243" y="1423"/>
                          </a:lnTo>
                          <a:lnTo>
                            <a:pt x="312" y="1319"/>
                          </a:lnTo>
                          <a:lnTo>
                            <a:pt x="382" y="1215"/>
                          </a:lnTo>
                          <a:lnTo>
                            <a:pt x="486" y="937"/>
                          </a:lnTo>
                          <a:lnTo>
                            <a:pt x="590" y="660"/>
                          </a:lnTo>
                          <a:lnTo>
                            <a:pt x="694" y="382"/>
                          </a:lnTo>
                          <a:lnTo>
                            <a:pt x="763" y="244"/>
                          </a:lnTo>
                          <a:lnTo>
                            <a:pt x="798" y="105"/>
                          </a:lnTo>
                          <a:lnTo>
                            <a:pt x="763" y="1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56" name="Google Shape;356;p22"/>
                    <p:cNvSpPr/>
                    <p:nvPr/>
                  </p:nvSpPr>
                  <p:spPr>
                    <a:xfrm>
                      <a:off x="11769954" y="3287609"/>
                      <a:ext cx="79527" cy="107761"/>
                    </a:xfrm>
                    <a:custGeom>
                      <a:rect b="b" l="l" r="r" t="t"/>
                      <a:pathLst>
                        <a:path extrusionOk="0" h="1458" w="1076">
                          <a:moveTo>
                            <a:pt x="972" y="1"/>
                          </a:moveTo>
                          <a:lnTo>
                            <a:pt x="902" y="36"/>
                          </a:lnTo>
                          <a:lnTo>
                            <a:pt x="833" y="70"/>
                          </a:lnTo>
                          <a:lnTo>
                            <a:pt x="625" y="313"/>
                          </a:lnTo>
                          <a:lnTo>
                            <a:pt x="417" y="591"/>
                          </a:lnTo>
                          <a:lnTo>
                            <a:pt x="35" y="1215"/>
                          </a:lnTo>
                          <a:lnTo>
                            <a:pt x="1" y="1319"/>
                          </a:lnTo>
                          <a:lnTo>
                            <a:pt x="35" y="1388"/>
                          </a:lnTo>
                          <a:lnTo>
                            <a:pt x="70" y="1458"/>
                          </a:lnTo>
                          <a:lnTo>
                            <a:pt x="139" y="1458"/>
                          </a:lnTo>
                          <a:lnTo>
                            <a:pt x="243" y="1423"/>
                          </a:lnTo>
                          <a:lnTo>
                            <a:pt x="382" y="1284"/>
                          </a:lnTo>
                          <a:lnTo>
                            <a:pt x="417" y="1215"/>
                          </a:lnTo>
                          <a:lnTo>
                            <a:pt x="382" y="1180"/>
                          </a:lnTo>
                          <a:lnTo>
                            <a:pt x="382" y="1076"/>
                          </a:lnTo>
                          <a:lnTo>
                            <a:pt x="452" y="1076"/>
                          </a:lnTo>
                          <a:lnTo>
                            <a:pt x="486" y="1042"/>
                          </a:lnTo>
                          <a:lnTo>
                            <a:pt x="521" y="972"/>
                          </a:lnTo>
                          <a:lnTo>
                            <a:pt x="556" y="938"/>
                          </a:lnTo>
                          <a:lnTo>
                            <a:pt x="625" y="833"/>
                          </a:lnTo>
                          <a:lnTo>
                            <a:pt x="660" y="695"/>
                          </a:lnTo>
                          <a:lnTo>
                            <a:pt x="729" y="591"/>
                          </a:lnTo>
                          <a:lnTo>
                            <a:pt x="764" y="556"/>
                          </a:lnTo>
                          <a:lnTo>
                            <a:pt x="833" y="556"/>
                          </a:lnTo>
                          <a:lnTo>
                            <a:pt x="868" y="417"/>
                          </a:lnTo>
                          <a:lnTo>
                            <a:pt x="937" y="313"/>
                          </a:lnTo>
                          <a:lnTo>
                            <a:pt x="1076" y="70"/>
                          </a:lnTo>
                          <a:lnTo>
                            <a:pt x="1076" y="36"/>
                          </a:lnTo>
                          <a:lnTo>
                            <a:pt x="1041" y="1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57" name="Google Shape;357;p22"/>
                    <p:cNvSpPr/>
                    <p:nvPr/>
                  </p:nvSpPr>
                  <p:spPr>
                    <a:xfrm>
                      <a:off x="11818661" y="3344077"/>
                      <a:ext cx="100074" cy="66667"/>
                    </a:xfrm>
                    <a:custGeom>
                      <a:rect b="b" l="l" r="r" t="t"/>
                      <a:pathLst>
                        <a:path extrusionOk="0" h="902" w="1354">
                          <a:moveTo>
                            <a:pt x="1249" y="0"/>
                          </a:moveTo>
                          <a:lnTo>
                            <a:pt x="764" y="243"/>
                          </a:lnTo>
                          <a:lnTo>
                            <a:pt x="452" y="451"/>
                          </a:lnTo>
                          <a:lnTo>
                            <a:pt x="313" y="555"/>
                          </a:lnTo>
                          <a:lnTo>
                            <a:pt x="139" y="624"/>
                          </a:lnTo>
                          <a:lnTo>
                            <a:pt x="70" y="659"/>
                          </a:lnTo>
                          <a:lnTo>
                            <a:pt x="1" y="729"/>
                          </a:lnTo>
                          <a:lnTo>
                            <a:pt x="1" y="798"/>
                          </a:lnTo>
                          <a:lnTo>
                            <a:pt x="35" y="798"/>
                          </a:lnTo>
                          <a:lnTo>
                            <a:pt x="70" y="833"/>
                          </a:lnTo>
                          <a:lnTo>
                            <a:pt x="105" y="833"/>
                          </a:lnTo>
                          <a:lnTo>
                            <a:pt x="139" y="867"/>
                          </a:lnTo>
                          <a:lnTo>
                            <a:pt x="174" y="902"/>
                          </a:lnTo>
                          <a:lnTo>
                            <a:pt x="243" y="833"/>
                          </a:lnTo>
                          <a:lnTo>
                            <a:pt x="382" y="763"/>
                          </a:lnTo>
                          <a:lnTo>
                            <a:pt x="521" y="659"/>
                          </a:lnTo>
                          <a:lnTo>
                            <a:pt x="729" y="555"/>
                          </a:lnTo>
                          <a:lnTo>
                            <a:pt x="937" y="382"/>
                          </a:lnTo>
                          <a:lnTo>
                            <a:pt x="1284" y="104"/>
                          </a:lnTo>
                          <a:lnTo>
                            <a:pt x="1353" y="35"/>
                          </a:lnTo>
                          <a:lnTo>
                            <a:pt x="1319" y="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58" name="Google Shape;358;p22"/>
                    <p:cNvSpPr/>
                    <p:nvPr/>
                  </p:nvSpPr>
                  <p:spPr>
                    <a:xfrm>
                      <a:off x="11608461" y="3941418"/>
                      <a:ext cx="20547" cy="100074"/>
                    </a:xfrm>
                    <a:custGeom>
                      <a:rect b="b" l="l" r="r" t="t"/>
                      <a:pathLst>
                        <a:path extrusionOk="0" h="1354" w="278">
                          <a:moveTo>
                            <a:pt x="139" y="0"/>
                          </a:moveTo>
                          <a:lnTo>
                            <a:pt x="70" y="35"/>
                          </a:lnTo>
                          <a:lnTo>
                            <a:pt x="35" y="70"/>
                          </a:lnTo>
                          <a:lnTo>
                            <a:pt x="0" y="174"/>
                          </a:lnTo>
                          <a:lnTo>
                            <a:pt x="0" y="313"/>
                          </a:lnTo>
                          <a:lnTo>
                            <a:pt x="0" y="486"/>
                          </a:lnTo>
                          <a:lnTo>
                            <a:pt x="35" y="798"/>
                          </a:lnTo>
                          <a:lnTo>
                            <a:pt x="70" y="1076"/>
                          </a:lnTo>
                          <a:lnTo>
                            <a:pt x="139" y="1214"/>
                          </a:lnTo>
                          <a:lnTo>
                            <a:pt x="208" y="1353"/>
                          </a:lnTo>
                          <a:lnTo>
                            <a:pt x="278" y="1214"/>
                          </a:lnTo>
                          <a:lnTo>
                            <a:pt x="278" y="1076"/>
                          </a:lnTo>
                          <a:lnTo>
                            <a:pt x="278" y="625"/>
                          </a:lnTo>
                          <a:lnTo>
                            <a:pt x="278" y="382"/>
                          </a:lnTo>
                          <a:lnTo>
                            <a:pt x="208" y="139"/>
                          </a:lnTo>
                          <a:lnTo>
                            <a:pt x="208" y="70"/>
                          </a:lnTo>
                          <a:lnTo>
                            <a:pt x="208" y="35"/>
                          </a:lnTo>
                          <a:lnTo>
                            <a:pt x="139" y="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59" name="Google Shape;359;p22"/>
                    <p:cNvSpPr/>
                    <p:nvPr/>
                  </p:nvSpPr>
                  <p:spPr>
                    <a:xfrm>
                      <a:off x="11734034" y="3264549"/>
                      <a:ext cx="23208" cy="97487"/>
                    </a:xfrm>
                    <a:custGeom>
                      <a:rect b="b" l="l" r="r" t="t"/>
                      <a:pathLst>
                        <a:path extrusionOk="0" h="1319" w="314">
                          <a:moveTo>
                            <a:pt x="278" y="1"/>
                          </a:moveTo>
                          <a:lnTo>
                            <a:pt x="174" y="140"/>
                          </a:lnTo>
                          <a:lnTo>
                            <a:pt x="140" y="244"/>
                          </a:lnTo>
                          <a:lnTo>
                            <a:pt x="70" y="486"/>
                          </a:lnTo>
                          <a:lnTo>
                            <a:pt x="36" y="868"/>
                          </a:lnTo>
                          <a:lnTo>
                            <a:pt x="1" y="1250"/>
                          </a:lnTo>
                          <a:lnTo>
                            <a:pt x="1" y="1319"/>
                          </a:lnTo>
                          <a:lnTo>
                            <a:pt x="174" y="1319"/>
                          </a:lnTo>
                          <a:lnTo>
                            <a:pt x="209" y="1284"/>
                          </a:lnTo>
                          <a:lnTo>
                            <a:pt x="244" y="1180"/>
                          </a:lnTo>
                          <a:lnTo>
                            <a:pt x="278" y="903"/>
                          </a:lnTo>
                          <a:lnTo>
                            <a:pt x="313" y="625"/>
                          </a:lnTo>
                          <a:lnTo>
                            <a:pt x="313" y="313"/>
                          </a:lnTo>
                          <a:lnTo>
                            <a:pt x="278" y="1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60" name="Google Shape;360;p22"/>
                    <p:cNvSpPr/>
                    <p:nvPr/>
                  </p:nvSpPr>
                  <p:spPr>
                    <a:xfrm>
                      <a:off x="11480227" y="3905498"/>
                      <a:ext cx="66741" cy="79601"/>
                    </a:xfrm>
                    <a:custGeom>
                      <a:rect b="b" l="l" r="r" t="t"/>
                      <a:pathLst>
                        <a:path extrusionOk="0" h="1077" w="903">
                          <a:moveTo>
                            <a:pt x="799" y="1"/>
                          </a:moveTo>
                          <a:lnTo>
                            <a:pt x="764" y="35"/>
                          </a:lnTo>
                          <a:lnTo>
                            <a:pt x="660" y="105"/>
                          </a:lnTo>
                          <a:lnTo>
                            <a:pt x="486" y="278"/>
                          </a:lnTo>
                          <a:lnTo>
                            <a:pt x="348" y="452"/>
                          </a:lnTo>
                          <a:lnTo>
                            <a:pt x="70" y="833"/>
                          </a:lnTo>
                          <a:lnTo>
                            <a:pt x="36" y="937"/>
                          </a:lnTo>
                          <a:lnTo>
                            <a:pt x="1" y="1007"/>
                          </a:lnTo>
                          <a:lnTo>
                            <a:pt x="1" y="1076"/>
                          </a:lnTo>
                          <a:lnTo>
                            <a:pt x="209" y="937"/>
                          </a:lnTo>
                          <a:lnTo>
                            <a:pt x="382" y="799"/>
                          </a:lnTo>
                          <a:lnTo>
                            <a:pt x="625" y="486"/>
                          </a:lnTo>
                          <a:lnTo>
                            <a:pt x="868" y="139"/>
                          </a:lnTo>
                          <a:lnTo>
                            <a:pt x="903" y="105"/>
                          </a:lnTo>
                          <a:lnTo>
                            <a:pt x="868" y="70"/>
                          </a:lnTo>
                          <a:lnTo>
                            <a:pt x="799" y="1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61" name="Google Shape;361;p22"/>
                    <p:cNvSpPr/>
                    <p:nvPr/>
                  </p:nvSpPr>
                  <p:spPr>
                    <a:xfrm>
                      <a:off x="11498187" y="3531217"/>
                      <a:ext cx="118034" cy="264154"/>
                    </a:xfrm>
                    <a:custGeom>
                      <a:rect b="b" l="l" r="r" t="t"/>
                      <a:pathLst>
                        <a:path extrusionOk="0" h="3574" w="1597">
                          <a:moveTo>
                            <a:pt x="660" y="0"/>
                          </a:moveTo>
                          <a:lnTo>
                            <a:pt x="521" y="35"/>
                          </a:lnTo>
                          <a:lnTo>
                            <a:pt x="417" y="139"/>
                          </a:lnTo>
                          <a:lnTo>
                            <a:pt x="348" y="208"/>
                          </a:lnTo>
                          <a:lnTo>
                            <a:pt x="278" y="347"/>
                          </a:lnTo>
                          <a:lnTo>
                            <a:pt x="105" y="763"/>
                          </a:lnTo>
                          <a:lnTo>
                            <a:pt x="70" y="972"/>
                          </a:lnTo>
                          <a:lnTo>
                            <a:pt x="1" y="1214"/>
                          </a:lnTo>
                          <a:lnTo>
                            <a:pt x="35" y="1318"/>
                          </a:lnTo>
                          <a:lnTo>
                            <a:pt x="35" y="1388"/>
                          </a:lnTo>
                          <a:lnTo>
                            <a:pt x="1" y="1631"/>
                          </a:lnTo>
                          <a:lnTo>
                            <a:pt x="1" y="1839"/>
                          </a:lnTo>
                          <a:lnTo>
                            <a:pt x="35" y="2047"/>
                          </a:lnTo>
                          <a:lnTo>
                            <a:pt x="105" y="2290"/>
                          </a:lnTo>
                          <a:lnTo>
                            <a:pt x="174" y="2428"/>
                          </a:lnTo>
                          <a:lnTo>
                            <a:pt x="209" y="2567"/>
                          </a:lnTo>
                          <a:lnTo>
                            <a:pt x="243" y="2706"/>
                          </a:lnTo>
                          <a:lnTo>
                            <a:pt x="313" y="2810"/>
                          </a:lnTo>
                          <a:lnTo>
                            <a:pt x="486" y="3018"/>
                          </a:lnTo>
                          <a:lnTo>
                            <a:pt x="694" y="3226"/>
                          </a:lnTo>
                          <a:lnTo>
                            <a:pt x="903" y="3400"/>
                          </a:lnTo>
                          <a:lnTo>
                            <a:pt x="1180" y="3538"/>
                          </a:lnTo>
                          <a:lnTo>
                            <a:pt x="1319" y="3573"/>
                          </a:lnTo>
                          <a:lnTo>
                            <a:pt x="1527" y="3573"/>
                          </a:lnTo>
                          <a:lnTo>
                            <a:pt x="1596" y="3538"/>
                          </a:lnTo>
                          <a:lnTo>
                            <a:pt x="1596" y="3504"/>
                          </a:lnTo>
                          <a:lnTo>
                            <a:pt x="1562" y="3469"/>
                          </a:lnTo>
                          <a:lnTo>
                            <a:pt x="1492" y="3434"/>
                          </a:lnTo>
                          <a:lnTo>
                            <a:pt x="1145" y="3226"/>
                          </a:lnTo>
                          <a:lnTo>
                            <a:pt x="972" y="3122"/>
                          </a:lnTo>
                          <a:lnTo>
                            <a:pt x="833" y="2983"/>
                          </a:lnTo>
                          <a:lnTo>
                            <a:pt x="625" y="2810"/>
                          </a:lnTo>
                          <a:lnTo>
                            <a:pt x="556" y="2706"/>
                          </a:lnTo>
                          <a:lnTo>
                            <a:pt x="486" y="2602"/>
                          </a:lnTo>
                          <a:lnTo>
                            <a:pt x="348" y="2290"/>
                          </a:lnTo>
                          <a:lnTo>
                            <a:pt x="243" y="1978"/>
                          </a:lnTo>
                          <a:lnTo>
                            <a:pt x="209" y="1665"/>
                          </a:lnTo>
                          <a:lnTo>
                            <a:pt x="209" y="1353"/>
                          </a:lnTo>
                          <a:lnTo>
                            <a:pt x="278" y="1076"/>
                          </a:lnTo>
                          <a:lnTo>
                            <a:pt x="348" y="763"/>
                          </a:lnTo>
                          <a:lnTo>
                            <a:pt x="486" y="417"/>
                          </a:lnTo>
                          <a:lnTo>
                            <a:pt x="556" y="243"/>
                          </a:lnTo>
                          <a:lnTo>
                            <a:pt x="660" y="104"/>
                          </a:lnTo>
                          <a:lnTo>
                            <a:pt x="694" y="35"/>
                          </a:lnTo>
                          <a:lnTo>
                            <a:pt x="660" y="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62" name="Google Shape;362;p22"/>
                    <p:cNvSpPr/>
                    <p:nvPr/>
                  </p:nvSpPr>
                  <p:spPr>
                    <a:xfrm>
                      <a:off x="11610973" y="3579924"/>
                      <a:ext cx="120621" cy="123134"/>
                    </a:xfrm>
                    <a:custGeom>
                      <a:rect b="b" l="l" r="r" t="t"/>
                      <a:pathLst>
                        <a:path extrusionOk="0" h="1666" w="1632">
                          <a:moveTo>
                            <a:pt x="729" y="278"/>
                          </a:moveTo>
                          <a:lnTo>
                            <a:pt x="903" y="313"/>
                          </a:lnTo>
                          <a:lnTo>
                            <a:pt x="1042" y="347"/>
                          </a:lnTo>
                          <a:lnTo>
                            <a:pt x="1146" y="417"/>
                          </a:lnTo>
                          <a:lnTo>
                            <a:pt x="1250" y="486"/>
                          </a:lnTo>
                          <a:lnTo>
                            <a:pt x="1354" y="590"/>
                          </a:lnTo>
                          <a:lnTo>
                            <a:pt x="1388" y="694"/>
                          </a:lnTo>
                          <a:lnTo>
                            <a:pt x="1423" y="833"/>
                          </a:lnTo>
                          <a:lnTo>
                            <a:pt x="1458" y="972"/>
                          </a:lnTo>
                          <a:lnTo>
                            <a:pt x="1423" y="1041"/>
                          </a:lnTo>
                          <a:lnTo>
                            <a:pt x="1388" y="1145"/>
                          </a:lnTo>
                          <a:lnTo>
                            <a:pt x="1215" y="1284"/>
                          </a:lnTo>
                          <a:lnTo>
                            <a:pt x="1007" y="1423"/>
                          </a:lnTo>
                          <a:lnTo>
                            <a:pt x="903" y="1492"/>
                          </a:lnTo>
                          <a:lnTo>
                            <a:pt x="799" y="1492"/>
                          </a:lnTo>
                          <a:lnTo>
                            <a:pt x="591" y="1457"/>
                          </a:lnTo>
                          <a:lnTo>
                            <a:pt x="417" y="1353"/>
                          </a:lnTo>
                          <a:lnTo>
                            <a:pt x="278" y="1214"/>
                          </a:lnTo>
                          <a:lnTo>
                            <a:pt x="244" y="1145"/>
                          </a:lnTo>
                          <a:lnTo>
                            <a:pt x="244" y="1041"/>
                          </a:lnTo>
                          <a:lnTo>
                            <a:pt x="244" y="902"/>
                          </a:lnTo>
                          <a:lnTo>
                            <a:pt x="278" y="764"/>
                          </a:lnTo>
                          <a:lnTo>
                            <a:pt x="417" y="521"/>
                          </a:lnTo>
                          <a:lnTo>
                            <a:pt x="487" y="417"/>
                          </a:lnTo>
                          <a:lnTo>
                            <a:pt x="556" y="347"/>
                          </a:lnTo>
                          <a:lnTo>
                            <a:pt x="660" y="313"/>
                          </a:lnTo>
                          <a:lnTo>
                            <a:pt x="729" y="278"/>
                          </a:lnTo>
                          <a:close/>
                          <a:moveTo>
                            <a:pt x="591" y="0"/>
                          </a:moveTo>
                          <a:lnTo>
                            <a:pt x="452" y="70"/>
                          </a:lnTo>
                          <a:lnTo>
                            <a:pt x="348" y="139"/>
                          </a:lnTo>
                          <a:lnTo>
                            <a:pt x="244" y="243"/>
                          </a:lnTo>
                          <a:lnTo>
                            <a:pt x="140" y="382"/>
                          </a:lnTo>
                          <a:lnTo>
                            <a:pt x="70" y="521"/>
                          </a:lnTo>
                          <a:lnTo>
                            <a:pt x="36" y="659"/>
                          </a:lnTo>
                          <a:lnTo>
                            <a:pt x="1" y="764"/>
                          </a:lnTo>
                          <a:lnTo>
                            <a:pt x="36" y="1041"/>
                          </a:lnTo>
                          <a:lnTo>
                            <a:pt x="70" y="1180"/>
                          </a:lnTo>
                          <a:lnTo>
                            <a:pt x="105" y="1284"/>
                          </a:lnTo>
                          <a:lnTo>
                            <a:pt x="174" y="1388"/>
                          </a:lnTo>
                          <a:lnTo>
                            <a:pt x="278" y="1457"/>
                          </a:lnTo>
                          <a:lnTo>
                            <a:pt x="556" y="1631"/>
                          </a:lnTo>
                          <a:lnTo>
                            <a:pt x="625" y="1665"/>
                          </a:lnTo>
                          <a:lnTo>
                            <a:pt x="729" y="1665"/>
                          </a:lnTo>
                          <a:lnTo>
                            <a:pt x="903" y="1631"/>
                          </a:lnTo>
                          <a:lnTo>
                            <a:pt x="1042" y="1596"/>
                          </a:lnTo>
                          <a:lnTo>
                            <a:pt x="1180" y="1561"/>
                          </a:lnTo>
                          <a:lnTo>
                            <a:pt x="1284" y="1527"/>
                          </a:lnTo>
                          <a:lnTo>
                            <a:pt x="1354" y="1457"/>
                          </a:lnTo>
                          <a:lnTo>
                            <a:pt x="1493" y="1284"/>
                          </a:lnTo>
                          <a:lnTo>
                            <a:pt x="1597" y="1180"/>
                          </a:lnTo>
                          <a:lnTo>
                            <a:pt x="1631" y="1041"/>
                          </a:lnTo>
                          <a:lnTo>
                            <a:pt x="1631" y="868"/>
                          </a:lnTo>
                          <a:lnTo>
                            <a:pt x="1597" y="729"/>
                          </a:lnTo>
                          <a:lnTo>
                            <a:pt x="1493" y="486"/>
                          </a:lnTo>
                          <a:lnTo>
                            <a:pt x="1423" y="347"/>
                          </a:lnTo>
                          <a:lnTo>
                            <a:pt x="1319" y="243"/>
                          </a:lnTo>
                          <a:lnTo>
                            <a:pt x="1180" y="139"/>
                          </a:lnTo>
                          <a:lnTo>
                            <a:pt x="1076" y="70"/>
                          </a:lnTo>
                          <a:lnTo>
                            <a:pt x="903" y="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63" name="Google Shape;363;p22"/>
                    <p:cNvSpPr/>
                    <p:nvPr/>
                  </p:nvSpPr>
                  <p:spPr>
                    <a:xfrm>
                      <a:off x="11757167" y="3526043"/>
                      <a:ext cx="76940" cy="251368"/>
                    </a:xfrm>
                    <a:custGeom>
                      <a:rect b="b" l="l" r="r" t="t"/>
                      <a:pathLst>
                        <a:path extrusionOk="0" h="3401" w="1041">
                          <a:moveTo>
                            <a:pt x="278" y="1"/>
                          </a:moveTo>
                          <a:lnTo>
                            <a:pt x="312" y="70"/>
                          </a:lnTo>
                          <a:lnTo>
                            <a:pt x="382" y="174"/>
                          </a:lnTo>
                          <a:lnTo>
                            <a:pt x="416" y="244"/>
                          </a:lnTo>
                          <a:lnTo>
                            <a:pt x="486" y="313"/>
                          </a:lnTo>
                          <a:lnTo>
                            <a:pt x="590" y="521"/>
                          </a:lnTo>
                          <a:lnTo>
                            <a:pt x="659" y="729"/>
                          </a:lnTo>
                          <a:lnTo>
                            <a:pt x="729" y="937"/>
                          </a:lnTo>
                          <a:lnTo>
                            <a:pt x="763" y="1180"/>
                          </a:lnTo>
                          <a:lnTo>
                            <a:pt x="763" y="1666"/>
                          </a:lnTo>
                          <a:lnTo>
                            <a:pt x="729" y="2152"/>
                          </a:lnTo>
                          <a:lnTo>
                            <a:pt x="694" y="2360"/>
                          </a:lnTo>
                          <a:lnTo>
                            <a:pt x="625" y="2533"/>
                          </a:lnTo>
                          <a:lnTo>
                            <a:pt x="520" y="2707"/>
                          </a:lnTo>
                          <a:lnTo>
                            <a:pt x="382" y="2880"/>
                          </a:lnTo>
                          <a:lnTo>
                            <a:pt x="312" y="2984"/>
                          </a:lnTo>
                          <a:lnTo>
                            <a:pt x="243" y="3088"/>
                          </a:lnTo>
                          <a:lnTo>
                            <a:pt x="139" y="3158"/>
                          </a:lnTo>
                          <a:lnTo>
                            <a:pt x="104" y="3227"/>
                          </a:lnTo>
                          <a:lnTo>
                            <a:pt x="0" y="3400"/>
                          </a:lnTo>
                          <a:lnTo>
                            <a:pt x="0" y="3400"/>
                          </a:lnTo>
                          <a:lnTo>
                            <a:pt x="104" y="3366"/>
                          </a:lnTo>
                          <a:lnTo>
                            <a:pt x="174" y="3331"/>
                          </a:lnTo>
                          <a:lnTo>
                            <a:pt x="347" y="3192"/>
                          </a:lnTo>
                          <a:lnTo>
                            <a:pt x="555" y="3053"/>
                          </a:lnTo>
                          <a:lnTo>
                            <a:pt x="694" y="2845"/>
                          </a:lnTo>
                          <a:lnTo>
                            <a:pt x="798" y="2637"/>
                          </a:lnTo>
                          <a:lnTo>
                            <a:pt x="902" y="2394"/>
                          </a:lnTo>
                          <a:lnTo>
                            <a:pt x="971" y="1978"/>
                          </a:lnTo>
                          <a:lnTo>
                            <a:pt x="1006" y="1562"/>
                          </a:lnTo>
                          <a:lnTo>
                            <a:pt x="1041" y="1284"/>
                          </a:lnTo>
                          <a:lnTo>
                            <a:pt x="1006" y="1146"/>
                          </a:lnTo>
                          <a:lnTo>
                            <a:pt x="971" y="1007"/>
                          </a:lnTo>
                          <a:lnTo>
                            <a:pt x="902" y="660"/>
                          </a:lnTo>
                          <a:lnTo>
                            <a:pt x="833" y="487"/>
                          </a:lnTo>
                          <a:lnTo>
                            <a:pt x="763" y="348"/>
                          </a:lnTo>
                          <a:lnTo>
                            <a:pt x="659" y="209"/>
                          </a:lnTo>
                          <a:lnTo>
                            <a:pt x="555" y="105"/>
                          </a:lnTo>
                          <a:lnTo>
                            <a:pt x="451" y="36"/>
                          </a:lnTo>
                          <a:lnTo>
                            <a:pt x="278" y="1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64" name="Google Shape;364;p22"/>
                    <p:cNvSpPr/>
                    <p:nvPr/>
                  </p:nvSpPr>
                  <p:spPr>
                    <a:xfrm>
                      <a:off x="11569953" y="3469650"/>
                      <a:ext cx="200074" cy="53954"/>
                    </a:xfrm>
                    <a:custGeom>
                      <a:rect b="b" l="l" r="r" t="t"/>
                      <a:pathLst>
                        <a:path extrusionOk="0" h="730" w="2707">
                          <a:moveTo>
                            <a:pt x="1388" y="1"/>
                          </a:moveTo>
                          <a:lnTo>
                            <a:pt x="1111" y="35"/>
                          </a:lnTo>
                          <a:lnTo>
                            <a:pt x="868" y="70"/>
                          </a:lnTo>
                          <a:lnTo>
                            <a:pt x="625" y="140"/>
                          </a:lnTo>
                          <a:lnTo>
                            <a:pt x="417" y="244"/>
                          </a:lnTo>
                          <a:lnTo>
                            <a:pt x="209" y="382"/>
                          </a:lnTo>
                          <a:lnTo>
                            <a:pt x="70" y="521"/>
                          </a:lnTo>
                          <a:lnTo>
                            <a:pt x="1" y="590"/>
                          </a:lnTo>
                          <a:lnTo>
                            <a:pt x="1" y="729"/>
                          </a:lnTo>
                          <a:lnTo>
                            <a:pt x="105" y="660"/>
                          </a:lnTo>
                          <a:lnTo>
                            <a:pt x="244" y="590"/>
                          </a:lnTo>
                          <a:lnTo>
                            <a:pt x="417" y="452"/>
                          </a:lnTo>
                          <a:lnTo>
                            <a:pt x="625" y="348"/>
                          </a:lnTo>
                          <a:lnTo>
                            <a:pt x="799" y="278"/>
                          </a:lnTo>
                          <a:lnTo>
                            <a:pt x="1007" y="244"/>
                          </a:lnTo>
                          <a:lnTo>
                            <a:pt x="1215" y="244"/>
                          </a:lnTo>
                          <a:lnTo>
                            <a:pt x="1631" y="278"/>
                          </a:lnTo>
                          <a:lnTo>
                            <a:pt x="1909" y="313"/>
                          </a:lnTo>
                          <a:lnTo>
                            <a:pt x="2082" y="348"/>
                          </a:lnTo>
                          <a:lnTo>
                            <a:pt x="2221" y="417"/>
                          </a:lnTo>
                          <a:lnTo>
                            <a:pt x="2360" y="521"/>
                          </a:lnTo>
                          <a:lnTo>
                            <a:pt x="2429" y="556"/>
                          </a:lnTo>
                          <a:lnTo>
                            <a:pt x="2637" y="556"/>
                          </a:lnTo>
                          <a:lnTo>
                            <a:pt x="2672" y="521"/>
                          </a:lnTo>
                          <a:lnTo>
                            <a:pt x="2707" y="486"/>
                          </a:lnTo>
                          <a:lnTo>
                            <a:pt x="2707" y="417"/>
                          </a:lnTo>
                          <a:lnTo>
                            <a:pt x="2672" y="382"/>
                          </a:lnTo>
                          <a:lnTo>
                            <a:pt x="2568" y="348"/>
                          </a:lnTo>
                          <a:lnTo>
                            <a:pt x="2360" y="244"/>
                          </a:lnTo>
                          <a:lnTo>
                            <a:pt x="2152" y="140"/>
                          </a:lnTo>
                          <a:lnTo>
                            <a:pt x="1909" y="70"/>
                          </a:lnTo>
                          <a:lnTo>
                            <a:pt x="1666" y="35"/>
                          </a:lnTo>
                          <a:lnTo>
                            <a:pt x="1388" y="1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65" name="Google Shape;365;p22"/>
                    <p:cNvSpPr/>
                    <p:nvPr/>
                  </p:nvSpPr>
                  <p:spPr>
                    <a:xfrm>
                      <a:off x="11669954" y="3792711"/>
                      <a:ext cx="46268" cy="20547"/>
                    </a:xfrm>
                    <a:custGeom>
                      <a:rect b="b" l="l" r="r" t="t"/>
                      <a:pathLst>
                        <a:path extrusionOk="0" h="278" w="626">
                          <a:moveTo>
                            <a:pt x="417" y="0"/>
                          </a:moveTo>
                          <a:lnTo>
                            <a:pt x="313" y="35"/>
                          </a:lnTo>
                          <a:lnTo>
                            <a:pt x="70" y="105"/>
                          </a:lnTo>
                          <a:lnTo>
                            <a:pt x="35" y="105"/>
                          </a:lnTo>
                          <a:lnTo>
                            <a:pt x="1" y="139"/>
                          </a:lnTo>
                          <a:lnTo>
                            <a:pt x="1" y="243"/>
                          </a:lnTo>
                          <a:lnTo>
                            <a:pt x="35" y="278"/>
                          </a:lnTo>
                          <a:lnTo>
                            <a:pt x="209" y="278"/>
                          </a:lnTo>
                          <a:lnTo>
                            <a:pt x="348" y="243"/>
                          </a:lnTo>
                          <a:lnTo>
                            <a:pt x="486" y="174"/>
                          </a:lnTo>
                          <a:lnTo>
                            <a:pt x="590" y="70"/>
                          </a:lnTo>
                          <a:lnTo>
                            <a:pt x="625" y="35"/>
                          </a:lnTo>
                          <a:lnTo>
                            <a:pt x="625" y="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</p:grpSp>
          <p:sp>
            <p:nvSpPr>
              <p:cNvPr id="366" name="Google Shape;366;p22"/>
              <p:cNvSpPr/>
              <p:nvPr/>
            </p:nvSpPr>
            <p:spPr>
              <a:xfrm>
                <a:off x="6841075" y="2742225"/>
                <a:ext cx="1927366" cy="579427"/>
              </a:xfrm>
              <a:custGeom>
                <a:rect b="b" l="l" r="r" t="t"/>
                <a:pathLst>
                  <a:path extrusionOk="0" h="3955" w="9540">
                    <a:moveTo>
                      <a:pt x="2637" y="0"/>
                    </a:moveTo>
                    <a:lnTo>
                      <a:pt x="2429" y="35"/>
                    </a:lnTo>
                    <a:lnTo>
                      <a:pt x="2221" y="70"/>
                    </a:lnTo>
                    <a:lnTo>
                      <a:pt x="2013" y="70"/>
                    </a:lnTo>
                    <a:lnTo>
                      <a:pt x="1805" y="174"/>
                    </a:lnTo>
                    <a:lnTo>
                      <a:pt x="1562" y="208"/>
                    </a:lnTo>
                    <a:lnTo>
                      <a:pt x="1319" y="243"/>
                    </a:lnTo>
                    <a:lnTo>
                      <a:pt x="1076" y="312"/>
                    </a:lnTo>
                    <a:lnTo>
                      <a:pt x="695" y="486"/>
                    </a:lnTo>
                    <a:lnTo>
                      <a:pt x="486" y="555"/>
                    </a:lnTo>
                    <a:lnTo>
                      <a:pt x="313" y="659"/>
                    </a:lnTo>
                    <a:lnTo>
                      <a:pt x="174" y="798"/>
                    </a:lnTo>
                    <a:lnTo>
                      <a:pt x="70" y="971"/>
                    </a:lnTo>
                    <a:lnTo>
                      <a:pt x="36" y="1180"/>
                    </a:lnTo>
                    <a:lnTo>
                      <a:pt x="1" y="1388"/>
                    </a:lnTo>
                    <a:lnTo>
                      <a:pt x="36" y="1561"/>
                    </a:lnTo>
                    <a:lnTo>
                      <a:pt x="36" y="1700"/>
                    </a:lnTo>
                    <a:lnTo>
                      <a:pt x="1" y="2116"/>
                    </a:lnTo>
                    <a:lnTo>
                      <a:pt x="70" y="2532"/>
                    </a:lnTo>
                    <a:lnTo>
                      <a:pt x="140" y="2914"/>
                    </a:lnTo>
                    <a:lnTo>
                      <a:pt x="244" y="3296"/>
                    </a:lnTo>
                    <a:lnTo>
                      <a:pt x="278" y="3434"/>
                    </a:lnTo>
                    <a:lnTo>
                      <a:pt x="348" y="3538"/>
                    </a:lnTo>
                    <a:lnTo>
                      <a:pt x="417" y="3642"/>
                    </a:lnTo>
                    <a:lnTo>
                      <a:pt x="556" y="3677"/>
                    </a:lnTo>
                    <a:lnTo>
                      <a:pt x="695" y="3712"/>
                    </a:lnTo>
                    <a:lnTo>
                      <a:pt x="868" y="3781"/>
                    </a:lnTo>
                    <a:lnTo>
                      <a:pt x="1041" y="3816"/>
                    </a:lnTo>
                    <a:lnTo>
                      <a:pt x="1215" y="3816"/>
                    </a:lnTo>
                    <a:lnTo>
                      <a:pt x="1284" y="3781"/>
                    </a:lnTo>
                    <a:lnTo>
                      <a:pt x="1388" y="3816"/>
                    </a:lnTo>
                    <a:lnTo>
                      <a:pt x="1562" y="3851"/>
                    </a:lnTo>
                    <a:lnTo>
                      <a:pt x="1805" y="3885"/>
                    </a:lnTo>
                    <a:lnTo>
                      <a:pt x="2013" y="3885"/>
                    </a:lnTo>
                    <a:lnTo>
                      <a:pt x="2498" y="3920"/>
                    </a:lnTo>
                    <a:lnTo>
                      <a:pt x="3019" y="3920"/>
                    </a:lnTo>
                    <a:lnTo>
                      <a:pt x="3296" y="3955"/>
                    </a:lnTo>
                    <a:lnTo>
                      <a:pt x="3574" y="3955"/>
                    </a:lnTo>
                    <a:lnTo>
                      <a:pt x="3782" y="3920"/>
                    </a:lnTo>
                    <a:lnTo>
                      <a:pt x="4441" y="3920"/>
                    </a:lnTo>
                    <a:lnTo>
                      <a:pt x="5135" y="3955"/>
                    </a:lnTo>
                    <a:lnTo>
                      <a:pt x="6453" y="3955"/>
                    </a:lnTo>
                    <a:lnTo>
                      <a:pt x="7042" y="3920"/>
                    </a:lnTo>
                    <a:lnTo>
                      <a:pt x="7806" y="3851"/>
                    </a:lnTo>
                    <a:lnTo>
                      <a:pt x="8187" y="3816"/>
                    </a:lnTo>
                    <a:lnTo>
                      <a:pt x="8569" y="3712"/>
                    </a:lnTo>
                    <a:lnTo>
                      <a:pt x="8777" y="3642"/>
                    </a:lnTo>
                    <a:lnTo>
                      <a:pt x="8916" y="3573"/>
                    </a:lnTo>
                    <a:lnTo>
                      <a:pt x="9020" y="3469"/>
                    </a:lnTo>
                    <a:lnTo>
                      <a:pt x="9158" y="3330"/>
                    </a:lnTo>
                    <a:lnTo>
                      <a:pt x="9262" y="3157"/>
                    </a:lnTo>
                    <a:lnTo>
                      <a:pt x="9332" y="2983"/>
                    </a:lnTo>
                    <a:lnTo>
                      <a:pt x="9401" y="2810"/>
                    </a:lnTo>
                    <a:lnTo>
                      <a:pt x="9471" y="2428"/>
                    </a:lnTo>
                    <a:lnTo>
                      <a:pt x="9505" y="2012"/>
                    </a:lnTo>
                    <a:lnTo>
                      <a:pt x="9540" y="1492"/>
                    </a:lnTo>
                    <a:lnTo>
                      <a:pt x="9505" y="1249"/>
                    </a:lnTo>
                    <a:lnTo>
                      <a:pt x="9471" y="971"/>
                    </a:lnTo>
                    <a:lnTo>
                      <a:pt x="9436" y="763"/>
                    </a:lnTo>
                    <a:lnTo>
                      <a:pt x="9367" y="590"/>
                    </a:lnTo>
                    <a:lnTo>
                      <a:pt x="9262" y="451"/>
                    </a:lnTo>
                    <a:lnTo>
                      <a:pt x="9158" y="347"/>
                    </a:lnTo>
                    <a:lnTo>
                      <a:pt x="8950" y="243"/>
                    </a:lnTo>
                    <a:lnTo>
                      <a:pt x="8742" y="208"/>
                    </a:lnTo>
                    <a:lnTo>
                      <a:pt x="8291" y="139"/>
                    </a:lnTo>
                    <a:lnTo>
                      <a:pt x="7944" y="139"/>
                    </a:lnTo>
                    <a:lnTo>
                      <a:pt x="7632" y="104"/>
                    </a:lnTo>
                    <a:lnTo>
                      <a:pt x="7216" y="35"/>
                    </a:lnTo>
                    <a:lnTo>
                      <a:pt x="6834" y="0"/>
                    </a:lnTo>
                    <a:lnTo>
                      <a:pt x="6383" y="0"/>
                    </a:lnTo>
                    <a:lnTo>
                      <a:pt x="5967" y="35"/>
                    </a:lnTo>
                    <a:lnTo>
                      <a:pt x="5447" y="0"/>
                    </a:lnTo>
                    <a:close/>
                  </a:path>
                </a:pathLst>
              </a:custGeom>
              <a:solidFill>
                <a:schemeClr val="accent5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67" name="Google Shape;367;p22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Doodle Banner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8" name="Google Shape;368;p22"/>
          <p:cNvSpPr txBox="1"/>
          <p:nvPr/>
        </p:nvSpPr>
        <p:spPr>
          <a:xfrm>
            <a:off x="630498" y="2807398"/>
            <a:ext cx="16242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Mercury</a:t>
            </a:r>
            <a:endParaRPr sz="21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69" name="Google Shape;369;p22"/>
          <p:cNvSpPr txBox="1"/>
          <p:nvPr/>
        </p:nvSpPr>
        <p:spPr>
          <a:xfrm>
            <a:off x="644003" y="3416479"/>
            <a:ext cx="15969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 of them all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22"/>
          <p:cNvSpPr txBox="1"/>
          <p:nvPr/>
        </p:nvSpPr>
        <p:spPr>
          <a:xfrm>
            <a:off x="2752073" y="2807398"/>
            <a:ext cx="16242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Jupiter</a:t>
            </a:r>
            <a:endParaRPr sz="21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71" name="Google Shape;371;p22"/>
          <p:cNvSpPr txBox="1"/>
          <p:nvPr/>
        </p:nvSpPr>
        <p:spPr>
          <a:xfrm>
            <a:off x="2765578" y="3416479"/>
            <a:ext cx="15969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of them all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22"/>
          <p:cNvSpPr txBox="1"/>
          <p:nvPr/>
        </p:nvSpPr>
        <p:spPr>
          <a:xfrm>
            <a:off x="4873648" y="2807398"/>
            <a:ext cx="16242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Mars</a:t>
            </a:r>
            <a:endParaRPr sz="21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73" name="Google Shape;373;p22"/>
          <p:cNvSpPr txBox="1"/>
          <p:nvPr/>
        </p:nvSpPr>
        <p:spPr>
          <a:xfrm>
            <a:off x="4887153" y="3416479"/>
            <a:ext cx="15969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a very cold place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22"/>
          <p:cNvSpPr txBox="1"/>
          <p:nvPr/>
        </p:nvSpPr>
        <p:spPr>
          <a:xfrm>
            <a:off x="6995223" y="2807398"/>
            <a:ext cx="16242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Saturn</a:t>
            </a:r>
            <a:endParaRPr sz="21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75" name="Google Shape;375;p22"/>
          <p:cNvSpPr txBox="1"/>
          <p:nvPr/>
        </p:nvSpPr>
        <p:spPr>
          <a:xfrm>
            <a:off x="7008728" y="3416479"/>
            <a:ext cx="15969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composed mostly of hydrogen and helium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0" name="Google Shape;380;p23"/>
          <p:cNvGrpSpPr/>
          <p:nvPr/>
        </p:nvGrpSpPr>
        <p:grpSpPr>
          <a:xfrm>
            <a:off x="988888" y="1112556"/>
            <a:ext cx="7166283" cy="3473553"/>
            <a:chOff x="988888" y="1112556"/>
            <a:chExt cx="7166283" cy="3473553"/>
          </a:xfrm>
        </p:grpSpPr>
        <p:grpSp>
          <p:nvGrpSpPr>
            <p:cNvPr id="381" name="Google Shape;381;p23"/>
            <p:cNvGrpSpPr/>
            <p:nvPr/>
          </p:nvGrpSpPr>
          <p:grpSpPr>
            <a:xfrm>
              <a:off x="5132542" y="1305562"/>
              <a:ext cx="2596906" cy="1527966"/>
              <a:chOff x="5727476" y="1229374"/>
              <a:chExt cx="3022470" cy="1527966"/>
            </a:xfrm>
          </p:grpSpPr>
          <p:sp>
            <p:nvSpPr>
              <p:cNvPr id="382" name="Google Shape;382;p23"/>
              <p:cNvSpPr/>
              <p:nvPr/>
            </p:nvSpPr>
            <p:spPr>
              <a:xfrm>
                <a:off x="5727476" y="1229374"/>
                <a:ext cx="3022470" cy="1512058"/>
              </a:xfrm>
              <a:custGeom>
                <a:rect b="b" l="l" r="r" t="t"/>
                <a:pathLst>
                  <a:path extrusionOk="0" h="35835" w="71631">
                    <a:moveTo>
                      <a:pt x="24555" y="0"/>
                    </a:moveTo>
                    <a:cubicBezTo>
                      <a:pt x="21999" y="0"/>
                      <a:pt x="19439" y="186"/>
                      <a:pt x="16943" y="753"/>
                    </a:cubicBezTo>
                    <a:cubicBezTo>
                      <a:pt x="13780" y="1451"/>
                      <a:pt x="10618" y="2991"/>
                      <a:pt x="8379" y="5373"/>
                    </a:cubicBezTo>
                    <a:cubicBezTo>
                      <a:pt x="8051" y="5476"/>
                      <a:pt x="7784" y="5558"/>
                      <a:pt x="7537" y="5722"/>
                    </a:cubicBezTo>
                    <a:cubicBezTo>
                      <a:pt x="1" y="10507"/>
                      <a:pt x="432" y="20611"/>
                      <a:pt x="5812" y="26772"/>
                    </a:cubicBezTo>
                    <a:cubicBezTo>
                      <a:pt x="11973" y="33877"/>
                      <a:pt x="21995" y="34986"/>
                      <a:pt x="30723" y="35582"/>
                    </a:cubicBezTo>
                    <a:cubicBezTo>
                      <a:pt x="32901" y="35743"/>
                      <a:pt x="35099" y="35835"/>
                      <a:pt x="37299" y="35835"/>
                    </a:cubicBezTo>
                    <a:cubicBezTo>
                      <a:pt x="44597" y="35835"/>
                      <a:pt x="51924" y="34831"/>
                      <a:pt x="58693" y="32070"/>
                    </a:cubicBezTo>
                    <a:cubicBezTo>
                      <a:pt x="62800" y="30448"/>
                      <a:pt x="66825" y="28066"/>
                      <a:pt x="69145" y="24205"/>
                    </a:cubicBezTo>
                    <a:cubicBezTo>
                      <a:pt x="71281" y="20529"/>
                      <a:pt x="71630" y="15826"/>
                      <a:pt x="69228" y="12150"/>
                    </a:cubicBezTo>
                    <a:cubicBezTo>
                      <a:pt x="67174" y="8885"/>
                      <a:pt x="63662" y="7098"/>
                      <a:pt x="60151" y="5722"/>
                    </a:cubicBezTo>
                    <a:cubicBezTo>
                      <a:pt x="55879" y="4264"/>
                      <a:pt x="51341" y="3320"/>
                      <a:pt x="46987" y="2478"/>
                    </a:cubicBezTo>
                    <a:cubicBezTo>
                      <a:pt x="41935" y="1533"/>
                      <a:pt x="36883" y="753"/>
                      <a:pt x="31831" y="342"/>
                    </a:cubicBezTo>
                    <a:cubicBezTo>
                      <a:pt x="29450" y="171"/>
                      <a:pt x="27004" y="0"/>
                      <a:pt x="245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23"/>
              <p:cNvSpPr/>
              <p:nvPr/>
            </p:nvSpPr>
            <p:spPr>
              <a:xfrm>
                <a:off x="5814144" y="1307520"/>
                <a:ext cx="2909809" cy="1449820"/>
              </a:xfrm>
              <a:custGeom>
                <a:rect b="b" l="l" r="r" t="t"/>
                <a:pathLst>
                  <a:path extrusionOk="0" h="34360" w="68961">
                    <a:moveTo>
                      <a:pt x="29793" y="627"/>
                    </a:moveTo>
                    <a:cubicBezTo>
                      <a:pt x="31042" y="627"/>
                      <a:pt x="32291" y="656"/>
                      <a:pt x="33536" y="708"/>
                    </a:cubicBezTo>
                    <a:cubicBezTo>
                      <a:pt x="39019" y="872"/>
                      <a:pt x="44666" y="1385"/>
                      <a:pt x="50149" y="2248"/>
                    </a:cubicBezTo>
                    <a:cubicBezTo>
                      <a:pt x="55612" y="3193"/>
                      <a:pt x="61444" y="4897"/>
                      <a:pt x="65120" y="9600"/>
                    </a:cubicBezTo>
                    <a:cubicBezTo>
                      <a:pt x="68960" y="14570"/>
                      <a:pt x="68550" y="20977"/>
                      <a:pt x="64340" y="25597"/>
                    </a:cubicBezTo>
                    <a:cubicBezTo>
                      <a:pt x="60417" y="30054"/>
                      <a:pt x="54421" y="31512"/>
                      <a:pt x="48855" y="32456"/>
                    </a:cubicBezTo>
                    <a:cubicBezTo>
                      <a:pt x="43610" y="33353"/>
                      <a:pt x="38244" y="33806"/>
                      <a:pt x="32898" y="33806"/>
                    </a:cubicBezTo>
                    <a:cubicBezTo>
                      <a:pt x="31630" y="33806"/>
                      <a:pt x="30364" y="33781"/>
                      <a:pt x="29100" y="33730"/>
                    </a:cubicBezTo>
                    <a:cubicBezTo>
                      <a:pt x="23699" y="33483"/>
                      <a:pt x="18134" y="33052"/>
                      <a:pt x="12917" y="31245"/>
                    </a:cubicBezTo>
                    <a:cubicBezTo>
                      <a:pt x="7619" y="29376"/>
                      <a:pt x="2485" y="25782"/>
                      <a:pt x="1109" y="19786"/>
                    </a:cubicBezTo>
                    <a:cubicBezTo>
                      <a:pt x="0" y="15432"/>
                      <a:pt x="1027" y="10627"/>
                      <a:pt x="3594" y="7115"/>
                    </a:cubicBezTo>
                    <a:cubicBezTo>
                      <a:pt x="11507" y="2147"/>
                      <a:pt x="20660" y="627"/>
                      <a:pt x="29793" y="627"/>
                    </a:cubicBezTo>
                    <a:close/>
                    <a:moveTo>
                      <a:pt x="30015" y="1"/>
                    </a:moveTo>
                    <a:cubicBezTo>
                      <a:pt x="21187" y="1"/>
                      <a:pt x="12367" y="1344"/>
                      <a:pt x="4621" y="5760"/>
                    </a:cubicBezTo>
                    <a:cubicBezTo>
                      <a:pt x="5134" y="5246"/>
                      <a:pt x="5730" y="4733"/>
                      <a:pt x="6325" y="4219"/>
                    </a:cubicBezTo>
                    <a:cubicBezTo>
                      <a:pt x="6486" y="4148"/>
                      <a:pt x="6367" y="3937"/>
                      <a:pt x="6226" y="3937"/>
                    </a:cubicBezTo>
                    <a:cubicBezTo>
                      <a:pt x="6204" y="3937"/>
                      <a:pt x="6182" y="3942"/>
                      <a:pt x="6161" y="3952"/>
                    </a:cubicBezTo>
                    <a:cubicBezTo>
                      <a:pt x="5216" y="4651"/>
                      <a:pt x="4374" y="5493"/>
                      <a:pt x="3676" y="6355"/>
                    </a:cubicBezTo>
                    <a:cubicBezTo>
                      <a:pt x="3081" y="6704"/>
                      <a:pt x="2485" y="7115"/>
                      <a:pt x="1890" y="7464"/>
                    </a:cubicBezTo>
                    <a:cubicBezTo>
                      <a:pt x="1675" y="7679"/>
                      <a:pt x="1805" y="8052"/>
                      <a:pt x="1993" y="8052"/>
                    </a:cubicBezTo>
                    <a:cubicBezTo>
                      <a:pt x="2038" y="8052"/>
                      <a:pt x="2088" y="8030"/>
                      <a:pt x="2136" y="7977"/>
                    </a:cubicBezTo>
                    <a:cubicBezTo>
                      <a:pt x="2403" y="7895"/>
                      <a:pt x="2567" y="7731"/>
                      <a:pt x="2731" y="7628"/>
                    </a:cubicBezTo>
                    <a:lnTo>
                      <a:pt x="2731" y="7628"/>
                    </a:lnTo>
                    <a:cubicBezTo>
                      <a:pt x="1109" y="10031"/>
                      <a:pt x="267" y="12947"/>
                      <a:pt x="164" y="15945"/>
                    </a:cubicBezTo>
                    <a:cubicBezTo>
                      <a:pt x="82" y="20895"/>
                      <a:pt x="2403" y="25351"/>
                      <a:pt x="6161" y="28267"/>
                    </a:cubicBezTo>
                    <a:cubicBezTo>
                      <a:pt x="10350" y="31594"/>
                      <a:pt x="15751" y="32888"/>
                      <a:pt x="20803" y="33565"/>
                    </a:cubicBezTo>
                    <a:cubicBezTo>
                      <a:pt x="24877" y="34101"/>
                      <a:pt x="28950" y="34359"/>
                      <a:pt x="33024" y="34359"/>
                    </a:cubicBezTo>
                    <a:cubicBezTo>
                      <a:pt x="36138" y="34359"/>
                      <a:pt x="39252" y="34208"/>
                      <a:pt x="42366" y="33915"/>
                    </a:cubicBezTo>
                    <a:cubicBezTo>
                      <a:pt x="48609" y="33216"/>
                      <a:pt x="55530" y="32456"/>
                      <a:pt x="61013" y="29027"/>
                    </a:cubicBezTo>
                    <a:cubicBezTo>
                      <a:pt x="65366" y="26378"/>
                      <a:pt x="68960" y="21490"/>
                      <a:pt x="68365" y="16028"/>
                    </a:cubicBezTo>
                    <a:cubicBezTo>
                      <a:pt x="67851" y="10811"/>
                      <a:pt x="63826" y="6602"/>
                      <a:pt x="59473" y="4384"/>
                    </a:cubicBezTo>
                    <a:cubicBezTo>
                      <a:pt x="53907" y="1652"/>
                      <a:pt x="47500" y="1221"/>
                      <a:pt x="41504" y="626"/>
                    </a:cubicBezTo>
                    <a:cubicBezTo>
                      <a:pt x="37732" y="257"/>
                      <a:pt x="33873" y="1"/>
                      <a:pt x="30015" y="1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4" name="Google Shape;384;p23"/>
            <p:cNvGrpSpPr/>
            <p:nvPr/>
          </p:nvGrpSpPr>
          <p:grpSpPr>
            <a:xfrm>
              <a:off x="5140389" y="3058142"/>
              <a:ext cx="2581189" cy="1527966"/>
              <a:chOff x="5727476" y="2981974"/>
              <a:chExt cx="3022470" cy="1527966"/>
            </a:xfrm>
          </p:grpSpPr>
          <p:sp>
            <p:nvSpPr>
              <p:cNvPr id="385" name="Google Shape;385;p23"/>
              <p:cNvSpPr/>
              <p:nvPr/>
            </p:nvSpPr>
            <p:spPr>
              <a:xfrm>
                <a:off x="5727476" y="2981974"/>
                <a:ext cx="3022470" cy="1512058"/>
              </a:xfrm>
              <a:custGeom>
                <a:rect b="b" l="l" r="r" t="t"/>
                <a:pathLst>
                  <a:path extrusionOk="0" h="35835" w="71631">
                    <a:moveTo>
                      <a:pt x="24555" y="0"/>
                    </a:moveTo>
                    <a:cubicBezTo>
                      <a:pt x="21999" y="0"/>
                      <a:pt x="19439" y="186"/>
                      <a:pt x="16943" y="753"/>
                    </a:cubicBezTo>
                    <a:cubicBezTo>
                      <a:pt x="13780" y="1451"/>
                      <a:pt x="10618" y="2991"/>
                      <a:pt x="8379" y="5373"/>
                    </a:cubicBezTo>
                    <a:cubicBezTo>
                      <a:pt x="8051" y="5476"/>
                      <a:pt x="7784" y="5558"/>
                      <a:pt x="7537" y="5722"/>
                    </a:cubicBezTo>
                    <a:cubicBezTo>
                      <a:pt x="1" y="10507"/>
                      <a:pt x="432" y="20611"/>
                      <a:pt x="5812" y="26772"/>
                    </a:cubicBezTo>
                    <a:cubicBezTo>
                      <a:pt x="11973" y="33877"/>
                      <a:pt x="21995" y="34986"/>
                      <a:pt x="30723" y="35582"/>
                    </a:cubicBezTo>
                    <a:cubicBezTo>
                      <a:pt x="32901" y="35743"/>
                      <a:pt x="35099" y="35835"/>
                      <a:pt x="37299" y="35835"/>
                    </a:cubicBezTo>
                    <a:cubicBezTo>
                      <a:pt x="44597" y="35835"/>
                      <a:pt x="51924" y="34831"/>
                      <a:pt x="58693" y="32070"/>
                    </a:cubicBezTo>
                    <a:cubicBezTo>
                      <a:pt x="62800" y="30448"/>
                      <a:pt x="66825" y="28066"/>
                      <a:pt x="69145" y="24205"/>
                    </a:cubicBezTo>
                    <a:cubicBezTo>
                      <a:pt x="71281" y="20529"/>
                      <a:pt x="71630" y="15826"/>
                      <a:pt x="69228" y="12150"/>
                    </a:cubicBezTo>
                    <a:cubicBezTo>
                      <a:pt x="67174" y="8885"/>
                      <a:pt x="63662" y="7098"/>
                      <a:pt x="60151" y="5722"/>
                    </a:cubicBezTo>
                    <a:cubicBezTo>
                      <a:pt x="55879" y="4264"/>
                      <a:pt x="51341" y="3320"/>
                      <a:pt x="46987" y="2478"/>
                    </a:cubicBezTo>
                    <a:cubicBezTo>
                      <a:pt x="41935" y="1533"/>
                      <a:pt x="36883" y="753"/>
                      <a:pt x="31831" y="342"/>
                    </a:cubicBezTo>
                    <a:cubicBezTo>
                      <a:pt x="29450" y="171"/>
                      <a:pt x="27004" y="0"/>
                      <a:pt x="2455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23"/>
              <p:cNvSpPr/>
              <p:nvPr/>
            </p:nvSpPr>
            <p:spPr>
              <a:xfrm>
                <a:off x="5814144" y="3060120"/>
                <a:ext cx="2909809" cy="1449820"/>
              </a:xfrm>
              <a:custGeom>
                <a:rect b="b" l="l" r="r" t="t"/>
                <a:pathLst>
                  <a:path extrusionOk="0" h="34360" w="68961">
                    <a:moveTo>
                      <a:pt x="29793" y="627"/>
                    </a:moveTo>
                    <a:cubicBezTo>
                      <a:pt x="31042" y="627"/>
                      <a:pt x="32291" y="656"/>
                      <a:pt x="33536" y="708"/>
                    </a:cubicBezTo>
                    <a:cubicBezTo>
                      <a:pt x="39019" y="872"/>
                      <a:pt x="44666" y="1385"/>
                      <a:pt x="50149" y="2248"/>
                    </a:cubicBezTo>
                    <a:cubicBezTo>
                      <a:pt x="55612" y="3193"/>
                      <a:pt x="61444" y="4897"/>
                      <a:pt x="65120" y="9600"/>
                    </a:cubicBezTo>
                    <a:cubicBezTo>
                      <a:pt x="68960" y="14570"/>
                      <a:pt x="68550" y="20977"/>
                      <a:pt x="64340" y="25597"/>
                    </a:cubicBezTo>
                    <a:cubicBezTo>
                      <a:pt x="60417" y="30054"/>
                      <a:pt x="54421" y="31512"/>
                      <a:pt x="48855" y="32456"/>
                    </a:cubicBezTo>
                    <a:cubicBezTo>
                      <a:pt x="43610" y="33353"/>
                      <a:pt x="38244" y="33806"/>
                      <a:pt x="32898" y="33806"/>
                    </a:cubicBezTo>
                    <a:cubicBezTo>
                      <a:pt x="31630" y="33806"/>
                      <a:pt x="30364" y="33781"/>
                      <a:pt x="29100" y="33730"/>
                    </a:cubicBezTo>
                    <a:cubicBezTo>
                      <a:pt x="23699" y="33483"/>
                      <a:pt x="18134" y="33052"/>
                      <a:pt x="12917" y="31245"/>
                    </a:cubicBezTo>
                    <a:cubicBezTo>
                      <a:pt x="7619" y="29376"/>
                      <a:pt x="2485" y="25782"/>
                      <a:pt x="1109" y="19786"/>
                    </a:cubicBezTo>
                    <a:cubicBezTo>
                      <a:pt x="0" y="15432"/>
                      <a:pt x="1027" y="10627"/>
                      <a:pt x="3594" y="7115"/>
                    </a:cubicBezTo>
                    <a:cubicBezTo>
                      <a:pt x="11507" y="2147"/>
                      <a:pt x="20660" y="627"/>
                      <a:pt x="29793" y="627"/>
                    </a:cubicBezTo>
                    <a:close/>
                    <a:moveTo>
                      <a:pt x="30015" y="1"/>
                    </a:moveTo>
                    <a:cubicBezTo>
                      <a:pt x="21187" y="1"/>
                      <a:pt x="12367" y="1344"/>
                      <a:pt x="4621" y="5760"/>
                    </a:cubicBezTo>
                    <a:cubicBezTo>
                      <a:pt x="5134" y="5246"/>
                      <a:pt x="5730" y="4733"/>
                      <a:pt x="6325" y="4219"/>
                    </a:cubicBezTo>
                    <a:cubicBezTo>
                      <a:pt x="6486" y="4148"/>
                      <a:pt x="6367" y="3937"/>
                      <a:pt x="6226" y="3937"/>
                    </a:cubicBezTo>
                    <a:cubicBezTo>
                      <a:pt x="6204" y="3937"/>
                      <a:pt x="6182" y="3942"/>
                      <a:pt x="6161" y="3952"/>
                    </a:cubicBezTo>
                    <a:cubicBezTo>
                      <a:pt x="5216" y="4651"/>
                      <a:pt x="4374" y="5493"/>
                      <a:pt x="3676" y="6355"/>
                    </a:cubicBezTo>
                    <a:cubicBezTo>
                      <a:pt x="3081" y="6704"/>
                      <a:pt x="2485" y="7115"/>
                      <a:pt x="1890" y="7464"/>
                    </a:cubicBezTo>
                    <a:cubicBezTo>
                      <a:pt x="1675" y="7679"/>
                      <a:pt x="1805" y="8052"/>
                      <a:pt x="1993" y="8052"/>
                    </a:cubicBezTo>
                    <a:cubicBezTo>
                      <a:pt x="2038" y="8052"/>
                      <a:pt x="2088" y="8030"/>
                      <a:pt x="2136" y="7977"/>
                    </a:cubicBezTo>
                    <a:cubicBezTo>
                      <a:pt x="2403" y="7895"/>
                      <a:pt x="2567" y="7731"/>
                      <a:pt x="2731" y="7628"/>
                    </a:cubicBezTo>
                    <a:lnTo>
                      <a:pt x="2731" y="7628"/>
                    </a:lnTo>
                    <a:cubicBezTo>
                      <a:pt x="1109" y="10031"/>
                      <a:pt x="267" y="12947"/>
                      <a:pt x="164" y="15945"/>
                    </a:cubicBezTo>
                    <a:cubicBezTo>
                      <a:pt x="82" y="20895"/>
                      <a:pt x="2403" y="25351"/>
                      <a:pt x="6161" y="28267"/>
                    </a:cubicBezTo>
                    <a:cubicBezTo>
                      <a:pt x="10350" y="31594"/>
                      <a:pt x="15751" y="32888"/>
                      <a:pt x="20803" y="33565"/>
                    </a:cubicBezTo>
                    <a:cubicBezTo>
                      <a:pt x="24877" y="34101"/>
                      <a:pt x="28950" y="34359"/>
                      <a:pt x="33024" y="34359"/>
                    </a:cubicBezTo>
                    <a:cubicBezTo>
                      <a:pt x="36138" y="34359"/>
                      <a:pt x="39252" y="34208"/>
                      <a:pt x="42366" y="33915"/>
                    </a:cubicBezTo>
                    <a:cubicBezTo>
                      <a:pt x="48609" y="33216"/>
                      <a:pt x="55530" y="32456"/>
                      <a:pt x="61013" y="29027"/>
                    </a:cubicBezTo>
                    <a:cubicBezTo>
                      <a:pt x="65366" y="26378"/>
                      <a:pt x="68960" y="21490"/>
                      <a:pt x="68365" y="16028"/>
                    </a:cubicBezTo>
                    <a:cubicBezTo>
                      <a:pt x="67851" y="10811"/>
                      <a:pt x="63826" y="6602"/>
                      <a:pt x="59473" y="4384"/>
                    </a:cubicBezTo>
                    <a:cubicBezTo>
                      <a:pt x="53907" y="1652"/>
                      <a:pt x="47500" y="1221"/>
                      <a:pt x="41504" y="626"/>
                    </a:cubicBezTo>
                    <a:cubicBezTo>
                      <a:pt x="37732" y="257"/>
                      <a:pt x="33873" y="1"/>
                      <a:pt x="30015" y="1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7" name="Google Shape;387;p23"/>
            <p:cNvGrpSpPr/>
            <p:nvPr/>
          </p:nvGrpSpPr>
          <p:grpSpPr>
            <a:xfrm>
              <a:off x="1413151" y="3058142"/>
              <a:ext cx="2581189" cy="1527966"/>
              <a:chOff x="5727476" y="2981974"/>
              <a:chExt cx="3022470" cy="1527966"/>
            </a:xfrm>
          </p:grpSpPr>
          <p:sp>
            <p:nvSpPr>
              <p:cNvPr id="388" name="Google Shape;388;p23"/>
              <p:cNvSpPr/>
              <p:nvPr/>
            </p:nvSpPr>
            <p:spPr>
              <a:xfrm>
                <a:off x="5727476" y="2981974"/>
                <a:ext cx="3022470" cy="1512058"/>
              </a:xfrm>
              <a:custGeom>
                <a:rect b="b" l="l" r="r" t="t"/>
                <a:pathLst>
                  <a:path extrusionOk="0" h="35835" w="71631">
                    <a:moveTo>
                      <a:pt x="24555" y="0"/>
                    </a:moveTo>
                    <a:cubicBezTo>
                      <a:pt x="21999" y="0"/>
                      <a:pt x="19439" y="186"/>
                      <a:pt x="16943" y="753"/>
                    </a:cubicBezTo>
                    <a:cubicBezTo>
                      <a:pt x="13780" y="1451"/>
                      <a:pt x="10618" y="2991"/>
                      <a:pt x="8379" y="5373"/>
                    </a:cubicBezTo>
                    <a:cubicBezTo>
                      <a:pt x="8051" y="5476"/>
                      <a:pt x="7784" y="5558"/>
                      <a:pt x="7537" y="5722"/>
                    </a:cubicBezTo>
                    <a:cubicBezTo>
                      <a:pt x="1" y="10507"/>
                      <a:pt x="432" y="20611"/>
                      <a:pt x="5812" y="26772"/>
                    </a:cubicBezTo>
                    <a:cubicBezTo>
                      <a:pt x="11973" y="33877"/>
                      <a:pt x="21995" y="34986"/>
                      <a:pt x="30723" y="35582"/>
                    </a:cubicBezTo>
                    <a:cubicBezTo>
                      <a:pt x="32901" y="35743"/>
                      <a:pt x="35099" y="35835"/>
                      <a:pt x="37299" y="35835"/>
                    </a:cubicBezTo>
                    <a:cubicBezTo>
                      <a:pt x="44597" y="35835"/>
                      <a:pt x="51924" y="34831"/>
                      <a:pt x="58693" y="32070"/>
                    </a:cubicBezTo>
                    <a:cubicBezTo>
                      <a:pt x="62800" y="30448"/>
                      <a:pt x="66825" y="28066"/>
                      <a:pt x="69145" y="24205"/>
                    </a:cubicBezTo>
                    <a:cubicBezTo>
                      <a:pt x="71281" y="20529"/>
                      <a:pt x="71630" y="15826"/>
                      <a:pt x="69228" y="12150"/>
                    </a:cubicBezTo>
                    <a:cubicBezTo>
                      <a:pt x="67174" y="8885"/>
                      <a:pt x="63662" y="7098"/>
                      <a:pt x="60151" y="5722"/>
                    </a:cubicBezTo>
                    <a:cubicBezTo>
                      <a:pt x="55879" y="4264"/>
                      <a:pt x="51341" y="3320"/>
                      <a:pt x="46987" y="2478"/>
                    </a:cubicBezTo>
                    <a:cubicBezTo>
                      <a:pt x="41935" y="1533"/>
                      <a:pt x="36883" y="753"/>
                      <a:pt x="31831" y="342"/>
                    </a:cubicBezTo>
                    <a:cubicBezTo>
                      <a:pt x="29450" y="171"/>
                      <a:pt x="27004" y="0"/>
                      <a:pt x="245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23"/>
              <p:cNvSpPr/>
              <p:nvPr/>
            </p:nvSpPr>
            <p:spPr>
              <a:xfrm>
                <a:off x="5814144" y="3060120"/>
                <a:ext cx="2909809" cy="1449820"/>
              </a:xfrm>
              <a:custGeom>
                <a:rect b="b" l="l" r="r" t="t"/>
                <a:pathLst>
                  <a:path extrusionOk="0" h="34360" w="68961">
                    <a:moveTo>
                      <a:pt x="29793" y="627"/>
                    </a:moveTo>
                    <a:cubicBezTo>
                      <a:pt x="31042" y="627"/>
                      <a:pt x="32291" y="656"/>
                      <a:pt x="33536" y="708"/>
                    </a:cubicBezTo>
                    <a:cubicBezTo>
                      <a:pt x="39019" y="872"/>
                      <a:pt x="44666" y="1385"/>
                      <a:pt x="50149" y="2248"/>
                    </a:cubicBezTo>
                    <a:cubicBezTo>
                      <a:pt x="55612" y="3193"/>
                      <a:pt x="61444" y="4897"/>
                      <a:pt x="65120" y="9600"/>
                    </a:cubicBezTo>
                    <a:cubicBezTo>
                      <a:pt x="68960" y="14570"/>
                      <a:pt x="68550" y="20977"/>
                      <a:pt x="64340" y="25597"/>
                    </a:cubicBezTo>
                    <a:cubicBezTo>
                      <a:pt x="60417" y="30054"/>
                      <a:pt x="54421" y="31512"/>
                      <a:pt x="48855" y="32456"/>
                    </a:cubicBezTo>
                    <a:cubicBezTo>
                      <a:pt x="43610" y="33353"/>
                      <a:pt x="38244" y="33806"/>
                      <a:pt x="32898" y="33806"/>
                    </a:cubicBezTo>
                    <a:cubicBezTo>
                      <a:pt x="31630" y="33806"/>
                      <a:pt x="30364" y="33781"/>
                      <a:pt x="29100" y="33730"/>
                    </a:cubicBezTo>
                    <a:cubicBezTo>
                      <a:pt x="23699" y="33483"/>
                      <a:pt x="18134" y="33052"/>
                      <a:pt x="12917" y="31245"/>
                    </a:cubicBezTo>
                    <a:cubicBezTo>
                      <a:pt x="7619" y="29376"/>
                      <a:pt x="2485" y="25782"/>
                      <a:pt x="1109" y="19786"/>
                    </a:cubicBezTo>
                    <a:cubicBezTo>
                      <a:pt x="0" y="15432"/>
                      <a:pt x="1027" y="10627"/>
                      <a:pt x="3594" y="7115"/>
                    </a:cubicBezTo>
                    <a:cubicBezTo>
                      <a:pt x="11507" y="2147"/>
                      <a:pt x="20660" y="627"/>
                      <a:pt x="29793" y="627"/>
                    </a:cubicBezTo>
                    <a:close/>
                    <a:moveTo>
                      <a:pt x="30015" y="1"/>
                    </a:moveTo>
                    <a:cubicBezTo>
                      <a:pt x="21187" y="1"/>
                      <a:pt x="12367" y="1344"/>
                      <a:pt x="4621" y="5760"/>
                    </a:cubicBezTo>
                    <a:cubicBezTo>
                      <a:pt x="5134" y="5246"/>
                      <a:pt x="5730" y="4733"/>
                      <a:pt x="6325" y="4219"/>
                    </a:cubicBezTo>
                    <a:cubicBezTo>
                      <a:pt x="6486" y="4148"/>
                      <a:pt x="6367" y="3937"/>
                      <a:pt x="6226" y="3937"/>
                    </a:cubicBezTo>
                    <a:cubicBezTo>
                      <a:pt x="6204" y="3937"/>
                      <a:pt x="6182" y="3942"/>
                      <a:pt x="6161" y="3952"/>
                    </a:cubicBezTo>
                    <a:cubicBezTo>
                      <a:pt x="5216" y="4651"/>
                      <a:pt x="4374" y="5493"/>
                      <a:pt x="3676" y="6355"/>
                    </a:cubicBezTo>
                    <a:cubicBezTo>
                      <a:pt x="3081" y="6704"/>
                      <a:pt x="2485" y="7115"/>
                      <a:pt x="1890" y="7464"/>
                    </a:cubicBezTo>
                    <a:cubicBezTo>
                      <a:pt x="1675" y="7679"/>
                      <a:pt x="1805" y="8052"/>
                      <a:pt x="1993" y="8052"/>
                    </a:cubicBezTo>
                    <a:cubicBezTo>
                      <a:pt x="2038" y="8052"/>
                      <a:pt x="2088" y="8030"/>
                      <a:pt x="2136" y="7977"/>
                    </a:cubicBezTo>
                    <a:cubicBezTo>
                      <a:pt x="2403" y="7895"/>
                      <a:pt x="2567" y="7731"/>
                      <a:pt x="2731" y="7628"/>
                    </a:cubicBezTo>
                    <a:lnTo>
                      <a:pt x="2731" y="7628"/>
                    </a:lnTo>
                    <a:cubicBezTo>
                      <a:pt x="1109" y="10031"/>
                      <a:pt x="267" y="12947"/>
                      <a:pt x="164" y="15945"/>
                    </a:cubicBezTo>
                    <a:cubicBezTo>
                      <a:pt x="82" y="20895"/>
                      <a:pt x="2403" y="25351"/>
                      <a:pt x="6161" y="28267"/>
                    </a:cubicBezTo>
                    <a:cubicBezTo>
                      <a:pt x="10350" y="31594"/>
                      <a:pt x="15751" y="32888"/>
                      <a:pt x="20803" y="33565"/>
                    </a:cubicBezTo>
                    <a:cubicBezTo>
                      <a:pt x="24877" y="34101"/>
                      <a:pt x="28950" y="34359"/>
                      <a:pt x="33024" y="34359"/>
                    </a:cubicBezTo>
                    <a:cubicBezTo>
                      <a:pt x="36138" y="34359"/>
                      <a:pt x="39252" y="34208"/>
                      <a:pt x="42366" y="33915"/>
                    </a:cubicBezTo>
                    <a:cubicBezTo>
                      <a:pt x="48609" y="33216"/>
                      <a:pt x="55530" y="32456"/>
                      <a:pt x="61013" y="29027"/>
                    </a:cubicBezTo>
                    <a:cubicBezTo>
                      <a:pt x="65366" y="26378"/>
                      <a:pt x="68960" y="21490"/>
                      <a:pt x="68365" y="16028"/>
                    </a:cubicBezTo>
                    <a:cubicBezTo>
                      <a:pt x="67851" y="10811"/>
                      <a:pt x="63826" y="6602"/>
                      <a:pt x="59473" y="4384"/>
                    </a:cubicBezTo>
                    <a:cubicBezTo>
                      <a:pt x="53907" y="1652"/>
                      <a:pt x="47500" y="1221"/>
                      <a:pt x="41504" y="626"/>
                    </a:cubicBezTo>
                    <a:cubicBezTo>
                      <a:pt x="37732" y="257"/>
                      <a:pt x="33873" y="1"/>
                      <a:pt x="30015" y="1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0" name="Google Shape;390;p23"/>
            <p:cNvGrpSpPr/>
            <p:nvPr/>
          </p:nvGrpSpPr>
          <p:grpSpPr>
            <a:xfrm>
              <a:off x="1414617" y="1305562"/>
              <a:ext cx="2596906" cy="1527966"/>
              <a:chOff x="5727476" y="1229374"/>
              <a:chExt cx="3022470" cy="1527966"/>
            </a:xfrm>
          </p:grpSpPr>
          <p:sp>
            <p:nvSpPr>
              <p:cNvPr id="391" name="Google Shape;391;p23"/>
              <p:cNvSpPr/>
              <p:nvPr/>
            </p:nvSpPr>
            <p:spPr>
              <a:xfrm>
                <a:off x="5727476" y="1229374"/>
                <a:ext cx="3022470" cy="1512058"/>
              </a:xfrm>
              <a:custGeom>
                <a:rect b="b" l="l" r="r" t="t"/>
                <a:pathLst>
                  <a:path extrusionOk="0" h="35835" w="71631">
                    <a:moveTo>
                      <a:pt x="24555" y="0"/>
                    </a:moveTo>
                    <a:cubicBezTo>
                      <a:pt x="21999" y="0"/>
                      <a:pt x="19439" y="186"/>
                      <a:pt x="16943" y="753"/>
                    </a:cubicBezTo>
                    <a:cubicBezTo>
                      <a:pt x="13780" y="1451"/>
                      <a:pt x="10618" y="2991"/>
                      <a:pt x="8379" y="5373"/>
                    </a:cubicBezTo>
                    <a:cubicBezTo>
                      <a:pt x="8051" y="5476"/>
                      <a:pt x="7784" y="5558"/>
                      <a:pt x="7537" y="5722"/>
                    </a:cubicBezTo>
                    <a:cubicBezTo>
                      <a:pt x="1" y="10507"/>
                      <a:pt x="432" y="20611"/>
                      <a:pt x="5812" y="26772"/>
                    </a:cubicBezTo>
                    <a:cubicBezTo>
                      <a:pt x="11973" y="33877"/>
                      <a:pt x="21995" y="34986"/>
                      <a:pt x="30723" y="35582"/>
                    </a:cubicBezTo>
                    <a:cubicBezTo>
                      <a:pt x="32901" y="35743"/>
                      <a:pt x="35099" y="35835"/>
                      <a:pt x="37299" y="35835"/>
                    </a:cubicBezTo>
                    <a:cubicBezTo>
                      <a:pt x="44597" y="35835"/>
                      <a:pt x="51924" y="34831"/>
                      <a:pt x="58693" y="32070"/>
                    </a:cubicBezTo>
                    <a:cubicBezTo>
                      <a:pt x="62800" y="30448"/>
                      <a:pt x="66825" y="28066"/>
                      <a:pt x="69145" y="24205"/>
                    </a:cubicBezTo>
                    <a:cubicBezTo>
                      <a:pt x="71281" y="20529"/>
                      <a:pt x="71630" y="15826"/>
                      <a:pt x="69228" y="12150"/>
                    </a:cubicBezTo>
                    <a:cubicBezTo>
                      <a:pt x="67174" y="8885"/>
                      <a:pt x="63662" y="7098"/>
                      <a:pt x="60151" y="5722"/>
                    </a:cubicBezTo>
                    <a:cubicBezTo>
                      <a:pt x="55879" y="4264"/>
                      <a:pt x="51341" y="3320"/>
                      <a:pt x="46987" y="2478"/>
                    </a:cubicBezTo>
                    <a:cubicBezTo>
                      <a:pt x="41935" y="1533"/>
                      <a:pt x="36883" y="753"/>
                      <a:pt x="31831" y="342"/>
                    </a:cubicBezTo>
                    <a:cubicBezTo>
                      <a:pt x="29450" y="171"/>
                      <a:pt x="27004" y="0"/>
                      <a:pt x="245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23"/>
              <p:cNvSpPr/>
              <p:nvPr/>
            </p:nvSpPr>
            <p:spPr>
              <a:xfrm>
                <a:off x="5814144" y="1307520"/>
                <a:ext cx="2909809" cy="1449820"/>
              </a:xfrm>
              <a:custGeom>
                <a:rect b="b" l="l" r="r" t="t"/>
                <a:pathLst>
                  <a:path extrusionOk="0" h="34360" w="68961">
                    <a:moveTo>
                      <a:pt x="29793" y="627"/>
                    </a:moveTo>
                    <a:cubicBezTo>
                      <a:pt x="31042" y="627"/>
                      <a:pt x="32291" y="656"/>
                      <a:pt x="33536" y="708"/>
                    </a:cubicBezTo>
                    <a:cubicBezTo>
                      <a:pt x="39019" y="872"/>
                      <a:pt x="44666" y="1385"/>
                      <a:pt x="50149" y="2248"/>
                    </a:cubicBezTo>
                    <a:cubicBezTo>
                      <a:pt x="55612" y="3193"/>
                      <a:pt x="61444" y="4897"/>
                      <a:pt x="65120" y="9600"/>
                    </a:cubicBezTo>
                    <a:cubicBezTo>
                      <a:pt x="68960" y="14570"/>
                      <a:pt x="68550" y="20977"/>
                      <a:pt x="64340" y="25597"/>
                    </a:cubicBezTo>
                    <a:cubicBezTo>
                      <a:pt x="60417" y="30054"/>
                      <a:pt x="54421" y="31512"/>
                      <a:pt x="48855" y="32456"/>
                    </a:cubicBezTo>
                    <a:cubicBezTo>
                      <a:pt x="43610" y="33353"/>
                      <a:pt x="38244" y="33806"/>
                      <a:pt x="32898" y="33806"/>
                    </a:cubicBezTo>
                    <a:cubicBezTo>
                      <a:pt x="31630" y="33806"/>
                      <a:pt x="30364" y="33781"/>
                      <a:pt x="29100" y="33730"/>
                    </a:cubicBezTo>
                    <a:cubicBezTo>
                      <a:pt x="23699" y="33483"/>
                      <a:pt x="18134" y="33052"/>
                      <a:pt x="12917" y="31245"/>
                    </a:cubicBezTo>
                    <a:cubicBezTo>
                      <a:pt x="7619" y="29376"/>
                      <a:pt x="2485" y="25782"/>
                      <a:pt x="1109" y="19786"/>
                    </a:cubicBezTo>
                    <a:cubicBezTo>
                      <a:pt x="0" y="15432"/>
                      <a:pt x="1027" y="10627"/>
                      <a:pt x="3594" y="7115"/>
                    </a:cubicBezTo>
                    <a:cubicBezTo>
                      <a:pt x="11507" y="2147"/>
                      <a:pt x="20660" y="627"/>
                      <a:pt x="29793" y="627"/>
                    </a:cubicBezTo>
                    <a:close/>
                    <a:moveTo>
                      <a:pt x="30015" y="1"/>
                    </a:moveTo>
                    <a:cubicBezTo>
                      <a:pt x="21187" y="1"/>
                      <a:pt x="12367" y="1344"/>
                      <a:pt x="4621" y="5760"/>
                    </a:cubicBezTo>
                    <a:cubicBezTo>
                      <a:pt x="5134" y="5246"/>
                      <a:pt x="5730" y="4733"/>
                      <a:pt x="6325" y="4219"/>
                    </a:cubicBezTo>
                    <a:cubicBezTo>
                      <a:pt x="6486" y="4148"/>
                      <a:pt x="6367" y="3937"/>
                      <a:pt x="6226" y="3937"/>
                    </a:cubicBezTo>
                    <a:cubicBezTo>
                      <a:pt x="6204" y="3937"/>
                      <a:pt x="6182" y="3942"/>
                      <a:pt x="6161" y="3952"/>
                    </a:cubicBezTo>
                    <a:cubicBezTo>
                      <a:pt x="5216" y="4651"/>
                      <a:pt x="4374" y="5493"/>
                      <a:pt x="3676" y="6355"/>
                    </a:cubicBezTo>
                    <a:cubicBezTo>
                      <a:pt x="3081" y="6704"/>
                      <a:pt x="2485" y="7115"/>
                      <a:pt x="1890" y="7464"/>
                    </a:cubicBezTo>
                    <a:cubicBezTo>
                      <a:pt x="1675" y="7679"/>
                      <a:pt x="1805" y="8052"/>
                      <a:pt x="1993" y="8052"/>
                    </a:cubicBezTo>
                    <a:cubicBezTo>
                      <a:pt x="2038" y="8052"/>
                      <a:pt x="2088" y="8030"/>
                      <a:pt x="2136" y="7977"/>
                    </a:cubicBezTo>
                    <a:cubicBezTo>
                      <a:pt x="2403" y="7895"/>
                      <a:pt x="2567" y="7731"/>
                      <a:pt x="2731" y="7628"/>
                    </a:cubicBezTo>
                    <a:lnTo>
                      <a:pt x="2731" y="7628"/>
                    </a:lnTo>
                    <a:cubicBezTo>
                      <a:pt x="1109" y="10031"/>
                      <a:pt x="267" y="12947"/>
                      <a:pt x="164" y="15945"/>
                    </a:cubicBezTo>
                    <a:cubicBezTo>
                      <a:pt x="82" y="20895"/>
                      <a:pt x="2403" y="25351"/>
                      <a:pt x="6161" y="28267"/>
                    </a:cubicBezTo>
                    <a:cubicBezTo>
                      <a:pt x="10350" y="31594"/>
                      <a:pt x="15751" y="32888"/>
                      <a:pt x="20803" y="33565"/>
                    </a:cubicBezTo>
                    <a:cubicBezTo>
                      <a:pt x="24877" y="34101"/>
                      <a:pt x="28950" y="34359"/>
                      <a:pt x="33024" y="34359"/>
                    </a:cubicBezTo>
                    <a:cubicBezTo>
                      <a:pt x="36138" y="34359"/>
                      <a:pt x="39252" y="34208"/>
                      <a:pt x="42366" y="33915"/>
                    </a:cubicBezTo>
                    <a:cubicBezTo>
                      <a:pt x="48609" y="33216"/>
                      <a:pt x="55530" y="32456"/>
                      <a:pt x="61013" y="29027"/>
                    </a:cubicBezTo>
                    <a:cubicBezTo>
                      <a:pt x="65366" y="26378"/>
                      <a:pt x="68960" y="21490"/>
                      <a:pt x="68365" y="16028"/>
                    </a:cubicBezTo>
                    <a:cubicBezTo>
                      <a:pt x="67851" y="10811"/>
                      <a:pt x="63826" y="6602"/>
                      <a:pt x="59473" y="4384"/>
                    </a:cubicBezTo>
                    <a:cubicBezTo>
                      <a:pt x="53907" y="1652"/>
                      <a:pt x="47500" y="1221"/>
                      <a:pt x="41504" y="626"/>
                    </a:cubicBezTo>
                    <a:cubicBezTo>
                      <a:pt x="37732" y="257"/>
                      <a:pt x="33873" y="1"/>
                      <a:pt x="30015" y="1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3" name="Google Shape;393;p23"/>
            <p:cNvSpPr/>
            <p:nvPr/>
          </p:nvSpPr>
          <p:spPr>
            <a:xfrm flipH="1" rot="-5776165">
              <a:off x="4393927" y="1022743"/>
              <a:ext cx="356232" cy="1100694"/>
            </a:xfrm>
            <a:custGeom>
              <a:rect b="b" l="l" r="r" t="t"/>
              <a:pathLst>
                <a:path extrusionOk="0" h="21856" w="12651">
                  <a:moveTo>
                    <a:pt x="10782" y="19711"/>
                  </a:moveTo>
                  <a:cubicBezTo>
                    <a:pt x="11029" y="19957"/>
                    <a:pt x="11296" y="20224"/>
                    <a:pt x="11542" y="20553"/>
                  </a:cubicBezTo>
                  <a:cubicBezTo>
                    <a:pt x="11296" y="20470"/>
                    <a:pt x="11111" y="20388"/>
                    <a:pt x="10864" y="20306"/>
                  </a:cubicBezTo>
                  <a:cubicBezTo>
                    <a:pt x="10782" y="20142"/>
                    <a:pt x="10597" y="19957"/>
                    <a:pt x="10515" y="19793"/>
                  </a:cubicBezTo>
                  <a:lnTo>
                    <a:pt x="10597" y="19793"/>
                  </a:lnTo>
                  <a:cubicBezTo>
                    <a:pt x="10680" y="19793"/>
                    <a:pt x="10782" y="19793"/>
                    <a:pt x="10782" y="19711"/>
                  </a:cubicBezTo>
                  <a:close/>
                  <a:moveTo>
                    <a:pt x="6982" y="1"/>
                  </a:moveTo>
                  <a:cubicBezTo>
                    <a:pt x="6963" y="1"/>
                    <a:pt x="6943" y="6"/>
                    <a:pt x="6921" y="16"/>
                  </a:cubicBezTo>
                  <a:cubicBezTo>
                    <a:pt x="2568" y="1824"/>
                    <a:pt x="1" y="6875"/>
                    <a:pt x="843" y="11496"/>
                  </a:cubicBezTo>
                  <a:cubicBezTo>
                    <a:pt x="1787" y="16712"/>
                    <a:pt x="5812" y="19279"/>
                    <a:pt x="10433" y="20737"/>
                  </a:cubicBezTo>
                  <a:cubicBezTo>
                    <a:pt x="10433" y="20819"/>
                    <a:pt x="10433" y="20819"/>
                    <a:pt x="10515" y="20819"/>
                  </a:cubicBezTo>
                  <a:cubicBezTo>
                    <a:pt x="10515" y="20902"/>
                    <a:pt x="10597" y="20984"/>
                    <a:pt x="10597" y="20984"/>
                  </a:cubicBezTo>
                  <a:cubicBezTo>
                    <a:pt x="10084" y="21169"/>
                    <a:pt x="9571" y="21251"/>
                    <a:pt x="8975" y="21333"/>
                  </a:cubicBezTo>
                  <a:cubicBezTo>
                    <a:pt x="8652" y="21409"/>
                    <a:pt x="8786" y="21855"/>
                    <a:pt x="9069" y="21855"/>
                  </a:cubicBezTo>
                  <a:cubicBezTo>
                    <a:pt x="9092" y="21855"/>
                    <a:pt x="9115" y="21852"/>
                    <a:pt x="9139" y="21846"/>
                  </a:cubicBezTo>
                  <a:cubicBezTo>
                    <a:pt x="9838" y="21764"/>
                    <a:pt x="10515" y="21682"/>
                    <a:pt x="11111" y="21579"/>
                  </a:cubicBezTo>
                  <a:cubicBezTo>
                    <a:pt x="11166" y="21610"/>
                    <a:pt x="11220" y="21622"/>
                    <a:pt x="11270" y="21622"/>
                  </a:cubicBezTo>
                  <a:cubicBezTo>
                    <a:pt x="11387" y="21622"/>
                    <a:pt x="11484" y="21555"/>
                    <a:pt x="11542" y="21497"/>
                  </a:cubicBezTo>
                  <a:cubicBezTo>
                    <a:pt x="11809" y="21497"/>
                    <a:pt x="12055" y="21415"/>
                    <a:pt x="12405" y="21415"/>
                  </a:cubicBezTo>
                  <a:cubicBezTo>
                    <a:pt x="12569" y="21333"/>
                    <a:pt x="12651" y="21066"/>
                    <a:pt x="12569" y="20984"/>
                  </a:cubicBezTo>
                  <a:cubicBezTo>
                    <a:pt x="11891" y="19875"/>
                    <a:pt x="11111" y="19012"/>
                    <a:pt x="10002" y="18417"/>
                  </a:cubicBezTo>
                  <a:cubicBezTo>
                    <a:pt x="9959" y="18402"/>
                    <a:pt x="9915" y="18396"/>
                    <a:pt x="9872" y="18396"/>
                  </a:cubicBezTo>
                  <a:cubicBezTo>
                    <a:pt x="9672" y="18396"/>
                    <a:pt x="9503" y="18546"/>
                    <a:pt x="9571" y="18766"/>
                  </a:cubicBezTo>
                  <a:cubicBezTo>
                    <a:pt x="9571" y="18930"/>
                    <a:pt x="9653" y="19115"/>
                    <a:pt x="9653" y="19197"/>
                  </a:cubicBezTo>
                  <a:cubicBezTo>
                    <a:pt x="9406" y="19279"/>
                    <a:pt x="9324" y="19526"/>
                    <a:pt x="9488" y="19711"/>
                  </a:cubicBezTo>
                  <a:cubicBezTo>
                    <a:pt x="9571" y="19793"/>
                    <a:pt x="9571" y="19875"/>
                    <a:pt x="9653" y="19957"/>
                  </a:cubicBezTo>
                  <a:cubicBezTo>
                    <a:pt x="5895" y="18499"/>
                    <a:pt x="2568" y="16363"/>
                    <a:pt x="1541" y="12092"/>
                  </a:cubicBezTo>
                  <a:cubicBezTo>
                    <a:pt x="247" y="7204"/>
                    <a:pt x="2896" y="2768"/>
                    <a:pt x="7004" y="283"/>
                  </a:cubicBezTo>
                  <a:cubicBezTo>
                    <a:pt x="7164" y="212"/>
                    <a:pt x="7108" y="1"/>
                    <a:pt x="6982" y="1"/>
                  </a:cubicBez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3"/>
            <p:cNvSpPr/>
            <p:nvPr/>
          </p:nvSpPr>
          <p:spPr>
            <a:xfrm flipH="1" rot="-579557">
              <a:off x="7703522" y="2456063"/>
              <a:ext cx="375107" cy="943636"/>
            </a:xfrm>
            <a:custGeom>
              <a:rect b="b" l="l" r="r" t="t"/>
              <a:pathLst>
                <a:path extrusionOk="0" h="21856" w="12651">
                  <a:moveTo>
                    <a:pt x="10782" y="19711"/>
                  </a:moveTo>
                  <a:cubicBezTo>
                    <a:pt x="11029" y="19957"/>
                    <a:pt x="11296" y="20224"/>
                    <a:pt x="11542" y="20553"/>
                  </a:cubicBezTo>
                  <a:cubicBezTo>
                    <a:pt x="11296" y="20470"/>
                    <a:pt x="11111" y="20388"/>
                    <a:pt x="10864" y="20306"/>
                  </a:cubicBezTo>
                  <a:cubicBezTo>
                    <a:pt x="10782" y="20142"/>
                    <a:pt x="10597" y="19957"/>
                    <a:pt x="10515" y="19793"/>
                  </a:cubicBezTo>
                  <a:lnTo>
                    <a:pt x="10597" y="19793"/>
                  </a:lnTo>
                  <a:cubicBezTo>
                    <a:pt x="10680" y="19793"/>
                    <a:pt x="10782" y="19793"/>
                    <a:pt x="10782" y="19711"/>
                  </a:cubicBezTo>
                  <a:close/>
                  <a:moveTo>
                    <a:pt x="6982" y="1"/>
                  </a:moveTo>
                  <a:cubicBezTo>
                    <a:pt x="6963" y="1"/>
                    <a:pt x="6943" y="6"/>
                    <a:pt x="6921" y="16"/>
                  </a:cubicBezTo>
                  <a:cubicBezTo>
                    <a:pt x="2568" y="1824"/>
                    <a:pt x="1" y="6875"/>
                    <a:pt x="843" y="11496"/>
                  </a:cubicBezTo>
                  <a:cubicBezTo>
                    <a:pt x="1787" y="16712"/>
                    <a:pt x="5812" y="19279"/>
                    <a:pt x="10433" y="20737"/>
                  </a:cubicBezTo>
                  <a:cubicBezTo>
                    <a:pt x="10433" y="20819"/>
                    <a:pt x="10433" y="20819"/>
                    <a:pt x="10515" y="20819"/>
                  </a:cubicBezTo>
                  <a:cubicBezTo>
                    <a:pt x="10515" y="20902"/>
                    <a:pt x="10597" y="20984"/>
                    <a:pt x="10597" y="20984"/>
                  </a:cubicBezTo>
                  <a:cubicBezTo>
                    <a:pt x="10084" y="21169"/>
                    <a:pt x="9571" y="21251"/>
                    <a:pt x="8975" y="21333"/>
                  </a:cubicBezTo>
                  <a:cubicBezTo>
                    <a:pt x="8652" y="21409"/>
                    <a:pt x="8786" y="21855"/>
                    <a:pt x="9069" y="21855"/>
                  </a:cubicBezTo>
                  <a:cubicBezTo>
                    <a:pt x="9092" y="21855"/>
                    <a:pt x="9115" y="21852"/>
                    <a:pt x="9139" y="21846"/>
                  </a:cubicBezTo>
                  <a:cubicBezTo>
                    <a:pt x="9838" y="21764"/>
                    <a:pt x="10515" y="21682"/>
                    <a:pt x="11111" y="21579"/>
                  </a:cubicBezTo>
                  <a:cubicBezTo>
                    <a:pt x="11166" y="21610"/>
                    <a:pt x="11220" y="21622"/>
                    <a:pt x="11270" y="21622"/>
                  </a:cubicBezTo>
                  <a:cubicBezTo>
                    <a:pt x="11387" y="21622"/>
                    <a:pt x="11484" y="21555"/>
                    <a:pt x="11542" y="21497"/>
                  </a:cubicBezTo>
                  <a:cubicBezTo>
                    <a:pt x="11809" y="21497"/>
                    <a:pt x="12055" y="21415"/>
                    <a:pt x="12405" y="21415"/>
                  </a:cubicBezTo>
                  <a:cubicBezTo>
                    <a:pt x="12569" y="21333"/>
                    <a:pt x="12651" y="21066"/>
                    <a:pt x="12569" y="20984"/>
                  </a:cubicBezTo>
                  <a:cubicBezTo>
                    <a:pt x="11891" y="19875"/>
                    <a:pt x="11111" y="19012"/>
                    <a:pt x="10002" y="18417"/>
                  </a:cubicBezTo>
                  <a:cubicBezTo>
                    <a:pt x="9959" y="18402"/>
                    <a:pt x="9915" y="18396"/>
                    <a:pt x="9872" y="18396"/>
                  </a:cubicBezTo>
                  <a:cubicBezTo>
                    <a:pt x="9672" y="18396"/>
                    <a:pt x="9503" y="18546"/>
                    <a:pt x="9571" y="18766"/>
                  </a:cubicBezTo>
                  <a:cubicBezTo>
                    <a:pt x="9571" y="18930"/>
                    <a:pt x="9653" y="19115"/>
                    <a:pt x="9653" y="19197"/>
                  </a:cubicBezTo>
                  <a:cubicBezTo>
                    <a:pt x="9406" y="19279"/>
                    <a:pt x="9324" y="19526"/>
                    <a:pt x="9488" y="19711"/>
                  </a:cubicBezTo>
                  <a:cubicBezTo>
                    <a:pt x="9571" y="19793"/>
                    <a:pt x="9571" y="19875"/>
                    <a:pt x="9653" y="19957"/>
                  </a:cubicBezTo>
                  <a:cubicBezTo>
                    <a:pt x="5895" y="18499"/>
                    <a:pt x="2568" y="16363"/>
                    <a:pt x="1541" y="12092"/>
                  </a:cubicBezTo>
                  <a:cubicBezTo>
                    <a:pt x="247" y="7204"/>
                    <a:pt x="2896" y="2768"/>
                    <a:pt x="7004" y="283"/>
                  </a:cubicBezTo>
                  <a:cubicBezTo>
                    <a:pt x="7164" y="212"/>
                    <a:pt x="7108" y="1"/>
                    <a:pt x="6982" y="1"/>
                  </a:cubicBez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3"/>
            <p:cNvSpPr/>
            <p:nvPr/>
          </p:nvSpPr>
          <p:spPr>
            <a:xfrm flipH="1" rot="5023835">
              <a:off x="4393916" y="3732338"/>
              <a:ext cx="356232" cy="1100694"/>
            </a:xfrm>
            <a:custGeom>
              <a:rect b="b" l="l" r="r" t="t"/>
              <a:pathLst>
                <a:path extrusionOk="0" h="21856" w="12651">
                  <a:moveTo>
                    <a:pt x="10782" y="19711"/>
                  </a:moveTo>
                  <a:cubicBezTo>
                    <a:pt x="11029" y="19957"/>
                    <a:pt x="11296" y="20224"/>
                    <a:pt x="11542" y="20553"/>
                  </a:cubicBezTo>
                  <a:cubicBezTo>
                    <a:pt x="11296" y="20470"/>
                    <a:pt x="11111" y="20388"/>
                    <a:pt x="10864" y="20306"/>
                  </a:cubicBezTo>
                  <a:cubicBezTo>
                    <a:pt x="10782" y="20142"/>
                    <a:pt x="10597" y="19957"/>
                    <a:pt x="10515" y="19793"/>
                  </a:cubicBezTo>
                  <a:lnTo>
                    <a:pt x="10597" y="19793"/>
                  </a:lnTo>
                  <a:cubicBezTo>
                    <a:pt x="10680" y="19793"/>
                    <a:pt x="10782" y="19793"/>
                    <a:pt x="10782" y="19711"/>
                  </a:cubicBezTo>
                  <a:close/>
                  <a:moveTo>
                    <a:pt x="6982" y="1"/>
                  </a:moveTo>
                  <a:cubicBezTo>
                    <a:pt x="6963" y="1"/>
                    <a:pt x="6943" y="6"/>
                    <a:pt x="6921" y="16"/>
                  </a:cubicBezTo>
                  <a:cubicBezTo>
                    <a:pt x="2568" y="1824"/>
                    <a:pt x="1" y="6875"/>
                    <a:pt x="843" y="11496"/>
                  </a:cubicBezTo>
                  <a:cubicBezTo>
                    <a:pt x="1787" y="16712"/>
                    <a:pt x="5812" y="19279"/>
                    <a:pt x="10433" y="20737"/>
                  </a:cubicBezTo>
                  <a:cubicBezTo>
                    <a:pt x="10433" y="20819"/>
                    <a:pt x="10433" y="20819"/>
                    <a:pt x="10515" y="20819"/>
                  </a:cubicBezTo>
                  <a:cubicBezTo>
                    <a:pt x="10515" y="20902"/>
                    <a:pt x="10597" y="20984"/>
                    <a:pt x="10597" y="20984"/>
                  </a:cubicBezTo>
                  <a:cubicBezTo>
                    <a:pt x="10084" y="21169"/>
                    <a:pt x="9571" y="21251"/>
                    <a:pt x="8975" y="21333"/>
                  </a:cubicBezTo>
                  <a:cubicBezTo>
                    <a:pt x="8652" y="21409"/>
                    <a:pt x="8786" y="21855"/>
                    <a:pt x="9069" y="21855"/>
                  </a:cubicBezTo>
                  <a:cubicBezTo>
                    <a:pt x="9092" y="21855"/>
                    <a:pt x="9115" y="21852"/>
                    <a:pt x="9139" y="21846"/>
                  </a:cubicBezTo>
                  <a:cubicBezTo>
                    <a:pt x="9838" y="21764"/>
                    <a:pt x="10515" y="21682"/>
                    <a:pt x="11111" y="21579"/>
                  </a:cubicBezTo>
                  <a:cubicBezTo>
                    <a:pt x="11166" y="21610"/>
                    <a:pt x="11220" y="21622"/>
                    <a:pt x="11270" y="21622"/>
                  </a:cubicBezTo>
                  <a:cubicBezTo>
                    <a:pt x="11387" y="21622"/>
                    <a:pt x="11484" y="21555"/>
                    <a:pt x="11542" y="21497"/>
                  </a:cubicBezTo>
                  <a:cubicBezTo>
                    <a:pt x="11809" y="21497"/>
                    <a:pt x="12055" y="21415"/>
                    <a:pt x="12405" y="21415"/>
                  </a:cubicBezTo>
                  <a:cubicBezTo>
                    <a:pt x="12569" y="21333"/>
                    <a:pt x="12651" y="21066"/>
                    <a:pt x="12569" y="20984"/>
                  </a:cubicBezTo>
                  <a:cubicBezTo>
                    <a:pt x="11891" y="19875"/>
                    <a:pt x="11111" y="19012"/>
                    <a:pt x="10002" y="18417"/>
                  </a:cubicBezTo>
                  <a:cubicBezTo>
                    <a:pt x="9959" y="18402"/>
                    <a:pt x="9915" y="18396"/>
                    <a:pt x="9872" y="18396"/>
                  </a:cubicBezTo>
                  <a:cubicBezTo>
                    <a:pt x="9672" y="18396"/>
                    <a:pt x="9503" y="18546"/>
                    <a:pt x="9571" y="18766"/>
                  </a:cubicBezTo>
                  <a:cubicBezTo>
                    <a:pt x="9571" y="18930"/>
                    <a:pt x="9653" y="19115"/>
                    <a:pt x="9653" y="19197"/>
                  </a:cubicBezTo>
                  <a:cubicBezTo>
                    <a:pt x="9406" y="19279"/>
                    <a:pt x="9324" y="19526"/>
                    <a:pt x="9488" y="19711"/>
                  </a:cubicBezTo>
                  <a:cubicBezTo>
                    <a:pt x="9571" y="19793"/>
                    <a:pt x="9571" y="19875"/>
                    <a:pt x="9653" y="19957"/>
                  </a:cubicBezTo>
                  <a:cubicBezTo>
                    <a:pt x="5895" y="18499"/>
                    <a:pt x="2568" y="16363"/>
                    <a:pt x="1541" y="12092"/>
                  </a:cubicBezTo>
                  <a:cubicBezTo>
                    <a:pt x="247" y="7204"/>
                    <a:pt x="2896" y="2768"/>
                    <a:pt x="7004" y="283"/>
                  </a:cubicBezTo>
                  <a:cubicBezTo>
                    <a:pt x="7164" y="212"/>
                    <a:pt x="7108" y="1"/>
                    <a:pt x="6982" y="1"/>
                  </a:cubicBez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3"/>
            <p:cNvSpPr/>
            <p:nvPr/>
          </p:nvSpPr>
          <p:spPr>
            <a:xfrm flipH="1" rot="10220443">
              <a:off x="1065429" y="2456063"/>
              <a:ext cx="375107" cy="943636"/>
            </a:xfrm>
            <a:custGeom>
              <a:rect b="b" l="l" r="r" t="t"/>
              <a:pathLst>
                <a:path extrusionOk="0" h="21856" w="12651">
                  <a:moveTo>
                    <a:pt x="10782" y="19711"/>
                  </a:moveTo>
                  <a:cubicBezTo>
                    <a:pt x="11029" y="19957"/>
                    <a:pt x="11296" y="20224"/>
                    <a:pt x="11542" y="20553"/>
                  </a:cubicBezTo>
                  <a:cubicBezTo>
                    <a:pt x="11296" y="20470"/>
                    <a:pt x="11111" y="20388"/>
                    <a:pt x="10864" y="20306"/>
                  </a:cubicBezTo>
                  <a:cubicBezTo>
                    <a:pt x="10782" y="20142"/>
                    <a:pt x="10597" y="19957"/>
                    <a:pt x="10515" y="19793"/>
                  </a:cubicBezTo>
                  <a:lnTo>
                    <a:pt x="10597" y="19793"/>
                  </a:lnTo>
                  <a:cubicBezTo>
                    <a:pt x="10680" y="19793"/>
                    <a:pt x="10782" y="19793"/>
                    <a:pt x="10782" y="19711"/>
                  </a:cubicBezTo>
                  <a:close/>
                  <a:moveTo>
                    <a:pt x="6982" y="1"/>
                  </a:moveTo>
                  <a:cubicBezTo>
                    <a:pt x="6963" y="1"/>
                    <a:pt x="6943" y="6"/>
                    <a:pt x="6921" y="16"/>
                  </a:cubicBezTo>
                  <a:cubicBezTo>
                    <a:pt x="2568" y="1824"/>
                    <a:pt x="1" y="6875"/>
                    <a:pt x="843" y="11496"/>
                  </a:cubicBezTo>
                  <a:cubicBezTo>
                    <a:pt x="1787" y="16712"/>
                    <a:pt x="5812" y="19279"/>
                    <a:pt x="10433" y="20737"/>
                  </a:cubicBezTo>
                  <a:cubicBezTo>
                    <a:pt x="10433" y="20819"/>
                    <a:pt x="10433" y="20819"/>
                    <a:pt x="10515" y="20819"/>
                  </a:cubicBezTo>
                  <a:cubicBezTo>
                    <a:pt x="10515" y="20902"/>
                    <a:pt x="10597" y="20984"/>
                    <a:pt x="10597" y="20984"/>
                  </a:cubicBezTo>
                  <a:cubicBezTo>
                    <a:pt x="10084" y="21169"/>
                    <a:pt x="9571" y="21251"/>
                    <a:pt x="8975" y="21333"/>
                  </a:cubicBezTo>
                  <a:cubicBezTo>
                    <a:pt x="8652" y="21409"/>
                    <a:pt x="8786" y="21855"/>
                    <a:pt x="9069" y="21855"/>
                  </a:cubicBezTo>
                  <a:cubicBezTo>
                    <a:pt x="9092" y="21855"/>
                    <a:pt x="9115" y="21852"/>
                    <a:pt x="9139" y="21846"/>
                  </a:cubicBezTo>
                  <a:cubicBezTo>
                    <a:pt x="9838" y="21764"/>
                    <a:pt x="10515" y="21682"/>
                    <a:pt x="11111" y="21579"/>
                  </a:cubicBezTo>
                  <a:cubicBezTo>
                    <a:pt x="11166" y="21610"/>
                    <a:pt x="11220" y="21622"/>
                    <a:pt x="11270" y="21622"/>
                  </a:cubicBezTo>
                  <a:cubicBezTo>
                    <a:pt x="11387" y="21622"/>
                    <a:pt x="11484" y="21555"/>
                    <a:pt x="11542" y="21497"/>
                  </a:cubicBezTo>
                  <a:cubicBezTo>
                    <a:pt x="11809" y="21497"/>
                    <a:pt x="12055" y="21415"/>
                    <a:pt x="12405" y="21415"/>
                  </a:cubicBezTo>
                  <a:cubicBezTo>
                    <a:pt x="12569" y="21333"/>
                    <a:pt x="12651" y="21066"/>
                    <a:pt x="12569" y="20984"/>
                  </a:cubicBezTo>
                  <a:cubicBezTo>
                    <a:pt x="11891" y="19875"/>
                    <a:pt x="11111" y="19012"/>
                    <a:pt x="10002" y="18417"/>
                  </a:cubicBezTo>
                  <a:cubicBezTo>
                    <a:pt x="9959" y="18402"/>
                    <a:pt x="9915" y="18396"/>
                    <a:pt x="9872" y="18396"/>
                  </a:cubicBezTo>
                  <a:cubicBezTo>
                    <a:pt x="9672" y="18396"/>
                    <a:pt x="9503" y="18546"/>
                    <a:pt x="9571" y="18766"/>
                  </a:cubicBezTo>
                  <a:cubicBezTo>
                    <a:pt x="9571" y="18930"/>
                    <a:pt x="9653" y="19115"/>
                    <a:pt x="9653" y="19197"/>
                  </a:cubicBezTo>
                  <a:cubicBezTo>
                    <a:pt x="9406" y="19279"/>
                    <a:pt x="9324" y="19526"/>
                    <a:pt x="9488" y="19711"/>
                  </a:cubicBezTo>
                  <a:cubicBezTo>
                    <a:pt x="9571" y="19793"/>
                    <a:pt x="9571" y="19875"/>
                    <a:pt x="9653" y="19957"/>
                  </a:cubicBezTo>
                  <a:cubicBezTo>
                    <a:pt x="5895" y="18499"/>
                    <a:pt x="2568" y="16363"/>
                    <a:pt x="1541" y="12092"/>
                  </a:cubicBezTo>
                  <a:cubicBezTo>
                    <a:pt x="247" y="7204"/>
                    <a:pt x="2896" y="2768"/>
                    <a:pt x="7004" y="283"/>
                  </a:cubicBezTo>
                  <a:cubicBezTo>
                    <a:pt x="7164" y="212"/>
                    <a:pt x="7108" y="1"/>
                    <a:pt x="6982" y="1"/>
                  </a:cubicBez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7" name="Google Shape;397;p23"/>
            <p:cNvGrpSpPr/>
            <p:nvPr/>
          </p:nvGrpSpPr>
          <p:grpSpPr>
            <a:xfrm>
              <a:off x="3092586" y="1112556"/>
              <a:ext cx="560366" cy="507590"/>
              <a:chOff x="5727476" y="1229374"/>
              <a:chExt cx="3022470" cy="1527966"/>
            </a:xfrm>
          </p:grpSpPr>
          <p:sp>
            <p:nvSpPr>
              <p:cNvPr id="398" name="Google Shape;398;p23"/>
              <p:cNvSpPr/>
              <p:nvPr/>
            </p:nvSpPr>
            <p:spPr>
              <a:xfrm>
                <a:off x="5727476" y="1229374"/>
                <a:ext cx="3022470" cy="1512058"/>
              </a:xfrm>
              <a:custGeom>
                <a:rect b="b" l="l" r="r" t="t"/>
                <a:pathLst>
                  <a:path extrusionOk="0" h="35835" w="71631">
                    <a:moveTo>
                      <a:pt x="24555" y="0"/>
                    </a:moveTo>
                    <a:cubicBezTo>
                      <a:pt x="21999" y="0"/>
                      <a:pt x="19439" y="186"/>
                      <a:pt x="16943" y="753"/>
                    </a:cubicBezTo>
                    <a:cubicBezTo>
                      <a:pt x="13780" y="1451"/>
                      <a:pt x="10618" y="2991"/>
                      <a:pt x="8379" y="5373"/>
                    </a:cubicBezTo>
                    <a:cubicBezTo>
                      <a:pt x="8051" y="5476"/>
                      <a:pt x="7784" y="5558"/>
                      <a:pt x="7537" y="5722"/>
                    </a:cubicBezTo>
                    <a:cubicBezTo>
                      <a:pt x="1" y="10507"/>
                      <a:pt x="432" y="20611"/>
                      <a:pt x="5812" y="26772"/>
                    </a:cubicBezTo>
                    <a:cubicBezTo>
                      <a:pt x="11973" y="33877"/>
                      <a:pt x="21995" y="34986"/>
                      <a:pt x="30723" y="35582"/>
                    </a:cubicBezTo>
                    <a:cubicBezTo>
                      <a:pt x="32901" y="35743"/>
                      <a:pt x="35099" y="35835"/>
                      <a:pt x="37299" y="35835"/>
                    </a:cubicBezTo>
                    <a:cubicBezTo>
                      <a:pt x="44597" y="35835"/>
                      <a:pt x="51924" y="34831"/>
                      <a:pt x="58693" y="32070"/>
                    </a:cubicBezTo>
                    <a:cubicBezTo>
                      <a:pt x="62800" y="30448"/>
                      <a:pt x="66825" y="28066"/>
                      <a:pt x="69145" y="24205"/>
                    </a:cubicBezTo>
                    <a:cubicBezTo>
                      <a:pt x="71281" y="20529"/>
                      <a:pt x="71630" y="15826"/>
                      <a:pt x="69228" y="12150"/>
                    </a:cubicBezTo>
                    <a:cubicBezTo>
                      <a:pt x="67174" y="8885"/>
                      <a:pt x="63662" y="7098"/>
                      <a:pt x="60151" y="5722"/>
                    </a:cubicBezTo>
                    <a:cubicBezTo>
                      <a:pt x="55879" y="4264"/>
                      <a:pt x="51341" y="3320"/>
                      <a:pt x="46987" y="2478"/>
                    </a:cubicBezTo>
                    <a:cubicBezTo>
                      <a:pt x="41935" y="1533"/>
                      <a:pt x="36883" y="753"/>
                      <a:pt x="31831" y="342"/>
                    </a:cubicBezTo>
                    <a:cubicBezTo>
                      <a:pt x="29450" y="171"/>
                      <a:pt x="27004" y="0"/>
                      <a:pt x="245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23"/>
              <p:cNvSpPr/>
              <p:nvPr/>
            </p:nvSpPr>
            <p:spPr>
              <a:xfrm>
                <a:off x="5814144" y="1307520"/>
                <a:ext cx="2909809" cy="1449820"/>
              </a:xfrm>
              <a:custGeom>
                <a:rect b="b" l="l" r="r" t="t"/>
                <a:pathLst>
                  <a:path extrusionOk="0" h="34360" w="68961">
                    <a:moveTo>
                      <a:pt x="29793" y="627"/>
                    </a:moveTo>
                    <a:cubicBezTo>
                      <a:pt x="31042" y="627"/>
                      <a:pt x="32291" y="656"/>
                      <a:pt x="33536" y="708"/>
                    </a:cubicBezTo>
                    <a:cubicBezTo>
                      <a:pt x="39019" y="872"/>
                      <a:pt x="44666" y="1385"/>
                      <a:pt x="50149" y="2248"/>
                    </a:cubicBezTo>
                    <a:cubicBezTo>
                      <a:pt x="55612" y="3193"/>
                      <a:pt x="61444" y="4897"/>
                      <a:pt x="65120" y="9600"/>
                    </a:cubicBezTo>
                    <a:cubicBezTo>
                      <a:pt x="68960" y="14570"/>
                      <a:pt x="68550" y="20977"/>
                      <a:pt x="64340" y="25597"/>
                    </a:cubicBezTo>
                    <a:cubicBezTo>
                      <a:pt x="60417" y="30054"/>
                      <a:pt x="54421" y="31512"/>
                      <a:pt x="48855" y="32456"/>
                    </a:cubicBezTo>
                    <a:cubicBezTo>
                      <a:pt x="43610" y="33353"/>
                      <a:pt x="38244" y="33806"/>
                      <a:pt x="32898" y="33806"/>
                    </a:cubicBezTo>
                    <a:cubicBezTo>
                      <a:pt x="31630" y="33806"/>
                      <a:pt x="30364" y="33781"/>
                      <a:pt x="29100" y="33730"/>
                    </a:cubicBezTo>
                    <a:cubicBezTo>
                      <a:pt x="23699" y="33483"/>
                      <a:pt x="18134" y="33052"/>
                      <a:pt x="12917" y="31245"/>
                    </a:cubicBezTo>
                    <a:cubicBezTo>
                      <a:pt x="7619" y="29376"/>
                      <a:pt x="2485" y="25782"/>
                      <a:pt x="1109" y="19786"/>
                    </a:cubicBezTo>
                    <a:cubicBezTo>
                      <a:pt x="0" y="15432"/>
                      <a:pt x="1027" y="10627"/>
                      <a:pt x="3594" y="7115"/>
                    </a:cubicBezTo>
                    <a:cubicBezTo>
                      <a:pt x="11507" y="2147"/>
                      <a:pt x="20660" y="627"/>
                      <a:pt x="29793" y="627"/>
                    </a:cubicBezTo>
                    <a:close/>
                    <a:moveTo>
                      <a:pt x="30015" y="1"/>
                    </a:moveTo>
                    <a:cubicBezTo>
                      <a:pt x="21187" y="1"/>
                      <a:pt x="12367" y="1344"/>
                      <a:pt x="4621" y="5760"/>
                    </a:cubicBezTo>
                    <a:cubicBezTo>
                      <a:pt x="5134" y="5246"/>
                      <a:pt x="5730" y="4733"/>
                      <a:pt x="6325" y="4219"/>
                    </a:cubicBezTo>
                    <a:cubicBezTo>
                      <a:pt x="6486" y="4148"/>
                      <a:pt x="6367" y="3937"/>
                      <a:pt x="6226" y="3937"/>
                    </a:cubicBezTo>
                    <a:cubicBezTo>
                      <a:pt x="6204" y="3937"/>
                      <a:pt x="6182" y="3942"/>
                      <a:pt x="6161" y="3952"/>
                    </a:cubicBezTo>
                    <a:cubicBezTo>
                      <a:pt x="5216" y="4651"/>
                      <a:pt x="4374" y="5493"/>
                      <a:pt x="3676" y="6355"/>
                    </a:cubicBezTo>
                    <a:cubicBezTo>
                      <a:pt x="3081" y="6704"/>
                      <a:pt x="2485" y="7115"/>
                      <a:pt x="1890" y="7464"/>
                    </a:cubicBezTo>
                    <a:cubicBezTo>
                      <a:pt x="1675" y="7679"/>
                      <a:pt x="1805" y="8052"/>
                      <a:pt x="1993" y="8052"/>
                    </a:cubicBezTo>
                    <a:cubicBezTo>
                      <a:pt x="2038" y="8052"/>
                      <a:pt x="2088" y="8030"/>
                      <a:pt x="2136" y="7977"/>
                    </a:cubicBezTo>
                    <a:cubicBezTo>
                      <a:pt x="2403" y="7895"/>
                      <a:pt x="2567" y="7731"/>
                      <a:pt x="2731" y="7628"/>
                    </a:cubicBezTo>
                    <a:lnTo>
                      <a:pt x="2731" y="7628"/>
                    </a:lnTo>
                    <a:cubicBezTo>
                      <a:pt x="1109" y="10031"/>
                      <a:pt x="267" y="12947"/>
                      <a:pt x="164" y="15945"/>
                    </a:cubicBezTo>
                    <a:cubicBezTo>
                      <a:pt x="82" y="20895"/>
                      <a:pt x="2403" y="25351"/>
                      <a:pt x="6161" y="28267"/>
                    </a:cubicBezTo>
                    <a:cubicBezTo>
                      <a:pt x="10350" y="31594"/>
                      <a:pt x="15751" y="32888"/>
                      <a:pt x="20803" y="33565"/>
                    </a:cubicBezTo>
                    <a:cubicBezTo>
                      <a:pt x="24877" y="34101"/>
                      <a:pt x="28950" y="34359"/>
                      <a:pt x="33024" y="34359"/>
                    </a:cubicBezTo>
                    <a:cubicBezTo>
                      <a:pt x="36138" y="34359"/>
                      <a:pt x="39252" y="34208"/>
                      <a:pt x="42366" y="33915"/>
                    </a:cubicBezTo>
                    <a:cubicBezTo>
                      <a:pt x="48609" y="33216"/>
                      <a:pt x="55530" y="32456"/>
                      <a:pt x="61013" y="29027"/>
                    </a:cubicBezTo>
                    <a:cubicBezTo>
                      <a:pt x="65366" y="26378"/>
                      <a:pt x="68960" y="21490"/>
                      <a:pt x="68365" y="16028"/>
                    </a:cubicBezTo>
                    <a:cubicBezTo>
                      <a:pt x="67851" y="10811"/>
                      <a:pt x="63826" y="6602"/>
                      <a:pt x="59473" y="4384"/>
                    </a:cubicBezTo>
                    <a:cubicBezTo>
                      <a:pt x="53907" y="1652"/>
                      <a:pt x="47500" y="1221"/>
                      <a:pt x="41504" y="626"/>
                    </a:cubicBezTo>
                    <a:cubicBezTo>
                      <a:pt x="37732" y="257"/>
                      <a:pt x="33873" y="1"/>
                      <a:pt x="30015" y="1"/>
                    </a:cubicBezTo>
                    <a:close/>
                  </a:path>
                </a:pathLst>
              </a:custGeom>
              <a:solidFill>
                <a:srgbClr val="1D1D1B"/>
              </a:soli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0" name="Google Shape;400;p23"/>
            <p:cNvGrpSpPr/>
            <p:nvPr/>
          </p:nvGrpSpPr>
          <p:grpSpPr>
            <a:xfrm>
              <a:off x="6862061" y="1112556"/>
              <a:ext cx="560366" cy="507590"/>
              <a:chOff x="5727476" y="1229374"/>
              <a:chExt cx="3022470" cy="1527966"/>
            </a:xfrm>
          </p:grpSpPr>
          <p:sp>
            <p:nvSpPr>
              <p:cNvPr id="401" name="Google Shape;401;p23"/>
              <p:cNvSpPr/>
              <p:nvPr/>
            </p:nvSpPr>
            <p:spPr>
              <a:xfrm>
                <a:off x="5727476" y="1229374"/>
                <a:ext cx="3022470" cy="1512058"/>
              </a:xfrm>
              <a:custGeom>
                <a:rect b="b" l="l" r="r" t="t"/>
                <a:pathLst>
                  <a:path extrusionOk="0" h="35835" w="71631">
                    <a:moveTo>
                      <a:pt x="24555" y="0"/>
                    </a:moveTo>
                    <a:cubicBezTo>
                      <a:pt x="21999" y="0"/>
                      <a:pt x="19439" y="186"/>
                      <a:pt x="16943" y="753"/>
                    </a:cubicBezTo>
                    <a:cubicBezTo>
                      <a:pt x="13780" y="1451"/>
                      <a:pt x="10618" y="2991"/>
                      <a:pt x="8379" y="5373"/>
                    </a:cubicBezTo>
                    <a:cubicBezTo>
                      <a:pt x="8051" y="5476"/>
                      <a:pt x="7784" y="5558"/>
                      <a:pt x="7537" y="5722"/>
                    </a:cubicBezTo>
                    <a:cubicBezTo>
                      <a:pt x="1" y="10507"/>
                      <a:pt x="432" y="20611"/>
                      <a:pt x="5812" y="26772"/>
                    </a:cubicBezTo>
                    <a:cubicBezTo>
                      <a:pt x="11973" y="33877"/>
                      <a:pt x="21995" y="34986"/>
                      <a:pt x="30723" y="35582"/>
                    </a:cubicBezTo>
                    <a:cubicBezTo>
                      <a:pt x="32901" y="35743"/>
                      <a:pt x="35099" y="35835"/>
                      <a:pt x="37299" y="35835"/>
                    </a:cubicBezTo>
                    <a:cubicBezTo>
                      <a:pt x="44597" y="35835"/>
                      <a:pt x="51924" y="34831"/>
                      <a:pt x="58693" y="32070"/>
                    </a:cubicBezTo>
                    <a:cubicBezTo>
                      <a:pt x="62800" y="30448"/>
                      <a:pt x="66825" y="28066"/>
                      <a:pt x="69145" y="24205"/>
                    </a:cubicBezTo>
                    <a:cubicBezTo>
                      <a:pt x="71281" y="20529"/>
                      <a:pt x="71630" y="15826"/>
                      <a:pt x="69228" y="12150"/>
                    </a:cubicBezTo>
                    <a:cubicBezTo>
                      <a:pt x="67174" y="8885"/>
                      <a:pt x="63662" y="7098"/>
                      <a:pt x="60151" y="5722"/>
                    </a:cubicBezTo>
                    <a:cubicBezTo>
                      <a:pt x="55879" y="4264"/>
                      <a:pt x="51341" y="3320"/>
                      <a:pt x="46987" y="2478"/>
                    </a:cubicBezTo>
                    <a:cubicBezTo>
                      <a:pt x="41935" y="1533"/>
                      <a:pt x="36883" y="753"/>
                      <a:pt x="31831" y="342"/>
                    </a:cubicBezTo>
                    <a:cubicBezTo>
                      <a:pt x="29450" y="171"/>
                      <a:pt x="27004" y="0"/>
                      <a:pt x="245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23"/>
              <p:cNvSpPr/>
              <p:nvPr/>
            </p:nvSpPr>
            <p:spPr>
              <a:xfrm>
                <a:off x="5814144" y="1307520"/>
                <a:ext cx="2909809" cy="1449820"/>
              </a:xfrm>
              <a:custGeom>
                <a:rect b="b" l="l" r="r" t="t"/>
                <a:pathLst>
                  <a:path extrusionOk="0" h="34360" w="68961">
                    <a:moveTo>
                      <a:pt x="29793" y="627"/>
                    </a:moveTo>
                    <a:cubicBezTo>
                      <a:pt x="31042" y="627"/>
                      <a:pt x="32291" y="656"/>
                      <a:pt x="33536" y="708"/>
                    </a:cubicBezTo>
                    <a:cubicBezTo>
                      <a:pt x="39019" y="872"/>
                      <a:pt x="44666" y="1385"/>
                      <a:pt x="50149" y="2248"/>
                    </a:cubicBezTo>
                    <a:cubicBezTo>
                      <a:pt x="55612" y="3193"/>
                      <a:pt x="61444" y="4897"/>
                      <a:pt x="65120" y="9600"/>
                    </a:cubicBezTo>
                    <a:cubicBezTo>
                      <a:pt x="68960" y="14570"/>
                      <a:pt x="68550" y="20977"/>
                      <a:pt x="64340" y="25597"/>
                    </a:cubicBezTo>
                    <a:cubicBezTo>
                      <a:pt x="60417" y="30054"/>
                      <a:pt x="54421" y="31512"/>
                      <a:pt x="48855" y="32456"/>
                    </a:cubicBezTo>
                    <a:cubicBezTo>
                      <a:pt x="43610" y="33353"/>
                      <a:pt x="38244" y="33806"/>
                      <a:pt x="32898" y="33806"/>
                    </a:cubicBezTo>
                    <a:cubicBezTo>
                      <a:pt x="31630" y="33806"/>
                      <a:pt x="30364" y="33781"/>
                      <a:pt x="29100" y="33730"/>
                    </a:cubicBezTo>
                    <a:cubicBezTo>
                      <a:pt x="23699" y="33483"/>
                      <a:pt x="18134" y="33052"/>
                      <a:pt x="12917" y="31245"/>
                    </a:cubicBezTo>
                    <a:cubicBezTo>
                      <a:pt x="7619" y="29376"/>
                      <a:pt x="2485" y="25782"/>
                      <a:pt x="1109" y="19786"/>
                    </a:cubicBezTo>
                    <a:cubicBezTo>
                      <a:pt x="0" y="15432"/>
                      <a:pt x="1027" y="10627"/>
                      <a:pt x="3594" y="7115"/>
                    </a:cubicBezTo>
                    <a:cubicBezTo>
                      <a:pt x="11507" y="2147"/>
                      <a:pt x="20660" y="627"/>
                      <a:pt x="29793" y="627"/>
                    </a:cubicBezTo>
                    <a:close/>
                    <a:moveTo>
                      <a:pt x="30015" y="1"/>
                    </a:moveTo>
                    <a:cubicBezTo>
                      <a:pt x="21187" y="1"/>
                      <a:pt x="12367" y="1344"/>
                      <a:pt x="4621" y="5760"/>
                    </a:cubicBezTo>
                    <a:cubicBezTo>
                      <a:pt x="5134" y="5246"/>
                      <a:pt x="5730" y="4733"/>
                      <a:pt x="6325" y="4219"/>
                    </a:cubicBezTo>
                    <a:cubicBezTo>
                      <a:pt x="6486" y="4148"/>
                      <a:pt x="6367" y="3937"/>
                      <a:pt x="6226" y="3937"/>
                    </a:cubicBezTo>
                    <a:cubicBezTo>
                      <a:pt x="6204" y="3937"/>
                      <a:pt x="6182" y="3942"/>
                      <a:pt x="6161" y="3952"/>
                    </a:cubicBezTo>
                    <a:cubicBezTo>
                      <a:pt x="5216" y="4651"/>
                      <a:pt x="4374" y="5493"/>
                      <a:pt x="3676" y="6355"/>
                    </a:cubicBezTo>
                    <a:cubicBezTo>
                      <a:pt x="3081" y="6704"/>
                      <a:pt x="2485" y="7115"/>
                      <a:pt x="1890" y="7464"/>
                    </a:cubicBezTo>
                    <a:cubicBezTo>
                      <a:pt x="1675" y="7679"/>
                      <a:pt x="1805" y="8052"/>
                      <a:pt x="1993" y="8052"/>
                    </a:cubicBezTo>
                    <a:cubicBezTo>
                      <a:pt x="2038" y="8052"/>
                      <a:pt x="2088" y="8030"/>
                      <a:pt x="2136" y="7977"/>
                    </a:cubicBezTo>
                    <a:cubicBezTo>
                      <a:pt x="2403" y="7895"/>
                      <a:pt x="2567" y="7731"/>
                      <a:pt x="2731" y="7628"/>
                    </a:cubicBezTo>
                    <a:lnTo>
                      <a:pt x="2731" y="7628"/>
                    </a:lnTo>
                    <a:cubicBezTo>
                      <a:pt x="1109" y="10031"/>
                      <a:pt x="267" y="12947"/>
                      <a:pt x="164" y="15945"/>
                    </a:cubicBezTo>
                    <a:cubicBezTo>
                      <a:pt x="82" y="20895"/>
                      <a:pt x="2403" y="25351"/>
                      <a:pt x="6161" y="28267"/>
                    </a:cubicBezTo>
                    <a:cubicBezTo>
                      <a:pt x="10350" y="31594"/>
                      <a:pt x="15751" y="32888"/>
                      <a:pt x="20803" y="33565"/>
                    </a:cubicBezTo>
                    <a:cubicBezTo>
                      <a:pt x="24877" y="34101"/>
                      <a:pt x="28950" y="34359"/>
                      <a:pt x="33024" y="34359"/>
                    </a:cubicBezTo>
                    <a:cubicBezTo>
                      <a:pt x="36138" y="34359"/>
                      <a:pt x="39252" y="34208"/>
                      <a:pt x="42366" y="33915"/>
                    </a:cubicBezTo>
                    <a:cubicBezTo>
                      <a:pt x="48609" y="33216"/>
                      <a:pt x="55530" y="32456"/>
                      <a:pt x="61013" y="29027"/>
                    </a:cubicBezTo>
                    <a:cubicBezTo>
                      <a:pt x="65366" y="26378"/>
                      <a:pt x="68960" y="21490"/>
                      <a:pt x="68365" y="16028"/>
                    </a:cubicBezTo>
                    <a:cubicBezTo>
                      <a:pt x="67851" y="10811"/>
                      <a:pt x="63826" y="6602"/>
                      <a:pt x="59473" y="4384"/>
                    </a:cubicBezTo>
                    <a:cubicBezTo>
                      <a:pt x="53907" y="1652"/>
                      <a:pt x="47500" y="1221"/>
                      <a:pt x="41504" y="626"/>
                    </a:cubicBezTo>
                    <a:cubicBezTo>
                      <a:pt x="37732" y="257"/>
                      <a:pt x="33873" y="1"/>
                      <a:pt x="30015" y="1"/>
                    </a:cubicBezTo>
                    <a:close/>
                  </a:path>
                </a:pathLst>
              </a:custGeom>
              <a:solidFill>
                <a:srgbClr val="1D1D1B"/>
              </a:soli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3" name="Google Shape;403;p23"/>
            <p:cNvGrpSpPr/>
            <p:nvPr/>
          </p:nvGrpSpPr>
          <p:grpSpPr>
            <a:xfrm>
              <a:off x="3092586" y="2945318"/>
              <a:ext cx="560366" cy="507590"/>
              <a:chOff x="5727476" y="1229374"/>
              <a:chExt cx="3022470" cy="1527966"/>
            </a:xfrm>
          </p:grpSpPr>
          <p:sp>
            <p:nvSpPr>
              <p:cNvPr id="404" name="Google Shape;404;p23"/>
              <p:cNvSpPr/>
              <p:nvPr/>
            </p:nvSpPr>
            <p:spPr>
              <a:xfrm>
                <a:off x="5727476" y="1229374"/>
                <a:ext cx="3022470" cy="1512058"/>
              </a:xfrm>
              <a:custGeom>
                <a:rect b="b" l="l" r="r" t="t"/>
                <a:pathLst>
                  <a:path extrusionOk="0" h="35835" w="71631">
                    <a:moveTo>
                      <a:pt x="24555" y="0"/>
                    </a:moveTo>
                    <a:cubicBezTo>
                      <a:pt x="21999" y="0"/>
                      <a:pt x="19439" y="186"/>
                      <a:pt x="16943" y="753"/>
                    </a:cubicBezTo>
                    <a:cubicBezTo>
                      <a:pt x="13780" y="1451"/>
                      <a:pt x="10618" y="2991"/>
                      <a:pt x="8379" y="5373"/>
                    </a:cubicBezTo>
                    <a:cubicBezTo>
                      <a:pt x="8051" y="5476"/>
                      <a:pt x="7784" y="5558"/>
                      <a:pt x="7537" y="5722"/>
                    </a:cubicBezTo>
                    <a:cubicBezTo>
                      <a:pt x="1" y="10507"/>
                      <a:pt x="432" y="20611"/>
                      <a:pt x="5812" y="26772"/>
                    </a:cubicBezTo>
                    <a:cubicBezTo>
                      <a:pt x="11973" y="33877"/>
                      <a:pt x="21995" y="34986"/>
                      <a:pt x="30723" y="35582"/>
                    </a:cubicBezTo>
                    <a:cubicBezTo>
                      <a:pt x="32901" y="35743"/>
                      <a:pt x="35099" y="35835"/>
                      <a:pt x="37299" y="35835"/>
                    </a:cubicBezTo>
                    <a:cubicBezTo>
                      <a:pt x="44597" y="35835"/>
                      <a:pt x="51924" y="34831"/>
                      <a:pt x="58693" y="32070"/>
                    </a:cubicBezTo>
                    <a:cubicBezTo>
                      <a:pt x="62800" y="30448"/>
                      <a:pt x="66825" y="28066"/>
                      <a:pt x="69145" y="24205"/>
                    </a:cubicBezTo>
                    <a:cubicBezTo>
                      <a:pt x="71281" y="20529"/>
                      <a:pt x="71630" y="15826"/>
                      <a:pt x="69228" y="12150"/>
                    </a:cubicBezTo>
                    <a:cubicBezTo>
                      <a:pt x="67174" y="8885"/>
                      <a:pt x="63662" y="7098"/>
                      <a:pt x="60151" y="5722"/>
                    </a:cubicBezTo>
                    <a:cubicBezTo>
                      <a:pt x="55879" y="4264"/>
                      <a:pt x="51341" y="3320"/>
                      <a:pt x="46987" y="2478"/>
                    </a:cubicBezTo>
                    <a:cubicBezTo>
                      <a:pt x="41935" y="1533"/>
                      <a:pt x="36883" y="753"/>
                      <a:pt x="31831" y="342"/>
                    </a:cubicBezTo>
                    <a:cubicBezTo>
                      <a:pt x="29450" y="171"/>
                      <a:pt x="27004" y="0"/>
                      <a:pt x="245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23"/>
              <p:cNvSpPr/>
              <p:nvPr/>
            </p:nvSpPr>
            <p:spPr>
              <a:xfrm>
                <a:off x="5814144" y="1307520"/>
                <a:ext cx="2909809" cy="1449820"/>
              </a:xfrm>
              <a:custGeom>
                <a:rect b="b" l="l" r="r" t="t"/>
                <a:pathLst>
                  <a:path extrusionOk="0" h="34360" w="68961">
                    <a:moveTo>
                      <a:pt x="29793" y="627"/>
                    </a:moveTo>
                    <a:cubicBezTo>
                      <a:pt x="31042" y="627"/>
                      <a:pt x="32291" y="656"/>
                      <a:pt x="33536" y="708"/>
                    </a:cubicBezTo>
                    <a:cubicBezTo>
                      <a:pt x="39019" y="872"/>
                      <a:pt x="44666" y="1385"/>
                      <a:pt x="50149" y="2248"/>
                    </a:cubicBezTo>
                    <a:cubicBezTo>
                      <a:pt x="55612" y="3193"/>
                      <a:pt x="61444" y="4897"/>
                      <a:pt x="65120" y="9600"/>
                    </a:cubicBezTo>
                    <a:cubicBezTo>
                      <a:pt x="68960" y="14570"/>
                      <a:pt x="68550" y="20977"/>
                      <a:pt x="64340" y="25597"/>
                    </a:cubicBezTo>
                    <a:cubicBezTo>
                      <a:pt x="60417" y="30054"/>
                      <a:pt x="54421" y="31512"/>
                      <a:pt x="48855" y="32456"/>
                    </a:cubicBezTo>
                    <a:cubicBezTo>
                      <a:pt x="43610" y="33353"/>
                      <a:pt x="38244" y="33806"/>
                      <a:pt x="32898" y="33806"/>
                    </a:cubicBezTo>
                    <a:cubicBezTo>
                      <a:pt x="31630" y="33806"/>
                      <a:pt x="30364" y="33781"/>
                      <a:pt x="29100" y="33730"/>
                    </a:cubicBezTo>
                    <a:cubicBezTo>
                      <a:pt x="23699" y="33483"/>
                      <a:pt x="18134" y="33052"/>
                      <a:pt x="12917" y="31245"/>
                    </a:cubicBezTo>
                    <a:cubicBezTo>
                      <a:pt x="7619" y="29376"/>
                      <a:pt x="2485" y="25782"/>
                      <a:pt x="1109" y="19786"/>
                    </a:cubicBezTo>
                    <a:cubicBezTo>
                      <a:pt x="0" y="15432"/>
                      <a:pt x="1027" y="10627"/>
                      <a:pt x="3594" y="7115"/>
                    </a:cubicBezTo>
                    <a:cubicBezTo>
                      <a:pt x="11507" y="2147"/>
                      <a:pt x="20660" y="627"/>
                      <a:pt x="29793" y="627"/>
                    </a:cubicBezTo>
                    <a:close/>
                    <a:moveTo>
                      <a:pt x="30015" y="1"/>
                    </a:moveTo>
                    <a:cubicBezTo>
                      <a:pt x="21187" y="1"/>
                      <a:pt x="12367" y="1344"/>
                      <a:pt x="4621" y="5760"/>
                    </a:cubicBezTo>
                    <a:cubicBezTo>
                      <a:pt x="5134" y="5246"/>
                      <a:pt x="5730" y="4733"/>
                      <a:pt x="6325" y="4219"/>
                    </a:cubicBezTo>
                    <a:cubicBezTo>
                      <a:pt x="6486" y="4148"/>
                      <a:pt x="6367" y="3937"/>
                      <a:pt x="6226" y="3937"/>
                    </a:cubicBezTo>
                    <a:cubicBezTo>
                      <a:pt x="6204" y="3937"/>
                      <a:pt x="6182" y="3942"/>
                      <a:pt x="6161" y="3952"/>
                    </a:cubicBezTo>
                    <a:cubicBezTo>
                      <a:pt x="5216" y="4651"/>
                      <a:pt x="4374" y="5493"/>
                      <a:pt x="3676" y="6355"/>
                    </a:cubicBezTo>
                    <a:cubicBezTo>
                      <a:pt x="3081" y="6704"/>
                      <a:pt x="2485" y="7115"/>
                      <a:pt x="1890" y="7464"/>
                    </a:cubicBezTo>
                    <a:cubicBezTo>
                      <a:pt x="1675" y="7679"/>
                      <a:pt x="1805" y="8052"/>
                      <a:pt x="1993" y="8052"/>
                    </a:cubicBezTo>
                    <a:cubicBezTo>
                      <a:pt x="2038" y="8052"/>
                      <a:pt x="2088" y="8030"/>
                      <a:pt x="2136" y="7977"/>
                    </a:cubicBezTo>
                    <a:cubicBezTo>
                      <a:pt x="2403" y="7895"/>
                      <a:pt x="2567" y="7731"/>
                      <a:pt x="2731" y="7628"/>
                    </a:cubicBezTo>
                    <a:lnTo>
                      <a:pt x="2731" y="7628"/>
                    </a:lnTo>
                    <a:cubicBezTo>
                      <a:pt x="1109" y="10031"/>
                      <a:pt x="267" y="12947"/>
                      <a:pt x="164" y="15945"/>
                    </a:cubicBezTo>
                    <a:cubicBezTo>
                      <a:pt x="82" y="20895"/>
                      <a:pt x="2403" y="25351"/>
                      <a:pt x="6161" y="28267"/>
                    </a:cubicBezTo>
                    <a:cubicBezTo>
                      <a:pt x="10350" y="31594"/>
                      <a:pt x="15751" y="32888"/>
                      <a:pt x="20803" y="33565"/>
                    </a:cubicBezTo>
                    <a:cubicBezTo>
                      <a:pt x="24877" y="34101"/>
                      <a:pt x="28950" y="34359"/>
                      <a:pt x="33024" y="34359"/>
                    </a:cubicBezTo>
                    <a:cubicBezTo>
                      <a:pt x="36138" y="34359"/>
                      <a:pt x="39252" y="34208"/>
                      <a:pt x="42366" y="33915"/>
                    </a:cubicBezTo>
                    <a:cubicBezTo>
                      <a:pt x="48609" y="33216"/>
                      <a:pt x="55530" y="32456"/>
                      <a:pt x="61013" y="29027"/>
                    </a:cubicBezTo>
                    <a:cubicBezTo>
                      <a:pt x="65366" y="26378"/>
                      <a:pt x="68960" y="21490"/>
                      <a:pt x="68365" y="16028"/>
                    </a:cubicBezTo>
                    <a:cubicBezTo>
                      <a:pt x="67851" y="10811"/>
                      <a:pt x="63826" y="6602"/>
                      <a:pt x="59473" y="4384"/>
                    </a:cubicBezTo>
                    <a:cubicBezTo>
                      <a:pt x="53907" y="1652"/>
                      <a:pt x="47500" y="1221"/>
                      <a:pt x="41504" y="626"/>
                    </a:cubicBezTo>
                    <a:cubicBezTo>
                      <a:pt x="37732" y="257"/>
                      <a:pt x="33873" y="1"/>
                      <a:pt x="30015" y="1"/>
                    </a:cubicBezTo>
                    <a:close/>
                  </a:path>
                </a:pathLst>
              </a:custGeom>
              <a:solidFill>
                <a:srgbClr val="1D1D1B"/>
              </a:soli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6" name="Google Shape;406;p23"/>
            <p:cNvGrpSpPr/>
            <p:nvPr/>
          </p:nvGrpSpPr>
          <p:grpSpPr>
            <a:xfrm>
              <a:off x="6862061" y="2945318"/>
              <a:ext cx="560366" cy="507590"/>
              <a:chOff x="5727476" y="1229374"/>
              <a:chExt cx="3022470" cy="1527966"/>
            </a:xfrm>
          </p:grpSpPr>
          <p:sp>
            <p:nvSpPr>
              <p:cNvPr id="407" name="Google Shape;407;p23"/>
              <p:cNvSpPr/>
              <p:nvPr/>
            </p:nvSpPr>
            <p:spPr>
              <a:xfrm>
                <a:off x="5727476" y="1229374"/>
                <a:ext cx="3022470" cy="1512058"/>
              </a:xfrm>
              <a:custGeom>
                <a:rect b="b" l="l" r="r" t="t"/>
                <a:pathLst>
                  <a:path extrusionOk="0" h="35835" w="71631">
                    <a:moveTo>
                      <a:pt x="24555" y="0"/>
                    </a:moveTo>
                    <a:cubicBezTo>
                      <a:pt x="21999" y="0"/>
                      <a:pt x="19439" y="186"/>
                      <a:pt x="16943" y="753"/>
                    </a:cubicBezTo>
                    <a:cubicBezTo>
                      <a:pt x="13780" y="1451"/>
                      <a:pt x="10618" y="2991"/>
                      <a:pt x="8379" y="5373"/>
                    </a:cubicBezTo>
                    <a:cubicBezTo>
                      <a:pt x="8051" y="5476"/>
                      <a:pt x="7784" y="5558"/>
                      <a:pt x="7537" y="5722"/>
                    </a:cubicBezTo>
                    <a:cubicBezTo>
                      <a:pt x="1" y="10507"/>
                      <a:pt x="432" y="20611"/>
                      <a:pt x="5812" y="26772"/>
                    </a:cubicBezTo>
                    <a:cubicBezTo>
                      <a:pt x="11973" y="33877"/>
                      <a:pt x="21995" y="34986"/>
                      <a:pt x="30723" y="35582"/>
                    </a:cubicBezTo>
                    <a:cubicBezTo>
                      <a:pt x="32901" y="35743"/>
                      <a:pt x="35099" y="35835"/>
                      <a:pt x="37299" y="35835"/>
                    </a:cubicBezTo>
                    <a:cubicBezTo>
                      <a:pt x="44597" y="35835"/>
                      <a:pt x="51924" y="34831"/>
                      <a:pt x="58693" y="32070"/>
                    </a:cubicBezTo>
                    <a:cubicBezTo>
                      <a:pt x="62800" y="30448"/>
                      <a:pt x="66825" y="28066"/>
                      <a:pt x="69145" y="24205"/>
                    </a:cubicBezTo>
                    <a:cubicBezTo>
                      <a:pt x="71281" y="20529"/>
                      <a:pt x="71630" y="15826"/>
                      <a:pt x="69228" y="12150"/>
                    </a:cubicBezTo>
                    <a:cubicBezTo>
                      <a:pt x="67174" y="8885"/>
                      <a:pt x="63662" y="7098"/>
                      <a:pt x="60151" y="5722"/>
                    </a:cubicBezTo>
                    <a:cubicBezTo>
                      <a:pt x="55879" y="4264"/>
                      <a:pt x="51341" y="3320"/>
                      <a:pt x="46987" y="2478"/>
                    </a:cubicBezTo>
                    <a:cubicBezTo>
                      <a:pt x="41935" y="1533"/>
                      <a:pt x="36883" y="753"/>
                      <a:pt x="31831" y="342"/>
                    </a:cubicBezTo>
                    <a:cubicBezTo>
                      <a:pt x="29450" y="171"/>
                      <a:pt x="27004" y="0"/>
                      <a:pt x="245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23"/>
              <p:cNvSpPr/>
              <p:nvPr/>
            </p:nvSpPr>
            <p:spPr>
              <a:xfrm>
                <a:off x="5814144" y="1307520"/>
                <a:ext cx="2909809" cy="1449820"/>
              </a:xfrm>
              <a:custGeom>
                <a:rect b="b" l="l" r="r" t="t"/>
                <a:pathLst>
                  <a:path extrusionOk="0" h="34360" w="68961">
                    <a:moveTo>
                      <a:pt x="29793" y="627"/>
                    </a:moveTo>
                    <a:cubicBezTo>
                      <a:pt x="31042" y="627"/>
                      <a:pt x="32291" y="656"/>
                      <a:pt x="33536" y="708"/>
                    </a:cubicBezTo>
                    <a:cubicBezTo>
                      <a:pt x="39019" y="872"/>
                      <a:pt x="44666" y="1385"/>
                      <a:pt x="50149" y="2248"/>
                    </a:cubicBezTo>
                    <a:cubicBezTo>
                      <a:pt x="55612" y="3193"/>
                      <a:pt x="61444" y="4897"/>
                      <a:pt x="65120" y="9600"/>
                    </a:cubicBezTo>
                    <a:cubicBezTo>
                      <a:pt x="68960" y="14570"/>
                      <a:pt x="68550" y="20977"/>
                      <a:pt x="64340" y="25597"/>
                    </a:cubicBezTo>
                    <a:cubicBezTo>
                      <a:pt x="60417" y="30054"/>
                      <a:pt x="54421" y="31512"/>
                      <a:pt x="48855" y="32456"/>
                    </a:cubicBezTo>
                    <a:cubicBezTo>
                      <a:pt x="43610" y="33353"/>
                      <a:pt x="38244" y="33806"/>
                      <a:pt x="32898" y="33806"/>
                    </a:cubicBezTo>
                    <a:cubicBezTo>
                      <a:pt x="31630" y="33806"/>
                      <a:pt x="30364" y="33781"/>
                      <a:pt x="29100" y="33730"/>
                    </a:cubicBezTo>
                    <a:cubicBezTo>
                      <a:pt x="23699" y="33483"/>
                      <a:pt x="18134" y="33052"/>
                      <a:pt x="12917" y="31245"/>
                    </a:cubicBezTo>
                    <a:cubicBezTo>
                      <a:pt x="7619" y="29376"/>
                      <a:pt x="2485" y="25782"/>
                      <a:pt x="1109" y="19786"/>
                    </a:cubicBezTo>
                    <a:cubicBezTo>
                      <a:pt x="0" y="15432"/>
                      <a:pt x="1027" y="10627"/>
                      <a:pt x="3594" y="7115"/>
                    </a:cubicBezTo>
                    <a:cubicBezTo>
                      <a:pt x="11507" y="2147"/>
                      <a:pt x="20660" y="627"/>
                      <a:pt x="29793" y="627"/>
                    </a:cubicBezTo>
                    <a:close/>
                    <a:moveTo>
                      <a:pt x="30015" y="1"/>
                    </a:moveTo>
                    <a:cubicBezTo>
                      <a:pt x="21187" y="1"/>
                      <a:pt x="12367" y="1344"/>
                      <a:pt x="4621" y="5760"/>
                    </a:cubicBezTo>
                    <a:cubicBezTo>
                      <a:pt x="5134" y="5246"/>
                      <a:pt x="5730" y="4733"/>
                      <a:pt x="6325" y="4219"/>
                    </a:cubicBezTo>
                    <a:cubicBezTo>
                      <a:pt x="6486" y="4148"/>
                      <a:pt x="6367" y="3937"/>
                      <a:pt x="6226" y="3937"/>
                    </a:cubicBezTo>
                    <a:cubicBezTo>
                      <a:pt x="6204" y="3937"/>
                      <a:pt x="6182" y="3942"/>
                      <a:pt x="6161" y="3952"/>
                    </a:cubicBezTo>
                    <a:cubicBezTo>
                      <a:pt x="5216" y="4651"/>
                      <a:pt x="4374" y="5493"/>
                      <a:pt x="3676" y="6355"/>
                    </a:cubicBezTo>
                    <a:cubicBezTo>
                      <a:pt x="3081" y="6704"/>
                      <a:pt x="2485" y="7115"/>
                      <a:pt x="1890" y="7464"/>
                    </a:cubicBezTo>
                    <a:cubicBezTo>
                      <a:pt x="1675" y="7679"/>
                      <a:pt x="1805" y="8052"/>
                      <a:pt x="1993" y="8052"/>
                    </a:cubicBezTo>
                    <a:cubicBezTo>
                      <a:pt x="2038" y="8052"/>
                      <a:pt x="2088" y="8030"/>
                      <a:pt x="2136" y="7977"/>
                    </a:cubicBezTo>
                    <a:cubicBezTo>
                      <a:pt x="2403" y="7895"/>
                      <a:pt x="2567" y="7731"/>
                      <a:pt x="2731" y="7628"/>
                    </a:cubicBezTo>
                    <a:lnTo>
                      <a:pt x="2731" y="7628"/>
                    </a:lnTo>
                    <a:cubicBezTo>
                      <a:pt x="1109" y="10031"/>
                      <a:pt x="267" y="12947"/>
                      <a:pt x="164" y="15945"/>
                    </a:cubicBezTo>
                    <a:cubicBezTo>
                      <a:pt x="82" y="20895"/>
                      <a:pt x="2403" y="25351"/>
                      <a:pt x="6161" y="28267"/>
                    </a:cubicBezTo>
                    <a:cubicBezTo>
                      <a:pt x="10350" y="31594"/>
                      <a:pt x="15751" y="32888"/>
                      <a:pt x="20803" y="33565"/>
                    </a:cubicBezTo>
                    <a:cubicBezTo>
                      <a:pt x="24877" y="34101"/>
                      <a:pt x="28950" y="34359"/>
                      <a:pt x="33024" y="34359"/>
                    </a:cubicBezTo>
                    <a:cubicBezTo>
                      <a:pt x="36138" y="34359"/>
                      <a:pt x="39252" y="34208"/>
                      <a:pt x="42366" y="33915"/>
                    </a:cubicBezTo>
                    <a:cubicBezTo>
                      <a:pt x="48609" y="33216"/>
                      <a:pt x="55530" y="32456"/>
                      <a:pt x="61013" y="29027"/>
                    </a:cubicBezTo>
                    <a:cubicBezTo>
                      <a:pt x="65366" y="26378"/>
                      <a:pt x="68960" y="21490"/>
                      <a:pt x="68365" y="16028"/>
                    </a:cubicBezTo>
                    <a:cubicBezTo>
                      <a:pt x="67851" y="10811"/>
                      <a:pt x="63826" y="6602"/>
                      <a:pt x="59473" y="4384"/>
                    </a:cubicBezTo>
                    <a:cubicBezTo>
                      <a:pt x="53907" y="1652"/>
                      <a:pt x="47500" y="1221"/>
                      <a:pt x="41504" y="626"/>
                    </a:cubicBezTo>
                    <a:cubicBezTo>
                      <a:pt x="37732" y="257"/>
                      <a:pt x="33873" y="1"/>
                      <a:pt x="30015" y="1"/>
                    </a:cubicBezTo>
                    <a:close/>
                  </a:path>
                </a:pathLst>
              </a:custGeom>
              <a:solidFill>
                <a:srgbClr val="1D1D1B"/>
              </a:soli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09" name="Google Shape;409;p23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Doodle Banner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0" name="Google Shape;410;p23"/>
          <p:cNvSpPr txBox="1"/>
          <p:nvPr/>
        </p:nvSpPr>
        <p:spPr>
          <a:xfrm>
            <a:off x="5409450" y="2009586"/>
            <a:ext cx="2080200" cy="59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 and the fourth-largest one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" name="Google Shape;411;p23"/>
          <p:cNvSpPr txBox="1"/>
          <p:nvPr/>
        </p:nvSpPr>
        <p:spPr>
          <a:xfrm>
            <a:off x="5409445" y="1654932"/>
            <a:ext cx="20802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Neptune</a:t>
            </a:r>
            <a:endParaRPr sz="1700">
              <a:solidFill>
                <a:srgbClr val="000000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12" name="Google Shape;412;p23"/>
          <p:cNvSpPr txBox="1"/>
          <p:nvPr/>
        </p:nvSpPr>
        <p:spPr>
          <a:xfrm>
            <a:off x="5416823" y="3434650"/>
            <a:ext cx="20802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Earth</a:t>
            </a:r>
            <a:endParaRPr sz="1700">
              <a:solidFill>
                <a:srgbClr val="000000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13" name="Google Shape;413;p23"/>
          <p:cNvSpPr txBox="1"/>
          <p:nvPr/>
        </p:nvSpPr>
        <p:spPr>
          <a:xfrm>
            <a:off x="5416821" y="3789250"/>
            <a:ext cx="2080200" cy="59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Earth is the third planet from the Sun and the only one that harbors life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p23"/>
          <p:cNvSpPr txBox="1"/>
          <p:nvPr/>
        </p:nvSpPr>
        <p:spPr>
          <a:xfrm>
            <a:off x="1689586" y="3434650"/>
            <a:ext cx="20802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Mars</a:t>
            </a:r>
            <a:endParaRPr sz="1700">
              <a:solidFill>
                <a:srgbClr val="000000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15" name="Google Shape;415;p23"/>
          <p:cNvSpPr txBox="1"/>
          <p:nvPr/>
        </p:nvSpPr>
        <p:spPr>
          <a:xfrm>
            <a:off x="1689575" y="3789250"/>
            <a:ext cx="2080200" cy="59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Despite being red, Mars is a very cold place full of iron oxide dust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23"/>
          <p:cNvSpPr txBox="1"/>
          <p:nvPr/>
        </p:nvSpPr>
        <p:spPr>
          <a:xfrm>
            <a:off x="1691525" y="2009586"/>
            <a:ext cx="2080200" cy="59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also the smallest one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23"/>
          <p:cNvSpPr txBox="1"/>
          <p:nvPr/>
        </p:nvSpPr>
        <p:spPr>
          <a:xfrm>
            <a:off x="1691520" y="1654932"/>
            <a:ext cx="20802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Mercury</a:t>
            </a:r>
            <a:endParaRPr sz="1700">
              <a:solidFill>
                <a:srgbClr val="000000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18" name="Google Shape;418;p23"/>
          <p:cNvSpPr txBox="1"/>
          <p:nvPr/>
        </p:nvSpPr>
        <p:spPr>
          <a:xfrm>
            <a:off x="3155100" y="1234400"/>
            <a:ext cx="435300" cy="2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01</a:t>
            </a:r>
            <a:endParaRPr sz="1700">
              <a:solidFill>
                <a:srgbClr val="000000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19" name="Google Shape;419;p23"/>
          <p:cNvSpPr txBox="1"/>
          <p:nvPr/>
        </p:nvSpPr>
        <p:spPr>
          <a:xfrm>
            <a:off x="6924575" y="1234400"/>
            <a:ext cx="435300" cy="2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02</a:t>
            </a:r>
            <a:endParaRPr sz="1700">
              <a:solidFill>
                <a:srgbClr val="000000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3155100" y="3067163"/>
            <a:ext cx="435300" cy="2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03</a:t>
            </a:r>
            <a:endParaRPr sz="1700">
              <a:solidFill>
                <a:srgbClr val="000000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6924575" y="3067163"/>
            <a:ext cx="435300" cy="2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04</a:t>
            </a:r>
            <a:endParaRPr sz="1700">
              <a:solidFill>
                <a:srgbClr val="000000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24"/>
          <p:cNvGrpSpPr/>
          <p:nvPr/>
        </p:nvGrpSpPr>
        <p:grpSpPr>
          <a:xfrm>
            <a:off x="457206" y="1254658"/>
            <a:ext cx="8229597" cy="3479476"/>
            <a:chOff x="457206" y="1254658"/>
            <a:chExt cx="8229597" cy="3479476"/>
          </a:xfrm>
        </p:grpSpPr>
        <p:sp>
          <p:nvSpPr>
            <p:cNvPr id="427" name="Google Shape;427;p24"/>
            <p:cNvSpPr/>
            <p:nvPr/>
          </p:nvSpPr>
          <p:spPr>
            <a:xfrm>
              <a:off x="3335625" y="1862275"/>
              <a:ext cx="2435171" cy="1933586"/>
            </a:xfrm>
            <a:custGeom>
              <a:rect b="b" l="l" r="r" t="t"/>
              <a:pathLst>
                <a:path extrusionOk="0" fill="none" h="9399" w="11298">
                  <a:moveTo>
                    <a:pt x="2566" y="784"/>
                  </a:moveTo>
                  <a:cubicBezTo>
                    <a:pt x="517" y="2017"/>
                    <a:pt x="0" y="6782"/>
                    <a:pt x="2533" y="8082"/>
                  </a:cubicBezTo>
                  <a:cubicBezTo>
                    <a:pt x="5066" y="9398"/>
                    <a:pt x="10398" y="8982"/>
                    <a:pt x="10698" y="6449"/>
                  </a:cubicBezTo>
                  <a:cubicBezTo>
                    <a:pt x="10998" y="3916"/>
                    <a:pt x="11298" y="834"/>
                    <a:pt x="9132" y="417"/>
                  </a:cubicBezTo>
                  <a:cubicBezTo>
                    <a:pt x="6965" y="1"/>
                    <a:pt x="3233" y="151"/>
                    <a:pt x="2200" y="1567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166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4"/>
            <p:cNvSpPr/>
            <p:nvPr/>
          </p:nvSpPr>
          <p:spPr>
            <a:xfrm>
              <a:off x="565840" y="1254658"/>
              <a:ext cx="2102556" cy="1008680"/>
            </a:xfrm>
            <a:custGeom>
              <a:rect b="b" l="l" r="r" t="t"/>
              <a:pathLst>
                <a:path extrusionOk="0" fill="none" h="4949" w="10316">
                  <a:moveTo>
                    <a:pt x="584" y="1900"/>
                  </a:moveTo>
                  <a:cubicBezTo>
                    <a:pt x="1" y="2883"/>
                    <a:pt x="417" y="4599"/>
                    <a:pt x="1301" y="4782"/>
                  </a:cubicBezTo>
                  <a:cubicBezTo>
                    <a:pt x="2200" y="4949"/>
                    <a:pt x="7932" y="4949"/>
                    <a:pt x="9099" y="4616"/>
                  </a:cubicBezTo>
                  <a:cubicBezTo>
                    <a:pt x="10282" y="4266"/>
                    <a:pt x="10315" y="2849"/>
                    <a:pt x="9932" y="1533"/>
                  </a:cubicBezTo>
                  <a:cubicBezTo>
                    <a:pt x="9565" y="217"/>
                    <a:pt x="2167" y="0"/>
                    <a:pt x="217" y="1750"/>
                  </a:cubicBez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miter lim="166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4"/>
            <p:cNvSpPr/>
            <p:nvPr/>
          </p:nvSpPr>
          <p:spPr>
            <a:xfrm>
              <a:off x="457206" y="2612140"/>
              <a:ext cx="2319822" cy="944275"/>
            </a:xfrm>
            <a:custGeom>
              <a:rect b="b" l="l" r="r" t="t"/>
              <a:pathLst>
                <a:path extrusionOk="0" fill="none" h="4633" w="11382">
                  <a:moveTo>
                    <a:pt x="568" y="1100"/>
                  </a:moveTo>
                  <a:cubicBezTo>
                    <a:pt x="34" y="2150"/>
                    <a:pt x="501" y="4549"/>
                    <a:pt x="1617" y="4449"/>
                  </a:cubicBezTo>
                  <a:cubicBezTo>
                    <a:pt x="2734" y="4366"/>
                    <a:pt x="10782" y="4633"/>
                    <a:pt x="10998" y="3716"/>
                  </a:cubicBezTo>
                  <a:cubicBezTo>
                    <a:pt x="11232" y="2800"/>
                    <a:pt x="11382" y="567"/>
                    <a:pt x="10515" y="284"/>
                  </a:cubicBezTo>
                  <a:cubicBezTo>
                    <a:pt x="9649" y="0"/>
                    <a:pt x="934" y="84"/>
                    <a:pt x="1" y="1134"/>
                  </a:cubicBezTo>
                </a:path>
              </a:pathLst>
            </a:custGeom>
            <a:noFill/>
            <a:ln cap="rnd" cmpd="sng" w="28575">
              <a:solidFill>
                <a:schemeClr val="accent3"/>
              </a:solidFill>
              <a:prstDash val="solid"/>
              <a:miter lim="166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4"/>
            <p:cNvSpPr/>
            <p:nvPr/>
          </p:nvSpPr>
          <p:spPr>
            <a:xfrm>
              <a:off x="501434" y="3874647"/>
              <a:ext cx="2231367" cy="859488"/>
            </a:xfrm>
            <a:custGeom>
              <a:rect b="b" l="l" r="r" t="t"/>
              <a:pathLst>
                <a:path extrusionOk="0" fill="none" h="4217" w="10948">
                  <a:moveTo>
                    <a:pt x="784" y="867"/>
                  </a:moveTo>
                  <a:cubicBezTo>
                    <a:pt x="0" y="2017"/>
                    <a:pt x="467" y="4049"/>
                    <a:pt x="1867" y="3999"/>
                  </a:cubicBezTo>
                  <a:cubicBezTo>
                    <a:pt x="3250" y="3933"/>
                    <a:pt x="9215" y="4216"/>
                    <a:pt x="9915" y="3849"/>
                  </a:cubicBezTo>
                  <a:cubicBezTo>
                    <a:pt x="10615" y="3483"/>
                    <a:pt x="10948" y="1733"/>
                    <a:pt x="10098" y="867"/>
                  </a:cubicBezTo>
                  <a:cubicBezTo>
                    <a:pt x="9265" y="0"/>
                    <a:pt x="1633" y="84"/>
                    <a:pt x="1167" y="1233"/>
                  </a:cubicBezTo>
                </a:path>
              </a:pathLst>
            </a:custGeom>
            <a:noFill/>
            <a:ln cap="rnd" cmpd="sng" w="28575">
              <a:solidFill>
                <a:schemeClr val="accent4"/>
              </a:solidFill>
              <a:prstDash val="solid"/>
              <a:miter lim="166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4"/>
            <p:cNvSpPr/>
            <p:nvPr/>
          </p:nvSpPr>
          <p:spPr>
            <a:xfrm>
              <a:off x="6475615" y="1254658"/>
              <a:ext cx="2102556" cy="1008680"/>
            </a:xfrm>
            <a:custGeom>
              <a:rect b="b" l="l" r="r" t="t"/>
              <a:pathLst>
                <a:path extrusionOk="0" fill="none" h="4949" w="10316">
                  <a:moveTo>
                    <a:pt x="584" y="1900"/>
                  </a:moveTo>
                  <a:cubicBezTo>
                    <a:pt x="1" y="2883"/>
                    <a:pt x="417" y="4599"/>
                    <a:pt x="1301" y="4782"/>
                  </a:cubicBezTo>
                  <a:cubicBezTo>
                    <a:pt x="2200" y="4949"/>
                    <a:pt x="7932" y="4949"/>
                    <a:pt x="9099" y="4616"/>
                  </a:cubicBezTo>
                  <a:cubicBezTo>
                    <a:pt x="10282" y="4266"/>
                    <a:pt x="10315" y="2849"/>
                    <a:pt x="9932" y="1533"/>
                  </a:cubicBezTo>
                  <a:cubicBezTo>
                    <a:pt x="9565" y="217"/>
                    <a:pt x="2167" y="0"/>
                    <a:pt x="217" y="1750"/>
                  </a:cubicBezTo>
                </a:path>
              </a:pathLst>
            </a:custGeom>
            <a:noFill/>
            <a:ln cap="rnd" cmpd="sng" w="28575">
              <a:solidFill>
                <a:schemeClr val="accent2"/>
              </a:solidFill>
              <a:prstDash val="solid"/>
              <a:miter lim="166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4"/>
            <p:cNvSpPr/>
            <p:nvPr/>
          </p:nvSpPr>
          <p:spPr>
            <a:xfrm>
              <a:off x="6366981" y="2612140"/>
              <a:ext cx="2319822" cy="944275"/>
            </a:xfrm>
            <a:custGeom>
              <a:rect b="b" l="l" r="r" t="t"/>
              <a:pathLst>
                <a:path extrusionOk="0" fill="none" h="4633" w="11382">
                  <a:moveTo>
                    <a:pt x="568" y="1100"/>
                  </a:moveTo>
                  <a:cubicBezTo>
                    <a:pt x="34" y="2150"/>
                    <a:pt x="501" y="4549"/>
                    <a:pt x="1617" y="4449"/>
                  </a:cubicBezTo>
                  <a:cubicBezTo>
                    <a:pt x="2734" y="4366"/>
                    <a:pt x="10782" y="4633"/>
                    <a:pt x="10998" y="3716"/>
                  </a:cubicBezTo>
                  <a:cubicBezTo>
                    <a:pt x="11232" y="2800"/>
                    <a:pt x="11382" y="567"/>
                    <a:pt x="10515" y="284"/>
                  </a:cubicBezTo>
                  <a:cubicBezTo>
                    <a:pt x="9649" y="0"/>
                    <a:pt x="934" y="84"/>
                    <a:pt x="1" y="1134"/>
                  </a:cubicBezTo>
                </a:path>
              </a:pathLst>
            </a:custGeom>
            <a:noFill/>
            <a:ln cap="rnd" cmpd="sng" w="28575">
              <a:solidFill>
                <a:schemeClr val="accent6"/>
              </a:solidFill>
              <a:prstDash val="solid"/>
              <a:miter lim="166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4"/>
            <p:cNvSpPr/>
            <p:nvPr/>
          </p:nvSpPr>
          <p:spPr>
            <a:xfrm>
              <a:off x="6411209" y="3874647"/>
              <a:ext cx="2231367" cy="859488"/>
            </a:xfrm>
            <a:custGeom>
              <a:rect b="b" l="l" r="r" t="t"/>
              <a:pathLst>
                <a:path extrusionOk="0" fill="none" h="4217" w="10948">
                  <a:moveTo>
                    <a:pt x="784" y="867"/>
                  </a:moveTo>
                  <a:cubicBezTo>
                    <a:pt x="0" y="2017"/>
                    <a:pt x="467" y="4049"/>
                    <a:pt x="1867" y="3999"/>
                  </a:cubicBezTo>
                  <a:cubicBezTo>
                    <a:pt x="3250" y="3933"/>
                    <a:pt x="9215" y="4216"/>
                    <a:pt x="9915" y="3849"/>
                  </a:cubicBezTo>
                  <a:cubicBezTo>
                    <a:pt x="10615" y="3483"/>
                    <a:pt x="10948" y="1733"/>
                    <a:pt x="10098" y="867"/>
                  </a:cubicBezTo>
                  <a:cubicBezTo>
                    <a:pt x="9265" y="0"/>
                    <a:pt x="1633" y="84"/>
                    <a:pt x="1167" y="1233"/>
                  </a:cubicBezTo>
                </a:path>
              </a:pathLst>
            </a:custGeom>
            <a:noFill/>
            <a:ln cap="rnd" cmpd="sng" w="28575">
              <a:solidFill>
                <a:schemeClr val="accent5"/>
              </a:solidFill>
              <a:prstDash val="solid"/>
              <a:miter lim="166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4"/>
            <p:cNvSpPr/>
            <p:nvPr/>
          </p:nvSpPr>
          <p:spPr>
            <a:xfrm rot="-505651">
              <a:off x="2838794" y="1482109"/>
              <a:ext cx="760022" cy="364908"/>
            </a:xfrm>
            <a:custGeom>
              <a:rect b="b" l="l" r="r" t="t"/>
              <a:pathLst>
                <a:path extrusionOk="0" fill="none" h="1251" w="4966">
                  <a:moveTo>
                    <a:pt x="4966" y="1251"/>
                  </a:moveTo>
                  <a:cubicBezTo>
                    <a:pt x="3999" y="434"/>
                    <a:pt x="1300" y="1"/>
                    <a:pt x="0" y="101"/>
                  </a:cubicBez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miter lim="166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4"/>
            <p:cNvSpPr/>
            <p:nvPr/>
          </p:nvSpPr>
          <p:spPr>
            <a:xfrm rot="-1013775">
              <a:off x="2842250" y="2928983"/>
              <a:ext cx="555080" cy="169037"/>
            </a:xfrm>
            <a:custGeom>
              <a:rect b="b" l="l" r="r" t="t"/>
              <a:pathLst>
                <a:path extrusionOk="0" fill="none" h="384" w="3467">
                  <a:moveTo>
                    <a:pt x="1" y="34"/>
                  </a:moveTo>
                  <a:cubicBezTo>
                    <a:pt x="667" y="1"/>
                    <a:pt x="2950" y="384"/>
                    <a:pt x="3467" y="367"/>
                  </a:cubicBezTo>
                </a:path>
              </a:pathLst>
            </a:custGeom>
            <a:noFill/>
            <a:ln cap="rnd" cmpd="sng" w="28575">
              <a:solidFill>
                <a:schemeClr val="accent3"/>
              </a:solidFill>
              <a:prstDash val="solid"/>
              <a:miter lim="166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4"/>
            <p:cNvSpPr/>
            <p:nvPr/>
          </p:nvSpPr>
          <p:spPr>
            <a:xfrm rot="1514842">
              <a:off x="2948987" y="3573901"/>
              <a:ext cx="645680" cy="1010344"/>
            </a:xfrm>
            <a:custGeom>
              <a:rect b="b" l="l" r="r" t="t"/>
              <a:pathLst>
                <a:path extrusionOk="0" fill="none" h="2000" w="5100">
                  <a:moveTo>
                    <a:pt x="5099" y="0"/>
                  </a:moveTo>
                  <a:cubicBezTo>
                    <a:pt x="4849" y="883"/>
                    <a:pt x="3466" y="2000"/>
                    <a:pt x="1" y="1950"/>
                  </a:cubicBezTo>
                </a:path>
              </a:pathLst>
            </a:custGeom>
            <a:noFill/>
            <a:ln cap="rnd" cmpd="sng" w="28575">
              <a:solidFill>
                <a:schemeClr val="accent4"/>
              </a:solidFill>
              <a:prstDash val="solid"/>
              <a:miter lim="166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4"/>
            <p:cNvSpPr/>
            <p:nvPr/>
          </p:nvSpPr>
          <p:spPr>
            <a:xfrm flipH="1" rot="505651">
              <a:off x="5545185" y="1482109"/>
              <a:ext cx="760022" cy="364908"/>
            </a:xfrm>
            <a:custGeom>
              <a:rect b="b" l="l" r="r" t="t"/>
              <a:pathLst>
                <a:path extrusionOk="0" fill="none" h="1251" w="4966">
                  <a:moveTo>
                    <a:pt x="4966" y="1251"/>
                  </a:moveTo>
                  <a:cubicBezTo>
                    <a:pt x="3999" y="434"/>
                    <a:pt x="1300" y="1"/>
                    <a:pt x="0" y="101"/>
                  </a:cubicBezTo>
                </a:path>
              </a:pathLst>
            </a:custGeom>
            <a:noFill/>
            <a:ln cap="rnd" cmpd="sng" w="28575">
              <a:solidFill>
                <a:schemeClr val="accent2"/>
              </a:solidFill>
              <a:prstDash val="solid"/>
              <a:miter lim="166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4"/>
            <p:cNvSpPr/>
            <p:nvPr/>
          </p:nvSpPr>
          <p:spPr>
            <a:xfrm flipH="1" rot="1013775">
              <a:off x="5746670" y="2928983"/>
              <a:ext cx="555080" cy="169037"/>
            </a:xfrm>
            <a:custGeom>
              <a:rect b="b" l="l" r="r" t="t"/>
              <a:pathLst>
                <a:path extrusionOk="0" fill="none" h="384" w="3467">
                  <a:moveTo>
                    <a:pt x="1" y="34"/>
                  </a:moveTo>
                  <a:cubicBezTo>
                    <a:pt x="667" y="1"/>
                    <a:pt x="2950" y="384"/>
                    <a:pt x="3467" y="367"/>
                  </a:cubicBezTo>
                </a:path>
              </a:pathLst>
            </a:custGeom>
            <a:noFill/>
            <a:ln cap="rnd" cmpd="sng" w="28575">
              <a:solidFill>
                <a:schemeClr val="accent6"/>
              </a:solidFill>
              <a:prstDash val="solid"/>
              <a:miter lim="166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4"/>
            <p:cNvSpPr/>
            <p:nvPr/>
          </p:nvSpPr>
          <p:spPr>
            <a:xfrm flipH="1" rot="-1514842">
              <a:off x="5549334" y="3573901"/>
              <a:ext cx="645680" cy="1010344"/>
            </a:xfrm>
            <a:custGeom>
              <a:rect b="b" l="l" r="r" t="t"/>
              <a:pathLst>
                <a:path extrusionOk="0" fill="none" h="2000" w="5100">
                  <a:moveTo>
                    <a:pt x="5099" y="0"/>
                  </a:moveTo>
                  <a:cubicBezTo>
                    <a:pt x="4849" y="883"/>
                    <a:pt x="3466" y="2000"/>
                    <a:pt x="1" y="1950"/>
                  </a:cubicBezTo>
                </a:path>
              </a:pathLst>
            </a:custGeom>
            <a:noFill/>
            <a:ln cap="rnd" cmpd="sng" w="28575">
              <a:solidFill>
                <a:schemeClr val="accent5"/>
              </a:solidFill>
              <a:prstDash val="solid"/>
              <a:miter lim="166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0" name="Google Shape;440;p24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Doodle Banner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1" name="Google Shape;441;p24"/>
          <p:cNvSpPr txBox="1"/>
          <p:nvPr/>
        </p:nvSpPr>
        <p:spPr>
          <a:xfrm flipH="1">
            <a:off x="3921600" y="2165175"/>
            <a:ext cx="13008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 Jupiter</a:t>
            </a:r>
            <a:endParaRPr sz="18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3598950" y="2458000"/>
            <a:ext cx="1946100" cy="94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the fifth planet from the Sun and the largest of them all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 flipH="1">
            <a:off x="805917" y="1635743"/>
            <a:ext cx="1622400" cy="4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has a beautiful name and it’s hot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 flipH="1">
            <a:off x="805917" y="1413054"/>
            <a:ext cx="15396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8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940005" y="2707171"/>
            <a:ext cx="13542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8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644067" y="2925585"/>
            <a:ext cx="19461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the smallest and innermost planet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 flipH="1">
            <a:off x="805917" y="4136234"/>
            <a:ext cx="16224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is a cold place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 flipH="1">
            <a:off x="881367" y="3913287"/>
            <a:ext cx="14715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8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 flipH="1">
            <a:off x="6715692" y="1635743"/>
            <a:ext cx="1622400" cy="4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Yes, Saturn is the ringed planet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p24"/>
          <p:cNvSpPr txBox="1"/>
          <p:nvPr/>
        </p:nvSpPr>
        <p:spPr>
          <a:xfrm flipH="1">
            <a:off x="6715692" y="1413054"/>
            <a:ext cx="15396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 sz="18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51" name="Google Shape;451;p24"/>
          <p:cNvSpPr txBox="1"/>
          <p:nvPr/>
        </p:nvSpPr>
        <p:spPr>
          <a:xfrm>
            <a:off x="6849780" y="2707171"/>
            <a:ext cx="13542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Neptune</a:t>
            </a:r>
            <a:endParaRPr sz="18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52" name="Google Shape;452;p24"/>
          <p:cNvSpPr txBox="1"/>
          <p:nvPr/>
        </p:nvSpPr>
        <p:spPr>
          <a:xfrm>
            <a:off x="6553842" y="2925585"/>
            <a:ext cx="19461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the farthest planet from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24"/>
          <p:cNvSpPr txBox="1"/>
          <p:nvPr/>
        </p:nvSpPr>
        <p:spPr>
          <a:xfrm flipH="1">
            <a:off x="6715692" y="4136234"/>
            <a:ext cx="16224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Earth is the planet we all live on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24"/>
          <p:cNvSpPr txBox="1"/>
          <p:nvPr/>
        </p:nvSpPr>
        <p:spPr>
          <a:xfrm flipH="1">
            <a:off x="6791142" y="3913287"/>
            <a:ext cx="14715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Earth</a:t>
            </a:r>
            <a:endParaRPr sz="18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oogle Shape;459;p25"/>
          <p:cNvGrpSpPr/>
          <p:nvPr/>
        </p:nvGrpSpPr>
        <p:grpSpPr>
          <a:xfrm>
            <a:off x="446360" y="1107887"/>
            <a:ext cx="8240443" cy="3735554"/>
            <a:chOff x="446360" y="1107887"/>
            <a:chExt cx="8240443" cy="3735554"/>
          </a:xfrm>
        </p:grpSpPr>
        <p:sp>
          <p:nvSpPr>
            <p:cNvPr id="460" name="Google Shape;460;p25"/>
            <p:cNvSpPr/>
            <p:nvPr/>
          </p:nvSpPr>
          <p:spPr>
            <a:xfrm rot="-285721">
              <a:off x="743252" y="1188929"/>
              <a:ext cx="2028940" cy="1835163"/>
            </a:xfrm>
            <a:custGeom>
              <a:rect b="b" l="l" r="r" t="t"/>
              <a:pathLst>
                <a:path extrusionOk="0" h="34360" w="68961">
                  <a:moveTo>
                    <a:pt x="29793" y="627"/>
                  </a:moveTo>
                  <a:cubicBezTo>
                    <a:pt x="31042" y="627"/>
                    <a:pt x="32291" y="656"/>
                    <a:pt x="33536" y="708"/>
                  </a:cubicBezTo>
                  <a:cubicBezTo>
                    <a:pt x="39019" y="872"/>
                    <a:pt x="44666" y="1385"/>
                    <a:pt x="50149" y="2248"/>
                  </a:cubicBezTo>
                  <a:cubicBezTo>
                    <a:pt x="55612" y="3193"/>
                    <a:pt x="61444" y="4897"/>
                    <a:pt x="65120" y="9600"/>
                  </a:cubicBezTo>
                  <a:cubicBezTo>
                    <a:pt x="68960" y="14570"/>
                    <a:pt x="68550" y="20977"/>
                    <a:pt x="64340" y="25597"/>
                  </a:cubicBezTo>
                  <a:cubicBezTo>
                    <a:pt x="60417" y="30054"/>
                    <a:pt x="54421" y="31512"/>
                    <a:pt x="48855" y="32456"/>
                  </a:cubicBezTo>
                  <a:cubicBezTo>
                    <a:pt x="43610" y="33353"/>
                    <a:pt x="38244" y="33806"/>
                    <a:pt x="32898" y="33806"/>
                  </a:cubicBezTo>
                  <a:cubicBezTo>
                    <a:pt x="31630" y="33806"/>
                    <a:pt x="30364" y="33781"/>
                    <a:pt x="29100" y="33730"/>
                  </a:cubicBezTo>
                  <a:cubicBezTo>
                    <a:pt x="23699" y="33483"/>
                    <a:pt x="18134" y="33052"/>
                    <a:pt x="12917" y="31245"/>
                  </a:cubicBezTo>
                  <a:cubicBezTo>
                    <a:pt x="7619" y="29376"/>
                    <a:pt x="2485" y="25782"/>
                    <a:pt x="1109" y="19786"/>
                  </a:cubicBezTo>
                  <a:cubicBezTo>
                    <a:pt x="0" y="15432"/>
                    <a:pt x="1027" y="10627"/>
                    <a:pt x="3594" y="7115"/>
                  </a:cubicBezTo>
                  <a:cubicBezTo>
                    <a:pt x="11507" y="2147"/>
                    <a:pt x="20660" y="627"/>
                    <a:pt x="29793" y="627"/>
                  </a:cubicBezTo>
                  <a:close/>
                  <a:moveTo>
                    <a:pt x="30015" y="1"/>
                  </a:moveTo>
                  <a:cubicBezTo>
                    <a:pt x="21187" y="1"/>
                    <a:pt x="12367" y="1344"/>
                    <a:pt x="4621" y="5760"/>
                  </a:cubicBezTo>
                  <a:cubicBezTo>
                    <a:pt x="5134" y="5246"/>
                    <a:pt x="5730" y="4733"/>
                    <a:pt x="6325" y="4219"/>
                  </a:cubicBezTo>
                  <a:cubicBezTo>
                    <a:pt x="6486" y="4148"/>
                    <a:pt x="6367" y="3937"/>
                    <a:pt x="6226" y="3937"/>
                  </a:cubicBezTo>
                  <a:cubicBezTo>
                    <a:pt x="6204" y="3937"/>
                    <a:pt x="6182" y="3942"/>
                    <a:pt x="6161" y="3952"/>
                  </a:cubicBezTo>
                  <a:cubicBezTo>
                    <a:pt x="5216" y="4651"/>
                    <a:pt x="4374" y="5493"/>
                    <a:pt x="3676" y="6355"/>
                  </a:cubicBezTo>
                  <a:cubicBezTo>
                    <a:pt x="3081" y="6704"/>
                    <a:pt x="2485" y="7115"/>
                    <a:pt x="1890" y="7464"/>
                  </a:cubicBezTo>
                  <a:cubicBezTo>
                    <a:pt x="1675" y="7679"/>
                    <a:pt x="1805" y="8052"/>
                    <a:pt x="1993" y="8052"/>
                  </a:cubicBezTo>
                  <a:cubicBezTo>
                    <a:pt x="2038" y="8052"/>
                    <a:pt x="2088" y="8030"/>
                    <a:pt x="2136" y="7977"/>
                  </a:cubicBezTo>
                  <a:cubicBezTo>
                    <a:pt x="2403" y="7895"/>
                    <a:pt x="2567" y="7731"/>
                    <a:pt x="2731" y="7628"/>
                  </a:cubicBezTo>
                  <a:lnTo>
                    <a:pt x="2731" y="7628"/>
                  </a:lnTo>
                  <a:cubicBezTo>
                    <a:pt x="1109" y="10031"/>
                    <a:pt x="267" y="12947"/>
                    <a:pt x="164" y="15945"/>
                  </a:cubicBezTo>
                  <a:cubicBezTo>
                    <a:pt x="82" y="20895"/>
                    <a:pt x="2403" y="25351"/>
                    <a:pt x="6161" y="28267"/>
                  </a:cubicBezTo>
                  <a:cubicBezTo>
                    <a:pt x="10350" y="31594"/>
                    <a:pt x="15751" y="32888"/>
                    <a:pt x="20803" y="33565"/>
                  </a:cubicBezTo>
                  <a:cubicBezTo>
                    <a:pt x="24877" y="34101"/>
                    <a:pt x="28950" y="34359"/>
                    <a:pt x="33024" y="34359"/>
                  </a:cubicBezTo>
                  <a:cubicBezTo>
                    <a:pt x="36138" y="34359"/>
                    <a:pt x="39252" y="34208"/>
                    <a:pt x="42366" y="33915"/>
                  </a:cubicBezTo>
                  <a:cubicBezTo>
                    <a:pt x="48609" y="33216"/>
                    <a:pt x="55530" y="32456"/>
                    <a:pt x="61013" y="29027"/>
                  </a:cubicBezTo>
                  <a:cubicBezTo>
                    <a:pt x="65366" y="26378"/>
                    <a:pt x="68960" y="21490"/>
                    <a:pt x="68365" y="16028"/>
                  </a:cubicBezTo>
                  <a:cubicBezTo>
                    <a:pt x="67851" y="10811"/>
                    <a:pt x="63826" y="6602"/>
                    <a:pt x="59473" y="4384"/>
                  </a:cubicBezTo>
                  <a:cubicBezTo>
                    <a:pt x="53907" y="1652"/>
                    <a:pt x="47500" y="1221"/>
                    <a:pt x="41504" y="626"/>
                  </a:cubicBezTo>
                  <a:cubicBezTo>
                    <a:pt x="37732" y="257"/>
                    <a:pt x="33873" y="1"/>
                    <a:pt x="3001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5"/>
            <p:cNvSpPr/>
            <p:nvPr/>
          </p:nvSpPr>
          <p:spPr>
            <a:xfrm>
              <a:off x="479186" y="1426349"/>
              <a:ext cx="2539915" cy="511975"/>
            </a:xfrm>
            <a:custGeom>
              <a:rect b="b" l="l" r="r" t="t"/>
              <a:pathLst>
                <a:path extrusionOk="0" h="5412" w="26849">
                  <a:moveTo>
                    <a:pt x="21438" y="0"/>
                  </a:moveTo>
                  <a:lnTo>
                    <a:pt x="21230" y="35"/>
                  </a:lnTo>
                  <a:lnTo>
                    <a:pt x="20085" y="35"/>
                  </a:lnTo>
                  <a:lnTo>
                    <a:pt x="19669" y="70"/>
                  </a:lnTo>
                  <a:lnTo>
                    <a:pt x="19460" y="70"/>
                  </a:lnTo>
                  <a:lnTo>
                    <a:pt x="19252" y="104"/>
                  </a:lnTo>
                  <a:lnTo>
                    <a:pt x="18177" y="104"/>
                  </a:lnTo>
                  <a:lnTo>
                    <a:pt x="17969" y="139"/>
                  </a:lnTo>
                  <a:lnTo>
                    <a:pt x="17657" y="104"/>
                  </a:lnTo>
                  <a:lnTo>
                    <a:pt x="17379" y="139"/>
                  </a:lnTo>
                  <a:lnTo>
                    <a:pt x="17067" y="104"/>
                  </a:lnTo>
                  <a:lnTo>
                    <a:pt x="16755" y="104"/>
                  </a:lnTo>
                  <a:lnTo>
                    <a:pt x="16616" y="139"/>
                  </a:lnTo>
                  <a:lnTo>
                    <a:pt x="16061" y="139"/>
                  </a:lnTo>
                  <a:lnTo>
                    <a:pt x="15957" y="104"/>
                  </a:lnTo>
                  <a:lnTo>
                    <a:pt x="15645" y="104"/>
                  </a:lnTo>
                  <a:lnTo>
                    <a:pt x="15298" y="139"/>
                  </a:lnTo>
                  <a:lnTo>
                    <a:pt x="15125" y="104"/>
                  </a:lnTo>
                  <a:lnTo>
                    <a:pt x="14153" y="104"/>
                  </a:lnTo>
                  <a:lnTo>
                    <a:pt x="13737" y="70"/>
                  </a:lnTo>
                  <a:lnTo>
                    <a:pt x="13286" y="70"/>
                  </a:lnTo>
                  <a:lnTo>
                    <a:pt x="12245" y="139"/>
                  </a:lnTo>
                  <a:lnTo>
                    <a:pt x="11933" y="139"/>
                  </a:lnTo>
                  <a:lnTo>
                    <a:pt x="11656" y="104"/>
                  </a:lnTo>
                  <a:lnTo>
                    <a:pt x="11482" y="139"/>
                  </a:lnTo>
                  <a:lnTo>
                    <a:pt x="10893" y="139"/>
                  </a:lnTo>
                  <a:lnTo>
                    <a:pt x="10511" y="174"/>
                  </a:lnTo>
                  <a:lnTo>
                    <a:pt x="9089" y="174"/>
                  </a:lnTo>
                  <a:lnTo>
                    <a:pt x="8673" y="208"/>
                  </a:lnTo>
                  <a:lnTo>
                    <a:pt x="7389" y="312"/>
                  </a:lnTo>
                  <a:lnTo>
                    <a:pt x="6695" y="347"/>
                  </a:lnTo>
                  <a:lnTo>
                    <a:pt x="6002" y="382"/>
                  </a:lnTo>
                  <a:lnTo>
                    <a:pt x="5551" y="382"/>
                  </a:lnTo>
                  <a:lnTo>
                    <a:pt x="5100" y="417"/>
                  </a:lnTo>
                  <a:lnTo>
                    <a:pt x="3816" y="417"/>
                  </a:lnTo>
                  <a:lnTo>
                    <a:pt x="3469" y="382"/>
                  </a:lnTo>
                  <a:lnTo>
                    <a:pt x="2498" y="382"/>
                  </a:lnTo>
                  <a:lnTo>
                    <a:pt x="1978" y="347"/>
                  </a:lnTo>
                  <a:lnTo>
                    <a:pt x="1492" y="347"/>
                  </a:lnTo>
                  <a:lnTo>
                    <a:pt x="868" y="382"/>
                  </a:lnTo>
                  <a:lnTo>
                    <a:pt x="243" y="417"/>
                  </a:lnTo>
                  <a:lnTo>
                    <a:pt x="70" y="486"/>
                  </a:lnTo>
                  <a:lnTo>
                    <a:pt x="35" y="521"/>
                  </a:lnTo>
                  <a:lnTo>
                    <a:pt x="1" y="555"/>
                  </a:lnTo>
                  <a:lnTo>
                    <a:pt x="1" y="625"/>
                  </a:lnTo>
                  <a:lnTo>
                    <a:pt x="1" y="694"/>
                  </a:lnTo>
                  <a:lnTo>
                    <a:pt x="70" y="798"/>
                  </a:lnTo>
                  <a:lnTo>
                    <a:pt x="313" y="1076"/>
                  </a:lnTo>
                  <a:lnTo>
                    <a:pt x="590" y="1423"/>
                  </a:lnTo>
                  <a:lnTo>
                    <a:pt x="868" y="1735"/>
                  </a:lnTo>
                  <a:lnTo>
                    <a:pt x="1249" y="2047"/>
                  </a:lnTo>
                  <a:lnTo>
                    <a:pt x="1596" y="2428"/>
                  </a:lnTo>
                  <a:lnTo>
                    <a:pt x="1666" y="2498"/>
                  </a:lnTo>
                  <a:lnTo>
                    <a:pt x="1700" y="2602"/>
                  </a:lnTo>
                  <a:lnTo>
                    <a:pt x="1700" y="2810"/>
                  </a:lnTo>
                  <a:lnTo>
                    <a:pt x="1666" y="2983"/>
                  </a:lnTo>
                  <a:lnTo>
                    <a:pt x="1562" y="3157"/>
                  </a:lnTo>
                  <a:lnTo>
                    <a:pt x="1284" y="3504"/>
                  </a:lnTo>
                  <a:lnTo>
                    <a:pt x="1041" y="3851"/>
                  </a:lnTo>
                  <a:lnTo>
                    <a:pt x="833" y="4232"/>
                  </a:lnTo>
                  <a:lnTo>
                    <a:pt x="590" y="4614"/>
                  </a:lnTo>
                  <a:lnTo>
                    <a:pt x="382" y="4926"/>
                  </a:lnTo>
                  <a:lnTo>
                    <a:pt x="174" y="5238"/>
                  </a:lnTo>
                  <a:lnTo>
                    <a:pt x="174" y="5308"/>
                  </a:lnTo>
                  <a:lnTo>
                    <a:pt x="174" y="5342"/>
                  </a:lnTo>
                  <a:lnTo>
                    <a:pt x="209" y="5412"/>
                  </a:lnTo>
                  <a:lnTo>
                    <a:pt x="243" y="5412"/>
                  </a:lnTo>
                  <a:lnTo>
                    <a:pt x="382" y="5377"/>
                  </a:lnTo>
                  <a:lnTo>
                    <a:pt x="521" y="5342"/>
                  </a:lnTo>
                  <a:lnTo>
                    <a:pt x="729" y="5308"/>
                  </a:lnTo>
                  <a:lnTo>
                    <a:pt x="937" y="5308"/>
                  </a:lnTo>
                  <a:lnTo>
                    <a:pt x="937" y="5342"/>
                  </a:lnTo>
                  <a:lnTo>
                    <a:pt x="972" y="5377"/>
                  </a:lnTo>
                  <a:lnTo>
                    <a:pt x="1145" y="5308"/>
                  </a:lnTo>
                  <a:lnTo>
                    <a:pt x="1458" y="5308"/>
                  </a:lnTo>
                  <a:lnTo>
                    <a:pt x="1596" y="5273"/>
                  </a:lnTo>
                  <a:lnTo>
                    <a:pt x="1700" y="5273"/>
                  </a:lnTo>
                  <a:lnTo>
                    <a:pt x="1735" y="5238"/>
                  </a:lnTo>
                  <a:lnTo>
                    <a:pt x="1770" y="5238"/>
                  </a:lnTo>
                  <a:lnTo>
                    <a:pt x="1804" y="5273"/>
                  </a:lnTo>
                  <a:lnTo>
                    <a:pt x="1874" y="5273"/>
                  </a:lnTo>
                  <a:lnTo>
                    <a:pt x="1943" y="5238"/>
                  </a:lnTo>
                  <a:lnTo>
                    <a:pt x="2463" y="5203"/>
                  </a:lnTo>
                  <a:lnTo>
                    <a:pt x="2637" y="5203"/>
                  </a:lnTo>
                  <a:lnTo>
                    <a:pt x="2672" y="5273"/>
                  </a:lnTo>
                  <a:lnTo>
                    <a:pt x="2741" y="5238"/>
                  </a:lnTo>
                  <a:lnTo>
                    <a:pt x="2880" y="5169"/>
                  </a:lnTo>
                  <a:lnTo>
                    <a:pt x="2949" y="5134"/>
                  </a:lnTo>
                  <a:lnTo>
                    <a:pt x="3053" y="5203"/>
                  </a:lnTo>
                  <a:lnTo>
                    <a:pt x="3123" y="5169"/>
                  </a:lnTo>
                  <a:lnTo>
                    <a:pt x="3157" y="5134"/>
                  </a:lnTo>
                  <a:lnTo>
                    <a:pt x="3227" y="5134"/>
                  </a:lnTo>
                  <a:lnTo>
                    <a:pt x="3331" y="5169"/>
                  </a:lnTo>
                  <a:lnTo>
                    <a:pt x="3365" y="5203"/>
                  </a:lnTo>
                  <a:lnTo>
                    <a:pt x="3435" y="5169"/>
                  </a:lnTo>
                  <a:lnTo>
                    <a:pt x="3504" y="5169"/>
                  </a:lnTo>
                  <a:lnTo>
                    <a:pt x="3573" y="5203"/>
                  </a:lnTo>
                  <a:lnTo>
                    <a:pt x="3573" y="5169"/>
                  </a:lnTo>
                  <a:lnTo>
                    <a:pt x="3573" y="5134"/>
                  </a:lnTo>
                  <a:lnTo>
                    <a:pt x="3712" y="5134"/>
                  </a:lnTo>
                  <a:lnTo>
                    <a:pt x="3782" y="5169"/>
                  </a:lnTo>
                  <a:lnTo>
                    <a:pt x="3886" y="5169"/>
                  </a:lnTo>
                  <a:lnTo>
                    <a:pt x="4128" y="5134"/>
                  </a:lnTo>
                  <a:lnTo>
                    <a:pt x="4371" y="5134"/>
                  </a:lnTo>
                  <a:lnTo>
                    <a:pt x="4475" y="5169"/>
                  </a:lnTo>
                  <a:lnTo>
                    <a:pt x="4579" y="5169"/>
                  </a:lnTo>
                  <a:lnTo>
                    <a:pt x="4683" y="5134"/>
                  </a:lnTo>
                  <a:lnTo>
                    <a:pt x="5100" y="5134"/>
                  </a:lnTo>
                  <a:lnTo>
                    <a:pt x="5238" y="5099"/>
                  </a:lnTo>
                  <a:lnTo>
                    <a:pt x="5377" y="5099"/>
                  </a:lnTo>
                  <a:lnTo>
                    <a:pt x="5551" y="5134"/>
                  </a:lnTo>
                  <a:lnTo>
                    <a:pt x="6279" y="5134"/>
                  </a:lnTo>
                  <a:lnTo>
                    <a:pt x="6557" y="5099"/>
                  </a:lnTo>
                  <a:lnTo>
                    <a:pt x="6799" y="5099"/>
                  </a:lnTo>
                  <a:lnTo>
                    <a:pt x="7042" y="5134"/>
                  </a:lnTo>
                  <a:lnTo>
                    <a:pt x="7285" y="5099"/>
                  </a:lnTo>
                  <a:lnTo>
                    <a:pt x="8846" y="5099"/>
                  </a:lnTo>
                  <a:lnTo>
                    <a:pt x="8915" y="5134"/>
                  </a:lnTo>
                  <a:lnTo>
                    <a:pt x="8950" y="5169"/>
                  </a:lnTo>
                  <a:lnTo>
                    <a:pt x="9019" y="5134"/>
                  </a:lnTo>
                  <a:lnTo>
                    <a:pt x="9089" y="5099"/>
                  </a:lnTo>
                  <a:lnTo>
                    <a:pt x="9713" y="5099"/>
                  </a:lnTo>
                  <a:lnTo>
                    <a:pt x="9921" y="5065"/>
                  </a:lnTo>
                  <a:lnTo>
                    <a:pt x="10129" y="5099"/>
                  </a:lnTo>
                  <a:lnTo>
                    <a:pt x="10407" y="5099"/>
                  </a:lnTo>
                  <a:lnTo>
                    <a:pt x="10719" y="5065"/>
                  </a:lnTo>
                  <a:lnTo>
                    <a:pt x="10893" y="5099"/>
                  </a:lnTo>
                  <a:lnTo>
                    <a:pt x="11066" y="5099"/>
                  </a:lnTo>
                  <a:lnTo>
                    <a:pt x="11135" y="5065"/>
                  </a:lnTo>
                  <a:lnTo>
                    <a:pt x="11205" y="5065"/>
                  </a:lnTo>
                  <a:lnTo>
                    <a:pt x="11309" y="5099"/>
                  </a:lnTo>
                  <a:lnTo>
                    <a:pt x="11448" y="5099"/>
                  </a:lnTo>
                  <a:lnTo>
                    <a:pt x="11517" y="5065"/>
                  </a:lnTo>
                  <a:lnTo>
                    <a:pt x="11552" y="4995"/>
                  </a:lnTo>
                  <a:lnTo>
                    <a:pt x="11586" y="5030"/>
                  </a:lnTo>
                  <a:lnTo>
                    <a:pt x="11725" y="5065"/>
                  </a:lnTo>
                  <a:lnTo>
                    <a:pt x="11899" y="5065"/>
                  </a:lnTo>
                  <a:lnTo>
                    <a:pt x="12072" y="5030"/>
                  </a:lnTo>
                  <a:lnTo>
                    <a:pt x="12211" y="5065"/>
                  </a:lnTo>
                  <a:lnTo>
                    <a:pt x="12280" y="5099"/>
                  </a:lnTo>
                  <a:lnTo>
                    <a:pt x="12315" y="5099"/>
                  </a:lnTo>
                  <a:lnTo>
                    <a:pt x="12454" y="5030"/>
                  </a:lnTo>
                  <a:lnTo>
                    <a:pt x="12592" y="5030"/>
                  </a:lnTo>
                  <a:lnTo>
                    <a:pt x="12870" y="5065"/>
                  </a:lnTo>
                  <a:lnTo>
                    <a:pt x="13633" y="5065"/>
                  </a:lnTo>
                  <a:lnTo>
                    <a:pt x="13841" y="5099"/>
                  </a:lnTo>
                  <a:lnTo>
                    <a:pt x="14084" y="5099"/>
                  </a:lnTo>
                  <a:lnTo>
                    <a:pt x="14465" y="5065"/>
                  </a:lnTo>
                  <a:lnTo>
                    <a:pt x="14847" y="5065"/>
                  </a:lnTo>
                  <a:lnTo>
                    <a:pt x="14951" y="5099"/>
                  </a:lnTo>
                  <a:lnTo>
                    <a:pt x="15020" y="5099"/>
                  </a:lnTo>
                  <a:lnTo>
                    <a:pt x="15125" y="5065"/>
                  </a:lnTo>
                  <a:lnTo>
                    <a:pt x="15194" y="5065"/>
                  </a:lnTo>
                  <a:lnTo>
                    <a:pt x="15298" y="5099"/>
                  </a:lnTo>
                  <a:lnTo>
                    <a:pt x="15367" y="5134"/>
                  </a:lnTo>
                  <a:lnTo>
                    <a:pt x="15402" y="5065"/>
                  </a:lnTo>
                  <a:lnTo>
                    <a:pt x="15437" y="5065"/>
                  </a:lnTo>
                  <a:lnTo>
                    <a:pt x="15471" y="5099"/>
                  </a:lnTo>
                  <a:lnTo>
                    <a:pt x="15541" y="5134"/>
                  </a:lnTo>
                  <a:lnTo>
                    <a:pt x="15610" y="5099"/>
                  </a:lnTo>
                  <a:lnTo>
                    <a:pt x="15714" y="5065"/>
                  </a:lnTo>
                  <a:lnTo>
                    <a:pt x="15818" y="5065"/>
                  </a:lnTo>
                  <a:lnTo>
                    <a:pt x="16026" y="5099"/>
                  </a:lnTo>
                  <a:lnTo>
                    <a:pt x="16130" y="5099"/>
                  </a:lnTo>
                  <a:lnTo>
                    <a:pt x="16200" y="5134"/>
                  </a:lnTo>
                  <a:lnTo>
                    <a:pt x="16235" y="5099"/>
                  </a:lnTo>
                  <a:lnTo>
                    <a:pt x="16269" y="5065"/>
                  </a:lnTo>
                  <a:lnTo>
                    <a:pt x="16339" y="5065"/>
                  </a:lnTo>
                  <a:lnTo>
                    <a:pt x="16408" y="5099"/>
                  </a:lnTo>
                  <a:lnTo>
                    <a:pt x="16894" y="5099"/>
                  </a:lnTo>
                  <a:lnTo>
                    <a:pt x="17136" y="5134"/>
                  </a:lnTo>
                  <a:lnTo>
                    <a:pt x="17379" y="5134"/>
                  </a:lnTo>
                  <a:lnTo>
                    <a:pt x="17518" y="5099"/>
                  </a:lnTo>
                  <a:lnTo>
                    <a:pt x="17657" y="5099"/>
                  </a:lnTo>
                  <a:lnTo>
                    <a:pt x="17795" y="5134"/>
                  </a:lnTo>
                  <a:lnTo>
                    <a:pt x="17934" y="5134"/>
                  </a:lnTo>
                  <a:lnTo>
                    <a:pt x="18212" y="5099"/>
                  </a:lnTo>
                  <a:lnTo>
                    <a:pt x="18767" y="5099"/>
                  </a:lnTo>
                  <a:lnTo>
                    <a:pt x="19114" y="5134"/>
                  </a:lnTo>
                  <a:lnTo>
                    <a:pt x="19322" y="5134"/>
                  </a:lnTo>
                  <a:lnTo>
                    <a:pt x="19356" y="5169"/>
                  </a:lnTo>
                  <a:lnTo>
                    <a:pt x="19391" y="5203"/>
                  </a:lnTo>
                  <a:lnTo>
                    <a:pt x="19426" y="5203"/>
                  </a:lnTo>
                  <a:lnTo>
                    <a:pt x="19495" y="5169"/>
                  </a:lnTo>
                  <a:lnTo>
                    <a:pt x="19530" y="5134"/>
                  </a:lnTo>
                  <a:lnTo>
                    <a:pt x="19565" y="5134"/>
                  </a:lnTo>
                  <a:lnTo>
                    <a:pt x="19565" y="5203"/>
                  </a:lnTo>
                  <a:lnTo>
                    <a:pt x="19634" y="5169"/>
                  </a:lnTo>
                  <a:lnTo>
                    <a:pt x="19669" y="5134"/>
                  </a:lnTo>
                  <a:lnTo>
                    <a:pt x="19773" y="5134"/>
                  </a:lnTo>
                  <a:lnTo>
                    <a:pt x="19877" y="5169"/>
                  </a:lnTo>
                  <a:lnTo>
                    <a:pt x="19946" y="5134"/>
                  </a:lnTo>
                  <a:lnTo>
                    <a:pt x="20015" y="5099"/>
                  </a:lnTo>
                  <a:lnTo>
                    <a:pt x="20085" y="5134"/>
                  </a:lnTo>
                  <a:lnTo>
                    <a:pt x="20189" y="5169"/>
                  </a:lnTo>
                  <a:lnTo>
                    <a:pt x="20293" y="5169"/>
                  </a:lnTo>
                  <a:lnTo>
                    <a:pt x="20397" y="5134"/>
                  </a:lnTo>
                  <a:lnTo>
                    <a:pt x="20501" y="5134"/>
                  </a:lnTo>
                  <a:lnTo>
                    <a:pt x="20709" y="5099"/>
                  </a:lnTo>
                  <a:lnTo>
                    <a:pt x="20779" y="5099"/>
                  </a:lnTo>
                  <a:lnTo>
                    <a:pt x="20883" y="5169"/>
                  </a:lnTo>
                  <a:lnTo>
                    <a:pt x="20917" y="5203"/>
                  </a:lnTo>
                  <a:lnTo>
                    <a:pt x="20952" y="5203"/>
                  </a:lnTo>
                  <a:lnTo>
                    <a:pt x="20952" y="5134"/>
                  </a:lnTo>
                  <a:lnTo>
                    <a:pt x="21056" y="5134"/>
                  </a:lnTo>
                  <a:lnTo>
                    <a:pt x="21230" y="5169"/>
                  </a:lnTo>
                  <a:lnTo>
                    <a:pt x="21299" y="5134"/>
                  </a:lnTo>
                  <a:lnTo>
                    <a:pt x="21472" y="5134"/>
                  </a:lnTo>
                  <a:lnTo>
                    <a:pt x="21472" y="5169"/>
                  </a:lnTo>
                  <a:lnTo>
                    <a:pt x="21507" y="5169"/>
                  </a:lnTo>
                  <a:lnTo>
                    <a:pt x="21542" y="5099"/>
                  </a:lnTo>
                  <a:lnTo>
                    <a:pt x="21576" y="5099"/>
                  </a:lnTo>
                  <a:lnTo>
                    <a:pt x="21646" y="5134"/>
                  </a:lnTo>
                  <a:lnTo>
                    <a:pt x="21923" y="5134"/>
                  </a:lnTo>
                  <a:lnTo>
                    <a:pt x="22097" y="5099"/>
                  </a:lnTo>
                  <a:lnTo>
                    <a:pt x="22721" y="5099"/>
                  </a:lnTo>
                  <a:lnTo>
                    <a:pt x="22895" y="5065"/>
                  </a:lnTo>
                  <a:lnTo>
                    <a:pt x="23380" y="5065"/>
                  </a:lnTo>
                  <a:lnTo>
                    <a:pt x="23692" y="5030"/>
                  </a:lnTo>
                  <a:lnTo>
                    <a:pt x="23866" y="4995"/>
                  </a:lnTo>
                  <a:lnTo>
                    <a:pt x="24039" y="5030"/>
                  </a:lnTo>
                  <a:lnTo>
                    <a:pt x="24074" y="4995"/>
                  </a:lnTo>
                  <a:lnTo>
                    <a:pt x="24109" y="4995"/>
                  </a:lnTo>
                  <a:lnTo>
                    <a:pt x="24247" y="4961"/>
                  </a:lnTo>
                  <a:lnTo>
                    <a:pt x="24351" y="4995"/>
                  </a:lnTo>
                  <a:lnTo>
                    <a:pt x="24421" y="5030"/>
                  </a:lnTo>
                  <a:lnTo>
                    <a:pt x="24456" y="4961"/>
                  </a:lnTo>
                  <a:lnTo>
                    <a:pt x="24490" y="4961"/>
                  </a:lnTo>
                  <a:lnTo>
                    <a:pt x="24560" y="4995"/>
                  </a:lnTo>
                  <a:lnTo>
                    <a:pt x="24664" y="5030"/>
                  </a:lnTo>
                  <a:lnTo>
                    <a:pt x="24768" y="4995"/>
                  </a:lnTo>
                  <a:lnTo>
                    <a:pt x="24976" y="4961"/>
                  </a:lnTo>
                  <a:lnTo>
                    <a:pt x="25253" y="4926"/>
                  </a:lnTo>
                  <a:lnTo>
                    <a:pt x="26294" y="4926"/>
                  </a:lnTo>
                  <a:lnTo>
                    <a:pt x="26433" y="4961"/>
                  </a:lnTo>
                  <a:lnTo>
                    <a:pt x="26606" y="5030"/>
                  </a:lnTo>
                  <a:lnTo>
                    <a:pt x="26641" y="4961"/>
                  </a:lnTo>
                  <a:lnTo>
                    <a:pt x="26676" y="4961"/>
                  </a:lnTo>
                  <a:lnTo>
                    <a:pt x="26710" y="4995"/>
                  </a:lnTo>
                  <a:lnTo>
                    <a:pt x="26780" y="4995"/>
                  </a:lnTo>
                  <a:lnTo>
                    <a:pt x="26814" y="4961"/>
                  </a:lnTo>
                  <a:lnTo>
                    <a:pt x="26849" y="4926"/>
                  </a:lnTo>
                  <a:lnTo>
                    <a:pt x="26849" y="4857"/>
                  </a:lnTo>
                  <a:lnTo>
                    <a:pt x="26745" y="4614"/>
                  </a:lnTo>
                  <a:lnTo>
                    <a:pt x="26606" y="4406"/>
                  </a:lnTo>
                  <a:lnTo>
                    <a:pt x="25878" y="3469"/>
                  </a:lnTo>
                  <a:lnTo>
                    <a:pt x="25392" y="2914"/>
                  </a:lnTo>
                  <a:lnTo>
                    <a:pt x="25323" y="2810"/>
                  </a:lnTo>
                  <a:lnTo>
                    <a:pt x="25288" y="2671"/>
                  </a:lnTo>
                  <a:lnTo>
                    <a:pt x="25288" y="2533"/>
                  </a:lnTo>
                  <a:lnTo>
                    <a:pt x="25323" y="2498"/>
                  </a:lnTo>
                  <a:lnTo>
                    <a:pt x="25392" y="2428"/>
                  </a:lnTo>
                  <a:lnTo>
                    <a:pt x="25461" y="2394"/>
                  </a:lnTo>
                  <a:lnTo>
                    <a:pt x="25531" y="2255"/>
                  </a:lnTo>
                  <a:lnTo>
                    <a:pt x="25635" y="2116"/>
                  </a:lnTo>
                  <a:lnTo>
                    <a:pt x="25704" y="1978"/>
                  </a:lnTo>
                  <a:lnTo>
                    <a:pt x="25878" y="1769"/>
                  </a:lnTo>
                  <a:lnTo>
                    <a:pt x="26051" y="1561"/>
                  </a:lnTo>
                  <a:lnTo>
                    <a:pt x="26121" y="1457"/>
                  </a:lnTo>
                  <a:lnTo>
                    <a:pt x="26155" y="1353"/>
                  </a:lnTo>
                  <a:lnTo>
                    <a:pt x="26225" y="1249"/>
                  </a:lnTo>
                  <a:lnTo>
                    <a:pt x="26259" y="1145"/>
                  </a:lnTo>
                  <a:lnTo>
                    <a:pt x="26363" y="1041"/>
                  </a:lnTo>
                  <a:lnTo>
                    <a:pt x="26467" y="1006"/>
                  </a:lnTo>
                  <a:lnTo>
                    <a:pt x="26467" y="972"/>
                  </a:lnTo>
                  <a:lnTo>
                    <a:pt x="26502" y="902"/>
                  </a:lnTo>
                  <a:lnTo>
                    <a:pt x="26502" y="833"/>
                  </a:lnTo>
                  <a:lnTo>
                    <a:pt x="26537" y="798"/>
                  </a:lnTo>
                  <a:lnTo>
                    <a:pt x="26641" y="729"/>
                  </a:lnTo>
                  <a:lnTo>
                    <a:pt x="26641" y="694"/>
                  </a:lnTo>
                  <a:lnTo>
                    <a:pt x="26641" y="659"/>
                  </a:lnTo>
                  <a:lnTo>
                    <a:pt x="26641" y="625"/>
                  </a:lnTo>
                  <a:lnTo>
                    <a:pt x="26676" y="590"/>
                  </a:lnTo>
                  <a:lnTo>
                    <a:pt x="26676" y="555"/>
                  </a:lnTo>
                  <a:lnTo>
                    <a:pt x="26745" y="555"/>
                  </a:lnTo>
                  <a:lnTo>
                    <a:pt x="26780" y="521"/>
                  </a:lnTo>
                  <a:lnTo>
                    <a:pt x="26814" y="382"/>
                  </a:lnTo>
                  <a:lnTo>
                    <a:pt x="26849" y="312"/>
                  </a:lnTo>
                  <a:lnTo>
                    <a:pt x="26814" y="243"/>
                  </a:lnTo>
                  <a:lnTo>
                    <a:pt x="26780" y="174"/>
                  </a:lnTo>
                  <a:lnTo>
                    <a:pt x="26606" y="174"/>
                  </a:lnTo>
                  <a:lnTo>
                    <a:pt x="26502" y="139"/>
                  </a:lnTo>
                  <a:lnTo>
                    <a:pt x="26398" y="104"/>
                  </a:lnTo>
                  <a:lnTo>
                    <a:pt x="26294" y="104"/>
                  </a:lnTo>
                  <a:lnTo>
                    <a:pt x="25496" y="139"/>
                  </a:lnTo>
                  <a:lnTo>
                    <a:pt x="24351" y="139"/>
                  </a:lnTo>
                  <a:lnTo>
                    <a:pt x="24005" y="104"/>
                  </a:lnTo>
                  <a:lnTo>
                    <a:pt x="23450" y="104"/>
                  </a:lnTo>
                  <a:lnTo>
                    <a:pt x="22790" y="70"/>
                  </a:lnTo>
                  <a:lnTo>
                    <a:pt x="22478" y="35"/>
                  </a:lnTo>
                  <a:lnTo>
                    <a:pt x="21958" y="35"/>
                  </a:lnTo>
                  <a:lnTo>
                    <a:pt x="217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5"/>
            <p:cNvSpPr/>
            <p:nvPr/>
          </p:nvSpPr>
          <p:spPr>
            <a:xfrm>
              <a:off x="446360" y="1400050"/>
              <a:ext cx="2605568" cy="564573"/>
            </a:xfrm>
            <a:custGeom>
              <a:rect b="b" l="l" r="r" t="t"/>
              <a:pathLst>
                <a:path extrusionOk="0" h="5968" w="27543">
                  <a:moveTo>
                    <a:pt x="22097" y="278"/>
                  </a:moveTo>
                  <a:lnTo>
                    <a:pt x="22305" y="313"/>
                  </a:lnTo>
                  <a:lnTo>
                    <a:pt x="22825" y="313"/>
                  </a:lnTo>
                  <a:lnTo>
                    <a:pt x="23137" y="348"/>
                  </a:lnTo>
                  <a:lnTo>
                    <a:pt x="23797" y="382"/>
                  </a:lnTo>
                  <a:lnTo>
                    <a:pt x="24352" y="382"/>
                  </a:lnTo>
                  <a:lnTo>
                    <a:pt x="24698" y="417"/>
                  </a:lnTo>
                  <a:lnTo>
                    <a:pt x="25843" y="417"/>
                  </a:lnTo>
                  <a:lnTo>
                    <a:pt x="26641" y="382"/>
                  </a:lnTo>
                  <a:lnTo>
                    <a:pt x="26745" y="382"/>
                  </a:lnTo>
                  <a:lnTo>
                    <a:pt x="26849" y="417"/>
                  </a:lnTo>
                  <a:lnTo>
                    <a:pt x="26953" y="452"/>
                  </a:lnTo>
                  <a:lnTo>
                    <a:pt x="27127" y="452"/>
                  </a:lnTo>
                  <a:lnTo>
                    <a:pt x="27161" y="521"/>
                  </a:lnTo>
                  <a:lnTo>
                    <a:pt x="27196" y="590"/>
                  </a:lnTo>
                  <a:lnTo>
                    <a:pt x="27161" y="660"/>
                  </a:lnTo>
                  <a:lnTo>
                    <a:pt x="27127" y="799"/>
                  </a:lnTo>
                  <a:lnTo>
                    <a:pt x="27092" y="833"/>
                  </a:lnTo>
                  <a:lnTo>
                    <a:pt x="27023" y="833"/>
                  </a:lnTo>
                  <a:lnTo>
                    <a:pt x="27023" y="868"/>
                  </a:lnTo>
                  <a:lnTo>
                    <a:pt x="26988" y="903"/>
                  </a:lnTo>
                  <a:lnTo>
                    <a:pt x="26988" y="937"/>
                  </a:lnTo>
                  <a:lnTo>
                    <a:pt x="26988" y="972"/>
                  </a:lnTo>
                  <a:lnTo>
                    <a:pt x="26988" y="1007"/>
                  </a:lnTo>
                  <a:lnTo>
                    <a:pt x="26884" y="1076"/>
                  </a:lnTo>
                  <a:lnTo>
                    <a:pt x="26849" y="1111"/>
                  </a:lnTo>
                  <a:lnTo>
                    <a:pt x="26849" y="1180"/>
                  </a:lnTo>
                  <a:lnTo>
                    <a:pt x="26814" y="1250"/>
                  </a:lnTo>
                  <a:lnTo>
                    <a:pt x="26814" y="1284"/>
                  </a:lnTo>
                  <a:lnTo>
                    <a:pt x="26710" y="1319"/>
                  </a:lnTo>
                  <a:lnTo>
                    <a:pt x="26606" y="1423"/>
                  </a:lnTo>
                  <a:lnTo>
                    <a:pt x="26572" y="1527"/>
                  </a:lnTo>
                  <a:lnTo>
                    <a:pt x="26502" y="1631"/>
                  </a:lnTo>
                  <a:lnTo>
                    <a:pt x="26468" y="1735"/>
                  </a:lnTo>
                  <a:lnTo>
                    <a:pt x="26398" y="1839"/>
                  </a:lnTo>
                  <a:lnTo>
                    <a:pt x="26225" y="2047"/>
                  </a:lnTo>
                  <a:lnTo>
                    <a:pt x="26051" y="2256"/>
                  </a:lnTo>
                  <a:lnTo>
                    <a:pt x="25982" y="2394"/>
                  </a:lnTo>
                  <a:lnTo>
                    <a:pt x="25878" y="2533"/>
                  </a:lnTo>
                  <a:lnTo>
                    <a:pt x="25808" y="2672"/>
                  </a:lnTo>
                  <a:lnTo>
                    <a:pt x="25739" y="2706"/>
                  </a:lnTo>
                  <a:lnTo>
                    <a:pt x="25670" y="2776"/>
                  </a:lnTo>
                  <a:lnTo>
                    <a:pt x="25635" y="2811"/>
                  </a:lnTo>
                  <a:lnTo>
                    <a:pt x="25635" y="2949"/>
                  </a:lnTo>
                  <a:lnTo>
                    <a:pt x="25670" y="3088"/>
                  </a:lnTo>
                  <a:lnTo>
                    <a:pt x="25739" y="3192"/>
                  </a:lnTo>
                  <a:lnTo>
                    <a:pt x="26225" y="3747"/>
                  </a:lnTo>
                  <a:lnTo>
                    <a:pt x="26953" y="4684"/>
                  </a:lnTo>
                  <a:lnTo>
                    <a:pt x="27092" y="4892"/>
                  </a:lnTo>
                  <a:lnTo>
                    <a:pt x="27196" y="5135"/>
                  </a:lnTo>
                  <a:lnTo>
                    <a:pt x="27196" y="5204"/>
                  </a:lnTo>
                  <a:lnTo>
                    <a:pt x="27161" y="5239"/>
                  </a:lnTo>
                  <a:lnTo>
                    <a:pt x="27127" y="5273"/>
                  </a:lnTo>
                  <a:lnTo>
                    <a:pt x="27057" y="5273"/>
                  </a:lnTo>
                  <a:lnTo>
                    <a:pt x="27023" y="5239"/>
                  </a:lnTo>
                  <a:lnTo>
                    <a:pt x="26988" y="5239"/>
                  </a:lnTo>
                  <a:lnTo>
                    <a:pt x="26953" y="5308"/>
                  </a:lnTo>
                  <a:lnTo>
                    <a:pt x="26780" y="5239"/>
                  </a:lnTo>
                  <a:lnTo>
                    <a:pt x="26641" y="5204"/>
                  </a:lnTo>
                  <a:lnTo>
                    <a:pt x="25600" y="5204"/>
                  </a:lnTo>
                  <a:lnTo>
                    <a:pt x="25323" y="5239"/>
                  </a:lnTo>
                  <a:lnTo>
                    <a:pt x="25115" y="5273"/>
                  </a:lnTo>
                  <a:lnTo>
                    <a:pt x="25011" y="5308"/>
                  </a:lnTo>
                  <a:lnTo>
                    <a:pt x="24907" y="5273"/>
                  </a:lnTo>
                  <a:lnTo>
                    <a:pt x="24837" y="5239"/>
                  </a:lnTo>
                  <a:lnTo>
                    <a:pt x="24803" y="5239"/>
                  </a:lnTo>
                  <a:lnTo>
                    <a:pt x="24768" y="5308"/>
                  </a:lnTo>
                  <a:lnTo>
                    <a:pt x="24698" y="5273"/>
                  </a:lnTo>
                  <a:lnTo>
                    <a:pt x="24594" y="5239"/>
                  </a:lnTo>
                  <a:lnTo>
                    <a:pt x="24456" y="5273"/>
                  </a:lnTo>
                  <a:lnTo>
                    <a:pt x="24421" y="5273"/>
                  </a:lnTo>
                  <a:lnTo>
                    <a:pt x="24386" y="5308"/>
                  </a:lnTo>
                  <a:lnTo>
                    <a:pt x="24213" y="5273"/>
                  </a:lnTo>
                  <a:lnTo>
                    <a:pt x="24039" y="5308"/>
                  </a:lnTo>
                  <a:lnTo>
                    <a:pt x="23727" y="5343"/>
                  </a:lnTo>
                  <a:lnTo>
                    <a:pt x="23242" y="5343"/>
                  </a:lnTo>
                  <a:lnTo>
                    <a:pt x="23068" y="5377"/>
                  </a:lnTo>
                  <a:lnTo>
                    <a:pt x="22444" y="5377"/>
                  </a:lnTo>
                  <a:lnTo>
                    <a:pt x="22270" y="5412"/>
                  </a:lnTo>
                  <a:lnTo>
                    <a:pt x="21993" y="5412"/>
                  </a:lnTo>
                  <a:lnTo>
                    <a:pt x="21923" y="5377"/>
                  </a:lnTo>
                  <a:lnTo>
                    <a:pt x="21889" y="5377"/>
                  </a:lnTo>
                  <a:lnTo>
                    <a:pt x="21854" y="5447"/>
                  </a:lnTo>
                  <a:lnTo>
                    <a:pt x="21819" y="5447"/>
                  </a:lnTo>
                  <a:lnTo>
                    <a:pt x="21819" y="5412"/>
                  </a:lnTo>
                  <a:lnTo>
                    <a:pt x="21646" y="5412"/>
                  </a:lnTo>
                  <a:lnTo>
                    <a:pt x="21577" y="5447"/>
                  </a:lnTo>
                  <a:lnTo>
                    <a:pt x="21403" y="5412"/>
                  </a:lnTo>
                  <a:lnTo>
                    <a:pt x="21299" y="5412"/>
                  </a:lnTo>
                  <a:lnTo>
                    <a:pt x="21299" y="5481"/>
                  </a:lnTo>
                  <a:lnTo>
                    <a:pt x="21264" y="5481"/>
                  </a:lnTo>
                  <a:lnTo>
                    <a:pt x="21230" y="5447"/>
                  </a:lnTo>
                  <a:lnTo>
                    <a:pt x="21126" y="5377"/>
                  </a:lnTo>
                  <a:lnTo>
                    <a:pt x="21056" y="5377"/>
                  </a:lnTo>
                  <a:lnTo>
                    <a:pt x="20848" y="5412"/>
                  </a:lnTo>
                  <a:lnTo>
                    <a:pt x="20744" y="5412"/>
                  </a:lnTo>
                  <a:lnTo>
                    <a:pt x="20640" y="5447"/>
                  </a:lnTo>
                  <a:lnTo>
                    <a:pt x="20536" y="5447"/>
                  </a:lnTo>
                  <a:lnTo>
                    <a:pt x="20432" y="5412"/>
                  </a:lnTo>
                  <a:lnTo>
                    <a:pt x="20362" y="5377"/>
                  </a:lnTo>
                  <a:lnTo>
                    <a:pt x="20293" y="5412"/>
                  </a:lnTo>
                  <a:lnTo>
                    <a:pt x="20224" y="5447"/>
                  </a:lnTo>
                  <a:lnTo>
                    <a:pt x="20120" y="5412"/>
                  </a:lnTo>
                  <a:lnTo>
                    <a:pt x="20016" y="5412"/>
                  </a:lnTo>
                  <a:lnTo>
                    <a:pt x="19981" y="5447"/>
                  </a:lnTo>
                  <a:lnTo>
                    <a:pt x="19912" y="5481"/>
                  </a:lnTo>
                  <a:lnTo>
                    <a:pt x="19912" y="5412"/>
                  </a:lnTo>
                  <a:lnTo>
                    <a:pt x="19877" y="5412"/>
                  </a:lnTo>
                  <a:lnTo>
                    <a:pt x="19842" y="5447"/>
                  </a:lnTo>
                  <a:lnTo>
                    <a:pt x="19773" y="5481"/>
                  </a:lnTo>
                  <a:lnTo>
                    <a:pt x="19738" y="5481"/>
                  </a:lnTo>
                  <a:lnTo>
                    <a:pt x="19703" y="5447"/>
                  </a:lnTo>
                  <a:lnTo>
                    <a:pt x="19669" y="5412"/>
                  </a:lnTo>
                  <a:lnTo>
                    <a:pt x="19461" y="5412"/>
                  </a:lnTo>
                  <a:lnTo>
                    <a:pt x="19114" y="5377"/>
                  </a:lnTo>
                  <a:lnTo>
                    <a:pt x="18559" y="5377"/>
                  </a:lnTo>
                  <a:lnTo>
                    <a:pt x="18281" y="5412"/>
                  </a:lnTo>
                  <a:lnTo>
                    <a:pt x="18142" y="5412"/>
                  </a:lnTo>
                  <a:lnTo>
                    <a:pt x="18004" y="5377"/>
                  </a:lnTo>
                  <a:lnTo>
                    <a:pt x="17865" y="5377"/>
                  </a:lnTo>
                  <a:lnTo>
                    <a:pt x="17726" y="5412"/>
                  </a:lnTo>
                  <a:lnTo>
                    <a:pt x="17483" y="5412"/>
                  </a:lnTo>
                  <a:lnTo>
                    <a:pt x="17241" y="5377"/>
                  </a:lnTo>
                  <a:lnTo>
                    <a:pt x="16755" y="5377"/>
                  </a:lnTo>
                  <a:lnTo>
                    <a:pt x="16686" y="5343"/>
                  </a:lnTo>
                  <a:lnTo>
                    <a:pt x="16616" y="5343"/>
                  </a:lnTo>
                  <a:lnTo>
                    <a:pt x="16582" y="5377"/>
                  </a:lnTo>
                  <a:lnTo>
                    <a:pt x="16547" y="5412"/>
                  </a:lnTo>
                  <a:lnTo>
                    <a:pt x="16477" y="5377"/>
                  </a:lnTo>
                  <a:lnTo>
                    <a:pt x="16373" y="5377"/>
                  </a:lnTo>
                  <a:lnTo>
                    <a:pt x="16165" y="5343"/>
                  </a:lnTo>
                  <a:lnTo>
                    <a:pt x="16061" y="5343"/>
                  </a:lnTo>
                  <a:lnTo>
                    <a:pt x="15957" y="5377"/>
                  </a:lnTo>
                  <a:lnTo>
                    <a:pt x="15888" y="5412"/>
                  </a:lnTo>
                  <a:lnTo>
                    <a:pt x="15818" y="5377"/>
                  </a:lnTo>
                  <a:lnTo>
                    <a:pt x="15784" y="5343"/>
                  </a:lnTo>
                  <a:lnTo>
                    <a:pt x="15749" y="5343"/>
                  </a:lnTo>
                  <a:lnTo>
                    <a:pt x="15714" y="5412"/>
                  </a:lnTo>
                  <a:lnTo>
                    <a:pt x="15645" y="5377"/>
                  </a:lnTo>
                  <a:lnTo>
                    <a:pt x="15541" y="5343"/>
                  </a:lnTo>
                  <a:lnTo>
                    <a:pt x="15472" y="5343"/>
                  </a:lnTo>
                  <a:lnTo>
                    <a:pt x="15367" y="5377"/>
                  </a:lnTo>
                  <a:lnTo>
                    <a:pt x="15298" y="5377"/>
                  </a:lnTo>
                  <a:lnTo>
                    <a:pt x="15194" y="5343"/>
                  </a:lnTo>
                  <a:lnTo>
                    <a:pt x="14812" y="5343"/>
                  </a:lnTo>
                  <a:lnTo>
                    <a:pt x="14431" y="5377"/>
                  </a:lnTo>
                  <a:lnTo>
                    <a:pt x="14188" y="5377"/>
                  </a:lnTo>
                  <a:lnTo>
                    <a:pt x="13980" y="5343"/>
                  </a:lnTo>
                  <a:lnTo>
                    <a:pt x="13217" y="5343"/>
                  </a:lnTo>
                  <a:lnTo>
                    <a:pt x="12939" y="5308"/>
                  </a:lnTo>
                  <a:lnTo>
                    <a:pt x="12801" y="5308"/>
                  </a:lnTo>
                  <a:lnTo>
                    <a:pt x="12662" y="5377"/>
                  </a:lnTo>
                  <a:lnTo>
                    <a:pt x="12627" y="5377"/>
                  </a:lnTo>
                  <a:lnTo>
                    <a:pt x="12558" y="5343"/>
                  </a:lnTo>
                  <a:lnTo>
                    <a:pt x="12419" y="5308"/>
                  </a:lnTo>
                  <a:lnTo>
                    <a:pt x="12246" y="5343"/>
                  </a:lnTo>
                  <a:lnTo>
                    <a:pt x="12072" y="5343"/>
                  </a:lnTo>
                  <a:lnTo>
                    <a:pt x="11933" y="5308"/>
                  </a:lnTo>
                  <a:lnTo>
                    <a:pt x="11899" y="5273"/>
                  </a:lnTo>
                  <a:lnTo>
                    <a:pt x="11864" y="5343"/>
                  </a:lnTo>
                  <a:lnTo>
                    <a:pt x="11795" y="5377"/>
                  </a:lnTo>
                  <a:lnTo>
                    <a:pt x="11656" y="5377"/>
                  </a:lnTo>
                  <a:lnTo>
                    <a:pt x="11552" y="5343"/>
                  </a:lnTo>
                  <a:lnTo>
                    <a:pt x="11482" y="5343"/>
                  </a:lnTo>
                  <a:lnTo>
                    <a:pt x="11413" y="5377"/>
                  </a:lnTo>
                  <a:lnTo>
                    <a:pt x="11240" y="5377"/>
                  </a:lnTo>
                  <a:lnTo>
                    <a:pt x="11066" y="5343"/>
                  </a:lnTo>
                  <a:lnTo>
                    <a:pt x="10754" y="5377"/>
                  </a:lnTo>
                  <a:lnTo>
                    <a:pt x="10476" y="5377"/>
                  </a:lnTo>
                  <a:lnTo>
                    <a:pt x="10268" y="5343"/>
                  </a:lnTo>
                  <a:lnTo>
                    <a:pt x="10060" y="5377"/>
                  </a:lnTo>
                  <a:lnTo>
                    <a:pt x="9436" y="5377"/>
                  </a:lnTo>
                  <a:lnTo>
                    <a:pt x="9366" y="5412"/>
                  </a:lnTo>
                  <a:lnTo>
                    <a:pt x="9297" y="5447"/>
                  </a:lnTo>
                  <a:lnTo>
                    <a:pt x="9262" y="5412"/>
                  </a:lnTo>
                  <a:lnTo>
                    <a:pt x="9193" y="5377"/>
                  </a:lnTo>
                  <a:lnTo>
                    <a:pt x="7632" y="5377"/>
                  </a:lnTo>
                  <a:lnTo>
                    <a:pt x="7389" y="5412"/>
                  </a:lnTo>
                  <a:lnTo>
                    <a:pt x="7146" y="5377"/>
                  </a:lnTo>
                  <a:lnTo>
                    <a:pt x="6904" y="5377"/>
                  </a:lnTo>
                  <a:lnTo>
                    <a:pt x="6626" y="5412"/>
                  </a:lnTo>
                  <a:lnTo>
                    <a:pt x="5898" y="5412"/>
                  </a:lnTo>
                  <a:lnTo>
                    <a:pt x="5724" y="5377"/>
                  </a:lnTo>
                  <a:lnTo>
                    <a:pt x="5585" y="5377"/>
                  </a:lnTo>
                  <a:lnTo>
                    <a:pt x="5447" y="5412"/>
                  </a:lnTo>
                  <a:lnTo>
                    <a:pt x="5030" y="5412"/>
                  </a:lnTo>
                  <a:lnTo>
                    <a:pt x="4926" y="5447"/>
                  </a:lnTo>
                  <a:lnTo>
                    <a:pt x="4822" y="5447"/>
                  </a:lnTo>
                  <a:lnTo>
                    <a:pt x="4718" y="5412"/>
                  </a:lnTo>
                  <a:lnTo>
                    <a:pt x="4475" y="5412"/>
                  </a:lnTo>
                  <a:lnTo>
                    <a:pt x="4233" y="5447"/>
                  </a:lnTo>
                  <a:lnTo>
                    <a:pt x="4129" y="5447"/>
                  </a:lnTo>
                  <a:lnTo>
                    <a:pt x="4059" y="5412"/>
                  </a:lnTo>
                  <a:lnTo>
                    <a:pt x="3920" y="5412"/>
                  </a:lnTo>
                  <a:lnTo>
                    <a:pt x="3920" y="5447"/>
                  </a:lnTo>
                  <a:lnTo>
                    <a:pt x="3920" y="5481"/>
                  </a:lnTo>
                  <a:lnTo>
                    <a:pt x="3851" y="5447"/>
                  </a:lnTo>
                  <a:lnTo>
                    <a:pt x="3782" y="5447"/>
                  </a:lnTo>
                  <a:lnTo>
                    <a:pt x="3712" y="5481"/>
                  </a:lnTo>
                  <a:lnTo>
                    <a:pt x="3678" y="5447"/>
                  </a:lnTo>
                  <a:lnTo>
                    <a:pt x="3574" y="5412"/>
                  </a:lnTo>
                  <a:lnTo>
                    <a:pt x="3504" y="5412"/>
                  </a:lnTo>
                  <a:lnTo>
                    <a:pt x="3470" y="5447"/>
                  </a:lnTo>
                  <a:lnTo>
                    <a:pt x="3400" y="5481"/>
                  </a:lnTo>
                  <a:lnTo>
                    <a:pt x="3296" y="5412"/>
                  </a:lnTo>
                  <a:lnTo>
                    <a:pt x="3227" y="5447"/>
                  </a:lnTo>
                  <a:lnTo>
                    <a:pt x="3088" y="5516"/>
                  </a:lnTo>
                  <a:lnTo>
                    <a:pt x="3019" y="5551"/>
                  </a:lnTo>
                  <a:lnTo>
                    <a:pt x="2984" y="5481"/>
                  </a:lnTo>
                  <a:lnTo>
                    <a:pt x="2810" y="5481"/>
                  </a:lnTo>
                  <a:lnTo>
                    <a:pt x="2290" y="5516"/>
                  </a:lnTo>
                  <a:lnTo>
                    <a:pt x="2221" y="5551"/>
                  </a:lnTo>
                  <a:lnTo>
                    <a:pt x="2151" y="5551"/>
                  </a:lnTo>
                  <a:lnTo>
                    <a:pt x="2117" y="5516"/>
                  </a:lnTo>
                  <a:lnTo>
                    <a:pt x="2082" y="5516"/>
                  </a:lnTo>
                  <a:lnTo>
                    <a:pt x="2047" y="5551"/>
                  </a:lnTo>
                  <a:lnTo>
                    <a:pt x="1943" y="5551"/>
                  </a:lnTo>
                  <a:lnTo>
                    <a:pt x="1805" y="5586"/>
                  </a:lnTo>
                  <a:lnTo>
                    <a:pt x="1492" y="5586"/>
                  </a:lnTo>
                  <a:lnTo>
                    <a:pt x="1319" y="5655"/>
                  </a:lnTo>
                  <a:lnTo>
                    <a:pt x="1284" y="5620"/>
                  </a:lnTo>
                  <a:lnTo>
                    <a:pt x="1284" y="5586"/>
                  </a:lnTo>
                  <a:lnTo>
                    <a:pt x="1076" y="5586"/>
                  </a:lnTo>
                  <a:lnTo>
                    <a:pt x="868" y="5620"/>
                  </a:lnTo>
                  <a:lnTo>
                    <a:pt x="729" y="5655"/>
                  </a:lnTo>
                  <a:lnTo>
                    <a:pt x="590" y="5690"/>
                  </a:lnTo>
                  <a:lnTo>
                    <a:pt x="556" y="5690"/>
                  </a:lnTo>
                  <a:lnTo>
                    <a:pt x="521" y="5620"/>
                  </a:lnTo>
                  <a:lnTo>
                    <a:pt x="521" y="5586"/>
                  </a:lnTo>
                  <a:lnTo>
                    <a:pt x="521" y="5516"/>
                  </a:lnTo>
                  <a:lnTo>
                    <a:pt x="729" y="5204"/>
                  </a:lnTo>
                  <a:lnTo>
                    <a:pt x="937" y="4892"/>
                  </a:lnTo>
                  <a:lnTo>
                    <a:pt x="1180" y="4510"/>
                  </a:lnTo>
                  <a:lnTo>
                    <a:pt x="1388" y="4129"/>
                  </a:lnTo>
                  <a:lnTo>
                    <a:pt x="1631" y="3782"/>
                  </a:lnTo>
                  <a:lnTo>
                    <a:pt x="1909" y="3435"/>
                  </a:lnTo>
                  <a:lnTo>
                    <a:pt x="2013" y="3261"/>
                  </a:lnTo>
                  <a:lnTo>
                    <a:pt x="2047" y="3088"/>
                  </a:lnTo>
                  <a:lnTo>
                    <a:pt x="2047" y="2880"/>
                  </a:lnTo>
                  <a:lnTo>
                    <a:pt x="2013" y="2776"/>
                  </a:lnTo>
                  <a:lnTo>
                    <a:pt x="1943" y="2706"/>
                  </a:lnTo>
                  <a:lnTo>
                    <a:pt x="1596" y="2325"/>
                  </a:lnTo>
                  <a:lnTo>
                    <a:pt x="1215" y="2013"/>
                  </a:lnTo>
                  <a:lnTo>
                    <a:pt x="937" y="1701"/>
                  </a:lnTo>
                  <a:lnTo>
                    <a:pt x="660" y="1354"/>
                  </a:lnTo>
                  <a:lnTo>
                    <a:pt x="417" y="1076"/>
                  </a:lnTo>
                  <a:lnTo>
                    <a:pt x="348" y="972"/>
                  </a:lnTo>
                  <a:lnTo>
                    <a:pt x="348" y="903"/>
                  </a:lnTo>
                  <a:lnTo>
                    <a:pt x="348" y="833"/>
                  </a:lnTo>
                  <a:lnTo>
                    <a:pt x="382" y="799"/>
                  </a:lnTo>
                  <a:lnTo>
                    <a:pt x="417" y="764"/>
                  </a:lnTo>
                  <a:lnTo>
                    <a:pt x="590" y="695"/>
                  </a:lnTo>
                  <a:lnTo>
                    <a:pt x="1215" y="660"/>
                  </a:lnTo>
                  <a:lnTo>
                    <a:pt x="1839" y="625"/>
                  </a:lnTo>
                  <a:lnTo>
                    <a:pt x="2325" y="625"/>
                  </a:lnTo>
                  <a:lnTo>
                    <a:pt x="2845" y="660"/>
                  </a:lnTo>
                  <a:lnTo>
                    <a:pt x="3816" y="660"/>
                  </a:lnTo>
                  <a:lnTo>
                    <a:pt x="4163" y="695"/>
                  </a:lnTo>
                  <a:lnTo>
                    <a:pt x="5447" y="695"/>
                  </a:lnTo>
                  <a:lnTo>
                    <a:pt x="5898" y="660"/>
                  </a:lnTo>
                  <a:lnTo>
                    <a:pt x="6349" y="660"/>
                  </a:lnTo>
                  <a:lnTo>
                    <a:pt x="7042" y="625"/>
                  </a:lnTo>
                  <a:lnTo>
                    <a:pt x="7736" y="590"/>
                  </a:lnTo>
                  <a:lnTo>
                    <a:pt x="9020" y="486"/>
                  </a:lnTo>
                  <a:lnTo>
                    <a:pt x="9436" y="452"/>
                  </a:lnTo>
                  <a:lnTo>
                    <a:pt x="10858" y="452"/>
                  </a:lnTo>
                  <a:lnTo>
                    <a:pt x="11240" y="417"/>
                  </a:lnTo>
                  <a:lnTo>
                    <a:pt x="11829" y="417"/>
                  </a:lnTo>
                  <a:lnTo>
                    <a:pt x="12003" y="382"/>
                  </a:lnTo>
                  <a:lnTo>
                    <a:pt x="12280" y="417"/>
                  </a:lnTo>
                  <a:lnTo>
                    <a:pt x="12592" y="417"/>
                  </a:lnTo>
                  <a:lnTo>
                    <a:pt x="13633" y="348"/>
                  </a:lnTo>
                  <a:lnTo>
                    <a:pt x="14084" y="348"/>
                  </a:lnTo>
                  <a:lnTo>
                    <a:pt x="14500" y="382"/>
                  </a:lnTo>
                  <a:lnTo>
                    <a:pt x="15472" y="382"/>
                  </a:lnTo>
                  <a:lnTo>
                    <a:pt x="15645" y="417"/>
                  </a:lnTo>
                  <a:lnTo>
                    <a:pt x="15992" y="382"/>
                  </a:lnTo>
                  <a:lnTo>
                    <a:pt x="16304" y="382"/>
                  </a:lnTo>
                  <a:lnTo>
                    <a:pt x="16408" y="417"/>
                  </a:lnTo>
                  <a:lnTo>
                    <a:pt x="16963" y="417"/>
                  </a:lnTo>
                  <a:lnTo>
                    <a:pt x="17102" y="382"/>
                  </a:lnTo>
                  <a:lnTo>
                    <a:pt x="17414" y="382"/>
                  </a:lnTo>
                  <a:lnTo>
                    <a:pt x="17726" y="417"/>
                  </a:lnTo>
                  <a:lnTo>
                    <a:pt x="18004" y="382"/>
                  </a:lnTo>
                  <a:lnTo>
                    <a:pt x="18316" y="417"/>
                  </a:lnTo>
                  <a:lnTo>
                    <a:pt x="18524" y="382"/>
                  </a:lnTo>
                  <a:lnTo>
                    <a:pt x="19599" y="382"/>
                  </a:lnTo>
                  <a:lnTo>
                    <a:pt x="19807" y="348"/>
                  </a:lnTo>
                  <a:lnTo>
                    <a:pt x="20016" y="348"/>
                  </a:lnTo>
                  <a:lnTo>
                    <a:pt x="20432" y="313"/>
                  </a:lnTo>
                  <a:lnTo>
                    <a:pt x="21577" y="313"/>
                  </a:lnTo>
                  <a:lnTo>
                    <a:pt x="21785" y="278"/>
                  </a:lnTo>
                  <a:close/>
                  <a:moveTo>
                    <a:pt x="21022" y="1"/>
                  </a:moveTo>
                  <a:lnTo>
                    <a:pt x="20675" y="35"/>
                  </a:lnTo>
                  <a:lnTo>
                    <a:pt x="20328" y="70"/>
                  </a:lnTo>
                  <a:lnTo>
                    <a:pt x="19426" y="70"/>
                  </a:lnTo>
                  <a:lnTo>
                    <a:pt x="19079" y="105"/>
                  </a:lnTo>
                  <a:lnTo>
                    <a:pt x="18663" y="105"/>
                  </a:lnTo>
                  <a:lnTo>
                    <a:pt x="18559" y="140"/>
                  </a:lnTo>
                  <a:lnTo>
                    <a:pt x="17032" y="140"/>
                  </a:lnTo>
                  <a:lnTo>
                    <a:pt x="16512" y="105"/>
                  </a:lnTo>
                  <a:lnTo>
                    <a:pt x="14292" y="105"/>
                  </a:lnTo>
                  <a:lnTo>
                    <a:pt x="13806" y="70"/>
                  </a:lnTo>
                  <a:lnTo>
                    <a:pt x="13356" y="105"/>
                  </a:lnTo>
                  <a:lnTo>
                    <a:pt x="12939" y="140"/>
                  </a:lnTo>
                  <a:lnTo>
                    <a:pt x="11586" y="140"/>
                  </a:lnTo>
                  <a:lnTo>
                    <a:pt x="11344" y="105"/>
                  </a:lnTo>
                  <a:lnTo>
                    <a:pt x="11136" y="105"/>
                  </a:lnTo>
                  <a:lnTo>
                    <a:pt x="10789" y="140"/>
                  </a:lnTo>
                  <a:lnTo>
                    <a:pt x="9956" y="140"/>
                  </a:lnTo>
                  <a:lnTo>
                    <a:pt x="9471" y="174"/>
                  </a:lnTo>
                  <a:lnTo>
                    <a:pt x="8950" y="209"/>
                  </a:lnTo>
                  <a:lnTo>
                    <a:pt x="8395" y="244"/>
                  </a:lnTo>
                  <a:lnTo>
                    <a:pt x="7910" y="278"/>
                  </a:lnTo>
                  <a:lnTo>
                    <a:pt x="7424" y="313"/>
                  </a:lnTo>
                  <a:lnTo>
                    <a:pt x="7008" y="313"/>
                  </a:lnTo>
                  <a:lnTo>
                    <a:pt x="6765" y="348"/>
                  </a:lnTo>
                  <a:lnTo>
                    <a:pt x="6522" y="382"/>
                  </a:lnTo>
                  <a:lnTo>
                    <a:pt x="6140" y="382"/>
                  </a:lnTo>
                  <a:lnTo>
                    <a:pt x="5759" y="417"/>
                  </a:lnTo>
                  <a:lnTo>
                    <a:pt x="4926" y="417"/>
                  </a:lnTo>
                  <a:lnTo>
                    <a:pt x="4198" y="382"/>
                  </a:lnTo>
                  <a:lnTo>
                    <a:pt x="3539" y="382"/>
                  </a:lnTo>
                  <a:lnTo>
                    <a:pt x="2845" y="348"/>
                  </a:lnTo>
                  <a:lnTo>
                    <a:pt x="2637" y="382"/>
                  </a:lnTo>
                  <a:lnTo>
                    <a:pt x="2533" y="382"/>
                  </a:lnTo>
                  <a:lnTo>
                    <a:pt x="2429" y="348"/>
                  </a:lnTo>
                  <a:lnTo>
                    <a:pt x="2290" y="313"/>
                  </a:lnTo>
                  <a:lnTo>
                    <a:pt x="2186" y="348"/>
                  </a:lnTo>
                  <a:lnTo>
                    <a:pt x="1666" y="348"/>
                  </a:lnTo>
                  <a:lnTo>
                    <a:pt x="1388" y="382"/>
                  </a:lnTo>
                  <a:lnTo>
                    <a:pt x="833" y="382"/>
                  </a:lnTo>
                  <a:lnTo>
                    <a:pt x="556" y="417"/>
                  </a:lnTo>
                  <a:lnTo>
                    <a:pt x="278" y="452"/>
                  </a:lnTo>
                  <a:lnTo>
                    <a:pt x="140" y="486"/>
                  </a:lnTo>
                  <a:lnTo>
                    <a:pt x="70" y="590"/>
                  </a:lnTo>
                  <a:lnTo>
                    <a:pt x="1" y="660"/>
                  </a:lnTo>
                  <a:lnTo>
                    <a:pt x="1" y="799"/>
                  </a:lnTo>
                  <a:lnTo>
                    <a:pt x="35" y="937"/>
                  </a:lnTo>
                  <a:lnTo>
                    <a:pt x="105" y="1076"/>
                  </a:lnTo>
                  <a:lnTo>
                    <a:pt x="244" y="1319"/>
                  </a:lnTo>
                  <a:lnTo>
                    <a:pt x="452" y="1562"/>
                  </a:lnTo>
                  <a:lnTo>
                    <a:pt x="695" y="1839"/>
                  </a:lnTo>
                  <a:lnTo>
                    <a:pt x="972" y="2151"/>
                  </a:lnTo>
                  <a:lnTo>
                    <a:pt x="1284" y="2429"/>
                  </a:lnTo>
                  <a:lnTo>
                    <a:pt x="1562" y="2672"/>
                  </a:lnTo>
                  <a:lnTo>
                    <a:pt x="1700" y="2811"/>
                  </a:lnTo>
                  <a:lnTo>
                    <a:pt x="1700" y="2915"/>
                  </a:lnTo>
                  <a:lnTo>
                    <a:pt x="1735" y="3019"/>
                  </a:lnTo>
                  <a:lnTo>
                    <a:pt x="1735" y="3123"/>
                  </a:lnTo>
                  <a:lnTo>
                    <a:pt x="1666" y="3157"/>
                  </a:lnTo>
                  <a:lnTo>
                    <a:pt x="1631" y="3192"/>
                  </a:lnTo>
                  <a:lnTo>
                    <a:pt x="1596" y="3261"/>
                  </a:lnTo>
                  <a:lnTo>
                    <a:pt x="1562" y="3366"/>
                  </a:lnTo>
                  <a:lnTo>
                    <a:pt x="1562" y="3400"/>
                  </a:lnTo>
                  <a:lnTo>
                    <a:pt x="1527" y="3435"/>
                  </a:lnTo>
                  <a:lnTo>
                    <a:pt x="1492" y="3470"/>
                  </a:lnTo>
                  <a:lnTo>
                    <a:pt x="1423" y="3504"/>
                  </a:lnTo>
                  <a:lnTo>
                    <a:pt x="1388" y="3608"/>
                  </a:lnTo>
                  <a:lnTo>
                    <a:pt x="1319" y="3712"/>
                  </a:lnTo>
                  <a:lnTo>
                    <a:pt x="1284" y="3747"/>
                  </a:lnTo>
                  <a:lnTo>
                    <a:pt x="1250" y="3747"/>
                  </a:lnTo>
                  <a:lnTo>
                    <a:pt x="1215" y="3782"/>
                  </a:lnTo>
                  <a:lnTo>
                    <a:pt x="1250" y="3851"/>
                  </a:lnTo>
                  <a:lnTo>
                    <a:pt x="1215" y="3886"/>
                  </a:lnTo>
                  <a:lnTo>
                    <a:pt x="1111" y="3955"/>
                  </a:lnTo>
                  <a:lnTo>
                    <a:pt x="1076" y="3990"/>
                  </a:lnTo>
                  <a:lnTo>
                    <a:pt x="1041" y="4094"/>
                  </a:lnTo>
                  <a:lnTo>
                    <a:pt x="1007" y="4233"/>
                  </a:lnTo>
                  <a:lnTo>
                    <a:pt x="937" y="4371"/>
                  </a:lnTo>
                  <a:lnTo>
                    <a:pt x="799" y="4580"/>
                  </a:lnTo>
                  <a:lnTo>
                    <a:pt x="729" y="4684"/>
                  </a:lnTo>
                  <a:lnTo>
                    <a:pt x="625" y="4753"/>
                  </a:lnTo>
                  <a:lnTo>
                    <a:pt x="625" y="4788"/>
                  </a:lnTo>
                  <a:lnTo>
                    <a:pt x="590" y="4892"/>
                  </a:lnTo>
                  <a:lnTo>
                    <a:pt x="521" y="4996"/>
                  </a:lnTo>
                  <a:lnTo>
                    <a:pt x="382" y="5135"/>
                  </a:lnTo>
                  <a:lnTo>
                    <a:pt x="278" y="5308"/>
                  </a:lnTo>
                  <a:lnTo>
                    <a:pt x="209" y="5447"/>
                  </a:lnTo>
                  <a:lnTo>
                    <a:pt x="174" y="5620"/>
                  </a:lnTo>
                  <a:lnTo>
                    <a:pt x="209" y="5794"/>
                  </a:lnTo>
                  <a:lnTo>
                    <a:pt x="244" y="5898"/>
                  </a:lnTo>
                  <a:lnTo>
                    <a:pt x="313" y="5932"/>
                  </a:lnTo>
                  <a:lnTo>
                    <a:pt x="452" y="5967"/>
                  </a:lnTo>
                  <a:lnTo>
                    <a:pt x="764" y="5967"/>
                  </a:lnTo>
                  <a:lnTo>
                    <a:pt x="1250" y="5932"/>
                  </a:lnTo>
                  <a:lnTo>
                    <a:pt x="1770" y="5898"/>
                  </a:lnTo>
                  <a:lnTo>
                    <a:pt x="2637" y="5828"/>
                  </a:lnTo>
                  <a:lnTo>
                    <a:pt x="4025" y="5759"/>
                  </a:lnTo>
                  <a:lnTo>
                    <a:pt x="5794" y="5759"/>
                  </a:lnTo>
                  <a:lnTo>
                    <a:pt x="6695" y="5724"/>
                  </a:lnTo>
                  <a:lnTo>
                    <a:pt x="7424" y="5759"/>
                  </a:lnTo>
                  <a:lnTo>
                    <a:pt x="7979" y="5724"/>
                  </a:lnTo>
                  <a:lnTo>
                    <a:pt x="9332" y="5724"/>
                  </a:lnTo>
                  <a:lnTo>
                    <a:pt x="10476" y="5690"/>
                  </a:lnTo>
                  <a:lnTo>
                    <a:pt x="11517" y="5655"/>
                  </a:lnTo>
                  <a:lnTo>
                    <a:pt x="13286" y="5655"/>
                  </a:lnTo>
                  <a:lnTo>
                    <a:pt x="13911" y="5690"/>
                  </a:lnTo>
                  <a:lnTo>
                    <a:pt x="16755" y="5690"/>
                  </a:lnTo>
                  <a:lnTo>
                    <a:pt x="17102" y="5724"/>
                  </a:lnTo>
                  <a:lnTo>
                    <a:pt x="19183" y="5724"/>
                  </a:lnTo>
                  <a:lnTo>
                    <a:pt x="19807" y="5759"/>
                  </a:lnTo>
                  <a:lnTo>
                    <a:pt x="21923" y="5759"/>
                  </a:lnTo>
                  <a:lnTo>
                    <a:pt x="22617" y="5724"/>
                  </a:lnTo>
                  <a:lnTo>
                    <a:pt x="22964" y="5724"/>
                  </a:lnTo>
                  <a:lnTo>
                    <a:pt x="23276" y="5690"/>
                  </a:lnTo>
                  <a:lnTo>
                    <a:pt x="23658" y="5690"/>
                  </a:lnTo>
                  <a:lnTo>
                    <a:pt x="24074" y="5655"/>
                  </a:lnTo>
                  <a:lnTo>
                    <a:pt x="24698" y="5586"/>
                  </a:lnTo>
                  <a:lnTo>
                    <a:pt x="25427" y="5586"/>
                  </a:lnTo>
                  <a:lnTo>
                    <a:pt x="25566" y="5551"/>
                  </a:lnTo>
                  <a:lnTo>
                    <a:pt x="25739" y="5516"/>
                  </a:lnTo>
                  <a:lnTo>
                    <a:pt x="25878" y="5516"/>
                  </a:lnTo>
                  <a:lnTo>
                    <a:pt x="26537" y="5551"/>
                  </a:lnTo>
                  <a:lnTo>
                    <a:pt x="26849" y="5551"/>
                  </a:lnTo>
                  <a:lnTo>
                    <a:pt x="27161" y="5620"/>
                  </a:lnTo>
                  <a:lnTo>
                    <a:pt x="27335" y="5620"/>
                  </a:lnTo>
                  <a:lnTo>
                    <a:pt x="27404" y="5586"/>
                  </a:lnTo>
                  <a:lnTo>
                    <a:pt x="27404" y="5481"/>
                  </a:lnTo>
                  <a:lnTo>
                    <a:pt x="27439" y="5447"/>
                  </a:lnTo>
                  <a:lnTo>
                    <a:pt x="27473" y="5377"/>
                  </a:lnTo>
                  <a:lnTo>
                    <a:pt x="27508" y="5343"/>
                  </a:lnTo>
                  <a:lnTo>
                    <a:pt x="27508" y="5204"/>
                  </a:lnTo>
                  <a:lnTo>
                    <a:pt x="27439" y="4961"/>
                  </a:lnTo>
                  <a:lnTo>
                    <a:pt x="27335" y="4753"/>
                  </a:lnTo>
                  <a:lnTo>
                    <a:pt x="27196" y="4545"/>
                  </a:lnTo>
                  <a:lnTo>
                    <a:pt x="27023" y="4337"/>
                  </a:lnTo>
                  <a:lnTo>
                    <a:pt x="26884" y="4198"/>
                  </a:lnTo>
                  <a:lnTo>
                    <a:pt x="26780" y="4025"/>
                  </a:lnTo>
                  <a:lnTo>
                    <a:pt x="26676" y="3851"/>
                  </a:lnTo>
                  <a:lnTo>
                    <a:pt x="26537" y="3712"/>
                  </a:lnTo>
                  <a:lnTo>
                    <a:pt x="26329" y="3400"/>
                  </a:lnTo>
                  <a:lnTo>
                    <a:pt x="26225" y="3296"/>
                  </a:lnTo>
                  <a:lnTo>
                    <a:pt x="26155" y="3227"/>
                  </a:lnTo>
                  <a:lnTo>
                    <a:pt x="26086" y="3192"/>
                  </a:lnTo>
                  <a:lnTo>
                    <a:pt x="26017" y="3123"/>
                  </a:lnTo>
                  <a:lnTo>
                    <a:pt x="25982" y="3053"/>
                  </a:lnTo>
                  <a:lnTo>
                    <a:pt x="25982" y="3019"/>
                  </a:lnTo>
                  <a:lnTo>
                    <a:pt x="26051" y="2811"/>
                  </a:lnTo>
                  <a:lnTo>
                    <a:pt x="26155" y="2637"/>
                  </a:lnTo>
                  <a:lnTo>
                    <a:pt x="26537" y="2117"/>
                  </a:lnTo>
                  <a:lnTo>
                    <a:pt x="26814" y="1735"/>
                  </a:lnTo>
                  <a:lnTo>
                    <a:pt x="27092" y="1354"/>
                  </a:lnTo>
                  <a:lnTo>
                    <a:pt x="27231" y="1111"/>
                  </a:lnTo>
                  <a:lnTo>
                    <a:pt x="27369" y="903"/>
                  </a:lnTo>
                  <a:lnTo>
                    <a:pt x="27439" y="799"/>
                  </a:lnTo>
                  <a:lnTo>
                    <a:pt x="27508" y="695"/>
                  </a:lnTo>
                  <a:lnTo>
                    <a:pt x="27543" y="590"/>
                  </a:lnTo>
                  <a:lnTo>
                    <a:pt x="27508" y="452"/>
                  </a:lnTo>
                  <a:lnTo>
                    <a:pt x="27508" y="382"/>
                  </a:lnTo>
                  <a:lnTo>
                    <a:pt x="27473" y="313"/>
                  </a:lnTo>
                  <a:lnTo>
                    <a:pt x="27439" y="278"/>
                  </a:lnTo>
                  <a:lnTo>
                    <a:pt x="27335" y="244"/>
                  </a:lnTo>
                  <a:lnTo>
                    <a:pt x="27231" y="209"/>
                  </a:lnTo>
                  <a:lnTo>
                    <a:pt x="27023" y="140"/>
                  </a:lnTo>
                  <a:lnTo>
                    <a:pt x="26849" y="105"/>
                  </a:lnTo>
                  <a:lnTo>
                    <a:pt x="26017" y="105"/>
                  </a:lnTo>
                  <a:lnTo>
                    <a:pt x="25635" y="140"/>
                  </a:lnTo>
                  <a:lnTo>
                    <a:pt x="24803" y="140"/>
                  </a:lnTo>
                  <a:lnTo>
                    <a:pt x="24456" y="105"/>
                  </a:lnTo>
                  <a:lnTo>
                    <a:pt x="24386" y="105"/>
                  </a:lnTo>
                  <a:lnTo>
                    <a:pt x="24178" y="140"/>
                  </a:lnTo>
                  <a:lnTo>
                    <a:pt x="23970" y="105"/>
                  </a:lnTo>
                  <a:lnTo>
                    <a:pt x="23762" y="70"/>
                  </a:lnTo>
                  <a:lnTo>
                    <a:pt x="23033" y="70"/>
                  </a:lnTo>
                  <a:lnTo>
                    <a:pt x="22548" y="35"/>
                  </a:lnTo>
                  <a:lnTo>
                    <a:pt x="21646" y="1"/>
                  </a:lnTo>
                  <a:close/>
                </a:path>
              </a:pathLst>
            </a:custGeom>
            <a:solidFill>
              <a:srgbClr val="222F3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5"/>
            <p:cNvSpPr/>
            <p:nvPr/>
          </p:nvSpPr>
          <p:spPr>
            <a:xfrm rot="-718239">
              <a:off x="2596960" y="2817829"/>
              <a:ext cx="2028992" cy="1835166"/>
            </a:xfrm>
            <a:custGeom>
              <a:rect b="b" l="l" r="r" t="t"/>
              <a:pathLst>
                <a:path extrusionOk="0" h="34360" w="68961">
                  <a:moveTo>
                    <a:pt x="29793" y="627"/>
                  </a:moveTo>
                  <a:cubicBezTo>
                    <a:pt x="31042" y="627"/>
                    <a:pt x="32291" y="656"/>
                    <a:pt x="33536" y="708"/>
                  </a:cubicBezTo>
                  <a:cubicBezTo>
                    <a:pt x="39019" y="872"/>
                    <a:pt x="44666" y="1385"/>
                    <a:pt x="50149" y="2248"/>
                  </a:cubicBezTo>
                  <a:cubicBezTo>
                    <a:pt x="55612" y="3193"/>
                    <a:pt x="61444" y="4897"/>
                    <a:pt x="65120" y="9600"/>
                  </a:cubicBezTo>
                  <a:cubicBezTo>
                    <a:pt x="68960" y="14570"/>
                    <a:pt x="68550" y="20977"/>
                    <a:pt x="64340" y="25597"/>
                  </a:cubicBezTo>
                  <a:cubicBezTo>
                    <a:pt x="60417" y="30054"/>
                    <a:pt x="54421" y="31512"/>
                    <a:pt x="48855" y="32456"/>
                  </a:cubicBezTo>
                  <a:cubicBezTo>
                    <a:pt x="43610" y="33353"/>
                    <a:pt x="38244" y="33806"/>
                    <a:pt x="32898" y="33806"/>
                  </a:cubicBezTo>
                  <a:cubicBezTo>
                    <a:pt x="31630" y="33806"/>
                    <a:pt x="30364" y="33781"/>
                    <a:pt x="29100" y="33730"/>
                  </a:cubicBezTo>
                  <a:cubicBezTo>
                    <a:pt x="23699" y="33483"/>
                    <a:pt x="18134" y="33052"/>
                    <a:pt x="12917" y="31245"/>
                  </a:cubicBezTo>
                  <a:cubicBezTo>
                    <a:pt x="7619" y="29376"/>
                    <a:pt x="2485" y="25782"/>
                    <a:pt x="1109" y="19786"/>
                  </a:cubicBezTo>
                  <a:cubicBezTo>
                    <a:pt x="0" y="15432"/>
                    <a:pt x="1027" y="10627"/>
                    <a:pt x="3594" y="7115"/>
                  </a:cubicBezTo>
                  <a:cubicBezTo>
                    <a:pt x="11507" y="2147"/>
                    <a:pt x="20660" y="627"/>
                    <a:pt x="29793" y="627"/>
                  </a:cubicBezTo>
                  <a:close/>
                  <a:moveTo>
                    <a:pt x="30015" y="1"/>
                  </a:moveTo>
                  <a:cubicBezTo>
                    <a:pt x="21187" y="1"/>
                    <a:pt x="12367" y="1344"/>
                    <a:pt x="4621" y="5760"/>
                  </a:cubicBezTo>
                  <a:cubicBezTo>
                    <a:pt x="5134" y="5246"/>
                    <a:pt x="5730" y="4733"/>
                    <a:pt x="6325" y="4219"/>
                  </a:cubicBezTo>
                  <a:cubicBezTo>
                    <a:pt x="6486" y="4148"/>
                    <a:pt x="6367" y="3937"/>
                    <a:pt x="6226" y="3937"/>
                  </a:cubicBezTo>
                  <a:cubicBezTo>
                    <a:pt x="6204" y="3937"/>
                    <a:pt x="6182" y="3942"/>
                    <a:pt x="6161" y="3952"/>
                  </a:cubicBezTo>
                  <a:cubicBezTo>
                    <a:pt x="5216" y="4651"/>
                    <a:pt x="4374" y="5493"/>
                    <a:pt x="3676" y="6355"/>
                  </a:cubicBezTo>
                  <a:cubicBezTo>
                    <a:pt x="3081" y="6704"/>
                    <a:pt x="2485" y="7115"/>
                    <a:pt x="1890" y="7464"/>
                  </a:cubicBezTo>
                  <a:cubicBezTo>
                    <a:pt x="1675" y="7679"/>
                    <a:pt x="1805" y="8052"/>
                    <a:pt x="1993" y="8052"/>
                  </a:cubicBezTo>
                  <a:cubicBezTo>
                    <a:pt x="2038" y="8052"/>
                    <a:pt x="2088" y="8030"/>
                    <a:pt x="2136" y="7977"/>
                  </a:cubicBezTo>
                  <a:cubicBezTo>
                    <a:pt x="2403" y="7895"/>
                    <a:pt x="2567" y="7731"/>
                    <a:pt x="2731" y="7628"/>
                  </a:cubicBezTo>
                  <a:lnTo>
                    <a:pt x="2731" y="7628"/>
                  </a:lnTo>
                  <a:cubicBezTo>
                    <a:pt x="1109" y="10031"/>
                    <a:pt x="267" y="12947"/>
                    <a:pt x="164" y="15945"/>
                  </a:cubicBezTo>
                  <a:cubicBezTo>
                    <a:pt x="82" y="20895"/>
                    <a:pt x="2403" y="25351"/>
                    <a:pt x="6161" y="28267"/>
                  </a:cubicBezTo>
                  <a:cubicBezTo>
                    <a:pt x="10350" y="31594"/>
                    <a:pt x="15751" y="32888"/>
                    <a:pt x="20803" y="33565"/>
                  </a:cubicBezTo>
                  <a:cubicBezTo>
                    <a:pt x="24877" y="34101"/>
                    <a:pt x="28950" y="34359"/>
                    <a:pt x="33024" y="34359"/>
                  </a:cubicBezTo>
                  <a:cubicBezTo>
                    <a:pt x="36138" y="34359"/>
                    <a:pt x="39252" y="34208"/>
                    <a:pt x="42366" y="33915"/>
                  </a:cubicBezTo>
                  <a:cubicBezTo>
                    <a:pt x="48609" y="33216"/>
                    <a:pt x="55530" y="32456"/>
                    <a:pt x="61013" y="29027"/>
                  </a:cubicBezTo>
                  <a:cubicBezTo>
                    <a:pt x="65366" y="26378"/>
                    <a:pt x="68960" y="21490"/>
                    <a:pt x="68365" y="16028"/>
                  </a:cubicBezTo>
                  <a:cubicBezTo>
                    <a:pt x="67851" y="10811"/>
                    <a:pt x="63826" y="6602"/>
                    <a:pt x="59473" y="4384"/>
                  </a:cubicBezTo>
                  <a:cubicBezTo>
                    <a:pt x="53907" y="1652"/>
                    <a:pt x="47500" y="1221"/>
                    <a:pt x="41504" y="626"/>
                  </a:cubicBezTo>
                  <a:cubicBezTo>
                    <a:pt x="37732" y="257"/>
                    <a:pt x="33873" y="1"/>
                    <a:pt x="3001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5"/>
            <p:cNvSpPr/>
            <p:nvPr/>
          </p:nvSpPr>
          <p:spPr>
            <a:xfrm>
              <a:off x="2332961" y="3055211"/>
              <a:ext cx="2539915" cy="511975"/>
            </a:xfrm>
            <a:custGeom>
              <a:rect b="b" l="l" r="r" t="t"/>
              <a:pathLst>
                <a:path extrusionOk="0" h="5412" w="26849">
                  <a:moveTo>
                    <a:pt x="21438" y="0"/>
                  </a:moveTo>
                  <a:lnTo>
                    <a:pt x="21230" y="35"/>
                  </a:lnTo>
                  <a:lnTo>
                    <a:pt x="20085" y="35"/>
                  </a:lnTo>
                  <a:lnTo>
                    <a:pt x="19669" y="70"/>
                  </a:lnTo>
                  <a:lnTo>
                    <a:pt x="19460" y="70"/>
                  </a:lnTo>
                  <a:lnTo>
                    <a:pt x="19252" y="104"/>
                  </a:lnTo>
                  <a:lnTo>
                    <a:pt x="18177" y="104"/>
                  </a:lnTo>
                  <a:lnTo>
                    <a:pt x="17969" y="139"/>
                  </a:lnTo>
                  <a:lnTo>
                    <a:pt x="17657" y="104"/>
                  </a:lnTo>
                  <a:lnTo>
                    <a:pt x="17379" y="139"/>
                  </a:lnTo>
                  <a:lnTo>
                    <a:pt x="17067" y="104"/>
                  </a:lnTo>
                  <a:lnTo>
                    <a:pt x="16755" y="104"/>
                  </a:lnTo>
                  <a:lnTo>
                    <a:pt x="16616" y="139"/>
                  </a:lnTo>
                  <a:lnTo>
                    <a:pt x="16061" y="139"/>
                  </a:lnTo>
                  <a:lnTo>
                    <a:pt x="15957" y="104"/>
                  </a:lnTo>
                  <a:lnTo>
                    <a:pt x="15645" y="104"/>
                  </a:lnTo>
                  <a:lnTo>
                    <a:pt x="15298" y="139"/>
                  </a:lnTo>
                  <a:lnTo>
                    <a:pt x="15125" y="104"/>
                  </a:lnTo>
                  <a:lnTo>
                    <a:pt x="14153" y="104"/>
                  </a:lnTo>
                  <a:lnTo>
                    <a:pt x="13737" y="70"/>
                  </a:lnTo>
                  <a:lnTo>
                    <a:pt x="13286" y="70"/>
                  </a:lnTo>
                  <a:lnTo>
                    <a:pt x="12245" y="139"/>
                  </a:lnTo>
                  <a:lnTo>
                    <a:pt x="11933" y="139"/>
                  </a:lnTo>
                  <a:lnTo>
                    <a:pt x="11656" y="104"/>
                  </a:lnTo>
                  <a:lnTo>
                    <a:pt x="11482" y="139"/>
                  </a:lnTo>
                  <a:lnTo>
                    <a:pt x="10893" y="139"/>
                  </a:lnTo>
                  <a:lnTo>
                    <a:pt x="10511" y="174"/>
                  </a:lnTo>
                  <a:lnTo>
                    <a:pt x="9089" y="174"/>
                  </a:lnTo>
                  <a:lnTo>
                    <a:pt x="8673" y="208"/>
                  </a:lnTo>
                  <a:lnTo>
                    <a:pt x="7389" y="312"/>
                  </a:lnTo>
                  <a:lnTo>
                    <a:pt x="6695" y="347"/>
                  </a:lnTo>
                  <a:lnTo>
                    <a:pt x="6002" y="382"/>
                  </a:lnTo>
                  <a:lnTo>
                    <a:pt x="5551" y="382"/>
                  </a:lnTo>
                  <a:lnTo>
                    <a:pt x="5100" y="417"/>
                  </a:lnTo>
                  <a:lnTo>
                    <a:pt x="3816" y="417"/>
                  </a:lnTo>
                  <a:lnTo>
                    <a:pt x="3469" y="382"/>
                  </a:lnTo>
                  <a:lnTo>
                    <a:pt x="2498" y="382"/>
                  </a:lnTo>
                  <a:lnTo>
                    <a:pt x="1978" y="347"/>
                  </a:lnTo>
                  <a:lnTo>
                    <a:pt x="1492" y="347"/>
                  </a:lnTo>
                  <a:lnTo>
                    <a:pt x="868" y="382"/>
                  </a:lnTo>
                  <a:lnTo>
                    <a:pt x="243" y="417"/>
                  </a:lnTo>
                  <a:lnTo>
                    <a:pt x="70" y="486"/>
                  </a:lnTo>
                  <a:lnTo>
                    <a:pt x="35" y="521"/>
                  </a:lnTo>
                  <a:lnTo>
                    <a:pt x="1" y="555"/>
                  </a:lnTo>
                  <a:lnTo>
                    <a:pt x="1" y="625"/>
                  </a:lnTo>
                  <a:lnTo>
                    <a:pt x="1" y="694"/>
                  </a:lnTo>
                  <a:lnTo>
                    <a:pt x="70" y="798"/>
                  </a:lnTo>
                  <a:lnTo>
                    <a:pt x="313" y="1076"/>
                  </a:lnTo>
                  <a:lnTo>
                    <a:pt x="590" y="1423"/>
                  </a:lnTo>
                  <a:lnTo>
                    <a:pt x="868" y="1735"/>
                  </a:lnTo>
                  <a:lnTo>
                    <a:pt x="1249" y="2047"/>
                  </a:lnTo>
                  <a:lnTo>
                    <a:pt x="1596" y="2428"/>
                  </a:lnTo>
                  <a:lnTo>
                    <a:pt x="1666" y="2498"/>
                  </a:lnTo>
                  <a:lnTo>
                    <a:pt x="1700" y="2602"/>
                  </a:lnTo>
                  <a:lnTo>
                    <a:pt x="1700" y="2810"/>
                  </a:lnTo>
                  <a:lnTo>
                    <a:pt x="1666" y="2983"/>
                  </a:lnTo>
                  <a:lnTo>
                    <a:pt x="1562" y="3157"/>
                  </a:lnTo>
                  <a:lnTo>
                    <a:pt x="1284" y="3504"/>
                  </a:lnTo>
                  <a:lnTo>
                    <a:pt x="1041" y="3851"/>
                  </a:lnTo>
                  <a:lnTo>
                    <a:pt x="833" y="4232"/>
                  </a:lnTo>
                  <a:lnTo>
                    <a:pt x="590" y="4614"/>
                  </a:lnTo>
                  <a:lnTo>
                    <a:pt x="382" y="4926"/>
                  </a:lnTo>
                  <a:lnTo>
                    <a:pt x="174" y="5238"/>
                  </a:lnTo>
                  <a:lnTo>
                    <a:pt x="174" y="5308"/>
                  </a:lnTo>
                  <a:lnTo>
                    <a:pt x="174" y="5342"/>
                  </a:lnTo>
                  <a:lnTo>
                    <a:pt x="209" y="5412"/>
                  </a:lnTo>
                  <a:lnTo>
                    <a:pt x="243" y="5412"/>
                  </a:lnTo>
                  <a:lnTo>
                    <a:pt x="382" y="5377"/>
                  </a:lnTo>
                  <a:lnTo>
                    <a:pt x="521" y="5342"/>
                  </a:lnTo>
                  <a:lnTo>
                    <a:pt x="729" y="5308"/>
                  </a:lnTo>
                  <a:lnTo>
                    <a:pt x="937" y="5308"/>
                  </a:lnTo>
                  <a:lnTo>
                    <a:pt x="937" y="5342"/>
                  </a:lnTo>
                  <a:lnTo>
                    <a:pt x="972" y="5377"/>
                  </a:lnTo>
                  <a:lnTo>
                    <a:pt x="1145" y="5308"/>
                  </a:lnTo>
                  <a:lnTo>
                    <a:pt x="1458" y="5308"/>
                  </a:lnTo>
                  <a:lnTo>
                    <a:pt x="1596" y="5273"/>
                  </a:lnTo>
                  <a:lnTo>
                    <a:pt x="1700" y="5273"/>
                  </a:lnTo>
                  <a:lnTo>
                    <a:pt x="1735" y="5238"/>
                  </a:lnTo>
                  <a:lnTo>
                    <a:pt x="1770" y="5238"/>
                  </a:lnTo>
                  <a:lnTo>
                    <a:pt x="1804" y="5273"/>
                  </a:lnTo>
                  <a:lnTo>
                    <a:pt x="1874" y="5273"/>
                  </a:lnTo>
                  <a:lnTo>
                    <a:pt x="1943" y="5238"/>
                  </a:lnTo>
                  <a:lnTo>
                    <a:pt x="2463" y="5203"/>
                  </a:lnTo>
                  <a:lnTo>
                    <a:pt x="2637" y="5203"/>
                  </a:lnTo>
                  <a:lnTo>
                    <a:pt x="2672" y="5273"/>
                  </a:lnTo>
                  <a:lnTo>
                    <a:pt x="2741" y="5238"/>
                  </a:lnTo>
                  <a:lnTo>
                    <a:pt x="2880" y="5169"/>
                  </a:lnTo>
                  <a:lnTo>
                    <a:pt x="2949" y="5134"/>
                  </a:lnTo>
                  <a:lnTo>
                    <a:pt x="3053" y="5203"/>
                  </a:lnTo>
                  <a:lnTo>
                    <a:pt x="3123" y="5169"/>
                  </a:lnTo>
                  <a:lnTo>
                    <a:pt x="3157" y="5134"/>
                  </a:lnTo>
                  <a:lnTo>
                    <a:pt x="3227" y="5134"/>
                  </a:lnTo>
                  <a:lnTo>
                    <a:pt x="3331" y="5169"/>
                  </a:lnTo>
                  <a:lnTo>
                    <a:pt x="3365" y="5203"/>
                  </a:lnTo>
                  <a:lnTo>
                    <a:pt x="3435" y="5169"/>
                  </a:lnTo>
                  <a:lnTo>
                    <a:pt x="3504" y="5169"/>
                  </a:lnTo>
                  <a:lnTo>
                    <a:pt x="3573" y="5203"/>
                  </a:lnTo>
                  <a:lnTo>
                    <a:pt x="3573" y="5169"/>
                  </a:lnTo>
                  <a:lnTo>
                    <a:pt x="3573" y="5134"/>
                  </a:lnTo>
                  <a:lnTo>
                    <a:pt x="3712" y="5134"/>
                  </a:lnTo>
                  <a:lnTo>
                    <a:pt x="3782" y="5169"/>
                  </a:lnTo>
                  <a:lnTo>
                    <a:pt x="3886" y="5169"/>
                  </a:lnTo>
                  <a:lnTo>
                    <a:pt x="4128" y="5134"/>
                  </a:lnTo>
                  <a:lnTo>
                    <a:pt x="4371" y="5134"/>
                  </a:lnTo>
                  <a:lnTo>
                    <a:pt x="4475" y="5169"/>
                  </a:lnTo>
                  <a:lnTo>
                    <a:pt x="4579" y="5169"/>
                  </a:lnTo>
                  <a:lnTo>
                    <a:pt x="4683" y="5134"/>
                  </a:lnTo>
                  <a:lnTo>
                    <a:pt x="5100" y="5134"/>
                  </a:lnTo>
                  <a:lnTo>
                    <a:pt x="5238" y="5099"/>
                  </a:lnTo>
                  <a:lnTo>
                    <a:pt x="5377" y="5099"/>
                  </a:lnTo>
                  <a:lnTo>
                    <a:pt x="5551" y="5134"/>
                  </a:lnTo>
                  <a:lnTo>
                    <a:pt x="6279" y="5134"/>
                  </a:lnTo>
                  <a:lnTo>
                    <a:pt x="6557" y="5099"/>
                  </a:lnTo>
                  <a:lnTo>
                    <a:pt x="6799" y="5099"/>
                  </a:lnTo>
                  <a:lnTo>
                    <a:pt x="7042" y="5134"/>
                  </a:lnTo>
                  <a:lnTo>
                    <a:pt x="7285" y="5099"/>
                  </a:lnTo>
                  <a:lnTo>
                    <a:pt x="8846" y="5099"/>
                  </a:lnTo>
                  <a:lnTo>
                    <a:pt x="8915" y="5134"/>
                  </a:lnTo>
                  <a:lnTo>
                    <a:pt x="8950" y="5169"/>
                  </a:lnTo>
                  <a:lnTo>
                    <a:pt x="9019" y="5134"/>
                  </a:lnTo>
                  <a:lnTo>
                    <a:pt x="9089" y="5099"/>
                  </a:lnTo>
                  <a:lnTo>
                    <a:pt x="9713" y="5099"/>
                  </a:lnTo>
                  <a:lnTo>
                    <a:pt x="9921" y="5065"/>
                  </a:lnTo>
                  <a:lnTo>
                    <a:pt x="10129" y="5099"/>
                  </a:lnTo>
                  <a:lnTo>
                    <a:pt x="10407" y="5099"/>
                  </a:lnTo>
                  <a:lnTo>
                    <a:pt x="10719" y="5065"/>
                  </a:lnTo>
                  <a:lnTo>
                    <a:pt x="10893" y="5099"/>
                  </a:lnTo>
                  <a:lnTo>
                    <a:pt x="11066" y="5099"/>
                  </a:lnTo>
                  <a:lnTo>
                    <a:pt x="11135" y="5065"/>
                  </a:lnTo>
                  <a:lnTo>
                    <a:pt x="11205" y="5065"/>
                  </a:lnTo>
                  <a:lnTo>
                    <a:pt x="11309" y="5099"/>
                  </a:lnTo>
                  <a:lnTo>
                    <a:pt x="11448" y="5099"/>
                  </a:lnTo>
                  <a:lnTo>
                    <a:pt x="11517" y="5065"/>
                  </a:lnTo>
                  <a:lnTo>
                    <a:pt x="11552" y="4995"/>
                  </a:lnTo>
                  <a:lnTo>
                    <a:pt x="11586" y="5030"/>
                  </a:lnTo>
                  <a:lnTo>
                    <a:pt x="11725" y="5065"/>
                  </a:lnTo>
                  <a:lnTo>
                    <a:pt x="11899" y="5065"/>
                  </a:lnTo>
                  <a:lnTo>
                    <a:pt x="12072" y="5030"/>
                  </a:lnTo>
                  <a:lnTo>
                    <a:pt x="12211" y="5065"/>
                  </a:lnTo>
                  <a:lnTo>
                    <a:pt x="12280" y="5099"/>
                  </a:lnTo>
                  <a:lnTo>
                    <a:pt x="12315" y="5099"/>
                  </a:lnTo>
                  <a:lnTo>
                    <a:pt x="12454" y="5030"/>
                  </a:lnTo>
                  <a:lnTo>
                    <a:pt x="12592" y="5030"/>
                  </a:lnTo>
                  <a:lnTo>
                    <a:pt x="12870" y="5065"/>
                  </a:lnTo>
                  <a:lnTo>
                    <a:pt x="13633" y="5065"/>
                  </a:lnTo>
                  <a:lnTo>
                    <a:pt x="13841" y="5099"/>
                  </a:lnTo>
                  <a:lnTo>
                    <a:pt x="14084" y="5099"/>
                  </a:lnTo>
                  <a:lnTo>
                    <a:pt x="14465" y="5065"/>
                  </a:lnTo>
                  <a:lnTo>
                    <a:pt x="14847" y="5065"/>
                  </a:lnTo>
                  <a:lnTo>
                    <a:pt x="14951" y="5099"/>
                  </a:lnTo>
                  <a:lnTo>
                    <a:pt x="15020" y="5099"/>
                  </a:lnTo>
                  <a:lnTo>
                    <a:pt x="15125" y="5065"/>
                  </a:lnTo>
                  <a:lnTo>
                    <a:pt x="15194" y="5065"/>
                  </a:lnTo>
                  <a:lnTo>
                    <a:pt x="15298" y="5099"/>
                  </a:lnTo>
                  <a:lnTo>
                    <a:pt x="15367" y="5134"/>
                  </a:lnTo>
                  <a:lnTo>
                    <a:pt x="15402" y="5065"/>
                  </a:lnTo>
                  <a:lnTo>
                    <a:pt x="15437" y="5065"/>
                  </a:lnTo>
                  <a:lnTo>
                    <a:pt x="15471" y="5099"/>
                  </a:lnTo>
                  <a:lnTo>
                    <a:pt x="15541" y="5134"/>
                  </a:lnTo>
                  <a:lnTo>
                    <a:pt x="15610" y="5099"/>
                  </a:lnTo>
                  <a:lnTo>
                    <a:pt x="15714" y="5065"/>
                  </a:lnTo>
                  <a:lnTo>
                    <a:pt x="15818" y="5065"/>
                  </a:lnTo>
                  <a:lnTo>
                    <a:pt x="16026" y="5099"/>
                  </a:lnTo>
                  <a:lnTo>
                    <a:pt x="16130" y="5099"/>
                  </a:lnTo>
                  <a:lnTo>
                    <a:pt x="16200" y="5134"/>
                  </a:lnTo>
                  <a:lnTo>
                    <a:pt x="16235" y="5099"/>
                  </a:lnTo>
                  <a:lnTo>
                    <a:pt x="16269" y="5065"/>
                  </a:lnTo>
                  <a:lnTo>
                    <a:pt x="16339" y="5065"/>
                  </a:lnTo>
                  <a:lnTo>
                    <a:pt x="16408" y="5099"/>
                  </a:lnTo>
                  <a:lnTo>
                    <a:pt x="16894" y="5099"/>
                  </a:lnTo>
                  <a:lnTo>
                    <a:pt x="17136" y="5134"/>
                  </a:lnTo>
                  <a:lnTo>
                    <a:pt x="17379" y="5134"/>
                  </a:lnTo>
                  <a:lnTo>
                    <a:pt x="17518" y="5099"/>
                  </a:lnTo>
                  <a:lnTo>
                    <a:pt x="17657" y="5099"/>
                  </a:lnTo>
                  <a:lnTo>
                    <a:pt x="17795" y="5134"/>
                  </a:lnTo>
                  <a:lnTo>
                    <a:pt x="17934" y="5134"/>
                  </a:lnTo>
                  <a:lnTo>
                    <a:pt x="18212" y="5099"/>
                  </a:lnTo>
                  <a:lnTo>
                    <a:pt x="18767" y="5099"/>
                  </a:lnTo>
                  <a:lnTo>
                    <a:pt x="19114" y="5134"/>
                  </a:lnTo>
                  <a:lnTo>
                    <a:pt x="19322" y="5134"/>
                  </a:lnTo>
                  <a:lnTo>
                    <a:pt x="19356" y="5169"/>
                  </a:lnTo>
                  <a:lnTo>
                    <a:pt x="19391" y="5203"/>
                  </a:lnTo>
                  <a:lnTo>
                    <a:pt x="19426" y="5203"/>
                  </a:lnTo>
                  <a:lnTo>
                    <a:pt x="19495" y="5169"/>
                  </a:lnTo>
                  <a:lnTo>
                    <a:pt x="19530" y="5134"/>
                  </a:lnTo>
                  <a:lnTo>
                    <a:pt x="19565" y="5134"/>
                  </a:lnTo>
                  <a:lnTo>
                    <a:pt x="19565" y="5203"/>
                  </a:lnTo>
                  <a:lnTo>
                    <a:pt x="19634" y="5169"/>
                  </a:lnTo>
                  <a:lnTo>
                    <a:pt x="19669" y="5134"/>
                  </a:lnTo>
                  <a:lnTo>
                    <a:pt x="19773" y="5134"/>
                  </a:lnTo>
                  <a:lnTo>
                    <a:pt x="19877" y="5169"/>
                  </a:lnTo>
                  <a:lnTo>
                    <a:pt x="19946" y="5134"/>
                  </a:lnTo>
                  <a:lnTo>
                    <a:pt x="20015" y="5099"/>
                  </a:lnTo>
                  <a:lnTo>
                    <a:pt x="20085" y="5134"/>
                  </a:lnTo>
                  <a:lnTo>
                    <a:pt x="20189" y="5169"/>
                  </a:lnTo>
                  <a:lnTo>
                    <a:pt x="20293" y="5169"/>
                  </a:lnTo>
                  <a:lnTo>
                    <a:pt x="20397" y="5134"/>
                  </a:lnTo>
                  <a:lnTo>
                    <a:pt x="20501" y="5134"/>
                  </a:lnTo>
                  <a:lnTo>
                    <a:pt x="20709" y="5099"/>
                  </a:lnTo>
                  <a:lnTo>
                    <a:pt x="20779" y="5099"/>
                  </a:lnTo>
                  <a:lnTo>
                    <a:pt x="20883" y="5169"/>
                  </a:lnTo>
                  <a:lnTo>
                    <a:pt x="20917" y="5203"/>
                  </a:lnTo>
                  <a:lnTo>
                    <a:pt x="20952" y="5203"/>
                  </a:lnTo>
                  <a:lnTo>
                    <a:pt x="20952" y="5134"/>
                  </a:lnTo>
                  <a:lnTo>
                    <a:pt x="21056" y="5134"/>
                  </a:lnTo>
                  <a:lnTo>
                    <a:pt x="21230" y="5169"/>
                  </a:lnTo>
                  <a:lnTo>
                    <a:pt x="21299" y="5134"/>
                  </a:lnTo>
                  <a:lnTo>
                    <a:pt x="21472" y="5134"/>
                  </a:lnTo>
                  <a:lnTo>
                    <a:pt x="21472" y="5169"/>
                  </a:lnTo>
                  <a:lnTo>
                    <a:pt x="21507" y="5169"/>
                  </a:lnTo>
                  <a:lnTo>
                    <a:pt x="21542" y="5099"/>
                  </a:lnTo>
                  <a:lnTo>
                    <a:pt x="21576" y="5099"/>
                  </a:lnTo>
                  <a:lnTo>
                    <a:pt x="21646" y="5134"/>
                  </a:lnTo>
                  <a:lnTo>
                    <a:pt x="21923" y="5134"/>
                  </a:lnTo>
                  <a:lnTo>
                    <a:pt x="22097" y="5099"/>
                  </a:lnTo>
                  <a:lnTo>
                    <a:pt x="22721" y="5099"/>
                  </a:lnTo>
                  <a:lnTo>
                    <a:pt x="22895" y="5065"/>
                  </a:lnTo>
                  <a:lnTo>
                    <a:pt x="23380" y="5065"/>
                  </a:lnTo>
                  <a:lnTo>
                    <a:pt x="23692" y="5030"/>
                  </a:lnTo>
                  <a:lnTo>
                    <a:pt x="23866" y="4995"/>
                  </a:lnTo>
                  <a:lnTo>
                    <a:pt x="24039" y="5030"/>
                  </a:lnTo>
                  <a:lnTo>
                    <a:pt x="24074" y="4995"/>
                  </a:lnTo>
                  <a:lnTo>
                    <a:pt x="24109" y="4995"/>
                  </a:lnTo>
                  <a:lnTo>
                    <a:pt x="24247" y="4961"/>
                  </a:lnTo>
                  <a:lnTo>
                    <a:pt x="24351" y="4995"/>
                  </a:lnTo>
                  <a:lnTo>
                    <a:pt x="24421" y="5030"/>
                  </a:lnTo>
                  <a:lnTo>
                    <a:pt x="24456" y="4961"/>
                  </a:lnTo>
                  <a:lnTo>
                    <a:pt x="24490" y="4961"/>
                  </a:lnTo>
                  <a:lnTo>
                    <a:pt x="24560" y="4995"/>
                  </a:lnTo>
                  <a:lnTo>
                    <a:pt x="24664" y="5030"/>
                  </a:lnTo>
                  <a:lnTo>
                    <a:pt x="24768" y="4995"/>
                  </a:lnTo>
                  <a:lnTo>
                    <a:pt x="24976" y="4961"/>
                  </a:lnTo>
                  <a:lnTo>
                    <a:pt x="25253" y="4926"/>
                  </a:lnTo>
                  <a:lnTo>
                    <a:pt x="26294" y="4926"/>
                  </a:lnTo>
                  <a:lnTo>
                    <a:pt x="26433" y="4961"/>
                  </a:lnTo>
                  <a:lnTo>
                    <a:pt x="26606" y="5030"/>
                  </a:lnTo>
                  <a:lnTo>
                    <a:pt x="26641" y="4961"/>
                  </a:lnTo>
                  <a:lnTo>
                    <a:pt x="26676" y="4961"/>
                  </a:lnTo>
                  <a:lnTo>
                    <a:pt x="26710" y="4995"/>
                  </a:lnTo>
                  <a:lnTo>
                    <a:pt x="26780" y="4995"/>
                  </a:lnTo>
                  <a:lnTo>
                    <a:pt x="26814" y="4961"/>
                  </a:lnTo>
                  <a:lnTo>
                    <a:pt x="26849" y="4926"/>
                  </a:lnTo>
                  <a:lnTo>
                    <a:pt x="26849" y="4857"/>
                  </a:lnTo>
                  <a:lnTo>
                    <a:pt x="26745" y="4614"/>
                  </a:lnTo>
                  <a:lnTo>
                    <a:pt x="26606" y="4406"/>
                  </a:lnTo>
                  <a:lnTo>
                    <a:pt x="25878" y="3469"/>
                  </a:lnTo>
                  <a:lnTo>
                    <a:pt x="25392" y="2914"/>
                  </a:lnTo>
                  <a:lnTo>
                    <a:pt x="25323" y="2810"/>
                  </a:lnTo>
                  <a:lnTo>
                    <a:pt x="25288" y="2671"/>
                  </a:lnTo>
                  <a:lnTo>
                    <a:pt x="25288" y="2533"/>
                  </a:lnTo>
                  <a:lnTo>
                    <a:pt x="25323" y="2498"/>
                  </a:lnTo>
                  <a:lnTo>
                    <a:pt x="25392" y="2428"/>
                  </a:lnTo>
                  <a:lnTo>
                    <a:pt x="25461" y="2394"/>
                  </a:lnTo>
                  <a:lnTo>
                    <a:pt x="25531" y="2255"/>
                  </a:lnTo>
                  <a:lnTo>
                    <a:pt x="25635" y="2116"/>
                  </a:lnTo>
                  <a:lnTo>
                    <a:pt x="25704" y="1978"/>
                  </a:lnTo>
                  <a:lnTo>
                    <a:pt x="25878" y="1769"/>
                  </a:lnTo>
                  <a:lnTo>
                    <a:pt x="26051" y="1561"/>
                  </a:lnTo>
                  <a:lnTo>
                    <a:pt x="26121" y="1457"/>
                  </a:lnTo>
                  <a:lnTo>
                    <a:pt x="26155" y="1353"/>
                  </a:lnTo>
                  <a:lnTo>
                    <a:pt x="26225" y="1249"/>
                  </a:lnTo>
                  <a:lnTo>
                    <a:pt x="26259" y="1145"/>
                  </a:lnTo>
                  <a:lnTo>
                    <a:pt x="26363" y="1041"/>
                  </a:lnTo>
                  <a:lnTo>
                    <a:pt x="26467" y="1006"/>
                  </a:lnTo>
                  <a:lnTo>
                    <a:pt x="26467" y="972"/>
                  </a:lnTo>
                  <a:lnTo>
                    <a:pt x="26502" y="902"/>
                  </a:lnTo>
                  <a:lnTo>
                    <a:pt x="26502" y="833"/>
                  </a:lnTo>
                  <a:lnTo>
                    <a:pt x="26537" y="798"/>
                  </a:lnTo>
                  <a:lnTo>
                    <a:pt x="26641" y="729"/>
                  </a:lnTo>
                  <a:lnTo>
                    <a:pt x="26641" y="694"/>
                  </a:lnTo>
                  <a:lnTo>
                    <a:pt x="26641" y="659"/>
                  </a:lnTo>
                  <a:lnTo>
                    <a:pt x="26641" y="625"/>
                  </a:lnTo>
                  <a:lnTo>
                    <a:pt x="26676" y="590"/>
                  </a:lnTo>
                  <a:lnTo>
                    <a:pt x="26676" y="555"/>
                  </a:lnTo>
                  <a:lnTo>
                    <a:pt x="26745" y="555"/>
                  </a:lnTo>
                  <a:lnTo>
                    <a:pt x="26780" y="521"/>
                  </a:lnTo>
                  <a:lnTo>
                    <a:pt x="26814" y="382"/>
                  </a:lnTo>
                  <a:lnTo>
                    <a:pt x="26849" y="312"/>
                  </a:lnTo>
                  <a:lnTo>
                    <a:pt x="26814" y="243"/>
                  </a:lnTo>
                  <a:lnTo>
                    <a:pt x="26780" y="174"/>
                  </a:lnTo>
                  <a:lnTo>
                    <a:pt x="26606" y="174"/>
                  </a:lnTo>
                  <a:lnTo>
                    <a:pt x="26502" y="139"/>
                  </a:lnTo>
                  <a:lnTo>
                    <a:pt x="26398" y="104"/>
                  </a:lnTo>
                  <a:lnTo>
                    <a:pt x="26294" y="104"/>
                  </a:lnTo>
                  <a:lnTo>
                    <a:pt x="25496" y="139"/>
                  </a:lnTo>
                  <a:lnTo>
                    <a:pt x="24351" y="139"/>
                  </a:lnTo>
                  <a:lnTo>
                    <a:pt x="24005" y="104"/>
                  </a:lnTo>
                  <a:lnTo>
                    <a:pt x="23450" y="104"/>
                  </a:lnTo>
                  <a:lnTo>
                    <a:pt x="22790" y="70"/>
                  </a:lnTo>
                  <a:lnTo>
                    <a:pt x="22478" y="35"/>
                  </a:lnTo>
                  <a:lnTo>
                    <a:pt x="21958" y="35"/>
                  </a:lnTo>
                  <a:lnTo>
                    <a:pt x="217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5"/>
            <p:cNvSpPr/>
            <p:nvPr/>
          </p:nvSpPr>
          <p:spPr>
            <a:xfrm>
              <a:off x="2300135" y="3028913"/>
              <a:ext cx="2605568" cy="564573"/>
            </a:xfrm>
            <a:custGeom>
              <a:rect b="b" l="l" r="r" t="t"/>
              <a:pathLst>
                <a:path extrusionOk="0" h="5968" w="27543">
                  <a:moveTo>
                    <a:pt x="22097" y="278"/>
                  </a:moveTo>
                  <a:lnTo>
                    <a:pt x="22305" y="313"/>
                  </a:lnTo>
                  <a:lnTo>
                    <a:pt x="22825" y="313"/>
                  </a:lnTo>
                  <a:lnTo>
                    <a:pt x="23137" y="348"/>
                  </a:lnTo>
                  <a:lnTo>
                    <a:pt x="23797" y="382"/>
                  </a:lnTo>
                  <a:lnTo>
                    <a:pt x="24352" y="382"/>
                  </a:lnTo>
                  <a:lnTo>
                    <a:pt x="24698" y="417"/>
                  </a:lnTo>
                  <a:lnTo>
                    <a:pt x="25843" y="417"/>
                  </a:lnTo>
                  <a:lnTo>
                    <a:pt x="26641" y="382"/>
                  </a:lnTo>
                  <a:lnTo>
                    <a:pt x="26745" y="382"/>
                  </a:lnTo>
                  <a:lnTo>
                    <a:pt x="26849" y="417"/>
                  </a:lnTo>
                  <a:lnTo>
                    <a:pt x="26953" y="452"/>
                  </a:lnTo>
                  <a:lnTo>
                    <a:pt x="27127" y="452"/>
                  </a:lnTo>
                  <a:lnTo>
                    <a:pt x="27161" y="521"/>
                  </a:lnTo>
                  <a:lnTo>
                    <a:pt x="27196" y="590"/>
                  </a:lnTo>
                  <a:lnTo>
                    <a:pt x="27161" y="660"/>
                  </a:lnTo>
                  <a:lnTo>
                    <a:pt x="27127" y="799"/>
                  </a:lnTo>
                  <a:lnTo>
                    <a:pt x="27092" y="833"/>
                  </a:lnTo>
                  <a:lnTo>
                    <a:pt x="27023" y="833"/>
                  </a:lnTo>
                  <a:lnTo>
                    <a:pt x="27023" y="868"/>
                  </a:lnTo>
                  <a:lnTo>
                    <a:pt x="26988" y="903"/>
                  </a:lnTo>
                  <a:lnTo>
                    <a:pt x="26988" y="937"/>
                  </a:lnTo>
                  <a:lnTo>
                    <a:pt x="26988" y="972"/>
                  </a:lnTo>
                  <a:lnTo>
                    <a:pt x="26988" y="1007"/>
                  </a:lnTo>
                  <a:lnTo>
                    <a:pt x="26884" y="1076"/>
                  </a:lnTo>
                  <a:lnTo>
                    <a:pt x="26849" y="1111"/>
                  </a:lnTo>
                  <a:lnTo>
                    <a:pt x="26849" y="1180"/>
                  </a:lnTo>
                  <a:lnTo>
                    <a:pt x="26814" y="1250"/>
                  </a:lnTo>
                  <a:lnTo>
                    <a:pt x="26814" y="1284"/>
                  </a:lnTo>
                  <a:lnTo>
                    <a:pt x="26710" y="1319"/>
                  </a:lnTo>
                  <a:lnTo>
                    <a:pt x="26606" y="1423"/>
                  </a:lnTo>
                  <a:lnTo>
                    <a:pt x="26572" y="1527"/>
                  </a:lnTo>
                  <a:lnTo>
                    <a:pt x="26502" y="1631"/>
                  </a:lnTo>
                  <a:lnTo>
                    <a:pt x="26468" y="1735"/>
                  </a:lnTo>
                  <a:lnTo>
                    <a:pt x="26398" y="1839"/>
                  </a:lnTo>
                  <a:lnTo>
                    <a:pt x="26225" y="2047"/>
                  </a:lnTo>
                  <a:lnTo>
                    <a:pt x="26051" y="2256"/>
                  </a:lnTo>
                  <a:lnTo>
                    <a:pt x="25982" y="2394"/>
                  </a:lnTo>
                  <a:lnTo>
                    <a:pt x="25878" y="2533"/>
                  </a:lnTo>
                  <a:lnTo>
                    <a:pt x="25808" y="2672"/>
                  </a:lnTo>
                  <a:lnTo>
                    <a:pt x="25739" y="2706"/>
                  </a:lnTo>
                  <a:lnTo>
                    <a:pt x="25670" y="2776"/>
                  </a:lnTo>
                  <a:lnTo>
                    <a:pt x="25635" y="2811"/>
                  </a:lnTo>
                  <a:lnTo>
                    <a:pt x="25635" y="2949"/>
                  </a:lnTo>
                  <a:lnTo>
                    <a:pt x="25670" y="3088"/>
                  </a:lnTo>
                  <a:lnTo>
                    <a:pt x="25739" y="3192"/>
                  </a:lnTo>
                  <a:lnTo>
                    <a:pt x="26225" y="3747"/>
                  </a:lnTo>
                  <a:lnTo>
                    <a:pt x="26953" y="4684"/>
                  </a:lnTo>
                  <a:lnTo>
                    <a:pt x="27092" y="4892"/>
                  </a:lnTo>
                  <a:lnTo>
                    <a:pt x="27196" y="5135"/>
                  </a:lnTo>
                  <a:lnTo>
                    <a:pt x="27196" y="5204"/>
                  </a:lnTo>
                  <a:lnTo>
                    <a:pt x="27161" y="5239"/>
                  </a:lnTo>
                  <a:lnTo>
                    <a:pt x="27127" y="5273"/>
                  </a:lnTo>
                  <a:lnTo>
                    <a:pt x="27057" y="5273"/>
                  </a:lnTo>
                  <a:lnTo>
                    <a:pt x="27023" y="5239"/>
                  </a:lnTo>
                  <a:lnTo>
                    <a:pt x="26988" y="5239"/>
                  </a:lnTo>
                  <a:lnTo>
                    <a:pt x="26953" y="5308"/>
                  </a:lnTo>
                  <a:lnTo>
                    <a:pt x="26780" y="5239"/>
                  </a:lnTo>
                  <a:lnTo>
                    <a:pt x="26641" y="5204"/>
                  </a:lnTo>
                  <a:lnTo>
                    <a:pt x="25600" y="5204"/>
                  </a:lnTo>
                  <a:lnTo>
                    <a:pt x="25323" y="5239"/>
                  </a:lnTo>
                  <a:lnTo>
                    <a:pt x="25115" y="5273"/>
                  </a:lnTo>
                  <a:lnTo>
                    <a:pt x="25011" y="5308"/>
                  </a:lnTo>
                  <a:lnTo>
                    <a:pt x="24907" y="5273"/>
                  </a:lnTo>
                  <a:lnTo>
                    <a:pt x="24837" y="5239"/>
                  </a:lnTo>
                  <a:lnTo>
                    <a:pt x="24803" y="5239"/>
                  </a:lnTo>
                  <a:lnTo>
                    <a:pt x="24768" y="5308"/>
                  </a:lnTo>
                  <a:lnTo>
                    <a:pt x="24698" y="5273"/>
                  </a:lnTo>
                  <a:lnTo>
                    <a:pt x="24594" y="5239"/>
                  </a:lnTo>
                  <a:lnTo>
                    <a:pt x="24456" y="5273"/>
                  </a:lnTo>
                  <a:lnTo>
                    <a:pt x="24421" y="5273"/>
                  </a:lnTo>
                  <a:lnTo>
                    <a:pt x="24386" y="5308"/>
                  </a:lnTo>
                  <a:lnTo>
                    <a:pt x="24213" y="5273"/>
                  </a:lnTo>
                  <a:lnTo>
                    <a:pt x="24039" y="5308"/>
                  </a:lnTo>
                  <a:lnTo>
                    <a:pt x="23727" y="5343"/>
                  </a:lnTo>
                  <a:lnTo>
                    <a:pt x="23242" y="5343"/>
                  </a:lnTo>
                  <a:lnTo>
                    <a:pt x="23068" y="5377"/>
                  </a:lnTo>
                  <a:lnTo>
                    <a:pt x="22444" y="5377"/>
                  </a:lnTo>
                  <a:lnTo>
                    <a:pt x="22270" y="5412"/>
                  </a:lnTo>
                  <a:lnTo>
                    <a:pt x="21993" y="5412"/>
                  </a:lnTo>
                  <a:lnTo>
                    <a:pt x="21923" y="5377"/>
                  </a:lnTo>
                  <a:lnTo>
                    <a:pt x="21889" y="5377"/>
                  </a:lnTo>
                  <a:lnTo>
                    <a:pt x="21854" y="5447"/>
                  </a:lnTo>
                  <a:lnTo>
                    <a:pt x="21819" y="5447"/>
                  </a:lnTo>
                  <a:lnTo>
                    <a:pt x="21819" y="5412"/>
                  </a:lnTo>
                  <a:lnTo>
                    <a:pt x="21646" y="5412"/>
                  </a:lnTo>
                  <a:lnTo>
                    <a:pt x="21577" y="5447"/>
                  </a:lnTo>
                  <a:lnTo>
                    <a:pt x="21403" y="5412"/>
                  </a:lnTo>
                  <a:lnTo>
                    <a:pt x="21299" y="5412"/>
                  </a:lnTo>
                  <a:lnTo>
                    <a:pt x="21299" y="5481"/>
                  </a:lnTo>
                  <a:lnTo>
                    <a:pt x="21264" y="5481"/>
                  </a:lnTo>
                  <a:lnTo>
                    <a:pt x="21230" y="5447"/>
                  </a:lnTo>
                  <a:lnTo>
                    <a:pt x="21126" y="5377"/>
                  </a:lnTo>
                  <a:lnTo>
                    <a:pt x="21056" y="5377"/>
                  </a:lnTo>
                  <a:lnTo>
                    <a:pt x="20848" y="5412"/>
                  </a:lnTo>
                  <a:lnTo>
                    <a:pt x="20744" y="5412"/>
                  </a:lnTo>
                  <a:lnTo>
                    <a:pt x="20640" y="5447"/>
                  </a:lnTo>
                  <a:lnTo>
                    <a:pt x="20536" y="5447"/>
                  </a:lnTo>
                  <a:lnTo>
                    <a:pt x="20432" y="5412"/>
                  </a:lnTo>
                  <a:lnTo>
                    <a:pt x="20362" y="5377"/>
                  </a:lnTo>
                  <a:lnTo>
                    <a:pt x="20293" y="5412"/>
                  </a:lnTo>
                  <a:lnTo>
                    <a:pt x="20224" y="5447"/>
                  </a:lnTo>
                  <a:lnTo>
                    <a:pt x="20120" y="5412"/>
                  </a:lnTo>
                  <a:lnTo>
                    <a:pt x="20016" y="5412"/>
                  </a:lnTo>
                  <a:lnTo>
                    <a:pt x="19981" y="5447"/>
                  </a:lnTo>
                  <a:lnTo>
                    <a:pt x="19912" y="5481"/>
                  </a:lnTo>
                  <a:lnTo>
                    <a:pt x="19912" y="5412"/>
                  </a:lnTo>
                  <a:lnTo>
                    <a:pt x="19877" y="5412"/>
                  </a:lnTo>
                  <a:lnTo>
                    <a:pt x="19842" y="5447"/>
                  </a:lnTo>
                  <a:lnTo>
                    <a:pt x="19773" y="5481"/>
                  </a:lnTo>
                  <a:lnTo>
                    <a:pt x="19738" y="5481"/>
                  </a:lnTo>
                  <a:lnTo>
                    <a:pt x="19703" y="5447"/>
                  </a:lnTo>
                  <a:lnTo>
                    <a:pt x="19669" y="5412"/>
                  </a:lnTo>
                  <a:lnTo>
                    <a:pt x="19461" y="5412"/>
                  </a:lnTo>
                  <a:lnTo>
                    <a:pt x="19114" y="5377"/>
                  </a:lnTo>
                  <a:lnTo>
                    <a:pt x="18559" y="5377"/>
                  </a:lnTo>
                  <a:lnTo>
                    <a:pt x="18281" y="5412"/>
                  </a:lnTo>
                  <a:lnTo>
                    <a:pt x="18142" y="5412"/>
                  </a:lnTo>
                  <a:lnTo>
                    <a:pt x="18004" y="5377"/>
                  </a:lnTo>
                  <a:lnTo>
                    <a:pt x="17865" y="5377"/>
                  </a:lnTo>
                  <a:lnTo>
                    <a:pt x="17726" y="5412"/>
                  </a:lnTo>
                  <a:lnTo>
                    <a:pt x="17483" y="5412"/>
                  </a:lnTo>
                  <a:lnTo>
                    <a:pt x="17241" y="5377"/>
                  </a:lnTo>
                  <a:lnTo>
                    <a:pt x="16755" y="5377"/>
                  </a:lnTo>
                  <a:lnTo>
                    <a:pt x="16686" y="5343"/>
                  </a:lnTo>
                  <a:lnTo>
                    <a:pt x="16616" y="5343"/>
                  </a:lnTo>
                  <a:lnTo>
                    <a:pt x="16582" y="5377"/>
                  </a:lnTo>
                  <a:lnTo>
                    <a:pt x="16547" y="5412"/>
                  </a:lnTo>
                  <a:lnTo>
                    <a:pt x="16477" y="5377"/>
                  </a:lnTo>
                  <a:lnTo>
                    <a:pt x="16373" y="5377"/>
                  </a:lnTo>
                  <a:lnTo>
                    <a:pt x="16165" y="5343"/>
                  </a:lnTo>
                  <a:lnTo>
                    <a:pt x="16061" y="5343"/>
                  </a:lnTo>
                  <a:lnTo>
                    <a:pt x="15957" y="5377"/>
                  </a:lnTo>
                  <a:lnTo>
                    <a:pt x="15888" y="5412"/>
                  </a:lnTo>
                  <a:lnTo>
                    <a:pt x="15818" y="5377"/>
                  </a:lnTo>
                  <a:lnTo>
                    <a:pt x="15784" y="5343"/>
                  </a:lnTo>
                  <a:lnTo>
                    <a:pt x="15749" y="5343"/>
                  </a:lnTo>
                  <a:lnTo>
                    <a:pt x="15714" y="5412"/>
                  </a:lnTo>
                  <a:lnTo>
                    <a:pt x="15645" y="5377"/>
                  </a:lnTo>
                  <a:lnTo>
                    <a:pt x="15541" y="5343"/>
                  </a:lnTo>
                  <a:lnTo>
                    <a:pt x="15472" y="5343"/>
                  </a:lnTo>
                  <a:lnTo>
                    <a:pt x="15367" y="5377"/>
                  </a:lnTo>
                  <a:lnTo>
                    <a:pt x="15298" y="5377"/>
                  </a:lnTo>
                  <a:lnTo>
                    <a:pt x="15194" y="5343"/>
                  </a:lnTo>
                  <a:lnTo>
                    <a:pt x="14812" y="5343"/>
                  </a:lnTo>
                  <a:lnTo>
                    <a:pt x="14431" y="5377"/>
                  </a:lnTo>
                  <a:lnTo>
                    <a:pt x="14188" y="5377"/>
                  </a:lnTo>
                  <a:lnTo>
                    <a:pt x="13980" y="5343"/>
                  </a:lnTo>
                  <a:lnTo>
                    <a:pt x="13217" y="5343"/>
                  </a:lnTo>
                  <a:lnTo>
                    <a:pt x="12939" y="5308"/>
                  </a:lnTo>
                  <a:lnTo>
                    <a:pt x="12801" y="5308"/>
                  </a:lnTo>
                  <a:lnTo>
                    <a:pt x="12662" y="5377"/>
                  </a:lnTo>
                  <a:lnTo>
                    <a:pt x="12627" y="5377"/>
                  </a:lnTo>
                  <a:lnTo>
                    <a:pt x="12558" y="5343"/>
                  </a:lnTo>
                  <a:lnTo>
                    <a:pt x="12419" y="5308"/>
                  </a:lnTo>
                  <a:lnTo>
                    <a:pt x="12246" y="5343"/>
                  </a:lnTo>
                  <a:lnTo>
                    <a:pt x="12072" y="5343"/>
                  </a:lnTo>
                  <a:lnTo>
                    <a:pt x="11933" y="5308"/>
                  </a:lnTo>
                  <a:lnTo>
                    <a:pt x="11899" y="5273"/>
                  </a:lnTo>
                  <a:lnTo>
                    <a:pt x="11864" y="5343"/>
                  </a:lnTo>
                  <a:lnTo>
                    <a:pt x="11795" y="5377"/>
                  </a:lnTo>
                  <a:lnTo>
                    <a:pt x="11656" y="5377"/>
                  </a:lnTo>
                  <a:lnTo>
                    <a:pt x="11552" y="5343"/>
                  </a:lnTo>
                  <a:lnTo>
                    <a:pt x="11482" y="5343"/>
                  </a:lnTo>
                  <a:lnTo>
                    <a:pt x="11413" y="5377"/>
                  </a:lnTo>
                  <a:lnTo>
                    <a:pt x="11240" y="5377"/>
                  </a:lnTo>
                  <a:lnTo>
                    <a:pt x="11066" y="5343"/>
                  </a:lnTo>
                  <a:lnTo>
                    <a:pt x="10754" y="5377"/>
                  </a:lnTo>
                  <a:lnTo>
                    <a:pt x="10476" y="5377"/>
                  </a:lnTo>
                  <a:lnTo>
                    <a:pt x="10268" y="5343"/>
                  </a:lnTo>
                  <a:lnTo>
                    <a:pt x="10060" y="5377"/>
                  </a:lnTo>
                  <a:lnTo>
                    <a:pt x="9436" y="5377"/>
                  </a:lnTo>
                  <a:lnTo>
                    <a:pt x="9366" y="5412"/>
                  </a:lnTo>
                  <a:lnTo>
                    <a:pt x="9297" y="5447"/>
                  </a:lnTo>
                  <a:lnTo>
                    <a:pt x="9262" y="5412"/>
                  </a:lnTo>
                  <a:lnTo>
                    <a:pt x="9193" y="5377"/>
                  </a:lnTo>
                  <a:lnTo>
                    <a:pt x="7632" y="5377"/>
                  </a:lnTo>
                  <a:lnTo>
                    <a:pt x="7389" y="5412"/>
                  </a:lnTo>
                  <a:lnTo>
                    <a:pt x="7146" y="5377"/>
                  </a:lnTo>
                  <a:lnTo>
                    <a:pt x="6904" y="5377"/>
                  </a:lnTo>
                  <a:lnTo>
                    <a:pt x="6626" y="5412"/>
                  </a:lnTo>
                  <a:lnTo>
                    <a:pt x="5898" y="5412"/>
                  </a:lnTo>
                  <a:lnTo>
                    <a:pt x="5724" y="5377"/>
                  </a:lnTo>
                  <a:lnTo>
                    <a:pt x="5585" y="5377"/>
                  </a:lnTo>
                  <a:lnTo>
                    <a:pt x="5447" y="5412"/>
                  </a:lnTo>
                  <a:lnTo>
                    <a:pt x="5030" y="5412"/>
                  </a:lnTo>
                  <a:lnTo>
                    <a:pt x="4926" y="5447"/>
                  </a:lnTo>
                  <a:lnTo>
                    <a:pt x="4822" y="5447"/>
                  </a:lnTo>
                  <a:lnTo>
                    <a:pt x="4718" y="5412"/>
                  </a:lnTo>
                  <a:lnTo>
                    <a:pt x="4475" y="5412"/>
                  </a:lnTo>
                  <a:lnTo>
                    <a:pt x="4233" y="5447"/>
                  </a:lnTo>
                  <a:lnTo>
                    <a:pt x="4129" y="5447"/>
                  </a:lnTo>
                  <a:lnTo>
                    <a:pt x="4059" y="5412"/>
                  </a:lnTo>
                  <a:lnTo>
                    <a:pt x="3920" y="5412"/>
                  </a:lnTo>
                  <a:lnTo>
                    <a:pt x="3920" y="5447"/>
                  </a:lnTo>
                  <a:lnTo>
                    <a:pt x="3920" y="5481"/>
                  </a:lnTo>
                  <a:lnTo>
                    <a:pt x="3851" y="5447"/>
                  </a:lnTo>
                  <a:lnTo>
                    <a:pt x="3782" y="5447"/>
                  </a:lnTo>
                  <a:lnTo>
                    <a:pt x="3712" y="5481"/>
                  </a:lnTo>
                  <a:lnTo>
                    <a:pt x="3678" y="5447"/>
                  </a:lnTo>
                  <a:lnTo>
                    <a:pt x="3574" y="5412"/>
                  </a:lnTo>
                  <a:lnTo>
                    <a:pt x="3504" y="5412"/>
                  </a:lnTo>
                  <a:lnTo>
                    <a:pt x="3470" y="5447"/>
                  </a:lnTo>
                  <a:lnTo>
                    <a:pt x="3400" y="5481"/>
                  </a:lnTo>
                  <a:lnTo>
                    <a:pt x="3296" y="5412"/>
                  </a:lnTo>
                  <a:lnTo>
                    <a:pt x="3227" y="5447"/>
                  </a:lnTo>
                  <a:lnTo>
                    <a:pt x="3088" y="5516"/>
                  </a:lnTo>
                  <a:lnTo>
                    <a:pt x="3019" y="5551"/>
                  </a:lnTo>
                  <a:lnTo>
                    <a:pt x="2984" y="5481"/>
                  </a:lnTo>
                  <a:lnTo>
                    <a:pt x="2810" y="5481"/>
                  </a:lnTo>
                  <a:lnTo>
                    <a:pt x="2290" y="5516"/>
                  </a:lnTo>
                  <a:lnTo>
                    <a:pt x="2221" y="5551"/>
                  </a:lnTo>
                  <a:lnTo>
                    <a:pt x="2151" y="5551"/>
                  </a:lnTo>
                  <a:lnTo>
                    <a:pt x="2117" y="5516"/>
                  </a:lnTo>
                  <a:lnTo>
                    <a:pt x="2082" y="5516"/>
                  </a:lnTo>
                  <a:lnTo>
                    <a:pt x="2047" y="5551"/>
                  </a:lnTo>
                  <a:lnTo>
                    <a:pt x="1943" y="5551"/>
                  </a:lnTo>
                  <a:lnTo>
                    <a:pt x="1805" y="5586"/>
                  </a:lnTo>
                  <a:lnTo>
                    <a:pt x="1492" y="5586"/>
                  </a:lnTo>
                  <a:lnTo>
                    <a:pt x="1319" y="5655"/>
                  </a:lnTo>
                  <a:lnTo>
                    <a:pt x="1284" y="5620"/>
                  </a:lnTo>
                  <a:lnTo>
                    <a:pt x="1284" y="5586"/>
                  </a:lnTo>
                  <a:lnTo>
                    <a:pt x="1076" y="5586"/>
                  </a:lnTo>
                  <a:lnTo>
                    <a:pt x="868" y="5620"/>
                  </a:lnTo>
                  <a:lnTo>
                    <a:pt x="729" y="5655"/>
                  </a:lnTo>
                  <a:lnTo>
                    <a:pt x="590" y="5690"/>
                  </a:lnTo>
                  <a:lnTo>
                    <a:pt x="556" y="5690"/>
                  </a:lnTo>
                  <a:lnTo>
                    <a:pt x="521" y="5620"/>
                  </a:lnTo>
                  <a:lnTo>
                    <a:pt x="521" y="5586"/>
                  </a:lnTo>
                  <a:lnTo>
                    <a:pt x="521" y="5516"/>
                  </a:lnTo>
                  <a:lnTo>
                    <a:pt x="729" y="5204"/>
                  </a:lnTo>
                  <a:lnTo>
                    <a:pt x="937" y="4892"/>
                  </a:lnTo>
                  <a:lnTo>
                    <a:pt x="1180" y="4510"/>
                  </a:lnTo>
                  <a:lnTo>
                    <a:pt x="1388" y="4129"/>
                  </a:lnTo>
                  <a:lnTo>
                    <a:pt x="1631" y="3782"/>
                  </a:lnTo>
                  <a:lnTo>
                    <a:pt x="1909" y="3435"/>
                  </a:lnTo>
                  <a:lnTo>
                    <a:pt x="2013" y="3261"/>
                  </a:lnTo>
                  <a:lnTo>
                    <a:pt x="2047" y="3088"/>
                  </a:lnTo>
                  <a:lnTo>
                    <a:pt x="2047" y="2880"/>
                  </a:lnTo>
                  <a:lnTo>
                    <a:pt x="2013" y="2776"/>
                  </a:lnTo>
                  <a:lnTo>
                    <a:pt x="1943" y="2706"/>
                  </a:lnTo>
                  <a:lnTo>
                    <a:pt x="1596" y="2325"/>
                  </a:lnTo>
                  <a:lnTo>
                    <a:pt x="1215" y="2013"/>
                  </a:lnTo>
                  <a:lnTo>
                    <a:pt x="937" y="1701"/>
                  </a:lnTo>
                  <a:lnTo>
                    <a:pt x="660" y="1354"/>
                  </a:lnTo>
                  <a:lnTo>
                    <a:pt x="417" y="1076"/>
                  </a:lnTo>
                  <a:lnTo>
                    <a:pt x="348" y="972"/>
                  </a:lnTo>
                  <a:lnTo>
                    <a:pt x="348" y="903"/>
                  </a:lnTo>
                  <a:lnTo>
                    <a:pt x="348" y="833"/>
                  </a:lnTo>
                  <a:lnTo>
                    <a:pt x="382" y="799"/>
                  </a:lnTo>
                  <a:lnTo>
                    <a:pt x="417" y="764"/>
                  </a:lnTo>
                  <a:lnTo>
                    <a:pt x="590" y="695"/>
                  </a:lnTo>
                  <a:lnTo>
                    <a:pt x="1215" y="660"/>
                  </a:lnTo>
                  <a:lnTo>
                    <a:pt x="1839" y="625"/>
                  </a:lnTo>
                  <a:lnTo>
                    <a:pt x="2325" y="625"/>
                  </a:lnTo>
                  <a:lnTo>
                    <a:pt x="2845" y="660"/>
                  </a:lnTo>
                  <a:lnTo>
                    <a:pt x="3816" y="660"/>
                  </a:lnTo>
                  <a:lnTo>
                    <a:pt x="4163" y="695"/>
                  </a:lnTo>
                  <a:lnTo>
                    <a:pt x="5447" y="695"/>
                  </a:lnTo>
                  <a:lnTo>
                    <a:pt x="5898" y="660"/>
                  </a:lnTo>
                  <a:lnTo>
                    <a:pt x="6349" y="660"/>
                  </a:lnTo>
                  <a:lnTo>
                    <a:pt x="7042" y="625"/>
                  </a:lnTo>
                  <a:lnTo>
                    <a:pt x="7736" y="590"/>
                  </a:lnTo>
                  <a:lnTo>
                    <a:pt x="9020" y="486"/>
                  </a:lnTo>
                  <a:lnTo>
                    <a:pt x="9436" y="452"/>
                  </a:lnTo>
                  <a:lnTo>
                    <a:pt x="10858" y="452"/>
                  </a:lnTo>
                  <a:lnTo>
                    <a:pt x="11240" y="417"/>
                  </a:lnTo>
                  <a:lnTo>
                    <a:pt x="11829" y="417"/>
                  </a:lnTo>
                  <a:lnTo>
                    <a:pt x="12003" y="382"/>
                  </a:lnTo>
                  <a:lnTo>
                    <a:pt x="12280" y="417"/>
                  </a:lnTo>
                  <a:lnTo>
                    <a:pt x="12592" y="417"/>
                  </a:lnTo>
                  <a:lnTo>
                    <a:pt x="13633" y="348"/>
                  </a:lnTo>
                  <a:lnTo>
                    <a:pt x="14084" y="348"/>
                  </a:lnTo>
                  <a:lnTo>
                    <a:pt x="14500" y="382"/>
                  </a:lnTo>
                  <a:lnTo>
                    <a:pt x="15472" y="382"/>
                  </a:lnTo>
                  <a:lnTo>
                    <a:pt x="15645" y="417"/>
                  </a:lnTo>
                  <a:lnTo>
                    <a:pt x="15992" y="382"/>
                  </a:lnTo>
                  <a:lnTo>
                    <a:pt x="16304" y="382"/>
                  </a:lnTo>
                  <a:lnTo>
                    <a:pt x="16408" y="417"/>
                  </a:lnTo>
                  <a:lnTo>
                    <a:pt x="16963" y="417"/>
                  </a:lnTo>
                  <a:lnTo>
                    <a:pt x="17102" y="382"/>
                  </a:lnTo>
                  <a:lnTo>
                    <a:pt x="17414" y="382"/>
                  </a:lnTo>
                  <a:lnTo>
                    <a:pt x="17726" y="417"/>
                  </a:lnTo>
                  <a:lnTo>
                    <a:pt x="18004" y="382"/>
                  </a:lnTo>
                  <a:lnTo>
                    <a:pt x="18316" y="417"/>
                  </a:lnTo>
                  <a:lnTo>
                    <a:pt x="18524" y="382"/>
                  </a:lnTo>
                  <a:lnTo>
                    <a:pt x="19599" y="382"/>
                  </a:lnTo>
                  <a:lnTo>
                    <a:pt x="19807" y="348"/>
                  </a:lnTo>
                  <a:lnTo>
                    <a:pt x="20016" y="348"/>
                  </a:lnTo>
                  <a:lnTo>
                    <a:pt x="20432" y="313"/>
                  </a:lnTo>
                  <a:lnTo>
                    <a:pt x="21577" y="313"/>
                  </a:lnTo>
                  <a:lnTo>
                    <a:pt x="21785" y="278"/>
                  </a:lnTo>
                  <a:close/>
                  <a:moveTo>
                    <a:pt x="21022" y="1"/>
                  </a:moveTo>
                  <a:lnTo>
                    <a:pt x="20675" y="35"/>
                  </a:lnTo>
                  <a:lnTo>
                    <a:pt x="20328" y="70"/>
                  </a:lnTo>
                  <a:lnTo>
                    <a:pt x="19426" y="70"/>
                  </a:lnTo>
                  <a:lnTo>
                    <a:pt x="19079" y="105"/>
                  </a:lnTo>
                  <a:lnTo>
                    <a:pt x="18663" y="105"/>
                  </a:lnTo>
                  <a:lnTo>
                    <a:pt x="18559" y="140"/>
                  </a:lnTo>
                  <a:lnTo>
                    <a:pt x="17032" y="140"/>
                  </a:lnTo>
                  <a:lnTo>
                    <a:pt x="16512" y="105"/>
                  </a:lnTo>
                  <a:lnTo>
                    <a:pt x="14292" y="105"/>
                  </a:lnTo>
                  <a:lnTo>
                    <a:pt x="13806" y="70"/>
                  </a:lnTo>
                  <a:lnTo>
                    <a:pt x="13356" y="105"/>
                  </a:lnTo>
                  <a:lnTo>
                    <a:pt x="12939" y="140"/>
                  </a:lnTo>
                  <a:lnTo>
                    <a:pt x="11586" y="140"/>
                  </a:lnTo>
                  <a:lnTo>
                    <a:pt x="11344" y="105"/>
                  </a:lnTo>
                  <a:lnTo>
                    <a:pt x="11136" y="105"/>
                  </a:lnTo>
                  <a:lnTo>
                    <a:pt x="10789" y="140"/>
                  </a:lnTo>
                  <a:lnTo>
                    <a:pt x="9956" y="140"/>
                  </a:lnTo>
                  <a:lnTo>
                    <a:pt x="9471" y="174"/>
                  </a:lnTo>
                  <a:lnTo>
                    <a:pt x="8950" y="209"/>
                  </a:lnTo>
                  <a:lnTo>
                    <a:pt x="8395" y="244"/>
                  </a:lnTo>
                  <a:lnTo>
                    <a:pt x="7910" y="278"/>
                  </a:lnTo>
                  <a:lnTo>
                    <a:pt x="7424" y="313"/>
                  </a:lnTo>
                  <a:lnTo>
                    <a:pt x="7008" y="313"/>
                  </a:lnTo>
                  <a:lnTo>
                    <a:pt x="6765" y="348"/>
                  </a:lnTo>
                  <a:lnTo>
                    <a:pt x="6522" y="382"/>
                  </a:lnTo>
                  <a:lnTo>
                    <a:pt x="6140" y="382"/>
                  </a:lnTo>
                  <a:lnTo>
                    <a:pt x="5759" y="417"/>
                  </a:lnTo>
                  <a:lnTo>
                    <a:pt x="4926" y="417"/>
                  </a:lnTo>
                  <a:lnTo>
                    <a:pt x="4198" y="382"/>
                  </a:lnTo>
                  <a:lnTo>
                    <a:pt x="3539" y="382"/>
                  </a:lnTo>
                  <a:lnTo>
                    <a:pt x="2845" y="348"/>
                  </a:lnTo>
                  <a:lnTo>
                    <a:pt x="2637" y="382"/>
                  </a:lnTo>
                  <a:lnTo>
                    <a:pt x="2533" y="382"/>
                  </a:lnTo>
                  <a:lnTo>
                    <a:pt x="2429" y="348"/>
                  </a:lnTo>
                  <a:lnTo>
                    <a:pt x="2290" y="313"/>
                  </a:lnTo>
                  <a:lnTo>
                    <a:pt x="2186" y="348"/>
                  </a:lnTo>
                  <a:lnTo>
                    <a:pt x="1666" y="348"/>
                  </a:lnTo>
                  <a:lnTo>
                    <a:pt x="1388" y="382"/>
                  </a:lnTo>
                  <a:lnTo>
                    <a:pt x="833" y="382"/>
                  </a:lnTo>
                  <a:lnTo>
                    <a:pt x="556" y="417"/>
                  </a:lnTo>
                  <a:lnTo>
                    <a:pt x="278" y="452"/>
                  </a:lnTo>
                  <a:lnTo>
                    <a:pt x="140" y="486"/>
                  </a:lnTo>
                  <a:lnTo>
                    <a:pt x="70" y="590"/>
                  </a:lnTo>
                  <a:lnTo>
                    <a:pt x="1" y="660"/>
                  </a:lnTo>
                  <a:lnTo>
                    <a:pt x="1" y="799"/>
                  </a:lnTo>
                  <a:lnTo>
                    <a:pt x="35" y="937"/>
                  </a:lnTo>
                  <a:lnTo>
                    <a:pt x="105" y="1076"/>
                  </a:lnTo>
                  <a:lnTo>
                    <a:pt x="244" y="1319"/>
                  </a:lnTo>
                  <a:lnTo>
                    <a:pt x="452" y="1562"/>
                  </a:lnTo>
                  <a:lnTo>
                    <a:pt x="695" y="1839"/>
                  </a:lnTo>
                  <a:lnTo>
                    <a:pt x="972" y="2151"/>
                  </a:lnTo>
                  <a:lnTo>
                    <a:pt x="1284" y="2429"/>
                  </a:lnTo>
                  <a:lnTo>
                    <a:pt x="1562" y="2672"/>
                  </a:lnTo>
                  <a:lnTo>
                    <a:pt x="1700" y="2811"/>
                  </a:lnTo>
                  <a:lnTo>
                    <a:pt x="1700" y="2915"/>
                  </a:lnTo>
                  <a:lnTo>
                    <a:pt x="1735" y="3019"/>
                  </a:lnTo>
                  <a:lnTo>
                    <a:pt x="1735" y="3123"/>
                  </a:lnTo>
                  <a:lnTo>
                    <a:pt x="1666" y="3157"/>
                  </a:lnTo>
                  <a:lnTo>
                    <a:pt x="1631" y="3192"/>
                  </a:lnTo>
                  <a:lnTo>
                    <a:pt x="1596" y="3261"/>
                  </a:lnTo>
                  <a:lnTo>
                    <a:pt x="1562" y="3366"/>
                  </a:lnTo>
                  <a:lnTo>
                    <a:pt x="1562" y="3400"/>
                  </a:lnTo>
                  <a:lnTo>
                    <a:pt x="1527" y="3435"/>
                  </a:lnTo>
                  <a:lnTo>
                    <a:pt x="1492" y="3470"/>
                  </a:lnTo>
                  <a:lnTo>
                    <a:pt x="1423" y="3504"/>
                  </a:lnTo>
                  <a:lnTo>
                    <a:pt x="1388" y="3608"/>
                  </a:lnTo>
                  <a:lnTo>
                    <a:pt x="1319" y="3712"/>
                  </a:lnTo>
                  <a:lnTo>
                    <a:pt x="1284" y="3747"/>
                  </a:lnTo>
                  <a:lnTo>
                    <a:pt x="1250" y="3747"/>
                  </a:lnTo>
                  <a:lnTo>
                    <a:pt x="1215" y="3782"/>
                  </a:lnTo>
                  <a:lnTo>
                    <a:pt x="1250" y="3851"/>
                  </a:lnTo>
                  <a:lnTo>
                    <a:pt x="1215" y="3886"/>
                  </a:lnTo>
                  <a:lnTo>
                    <a:pt x="1111" y="3955"/>
                  </a:lnTo>
                  <a:lnTo>
                    <a:pt x="1076" y="3990"/>
                  </a:lnTo>
                  <a:lnTo>
                    <a:pt x="1041" y="4094"/>
                  </a:lnTo>
                  <a:lnTo>
                    <a:pt x="1007" y="4233"/>
                  </a:lnTo>
                  <a:lnTo>
                    <a:pt x="937" y="4371"/>
                  </a:lnTo>
                  <a:lnTo>
                    <a:pt x="799" y="4580"/>
                  </a:lnTo>
                  <a:lnTo>
                    <a:pt x="729" y="4684"/>
                  </a:lnTo>
                  <a:lnTo>
                    <a:pt x="625" y="4753"/>
                  </a:lnTo>
                  <a:lnTo>
                    <a:pt x="625" y="4788"/>
                  </a:lnTo>
                  <a:lnTo>
                    <a:pt x="590" y="4892"/>
                  </a:lnTo>
                  <a:lnTo>
                    <a:pt x="521" y="4996"/>
                  </a:lnTo>
                  <a:lnTo>
                    <a:pt x="382" y="5135"/>
                  </a:lnTo>
                  <a:lnTo>
                    <a:pt x="278" y="5308"/>
                  </a:lnTo>
                  <a:lnTo>
                    <a:pt x="209" y="5447"/>
                  </a:lnTo>
                  <a:lnTo>
                    <a:pt x="174" y="5620"/>
                  </a:lnTo>
                  <a:lnTo>
                    <a:pt x="209" y="5794"/>
                  </a:lnTo>
                  <a:lnTo>
                    <a:pt x="244" y="5898"/>
                  </a:lnTo>
                  <a:lnTo>
                    <a:pt x="313" y="5932"/>
                  </a:lnTo>
                  <a:lnTo>
                    <a:pt x="452" y="5967"/>
                  </a:lnTo>
                  <a:lnTo>
                    <a:pt x="764" y="5967"/>
                  </a:lnTo>
                  <a:lnTo>
                    <a:pt x="1250" y="5932"/>
                  </a:lnTo>
                  <a:lnTo>
                    <a:pt x="1770" y="5898"/>
                  </a:lnTo>
                  <a:lnTo>
                    <a:pt x="2637" y="5828"/>
                  </a:lnTo>
                  <a:lnTo>
                    <a:pt x="4025" y="5759"/>
                  </a:lnTo>
                  <a:lnTo>
                    <a:pt x="5794" y="5759"/>
                  </a:lnTo>
                  <a:lnTo>
                    <a:pt x="6695" y="5724"/>
                  </a:lnTo>
                  <a:lnTo>
                    <a:pt x="7424" y="5759"/>
                  </a:lnTo>
                  <a:lnTo>
                    <a:pt x="7979" y="5724"/>
                  </a:lnTo>
                  <a:lnTo>
                    <a:pt x="9332" y="5724"/>
                  </a:lnTo>
                  <a:lnTo>
                    <a:pt x="10476" y="5690"/>
                  </a:lnTo>
                  <a:lnTo>
                    <a:pt x="11517" y="5655"/>
                  </a:lnTo>
                  <a:lnTo>
                    <a:pt x="13286" y="5655"/>
                  </a:lnTo>
                  <a:lnTo>
                    <a:pt x="13911" y="5690"/>
                  </a:lnTo>
                  <a:lnTo>
                    <a:pt x="16755" y="5690"/>
                  </a:lnTo>
                  <a:lnTo>
                    <a:pt x="17102" y="5724"/>
                  </a:lnTo>
                  <a:lnTo>
                    <a:pt x="19183" y="5724"/>
                  </a:lnTo>
                  <a:lnTo>
                    <a:pt x="19807" y="5759"/>
                  </a:lnTo>
                  <a:lnTo>
                    <a:pt x="21923" y="5759"/>
                  </a:lnTo>
                  <a:lnTo>
                    <a:pt x="22617" y="5724"/>
                  </a:lnTo>
                  <a:lnTo>
                    <a:pt x="22964" y="5724"/>
                  </a:lnTo>
                  <a:lnTo>
                    <a:pt x="23276" y="5690"/>
                  </a:lnTo>
                  <a:lnTo>
                    <a:pt x="23658" y="5690"/>
                  </a:lnTo>
                  <a:lnTo>
                    <a:pt x="24074" y="5655"/>
                  </a:lnTo>
                  <a:lnTo>
                    <a:pt x="24698" y="5586"/>
                  </a:lnTo>
                  <a:lnTo>
                    <a:pt x="25427" y="5586"/>
                  </a:lnTo>
                  <a:lnTo>
                    <a:pt x="25566" y="5551"/>
                  </a:lnTo>
                  <a:lnTo>
                    <a:pt x="25739" y="5516"/>
                  </a:lnTo>
                  <a:lnTo>
                    <a:pt x="25878" y="5516"/>
                  </a:lnTo>
                  <a:lnTo>
                    <a:pt x="26537" y="5551"/>
                  </a:lnTo>
                  <a:lnTo>
                    <a:pt x="26849" y="5551"/>
                  </a:lnTo>
                  <a:lnTo>
                    <a:pt x="27161" y="5620"/>
                  </a:lnTo>
                  <a:lnTo>
                    <a:pt x="27335" y="5620"/>
                  </a:lnTo>
                  <a:lnTo>
                    <a:pt x="27404" y="5586"/>
                  </a:lnTo>
                  <a:lnTo>
                    <a:pt x="27404" y="5481"/>
                  </a:lnTo>
                  <a:lnTo>
                    <a:pt x="27439" y="5447"/>
                  </a:lnTo>
                  <a:lnTo>
                    <a:pt x="27473" y="5377"/>
                  </a:lnTo>
                  <a:lnTo>
                    <a:pt x="27508" y="5343"/>
                  </a:lnTo>
                  <a:lnTo>
                    <a:pt x="27508" y="5204"/>
                  </a:lnTo>
                  <a:lnTo>
                    <a:pt x="27439" y="4961"/>
                  </a:lnTo>
                  <a:lnTo>
                    <a:pt x="27335" y="4753"/>
                  </a:lnTo>
                  <a:lnTo>
                    <a:pt x="27196" y="4545"/>
                  </a:lnTo>
                  <a:lnTo>
                    <a:pt x="27023" y="4337"/>
                  </a:lnTo>
                  <a:lnTo>
                    <a:pt x="26884" y="4198"/>
                  </a:lnTo>
                  <a:lnTo>
                    <a:pt x="26780" y="4025"/>
                  </a:lnTo>
                  <a:lnTo>
                    <a:pt x="26676" y="3851"/>
                  </a:lnTo>
                  <a:lnTo>
                    <a:pt x="26537" y="3712"/>
                  </a:lnTo>
                  <a:lnTo>
                    <a:pt x="26329" y="3400"/>
                  </a:lnTo>
                  <a:lnTo>
                    <a:pt x="26225" y="3296"/>
                  </a:lnTo>
                  <a:lnTo>
                    <a:pt x="26155" y="3227"/>
                  </a:lnTo>
                  <a:lnTo>
                    <a:pt x="26086" y="3192"/>
                  </a:lnTo>
                  <a:lnTo>
                    <a:pt x="26017" y="3123"/>
                  </a:lnTo>
                  <a:lnTo>
                    <a:pt x="25982" y="3053"/>
                  </a:lnTo>
                  <a:lnTo>
                    <a:pt x="25982" y="3019"/>
                  </a:lnTo>
                  <a:lnTo>
                    <a:pt x="26051" y="2811"/>
                  </a:lnTo>
                  <a:lnTo>
                    <a:pt x="26155" y="2637"/>
                  </a:lnTo>
                  <a:lnTo>
                    <a:pt x="26537" y="2117"/>
                  </a:lnTo>
                  <a:lnTo>
                    <a:pt x="26814" y="1735"/>
                  </a:lnTo>
                  <a:lnTo>
                    <a:pt x="27092" y="1354"/>
                  </a:lnTo>
                  <a:lnTo>
                    <a:pt x="27231" y="1111"/>
                  </a:lnTo>
                  <a:lnTo>
                    <a:pt x="27369" y="903"/>
                  </a:lnTo>
                  <a:lnTo>
                    <a:pt x="27439" y="799"/>
                  </a:lnTo>
                  <a:lnTo>
                    <a:pt x="27508" y="695"/>
                  </a:lnTo>
                  <a:lnTo>
                    <a:pt x="27543" y="590"/>
                  </a:lnTo>
                  <a:lnTo>
                    <a:pt x="27508" y="452"/>
                  </a:lnTo>
                  <a:lnTo>
                    <a:pt x="27508" y="382"/>
                  </a:lnTo>
                  <a:lnTo>
                    <a:pt x="27473" y="313"/>
                  </a:lnTo>
                  <a:lnTo>
                    <a:pt x="27439" y="278"/>
                  </a:lnTo>
                  <a:lnTo>
                    <a:pt x="27335" y="244"/>
                  </a:lnTo>
                  <a:lnTo>
                    <a:pt x="27231" y="209"/>
                  </a:lnTo>
                  <a:lnTo>
                    <a:pt x="27023" y="140"/>
                  </a:lnTo>
                  <a:lnTo>
                    <a:pt x="26849" y="105"/>
                  </a:lnTo>
                  <a:lnTo>
                    <a:pt x="26017" y="105"/>
                  </a:lnTo>
                  <a:lnTo>
                    <a:pt x="25635" y="140"/>
                  </a:lnTo>
                  <a:lnTo>
                    <a:pt x="24803" y="140"/>
                  </a:lnTo>
                  <a:lnTo>
                    <a:pt x="24456" y="105"/>
                  </a:lnTo>
                  <a:lnTo>
                    <a:pt x="24386" y="105"/>
                  </a:lnTo>
                  <a:lnTo>
                    <a:pt x="24178" y="140"/>
                  </a:lnTo>
                  <a:lnTo>
                    <a:pt x="23970" y="105"/>
                  </a:lnTo>
                  <a:lnTo>
                    <a:pt x="23762" y="70"/>
                  </a:lnTo>
                  <a:lnTo>
                    <a:pt x="23033" y="70"/>
                  </a:lnTo>
                  <a:lnTo>
                    <a:pt x="22548" y="35"/>
                  </a:lnTo>
                  <a:lnTo>
                    <a:pt x="21646" y="1"/>
                  </a:lnTo>
                  <a:close/>
                </a:path>
              </a:pathLst>
            </a:custGeom>
            <a:solidFill>
              <a:srgbClr val="222F3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5"/>
            <p:cNvSpPr/>
            <p:nvPr/>
          </p:nvSpPr>
          <p:spPr>
            <a:xfrm flipH="1" rot="285721">
              <a:off x="4524352" y="1188929"/>
              <a:ext cx="2028940" cy="1835163"/>
            </a:xfrm>
            <a:custGeom>
              <a:rect b="b" l="l" r="r" t="t"/>
              <a:pathLst>
                <a:path extrusionOk="0" h="34360" w="68961">
                  <a:moveTo>
                    <a:pt x="29793" y="627"/>
                  </a:moveTo>
                  <a:cubicBezTo>
                    <a:pt x="31042" y="627"/>
                    <a:pt x="32291" y="656"/>
                    <a:pt x="33536" y="708"/>
                  </a:cubicBezTo>
                  <a:cubicBezTo>
                    <a:pt x="39019" y="872"/>
                    <a:pt x="44666" y="1385"/>
                    <a:pt x="50149" y="2248"/>
                  </a:cubicBezTo>
                  <a:cubicBezTo>
                    <a:pt x="55612" y="3193"/>
                    <a:pt x="61444" y="4897"/>
                    <a:pt x="65120" y="9600"/>
                  </a:cubicBezTo>
                  <a:cubicBezTo>
                    <a:pt x="68960" y="14570"/>
                    <a:pt x="68550" y="20977"/>
                    <a:pt x="64340" y="25597"/>
                  </a:cubicBezTo>
                  <a:cubicBezTo>
                    <a:pt x="60417" y="30054"/>
                    <a:pt x="54421" y="31512"/>
                    <a:pt x="48855" y="32456"/>
                  </a:cubicBezTo>
                  <a:cubicBezTo>
                    <a:pt x="43610" y="33353"/>
                    <a:pt x="38244" y="33806"/>
                    <a:pt x="32898" y="33806"/>
                  </a:cubicBezTo>
                  <a:cubicBezTo>
                    <a:pt x="31630" y="33806"/>
                    <a:pt x="30364" y="33781"/>
                    <a:pt x="29100" y="33730"/>
                  </a:cubicBezTo>
                  <a:cubicBezTo>
                    <a:pt x="23699" y="33483"/>
                    <a:pt x="18134" y="33052"/>
                    <a:pt x="12917" y="31245"/>
                  </a:cubicBezTo>
                  <a:cubicBezTo>
                    <a:pt x="7619" y="29376"/>
                    <a:pt x="2485" y="25782"/>
                    <a:pt x="1109" y="19786"/>
                  </a:cubicBezTo>
                  <a:cubicBezTo>
                    <a:pt x="0" y="15432"/>
                    <a:pt x="1027" y="10627"/>
                    <a:pt x="3594" y="7115"/>
                  </a:cubicBezTo>
                  <a:cubicBezTo>
                    <a:pt x="11507" y="2147"/>
                    <a:pt x="20660" y="627"/>
                    <a:pt x="29793" y="627"/>
                  </a:cubicBezTo>
                  <a:close/>
                  <a:moveTo>
                    <a:pt x="30015" y="1"/>
                  </a:moveTo>
                  <a:cubicBezTo>
                    <a:pt x="21187" y="1"/>
                    <a:pt x="12367" y="1344"/>
                    <a:pt x="4621" y="5760"/>
                  </a:cubicBezTo>
                  <a:cubicBezTo>
                    <a:pt x="5134" y="5246"/>
                    <a:pt x="5730" y="4733"/>
                    <a:pt x="6325" y="4219"/>
                  </a:cubicBezTo>
                  <a:cubicBezTo>
                    <a:pt x="6486" y="4148"/>
                    <a:pt x="6367" y="3937"/>
                    <a:pt x="6226" y="3937"/>
                  </a:cubicBezTo>
                  <a:cubicBezTo>
                    <a:pt x="6204" y="3937"/>
                    <a:pt x="6182" y="3942"/>
                    <a:pt x="6161" y="3952"/>
                  </a:cubicBezTo>
                  <a:cubicBezTo>
                    <a:pt x="5216" y="4651"/>
                    <a:pt x="4374" y="5493"/>
                    <a:pt x="3676" y="6355"/>
                  </a:cubicBezTo>
                  <a:cubicBezTo>
                    <a:pt x="3081" y="6704"/>
                    <a:pt x="2485" y="7115"/>
                    <a:pt x="1890" y="7464"/>
                  </a:cubicBezTo>
                  <a:cubicBezTo>
                    <a:pt x="1675" y="7679"/>
                    <a:pt x="1805" y="8052"/>
                    <a:pt x="1993" y="8052"/>
                  </a:cubicBezTo>
                  <a:cubicBezTo>
                    <a:pt x="2038" y="8052"/>
                    <a:pt x="2088" y="8030"/>
                    <a:pt x="2136" y="7977"/>
                  </a:cubicBezTo>
                  <a:cubicBezTo>
                    <a:pt x="2403" y="7895"/>
                    <a:pt x="2567" y="7731"/>
                    <a:pt x="2731" y="7628"/>
                  </a:cubicBezTo>
                  <a:lnTo>
                    <a:pt x="2731" y="7628"/>
                  </a:lnTo>
                  <a:cubicBezTo>
                    <a:pt x="1109" y="10031"/>
                    <a:pt x="267" y="12947"/>
                    <a:pt x="164" y="15945"/>
                  </a:cubicBezTo>
                  <a:cubicBezTo>
                    <a:pt x="82" y="20895"/>
                    <a:pt x="2403" y="25351"/>
                    <a:pt x="6161" y="28267"/>
                  </a:cubicBezTo>
                  <a:cubicBezTo>
                    <a:pt x="10350" y="31594"/>
                    <a:pt x="15751" y="32888"/>
                    <a:pt x="20803" y="33565"/>
                  </a:cubicBezTo>
                  <a:cubicBezTo>
                    <a:pt x="24877" y="34101"/>
                    <a:pt x="28950" y="34359"/>
                    <a:pt x="33024" y="34359"/>
                  </a:cubicBezTo>
                  <a:cubicBezTo>
                    <a:pt x="36138" y="34359"/>
                    <a:pt x="39252" y="34208"/>
                    <a:pt x="42366" y="33915"/>
                  </a:cubicBezTo>
                  <a:cubicBezTo>
                    <a:pt x="48609" y="33216"/>
                    <a:pt x="55530" y="32456"/>
                    <a:pt x="61013" y="29027"/>
                  </a:cubicBezTo>
                  <a:cubicBezTo>
                    <a:pt x="65366" y="26378"/>
                    <a:pt x="68960" y="21490"/>
                    <a:pt x="68365" y="16028"/>
                  </a:cubicBezTo>
                  <a:cubicBezTo>
                    <a:pt x="67851" y="10811"/>
                    <a:pt x="63826" y="6602"/>
                    <a:pt x="59473" y="4384"/>
                  </a:cubicBezTo>
                  <a:cubicBezTo>
                    <a:pt x="53907" y="1652"/>
                    <a:pt x="47500" y="1221"/>
                    <a:pt x="41504" y="626"/>
                  </a:cubicBezTo>
                  <a:cubicBezTo>
                    <a:pt x="37732" y="257"/>
                    <a:pt x="33873" y="1"/>
                    <a:pt x="3001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5"/>
            <p:cNvSpPr/>
            <p:nvPr/>
          </p:nvSpPr>
          <p:spPr>
            <a:xfrm rot="10800000">
              <a:off x="4260286" y="1426349"/>
              <a:ext cx="2539915" cy="511975"/>
            </a:xfrm>
            <a:custGeom>
              <a:rect b="b" l="l" r="r" t="t"/>
              <a:pathLst>
                <a:path extrusionOk="0" h="5412" w="26849">
                  <a:moveTo>
                    <a:pt x="21438" y="0"/>
                  </a:moveTo>
                  <a:lnTo>
                    <a:pt x="21230" y="35"/>
                  </a:lnTo>
                  <a:lnTo>
                    <a:pt x="20085" y="35"/>
                  </a:lnTo>
                  <a:lnTo>
                    <a:pt x="19669" y="70"/>
                  </a:lnTo>
                  <a:lnTo>
                    <a:pt x="19460" y="70"/>
                  </a:lnTo>
                  <a:lnTo>
                    <a:pt x="19252" y="104"/>
                  </a:lnTo>
                  <a:lnTo>
                    <a:pt x="18177" y="104"/>
                  </a:lnTo>
                  <a:lnTo>
                    <a:pt x="17969" y="139"/>
                  </a:lnTo>
                  <a:lnTo>
                    <a:pt x="17657" y="104"/>
                  </a:lnTo>
                  <a:lnTo>
                    <a:pt x="17379" y="139"/>
                  </a:lnTo>
                  <a:lnTo>
                    <a:pt x="17067" y="104"/>
                  </a:lnTo>
                  <a:lnTo>
                    <a:pt x="16755" y="104"/>
                  </a:lnTo>
                  <a:lnTo>
                    <a:pt x="16616" y="139"/>
                  </a:lnTo>
                  <a:lnTo>
                    <a:pt x="16061" y="139"/>
                  </a:lnTo>
                  <a:lnTo>
                    <a:pt x="15957" y="104"/>
                  </a:lnTo>
                  <a:lnTo>
                    <a:pt x="15645" y="104"/>
                  </a:lnTo>
                  <a:lnTo>
                    <a:pt x="15298" y="139"/>
                  </a:lnTo>
                  <a:lnTo>
                    <a:pt x="15125" y="104"/>
                  </a:lnTo>
                  <a:lnTo>
                    <a:pt x="14153" y="104"/>
                  </a:lnTo>
                  <a:lnTo>
                    <a:pt x="13737" y="70"/>
                  </a:lnTo>
                  <a:lnTo>
                    <a:pt x="13286" y="70"/>
                  </a:lnTo>
                  <a:lnTo>
                    <a:pt x="12245" y="139"/>
                  </a:lnTo>
                  <a:lnTo>
                    <a:pt x="11933" y="139"/>
                  </a:lnTo>
                  <a:lnTo>
                    <a:pt x="11656" y="104"/>
                  </a:lnTo>
                  <a:lnTo>
                    <a:pt x="11482" y="139"/>
                  </a:lnTo>
                  <a:lnTo>
                    <a:pt x="10893" y="139"/>
                  </a:lnTo>
                  <a:lnTo>
                    <a:pt x="10511" y="174"/>
                  </a:lnTo>
                  <a:lnTo>
                    <a:pt x="9089" y="174"/>
                  </a:lnTo>
                  <a:lnTo>
                    <a:pt x="8673" y="208"/>
                  </a:lnTo>
                  <a:lnTo>
                    <a:pt x="7389" y="312"/>
                  </a:lnTo>
                  <a:lnTo>
                    <a:pt x="6695" y="347"/>
                  </a:lnTo>
                  <a:lnTo>
                    <a:pt x="6002" y="382"/>
                  </a:lnTo>
                  <a:lnTo>
                    <a:pt x="5551" y="382"/>
                  </a:lnTo>
                  <a:lnTo>
                    <a:pt x="5100" y="417"/>
                  </a:lnTo>
                  <a:lnTo>
                    <a:pt x="3816" y="417"/>
                  </a:lnTo>
                  <a:lnTo>
                    <a:pt x="3469" y="382"/>
                  </a:lnTo>
                  <a:lnTo>
                    <a:pt x="2498" y="382"/>
                  </a:lnTo>
                  <a:lnTo>
                    <a:pt x="1978" y="347"/>
                  </a:lnTo>
                  <a:lnTo>
                    <a:pt x="1492" y="347"/>
                  </a:lnTo>
                  <a:lnTo>
                    <a:pt x="868" y="382"/>
                  </a:lnTo>
                  <a:lnTo>
                    <a:pt x="243" y="417"/>
                  </a:lnTo>
                  <a:lnTo>
                    <a:pt x="70" y="486"/>
                  </a:lnTo>
                  <a:lnTo>
                    <a:pt x="35" y="521"/>
                  </a:lnTo>
                  <a:lnTo>
                    <a:pt x="1" y="555"/>
                  </a:lnTo>
                  <a:lnTo>
                    <a:pt x="1" y="625"/>
                  </a:lnTo>
                  <a:lnTo>
                    <a:pt x="1" y="694"/>
                  </a:lnTo>
                  <a:lnTo>
                    <a:pt x="70" y="798"/>
                  </a:lnTo>
                  <a:lnTo>
                    <a:pt x="313" y="1076"/>
                  </a:lnTo>
                  <a:lnTo>
                    <a:pt x="590" y="1423"/>
                  </a:lnTo>
                  <a:lnTo>
                    <a:pt x="868" y="1735"/>
                  </a:lnTo>
                  <a:lnTo>
                    <a:pt x="1249" y="2047"/>
                  </a:lnTo>
                  <a:lnTo>
                    <a:pt x="1596" y="2428"/>
                  </a:lnTo>
                  <a:lnTo>
                    <a:pt x="1666" y="2498"/>
                  </a:lnTo>
                  <a:lnTo>
                    <a:pt x="1700" y="2602"/>
                  </a:lnTo>
                  <a:lnTo>
                    <a:pt x="1700" y="2810"/>
                  </a:lnTo>
                  <a:lnTo>
                    <a:pt x="1666" y="2983"/>
                  </a:lnTo>
                  <a:lnTo>
                    <a:pt x="1562" y="3157"/>
                  </a:lnTo>
                  <a:lnTo>
                    <a:pt x="1284" y="3504"/>
                  </a:lnTo>
                  <a:lnTo>
                    <a:pt x="1041" y="3851"/>
                  </a:lnTo>
                  <a:lnTo>
                    <a:pt x="833" y="4232"/>
                  </a:lnTo>
                  <a:lnTo>
                    <a:pt x="590" y="4614"/>
                  </a:lnTo>
                  <a:lnTo>
                    <a:pt x="382" y="4926"/>
                  </a:lnTo>
                  <a:lnTo>
                    <a:pt x="174" y="5238"/>
                  </a:lnTo>
                  <a:lnTo>
                    <a:pt x="174" y="5308"/>
                  </a:lnTo>
                  <a:lnTo>
                    <a:pt x="174" y="5342"/>
                  </a:lnTo>
                  <a:lnTo>
                    <a:pt x="209" y="5412"/>
                  </a:lnTo>
                  <a:lnTo>
                    <a:pt x="243" y="5412"/>
                  </a:lnTo>
                  <a:lnTo>
                    <a:pt x="382" y="5377"/>
                  </a:lnTo>
                  <a:lnTo>
                    <a:pt x="521" y="5342"/>
                  </a:lnTo>
                  <a:lnTo>
                    <a:pt x="729" y="5308"/>
                  </a:lnTo>
                  <a:lnTo>
                    <a:pt x="937" y="5308"/>
                  </a:lnTo>
                  <a:lnTo>
                    <a:pt x="937" y="5342"/>
                  </a:lnTo>
                  <a:lnTo>
                    <a:pt x="972" y="5377"/>
                  </a:lnTo>
                  <a:lnTo>
                    <a:pt x="1145" y="5308"/>
                  </a:lnTo>
                  <a:lnTo>
                    <a:pt x="1458" y="5308"/>
                  </a:lnTo>
                  <a:lnTo>
                    <a:pt x="1596" y="5273"/>
                  </a:lnTo>
                  <a:lnTo>
                    <a:pt x="1700" y="5273"/>
                  </a:lnTo>
                  <a:lnTo>
                    <a:pt x="1735" y="5238"/>
                  </a:lnTo>
                  <a:lnTo>
                    <a:pt x="1770" y="5238"/>
                  </a:lnTo>
                  <a:lnTo>
                    <a:pt x="1804" y="5273"/>
                  </a:lnTo>
                  <a:lnTo>
                    <a:pt x="1874" y="5273"/>
                  </a:lnTo>
                  <a:lnTo>
                    <a:pt x="1943" y="5238"/>
                  </a:lnTo>
                  <a:lnTo>
                    <a:pt x="2463" y="5203"/>
                  </a:lnTo>
                  <a:lnTo>
                    <a:pt x="2637" y="5203"/>
                  </a:lnTo>
                  <a:lnTo>
                    <a:pt x="2672" y="5273"/>
                  </a:lnTo>
                  <a:lnTo>
                    <a:pt x="2741" y="5238"/>
                  </a:lnTo>
                  <a:lnTo>
                    <a:pt x="2880" y="5169"/>
                  </a:lnTo>
                  <a:lnTo>
                    <a:pt x="2949" y="5134"/>
                  </a:lnTo>
                  <a:lnTo>
                    <a:pt x="3053" y="5203"/>
                  </a:lnTo>
                  <a:lnTo>
                    <a:pt x="3123" y="5169"/>
                  </a:lnTo>
                  <a:lnTo>
                    <a:pt x="3157" y="5134"/>
                  </a:lnTo>
                  <a:lnTo>
                    <a:pt x="3227" y="5134"/>
                  </a:lnTo>
                  <a:lnTo>
                    <a:pt x="3331" y="5169"/>
                  </a:lnTo>
                  <a:lnTo>
                    <a:pt x="3365" y="5203"/>
                  </a:lnTo>
                  <a:lnTo>
                    <a:pt x="3435" y="5169"/>
                  </a:lnTo>
                  <a:lnTo>
                    <a:pt x="3504" y="5169"/>
                  </a:lnTo>
                  <a:lnTo>
                    <a:pt x="3573" y="5203"/>
                  </a:lnTo>
                  <a:lnTo>
                    <a:pt x="3573" y="5169"/>
                  </a:lnTo>
                  <a:lnTo>
                    <a:pt x="3573" y="5134"/>
                  </a:lnTo>
                  <a:lnTo>
                    <a:pt x="3712" y="5134"/>
                  </a:lnTo>
                  <a:lnTo>
                    <a:pt x="3782" y="5169"/>
                  </a:lnTo>
                  <a:lnTo>
                    <a:pt x="3886" y="5169"/>
                  </a:lnTo>
                  <a:lnTo>
                    <a:pt x="4128" y="5134"/>
                  </a:lnTo>
                  <a:lnTo>
                    <a:pt x="4371" y="5134"/>
                  </a:lnTo>
                  <a:lnTo>
                    <a:pt x="4475" y="5169"/>
                  </a:lnTo>
                  <a:lnTo>
                    <a:pt x="4579" y="5169"/>
                  </a:lnTo>
                  <a:lnTo>
                    <a:pt x="4683" y="5134"/>
                  </a:lnTo>
                  <a:lnTo>
                    <a:pt x="5100" y="5134"/>
                  </a:lnTo>
                  <a:lnTo>
                    <a:pt x="5238" y="5099"/>
                  </a:lnTo>
                  <a:lnTo>
                    <a:pt x="5377" y="5099"/>
                  </a:lnTo>
                  <a:lnTo>
                    <a:pt x="5551" y="5134"/>
                  </a:lnTo>
                  <a:lnTo>
                    <a:pt x="6279" y="5134"/>
                  </a:lnTo>
                  <a:lnTo>
                    <a:pt x="6557" y="5099"/>
                  </a:lnTo>
                  <a:lnTo>
                    <a:pt x="6799" y="5099"/>
                  </a:lnTo>
                  <a:lnTo>
                    <a:pt x="7042" y="5134"/>
                  </a:lnTo>
                  <a:lnTo>
                    <a:pt x="7285" y="5099"/>
                  </a:lnTo>
                  <a:lnTo>
                    <a:pt x="8846" y="5099"/>
                  </a:lnTo>
                  <a:lnTo>
                    <a:pt x="8915" y="5134"/>
                  </a:lnTo>
                  <a:lnTo>
                    <a:pt x="8950" y="5169"/>
                  </a:lnTo>
                  <a:lnTo>
                    <a:pt x="9019" y="5134"/>
                  </a:lnTo>
                  <a:lnTo>
                    <a:pt x="9089" y="5099"/>
                  </a:lnTo>
                  <a:lnTo>
                    <a:pt x="9713" y="5099"/>
                  </a:lnTo>
                  <a:lnTo>
                    <a:pt x="9921" y="5065"/>
                  </a:lnTo>
                  <a:lnTo>
                    <a:pt x="10129" y="5099"/>
                  </a:lnTo>
                  <a:lnTo>
                    <a:pt x="10407" y="5099"/>
                  </a:lnTo>
                  <a:lnTo>
                    <a:pt x="10719" y="5065"/>
                  </a:lnTo>
                  <a:lnTo>
                    <a:pt x="10893" y="5099"/>
                  </a:lnTo>
                  <a:lnTo>
                    <a:pt x="11066" y="5099"/>
                  </a:lnTo>
                  <a:lnTo>
                    <a:pt x="11135" y="5065"/>
                  </a:lnTo>
                  <a:lnTo>
                    <a:pt x="11205" y="5065"/>
                  </a:lnTo>
                  <a:lnTo>
                    <a:pt x="11309" y="5099"/>
                  </a:lnTo>
                  <a:lnTo>
                    <a:pt x="11448" y="5099"/>
                  </a:lnTo>
                  <a:lnTo>
                    <a:pt x="11517" y="5065"/>
                  </a:lnTo>
                  <a:lnTo>
                    <a:pt x="11552" y="4995"/>
                  </a:lnTo>
                  <a:lnTo>
                    <a:pt x="11586" y="5030"/>
                  </a:lnTo>
                  <a:lnTo>
                    <a:pt x="11725" y="5065"/>
                  </a:lnTo>
                  <a:lnTo>
                    <a:pt x="11899" y="5065"/>
                  </a:lnTo>
                  <a:lnTo>
                    <a:pt x="12072" y="5030"/>
                  </a:lnTo>
                  <a:lnTo>
                    <a:pt x="12211" y="5065"/>
                  </a:lnTo>
                  <a:lnTo>
                    <a:pt x="12280" y="5099"/>
                  </a:lnTo>
                  <a:lnTo>
                    <a:pt x="12315" y="5099"/>
                  </a:lnTo>
                  <a:lnTo>
                    <a:pt x="12454" y="5030"/>
                  </a:lnTo>
                  <a:lnTo>
                    <a:pt x="12592" y="5030"/>
                  </a:lnTo>
                  <a:lnTo>
                    <a:pt x="12870" y="5065"/>
                  </a:lnTo>
                  <a:lnTo>
                    <a:pt x="13633" y="5065"/>
                  </a:lnTo>
                  <a:lnTo>
                    <a:pt x="13841" y="5099"/>
                  </a:lnTo>
                  <a:lnTo>
                    <a:pt x="14084" y="5099"/>
                  </a:lnTo>
                  <a:lnTo>
                    <a:pt x="14465" y="5065"/>
                  </a:lnTo>
                  <a:lnTo>
                    <a:pt x="14847" y="5065"/>
                  </a:lnTo>
                  <a:lnTo>
                    <a:pt x="14951" y="5099"/>
                  </a:lnTo>
                  <a:lnTo>
                    <a:pt x="15020" y="5099"/>
                  </a:lnTo>
                  <a:lnTo>
                    <a:pt x="15125" y="5065"/>
                  </a:lnTo>
                  <a:lnTo>
                    <a:pt x="15194" y="5065"/>
                  </a:lnTo>
                  <a:lnTo>
                    <a:pt x="15298" y="5099"/>
                  </a:lnTo>
                  <a:lnTo>
                    <a:pt x="15367" y="5134"/>
                  </a:lnTo>
                  <a:lnTo>
                    <a:pt x="15402" y="5065"/>
                  </a:lnTo>
                  <a:lnTo>
                    <a:pt x="15437" y="5065"/>
                  </a:lnTo>
                  <a:lnTo>
                    <a:pt x="15471" y="5099"/>
                  </a:lnTo>
                  <a:lnTo>
                    <a:pt x="15541" y="5134"/>
                  </a:lnTo>
                  <a:lnTo>
                    <a:pt x="15610" y="5099"/>
                  </a:lnTo>
                  <a:lnTo>
                    <a:pt x="15714" y="5065"/>
                  </a:lnTo>
                  <a:lnTo>
                    <a:pt x="15818" y="5065"/>
                  </a:lnTo>
                  <a:lnTo>
                    <a:pt x="16026" y="5099"/>
                  </a:lnTo>
                  <a:lnTo>
                    <a:pt x="16130" y="5099"/>
                  </a:lnTo>
                  <a:lnTo>
                    <a:pt x="16200" y="5134"/>
                  </a:lnTo>
                  <a:lnTo>
                    <a:pt x="16235" y="5099"/>
                  </a:lnTo>
                  <a:lnTo>
                    <a:pt x="16269" y="5065"/>
                  </a:lnTo>
                  <a:lnTo>
                    <a:pt x="16339" y="5065"/>
                  </a:lnTo>
                  <a:lnTo>
                    <a:pt x="16408" y="5099"/>
                  </a:lnTo>
                  <a:lnTo>
                    <a:pt x="16894" y="5099"/>
                  </a:lnTo>
                  <a:lnTo>
                    <a:pt x="17136" y="5134"/>
                  </a:lnTo>
                  <a:lnTo>
                    <a:pt x="17379" y="5134"/>
                  </a:lnTo>
                  <a:lnTo>
                    <a:pt x="17518" y="5099"/>
                  </a:lnTo>
                  <a:lnTo>
                    <a:pt x="17657" y="5099"/>
                  </a:lnTo>
                  <a:lnTo>
                    <a:pt x="17795" y="5134"/>
                  </a:lnTo>
                  <a:lnTo>
                    <a:pt x="17934" y="5134"/>
                  </a:lnTo>
                  <a:lnTo>
                    <a:pt x="18212" y="5099"/>
                  </a:lnTo>
                  <a:lnTo>
                    <a:pt x="18767" y="5099"/>
                  </a:lnTo>
                  <a:lnTo>
                    <a:pt x="19114" y="5134"/>
                  </a:lnTo>
                  <a:lnTo>
                    <a:pt x="19322" y="5134"/>
                  </a:lnTo>
                  <a:lnTo>
                    <a:pt x="19356" y="5169"/>
                  </a:lnTo>
                  <a:lnTo>
                    <a:pt x="19391" y="5203"/>
                  </a:lnTo>
                  <a:lnTo>
                    <a:pt x="19426" y="5203"/>
                  </a:lnTo>
                  <a:lnTo>
                    <a:pt x="19495" y="5169"/>
                  </a:lnTo>
                  <a:lnTo>
                    <a:pt x="19530" y="5134"/>
                  </a:lnTo>
                  <a:lnTo>
                    <a:pt x="19565" y="5134"/>
                  </a:lnTo>
                  <a:lnTo>
                    <a:pt x="19565" y="5203"/>
                  </a:lnTo>
                  <a:lnTo>
                    <a:pt x="19634" y="5169"/>
                  </a:lnTo>
                  <a:lnTo>
                    <a:pt x="19669" y="5134"/>
                  </a:lnTo>
                  <a:lnTo>
                    <a:pt x="19773" y="5134"/>
                  </a:lnTo>
                  <a:lnTo>
                    <a:pt x="19877" y="5169"/>
                  </a:lnTo>
                  <a:lnTo>
                    <a:pt x="19946" y="5134"/>
                  </a:lnTo>
                  <a:lnTo>
                    <a:pt x="20015" y="5099"/>
                  </a:lnTo>
                  <a:lnTo>
                    <a:pt x="20085" y="5134"/>
                  </a:lnTo>
                  <a:lnTo>
                    <a:pt x="20189" y="5169"/>
                  </a:lnTo>
                  <a:lnTo>
                    <a:pt x="20293" y="5169"/>
                  </a:lnTo>
                  <a:lnTo>
                    <a:pt x="20397" y="5134"/>
                  </a:lnTo>
                  <a:lnTo>
                    <a:pt x="20501" y="5134"/>
                  </a:lnTo>
                  <a:lnTo>
                    <a:pt x="20709" y="5099"/>
                  </a:lnTo>
                  <a:lnTo>
                    <a:pt x="20779" y="5099"/>
                  </a:lnTo>
                  <a:lnTo>
                    <a:pt x="20883" y="5169"/>
                  </a:lnTo>
                  <a:lnTo>
                    <a:pt x="20917" y="5203"/>
                  </a:lnTo>
                  <a:lnTo>
                    <a:pt x="20952" y="5203"/>
                  </a:lnTo>
                  <a:lnTo>
                    <a:pt x="20952" y="5134"/>
                  </a:lnTo>
                  <a:lnTo>
                    <a:pt x="21056" y="5134"/>
                  </a:lnTo>
                  <a:lnTo>
                    <a:pt x="21230" y="5169"/>
                  </a:lnTo>
                  <a:lnTo>
                    <a:pt x="21299" y="5134"/>
                  </a:lnTo>
                  <a:lnTo>
                    <a:pt x="21472" y="5134"/>
                  </a:lnTo>
                  <a:lnTo>
                    <a:pt x="21472" y="5169"/>
                  </a:lnTo>
                  <a:lnTo>
                    <a:pt x="21507" y="5169"/>
                  </a:lnTo>
                  <a:lnTo>
                    <a:pt x="21542" y="5099"/>
                  </a:lnTo>
                  <a:lnTo>
                    <a:pt x="21576" y="5099"/>
                  </a:lnTo>
                  <a:lnTo>
                    <a:pt x="21646" y="5134"/>
                  </a:lnTo>
                  <a:lnTo>
                    <a:pt x="21923" y="5134"/>
                  </a:lnTo>
                  <a:lnTo>
                    <a:pt x="22097" y="5099"/>
                  </a:lnTo>
                  <a:lnTo>
                    <a:pt x="22721" y="5099"/>
                  </a:lnTo>
                  <a:lnTo>
                    <a:pt x="22895" y="5065"/>
                  </a:lnTo>
                  <a:lnTo>
                    <a:pt x="23380" y="5065"/>
                  </a:lnTo>
                  <a:lnTo>
                    <a:pt x="23692" y="5030"/>
                  </a:lnTo>
                  <a:lnTo>
                    <a:pt x="23866" y="4995"/>
                  </a:lnTo>
                  <a:lnTo>
                    <a:pt x="24039" y="5030"/>
                  </a:lnTo>
                  <a:lnTo>
                    <a:pt x="24074" y="4995"/>
                  </a:lnTo>
                  <a:lnTo>
                    <a:pt x="24109" y="4995"/>
                  </a:lnTo>
                  <a:lnTo>
                    <a:pt x="24247" y="4961"/>
                  </a:lnTo>
                  <a:lnTo>
                    <a:pt x="24351" y="4995"/>
                  </a:lnTo>
                  <a:lnTo>
                    <a:pt x="24421" y="5030"/>
                  </a:lnTo>
                  <a:lnTo>
                    <a:pt x="24456" y="4961"/>
                  </a:lnTo>
                  <a:lnTo>
                    <a:pt x="24490" y="4961"/>
                  </a:lnTo>
                  <a:lnTo>
                    <a:pt x="24560" y="4995"/>
                  </a:lnTo>
                  <a:lnTo>
                    <a:pt x="24664" y="5030"/>
                  </a:lnTo>
                  <a:lnTo>
                    <a:pt x="24768" y="4995"/>
                  </a:lnTo>
                  <a:lnTo>
                    <a:pt x="24976" y="4961"/>
                  </a:lnTo>
                  <a:lnTo>
                    <a:pt x="25253" y="4926"/>
                  </a:lnTo>
                  <a:lnTo>
                    <a:pt x="26294" y="4926"/>
                  </a:lnTo>
                  <a:lnTo>
                    <a:pt x="26433" y="4961"/>
                  </a:lnTo>
                  <a:lnTo>
                    <a:pt x="26606" y="5030"/>
                  </a:lnTo>
                  <a:lnTo>
                    <a:pt x="26641" y="4961"/>
                  </a:lnTo>
                  <a:lnTo>
                    <a:pt x="26676" y="4961"/>
                  </a:lnTo>
                  <a:lnTo>
                    <a:pt x="26710" y="4995"/>
                  </a:lnTo>
                  <a:lnTo>
                    <a:pt x="26780" y="4995"/>
                  </a:lnTo>
                  <a:lnTo>
                    <a:pt x="26814" y="4961"/>
                  </a:lnTo>
                  <a:lnTo>
                    <a:pt x="26849" y="4926"/>
                  </a:lnTo>
                  <a:lnTo>
                    <a:pt x="26849" y="4857"/>
                  </a:lnTo>
                  <a:lnTo>
                    <a:pt x="26745" y="4614"/>
                  </a:lnTo>
                  <a:lnTo>
                    <a:pt x="26606" y="4406"/>
                  </a:lnTo>
                  <a:lnTo>
                    <a:pt x="25878" y="3469"/>
                  </a:lnTo>
                  <a:lnTo>
                    <a:pt x="25392" y="2914"/>
                  </a:lnTo>
                  <a:lnTo>
                    <a:pt x="25323" y="2810"/>
                  </a:lnTo>
                  <a:lnTo>
                    <a:pt x="25288" y="2671"/>
                  </a:lnTo>
                  <a:lnTo>
                    <a:pt x="25288" y="2533"/>
                  </a:lnTo>
                  <a:lnTo>
                    <a:pt x="25323" y="2498"/>
                  </a:lnTo>
                  <a:lnTo>
                    <a:pt x="25392" y="2428"/>
                  </a:lnTo>
                  <a:lnTo>
                    <a:pt x="25461" y="2394"/>
                  </a:lnTo>
                  <a:lnTo>
                    <a:pt x="25531" y="2255"/>
                  </a:lnTo>
                  <a:lnTo>
                    <a:pt x="25635" y="2116"/>
                  </a:lnTo>
                  <a:lnTo>
                    <a:pt x="25704" y="1978"/>
                  </a:lnTo>
                  <a:lnTo>
                    <a:pt x="25878" y="1769"/>
                  </a:lnTo>
                  <a:lnTo>
                    <a:pt x="26051" y="1561"/>
                  </a:lnTo>
                  <a:lnTo>
                    <a:pt x="26121" y="1457"/>
                  </a:lnTo>
                  <a:lnTo>
                    <a:pt x="26155" y="1353"/>
                  </a:lnTo>
                  <a:lnTo>
                    <a:pt x="26225" y="1249"/>
                  </a:lnTo>
                  <a:lnTo>
                    <a:pt x="26259" y="1145"/>
                  </a:lnTo>
                  <a:lnTo>
                    <a:pt x="26363" y="1041"/>
                  </a:lnTo>
                  <a:lnTo>
                    <a:pt x="26467" y="1006"/>
                  </a:lnTo>
                  <a:lnTo>
                    <a:pt x="26467" y="972"/>
                  </a:lnTo>
                  <a:lnTo>
                    <a:pt x="26502" y="902"/>
                  </a:lnTo>
                  <a:lnTo>
                    <a:pt x="26502" y="833"/>
                  </a:lnTo>
                  <a:lnTo>
                    <a:pt x="26537" y="798"/>
                  </a:lnTo>
                  <a:lnTo>
                    <a:pt x="26641" y="729"/>
                  </a:lnTo>
                  <a:lnTo>
                    <a:pt x="26641" y="694"/>
                  </a:lnTo>
                  <a:lnTo>
                    <a:pt x="26641" y="659"/>
                  </a:lnTo>
                  <a:lnTo>
                    <a:pt x="26641" y="625"/>
                  </a:lnTo>
                  <a:lnTo>
                    <a:pt x="26676" y="590"/>
                  </a:lnTo>
                  <a:lnTo>
                    <a:pt x="26676" y="555"/>
                  </a:lnTo>
                  <a:lnTo>
                    <a:pt x="26745" y="555"/>
                  </a:lnTo>
                  <a:lnTo>
                    <a:pt x="26780" y="521"/>
                  </a:lnTo>
                  <a:lnTo>
                    <a:pt x="26814" y="382"/>
                  </a:lnTo>
                  <a:lnTo>
                    <a:pt x="26849" y="312"/>
                  </a:lnTo>
                  <a:lnTo>
                    <a:pt x="26814" y="243"/>
                  </a:lnTo>
                  <a:lnTo>
                    <a:pt x="26780" y="174"/>
                  </a:lnTo>
                  <a:lnTo>
                    <a:pt x="26606" y="174"/>
                  </a:lnTo>
                  <a:lnTo>
                    <a:pt x="26502" y="139"/>
                  </a:lnTo>
                  <a:lnTo>
                    <a:pt x="26398" y="104"/>
                  </a:lnTo>
                  <a:lnTo>
                    <a:pt x="26294" y="104"/>
                  </a:lnTo>
                  <a:lnTo>
                    <a:pt x="25496" y="139"/>
                  </a:lnTo>
                  <a:lnTo>
                    <a:pt x="24351" y="139"/>
                  </a:lnTo>
                  <a:lnTo>
                    <a:pt x="24005" y="104"/>
                  </a:lnTo>
                  <a:lnTo>
                    <a:pt x="23450" y="104"/>
                  </a:lnTo>
                  <a:lnTo>
                    <a:pt x="22790" y="70"/>
                  </a:lnTo>
                  <a:lnTo>
                    <a:pt x="22478" y="35"/>
                  </a:lnTo>
                  <a:lnTo>
                    <a:pt x="21958" y="35"/>
                  </a:lnTo>
                  <a:lnTo>
                    <a:pt x="217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5"/>
            <p:cNvSpPr/>
            <p:nvPr/>
          </p:nvSpPr>
          <p:spPr>
            <a:xfrm rot="10800000">
              <a:off x="4227460" y="1400050"/>
              <a:ext cx="2605568" cy="564573"/>
            </a:xfrm>
            <a:custGeom>
              <a:rect b="b" l="l" r="r" t="t"/>
              <a:pathLst>
                <a:path extrusionOk="0" h="5968" w="27543">
                  <a:moveTo>
                    <a:pt x="22097" y="278"/>
                  </a:moveTo>
                  <a:lnTo>
                    <a:pt x="22305" y="313"/>
                  </a:lnTo>
                  <a:lnTo>
                    <a:pt x="22825" y="313"/>
                  </a:lnTo>
                  <a:lnTo>
                    <a:pt x="23137" y="348"/>
                  </a:lnTo>
                  <a:lnTo>
                    <a:pt x="23797" y="382"/>
                  </a:lnTo>
                  <a:lnTo>
                    <a:pt x="24352" y="382"/>
                  </a:lnTo>
                  <a:lnTo>
                    <a:pt x="24698" y="417"/>
                  </a:lnTo>
                  <a:lnTo>
                    <a:pt x="25843" y="417"/>
                  </a:lnTo>
                  <a:lnTo>
                    <a:pt x="26641" y="382"/>
                  </a:lnTo>
                  <a:lnTo>
                    <a:pt x="26745" y="382"/>
                  </a:lnTo>
                  <a:lnTo>
                    <a:pt x="26849" y="417"/>
                  </a:lnTo>
                  <a:lnTo>
                    <a:pt x="26953" y="452"/>
                  </a:lnTo>
                  <a:lnTo>
                    <a:pt x="27127" y="452"/>
                  </a:lnTo>
                  <a:lnTo>
                    <a:pt x="27161" y="521"/>
                  </a:lnTo>
                  <a:lnTo>
                    <a:pt x="27196" y="590"/>
                  </a:lnTo>
                  <a:lnTo>
                    <a:pt x="27161" y="660"/>
                  </a:lnTo>
                  <a:lnTo>
                    <a:pt x="27127" y="799"/>
                  </a:lnTo>
                  <a:lnTo>
                    <a:pt x="27092" y="833"/>
                  </a:lnTo>
                  <a:lnTo>
                    <a:pt x="27023" y="833"/>
                  </a:lnTo>
                  <a:lnTo>
                    <a:pt x="27023" y="868"/>
                  </a:lnTo>
                  <a:lnTo>
                    <a:pt x="26988" y="903"/>
                  </a:lnTo>
                  <a:lnTo>
                    <a:pt x="26988" y="937"/>
                  </a:lnTo>
                  <a:lnTo>
                    <a:pt x="26988" y="972"/>
                  </a:lnTo>
                  <a:lnTo>
                    <a:pt x="26988" y="1007"/>
                  </a:lnTo>
                  <a:lnTo>
                    <a:pt x="26884" y="1076"/>
                  </a:lnTo>
                  <a:lnTo>
                    <a:pt x="26849" y="1111"/>
                  </a:lnTo>
                  <a:lnTo>
                    <a:pt x="26849" y="1180"/>
                  </a:lnTo>
                  <a:lnTo>
                    <a:pt x="26814" y="1250"/>
                  </a:lnTo>
                  <a:lnTo>
                    <a:pt x="26814" y="1284"/>
                  </a:lnTo>
                  <a:lnTo>
                    <a:pt x="26710" y="1319"/>
                  </a:lnTo>
                  <a:lnTo>
                    <a:pt x="26606" y="1423"/>
                  </a:lnTo>
                  <a:lnTo>
                    <a:pt x="26572" y="1527"/>
                  </a:lnTo>
                  <a:lnTo>
                    <a:pt x="26502" y="1631"/>
                  </a:lnTo>
                  <a:lnTo>
                    <a:pt x="26468" y="1735"/>
                  </a:lnTo>
                  <a:lnTo>
                    <a:pt x="26398" y="1839"/>
                  </a:lnTo>
                  <a:lnTo>
                    <a:pt x="26225" y="2047"/>
                  </a:lnTo>
                  <a:lnTo>
                    <a:pt x="26051" y="2256"/>
                  </a:lnTo>
                  <a:lnTo>
                    <a:pt x="25982" y="2394"/>
                  </a:lnTo>
                  <a:lnTo>
                    <a:pt x="25878" y="2533"/>
                  </a:lnTo>
                  <a:lnTo>
                    <a:pt x="25808" y="2672"/>
                  </a:lnTo>
                  <a:lnTo>
                    <a:pt x="25739" y="2706"/>
                  </a:lnTo>
                  <a:lnTo>
                    <a:pt x="25670" y="2776"/>
                  </a:lnTo>
                  <a:lnTo>
                    <a:pt x="25635" y="2811"/>
                  </a:lnTo>
                  <a:lnTo>
                    <a:pt x="25635" y="2949"/>
                  </a:lnTo>
                  <a:lnTo>
                    <a:pt x="25670" y="3088"/>
                  </a:lnTo>
                  <a:lnTo>
                    <a:pt x="25739" y="3192"/>
                  </a:lnTo>
                  <a:lnTo>
                    <a:pt x="26225" y="3747"/>
                  </a:lnTo>
                  <a:lnTo>
                    <a:pt x="26953" y="4684"/>
                  </a:lnTo>
                  <a:lnTo>
                    <a:pt x="27092" y="4892"/>
                  </a:lnTo>
                  <a:lnTo>
                    <a:pt x="27196" y="5135"/>
                  </a:lnTo>
                  <a:lnTo>
                    <a:pt x="27196" y="5204"/>
                  </a:lnTo>
                  <a:lnTo>
                    <a:pt x="27161" y="5239"/>
                  </a:lnTo>
                  <a:lnTo>
                    <a:pt x="27127" y="5273"/>
                  </a:lnTo>
                  <a:lnTo>
                    <a:pt x="27057" y="5273"/>
                  </a:lnTo>
                  <a:lnTo>
                    <a:pt x="27023" y="5239"/>
                  </a:lnTo>
                  <a:lnTo>
                    <a:pt x="26988" y="5239"/>
                  </a:lnTo>
                  <a:lnTo>
                    <a:pt x="26953" y="5308"/>
                  </a:lnTo>
                  <a:lnTo>
                    <a:pt x="26780" y="5239"/>
                  </a:lnTo>
                  <a:lnTo>
                    <a:pt x="26641" y="5204"/>
                  </a:lnTo>
                  <a:lnTo>
                    <a:pt x="25600" y="5204"/>
                  </a:lnTo>
                  <a:lnTo>
                    <a:pt x="25323" y="5239"/>
                  </a:lnTo>
                  <a:lnTo>
                    <a:pt x="25115" y="5273"/>
                  </a:lnTo>
                  <a:lnTo>
                    <a:pt x="25011" y="5308"/>
                  </a:lnTo>
                  <a:lnTo>
                    <a:pt x="24907" y="5273"/>
                  </a:lnTo>
                  <a:lnTo>
                    <a:pt x="24837" y="5239"/>
                  </a:lnTo>
                  <a:lnTo>
                    <a:pt x="24803" y="5239"/>
                  </a:lnTo>
                  <a:lnTo>
                    <a:pt x="24768" y="5308"/>
                  </a:lnTo>
                  <a:lnTo>
                    <a:pt x="24698" y="5273"/>
                  </a:lnTo>
                  <a:lnTo>
                    <a:pt x="24594" y="5239"/>
                  </a:lnTo>
                  <a:lnTo>
                    <a:pt x="24456" y="5273"/>
                  </a:lnTo>
                  <a:lnTo>
                    <a:pt x="24421" y="5273"/>
                  </a:lnTo>
                  <a:lnTo>
                    <a:pt x="24386" y="5308"/>
                  </a:lnTo>
                  <a:lnTo>
                    <a:pt x="24213" y="5273"/>
                  </a:lnTo>
                  <a:lnTo>
                    <a:pt x="24039" y="5308"/>
                  </a:lnTo>
                  <a:lnTo>
                    <a:pt x="23727" y="5343"/>
                  </a:lnTo>
                  <a:lnTo>
                    <a:pt x="23242" y="5343"/>
                  </a:lnTo>
                  <a:lnTo>
                    <a:pt x="23068" y="5377"/>
                  </a:lnTo>
                  <a:lnTo>
                    <a:pt x="22444" y="5377"/>
                  </a:lnTo>
                  <a:lnTo>
                    <a:pt x="22270" y="5412"/>
                  </a:lnTo>
                  <a:lnTo>
                    <a:pt x="21993" y="5412"/>
                  </a:lnTo>
                  <a:lnTo>
                    <a:pt x="21923" y="5377"/>
                  </a:lnTo>
                  <a:lnTo>
                    <a:pt x="21889" y="5377"/>
                  </a:lnTo>
                  <a:lnTo>
                    <a:pt x="21854" y="5447"/>
                  </a:lnTo>
                  <a:lnTo>
                    <a:pt x="21819" y="5447"/>
                  </a:lnTo>
                  <a:lnTo>
                    <a:pt x="21819" y="5412"/>
                  </a:lnTo>
                  <a:lnTo>
                    <a:pt x="21646" y="5412"/>
                  </a:lnTo>
                  <a:lnTo>
                    <a:pt x="21577" y="5447"/>
                  </a:lnTo>
                  <a:lnTo>
                    <a:pt x="21403" y="5412"/>
                  </a:lnTo>
                  <a:lnTo>
                    <a:pt x="21299" y="5412"/>
                  </a:lnTo>
                  <a:lnTo>
                    <a:pt x="21299" y="5481"/>
                  </a:lnTo>
                  <a:lnTo>
                    <a:pt x="21264" y="5481"/>
                  </a:lnTo>
                  <a:lnTo>
                    <a:pt x="21230" y="5447"/>
                  </a:lnTo>
                  <a:lnTo>
                    <a:pt x="21126" y="5377"/>
                  </a:lnTo>
                  <a:lnTo>
                    <a:pt x="21056" y="5377"/>
                  </a:lnTo>
                  <a:lnTo>
                    <a:pt x="20848" y="5412"/>
                  </a:lnTo>
                  <a:lnTo>
                    <a:pt x="20744" y="5412"/>
                  </a:lnTo>
                  <a:lnTo>
                    <a:pt x="20640" y="5447"/>
                  </a:lnTo>
                  <a:lnTo>
                    <a:pt x="20536" y="5447"/>
                  </a:lnTo>
                  <a:lnTo>
                    <a:pt x="20432" y="5412"/>
                  </a:lnTo>
                  <a:lnTo>
                    <a:pt x="20362" y="5377"/>
                  </a:lnTo>
                  <a:lnTo>
                    <a:pt x="20293" y="5412"/>
                  </a:lnTo>
                  <a:lnTo>
                    <a:pt x="20224" y="5447"/>
                  </a:lnTo>
                  <a:lnTo>
                    <a:pt x="20120" y="5412"/>
                  </a:lnTo>
                  <a:lnTo>
                    <a:pt x="20016" y="5412"/>
                  </a:lnTo>
                  <a:lnTo>
                    <a:pt x="19981" y="5447"/>
                  </a:lnTo>
                  <a:lnTo>
                    <a:pt x="19912" y="5481"/>
                  </a:lnTo>
                  <a:lnTo>
                    <a:pt x="19912" y="5412"/>
                  </a:lnTo>
                  <a:lnTo>
                    <a:pt x="19877" y="5412"/>
                  </a:lnTo>
                  <a:lnTo>
                    <a:pt x="19842" y="5447"/>
                  </a:lnTo>
                  <a:lnTo>
                    <a:pt x="19773" y="5481"/>
                  </a:lnTo>
                  <a:lnTo>
                    <a:pt x="19738" y="5481"/>
                  </a:lnTo>
                  <a:lnTo>
                    <a:pt x="19703" y="5447"/>
                  </a:lnTo>
                  <a:lnTo>
                    <a:pt x="19669" y="5412"/>
                  </a:lnTo>
                  <a:lnTo>
                    <a:pt x="19461" y="5412"/>
                  </a:lnTo>
                  <a:lnTo>
                    <a:pt x="19114" y="5377"/>
                  </a:lnTo>
                  <a:lnTo>
                    <a:pt x="18559" y="5377"/>
                  </a:lnTo>
                  <a:lnTo>
                    <a:pt x="18281" y="5412"/>
                  </a:lnTo>
                  <a:lnTo>
                    <a:pt x="18142" y="5412"/>
                  </a:lnTo>
                  <a:lnTo>
                    <a:pt x="18004" y="5377"/>
                  </a:lnTo>
                  <a:lnTo>
                    <a:pt x="17865" y="5377"/>
                  </a:lnTo>
                  <a:lnTo>
                    <a:pt x="17726" y="5412"/>
                  </a:lnTo>
                  <a:lnTo>
                    <a:pt x="17483" y="5412"/>
                  </a:lnTo>
                  <a:lnTo>
                    <a:pt x="17241" y="5377"/>
                  </a:lnTo>
                  <a:lnTo>
                    <a:pt x="16755" y="5377"/>
                  </a:lnTo>
                  <a:lnTo>
                    <a:pt x="16686" y="5343"/>
                  </a:lnTo>
                  <a:lnTo>
                    <a:pt x="16616" y="5343"/>
                  </a:lnTo>
                  <a:lnTo>
                    <a:pt x="16582" y="5377"/>
                  </a:lnTo>
                  <a:lnTo>
                    <a:pt x="16547" y="5412"/>
                  </a:lnTo>
                  <a:lnTo>
                    <a:pt x="16477" y="5377"/>
                  </a:lnTo>
                  <a:lnTo>
                    <a:pt x="16373" y="5377"/>
                  </a:lnTo>
                  <a:lnTo>
                    <a:pt x="16165" y="5343"/>
                  </a:lnTo>
                  <a:lnTo>
                    <a:pt x="16061" y="5343"/>
                  </a:lnTo>
                  <a:lnTo>
                    <a:pt x="15957" y="5377"/>
                  </a:lnTo>
                  <a:lnTo>
                    <a:pt x="15888" y="5412"/>
                  </a:lnTo>
                  <a:lnTo>
                    <a:pt x="15818" y="5377"/>
                  </a:lnTo>
                  <a:lnTo>
                    <a:pt x="15784" y="5343"/>
                  </a:lnTo>
                  <a:lnTo>
                    <a:pt x="15749" y="5343"/>
                  </a:lnTo>
                  <a:lnTo>
                    <a:pt x="15714" y="5412"/>
                  </a:lnTo>
                  <a:lnTo>
                    <a:pt x="15645" y="5377"/>
                  </a:lnTo>
                  <a:lnTo>
                    <a:pt x="15541" y="5343"/>
                  </a:lnTo>
                  <a:lnTo>
                    <a:pt x="15472" y="5343"/>
                  </a:lnTo>
                  <a:lnTo>
                    <a:pt x="15367" y="5377"/>
                  </a:lnTo>
                  <a:lnTo>
                    <a:pt x="15298" y="5377"/>
                  </a:lnTo>
                  <a:lnTo>
                    <a:pt x="15194" y="5343"/>
                  </a:lnTo>
                  <a:lnTo>
                    <a:pt x="14812" y="5343"/>
                  </a:lnTo>
                  <a:lnTo>
                    <a:pt x="14431" y="5377"/>
                  </a:lnTo>
                  <a:lnTo>
                    <a:pt x="14188" y="5377"/>
                  </a:lnTo>
                  <a:lnTo>
                    <a:pt x="13980" y="5343"/>
                  </a:lnTo>
                  <a:lnTo>
                    <a:pt x="13217" y="5343"/>
                  </a:lnTo>
                  <a:lnTo>
                    <a:pt x="12939" y="5308"/>
                  </a:lnTo>
                  <a:lnTo>
                    <a:pt x="12801" y="5308"/>
                  </a:lnTo>
                  <a:lnTo>
                    <a:pt x="12662" y="5377"/>
                  </a:lnTo>
                  <a:lnTo>
                    <a:pt x="12627" y="5377"/>
                  </a:lnTo>
                  <a:lnTo>
                    <a:pt x="12558" y="5343"/>
                  </a:lnTo>
                  <a:lnTo>
                    <a:pt x="12419" y="5308"/>
                  </a:lnTo>
                  <a:lnTo>
                    <a:pt x="12246" y="5343"/>
                  </a:lnTo>
                  <a:lnTo>
                    <a:pt x="12072" y="5343"/>
                  </a:lnTo>
                  <a:lnTo>
                    <a:pt x="11933" y="5308"/>
                  </a:lnTo>
                  <a:lnTo>
                    <a:pt x="11899" y="5273"/>
                  </a:lnTo>
                  <a:lnTo>
                    <a:pt x="11864" y="5343"/>
                  </a:lnTo>
                  <a:lnTo>
                    <a:pt x="11795" y="5377"/>
                  </a:lnTo>
                  <a:lnTo>
                    <a:pt x="11656" y="5377"/>
                  </a:lnTo>
                  <a:lnTo>
                    <a:pt x="11552" y="5343"/>
                  </a:lnTo>
                  <a:lnTo>
                    <a:pt x="11482" y="5343"/>
                  </a:lnTo>
                  <a:lnTo>
                    <a:pt x="11413" y="5377"/>
                  </a:lnTo>
                  <a:lnTo>
                    <a:pt x="11240" y="5377"/>
                  </a:lnTo>
                  <a:lnTo>
                    <a:pt x="11066" y="5343"/>
                  </a:lnTo>
                  <a:lnTo>
                    <a:pt x="10754" y="5377"/>
                  </a:lnTo>
                  <a:lnTo>
                    <a:pt x="10476" y="5377"/>
                  </a:lnTo>
                  <a:lnTo>
                    <a:pt x="10268" y="5343"/>
                  </a:lnTo>
                  <a:lnTo>
                    <a:pt x="10060" y="5377"/>
                  </a:lnTo>
                  <a:lnTo>
                    <a:pt x="9436" y="5377"/>
                  </a:lnTo>
                  <a:lnTo>
                    <a:pt x="9366" y="5412"/>
                  </a:lnTo>
                  <a:lnTo>
                    <a:pt x="9297" y="5447"/>
                  </a:lnTo>
                  <a:lnTo>
                    <a:pt x="9262" y="5412"/>
                  </a:lnTo>
                  <a:lnTo>
                    <a:pt x="9193" y="5377"/>
                  </a:lnTo>
                  <a:lnTo>
                    <a:pt x="7632" y="5377"/>
                  </a:lnTo>
                  <a:lnTo>
                    <a:pt x="7389" y="5412"/>
                  </a:lnTo>
                  <a:lnTo>
                    <a:pt x="7146" y="5377"/>
                  </a:lnTo>
                  <a:lnTo>
                    <a:pt x="6904" y="5377"/>
                  </a:lnTo>
                  <a:lnTo>
                    <a:pt x="6626" y="5412"/>
                  </a:lnTo>
                  <a:lnTo>
                    <a:pt x="5898" y="5412"/>
                  </a:lnTo>
                  <a:lnTo>
                    <a:pt x="5724" y="5377"/>
                  </a:lnTo>
                  <a:lnTo>
                    <a:pt x="5585" y="5377"/>
                  </a:lnTo>
                  <a:lnTo>
                    <a:pt x="5447" y="5412"/>
                  </a:lnTo>
                  <a:lnTo>
                    <a:pt x="5030" y="5412"/>
                  </a:lnTo>
                  <a:lnTo>
                    <a:pt x="4926" y="5447"/>
                  </a:lnTo>
                  <a:lnTo>
                    <a:pt x="4822" y="5447"/>
                  </a:lnTo>
                  <a:lnTo>
                    <a:pt x="4718" y="5412"/>
                  </a:lnTo>
                  <a:lnTo>
                    <a:pt x="4475" y="5412"/>
                  </a:lnTo>
                  <a:lnTo>
                    <a:pt x="4233" y="5447"/>
                  </a:lnTo>
                  <a:lnTo>
                    <a:pt x="4129" y="5447"/>
                  </a:lnTo>
                  <a:lnTo>
                    <a:pt x="4059" y="5412"/>
                  </a:lnTo>
                  <a:lnTo>
                    <a:pt x="3920" y="5412"/>
                  </a:lnTo>
                  <a:lnTo>
                    <a:pt x="3920" y="5447"/>
                  </a:lnTo>
                  <a:lnTo>
                    <a:pt x="3920" y="5481"/>
                  </a:lnTo>
                  <a:lnTo>
                    <a:pt x="3851" y="5447"/>
                  </a:lnTo>
                  <a:lnTo>
                    <a:pt x="3782" y="5447"/>
                  </a:lnTo>
                  <a:lnTo>
                    <a:pt x="3712" y="5481"/>
                  </a:lnTo>
                  <a:lnTo>
                    <a:pt x="3678" y="5447"/>
                  </a:lnTo>
                  <a:lnTo>
                    <a:pt x="3574" y="5412"/>
                  </a:lnTo>
                  <a:lnTo>
                    <a:pt x="3504" y="5412"/>
                  </a:lnTo>
                  <a:lnTo>
                    <a:pt x="3470" y="5447"/>
                  </a:lnTo>
                  <a:lnTo>
                    <a:pt x="3400" y="5481"/>
                  </a:lnTo>
                  <a:lnTo>
                    <a:pt x="3296" y="5412"/>
                  </a:lnTo>
                  <a:lnTo>
                    <a:pt x="3227" y="5447"/>
                  </a:lnTo>
                  <a:lnTo>
                    <a:pt x="3088" y="5516"/>
                  </a:lnTo>
                  <a:lnTo>
                    <a:pt x="3019" y="5551"/>
                  </a:lnTo>
                  <a:lnTo>
                    <a:pt x="2984" y="5481"/>
                  </a:lnTo>
                  <a:lnTo>
                    <a:pt x="2810" y="5481"/>
                  </a:lnTo>
                  <a:lnTo>
                    <a:pt x="2290" y="5516"/>
                  </a:lnTo>
                  <a:lnTo>
                    <a:pt x="2221" y="5551"/>
                  </a:lnTo>
                  <a:lnTo>
                    <a:pt x="2151" y="5551"/>
                  </a:lnTo>
                  <a:lnTo>
                    <a:pt x="2117" y="5516"/>
                  </a:lnTo>
                  <a:lnTo>
                    <a:pt x="2082" y="5516"/>
                  </a:lnTo>
                  <a:lnTo>
                    <a:pt x="2047" y="5551"/>
                  </a:lnTo>
                  <a:lnTo>
                    <a:pt x="1943" y="5551"/>
                  </a:lnTo>
                  <a:lnTo>
                    <a:pt x="1805" y="5586"/>
                  </a:lnTo>
                  <a:lnTo>
                    <a:pt x="1492" y="5586"/>
                  </a:lnTo>
                  <a:lnTo>
                    <a:pt x="1319" y="5655"/>
                  </a:lnTo>
                  <a:lnTo>
                    <a:pt x="1284" y="5620"/>
                  </a:lnTo>
                  <a:lnTo>
                    <a:pt x="1284" y="5586"/>
                  </a:lnTo>
                  <a:lnTo>
                    <a:pt x="1076" y="5586"/>
                  </a:lnTo>
                  <a:lnTo>
                    <a:pt x="868" y="5620"/>
                  </a:lnTo>
                  <a:lnTo>
                    <a:pt x="729" y="5655"/>
                  </a:lnTo>
                  <a:lnTo>
                    <a:pt x="590" y="5690"/>
                  </a:lnTo>
                  <a:lnTo>
                    <a:pt x="556" y="5690"/>
                  </a:lnTo>
                  <a:lnTo>
                    <a:pt x="521" y="5620"/>
                  </a:lnTo>
                  <a:lnTo>
                    <a:pt x="521" y="5586"/>
                  </a:lnTo>
                  <a:lnTo>
                    <a:pt x="521" y="5516"/>
                  </a:lnTo>
                  <a:lnTo>
                    <a:pt x="729" y="5204"/>
                  </a:lnTo>
                  <a:lnTo>
                    <a:pt x="937" y="4892"/>
                  </a:lnTo>
                  <a:lnTo>
                    <a:pt x="1180" y="4510"/>
                  </a:lnTo>
                  <a:lnTo>
                    <a:pt x="1388" y="4129"/>
                  </a:lnTo>
                  <a:lnTo>
                    <a:pt x="1631" y="3782"/>
                  </a:lnTo>
                  <a:lnTo>
                    <a:pt x="1909" y="3435"/>
                  </a:lnTo>
                  <a:lnTo>
                    <a:pt x="2013" y="3261"/>
                  </a:lnTo>
                  <a:lnTo>
                    <a:pt x="2047" y="3088"/>
                  </a:lnTo>
                  <a:lnTo>
                    <a:pt x="2047" y="2880"/>
                  </a:lnTo>
                  <a:lnTo>
                    <a:pt x="2013" y="2776"/>
                  </a:lnTo>
                  <a:lnTo>
                    <a:pt x="1943" y="2706"/>
                  </a:lnTo>
                  <a:lnTo>
                    <a:pt x="1596" y="2325"/>
                  </a:lnTo>
                  <a:lnTo>
                    <a:pt x="1215" y="2013"/>
                  </a:lnTo>
                  <a:lnTo>
                    <a:pt x="937" y="1701"/>
                  </a:lnTo>
                  <a:lnTo>
                    <a:pt x="660" y="1354"/>
                  </a:lnTo>
                  <a:lnTo>
                    <a:pt x="417" y="1076"/>
                  </a:lnTo>
                  <a:lnTo>
                    <a:pt x="348" y="972"/>
                  </a:lnTo>
                  <a:lnTo>
                    <a:pt x="348" y="903"/>
                  </a:lnTo>
                  <a:lnTo>
                    <a:pt x="348" y="833"/>
                  </a:lnTo>
                  <a:lnTo>
                    <a:pt x="382" y="799"/>
                  </a:lnTo>
                  <a:lnTo>
                    <a:pt x="417" y="764"/>
                  </a:lnTo>
                  <a:lnTo>
                    <a:pt x="590" y="695"/>
                  </a:lnTo>
                  <a:lnTo>
                    <a:pt x="1215" y="660"/>
                  </a:lnTo>
                  <a:lnTo>
                    <a:pt x="1839" y="625"/>
                  </a:lnTo>
                  <a:lnTo>
                    <a:pt x="2325" y="625"/>
                  </a:lnTo>
                  <a:lnTo>
                    <a:pt x="2845" y="660"/>
                  </a:lnTo>
                  <a:lnTo>
                    <a:pt x="3816" y="660"/>
                  </a:lnTo>
                  <a:lnTo>
                    <a:pt x="4163" y="695"/>
                  </a:lnTo>
                  <a:lnTo>
                    <a:pt x="5447" y="695"/>
                  </a:lnTo>
                  <a:lnTo>
                    <a:pt x="5898" y="660"/>
                  </a:lnTo>
                  <a:lnTo>
                    <a:pt x="6349" y="660"/>
                  </a:lnTo>
                  <a:lnTo>
                    <a:pt x="7042" y="625"/>
                  </a:lnTo>
                  <a:lnTo>
                    <a:pt x="7736" y="590"/>
                  </a:lnTo>
                  <a:lnTo>
                    <a:pt x="9020" y="486"/>
                  </a:lnTo>
                  <a:lnTo>
                    <a:pt x="9436" y="452"/>
                  </a:lnTo>
                  <a:lnTo>
                    <a:pt x="10858" y="452"/>
                  </a:lnTo>
                  <a:lnTo>
                    <a:pt x="11240" y="417"/>
                  </a:lnTo>
                  <a:lnTo>
                    <a:pt x="11829" y="417"/>
                  </a:lnTo>
                  <a:lnTo>
                    <a:pt x="12003" y="382"/>
                  </a:lnTo>
                  <a:lnTo>
                    <a:pt x="12280" y="417"/>
                  </a:lnTo>
                  <a:lnTo>
                    <a:pt x="12592" y="417"/>
                  </a:lnTo>
                  <a:lnTo>
                    <a:pt x="13633" y="348"/>
                  </a:lnTo>
                  <a:lnTo>
                    <a:pt x="14084" y="348"/>
                  </a:lnTo>
                  <a:lnTo>
                    <a:pt x="14500" y="382"/>
                  </a:lnTo>
                  <a:lnTo>
                    <a:pt x="15472" y="382"/>
                  </a:lnTo>
                  <a:lnTo>
                    <a:pt x="15645" y="417"/>
                  </a:lnTo>
                  <a:lnTo>
                    <a:pt x="15992" y="382"/>
                  </a:lnTo>
                  <a:lnTo>
                    <a:pt x="16304" y="382"/>
                  </a:lnTo>
                  <a:lnTo>
                    <a:pt x="16408" y="417"/>
                  </a:lnTo>
                  <a:lnTo>
                    <a:pt x="16963" y="417"/>
                  </a:lnTo>
                  <a:lnTo>
                    <a:pt x="17102" y="382"/>
                  </a:lnTo>
                  <a:lnTo>
                    <a:pt x="17414" y="382"/>
                  </a:lnTo>
                  <a:lnTo>
                    <a:pt x="17726" y="417"/>
                  </a:lnTo>
                  <a:lnTo>
                    <a:pt x="18004" y="382"/>
                  </a:lnTo>
                  <a:lnTo>
                    <a:pt x="18316" y="417"/>
                  </a:lnTo>
                  <a:lnTo>
                    <a:pt x="18524" y="382"/>
                  </a:lnTo>
                  <a:lnTo>
                    <a:pt x="19599" y="382"/>
                  </a:lnTo>
                  <a:lnTo>
                    <a:pt x="19807" y="348"/>
                  </a:lnTo>
                  <a:lnTo>
                    <a:pt x="20016" y="348"/>
                  </a:lnTo>
                  <a:lnTo>
                    <a:pt x="20432" y="313"/>
                  </a:lnTo>
                  <a:lnTo>
                    <a:pt x="21577" y="313"/>
                  </a:lnTo>
                  <a:lnTo>
                    <a:pt x="21785" y="278"/>
                  </a:lnTo>
                  <a:close/>
                  <a:moveTo>
                    <a:pt x="21022" y="1"/>
                  </a:moveTo>
                  <a:lnTo>
                    <a:pt x="20675" y="35"/>
                  </a:lnTo>
                  <a:lnTo>
                    <a:pt x="20328" y="70"/>
                  </a:lnTo>
                  <a:lnTo>
                    <a:pt x="19426" y="70"/>
                  </a:lnTo>
                  <a:lnTo>
                    <a:pt x="19079" y="105"/>
                  </a:lnTo>
                  <a:lnTo>
                    <a:pt x="18663" y="105"/>
                  </a:lnTo>
                  <a:lnTo>
                    <a:pt x="18559" y="140"/>
                  </a:lnTo>
                  <a:lnTo>
                    <a:pt x="17032" y="140"/>
                  </a:lnTo>
                  <a:lnTo>
                    <a:pt x="16512" y="105"/>
                  </a:lnTo>
                  <a:lnTo>
                    <a:pt x="14292" y="105"/>
                  </a:lnTo>
                  <a:lnTo>
                    <a:pt x="13806" y="70"/>
                  </a:lnTo>
                  <a:lnTo>
                    <a:pt x="13356" y="105"/>
                  </a:lnTo>
                  <a:lnTo>
                    <a:pt x="12939" y="140"/>
                  </a:lnTo>
                  <a:lnTo>
                    <a:pt x="11586" y="140"/>
                  </a:lnTo>
                  <a:lnTo>
                    <a:pt x="11344" y="105"/>
                  </a:lnTo>
                  <a:lnTo>
                    <a:pt x="11136" y="105"/>
                  </a:lnTo>
                  <a:lnTo>
                    <a:pt x="10789" y="140"/>
                  </a:lnTo>
                  <a:lnTo>
                    <a:pt x="9956" y="140"/>
                  </a:lnTo>
                  <a:lnTo>
                    <a:pt x="9471" y="174"/>
                  </a:lnTo>
                  <a:lnTo>
                    <a:pt x="8950" y="209"/>
                  </a:lnTo>
                  <a:lnTo>
                    <a:pt x="8395" y="244"/>
                  </a:lnTo>
                  <a:lnTo>
                    <a:pt x="7910" y="278"/>
                  </a:lnTo>
                  <a:lnTo>
                    <a:pt x="7424" y="313"/>
                  </a:lnTo>
                  <a:lnTo>
                    <a:pt x="7008" y="313"/>
                  </a:lnTo>
                  <a:lnTo>
                    <a:pt x="6765" y="348"/>
                  </a:lnTo>
                  <a:lnTo>
                    <a:pt x="6522" y="382"/>
                  </a:lnTo>
                  <a:lnTo>
                    <a:pt x="6140" y="382"/>
                  </a:lnTo>
                  <a:lnTo>
                    <a:pt x="5759" y="417"/>
                  </a:lnTo>
                  <a:lnTo>
                    <a:pt x="4926" y="417"/>
                  </a:lnTo>
                  <a:lnTo>
                    <a:pt x="4198" y="382"/>
                  </a:lnTo>
                  <a:lnTo>
                    <a:pt x="3539" y="382"/>
                  </a:lnTo>
                  <a:lnTo>
                    <a:pt x="2845" y="348"/>
                  </a:lnTo>
                  <a:lnTo>
                    <a:pt x="2637" y="382"/>
                  </a:lnTo>
                  <a:lnTo>
                    <a:pt x="2533" y="382"/>
                  </a:lnTo>
                  <a:lnTo>
                    <a:pt x="2429" y="348"/>
                  </a:lnTo>
                  <a:lnTo>
                    <a:pt x="2290" y="313"/>
                  </a:lnTo>
                  <a:lnTo>
                    <a:pt x="2186" y="348"/>
                  </a:lnTo>
                  <a:lnTo>
                    <a:pt x="1666" y="348"/>
                  </a:lnTo>
                  <a:lnTo>
                    <a:pt x="1388" y="382"/>
                  </a:lnTo>
                  <a:lnTo>
                    <a:pt x="833" y="382"/>
                  </a:lnTo>
                  <a:lnTo>
                    <a:pt x="556" y="417"/>
                  </a:lnTo>
                  <a:lnTo>
                    <a:pt x="278" y="452"/>
                  </a:lnTo>
                  <a:lnTo>
                    <a:pt x="140" y="486"/>
                  </a:lnTo>
                  <a:lnTo>
                    <a:pt x="70" y="590"/>
                  </a:lnTo>
                  <a:lnTo>
                    <a:pt x="1" y="660"/>
                  </a:lnTo>
                  <a:lnTo>
                    <a:pt x="1" y="799"/>
                  </a:lnTo>
                  <a:lnTo>
                    <a:pt x="35" y="937"/>
                  </a:lnTo>
                  <a:lnTo>
                    <a:pt x="105" y="1076"/>
                  </a:lnTo>
                  <a:lnTo>
                    <a:pt x="244" y="1319"/>
                  </a:lnTo>
                  <a:lnTo>
                    <a:pt x="452" y="1562"/>
                  </a:lnTo>
                  <a:lnTo>
                    <a:pt x="695" y="1839"/>
                  </a:lnTo>
                  <a:lnTo>
                    <a:pt x="972" y="2151"/>
                  </a:lnTo>
                  <a:lnTo>
                    <a:pt x="1284" y="2429"/>
                  </a:lnTo>
                  <a:lnTo>
                    <a:pt x="1562" y="2672"/>
                  </a:lnTo>
                  <a:lnTo>
                    <a:pt x="1700" y="2811"/>
                  </a:lnTo>
                  <a:lnTo>
                    <a:pt x="1700" y="2915"/>
                  </a:lnTo>
                  <a:lnTo>
                    <a:pt x="1735" y="3019"/>
                  </a:lnTo>
                  <a:lnTo>
                    <a:pt x="1735" y="3123"/>
                  </a:lnTo>
                  <a:lnTo>
                    <a:pt x="1666" y="3157"/>
                  </a:lnTo>
                  <a:lnTo>
                    <a:pt x="1631" y="3192"/>
                  </a:lnTo>
                  <a:lnTo>
                    <a:pt x="1596" y="3261"/>
                  </a:lnTo>
                  <a:lnTo>
                    <a:pt x="1562" y="3366"/>
                  </a:lnTo>
                  <a:lnTo>
                    <a:pt x="1562" y="3400"/>
                  </a:lnTo>
                  <a:lnTo>
                    <a:pt x="1527" y="3435"/>
                  </a:lnTo>
                  <a:lnTo>
                    <a:pt x="1492" y="3470"/>
                  </a:lnTo>
                  <a:lnTo>
                    <a:pt x="1423" y="3504"/>
                  </a:lnTo>
                  <a:lnTo>
                    <a:pt x="1388" y="3608"/>
                  </a:lnTo>
                  <a:lnTo>
                    <a:pt x="1319" y="3712"/>
                  </a:lnTo>
                  <a:lnTo>
                    <a:pt x="1284" y="3747"/>
                  </a:lnTo>
                  <a:lnTo>
                    <a:pt x="1250" y="3747"/>
                  </a:lnTo>
                  <a:lnTo>
                    <a:pt x="1215" y="3782"/>
                  </a:lnTo>
                  <a:lnTo>
                    <a:pt x="1250" y="3851"/>
                  </a:lnTo>
                  <a:lnTo>
                    <a:pt x="1215" y="3886"/>
                  </a:lnTo>
                  <a:lnTo>
                    <a:pt x="1111" y="3955"/>
                  </a:lnTo>
                  <a:lnTo>
                    <a:pt x="1076" y="3990"/>
                  </a:lnTo>
                  <a:lnTo>
                    <a:pt x="1041" y="4094"/>
                  </a:lnTo>
                  <a:lnTo>
                    <a:pt x="1007" y="4233"/>
                  </a:lnTo>
                  <a:lnTo>
                    <a:pt x="937" y="4371"/>
                  </a:lnTo>
                  <a:lnTo>
                    <a:pt x="799" y="4580"/>
                  </a:lnTo>
                  <a:lnTo>
                    <a:pt x="729" y="4684"/>
                  </a:lnTo>
                  <a:lnTo>
                    <a:pt x="625" y="4753"/>
                  </a:lnTo>
                  <a:lnTo>
                    <a:pt x="625" y="4788"/>
                  </a:lnTo>
                  <a:lnTo>
                    <a:pt x="590" y="4892"/>
                  </a:lnTo>
                  <a:lnTo>
                    <a:pt x="521" y="4996"/>
                  </a:lnTo>
                  <a:lnTo>
                    <a:pt x="382" y="5135"/>
                  </a:lnTo>
                  <a:lnTo>
                    <a:pt x="278" y="5308"/>
                  </a:lnTo>
                  <a:lnTo>
                    <a:pt x="209" y="5447"/>
                  </a:lnTo>
                  <a:lnTo>
                    <a:pt x="174" y="5620"/>
                  </a:lnTo>
                  <a:lnTo>
                    <a:pt x="209" y="5794"/>
                  </a:lnTo>
                  <a:lnTo>
                    <a:pt x="244" y="5898"/>
                  </a:lnTo>
                  <a:lnTo>
                    <a:pt x="313" y="5932"/>
                  </a:lnTo>
                  <a:lnTo>
                    <a:pt x="452" y="5967"/>
                  </a:lnTo>
                  <a:lnTo>
                    <a:pt x="764" y="5967"/>
                  </a:lnTo>
                  <a:lnTo>
                    <a:pt x="1250" y="5932"/>
                  </a:lnTo>
                  <a:lnTo>
                    <a:pt x="1770" y="5898"/>
                  </a:lnTo>
                  <a:lnTo>
                    <a:pt x="2637" y="5828"/>
                  </a:lnTo>
                  <a:lnTo>
                    <a:pt x="4025" y="5759"/>
                  </a:lnTo>
                  <a:lnTo>
                    <a:pt x="5794" y="5759"/>
                  </a:lnTo>
                  <a:lnTo>
                    <a:pt x="6695" y="5724"/>
                  </a:lnTo>
                  <a:lnTo>
                    <a:pt x="7424" y="5759"/>
                  </a:lnTo>
                  <a:lnTo>
                    <a:pt x="7979" y="5724"/>
                  </a:lnTo>
                  <a:lnTo>
                    <a:pt x="9332" y="5724"/>
                  </a:lnTo>
                  <a:lnTo>
                    <a:pt x="10476" y="5690"/>
                  </a:lnTo>
                  <a:lnTo>
                    <a:pt x="11517" y="5655"/>
                  </a:lnTo>
                  <a:lnTo>
                    <a:pt x="13286" y="5655"/>
                  </a:lnTo>
                  <a:lnTo>
                    <a:pt x="13911" y="5690"/>
                  </a:lnTo>
                  <a:lnTo>
                    <a:pt x="16755" y="5690"/>
                  </a:lnTo>
                  <a:lnTo>
                    <a:pt x="17102" y="5724"/>
                  </a:lnTo>
                  <a:lnTo>
                    <a:pt x="19183" y="5724"/>
                  </a:lnTo>
                  <a:lnTo>
                    <a:pt x="19807" y="5759"/>
                  </a:lnTo>
                  <a:lnTo>
                    <a:pt x="21923" y="5759"/>
                  </a:lnTo>
                  <a:lnTo>
                    <a:pt x="22617" y="5724"/>
                  </a:lnTo>
                  <a:lnTo>
                    <a:pt x="22964" y="5724"/>
                  </a:lnTo>
                  <a:lnTo>
                    <a:pt x="23276" y="5690"/>
                  </a:lnTo>
                  <a:lnTo>
                    <a:pt x="23658" y="5690"/>
                  </a:lnTo>
                  <a:lnTo>
                    <a:pt x="24074" y="5655"/>
                  </a:lnTo>
                  <a:lnTo>
                    <a:pt x="24698" y="5586"/>
                  </a:lnTo>
                  <a:lnTo>
                    <a:pt x="25427" y="5586"/>
                  </a:lnTo>
                  <a:lnTo>
                    <a:pt x="25566" y="5551"/>
                  </a:lnTo>
                  <a:lnTo>
                    <a:pt x="25739" y="5516"/>
                  </a:lnTo>
                  <a:lnTo>
                    <a:pt x="25878" y="5516"/>
                  </a:lnTo>
                  <a:lnTo>
                    <a:pt x="26537" y="5551"/>
                  </a:lnTo>
                  <a:lnTo>
                    <a:pt x="26849" y="5551"/>
                  </a:lnTo>
                  <a:lnTo>
                    <a:pt x="27161" y="5620"/>
                  </a:lnTo>
                  <a:lnTo>
                    <a:pt x="27335" y="5620"/>
                  </a:lnTo>
                  <a:lnTo>
                    <a:pt x="27404" y="5586"/>
                  </a:lnTo>
                  <a:lnTo>
                    <a:pt x="27404" y="5481"/>
                  </a:lnTo>
                  <a:lnTo>
                    <a:pt x="27439" y="5447"/>
                  </a:lnTo>
                  <a:lnTo>
                    <a:pt x="27473" y="5377"/>
                  </a:lnTo>
                  <a:lnTo>
                    <a:pt x="27508" y="5343"/>
                  </a:lnTo>
                  <a:lnTo>
                    <a:pt x="27508" y="5204"/>
                  </a:lnTo>
                  <a:lnTo>
                    <a:pt x="27439" y="4961"/>
                  </a:lnTo>
                  <a:lnTo>
                    <a:pt x="27335" y="4753"/>
                  </a:lnTo>
                  <a:lnTo>
                    <a:pt x="27196" y="4545"/>
                  </a:lnTo>
                  <a:lnTo>
                    <a:pt x="27023" y="4337"/>
                  </a:lnTo>
                  <a:lnTo>
                    <a:pt x="26884" y="4198"/>
                  </a:lnTo>
                  <a:lnTo>
                    <a:pt x="26780" y="4025"/>
                  </a:lnTo>
                  <a:lnTo>
                    <a:pt x="26676" y="3851"/>
                  </a:lnTo>
                  <a:lnTo>
                    <a:pt x="26537" y="3712"/>
                  </a:lnTo>
                  <a:lnTo>
                    <a:pt x="26329" y="3400"/>
                  </a:lnTo>
                  <a:lnTo>
                    <a:pt x="26225" y="3296"/>
                  </a:lnTo>
                  <a:lnTo>
                    <a:pt x="26155" y="3227"/>
                  </a:lnTo>
                  <a:lnTo>
                    <a:pt x="26086" y="3192"/>
                  </a:lnTo>
                  <a:lnTo>
                    <a:pt x="26017" y="3123"/>
                  </a:lnTo>
                  <a:lnTo>
                    <a:pt x="25982" y="3053"/>
                  </a:lnTo>
                  <a:lnTo>
                    <a:pt x="25982" y="3019"/>
                  </a:lnTo>
                  <a:lnTo>
                    <a:pt x="26051" y="2811"/>
                  </a:lnTo>
                  <a:lnTo>
                    <a:pt x="26155" y="2637"/>
                  </a:lnTo>
                  <a:lnTo>
                    <a:pt x="26537" y="2117"/>
                  </a:lnTo>
                  <a:lnTo>
                    <a:pt x="26814" y="1735"/>
                  </a:lnTo>
                  <a:lnTo>
                    <a:pt x="27092" y="1354"/>
                  </a:lnTo>
                  <a:lnTo>
                    <a:pt x="27231" y="1111"/>
                  </a:lnTo>
                  <a:lnTo>
                    <a:pt x="27369" y="903"/>
                  </a:lnTo>
                  <a:lnTo>
                    <a:pt x="27439" y="799"/>
                  </a:lnTo>
                  <a:lnTo>
                    <a:pt x="27508" y="695"/>
                  </a:lnTo>
                  <a:lnTo>
                    <a:pt x="27543" y="590"/>
                  </a:lnTo>
                  <a:lnTo>
                    <a:pt x="27508" y="452"/>
                  </a:lnTo>
                  <a:lnTo>
                    <a:pt x="27508" y="382"/>
                  </a:lnTo>
                  <a:lnTo>
                    <a:pt x="27473" y="313"/>
                  </a:lnTo>
                  <a:lnTo>
                    <a:pt x="27439" y="278"/>
                  </a:lnTo>
                  <a:lnTo>
                    <a:pt x="27335" y="244"/>
                  </a:lnTo>
                  <a:lnTo>
                    <a:pt x="27231" y="209"/>
                  </a:lnTo>
                  <a:lnTo>
                    <a:pt x="27023" y="140"/>
                  </a:lnTo>
                  <a:lnTo>
                    <a:pt x="26849" y="105"/>
                  </a:lnTo>
                  <a:lnTo>
                    <a:pt x="26017" y="105"/>
                  </a:lnTo>
                  <a:lnTo>
                    <a:pt x="25635" y="140"/>
                  </a:lnTo>
                  <a:lnTo>
                    <a:pt x="24803" y="140"/>
                  </a:lnTo>
                  <a:lnTo>
                    <a:pt x="24456" y="105"/>
                  </a:lnTo>
                  <a:lnTo>
                    <a:pt x="24386" y="105"/>
                  </a:lnTo>
                  <a:lnTo>
                    <a:pt x="24178" y="140"/>
                  </a:lnTo>
                  <a:lnTo>
                    <a:pt x="23970" y="105"/>
                  </a:lnTo>
                  <a:lnTo>
                    <a:pt x="23762" y="70"/>
                  </a:lnTo>
                  <a:lnTo>
                    <a:pt x="23033" y="70"/>
                  </a:lnTo>
                  <a:lnTo>
                    <a:pt x="22548" y="35"/>
                  </a:lnTo>
                  <a:lnTo>
                    <a:pt x="21646" y="1"/>
                  </a:lnTo>
                  <a:close/>
                </a:path>
              </a:pathLst>
            </a:custGeom>
            <a:solidFill>
              <a:srgbClr val="222F3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5"/>
            <p:cNvSpPr/>
            <p:nvPr/>
          </p:nvSpPr>
          <p:spPr>
            <a:xfrm rot="-285721">
              <a:off x="6378127" y="2817792"/>
              <a:ext cx="2028940" cy="1835163"/>
            </a:xfrm>
            <a:custGeom>
              <a:rect b="b" l="l" r="r" t="t"/>
              <a:pathLst>
                <a:path extrusionOk="0" h="34360" w="68961">
                  <a:moveTo>
                    <a:pt x="29793" y="627"/>
                  </a:moveTo>
                  <a:cubicBezTo>
                    <a:pt x="31042" y="627"/>
                    <a:pt x="32291" y="656"/>
                    <a:pt x="33536" y="708"/>
                  </a:cubicBezTo>
                  <a:cubicBezTo>
                    <a:pt x="39019" y="872"/>
                    <a:pt x="44666" y="1385"/>
                    <a:pt x="50149" y="2248"/>
                  </a:cubicBezTo>
                  <a:cubicBezTo>
                    <a:pt x="55612" y="3193"/>
                    <a:pt x="61444" y="4897"/>
                    <a:pt x="65120" y="9600"/>
                  </a:cubicBezTo>
                  <a:cubicBezTo>
                    <a:pt x="68960" y="14570"/>
                    <a:pt x="68550" y="20977"/>
                    <a:pt x="64340" y="25597"/>
                  </a:cubicBezTo>
                  <a:cubicBezTo>
                    <a:pt x="60417" y="30054"/>
                    <a:pt x="54421" y="31512"/>
                    <a:pt x="48855" y="32456"/>
                  </a:cubicBezTo>
                  <a:cubicBezTo>
                    <a:pt x="43610" y="33353"/>
                    <a:pt x="38244" y="33806"/>
                    <a:pt x="32898" y="33806"/>
                  </a:cubicBezTo>
                  <a:cubicBezTo>
                    <a:pt x="31630" y="33806"/>
                    <a:pt x="30364" y="33781"/>
                    <a:pt x="29100" y="33730"/>
                  </a:cubicBezTo>
                  <a:cubicBezTo>
                    <a:pt x="23699" y="33483"/>
                    <a:pt x="18134" y="33052"/>
                    <a:pt x="12917" y="31245"/>
                  </a:cubicBezTo>
                  <a:cubicBezTo>
                    <a:pt x="7619" y="29376"/>
                    <a:pt x="2485" y="25782"/>
                    <a:pt x="1109" y="19786"/>
                  </a:cubicBezTo>
                  <a:cubicBezTo>
                    <a:pt x="0" y="15432"/>
                    <a:pt x="1027" y="10627"/>
                    <a:pt x="3594" y="7115"/>
                  </a:cubicBezTo>
                  <a:cubicBezTo>
                    <a:pt x="11507" y="2147"/>
                    <a:pt x="20660" y="627"/>
                    <a:pt x="29793" y="627"/>
                  </a:cubicBezTo>
                  <a:close/>
                  <a:moveTo>
                    <a:pt x="30015" y="1"/>
                  </a:moveTo>
                  <a:cubicBezTo>
                    <a:pt x="21187" y="1"/>
                    <a:pt x="12367" y="1344"/>
                    <a:pt x="4621" y="5760"/>
                  </a:cubicBezTo>
                  <a:cubicBezTo>
                    <a:pt x="5134" y="5246"/>
                    <a:pt x="5730" y="4733"/>
                    <a:pt x="6325" y="4219"/>
                  </a:cubicBezTo>
                  <a:cubicBezTo>
                    <a:pt x="6486" y="4148"/>
                    <a:pt x="6367" y="3937"/>
                    <a:pt x="6226" y="3937"/>
                  </a:cubicBezTo>
                  <a:cubicBezTo>
                    <a:pt x="6204" y="3937"/>
                    <a:pt x="6182" y="3942"/>
                    <a:pt x="6161" y="3952"/>
                  </a:cubicBezTo>
                  <a:cubicBezTo>
                    <a:pt x="5216" y="4651"/>
                    <a:pt x="4374" y="5493"/>
                    <a:pt x="3676" y="6355"/>
                  </a:cubicBezTo>
                  <a:cubicBezTo>
                    <a:pt x="3081" y="6704"/>
                    <a:pt x="2485" y="7115"/>
                    <a:pt x="1890" y="7464"/>
                  </a:cubicBezTo>
                  <a:cubicBezTo>
                    <a:pt x="1675" y="7679"/>
                    <a:pt x="1805" y="8052"/>
                    <a:pt x="1993" y="8052"/>
                  </a:cubicBezTo>
                  <a:cubicBezTo>
                    <a:pt x="2038" y="8052"/>
                    <a:pt x="2088" y="8030"/>
                    <a:pt x="2136" y="7977"/>
                  </a:cubicBezTo>
                  <a:cubicBezTo>
                    <a:pt x="2403" y="7895"/>
                    <a:pt x="2567" y="7731"/>
                    <a:pt x="2731" y="7628"/>
                  </a:cubicBezTo>
                  <a:lnTo>
                    <a:pt x="2731" y="7628"/>
                  </a:lnTo>
                  <a:cubicBezTo>
                    <a:pt x="1109" y="10031"/>
                    <a:pt x="267" y="12947"/>
                    <a:pt x="164" y="15945"/>
                  </a:cubicBezTo>
                  <a:cubicBezTo>
                    <a:pt x="82" y="20895"/>
                    <a:pt x="2403" y="25351"/>
                    <a:pt x="6161" y="28267"/>
                  </a:cubicBezTo>
                  <a:cubicBezTo>
                    <a:pt x="10350" y="31594"/>
                    <a:pt x="15751" y="32888"/>
                    <a:pt x="20803" y="33565"/>
                  </a:cubicBezTo>
                  <a:cubicBezTo>
                    <a:pt x="24877" y="34101"/>
                    <a:pt x="28950" y="34359"/>
                    <a:pt x="33024" y="34359"/>
                  </a:cubicBezTo>
                  <a:cubicBezTo>
                    <a:pt x="36138" y="34359"/>
                    <a:pt x="39252" y="34208"/>
                    <a:pt x="42366" y="33915"/>
                  </a:cubicBezTo>
                  <a:cubicBezTo>
                    <a:pt x="48609" y="33216"/>
                    <a:pt x="55530" y="32456"/>
                    <a:pt x="61013" y="29027"/>
                  </a:cubicBezTo>
                  <a:cubicBezTo>
                    <a:pt x="65366" y="26378"/>
                    <a:pt x="68960" y="21490"/>
                    <a:pt x="68365" y="16028"/>
                  </a:cubicBezTo>
                  <a:cubicBezTo>
                    <a:pt x="67851" y="10811"/>
                    <a:pt x="63826" y="6602"/>
                    <a:pt x="59473" y="4384"/>
                  </a:cubicBezTo>
                  <a:cubicBezTo>
                    <a:pt x="53907" y="1652"/>
                    <a:pt x="47500" y="1221"/>
                    <a:pt x="41504" y="626"/>
                  </a:cubicBezTo>
                  <a:cubicBezTo>
                    <a:pt x="37732" y="257"/>
                    <a:pt x="33873" y="1"/>
                    <a:pt x="3001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5"/>
            <p:cNvSpPr/>
            <p:nvPr/>
          </p:nvSpPr>
          <p:spPr>
            <a:xfrm>
              <a:off x="6114061" y="3055211"/>
              <a:ext cx="2539915" cy="511975"/>
            </a:xfrm>
            <a:custGeom>
              <a:rect b="b" l="l" r="r" t="t"/>
              <a:pathLst>
                <a:path extrusionOk="0" h="5412" w="26849">
                  <a:moveTo>
                    <a:pt x="21438" y="0"/>
                  </a:moveTo>
                  <a:lnTo>
                    <a:pt x="21230" y="35"/>
                  </a:lnTo>
                  <a:lnTo>
                    <a:pt x="20085" y="35"/>
                  </a:lnTo>
                  <a:lnTo>
                    <a:pt x="19669" y="70"/>
                  </a:lnTo>
                  <a:lnTo>
                    <a:pt x="19460" y="70"/>
                  </a:lnTo>
                  <a:lnTo>
                    <a:pt x="19252" y="104"/>
                  </a:lnTo>
                  <a:lnTo>
                    <a:pt x="18177" y="104"/>
                  </a:lnTo>
                  <a:lnTo>
                    <a:pt x="17969" y="139"/>
                  </a:lnTo>
                  <a:lnTo>
                    <a:pt x="17657" y="104"/>
                  </a:lnTo>
                  <a:lnTo>
                    <a:pt x="17379" y="139"/>
                  </a:lnTo>
                  <a:lnTo>
                    <a:pt x="17067" y="104"/>
                  </a:lnTo>
                  <a:lnTo>
                    <a:pt x="16755" y="104"/>
                  </a:lnTo>
                  <a:lnTo>
                    <a:pt x="16616" y="139"/>
                  </a:lnTo>
                  <a:lnTo>
                    <a:pt x="16061" y="139"/>
                  </a:lnTo>
                  <a:lnTo>
                    <a:pt x="15957" y="104"/>
                  </a:lnTo>
                  <a:lnTo>
                    <a:pt x="15645" y="104"/>
                  </a:lnTo>
                  <a:lnTo>
                    <a:pt x="15298" y="139"/>
                  </a:lnTo>
                  <a:lnTo>
                    <a:pt x="15125" y="104"/>
                  </a:lnTo>
                  <a:lnTo>
                    <a:pt x="14153" y="104"/>
                  </a:lnTo>
                  <a:lnTo>
                    <a:pt x="13737" y="70"/>
                  </a:lnTo>
                  <a:lnTo>
                    <a:pt x="13286" y="70"/>
                  </a:lnTo>
                  <a:lnTo>
                    <a:pt x="12245" y="139"/>
                  </a:lnTo>
                  <a:lnTo>
                    <a:pt x="11933" y="139"/>
                  </a:lnTo>
                  <a:lnTo>
                    <a:pt x="11656" y="104"/>
                  </a:lnTo>
                  <a:lnTo>
                    <a:pt x="11482" y="139"/>
                  </a:lnTo>
                  <a:lnTo>
                    <a:pt x="10893" y="139"/>
                  </a:lnTo>
                  <a:lnTo>
                    <a:pt x="10511" y="174"/>
                  </a:lnTo>
                  <a:lnTo>
                    <a:pt x="9089" y="174"/>
                  </a:lnTo>
                  <a:lnTo>
                    <a:pt x="8673" y="208"/>
                  </a:lnTo>
                  <a:lnTo>
                    <a:pt x="7389" y="312"/>
                  </a:lnTo>
                  <a:lnTo>
                    <a:pt x="6695" y="347"/>
                  </a:lnTo>
                  <a:lnTo>
                    <a:pt x="6002" y="382"/>
                  </a:lnTo>
                  <a:lnTo>
                    <a:pt x="5551" y="382"/>
                  </a:lnTo>
                  <a:lnTo>
                    <a:pt x="5100" y="417"/>
                  </a:lnTo>
                  <a:lnTo>
                    <a:pt x="3816" y="417"/>
                  </a:lnTo>
                  <a:lnTo>
                    <a:pt x="3469" y="382"/>
                  </a:lnTo>
                  <a:lnTo>
                    <a:pt x="2498" y="382"/>
                  </a:lnTo>
                  <a:lnTo>
                    <a:pt x="1978" y="347"/>
                  </a:lnTo>
                  <a:lnTo>
                    <a:pt x="1492" y="347"/>
                  </a:lnTo>
                  <a:lnTo>
                    <a:pt x="868" y="382"/>
                  </a:lnTo>
                  <a:lnTo>
                    <a:pt x="243" y="417"/>
                  </a:lnTo>
                  <a:lnTo>
                    <a:pt x="70" y="486"/>
                  </a:lnTo>
                  <a:lnTo>
                    <a:pt x="35" y="521"/>
                  </a:lnTo>
                  <a:lnTo>
                    <a:pt x="1" y="555"/>
                  </a:lnTo>
                  <a:lnTo>
                    <a:pt x="1" y="625"/>
                  </a:lnTo>
                  <a:lnTo>
                    <a:pt x="1" y="694"/>
                  </a:lnTo>
                  <a:lnTo>
                    <a:pt x="70" y="798"/>
                  </a:lnTo>
                  <a:lnTo>
                    <a:pt x="313" y="1076"/>
                  </a:lnTo>
                  <a:lnTo>
                    <a:pt x="590" y="1423"/>
                  </a:lnTo>
                  <a:lnTo>
                    <a:pt x="868" y="1735"/>
                  </a:lnTo>
                  <a:lnTo>
                    <a:pt x="1249" y="2047"/>
                  </a:lnTo>
                  <a:lnTo>
                    <a:pt x="1596" y="2428"/>
                  </a:lnTo>
                  <a:lnTo>
                    <a:pt x="1666" y="2498"/>
                  </a:lnTo>
                  <a:lnTo>
                    <a:pt x="1700" y="2602"/>
                  </a:lnTo>
                  <a:lnTo>
                    <a:pt x="1700" y="2810"/>
                  </a:lnTo>
                  <a:lnTo>
                    <a:pt x="1666" y="2983"/>
                  </a:lnTo>
                  <a:lnTo>
                    <a:pt x="1562" y="3157"/>
                  </a:lnTo>
                  <a:lnTo>
                    <a:pt x="1284" y="3504"/>
                  </a:lnTo>
                  <a:lnTo>
                    <a:pt x="1041" y="3851"/>
                  </a:lnTo>
                  <a:lnTo>
                    <a:pt x="833" y="4232"/>
                  </a:lnTo>
                  <a:lnTo>
                    <a:pt x="590" y="4614"/>
                  </a:lnTo>
                  <a:lnTo>
                    <a:pt x="382" y="4926"/>
                  </a:lnTo>
                  <a:lnTo>
                    <a:pt x="174" y="5238"/>
                  </a:lnTo>
                  <a:lnTo>
                    <a:pt x="174" y="5308"/>
                  </a:lnTo>
                  <a:lnTo>
                    <a:pt x="174" y="5342"/>
                  </a:lnTo>
                  <a:lnTo>
                    <a:pt x="209" y="5412"/>
                  </a:lnTo>
                  <a:lnTo>
                    <a:pt x="243" y="5412"/>
                  </a:lnTo>
                  <a:lnTo>
                    <a:pt x="382" y="5377"/>
                  </a:lnTo>
                  <a:lnTo>
                    <a:pt x="521" y="5342"/>
                  </a:lnTo>
                  <a:lnTo>
                    <a:pt x="729" y="5308"/>
                  </a:lnTo>
                  <a:lnTo>
                    <a:pt x="937" y="5308"/>
                  </a:lnTo>
                  <a:lnTo>
                    <a:pt x="937" y="5342"/>
                  </a:lnTo>
                  <a:lnTo>
                    <a:pt x="972" y="5377"/>
                  </a:lnTo>
                  <a:lnTo>
                    <a:pt x="1145" y="5308"/>
                  </a:lnTo>
                  <a:lnTo>
                    <a:pt x="1458" y="5308"/>
                  </a:lnTo>
                  <a:lnTo>
                    <a:pt x="1596" y="5273"/>
                  </a:lnTo>
                  <a:lnTo>
                    <a:pt x="1700" y="5273"/>
                  </a:lnTo>
                  <a:lnTo>
                    <a:pt x="1735" y="5238"/>
                  </a:lnTo>
                  <a:lnTo>
                    <a:pt x="1770" y="5238"/>
                  </a:lnTo>
                  <a:lnTo>
                    <a:pt x="1804" y="5273"/>
                  </a:lnTo>
                  <a:lnTo>
                    <a:pt x="1874" y="5273"/>
                  </a:lnTo>
                  <a:lnTo>
                    <a:pt x="1943" y="5238"/>
                  </a:lnTo>
                  <a:lnTo>
                    <a:pt x="2463" y="5203"/>
                  </a:lnTo>
                  <a:lnTo>
                    <a:pt x="2637" y="5203"/>
                  </a:lnTo>
                  <a:lnTo>
                    <a:pt x="2672" y="5273"/>
                  </a:lnTo>
                  <a:lnTo>
                    <a:pt x="2741" y="5238"/>
                  </a:lnTo>
                  <a:lnTo>
                    <a:pt x="2880" y="5169"/>
                  </a:lnTo>
                  <a:lnTo>
                    <a:pt x="2949" y="5134"/>
                  </a:lnTo>
                  <a:lnTo>
                    <a:pt x="3053" y="5203"/>
                  </a:lnTo>
                  <a:lnTo>
                    <a:pt x="3123" y="5169"/>
                  </a:lnTo>
                  <a:lnTo>
                    <a:pt x="3157" y="5134"/>
                  </a:lnTo>
                  <a:lnTo>
                    <a:pt x="3227" y="5134"/>
                  </a:lnTo>
                  <a:lnTo>
                    <a:pt x="3331" y="5169"/>
                  </a:lnTo>
                  <a:lnTo>
                    <a:pt x="3365" y="5203"/>
                  </a:lnTo>
                  <a:lnTo>
                    <a:pt x="3435" y="5169"/>
                  </a:lnTo>
                  <a:lnTo>
                    <a:pt x="3504" y="5169"/>
                  </a:lnTo>
                  <a:lnTo>
                    <a:pt x="3573" y="5203"/>
                  </a:lnTo>
                  <a:lnTo>
                    <a:pt x="3573" y="5169"/>
                  </a:lnTo>
                  <a:lnTo>
                    <a:pt x="3573" y="5134"/>
                  </a:lnTo>
                  <a:lnTo>
                    <a:pt x="3712" y="5134"/>
                  </a:lnTo>
                  <a:lnTo>
                    <a:pt x="3782" y="5169"/>
                  </a:lnTo>
                  <a:lnTo>
                    <a:pt x="3886" y="5169"/>
                  </a:lnTo>
                  <a:lnTo>
                    <a:pt x="4128" y="5134"/>
                  </a:lnTo>
                  <a:lnTo>
                    <a:pt x="4371" y="5134"/>
                  </a:lnTo>
                  <a:lnTo>
                    <a:pt x="4475" y="5169"/>
                  </a:lnTo>
                  <a:lnTo>
                    <a:pt x="4579" y="5169"/>
                  </a:lnTo>
                  <a:lnTo>
                    <a:pt x="4683" y="5134"/>
                  </a:lnTo>
                  <a:lnTo>
                    <a:pt x="5100" y="5134"/>
                  </a:lnTo>
                  <a:lnTo>
                    <a:pt x="5238" y="5099"/>
                  </a:lnTo>
                  <a:lnTo>
                    <a:pt x="5377" y="5099"/>
                  </a:lnTo>
                  <a:lnTo>
                    <a:pt x="5551" y="5134"/>
                  </a:lnTo>
                  <a:lnTo>
                    <a:pt x="6279" y="5134"/>
                  </a:lnTo>
                  <a:lnTo>
                    <a:pt x="6557" y="5099"/>
                  </a:lnTo>
                  <a:lnTo>
                    <a:pt x="6799" y="5099"/>
                  </a:lnTo>
                  <a:lnTo>
                    <a:pt x="7042" y="5134"/>
                  </a:lnTo>
                  <a:lnTo>
                    <a:pt x="7285" y="5099"/>
                  </a:lnTo>
                  <a:lnTo>
                    <a:pt x="8846" y="5099"/>
                  </a:lnTo>
                  <a:lnTo>
                    <a:pt x="8915" y="5134"/>
                  </a:lnTo>
                  <a:lnTo>
                    <a:pt x="8950" y="5169"/>
                  </a:lnTo>
                  <a:lnTo>
                    <a:pt x="9019" y="5134"/>
                  </a:lnTo>
                  <a:lnTo>
                    <a:pt x="9089" y="5099"/>
                  </a:lnTo>
                  <a:lnTo>
                    <a:pt x="9713" y="5099"/>
                  </a:lnTo>
                  <a:lnTo>
                    <a:pt x="9921" y="5065"/>
                  </a:lnTo>
                  <a:lnTo>
                    <a:pt x="10129" y="5099"/>
                  </a:lnTo>
                  <a:lnTo>
                    <a:pt x="10407" y="5099"/>
                  </a:lnTo>
                  <a:lnTo>
                    <a:pt x="10719" y="5065"/>
                  </a:lnTo>
                  <a:lnTo>
                    <a:pt x="10893" y="5099"/>
                  </a:lnTo>
                  <a:lnTo>
                    <a:pt x="11066" y="5099"/>
                  </a:lnTo>
                  <a:lnTo>
                    <a:pt x="11135" y="5065"/>
                  </a:lnTo>
                  <a:lnTo>
                    <a:pt x="11205" y="5065"/>
                  </a:lnTo>
                  <a:lnTo>
                    <a:pt x="11309" y="5099"/>
                  </a:lnTo>
                  <a:lnTo>
                    <a:pt x="11448" y="5099"/>
                  </a:lnTo>
                  <a:lnTo>
                    <a:pt x="11517" y="5065"/>
                  </a:lnTo>
                  <a:lnTo>
                    <a:pt x="11552" y="4995"/>
                  </a:lnTo>
                  <a:lnTo>
                    <a:pt x="11586" y="5030"/>
                  </a:lnTo>
                  <a:lnTo>
                    <a:pt x="11725" y="5065"/>
                  </a:lnTo>
                  <a:lnTo>
                    <a:pt x="11899" y="5065"/>
                  </a:lnTo>
                  <a:lnTo>
                    <a:pt x="12072" y="5030"/>
                  </a:lnTo>
                  <a:lnTo>
                    <a:pt x="12211" y="5065"/>
                  </a:lnTo>
                  <a:lnTo>
                    <a:pt x="12280" y="5099"/>
                  </a:lnTo>
                  <a:lnTo>
                    <a:pt x="12315" y="5099"/>
                  </a:lnTo>
                  <a:lnTo>
                    <a:pt x="12454" y="5030"/>
                  </a:lnTo>
                  <a:lnTo>
                    <a:pt x="12592" y="5030"/>
                  </a:lnTo>
                  <a:lnTo>
                    <a:pt x="12870" y="5065"/>
                  </a:lnTo>
                  <a:lnTo>
                    <a:pt x="13633" y="5065"/>
                  </a:lnTo>
                  <a:lnTo>
                    <a:pt x="13841" y="5099"/>
                  </a:lnTo>
                  <a:lnTo>
                    <a:pt x="14084" y="5099"/>
                  </a:lnTo>
                  <a:lnTo>
                    <a:pt x="14465" y="5065"/>
                  </a:lnTo>
                  <a:lnTo>
                    <a:pt x="14847" y="5065"/>
                  </a:lnTo>
                  <a:lnTo>
                    <a:pt x="14951" y="5099"/>
                  </a:lnTo>
                  <a:lnTo>
                    <a:pt x="15020" y="5099"/>
                  </a:lnTo>
                  <a:lnTo>
                    <a:pt x="15125" y="5065"/>
                  </a:lnTo>
                  <a:lnTo>
                    <a:pt x="15194" y="5065"/>
                  </a:lnTo>
                  <a:lnTo>
                    <a:pt x="15298" y="5099"/>
                  </a:lnTo>
                  <a:lnTo>
                    <a:pt x="15367" y="5134"/>
                  </a:lnTo>
                  <a:lnTo>
                    <a:pt x="15402" y="5065"/>
                  </a:lnTo>
                  <a:lnTo>
                    <a:pt x="15437" y="5065"/>
                  </a:lnTo>
                  <a:lnTo>
                    <a:pt x="15471" y="5099"/>
                  </a:lnTo>
                  <a:lnTo>
                    <a:pt x="15541" y="5134"/>
                  </a:lnTo>
                  <a:lnTo>
                    <a:pt x="15610" y="5099"/>
                  </a:lnTo>
                  <a:lnTo>
                    <a:pt x="15714" y="5065"/>
                  </a:lnTo>
                  <a:lnTo>
                    <a:pt x="15818" y="5065"/>
                  </a:lnTo>
                  <a:lnTo>
                    <a:pt x="16026" y="5099"/>
                  </a:lnTo>
                  <a:lnTo>
                    <a:pt x="16130" y="5099"/>
                  </a:lnTo>
                  <a:lnTo>
                    <a:pt x="16200" y="5134"/>
                  </a:lnTo>
                  <a:lnTo>
                    <a:pt x="16235" y="5099"/>
                  </a:lnTo>
                  <a:lnTo>
                    <a:pt x="16269" y="5065"/>
                  </a:lnTo>
                  <a:lnTo>
                    <a:pt x="16339" y="5065"/>
                  </a:lnTo>
                  <a:lnTo>
                    <a:pt x="16408" y="5099"/>
                  </a:lnTo>
                  <a:lnTo>
                    <a:pt x="16894" y="5099"/>
                  </a:lnTo>
                  <a:lnTo>
                    <a:pt x="17136" y="5134"/>
                  </a:lnTo>
                  <a:lnTo>
                    <a:pt x="17379" y="5134"/>
                  </a:lnTo>
                  <a:lnTo>
                    <a:pt x="17518" y="5099"/>
                  </a:lnTo>
                  <a:lnTo>
                    <a:pt x="17657" y="5099"/>
                  </a:lnTo>
                  <a:lnTo>
                    <a:pt x="17795" y="5134"/>
                  </a:lnTo>
                  <a:lnTo>
                    <a:pt x="17934" y="5134"/>
                  </a:lnTo>
                  <a:lnTo>
                    <a:pt x="18212" y="5099"/>
                  </a:lnTo>
                  <a:lnTo>
                    <a:pt x="18767" y="5099"/>
                  </a:lnTo>
                  <a:lnTo>
                    <a:pt x="19114" y="5134"/>
                  </a:lnTo>
                  <a:lnTo>
                    <a:pt x="19322" y="5134"/>
                  </a:lnTo>
                  <a:lnTo>
                    <a:pt x="19356" y="5169"/>
                  </a:lnTo>
                  <a:lnTo>
                    <a:pt x="19391" y="5203"/>
                  </a:lnTo>
                  <a:lnTo>
                    <a:pt x="19426" y="5203"/>
                  </a:lnTo>
                  <a:lnTo>
                    <a:pt x="19495" y="5169"/>
                  </a:lnTo>
                  <a:lnTo>
                    <a:pt x="19530" y="5134"/>
                  </a:lnTo>
                  <a:lnTo>
                    <a:pt x="19565" y="5134"/>
                  </a:lnTo>
                  <a:lnTo>
                    <a:pt x="19565" y="5203"/>
                  </a:lnTo>
                  <a:lnTo>
                    <a:pt x="19634" y="5169"/>
                  </a:lnTo>
                  <a:lnTo>
                    <a:pt x="19669" y="5134"/>
                  </a:lnTo>
                  <a:lnTo>
                    <a:pt x="19773" y="5134"/>
                  </a:lnTo>
                  <a:lnTo>
                    <a:pt x="19877" y="5169"/>
                  </a:lnTo>
                  <a:lnTo>
                    <a:pt x="19946" y="5134"/>
                  </a:lnTo>
                  <a:lnTo>
                    <a:pt x="20015" y="5099"/>
                  </a:lnTo>
                  <a:lnTo>
                    <a:pt x="20085" y="5134"/>
                  </a:lnTo>
                  <a:lnTo>
                    <a:pt x="20189" y="5169"/>
                  </a:lnTo>
                  <a:lnTo>
                    <a:pt x="20293" y="5169"/>
                  </a:lnTo>
                  <a:lnTo>
                    <a:pt x="20397" y="5134"/>
                  </a:lnTo>
                  <a:lnTo>
                    <a:pt x="20501" y="5134"/>
                  </a:lnTo>
                  <a:lnTo>
                    <a:pt x="20709" y="5099"/>
                  </a:lnTo>
                  <a:lnTo>
                    <a:pt x="20779" y="5099"/>
                  </a:lnTo>
                  <a:lnTo>
                    <a:pt x="20883" y="5169"/>
                  </a:lnTo>
                  <a:lnTo>
                    <a:pt x="20917" y="5203"/>
                  </a:lnTo>
                  <a:lnTo>
                    <a:pt x="20952" y="5203"/>
                  </a:lnTo>
                  <a:lnTo>
                    <a:pt x="20952" y="5134"/>
                  </a:lnTo>
                  <a:lnTo>
                    <a:pt x="21056" y="5134"/>
                  </a:lnTo>
                  <a:lnTo>
                    <a:pt x="21230" y="5169"/>
                  </a:lnTo>
                  <a:lnTo>
                    <a:pt x="21299" y="5134"/>
                  </a:lnTo>
                  <a:lnTo>
                    <a:pt x="21472" y="5134"/>
                  </a:lnTo>
                  <a:lnTo>
                    <a:pt x="21472" y="5169"/>
                  </a:lnTo>
                  <a:lnTo>
                    <a:pt x="21507" y="5169"/>
                  </a:lnTo>
                  <a:lnTo>
                    <a:pt x="21542" y="5099"/>
                  </a:lnTo>
                  <a:lnTo>
                    <a:pt x="21576" y="5099"/>
                  </a:lnTo>
                  <a:lnTo>
                    <a:pt x="21646" y="5134"/>
                  </a:lnTo>
                  <a:lnTo>
                    <a:pt x="21923" y="5134"/>
                  </a:lnTo>
                  <a:lnTo>
                    <a:pt x="22097" y="5099"/>
                  </a:lnTo>
                  <a:lnTo>
                    <a:pt x="22721" y="5099"/>
                  </a:lnTo>
                  <a:lnTo>
                    <a:pt x="22895" y="5065"/>
                  </a:lnTo>
                  <a:lnTo>
                    <a:pt x="23380" y="5065"/>
                  </a:lnTo>
                  <a:lnTo>
                    <a:pt x="23692" y="5030"/>
                  </a:lnTo>
                  <a:lnTo>
                    <a:pt x="23866" y="4995"/>
                  </a:lnTo>
                  <a:lnTo>
                    <a:pt x="24039" y="5030"/>
                  </a:lnTo>
                  <a:lnTo>
                    <a:pt x="24074" y="4995"/>
                  </a:lnTo>
                  <a:lnTo>
                    <a:pt x="24109" y="4995"/>
                  </a:lnTo>
                  <a:lnTo>
                    <a:pt x="24247" y="4961"/>
                  </a:lnTo>
                  <a:lnTo>
                    <a:pt x="24351" y="4995"/>
                  </a:lnTo>
                  <a:lnTo>
                    <a:pt x="24421" y="5030"/>
                  </a:lnTo>
                  <a:lnTo>
                    <a:pt x="24456" y="4961"/>
                  </a:lnTo>
                  <a:lnTo>
                    <a:pt x="24490" y="4961"/>
                  </a:lnTo>
                  <a:lnTo>
                    <a:pt x="24560" y="4995"/>
                  </a:lnTo>
                  <a:lnTo>
                    <a:pt x="24664" y="5030"/>
                  </a:lnTo>
                  <a:lnTo>
                    <a:pt x="24768" y="4995"/>
                  </a:lnTo>
                  <a:lnTo>
                    <a:pt x="24976" y="4961"/>
                  </a:lnTo>
                  <a:lnTo>
                    <a:pt x="25253" y="4926"/>
                  </a:lnTo>
                  <a:lnTo>
                    <a:pt x="26294" y="4926"/>
                  </a:lnTo>
                  <a:lnTo>
                    <a:pt x="26433" y="4961"/>
                  </a:lnTo>
                  <a:lnTo>
                    <a:pt x="26606" y="5030"/>
                  </a:lnTo>
                  <a:lnTo>
                    <a:pt x="26641" y="4961"/>
                  </a:lnTo>
                  <a:lnTo>
                    <a:pt x="26676" y="4961"/>
                  </a:lnTo>
                  <a:lnTo>
                    <a:pt x="26710" y="4995"/>
                  </a:lnTo>
                  <a:lnTo>
                    <a:pt x="26780" y="4995"/>
                  </a:lnTo>
                  <a:lnTo>
                    <a:pt x="26814" y="4961"/>
                  </a:lnTo>
                  <a:lnTo>
                    <a:pt x="26849" y="4926"/>
                  </a:lnTo>
                  <a:lnTo>
                    <a:pt x="26849" y="4857"/>
                  </a:lnTo>
                  <a:lnTo>
                    <a:pt x="26745" y="4614"/>
                  </a:lnTo>
                  <a:lnTo>
                    <a:pt x="26606" y="4406"/>
                  </a:lnTo>
                  <a:lnTo>
                    <a:pt x="25878" y="3469"/>
                  </a:lnTo>
                  <a:lnTo>
                    <a:pt x="25392" y="2914"/>
                  </a:lnTo>
                  <a:lnTo>
                    <a:pt x="25323" y="2810"/>
                  </a:lnTo>
                  <a:lnTo>
                    <a:pt x="25288" y="2671"/>
                  </a:lnTo>
                  <a:lnTo>
                    <a:pt x="25288" y="2533"/>
                  </a:lnTo>
                  <a:lnTo>
                    <a:pt x="25323" y="2498"/>
                  </a:lnTo>
                  <a:lnTo>
                    <a:pt x="25392" y="2428"/>
                  </a:lnTo>
                  <a:lnTo>
                    <a:pt x="25461" y="2394"/>
                  </a:lnTo>
                  <a:lnTo>
                    <a:pt x="25531" y="2255"/>
                  </a:lnTo>
                  <a:lnTo>
                    <a:pt x="25635" y="2116"/>
                  </a:lnTo>
                  <a:lnTo>
                    <a:pt x="25704" y="1978"/>
                  </a:lnTo>
                  <a:lnTo>
                    <a:pt x="25878" y="1769"/>
                  </a:lnTo>
                  <a:lnTo>
                    <a:pt x="26051" y="1561"/>
                  </a:lnTo>
                  <a:lnTo>
                    <a:pt x="26121" y="1457"/>
                  </a:lnTo>
                  <a:lnTo>
                    <a:pt x="26155" y="1353"/>
                  </a:lnTo>
                  <a:lnTo>
                    <a:pt x="26225" y="1249"/>
                  </a:lnTo>
                  <a:lnTo>
                    <a:pt x="26259" y="1145"/>
                  </a:lnTo>
                  <a:lnTo>
                    <a:pt x="26363" y="1041"/>
                  </a:lnTo>
                  <a:lnTo>
                    <a:pt x="26467" y="1006"/>
                  </a:lnTo>
                  <a:lnTo>
                    <a:pt x="26467" y="972"/>
                  </a:lnTo>
                  <a:lnTo>
                    <a:pt x="26502" y="902"/>
                  </a:lnTo>
                  <a:lnTo>
                    <a:pt x="26502" y="833"/>
                  </a:lnTo>
                  <a:lnTo>
                    <a:pt x="26537" y="798"/>
                  </a:lnTo>
                  <a:lnTo>
                    <a:pt x="26641" y="729"/>
                  </a:lnTo>
                  <a:lnTo>
                    <a:pt x="26641" y="694"/>
                  </a:lnTo>
                  <a:lnTo>
                    <a:pt x="26641" y="659"/>
                  </a:lnTo>
                  <a:lnTo>
                    <a:pt x="26641" y="625"/>
                  </a:lnTo>
                  <a:lnTo>
                    <a:pt x="26676" y="590"/>
                  </a:lnTo>
                  <a:lnTo>
                    <a:pt x="26676" y="555"/>
                  </a:lnTo>
                  <a:lnTo>
                    <a:pt x="26745" y="555"/>
                  </a:lnTo>
                  <a:lnTo>
                    <a:pt x="26780" y="521"/>
                  </a:lnTo>
                  <a:lnTo>
                    <a:pt x="26814" y="382"/>
                  </a:lnTo>
                  <a:lnTo>
                    <a:pt x="26849" y="312"/>
                  </a:lnTo>
                  <a:lnTo>
                    <a:pt x="26814" y="243"/>
                  </a:lnTo>
                  <a:lnTo>
                    <a:pt x="26780" y="174"/>
                  </a:lnTo>
                  <a:lnTo>
                    <a:pt x="26606" y="174"/>
                  </a:lnTo>
                  <a:lnTo>
                    <a:pt x="26502" y="139"/>
                  </a:lnTo>
                  <a:lnTo>
                    <a:pt x="26398" y="104"/>
                  </a:lnTo>
                  <a:lnTo>
                    <a:pt x="26294" y="104"/>
                  </a:lnTo>
                  <a:lnTo>
                    <a:pt x="25496" y="139"/>
                  </a:lnTo>
                  <a:lnTo>
                    <a:pt x="24351" y="139"/>
                  </a:lnTo>
                  <a:lnTo>
                    <a:pt x="24005" y="104"/>
                  </a:lnTo>
                  <a:lnTo>
                    <a:pt x="23450" y="104"/>
                  </a:lnTo>
                  <a:lnTo>
                    <a:pt x="22790" y="70"/>
                  </a:lnTo>
                  <a:lnTo>
                    <a:pt x="22478" y="35"/>
                  </a:lnTo>
                  <a:lnTo>
                    <a:pt x="21958" y="35"/>
                  </a:lnTo>
                  <a:lnTo>
                    <a:pt x="2175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5"/>
            <p:cNvSpPr/>
            <p:nvPr/>
          </p:nvSpPr>
          <p:spPr>
            <a:xfrm>
              <a:off x="6081235" y="3028913"/>
              <a:ext cx="2605568" cy="564573"/>
            </a:xfrm>
            <a:custGeom>
              <a:rect b="b" l="l" r="r" t="t"/>
              <a:pathLst>
                <a:path extrusionOk="0" h="5968" w="27543">
                  <a:moveTo>
                    <a:pt x="22097" y="278"/>
                  </a:moveTo>
                  <a:lnTo>
                    <a:pt x="22305" y="313"/>
                  </a:lnTo>
                  <a:lnTo>
                    <a:pt x="22825" y="313"/>
                  </a:lnTo>
                  <a:lnTo>
                    <a:pt x="23137" y="348"/>
                  </a:lnTo>
                  <a:lnTo>
                    <a:pt x="23797" y="382"/>
                  </a:lnTo>
                  <a:lnTo>
                    <a:pt x="24352" y="382"/>
                  </a:lnTo>
                  <a:lnTo>
                    <a:pt x="24698" y="417"/>
                  </a:lnTo>
                  <a:lnTo>
                    <a:pt x="25843" y="417"/>
                  </a:lnTo>
                  <a:lnTo>
                    <a:pt x="26641" y="382"/>
                  </a:lnTo>
                  <a:lnTo>
                    <a:pt x="26745" y="382"/>
                  </a:lnTo>
                  <a:lnTo>
                    <a:pt x="26849" y="417"/>
                  </a:lnTo>
                  <a:lnTo>
                    <a:pt x="26953" y="452"/>
                  </a:lnTo>
                  <a:lnTo>
                    <a:pt x="27127" y="452"/>
                  </a:lnTo>
                  <a:lnTo>
                    <a:pt x="27161" y="521"/>
                  </a:lnTo>
                  <a:lnTo>
                    <a:pt x="27196" y="590"/>
                  </a:lnTo>
                  <a:lnTo>
                    <a:pt x="27161" y="660"/>
                  </a:lnTo>
                  <a:lnTo>
                    <a:pt x="27127" y="799"/>
                  </a:lnTo>
                  <a:lnTo>
                    <a:pt x="27092" y="833"/>
                  </a:lnTo>
                  <a:lnTo>
                    <a:pt x="27023" y="833"/>
                  </a:lnTo>
                  <a:lnTo>
                    <a:pt x="27023" y="868"/>
                  </a:lnTo>
                  <a:lnTo>
                    <a:pt x="26988" y="903"/>
                  </a:lnTo>
                  <a:lnTo>
                    <a:pt x="26988" y="937"/>
                  </a:lnTo>
                  <a:lnTo>
                    <a:pt x="26988" y="972"/>
                  </a:lnTo>
                  <a:lnTo>
                    <a:pt x="26988" y="1007"/>
                  </a:lnTo>
                  <a:lnTo>
                    <a:pt x="26884" y="1076"/>
                  </a:lnTo>
                  <a:lnTo>
                    <a:pt x="26849" y="1111"/>
                  </a:lnTo>
                  <a:lnTo>
                    <a:pt x="26849" y="1180"/>
                  </a:lnTo>
                  <a:lnTo>
                    <a:pt x="26814" y="1250"/>
                  </a:lnTo>
                  <a:lnTo>
                    <a:pt x="26814" y="1284"/>
                  </a:lnTo>
                  <a:lnTo>
                    <a:pt x="26710" y="1319"/>
                  </a:lnTo>
                  <a:lnTo>
                    <a:pt x="26606" y="1423"/>
                  </a:lnTo>
                  <a:lnTo>
                    <a:pt x="26572" y="1527"/>
                  </a:lnTo>
                  <a:lnTo>
                    <a:pt x="26502" y="1631"/>
                  </a:lnTo>
                  <a:lnTo>
                    <a:pt x="26468" y="1735"/>
                  </a:lnTo>
                  <a:lnTo>
                    <a:pt x="26398" y="1839"/>
                  </a:lnTo>
                  <a:lnTo>
                    <a:pt x="26225" y="2047"/>
                  </a:lnTo>
                  <a:lnTo>
                    <a:pt x="26051" y="2256"/>
                  </a:lnTo>
                  <a:lnTo>
                    <a:pt x="25982" y="2394"/>
                  </a:lnTo>
                  <a:lnTo>
                    <a:pt x="25878" y="2533"/>
                  </a:lnTo>
                  <a:lnTo>
                    <a:pt x="25808" y="2672"/>
                  </a:lnTo>
                  <a:lnTo>
                    <a:pt x="25739" y="2706"/>
                  </a:lnTo>
                  <a:lnTo>
                    <a:pt x="25670" y="2776"/>
                  </a:lnTo>
                  <a:lnTo>
                    <a:pt x="25635" y="2811"/>
                  </a:lnTo>
                  <a:lnTo>
                    <a:pt x="25635" y="2949"/>
                  </a:lnTo>
                  <a:lnTo>
                    <a:pt x="25670" y="3088"/>
                  </a:lnTo>
                  <a:lnTo>
                    <a:pt x="25739" y="3192"/>
                  </a:lnTo>
                  <a:lnTo>
                    <a:pt x="26225" y="3747"/>
                  </a:lnTo>
                  <a:lnTo>
                    <a:pt x="26953" y="4684"/>
                  </a:lnTo>
                  <a:lnTo>
                    <a:pt x="27092" y="4892"/>
                  </a:lnTo>
                  <a:lnTo>
                    <a:pt x="27196" y="5135"/>
                  </a:lnTo>
                  <a:lnTo>
                    <a:pt x="27196" y="5204"/>
                  </a:lnTo>
                  <a:lnTo>
                    <a:pt x="27161" y="5239"/>
                  </a:lnTo>
                  <a:lnTo>
                    <a:pt x="27127" y="5273"/>
                  </a:lnTo>
                  <a:lnTo>
                    <a:pt x="27057" y="5273"/>
                  </a:lnTo>
                  <a:lnTo>
                    <a:pt x="27023" y="5239"/>
                  </a:lnTo>
                  <a:lnTo>
                    <a:pt x="26988" y="5239"/>
                  </a:lnTo>
                  <a:lnTo>
                    <a:pt x="26953" y="5308"/>
                  </a:lnTo>
                  <a:lnTo>
                    <a:pt x="26780" y="5239"/>
                  </a:lnTo>
                  <a:lnTo>
                    <a:pt x="26641" y="5204"/>
                  </a:lnTo>
                  <a:lnTo>
                    <a:pt x="25600" y="5204"/>
                  </a:lnTo>
                  <a:lnTo>
                    <a:pt x="25323" y="5239"/>
                  </a:lnTo>
                  <a:lnTo>
                    <a:pt x="25115" y="5273"/>
                  </a:lnTo>
                  <a:lnTo>
                    <a:pt x="25011" y="5308"/>
                  </a:lnTo>
                  <a:lnTo>
                    <a:pt x="24907" y="5273"/>
                  </a:lnTo>
                  <a:lnTo>
                    <a:pt x="24837" y="5239"/>
                  </a:lnTo>
                  <a:lnTo>
                    <a:pt x="24803" y="5239"/>
                  </a:lnTo>
                  <a:lnTo>
                    <a:pt x="24768" y="5308"/>
                  </a:lnTo>
                  <a:lnTo>
                    <a:pt x="24698" y="5273"/>
                  </a:lnTo>
                  <a:lnTo>
                    <a:pt x="24594" y="5239"/>
                  </a:lnTo>
                  <a:lnTo>
                    <a:pt x="24456" y="5273"/>
                  </a:lnTo>
                  <a:lnTo>
                    <a:pt x="24421" y="5273"/>
                  </a:lnTo>
                  <a:lnTo>
                    <a:pt x="24386" y="5308"/>
                  </a:lnTo>
                  <a:lnTo>
                    <a:pt x="24213" y="5273"/>
                  </a:lnTo>
                  <a:lnTo>
                    <a:pt x="24039" y="5308"/>
                  </a:lnTo>
                  <a:lnTo>
                    <a:pt x="23727" y="5343"/>
                  </a:lnTo>
                  <a:lnTo>
                    <a:pt x="23242" y="5343"/>
                  </a:lnTo>
                  <a:lnTo>
                    <a:pt x="23068" y="5377"/>
                  </a:lnTo>
                  <a:lnTo>
                    <a:pt x="22444" y="5377"/>
                  </a:lnTo>
                  <a:lnTo>
                    <a:pt x="22270" y="5412"/>
                  </a:lnTo>
                  <a:lnTo>
                    <a:pt x="21993" y="5412"/>
                  </a:lnTo>
                  <a:lnTo>
                    <a:pt x="21923" y="5377"/>
                  </a:lnTo>
                  <a:lnTo>
                    <a:pt x="21889" y="5377"/>
                  </a:lnTo>
                  <a:lnTo>
                    <a:pt x="21854" y="5447"/>
                  </a:lnTo>
                  <a:lnTo>
                    <a:pt x="21819" y="5447"/>
                  </a:lnTo>
                  <a:lnTo>
                    <a:pt x="21819" y="5412"/>
                  </a:lnTo>
                  <a:lnTo>
                    <a:pt x="21646" y="5412"/>
                  </a:lnTo>
                  <a:lnTo>
                    <a:pt x="21577" y="5447"/>
                  </a:lnTo>
                  <a:lnTo>
                    <a:pt x="21403" y="5412"/>
                  </a:lnTo>
                  <a:lnTo>
                    <a:pt x="21299" y="5412"/>
                  </a:lnTo>
                  <a:lnTo>
                    <a:pt x="21299" y="5481"/>
                  </a:lnTo>
                  <a:lnTo>
                    <a:pt x="21264" y="5481"/>
                  </a:lnTo>
                  <a:lnTo>
                    <a:pt x="21230" y="5447"/>
                  </a:lnTo>
                  <a:lnTo>
                    <a:pt x="21126" y="5377"/>
                  </a:lnTo>
                  <a:lnTo>
                    <a:pt x="21056" y="5377"/>
                  </a:lnTo>
                  <a:lnTo>
                    <a:pt x="20848" y="5412"/>
                  </a:lnTo>
                  <a:lnTo>
                    <a:pt x="20744" y="5412"/>
                  </a:lnTo>
                  <a:lnTo>
                    <a:pt x="20640" y="5447"/>
                  </a:lnTo>
                  <a:lnTo>
                    <a:pt x="20536" y="5447"/>
                  </a:lnTo>
                  <a:lnTo>
                    <a:pt x="20432" y="5412"/>
                  </a:lnTo>
                  <a:lnTo>
                    <a:pt x="20362" y="5377"/>
                  </a:lnTo>
                  <a:lnTo>
                    <a:pt x="20293" y="5412"/>
                  </a:lnTo>
                  <a:lnTo>
                    <a:pt x="20224" y="5447"/>
                  </a:lnTo>
                  <a:lnTo>
                    <a:pt x="20120" y="5412"/>
                  </a:lnTo>
                  <a:lnTo>
                    <a:pt x="20016" y="5412"/>
                  </a:lnTo>
                  <a:lnTo>
                    <a:pt x="19981" y="5447"/>
                  </a:lnTo>
                  <a:lnTo>
                    <a:pt x="19912" y="5481"/>
                  </a:lnTo>
                  <a:lnTo>
                    <a:pt x="19912" y="5412"/>
                  </a:lnTo>
                  <a:lnTo>
                    <a:pt x="19877" y="5412"/>
                  </a:lnTo>
                  <a:lnTo>
                    <a:pt x="19842" y="5447"/>
                  </a:lnTo>
                  <a:lnTo>
                    <a:pt x="19773" y="5481"/>
                  </a:lnTo>
                  <a:lnTo>
                    <a:pt x="19738" y="5481"/>
                  </a:lnTo>
                  <a:lnTo>
                    <a:pt x="19703" y="5447"/>
                  </a:lnTo>
                  <a:lnTo>
                    <a:pt x="19669" y="5412"/>
                  </a:lnTo>
                  <a:lnTo>
                    <a:pt x="19461" y="5412"/>
                  </a:lnTo>
                  <a:lnTo>
                    <a:pt x="19114" y="5377"/>
                  </a:lnTo>
                  <a:lnTo>
                    <a:pt x="18559" y="5377"/>
                  </a:lnTo>
                  <a:lnTo>
                    <a:pt x="18281" y="5412"/>
                  </a:lnTo>
                  <a:lnTo>
                    <a:pt x="18142" y="5412"/>
                  </a:lnTo>
                  <a:lnTo>
                    <a:pt x="18004" y="5377"/>
                  </a:lnTo>
                  <a:lnTo>
                    <a:pt x="17865" y="5377"/>
                  </a:lnTo>
                  <a:lnTo>
                    <a:pt x="17726" y="5412"/>
                  </a:lnTo>
                  <a:lnTo>
                    <a:pt x="17483" y="5412"/>
                  </a:lnTo>
                  <a:lnTo>
                    <a:pt x="17241" y="5377"/>
                  </a:lnTo>
                  <a:lnTo>
                    <a:pt x="16755" y="5377"/>
                  </a:lnTo>
                  <a:lnTo>
                    <a:pt x="16686" y="5343"/>
                  </a:lnTo>
                  <a:lnTo>
                    <a:pt x="16616" y="5343"/>
                  </a:lnTo>
                  <a:lnTo>
                    <a:pt x="16582" y="5377"/>
                  </a:lnTo>
                  <a:lnTo>
                    <a:pt x="16547" y="5412"/>
                  </a:lnTo>
                  <a:lnTo>
                    <a:pt x="16477" y="5377"/>
                  </a:lnTo>
                  <a:lnTo>
                    <a:pt x="16373" y="5377"/>
                  </a:lnTo>
                  <a:lnTo>
                    <a:pt x="16165" y="5343"/>
                  </a:lnTo>
                  <a:lnTo>
                    <a:pt x="16061" y="5343"/>
                  </a:lnTo>
                  <a:lnTo>
                    <a:pt x="15957" y="5377"/>
                  </a:lnTo>
                  <a:lnTo>
                    <a:pt x="15888" y="5412"/>
                  </a:lnTo>
                  <a:lnTo>
                    <a:pt x="15818" y="5377"/>
                  </a:lnTo>
                  <a:lnTo>
                    <a:pt x="15784" y="5343"/>
                  </a:lnTo>
                  <a:lnTo>
                    <a:pt x="15749" y="5343"/>
                  </a:lnTo>
                  <a:lnTo>
                    <a:pt x="15714" y="5412"/>
                  </a:lnTo>
                  <a:lnTo>
                    <a:pt x="15645" y="5377"/>
                  </a:lnTo>
                  <a:lnTo>
                    <a:pt x="15541" y="5343"/>
                  </a:lnTo>
                  <a:lnTo>
                    <a:pt x="15472" y="5343"/>
                  </a:lnTo>
                  <a:lnTo>
                    <a:pt x="15367" y="5377"/>
                  </a:lnTo>
                  <a:lnTo>
                    <a:pt x="15298" y="5377"/>
                  </a:lnTo>
                  <a:lnTo>
                    <a:pt x="15194" y="5343"/>
                  </a:lnTo>
                  <a:lnTo>
                    <a:pt x="14812" y="5343"/>
                  </a:lnTo>
                  <a:lnTo>
                    <a:pt x="14431" y="5377"/>
                  </a:lnTo>
                  <a:lnTo>
                    <a:pt x="14188" y="5377"/>
                  </a:lnTo>
                  <a:lnTo>
                    <a:pt x="13980" y="5343"/>
                  </a:lnTo>
                  <a:lnTo>
                    <a:pt x="13217" y="5343"/>
                  </a:lnTo>
                  <a:lnTo>
                    <a:pt x="12939" y="5308"/>
                  </a:lnTo>
                  <a:lnTo>
                    <a:pt x="12801" y="5308"/>
                  </a:lnTo>
                  <a:lnTo>
                    <a:pt x="12662" y="5377"/>
                  </a:lnTo>
                  <a:lnTo>
                    <a:pt x="12627" y="5377"/>
                  </a:lnTo>
                  <a:lnTo>
                    <a:pt x="12558" y="5343"/>
                  </a:lnTo>
                  <a:lnTo>
                    <a:pt x="12419" y="5308"/>
                  </a:lnTo>
                  <a:lnTo>
                    <a:pt x="12246" y="5343"/>
                  </a:lnTo>
                  <a:lnTo>
                    <a:pt x="12072" y="5343"/>
                  </a:lnTo>
                  <a:lnTo>
                    <a:pt x="11933" y="5308"/>
                  </a:lnTo>
                  <a:lnTo>
                    <a:pt x="11899" y="5273"/>
                  </a:lnTo>
                  <a:lnTo>
                    <a:pt x="11864" y="5343"/>
                  </a:lnTo>
                  <a:lnTo>
                    <a:pt x="11795" y="5377"/>
                  </a:lnTo>
                  <a:lnTo>
                    <a:pt x="11656" y="5377"/>
                  </a:lnTo>
                  <a:lnTo>
                    <a:pt x="11552" y="5343"/>
                  </a:lnTo>
                  <a:lnTo>
                    <a:pt x="11482" y="5343"/>
                  </a:lnTo>
                  <a:lnTo>
                    <a:pt x="11413" y="5377"/>
                  </a:lnTo>
                  <a:lnTo>
                    <a:pt x="11240" y="5377"/>
                  </a:lnTo>
                  <a:lnTo>
                    <a:pt x="11066" y="5343"/>
                  </a:lnTo>
                  <a:lnTo>
                    <a:pt x="10754" y="5377"/>
                  </a:lnTo>
                  <a:lnTo>
                    <a:pt x="10476" y="5377"/>
                  </a:lnTo>
                  <a:lnTo>
                    <a:pt x="10268" y="5343"/>
                  </a:lnTo>
                  <a:lnTo>
                    <a:pt x="10060" y="5377"/>
                  </a:lnTo>
                  <a:lnTo>
                    <a:pt x="9436" y="5377"/>
                  </a:lnTo>
                  <a:lnTo>
                    <a:pt x="9366" y="5412"/>
                  </a:lnTo>
                  <a:lnTo>
                    <a:pt x="9297" y="5447"/>
                  </a:lnTo>
                  <a:lnTo>
                    <a:pt x="9262" y="5412"/>
                  </a:lnTo>
                  <a:lnTo>
                    <a:pt x="9193" y="5377"/>
                  </a:lnTo>
                  <a:lnTo>
                    <a:pt x="7632" y="5377"/>
                  </a:lnTo>
                  <a:lnTo>
                    <a:pt x="7389" y="5412"/>
                  </a:lnTo>
                  <a:lnTo>
                    <a:pt x="7146" y="5377"/>
                  </a:lnTo>
                  <a:lnTo>
                    <a:pt x="6904" y="5377"/>
                  </a:lnTo>
                  <a:lnTo>
                    <a:pt x="6626" y="5412"/>
                  </a:lnTo>
                  <a:lnTo>
                    <a:pt x="5898" y="5412"/>
                  </a:lnTo>
                  <a:lnTo>
                    <a:pt x="5724" y="5377"/>
                  </a:lnTo>
                  <a:lnTo>
                    <a:pt x="5585" y="5377"/>
                  </a:lnTo>
                  <a:lnTo>
                    <a:pt x="5447" y="5412"/>
                  </a:lnTo>
                  <a:lnTo>
                    <a:pt x="5030" y="5412"/>
                  </a:lnTo>
                  <a:lnTo>
                    <a:pt x="4926" y="5447"/>
                  </a:lnTo>
                  <a:lnTo>
                    <a:pt x="4822" y="5447"/>
                  </a:lnTo>
                  <a:lnTo>
                    <a:pt x="4718" y="5412"/>
                  </a:lnTo>
                  <a:lnTo>
                    <a:pt x="4475" y="5412"/>
                  </a:lnTo>
                  <a:lnTo>
                    <a:pt x="4233" y="5447"/>
                  </a:lnTo>
                  <a:lnTo>
                    <a:pt x="4129" y="5447"/>
                  </a:lnTo>
                  <a:lnTo>
                    <a:pt x="4059" y="5412"/>
                  </a:lnTo>
                  <a:lnTo>
                    <a:pt x="3920" y="5412"/>
                  </a:lnTo>
                  <a:lnTo>
                    <a:pt x="3920" y="5447"/>
                  </a:lnTo>
                  <a:lnTo>
                    <a:pt x="3920" y="5481"/>
                  </a:lnTo>
                  <a:lnTo>
                    <a:pt x="3851" y="5447"/>
                  </a:lnTo>
                  <a:lnTo>
                    <a:pt x="3782" y="5447"/>
                  </a:lnTo>
                  <a:lnTo>
                    <a:pt x="3712" y="5481"/>
                  </a:lnTo>
                  <a:lnTo>
                    <a:pt x="3678" y="5447"/>
                  </a:lnTo>
                  <a:lnTo>
                    <a:pt x="3574" y="5412"/>
                  </a:lnTo>
                  <a:lnTo>
                    <a:pt x="3504" y="5412"/>
                  </a:lnTo>
                  <a:lnTo>
                    <a:pt x="3470" y="5447"/>
                  </a:lnTo>
                  <a:lnTo>
                    <a:pt x="3400" y="5481"/>
                  </a:lnTo>
                  <a:lnTo>
                    <a:pt x="3296" y="5412"/>
                  </a:lnTo>
                  <a:lnTo>
                    <a:pt x="3227" y="5447"/>
                  </a:lnTo>
                  <a:lnTo>
                    <a:pt x="3088" y="5516"/>
                  </a:lnTo>
                  <a:lnTo>
                    <a:pt x="3019" y="5551"/>
                  </a:lnTo>
                  <a:lnTo>
                    <a:pt x="2984" y="5481"/>
                  </a:lnTo>
                  <a:lnTo>
                    <a:pt x="2810" y="5481"/>
                  </a:lnTo>
                  <a:lnTo>
                    <a:pt x="2290" y="5516"/>
                  </a:lnTo>
                  <a:lnTo>
                    <a:pt x="2221" y="5551"/>
                  </a:lnTo>
                  <a:lnTo>
                    <a:pt x="2151" y="5551"/>
                  </a:lnTo>
                  <a:lnTo>
                    <a:pt x="2117" y="5516"/>
                  </a:lnTo>
                  <a:lnTo>
                    <a:pt x="2082" y="5516"/>
                  </a:lnTo>
                  <a:lnTo>
                    <a:pt x="2047" y="5551"/>
                  </a:lnTo>
                  <a:lnTo>
                    <a:pt x="1943" y="5551"/>
                  </a:lnTo>
                  <a:lnTo>
                    <a:pt x="1805" y="5586"/>
                  </a:lnTo>
                  <a:lnTo>
                    <a:pt x="1492" y="5586"/>
                  </a:lnTo>
                  <a:lnTo>
                    <a:pt x="1319" y="5655"/>
                  </a:lnTo>
                  <a:lnTo>
                    <a:pt x="1284" y="5620"/>
                  </a:lnTo>
                  <a:lnTo>
                    <a:pt x="1284" y="5586"/>
                  </a:lnTo>
                  <a:lnTo>
                    <a:pt x="1076" y="5586"/>
                  </a:lnTo>
                  <a:lnTo>
                    <a:pt x="868" y="5620"/>
                  </a:lnTo>
                  <a:lnTo>
                    <a:pt x="729" y="5655"/>
                  </a:lnTo>
                  <a:lnTo>
                    <a:pt x="590" y="5690"/>
                  </a:lnTo>
                  <a:lnTo>
                    <a:pt x="556" y="5690"/>
                  </a:lnTo>
                  <a:lnTo>
                    <a:pt x="521" y="5620"/>
                  </a:lnTo>
                  <a:lnTo>
                    <a:pt x="521" y="5586"/>
                  </a:lnTo>
                  <a:lnTo>
                    <a:pt x="521" y="5516"/>
                  </a:lnTo>
                  <a:lnTo>
                    <a:pt x="729" y="5204"/>
                  </a:lnTo>
                  <a:lnTo>
                    <a:pt x="937" y="4892"/>
                  </a:lnTo>
                  <a:lnTo>
                    <a:pt x="1180" y="4510"/>
                  </a:lnTo>
                  <a:lnTo>
                    <a:pt x="1388" y="4129"/>
                  </a:lnTo>
                  <a:lnTo>
                    <a:pt x="1631" y="3782"/>
                  </a:lnTo>
                  <a:lnTo>
                    <a:pt x="1909" y="3435"/>
                  </a:lnTo>
                  <a:lnTo>
                    <a:pt x="2013" y="3261"/>
                  </a:lnTo>
                  <a:lnTo>
                    <a:pt x="2047" y="3088"/>
                  </a:lnTo>
                  <a:lnTo>
                    <a:pt x="2047" y="2880"/>
                  </a:lnTo>
                  <a:lnTo>
                    <a:pt x="2013" y="2776"/>
                  </a:lnTo>
                  <a:lnTo>
                    <a:pt x="1943" y="2706"/>
                  </a:lnTo>
                  <a:lnTo>
                    <a:pt x="1596" y="2325"/>
                  </a:lnTo>
                  <a:lnTo>
                    <a:pt x="1215" y="2013"/>
                  </a:lnTo>
                  <a:lnTo>
                    <a:pt x="937" y="1701"/>
                  </a:lnTo>
                  <a:lnTo>
                    <a:pt x="660" y="1354"/>
                  </a:lnTo>
                  <a:lnTo>
                    <a:pt x="417" y="1076"/>
                  </a:lnTo>
                  <a:lnTo>
                    <a:pt x="348" y="972"/>
                  </a:lnTo>
                  <a:lnTo>
                    <a:pt x="348" y="903"/>
                  </a:lnTo>
                  <a:lnTo>
                    <a:pt x="348" y="833"/>
                  </a:lnTo>
                  <a:lnTo>
                    <a:pt x="382" y="799"/>
                  </a:lnTo>
                  <a:lnTo>
                    <a:pt x="417" y="764"/>
                  </a:lnTo>
                  <a:lnTo>
                    <a:pt x="590" y="695"/>
                  </a:lnTo>
                  <a:lnTo>
                    <a:pt x="1215" y="660"/>
                  </a:lnTo>
                  <a:lnTo>
                    <a:pt x="1839" y="625"/>
                  </a:lnTo>
                  <a:lnTo>
                    <a:pt x="2325" y="625"/>
                  </a:lnTo>
                  <a:lnTo>
                    <a:pt x="2845" y="660"/>
                  </a:lnTo>
                  <a:lnTo>
                    <a:pt x="3816" y="660"/>
                  </a:lnTo>
                  <a:lnTo>
                    <a:pt x="4163" y="695"/>
                  </a:lnTo>
                  <a:lnTo>
                    <a:pt x="5447" y="695"/>
                  </a:lnTo>
                  <a:lnTo>
                    <a:pt x="5898" y="660"/>
                  </a:lnTo>
                  <a:lnTo>
                    <a:pt x="6349" y="660"/>
                  </a:lnTo>
                  <a:lnTo>
                    <a:pt x="7042" y="625"/>
                  </a:lnTo>
                  <a:lnTo>
                    <a:pt x="7736" y="590"/>
                  </a:lnTo>
                  <a:lnTo>
                    <a:pt x="9020" y="486"/>
                  </a:lnTo>
                  <a:lnTo>
                    <a:pt x="9436" y="452"/>
                  </a:lnTo>
                  <a:lnTo>
                    <a:pt x="10858" y="452"/>
                  </a:lnTo>
                  <a:lnTo>
                    <a:pt x="11240" y="417"/>
                  </a:lnTo>
                  <a:lnTo>
                    <a:pt x="11829" y="417"/>
                  </a:lnTo>
                  <a:lnTo>
                    <a:pt x="12003" y="382"/>
                  </a:lnTo>
                  <a:lnTo>
                    <a:pt x="12280" y="417"/>
                  </a:lnTo>
                  <a:lnTo>
                    <a:pt x="12592" y="417"/>
                  </a:lnTo>
                  <a:lnTo>
                    <a:pt x="13633" y="348"/>
                  </a:lnTo>
                  <a:lnTo>
                    <a:pt x="14084" y="348"/>
                  </a:lnTo>
                  <a:lnTo>
                    <a:pt x="14500" y="382"/>
                  </a:lnTo>
                  <a:lnTo>
                    <a:pt x="15472" y="382"/>
                  </a:lnTo>
                  <a:lnTo>
                    <a:pt x="15645" y="417"/>
                  </a:lnTo>
                  <a:lnTo>
                    <a:pt x="15992" y="382"/>
                  </a:lnTo>
                  <a:lnTo>
                    <a:pt x="16304" y="382"/>
                  </a:lnTo>
                  <a:lnTo>
                    <a:pt x="16408" y="417"/>
                  </a:lnTo>
                  <a:lnTo>
                    <a:pt x="16963" y="417"/>
                  </a:lnTo>
                  <a:lnTo>
                    <a:pt x="17102" y="382"/>
                  </a:lnTo>
                  <a:lnTo>
                    <a:pt x="17414" y="382"/>
                  </a:lnTo>
                  <a:lnTo>
                    <a:pt x="17726" y="417"/>
                  </a:lnTo>
                  <a:lnTo>
                    <a:pt x="18004" y="382"/>
                  </a:lnTo>
                  <a:lnTo>
                    <a:pt x="18316" y="417"/>
                  </a:lnTo>
                  <a:lnTo>
                    <a:pt x="18524" y="382"/>
                  </a:lnTo>
                  <a:lnTo>
                    <a:pt x="19599" y="382"/>
                  </a:lnTo>
                  <a:lnTo>
                    <a:pt x="19807" y="348"/>
                  </a:lnTo>
                  <a:lnTo>
                    <a:pt x="20016" y="348"/>
                  </a:lnTo>
                  <a:lnTo>
                    <a:pt x="20432" y="313"/>
                  </a:lnTo>
                  <a:lnTo>
                    <a:pt x="21577" y="313"/>
                  </a:lnTo>
                  <a:lnTo>
                    <a:pt x="21785" y="278"/>
                  </a:lnTo>
                  <a:close/>
                  <a:moveTo>
                    <a:pt x="21022" y="1"/>
                  </a:moveTo>
                  <a:lnTo>
                    <a:pt x="20675" y="35"/>
                  </a:lnTo>
                  <a:lnTo>
                    <a:pt x="20328" y="70"/>
                  </a:lnTo>
                  <a:lnTo>
                    <a:pt x="19426" y="70"/>
                  </a:lnTo>
                  <a:lnTo>
                    <a:pt x="19079" y="105"/>
                  </a:lnTo>
                  <a:lnTo>
                    <a:pt x="18663" y="105"/>
                  </a:lnTo>
                  <a:lnTo>
                    <a:pt x="18559" y="140"/>
                  </a:lnTo>
                  <a:lnTo>
                    <a:pt x="17032" y="140"/>
                  </a:lnTo>
                  <a:lnTo>
                    <a:pt x="16512" y="105"/>
                  </a:lnTo>
                  <a:lnTo>
                    <a:pt x="14292" y="105"/>
                  </a:lnTo>
                  <a:lnTo>
                    <a:pt x="13806" y="70"/>
                  </a:lnTo>
                  <a:lnTo>
                    <a:pt x="13356" y="105"/>
                  </a:lnTo>
                  <a:lnTo>
                    <a:pt x="12939" y="140"/>
                  </a:lnTo>
                  <a:lnTo>
                    <a:pt x="11586" y="140"/>
                  </a:lnTo>
                  <a:lnTo>
                    <a:pt x="11344" y="105"/>
                  </a:lnTo>
                  <a:lnTo>
                    <a:pt x="11136" y="105"/>
                  </a:lnTo>
                  <a:lnTo>
                    <a:pt x="10789" y="140"/>
                  </a:lnTo>
                  <a:lnTo>
                    <a:pt x="9956" y="140"/>
                  </a:lnTo>
                  <a:lnTo>
                    <a:pt x="9471" y="174"/>
                  </a:lnTo>
                  <a:lnTo>
                    <a:pt x="8950" y="209"/>
                  </a:lnTo>
                  <a:lnTo>
                    <a:pt x="8395" y="244"/>
                  </a:lnTo>
                  <a:lnTo>
                    <a:pt x="7910" y="278"/>
                  </a:lnTo>
                  <a:lnTo>
                    <a:pt x="7424" y="313"/>
                  </a:lnTo>
                  <a:lnTo>
                    <a:pt x="7008" y="313"/>
                  </a:lnTo>
                  <a:lnTo>
                    <a:pt x="6765" y="348"/>
                  </a:lnTo>
                  <a:lnTo>
                    <a:pt x="6522" y="382"/>
                  </a:lnTo>
                  <a:lnTo>
                    <a:pt x="6140" y="382"/>
                  </a:lnTo>
                  <a:lnTo>
                    <a:pt x="5759" y="417"/>
                  </a:lnTo>
                  <a:lnTo>
                    <a:pt x="4926" y="417"/>
                  </a:lnTo>
                  <a:lnTo>
                    <a:pt x="4198" y="382"/>
                  </a:lnTo>
                  <a:lnTo>
                    <a:pt x="3539" y="382"/>
                  </a:lnTo>
                  <a:lnTo>
                    <a:pt x="2845" y="348"/>
                  </a:lnTo>
                  <a:lnTo>
                    <a:pt x="2637" y="382"/>
                  </a:lnTo>
                  <a:lnTo>
                    <a:pt x="2533" y="382"/>
                  </a:lnTo>
                  <a:lnTo>
                    <a:pt x="2429" y="348"/>
                  </a:lnTo>
                  <a:lnTo>
                    <a:pt x="2290" y="313"/>
                  </a:lnTo>
                  <a:lnTo>
                    <a:pt x="2186" y="348"/>
                  </a:lnTo>
                  <a:lnTo>
                    <a:pt x="1666" y="348"/>
                  </a:lnTo>
                  <a:lnTo>
                    <a:pt x="1388" y="382"/>
                  </a:lnTo>
                  <a:lnTo>
                    <a:pt x="833" y="382"/>
                  </a:lnTo>
                  <a:lnTo>
                    <a:pt x="556" y="417"/>
                  </a:lnTo>
                  <a:lnTo>
                    <a:pt x="278" y="452"/>
                  </a:lnTo>
                  <a:lnTo>
                    <a:pt x="140" y="486"/>
                  </a:lnTo>
                  <a:lnTo>
                    <a:pt x="70" y="590"/>
                  </a:lnTo>
                  <a:lnTo>
                    <a:pt x="1" y="660"/>
                  </a:lnTo>
                  <a:lnTo>
                    <a:pt x="1" y="799"/>
                  </a:lnTo>
                  <a:lnTo>
                    <a:pt x="35" y="937"/>
                  </a:lnTo>
                  <a:lnTo>
                    <a:pt x="105" y="1076"/>
                  </a:lnTo>
                  <a:lnTo>
                    <a:pt x="244" y="1319"/>
                  </a:lnTo>
                  <a:lnTo>
                    <a:pt x="452" y="1562"/>
                  </a:lnTo>
                  <a:lnTo>
                    <a:pt x="695" y="1839"/>
                  </a:lnTo>
                  <a:lnTo>
                    <a:pt x="972" y="2151"/>
                  </a:lnTo>
                  <a:lnTo>
                    <a:pt x="1284" y="2429"/>
                  </a:lnTo>
                  <a:lnTo>
                    <a:pt x="1562" y="2672"/>
                  </a:lnTo>
                  <a:lnTo>
                    <a:pt x="1700" y="2811"/>
                  </a:lnTo>
                  <a:lnTo>
                    <a:pt x="1700" y="2915"/>
                  </a:lnTo>
                  <a:lnTo>
                    <a:pt x="1735" y="3019"/>
                  </a:lnTo>
                  <a:lnTo>
                    <a:pt x="1735" y="3123"/>
                  </a:lnTo>
                  <a:lnTo>
                    <a:pt x="1666" y="3157"/>
                  </a:lnTo>
                  <a:lnTo>
                    <a:pt x="1631" y="3192"/>
                  </a:lnTo>
                  <a:lnTo>
                    <a:pt x="1596" y="3261"/>
                  </a:lnTo>
                  <a:lnTo>
                    <a:pt x="1562" y="3366"/>
                  </a:lnTo>
                  <a:lnTo>
                    <a:pt x="1562" y="3400"/>
                  </a:lnTo>
                  <a:lnTo>
                    <a:pt x="1527" y="3435"/>
                  </a:lnTo>
                  <a:lnTo>
                    <a:pt x="1492" y="3470"/>
                  </a:lnTo>
                  <a:lnTo>
                    <a:pt x="1423" y="3504"/>
                  </a:lnTo>
                  <a:lnTo>
                    <a:pt x="1388" y="3608"/>
                  </a:lnTo>
                  <a:lnTo>
                    <a:pt x="1319" y="3712"/>
                  </a:lnTo>
                  <a:lnTo>
                    <a:pt x="1284" y="3747"/>
                  </a:lnTo>
                  <a:lnTo>
                    <a:pt x="1250" y="3747"/>
                  </a:lnTo>
                  <a:lnTo>
                    <a:pt x="1215" y="3782"/>
                  </a:lnTo>
                  <a:lnTo>
                    <a:pt x="1250" y="3851"/>
                  </a:lnTo>
                  <a:lnTo>
                    <a:pt x="1215" y="3886"/>
                  </a:lnTo>
                  <a:lnTo>
                    <a:pt x="1111" y="3955"/>
                  </a:lnTo>
                  <a:lnTo>
                    <a:pt x="1076" y="3990"/>
                  </a:lnTo>
                  <a:lnTo>
                    <a:pt x="1041" y="4094"/>
                  </a:lnTo>
                  <a:lnTo>
                    <a:pt x="1007" y="4233"/>
                  </a:lnTo>
                  <a:lnTo>
                    <a:pt x="937" y="4371"/>
                  </a:lnTo>
                  <a:lnTo>
                    <a:pt x="799" y="4580"/>
                  </a:lnTo>
                  <a:lnTo>
                    <a:pt x="729" y="4684"/>
                  </a:lnTo>
                  <a:lnTo>
                    <a:pt x="625" y="4753"/>
                  </a:lnTo>
                  <a:lnTo>
                    <a:pt x="625" y="4788"/>
                  </a:lnTo>
                  <a:lnTo>
                    <a:pt x="590" y="4892"/>
                  </a:lnTo>
                  <a:lnTo>
                    <a:pt x="521" y="4996"/>
                  </a:lnTo>
                  <a:lnTo>
                    <a:pt x="382" y="5135"/>
                  </a:lnTo>
                  <a:lnTo>
                    <a:pt x="278" y="5308"/>
                  </a:lnTo>
                  <a:lnTo>
                    <a:pt x="209" y="5447"/>
                  </a:lnTo>
                  <a:lnTo>
                    <a:pt x="174" y="5620"/>
                  </a:lnTo>
                  <a:lnTo>
                    <a:pt x="209" y="5794"/>
                  </a:lnTo>
                  <a:lnTo>
                    <a:pt x="244" y="5898"/>
                  </a:lnTo>
                  <a:lnTo>
                    <a:pt x="313" y="5932"/>
                  </a:lnTo>
                  <a:lnTo>
                    <a:pt x="452" y="5967"/>
                  </a:lnTo>
                  <a:lnTo>
                    <a:pt x="764" y="5967"/>
                  </a:lnTo>
                  <a:lnTo>
                    <a:pt x="1250" y="5932"/>
                  </a:lnTo>
                  <a:lnTo>
                    <a:pt x="1770" y="5898"/>
                  </a:lnTo>
                  <a:lnTo>
                    <a:pt x="2637" y="5828"/>
                  </a:lnTo>
                  <a:lnTo>
                    <a:pt x="4025" y="5759"/>
                  </a:lnTo>
                  <a:lnTo>
                    <a:pt x="5794" y="5759"/>
                  </a:lnTo>
                  <a:lnTo>
                    <a:pt x="6695" y="5724"/>
                  </a:lnTo>
                  <a:lnTo>
                    <a:pt x="7424" y="5759"/>
                  </a:lnTo>
                  <a:lnTo>
                    <a:pt x="7979" y="5724"/>
                  </a:lnTo>
                  <a:lnTo>
                    <a:pt x="9332" y="5724"/>
                  </a:lnTo>
                  <a:lnTo>
                    <a:pt x="10476" y="5690"/>
                  </a:lnTo>
                  <a:lnTo>
                    <a:pt x="11517" y="5655"/>
                  </a:lnTo>
                  <a:lnTo>
                    <a:pt x="13286" y="5655"/>
                  </a:lnTo>
                  <a:lnTo>
                    <a:pt x="13911" y="5690"/>
                  </a:lnTo>
                  <a:lnTo>
                    <a:pt x="16755" y="5690"/>
                  </a:lnTo>
                  <a:lnTo>
                    <a:pt x="17102" y="5724"/>
                  </a:lnTo>
                  <a:lnTo>
                    <a:pt x="19183" y="5724"/>
                  </a:lnTo>
                  <a:lnTo>
                    <a:pt x="19807" y="5759"/>
                  </a:lnTo>
                  <a:lnTo>
                    <a:pt x="21923" y="5759"/>
                  </a:lnTo>
                  <a:lnTo>
                    <a:pt x="22617" y="5724"/>
                  </a:lnTo>
                  <a:lnTo>
                    <a:pt x="22964" y="5724"/>
                  </a:lnTo>
                  <a:lnTo>
                    <a:pt x="23276" y="5690"/>
                  </a:lnTo>
                  <a:lnTo>
                    <a:pt x="23658" y="5690"/>
                  </a:lnTo>
                  <a:lnTo>
                    <a:pt x="24074" y="5655"/>
                  </a:lnTo>
                  <a:lnTo>
                    <a:pt x="24698" y="5586"/>
                  </a:lnTo>
                  <a:lnTo>
                    <a:pt x="25427" y="5586"/>
                  </a:lnTo>
                  <a:lnTo>
                    <a:pt x="25566" y="5551"/>
                  </a:lnTo>
                  <a:lnTo>
                    <a:pt x="25739" y="5516"/>
                  </a:lnTo>
                  <a:lnTo>
                    <a:pt x="25878" y="5516"/>
                  </a:lnTo>
                  <a:lnTo>
                    <a:pt x="26537" y="5551"/>
                  </a:lnTo>
                  <a:lnTo>
                    <a:pt x="26849" y="5551"/>
                  </a:lnTo>
                  <a:lnTo>
                    <a:pt x="27161" y="5620"/>
                  </a:lnTo>
                  <a:lnTo>
                    <a:pt x="27335" y="5620"/>
                  </a:lnTo>
                  <a:lnTo>
                    <a:pt x="27404" y="5586"/>
                  </a:lnTo>
                  <a:lnTo>
                    <a:pt x="27404" y="5481"/>
                  </a:lnTo>
                  <a:lnTo>
                    <a:pt x="27439" y="5447"/>
                  </a:lnTo>
                  <a:lnTo>
                    <a:pt x="27473" y="5377"/>
                  </a:lnTo>
                  <a:lnTo>
                    <a:pt x="27508" y="5343"/>
                  </a:lnTo>
                  <a:lnTo>
                    <a:pt x="27508" y="5204"/>
                  </a:lnTo>
                  <a:lnTo>
                    <a:pt x="27439" y="4961"/>
                  </a:lnTo>
                  <a:lnTo>
                    <a:pt x="27335" y="4753"/>
                  </a:lnTo>
                  <a:lnTo>
                    <a:pt x="27196" y="4545"/>
                  </a:lnTo>
                  <a:lnTo>
                    <a:pt x="27023" y="4337"/>
                  </a:lnTo>
                  <a:lnTo>
                    <a:pt x="26884" y="4198"/>
                  </a:lnTo>
                  <a:lnTo>
                    <a:pt x="26780" y="4025"/>
                  </a:lnTo>
                  <a:lnTo>
                    <a:pt x="26676" y="3851"/>
                  </a:lnTo>
                  <a:lnTo>
                    <a:pt x="26537" y="3712"/>
                  </a:lnTo>
                  <a:lnTo>
                    <a:pt x="26329" y="3400"/>
                  </a:lnTo>
                  <a:lnTo>
                    <a:pt x="26225" y="3296"/>
                  </a:lnTo>
                  <a:lnTo>
                    <a:pt x="26155" y="3227"/>
                  </a:lnTo>
                  <a:lnTo>
                    <a:pt x="26086" y="3192"/>
                  </a:lnTo>
                  <a:lnTo>
                    <a:pt x="26017" y="3123"/>
                  </a:lnTo>
                  <a:lnTo>
                    <a:pt x="25982" y="3053"/>
                  </a:lnTo>
                  <a:lnTo>
                    <a:pt x="25982" y="3019"/>
                  </a:lnTo>
                  <a:lnTo>
                    <a:pt x="26051" y="2811"/>
                  </a:lnTo>
                  <a:lnTo>
                    <a:pt x="26155" y="2637"/>
                  </a:lnTo>
                  <a:lnTo>
                    <a:pt x="26537" y="2117"/>
                  </a:lnTo>
                  <a:lnTo>
                    <a:pt x="26814" y="1735"/>
                  </a:lnTo>
                  <a:lnTo>
                    <a:pt x="27092" y="1354"/>
                  </a:lnTo>
                  <a:lnTo>
                    <a:pt x="27231" y="1111"/>
                  </a:lnTo>
                  <a:lnTo>
                    <a:pt x="27369" y="903"/>
                  </a:lnTo>
                  <a:lnTo>
                    <a:pt x="27439" y="799"/>
                  </a:lnTo>
                  <a:lnTo>
                    <a:pt x="27508" y="695"/>
                  </a:lnTo>
                  <a:lnTo>
                    <a:pt x="27543" y="590"/>
                  </a:lnTo>
                  <a:lnTo>
                    <a:pt x="27508" y="452"/>
                  </a:lnTo>
                  <a:lnTo>
                    <a:pt x="27508" y="382"/>
                  </a:lnTo>
                  <a:lnTo>
                    <a:pt x="27473" y="313"/>
                  </a:lnTo>
                  <a:lnTo>
                    <a:pt x="27439" y="278"/>
                  </a:lnTo>
                  <a:lnTo>
                    <a:pt x="27335" y="244"/>
                  </a:lnTo>
                  <a:lnTo>
                    <a:pt x="27231" y="209"/>
                  </a:lnTo>
                  <a:lnTo>
                    <a:pt x="27023" y="140"/>
                  </a:lnTo>
                  <a:lnTo>
                    <a:pt x="26849" y="105"/>
                  </a:lnTo>
                  <a:lnTo>
                    <a:pt x="26017" y="105"/>
                  </a:lnTo>
                  <a:lnTo>
                    <a:pt x="25635" y="140"/>
                  </a:lnTo>
                  <a:lnTo>
                    <a:pt x="24803" y="140"/>
                  </a:lnTo>
                  <a:lnTo>
                    <a:pt x="24456" y="105"/>
                  </a:lnTo>
                  <a:lnTo>
                    <a:pt x="24386" y="105"/>
                  </a:lnTo>
                  <a:lnTo>
                    <a:pt x="24178" y="140"/>
                  </a:lnTo>
                  <a:lnTo>
                    <a:pt x="23970" y="105"/>
                  </a:lnTo>
                  <a:lnTo>
                    <a:pt x="23762" y="70"/>
                  </a:lnTo>
                  <a:lnTo>
                    <a:pt x="23033" y="70"/>
                  </a:lnTo>
                  <a:lnTo>
                    <a:pt x="22548" y="35"/>
                  </a:lnTo>
                  <a:lnTo>
                    <a:pt x="21646" y="1"/>
                  </a:lnTo>
                  <a:close/>
                </a:path>
              </a:pathLst>
            </a:custGeom>
            <a:solidFill>
              <a:srgbClr val="222F3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2" name="Google Shape;472;p25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Doodle Banner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73" name="Google Shape;473;p25"/>
          <p:cNvSpPr txBox="1"/>
          <p:nvPr/>
        </p:nvSpPr>
        <p:spPr>
          <a:xfrm>
            <a:off x="1041700" y="1538788"/>
            <a:ext cx="14148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24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74" name="Google Shape;474;p25"/>
          <p:cNvSpPr txBox="1"/>
          <p:nvPr/>
        </p:nvSpPr>
        <p:spPr>
          <a:xfrm>
            <a:off x="904188" y="2103888"/>
            <a:ext cx="1689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it’s a cold place and it’s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" name="Google Shape;475;p25"/>
          <p:cNvSpPr txBox="1"/>
          <p:nvPr/>
        </p:nvSpPr>
        <p:spPr>
          <a:xfrm>
            <a:off x="2895475" y="3167650"/>
            <a:ext cx="14148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Venus</a:t>
            </a:r>
            <a:endParaRPr b="1" sz="24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76" name="Google Shape;476;p25"/>
          <p:cNvSpPr txBox="1"/>
          <p:nvPr/>
        </p:nvSpPr>
        <p:spPr>
          <a:xfrm>
            <a:off x="2757963" y="3732750"/>
            <a:ext cx="1689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h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 a nice name and is the second planet from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25"/>
          <p:cNvSpPr txBox="1"/>
          <p:nvPr/>
        </p:nvSpPr>
        <p:spPr>
          <a:xfrm>
            <a:off x="4822800" y="1538788"/>
            <a:ext cx="14148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Jupiter</a:t>
            </a:r>
            <a:endParaRPr b="1" sz="24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78" name="Google Shape;478;p25"/>
          <p:cNvSpPr txBox="1"/>
          <p:nvPr/>
        </p:nvSpPr>
        <p:spPr>
          <a:xfrm>
            <a:off x="4685288" y="2103888"/>
            <a:ext cx="1689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a gas giant and it’s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" name="Google Shape;479;p25"/>
          <p:cNvSpPr txBox="1"/>
          <p:nvPr/>
        </p:nvSpPr>
        <p:spPr>
          <a:xfrm>
            <a:off x="6676575" y="3167650"/>
            <a:ext cx="14148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24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80" name="Google Shape;480;p25"/>
          <p:cNvSpPr txBox="1"/>
          <p:nvPr/>
        </p:nvSpPr>
        <p:spPr>
          <a:xfrm>
            <a:off x="6539063" y="3732750"/>
            <a:ext cx="1689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5" name="Google Shape;485;p26"/>
          <p:cNvGrpSpPr/>
          <p:nvPr/>
        </p:nvGrpSpPr>
        <p:grpSpPr>
          <a:xfrm>
            <a:off x="831125" y="1282500"/>
            <a:ext cx="7249002" cy="3275169"/>
            <a:chOff x="831125" y="1282500"/>
            <a:chExt cx="7249002" cy="3275169"/>
          </a:xfrm>
        </p:grpSpPr>
        <p:sp>
          <p:nvSpPr>
            <p:cNvPr id="486" name="Google Shape;486;p26"/>
            <p:cNvSpPr/>
            <p:nvPr/>
          </p:nvSpPr>
          <p:spPr>
            <a:xfrm>
              <a:off x="2890273" y="1500325"/>
              <a:ext cx="1377146" cy="3057344"/>
            </a:xfrm>
            <a:custGeom>
              <a:rect b="b" l="l" r="r" t="t"/>
              <a:pathLst>
                <a:path extrusionOk="0" h="99442" w="37030">
                  <a:moveTo>
                    <a:pt x="1" y="1"/>
                  </a:moveTo>
                  <a:lnTo>
                    <a:pt x="1" y="99441"/>
                  </a:lnTo>
                  <a:lnTo>
                    <a:pt x="18515" y="90369"/>
                  </a:lnTo>
                  <a:lnTo>
                    <a:pt x="37029" y="99441"/>
                  </a:lnTo>
                  <a:lnTo>
                    <a:pt x="37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6"/>
            <p:cNvSpPr/>
            <p:nvPr/>
          </p:nvSpPr>
          <p:spPr>
            <a:xfrm>
              <a:off x="4797045" y="1500325"/>
              <a:ext cx="1377109" cy="3057344"/>
            </a:xfrm>
            <a:custGeom>
              <a:rect b="b" l="l" r="r" t="t"/>
              <a:pathLst>
                <a:path extrusionOk="0" h="99442" w="37029">
                  <a:moveTo>
                    <a:pt x="1" y="1"/>
                  </a:moveTo>
                  <a:lnTo>
                    <a:pt x="1" y="99441"/>
                  </a:lnTo>
                  <a:lnTo>
                    <a:pt x="18503" y="90369"/>
                  </a:lnTo>
                  <a:lnTo>
                    <a:pt x="37029" y="99441"/>
                  </a:lnTo>
                  <a:lnTo>
                    <a:pt x="370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6"/>
            <p:cNvSpPr/>
            <p:nvPr/>
          </p:nvSpPr>
          <p:spPr>
            <a:xfrm>
              <a:off x="6703018" y="1500325"/>
              <a:ext cx="1377109" cy="3057344"/>
            </a:xfrm>
            <a:custGeom>
              <a:rect b="b" l="l" r="r" t="t"/>
              <a:pathLst>
                <a:path extrusionOk="0" h="99442" w="37029">
                  <a:moveTo>
                    <a:pt x="1" y="1"/>
                  </a:moveTo>
                  <a:lnTo>
                    <a:pt x="1" y="99441"/>
                  </a:lnTo>
                  <a:lnTo>
                    <a:pt x="18515" y="90369"/>
                  </a:lnTo>
                  <a:lnTo>
                    <a:pt x="37029" y="99441"/>
                  </a:lnTo>
                  <a:lnTo>
                    <a:pt x="3702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6"/>
            <p:cNvSpPr/>
            <p:nvPr/>
          </p:nvSpPr>
          <p:spPr>
            <a:xfrm>
              <a:off x="2760788" y="1299275"/>
              <a:ext cx="1214450" cy="814375"/>
            </a:xfrm>
            <a:custGeom>
              <a:rect b="b" l="l" r="r" t="t"/>
              <a:pathLst>
                <a:path extrusionOk="0" h="32575" w="48578">
                  <a:moveTo>
                    <a:pt x="1524" y="4572"/>
                  </a:moveTo>
                  <a:lnTo>
                    <a:pt x="17907" y="5905"/>
                  </a:lnTo>
                  <a:lnTo>
                    <a:pt x="30766" y="6001"/>
                  </a:lnTo>
                  <a:lnTo>
                    <a:pt x="32385" y="0"/>
                  </a:lnTo>
                  <a:lnTo>
                    <a:pt x="38291" y="5810"/>
                  </a:lnTo>
                  <a:lnTo>
                    <a:pt x="44673" y="11335"/>
                  </a:lnTo>
                  <a:lnTo>
                    <a:pt x="48578" y="14383"/>
                  </a:lnTo>
                  <a:lnTo>
                    <a:pt x="41053" y="25622"/>
                  </a:lnTo>
                  <a:lnTo>
                    <a:pt x="34957" y="32575"/>
                  </a:lnTo>
                  <a:lnTo>
                    <a:pt x="33243" y="30480"/>
                  </a:lnTo>
                  <a:lnTo>
                    <a:pt x="31814" y="25527"/>
                  </a:lnTo>
                  <a:lnTo>
                    <a:pt x="0" y="253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90" name="Google Shape;490;p26"/>
            <p:cNvSpPr/>
            <p:nvPr/>
          </p:nvSpPr>
          <p:spPr>
            <a:xfrm>
              <a:off x="2724312" y="1282500"/>
              <a:ext cx="1258491" cy="894928"/>
            </a:xfrm>
            <a:custGeom>
              <a:rect b="b" l="l" r="r" t="t"/>
              <a:pathLst>
                <a:path extrusionOk="0" h="24804" w="34883">
                  <a:moveTo>
                    <a:pt x="1310" y="16558"/>
                  </a:moveTo>
                  <a:lnTo>
                    <a:pt x="1441" y="16689"/>
                  </a:lnTo>
                  <a:lnTo>
                    <a:pt x="1506" y="16754"/>
                  </a:lnTo>
                  <a:lnTo>
                    <a:pt x="1637" y="16885"/>
                  </a:lnTo>
                  <a:lnTo>
                    <a:pt x="1833" y="16885"/>
                  </a:lnTo>
                  <a:lnTo>
                    <a:pt x="1768" y="17016"/>
                  </a:lnTo>
                  <a:lnTo>
                    <a:pt x="1506" y="17016"/>
                  </a:lnTo>
                  <a:lnTo>
                    <a:pt x="1310" y="17081"/>
                  </a:lnTo>
                  <a:lnTo>
                    <a:pt x="1310" y="16558"/>
                  </a:lnTo>
                  <a:close/>
                  <a:moveTo>
                    <a:pt x="6153" y="18325"/>
                  </a:moveTo>
                  <a:lnTo>
                    <a:pt x="7592" y="18456"/>
                  </a:lnTo>
                  <a:lnTo>
                    <a:pt x="7265" y="18456"/>
                  </a:lnTo>
                  <a:lnTo>
                    <a:pt x="6153" y="18325"/>
                  </a:lnTo>
                  <a:close/>
                  <a:moveTo>
                    <a:pt x="23626" y="1113"/>
                  </a:moveTo>
                  <a:lnTo>
                    <a:pt x="26047" y="3600"/>
                  </a:lnTo>
                  <a:lnTo>
                    <a:pt x="27291" y="4843"/>
                  </a:lnTo>
                  <a:lnTo>
                    <a:pt x="28600" y="6021"/>
                  </a:lnTo>
                  <a:lnTo>
                    <a:pt x="29909" y="7134"/>
                  </a:lnTo>
                  <a:lnTo>
                    <a:pt x="31283" y="8246"/>
                  </a:lnTo>
                  <a:lnTo>
                    <a:pt x="32657" y="9293"/>
                  </a:lnTo>
                  <a:lnTo>
                    <a:pt x="34097" y="10210"/>
                  </a:lnTo>
                  <a:lnTo>
                    <a:pt x="32657" y="12173"/>
                  </a:lnTo>
                  <a:lnTo>
                    <a:pt x="31217" y="14136"/>
                  </a:lnTo>
                  <a:lnTo>
                    <a:pt x="29778" y="16100"/>
                  </a:lnTo>
                  <a:lnTo>
                    <a:pt x="28272" y="18063"/>
                  </a:lnTo>
                  <a:lnTo>
                    <a:pt x="26702" y="20026"/>
                  </a:lnTo>
                  <a:lnTo>
                    <a:pt x="26047" y="20942"/>
                  </a:lnTo>
                  <a:lnTo>
                    <a:pt x="25720" y="21401"/>
                  </a:lnTo>
                  <a:lnTo>
                    <a:pt x="25327" y="21728"/>
                  </a:lnTo>
                  <a:lnTo>
                    <a:pt x="25066" y="21924"/>
                  </a:lnTo>
                  <a:lnTo>
                    <a:pt x="24935" y="21924"/>
                  </a:lnTo>
                  <a:lnTo>
                    <a:pt x="24869" y="21728"/>
                  </a:lnTo>
                  <a:lnTo>
                    <a:pt x="24738" y="21466"/>
                  </a:lnTo>
                  <a:lnTo>
                    <a:pt x="24673" y="21139"/>
                  </a:lnTo>
                  <a:lnTo>
                    <a:pt x="24608" y="20812"/>
                  </a:lnTo>
                  <a:lnTo>
                    <a:pt x="24542" y="20223"/>
                  </a:lnTo>
                  <a:lnTo>
                    <a:pt x="24150" y="17605"/>
                  </a:lnTo>
                  <a:lnTo>
                    <a:pt x="24215" y="17474"/>
                  </a:lnTo>
                  <a:lnTo>
                    <a:pt x="24215" y="17343"/>
                  </a:lnTo>
                  <a:lnTo>
                    <a:pt x="24084" y="17278"/>
                  </a:lnTo>
                  <a:lnTo>
                    <a:pt x="23953" y="17212"/>
                  </a:lnTo>
                  <a:lnTo>
                    <a:pt x="18325" y="17212"/>
                  </a:lnTo>
                  <a:lnTo>
                    <a:pt x="15511" y="17278"/>
                  </a:lnTo>
                  <a:lnTo>
                    <a:pt x="12697" y="17278"/>
                  </a:lnTo>
                  <a:lnTo>
                    <a:pt x="9883" y="17147"/>
                  </a:lnTo>
                  <a:lnTo>
                    <a:pt x="7069" y="17016"/>
                  </a:lnTo>
                  <a:lnTo>
                    <a:pt x="5825" y="16950"/>
                  </a:lnTo>
                  <a:lnTo>
                    <a:pt x="4517" y="16819"/>
                  </a:lnTo>
                  <a:lnTo>
                    <a:pt x="3273" y="16754"/>
                  </a:lnTo>
                  <a:lnTo>
                    <a:pt x="2619" y="16754"/>
                  </a:lnTo>
                  <a:lnTo>
                    <a:pt x="2030" y="16819"/>
                  </a:lnTo>
                  <a:lnTo>
                    <a:pt x="2030" y="16754"/>
                  </a:lnTo>
                  <a:lnTo>
                    <a:pt x="1964" y="16623"/>
                  </a:lnTo>
                  <a:lnTo>
                    <a:pt x="1833" y="16427"/>
                  </a:lnTo>
                  <a:lnTo>
                    <a:pt x="1768" y="16100"/>
                  </a:lnTo>
                  <a:lnTo>
                    <a:pt x="1768" y="15707"/>
                  </a:lnTo>
                  <a:lnTo>
                    <a:pt x="1768" y="15249"/>
                  </a:lnTo>
                  <a:lnTo>
                    <a:pt x="1899" y="13678"/>
                  </a:lnTo>
                  <a:lnTo>
                    <a:pt x="2030" y="10341"/>
                  </a:lnTo>
                  <a:lnTo>
                    <a:pt x="2291" y="3927"/>
                  </a:lnTo>
                  <a:lnTo>
                    <a:pt x="7461" y="4516"/>
                  </a:lnTo>
                  <a:lnTo>
                    <a:pt x="10079" y="4712"/>
                  </a:lnTo>
                  <a:lnTo>
                    <a:pt x="12631" y="4909"/>
                  </a:lnTo>
                  <a:lnTo>
                    <a:pt x="15249" y="5040"/>
                  </a:lnTo>
                  <a:lnTo>
                    <a:pt x="20419" y="5040"/>
                  </a:lnTo>
                  <a:lnTo>
                    <a:pt x="23037" y="4974"/>
                  </a:lnTo>
                  <a:lnTo>
                    <a:pt x="23168" y="4909"/>
                  </a:lnTo>
                  <a:lnTo>
                    <a:pt x="23299" y="4778"/>
                  </a:lnTo>
                  <a:lnTo>
                    <a:pt x="23364" y="4712"/>
                  </a:lnTo>
                  <a:lnTo>
                    <a:pt x="23495" y="4582"/>
                  </a:lnTo>
                  <a:lnTo>
                    <a:pt x="23626" y="2880"/>
                  </a:lnTo>
                  <a:lnTo>
                    <a:pt x="23626" y="1113"/>
                  </a:lnTo>
                  <a:close/>
                  <a:moveTo>
                    <a:pt x="24411" y="23626"/>
                  </a:moveTo>
                  <a:lnTo>
                    <a:pt x="24608" y="23691"/>
                  </a:lnTo>
                  <a:lnTo>
                    <a:pt x="24738" y="23756"/>
                  </a:lnTo>
                  <a:lnTo>
                    <a:pt x="24542" y="24018"/>
                  </a:lnTo>
                  <a:lnTo>
                    <a:pt x="24411" y="23626"/>
                  </a:lnTo>
                  <a:close/>
                  <a:moveTo>
                    <a:pt x="23364" y="0"/>
                  </a:moveTo>
                  <a:lnTo>
                    <a:pt x="23233" y="66"/>
                  </a:lnTo>
                  <a:lnTo>
                    <a:pt x="23168" y="66"/>
                  </a:lnTo>
                  <a:lnTo>
                    <a:pt x="22317" y="655"/>
                  </a:lnTo>
                  <a:lnTo>
                    <a:pt x="21924" y="917"/>
                  </a:lnTo>
                  <a:lnTo>
                    <a:pt x="21728" y="1113"/>
                  </a:lnTo>
                  <a:lnTo>
                    <a:pt x="21597" y="1244"/>
                  </a:lnTo>
                  <a:lnTo>
                    <a:pt x="21532" y="1440"/>
                  </a:lnTo>
                  <a:lnTo>
                    <a:pt x="21597" y="1506"/>
                  </a:lnTo>
                  <a:lnTo>
                    <a:pt x="21597" y="2945"/>
                  </a:lnTo>
                  <a:lnTo>
                    <a:pt x="21532" y="4320"/>
                  </a:lnTo>
                  <a:lnTo>
                    <a:pt x="16624" y="4254"/>
                  </a:lnTo>
                  <a:lnTo>
                    <a:pt x="11781" y="4058"/>
                  </a:lnTo>
                  <a:lnTo>
                    <a:pt x="9294" y="3927"/>
                  </a:lnTo>
                  <a:lnTo>
                    <a:pt x="6872" y="3731"/>
                  </a:lnTo>
                  <a:lnTo>
                    <a:pt x="4451" y="3534"/>
                  </a:lnTo>
                  <a:lnTo>
                    <a:pt x="2030" y="3273"/>
                  </a:lnTo>
                  <a:lnTo>
                    <a:pt x="1768" y="3273"/>
                  </a:lnTo>
                  <a:lnTo>
                    <a:pt x="1702" y="3338"/>
                  </a:lnTo>
                  <a:lnTo>
                    <a:pt x="983" y="4516"/>
                  </a:lnTo>
                  <a:lnTo>
                    <a:pt x="394" y="5367"/>
                  </a:lnTo>
                  <a:lnTo>
                    <a:pt x="328" y="5432"/>
                  </a:lnTo>
                  <a:lnTo>
                    <a:pt x="263" y="5498"/>
                  </a:lnTo>
                  <a:lnTo>
                    <a:pt x="263" y="5563"/>
                  </a:lnTo>
                  <a:lnTo>
                    <a:pt x="197" y="5694"/>
                  </a:lnTo>
                  <a:lnTo>
                    <a:pt x="197" y="5825"/>
                  </a:lnTo>
                  <a:lnTo>
                    <a:pt x="263" y="5890"/>
                  </a:lnTo>
                  <a:lnTo>
                    <a:pt x="132" y="7461"/>
                  </a:lnTo>
                  <a:lnTo>
                    <a:pt x="132" y="8966"/>
                  </a:lnTo>
                  <a:lnTo>
                    <a:pt x="132" y="12042"/>
                  </a:lnTo>
                  <a:lnTo>
                    <a:pt x="1" y="15249"/>
                  </a:lnTo>
                  <a:lnTo>
                    <a:pt x="1" y="16885"/>
                  </a:lnTo>
                  <a:lnTo>
                    <a:pt x="66" y="18456"/>
                  </a:lnTo>
                  <a:lnTo>
                    <a:pt x="66" y="18652"/>
                  </a:lnTo>
                  <a:lnTo>
                    <a:pt x="66" y="18783"/>
                  </a:lnTo>
                  <a:lnTo>
                    <a:pt x="132" y="18848"/>
                  </a:lnTo>
                  <a:lnTo>
                    <a:pt x="263" y="18914"/>
                  </a:lnTo>
                  <a:lnTo>
                    <a:pt x="394" y="18914"/>
                  </a:lnTo>
                  <a:lnTo>
                    <a:pt x="3208" y="19045"/>
                  </a:lnTo>
                  <a:lnTo>
                    <a:pt x="11781" y="19045"/>
                  </a:lnTo>
                  <a:lnTo>
                    <a:pt x="17474" y="19110"/>
                  </a:lnTo>
                  <a:lnTo>
                    <a:pt x="20092" y="19110"/>
                  </a:lnTo>
                  <a:lnTo>
                    <a:pt x="22775" y="19045"/>
                  </a:lnTo>
                  <a:lnTo>
                    <a:pt x="23037" y="21008"/>
                  </a:lnTo>
                  <a:lnTo>
                    <a:pt x="23430" y="22906"/>
                  </a:lnTo>
                  <a:lnTo>
                    <a:pt x="23495" y="23037"/>
                  </a:lnTo>
                  <a:lnTo>
                    <a:pt x="23561" y="23102"/>
                  </a:lnTo>
                  <a:lnTo>
                    <a:pt x="23691" y="23756"/>
                  </a:lnTo>
                  <a:lnTo>
                    <a:pt x="23757" y="23953"/>
                  </a:lnTo>
                  <a:lnTo>
                    <a:pt x="23888" y="23953"/>
                  </a:lnTo>
                  <a:lnTo>
                    <a:pt x="24215" y="24673"/>
                  </a:lnTo>
                  <a:lnTo>
                    <a:pt x="24280" y="24804"/>
                  </a:lnTo>
                  <a:lnTo>
                    <a:pt x="24542" y="24804"/>
                  </a:lnTo>
                  <a:lnTo>
                    <a:pt x="24608" y="24738"/>
                  </a:lnTo>
                  <a:lnTo>
                    <a:pt x="30628" y="17278"/>
                  </a:lnTo>
                  <a:lnTo>
                    <a:pt x="31872" y="15772"/>
                  </a:lnTo>
                  <a:lnTo>
                    <a:pt x="32526" y="14987"/>
                  </a:lnTo>
                  <a:lnTo>
                    <a:pt x="33115" y="14202"/>
                  </a:lnTo>
                  <a:lnTo>
                    <a:pt x="33639" y="13416"/>
                  </a:lnTo>
                  <a:lnTo>
                    <a:pt x="34097" y="12566"/>
                  </a:lnTo>
                  <a:lnTo>
                    <a:pt x="34490" y="11649"/>
                  </a:lnTo>
                  <a:lnTo>
                    <a:pt x="34751" y="10668"/>
                  </a:lnTo>
                  <a:lnTo>
                    <a:pt x="34751" y="10537"/>
                  </a:lnTo>
                  <a:lnTo>
                    <a:pt x="34686" y="10471"/>
                  </a:lnTo>
                  <a:lnTo>
                    <a:pt x="34817" y="10406"/>
                  </a:lnTo>
                  <a:lnTo>
                    <a:pt x="34882" y="10275"/>
                  </a:lnTo>
                  <a:lnTo>
                    <a:pt x="34882" y="10144"/>
                  </a:lnTo>
                  <a:lnTo>
                    <a:pt x="34751" y="10013"/>
                  </a:lnTo>
                  <a:lnTo>
                    <a:pt x="31806" y="7723"/>
                  </a:lnTo>
                  <a:lnTo>
                    <a:pt x="30367" y="6545"/>
                  </a:lnTo>
                  <a:lnTo>
                    <a:pt x="28927" y="5367"/>
                  </a:lnTo>
                  <a:lnTo>
                    <a:pt x="27553" y="4123"/>
                  </a:lnTo>
                  <a:lnTo>
                    <a:pt x="26178" y="2815"/>
                  </a:lnTo>
                  <a:lnTo>
                    <a:pt x="24869" y="1440"/>
                  </a:lnTo>
                  <a:lnTo>
                    <a:pt x="23561" y="131"/>
                  </a:lnTo>
                  <a:lnTo>
                    <a:pt x="23495" y="66"/>
                  </a:lnTo>
                  <a:lnTo>
                    <a:pt x="23364" y="0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6"/>
            <p:cNvSpPr/>
            <p:nvPr/>
          </p:nvSpPr>
          <p:spPr>
            <a:xfrm>
              <a:off x="4653963" y="1299275"/>
              <a:ext cx="1214450" cy="814375"/>
            </a:xfrm>
            <a:custGeom>
              <a:rect b="b" l="l" r="r" t="t"/>
              <a:pathLst>
                <a:path extrusionOk="0" h="32575" w="48578">
                  <a:moveTo>
                    <a:pt x="1524" y="4572"/>
                  </a:moveTo>
                  <a:lnTo>
                    <a:pt x="17907" y="5905"/>
                  </a:lnTo>
                  <a:lnTo>
                    <a:pt x="30766" y="6001"/>
                  </a:lnTo>
                  <a:lnTo>
                    <a:pt x="32385" y="0"/>
                  </a:lnTo>
                  <a:lnTo>
                    <a:pt x="38291" y="5810"/>
                  </a:lnTo>
                  <a:lnTo>
                    <a:pt x="44673" y="11335"/>
                  </a:lnTo>
                  <a:lnTo>
                    <a:pt x="48578" y="14383"/>
                  </a:lnTo>
                  <a:lnTo>
                    <a:pt x="41053" y="25622"/>
                  </a:lnTo>
                  <a:lnTo>
                    <a:pt x="34957" y="32575"/>
                  </a:lnTo>
                  <a:lnTo>
                    <a:pt x="33243" y="30480"/>
                  </a:lnTo>
                  <a:lnTo>
                    <a:pt x="31814" y="25527"/>
                  </a:lnTo>
                  <a:lnTo>
                    <a:pt x="0" y="2533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492" name="Google Shape;492;p26"/>
            <p:cNvSpPr/>
            <p:nvPr/>
          </p:nvSpPr>
          <p:spPr>
            <a:xfrm>
              <a:off x="4617487" y="1282500"/>
              <a:ext cx="1258491" cy="894928"/>
            </a:xfrm>
            <a:custGeom>
              <a:rect b="b" l="l" r="r" t="t"/>
              <a:pathLst>
                <a:path extrusionOk="0" h="24804" w="34883">
                  <a:moveTo>
                    <a:pt x="1310" y="16558"/>
                  </a:moveTo>
                  <a:lnTo>
                    <a:pt x="1441" y="16689"/>
                  </a:lnTo>
                  <a:lnTo>
                    <a:pt x="1506" y="16754"/>
                  </a:lnTo>
                  <a:lnTo>
                    <a:pt x="1637" y="16885"/>
                  </a:lnTo>
                  <a:lnTo>
                    <a:pt x="1833" y="16885"/>
                  </a:lnTo>
                  <a:lnTo>
                    <a:pt x="1768" y="17016"/>
                  </a:lnTo>
                  <a:lnTo>
                    <a:pt x="1506" y="17016"/>
                  </a:lnTo>
                  <a:lnTo>
                    <a:pt x="1310" y="17081"/>
                  </a:lnTo>
                  <a:lnTo>
                    <a:pt x="1310" y="16558"/>
                  </a:lnTo>
                  <a:close/>
                  <a:moveTo>
                    <a:pt x="6153" y="18325"/>
                  </a:moveTo>
                  <a:lnTo>
                    <a:pt x="7592" y="18456"/>
                  </a:lnTo>
                  <a:lnTo>
                    <a:pt x="7265" y="18456"/>
                  </a:lnTo>
                  <a:lnTo>
                    <a:pt x="6153" y="18325"/>
                  </a:lnTo>
                  <a:close/>
                  <a:moveTo>
                    <a:pt x="23626" y="1113"/>
                  </a:moveTo>
                  <a:lnTo>
                    <a:pt x="26047" y="3600"/>
                  </a:lnTo>
                  <a:lnTo>
                    <a:pt x="27291" y="4843"/>
                  </a:lnTo>
                  <a:lnTo>
                    <a:pt x="28600" y="6021"/>
                  </a:lnTo>
                  <a:lnTo>
                    <a:pt x="29909" y="7134"/>
                  </a:lnTo>
                  <a:lnTo>
                    <a:pt x="31283" y="8246"/>
                  </a:lnTo>
                  <a:lnTo>
                    <a:pt x="32657" y="9293"/>
                  </a:lnTo>
                  <a:lnTo>
                    <a:pt x="34097" y="10210"/>
                  </a:lnTo>
                  <a:lnTo>
                    <a:pt x="32657" y="12173"/>
                  </a:lnTo>
                  <a:lnTo>
                    <a:pt x="31217" y="14136"/>
                  </a:lnTo>
                  <a:lnTo>
                    <a:pt x="29778" y="16100"/>
                  </a:lnTo>
                  <a:lnTo>
                    <a:pt x="28272" y="18063"/>
                  </a:lnTo>
                  <a:lnTo>
                    <a:pt x="26702" y="20026"/>
                  </a:lnTo>
                  <a:lnTo>
                    <a:pt x="26047" y="20942"/>
                  </a:lnTo>
                  <a:lnTo>
                    <a:pt x="25720" y="21401"/>
                  </a:lnTo>
                  <a:lnTo>
                    <a:pt x="25327" y="21728"/>
                  </a:lnTo>
                  <a:lnTo>
                    <a:pt x="25066" y="21924"/>
                  </a:lnTo>
                  <a:lnTo>
                    <a:pt x="24935" y="21924"/>
                  </a:lnTo>
                  <a:lnTo>
                    <a:pt x="24869" y="21728"/>
                  </a:lnTo>
                  <a:lnTo>
                    <a:pt x="24738" y="21466"/>
                  </a:lnTo>
                  <a:lnTo>
                    <a:pt x="24673" y="21139"/>
                  </a:lnTo>
                  <a:lnTo>
                    <a:pt x="24608" y="20812"/>
                  </a:lnTo>
                  <a:lnTo>
                    <a:pt x="24542" y="20223"/>
                  </a:lnTo>
                  <a:lnTo>
                    <a:pt x="24150" y="17605"/>
                  </a:lnTo>
                  <a:lnTo>
                    <a:pt x="24215" y="17474"/>
                  </a:lnTo>
                  <a:lnTo>
                    <a:pt x="24215" y="17343"/>
                  </a:lnTo>
                  <a:lnTo>
                    <a:pt x="24084" y="17278"/>
                  </a:lnTo>
                  <a:lnTo>
                    <a:pt x="23953" y="17212"/>
                  </a:lnTo>
                  <a:lnTo>
                    <a:pt x="18325" y="17212"/>
                  </a:lnTo>
                  <a:lnTo>
                    <a:pt x="15511" y="17278"/>
                  </a:lnTo>
                  <a:lnTo>
                    <a:pt x="12697" y="17278"/>
                  </a:lnTo>
                  <a:lnTo>
                    <a:pt x="9883" y="17147"/>
                  </a:lnTo>
                  <a:lnTo>
                    <a:pt x="7069" y="17016"/>
                  </a:lnTo>
                  <a:lnTo>
                    <a:pt x="5825" y="16950"/>
                  </a:lnTo>
                  <a:lnTo>
                    <a:pt x="4517" y="16819"/>
                  </a:lnTo>
                  <a:lnTo>
                    <a:pt x="3273" y="16754"/>
                  </a:lnTo>
                  <a:lnTo>
                    <a:pt x="2619" y="16754"/>
                  </a:lnTo>
                  <a:lnTo>
                    <a:pt x="2030" y="16819"/>
                  </a:lnTo>
                  <a:lnTo>
                    <a:pt x="2030" y="16754"/>
                  </a:lnTo>
                  <a:lnTo>
                    <a:pt x="1964" y="16623"/>
                  </a:lnTo>
                  <a:lnTo>
                    <a:pt x="1833" y="16427"/>
                  </a:lnTo>
                  <a:lnTo>
                    <a:pt x="1768" y="16100"/>
                  </a:lnTo>
                  <a:lnTo>
                    <a:pt x="1768" y="15707"/>
                  </a:lnTo>
                  <a:lnTo>
                    <a:pt x="1768" y="15249"/>
                  </a:lnTo>
                  <a:lnTo>
                    <a:pt x="1899" y="13678"/>
                  </a:lnTo>
                  <a:lnTo>
                    <a:pt x="2030" y="10341"/>
                  </a:lnTo>
                  <a:lnTo>
                    <a:pt x="2291" y="3927"/>
                  </a:lnTo>
                  <a:lnTo>
                    <a:pt x="7461" y="4516"/>
                  </a:lnTo>
                  <a:lnTo>
                    <a:pt x="10079" y="4712"/>
                  </a:lnTo>
                  <a:lnTo>
                    <a:pt x="12631" y="4909"/>
                  </a:lnTo>
                  <a:lnTo>
                    <a:pt x="15249" y="5040"/>
                  </a:lnTo>
                  <a:lnTo>
                    <a:pt x="20419" y="5040"/>
                  </a:lnTo>
                  <a:lnTo>
                    <a:pt x="23037" y="4974"/>
                  </a:lnTo>
                  <a:lnTo>
                    <a:pt x="23168" y="4909"/>
                  </a:lnTo>
                  <a:lnTo>
                    <a:pt x="23299" y="4778"/>
                  </a:lnTo>
                  <a:lnTo>
                    <a:pt x="23364" y="4712"/>
                  </a:lnTo>
                  <a:lnTo>
                    <a:pt x="23495" y="4582"/>
                  </a:lnTo>
                  <a:lnTo>
                    <a:pt x="23626" y="2880"/>
                  </a:lnTo>
                  <a:lnTo>
                    <a:pt x="23626" y="1113"/>
                  </a:lnTo>
                  <a:close/>
                  <a:moveTo>
                    <a:pt x="24411" y="23626"/>
                  </a:moveTo>
                  <a:lnTo>
                    <a:pt x="24608" y="23691"/>
                  </a:lnTo>
                  <a:lnTo>
                    <a:pt x="24738" y="23756"/>
                  </a:lnTo>
                  <a:lnTo>
                    <a:pt x="24542" y="24018"/>
                  </a:lnTo>
                  <a:lnTo>
                    <a:pt x="24411" y="23626"/>
                  </a:lnTo>
                  <a:close/>
                  <a:moveTo>
                    <a:pt x="23364" y="0"/>
                  </a:moveTo>
                  <a:lnTo>
                    <a:pt x="23233" y="66"/>
                  </a:lnTo>
                  <a:lnTo>
                    <a:pt x="23168" y="66"/>
                  </a:lnTo>
                  <a:lnTo>
                    <a:pt x="22317" y="655"/>
                  </a:lnTo>
                  <a:lnTo>
                    <a:pt x="21924" y="917"/>
                  </a:lnTo>
                  <a:lnTo>
                    <a:pt x="21728" y="1113"/>
                  </a:lnTo>
                  <a:lnTo>
                    <a:pt x="21597" y="1244"/>
                  </a:lnTo>
                  <a:lnTo>
                    <a:pt x="21532" y="1440"/>
                  </a:lnTo>
                  <a:lnTo>
                    <a:pt x="21597" y="1506"/>
                  </a:lnTo>
                  <a:lnTo>
                    <a:pt x="21597" y="2945"/>
                  </a:lnTo>
                  <a:lnTo>
                    <a:pt x="21532" y="4320"/>
                  </a:lnTo>
                  <a:lnTo>
                    <a:pt x="16624" y="4254"/>
                  </a:lnTo>
                  <a:lnTo>
                    <a:pt x="11781" y="4058"/>
                  </a:lnTo>
                  <a:lnTo>
                    <a:pt x="9294" y="3927"/>
                  </a:lnTo>
                  <a:lnTo>
                    <a:pt x="6872" y="3731"/>
                  </a:lnTo>
                  <a:lnTo>
                    <a:pt x="4451" y="3534"/>
                  </a:lnTo>
                  <a:lnTo>
                    <a:pt x="2030" y="3273"/>
                  </a:lnTo>
                  <a:lnTo>
                    <a:pt x="1768" y="3273"/>
                  </a:lnTo>
                  <a:lnTo>
                    <a:pt x="1702" y="3338"/>
                  </a:lnTo>
                  <a:lnTo>
                    <a:pt x="983" y="4516"/>
                  </a:lnTo>
                  <a:lnTo>
                    <a:pt x="394" y="5367"/>
                  </a:lnTo>
                  <a:lnTo>
                    <a:pt x="328" y="5432"/>
                  </a:lnTo>
                  <a:lnTo>
                    <a:pt x="263" y="5498"/>
                  </a:lnTo>
                  <a:lnTo>
                    <a:pt x="263" y="5563"/>
                  </a:lnTo>
                  <a:lnTo>
                    <a:pt x="197" y="5694"/>
                  </a:lnTo>
                  <a:lnTo>
                    <a:pt x="197" y="5825"/>
                  </a:lnTo>
                  <a:lnTo>
                    <a:pt x="263" y="5890"/>
                  </a:lnTo>
                  <a:lnTo>
                    <a:pt x="132" y="7461"/>
                  </a:lnTo>
                  <a:lnTo>
                    <a:pt x="132" y="8966"/>
                  </a:lnTo>
                  <a:lnTo>
                    <a:pt x="132" y="12042"/>
                  </a:lnTo>
                  <a:lnTo>
                    <a:pt x="1" y="15249"/>
                  </a:lnTo>
                  <a:lnTo>
                    <a:pt x="1" y="16885"/>
                  </a:lnTo>
                  <a:lnTo>
                    <a:pt x="66" y="18456"/>
                  </a:lnTo>
                  <a:lnTo>
                    <a:pt x="66" y="18652"/>
                  </a:lnTo>
                  <a:lnTo>
                    <a:pt x="66" y="18783"/>
                  </a:lnTo>
                  <a:lnTo>
                    <a:pt x="132" y="18848"/>
                  </a:lnTo>
                  <a:lnTo>
                    <a:pt x="263" y="18914"/>
                  </a:lnTo>
                  <a:lnTo>
                    <a:pt x="394" y="18914"/>
                  </a:lnTo>
                  <a:lnTo>
                    <a:pt x="3208" y="19045"/>
                  </a:lnTo>
                  <a:lnTo>
                    <a:pt x="11781" y="19045"/>
                  </a:lnTo>
                  <a:lnTo>
                    <a:pt x="17474" y="19110"/>
                  </a:lnTo>
                  <a:lnTo>
                    <a:pt x="20092" y="19110"/>
                  </a:lnTo>
                  <a:lnTo>
                    <a:pt x="22775" y="19045"/>
                  </a:lnTo>
                  <a:lnTo>
                    <a:pt x="23037" y="21008"/>
                  </a:lnTo>
                  <a:lnTo>
                    <a:pt x="23430" y="22906"/>
                  </a:lnTo>
                  <a:lnTo>
                    <a:pt x="23495" y="23037"/>
                  </a:lnTo>
                  <a:lnTo>
                    <a:pt x="23561" y="23102"/>
                  </a:lnTo>
                  <a:lnTo>
                    <a:pt x="23691" y="23756"/>
                  </a:lnTo>
                  <a:lnTo>
                    <a:pt x="23757" y="23953"/>
                  </a:lnTo>
                  <a:lnTo>
                    <a:pt x="23888" y="23953"/>
                  </a:lnTo>
                  <a:lnTo>
                    <a:pt x="24215" y="24673"/>
                  </a:lnTo>
                  <a:lnTo>
                    <a:pt x="24280" y="24804"/>
                  </a:lnTo>
                  <a:lnTo>
                    <a:pt x="24542" y="24804"/>
                  </a:lnTo>
                  <a:lnTo>
                    <a:pt x="24608" y="24738"/>
                  </a:lnTo>
                  <a:lnTo>
                    <a:pt x="30628" y="17278"/>
                  </a:lnTo>
                  <a:lnTo>
                    <a:pt x="31872" y="15772"/>
                  </a:lnTo>
                  <a:lnTo>
                    <a:pt x="32526" y="14987"/>
                  </a:lnTo>
                  <a:lnTo>
                    <a:pt x="33115" y="14202"/>
                  </a:lnTo>
                  <a:lnTo>
                    <a:pt x="33639" y="13416"/>
                  </a:lnTo>
                  <a:lnTo>
                    <a:pt x="34097" y="12566"/>
                  </a:lnTo>
                  <a:lnTo>
                    <a:pt x="34490" y="11649"/>
                  </a:lnTo>
                  <a:lnTo>
                    <a:pt x="34751" y="10668"/>
                  </a:lnTo>
                  <a:lnTo>
                    <a:pt x="34751" y="10537"/>
                  </a:lnTo>
                  <a:lnTo>
                    <a:pt x="34686" y="10471"/>
                  </a:lnTo>
                  <a:lnTo>
                    <a:pt x="34817" y="10406"/>
                  </a:lnTo>
                  <a:lnTo>
                    <a:pt x="34882" y="10275"/>
                  </a:lnTo>
                  <a:lnTo>
                    <a:pt x="34882" y="10144"/>
                  </a:lnTo>
                  <a:lnTo>
                    <a:pt x="34751" y="10013"/>
                  </a:lnTo>
                  <a:lnTo>
                    <a:pt x="31806" y="7723"/>
                  </a:lnTo>
                  <a:lnTo>
                    <a:pt x="30367" y="6545"/>
                  </a:lnTo>
                  <a:lnTo>
                    <a:pt x="28927" y="5367"/>
                  </a:lnTo>
                  <a:lnTo>
                    <a:pt x="27553" y="4123"/>
                  </a:lnTo>
                  <a:lnTo>
                    <a:pt x="26178" y="2815"/>
                  </a:lnTo>
                  <a:lnTo>
                    <a:pt x="24869" y="1440"/>
                  </a:lnTo>
                  <a:lnTo>
                    <a:pt x="23561" y="131"/>
                  </a:lnTo>
                  <a:lnTo>
                    <a:pt x="23495" y="66"/>
                  </a:lnTo>
                  <a:lnTo>
                    <a:pt x="23364" y="0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6"/>
            <p:cNvSpPr/>
            <p:nvPr/>
          </p:nvSpPr>
          <p:spPr>
            <a:xfrm>
              <a:off x="6576088" y="1299275"/>
              <a:ext cx="1214450" cy="814375"/>
            </a:xfrm>
            <a:custGeom>
              <a:rect b="b" l="l" r="r" t="t"/>
              <a:pathLst>
                <a:path extrusionOk="0" h="32575" w="48578">
                  <a:moveTo>
                    <a:pt x="1524" y="4572"/>
                  </a:moveTo>
                  <a:lnTo>
                    <a:pt x="17907" y="5905"/>
                  </a:lnTo>
                  <a:lnTo>
                    <a:pt x="30766" y="6001"/>
                  </a:lnTo>
                  <a:lnTo>
                    <a:pt x="32385" y="0"/>
                  </a:lnTo>
                  <a:lnTo>
                    <a:pt x="38291" y="5810"/>
                  </a:lnTo>
                  <a:lnTo>
                    <a:pt x="44673" y="11335"/>
                  </a:lnTo>
                  <a:lnTo>
                    <a:pt x="48578" y="14383"/>
                  </a:lnTo>
                  <a:lnTo>
                    <a:pt x="41053" y="25622"/>
                  </a:lnTo>
                  <a:lnTo>
                    <a:pt x="34957" y="32575"/>
                  </a:lnTo>
                  <a:lnTo>
                    <a:pt x="33243" y="30480"/>
                  </a:lnTo>
                  <a:lnTo>
                    <a:pt x="31814" y="25527"/>
                  </a:lnTo>
                  <a:lnTo>
                    <a:pt x="0" y="2533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  <p:sp>
          <p:nvSpPr>
            <p:cNvPr id="494" name="Google Shape;494;p26"/>
            <p:cNvSpPr/>
            <p:nvPr/>
          </p:nvSpPr>
          <p:spPr>
            <a:xfrm>
              <a:off x="6539612" y="1282500"/>
              <a:ext cx="1258491" cy="894928"/>
            </a:xfrm>
            <a:custGeom>
              <a:rect b="b" l="l" r="r" t="t"/>
              <a:pathLst>
                <a:path extrusionOk="0" h="24804" w="34883">
                  <a:moveTo>
                    <a:pt x="1310" y="16558"/>
                  </a:moveTo>
                  <a:lnTo>
                    <a:pt x="1441" y="16689"/>
                  </a:lnTo>
                  <a:lnTo>
                    <a:pt x="1506" y="16754"/>
                  </a:lnTo>
                  <a:lnTo>
                    <a:pt x="1637" y="16885"/>
                  </a:lnTo>
                  <a:lnTo>
                    <a:pt x="1833" y="16885"/>
                  </a:lnTo>
                  <a:lnTo>
                    <a:pt x="1768" y="17016"/>
                  </a:lnTo>
                  <a:lnTo>
                    <a:pt x="1506" y="17016"/>
                  </a:lnTo>
                  <a:lnTo>
                    <a:pt x="1310" y="17081"/>
                  </a:lnTo>
                  <a:lnTo>
                    <a:pt x="1310" y="16558"/>
                  </a:lnTo>
                  <a:close/>
                  <a:moveTo>
                    <a:pt x="6153" y="18325"/>
                  </a:moveTo>
                  <a:lnTo>
                    <a:pt x="7592" y="18456"/>
                  </a:lnTo>
                  <a:lnTo>
                    <a:pt x="7265" y="18456"/>
                  </a:lnTo>
                  <a:lnTo>
                    <a:pt x="6153" y="18325"/>
                  </a:lnTo>
                  <a:close/>
                  <a:moveTo>
                    <a:pt x="23626" y="1113"/>
                  </a:moveTo>
                  <a:lnTo>
                    <a:pt x="26047" y="3600"/>
                  </a:lnTo>
                  <a:lnTo>
                    <a:pt x="27291" y="4843"/>
                  </a:lnTo>
                  <a:lnTo>
                    <a:pt x="28600" y="6021"/>
                  </a:lnTo>
                  <a:lnTo>
                    <a:pt x="29909" y="7134"/>
                  </a:lnTo>
                  <a:lnTo>
                    <a:pt x="31283" y="8246"/>
                  </a:lnTo>
                  <a:lnTo>
                    <a:pt x="32657" y="9293"/>
                  </a:lnTo>
                  <a:lnTo>
                    <a:pt x="34097" y="10210"/>
                  </a:lnTo>
                  <a:lnTo>
                    <a:pt x="32657" y="12173"/>
                  </a:lnTo>
                  <a:lnTo>
                    <a:pt x="31217" y="14136"/>
                  </a:lnTo>
                  <a:lnTo>
                    <a:pt x="29778" y="16100"/>
                  </a:lnTo>
                  <a:lnTo>
                    <a:pt x="28272" y="18063"/>
                  </a:lnTo>
                  <a:lnTo>
                    <a:pt x="26702" y="20026"/>
                  </a:lnTo>
                  <a:lnTo>
                    <a:pt x="26047" y="20942"/>
                  </a:lnTo>
                  <a:lnTo>
                    <a:pt x="25720" y="21401"/>
                  </a:lnTo>
                  <a:lnTo>
                    <a:pt x="25327" y="21728"/>
                  </a:lnTo>
                  <a:lnTo>
                    <a:pt x="25066" y="21924"/>
                  </a:lnTo>
                  <a:lnTo>
                    <a:pt x="24935" y="21924"/>
                  </a:lnTo>
                  <a:lnTo>
                    <a:pt x="24869" y="21728"/>
                  </a:lnTo>
                  <a:lnTo>
                    <a:pt x="24738" y="21466"/>
                  </a:lnTo>
                  <a:lnTo>
                    <a:pt x="24673" y="21139"/>
                  </a:lnTo>
                  <a:lnTo>
                    <a:pt x="24608" y="20812"/>
                  </a:lnTo>
                  <a:lnTo>
                    <a:pt x="24542" y="20223"/>
                  </a:lnTo>
                  <a:lnTo>
                    <a:pt x="24150" y="17605"/>
                  </a:lnTo>
                  <a:lnTo>
                    <a:pt x="24215" y="17474"/>
                  </a:lnTo>
                  <a:lnTo>
                    <a:pt x="24215" y="17343"/>
                  </a:lnTo>
                  <a:lnTo>
                    <a:pt x="24084" y="17278"/>
                  </a:lnTo>
                  <a:lnTo>
                    <a:pt x="23953" y="17212"/>
                  </a:lnTo>
                  <a:lnTo>
                    <a:pt x="18325" y="17212"/>
                  </a:lnTo>
                  <a:lnTo>
                    <a:pt x="15511" y="17278"/>
                  </a:lnTo>
                  <a:lnTo>
                    <a:pt x="12697" y="17278"/>
                  </a:lnTo>
                  <a:lnTo>
                    <a:pt x="9883" y="17147"/>
                  </a:lnTo>
                  <a:lnTo>
                    <a:pt x="7069" y="17016"/>
                  </a:lnTo>
                  <a:lnTo>
                    <a:pt x="5825" y="16950"/>
                  </a:lnTo>
                  <a:lnTo>
                    <a:pt x="4517" y="16819"/>
                  </a:lnTo>
                  <a:lnTo>
                    <a:pt x="3273" y="16754"/>
                  </a:lnTo>
                  <a:lnTo>
                    <a:pt x="2619" y="16754"/>
                  </a:lnTo>
                  <a:lnTo>
                    <a:pt x="2030" y="16819"/>
                  </a:lnTo>
                  <a:lnTo>
                    <a:pt x="2030" y="16754"/>
                  </a:lnTo>
                  <a:lnTo>
                    <a:pt x="1964" y="16623"/>
                  </a:lnTo>
                  <a:lnTo>
                    <a:pt x="1833" y="16427"/>
                  </a:lnTo>
                  <a:lnTo>
                    <a:pt x="1768" y="16100"/>
                  </a:lnTo>
                  <a:lnTo>
                    <a:pt x="1768" y="15707"/>
                  </a:lnTo>
                  <a:lnTo>
                    <a:pt x="1768" y="15249"/>
                  </a:lnTo>
                  <a:lnTo>
                    <a:pt x="1899" y="13678"/>
                  </a:lnTo>
                  <a:lnTo>
                    <a:pt x="2030" y="10341"/>
                  </a:lnTo>
                  <a:lnTo>
                    <a:pt x="2291" y="3927"/>
                  </a:lnTo>
                  <a:lnTo>
                    <a:pt x="7461" y="4516"/>
                  </a:lnTo>
                  <a:lnTo>
                    <a:pt x="10079" y="4712"/>
                  </a:lnTo>
                  <a:lnTo>
                    <a:pt x="12631" y="4909"/>
                  </a:lnTo>
                  <a:lnTo>
                    <a:pt x="15249" y="5040"/>
                  </a:lnTo>
                  <a:lnTo>
                    <a:pt x="20419" y="5040"/>
                  </a:lnTo>
                  <a:lnTo>
                    <a:pt x="23037" y="4974"/>
                  </a:lnTo>
                  <a:lnTo>
                    <a:pt x="23168" y="4909"/>
                  </a:lnTo>
                  <a:lnTo>
                    <a:pt x="23299" y="4778"/>
                  </a:lnTo>
                  <a:lnTo>
                    <a:pt x="23364" y="4712"/>
                  </a:lnTo>
                  <a:lnTo>
                    <a:pt x="23495" y="4582"/>
                  </a:lnTo>
                  <a:lnTo>
                    <a:pt x="23626" y="2880"/>
                  </a:lnTo>
                  <a:lnTo>
                    <a:pt x="23626" y="1113"/>
                  </a:lnTo>
                  <a:close/>
                  <a:moveTo>
                    <a:pt x="24411" y="23626"/>
                  </a:moveTo>
                  <a:lnTo>
                    <a:pt x="24608" y="23691"/>
                  </a:lnTo>
                  <a:lnTo>
                    <a:pt x="24738" y="23756"/>
                  </a:lnTo>
                  <a:lnTo>
                    <a:pt x="24542" y="24018"/>
                  </a:lnTo>
                  <a:lnTo>
                    <a:pt x="24411" y="23626"/>
                  </a:lnTo>
                  <a:close/>
                  <a:moveTo>
                    <a:pt x="23364" y="0"/>
                  </a:moveTo>
                  <a:lnTo>
                    <a:pt x="23233" y="66"/>
                  </a:lnTo>
                  <a:lnTo>
                    <a:pt x="23168" y="66"/>
                  </a:lnTo>
                  <a:lnTo>
                    <a:pt x="22317" y="655"/>
                  </a:lnTo>
                  <a:lnTo>
                    <a:pt x="21924" y="917"/>
                  </a:lnTo>
                  <a:lnTo>
                    <a:pt x="21728" y="1113"/>
                  </a:lnTo>
                  <a:lnTo>
                    <a:pt x="21597" y="1244"/>
                  </a:lnTo>
                  <a:lnTo>
                    <a:pt x="21532" y="1440"/>
                  </a:lnTo>
                  <a:lnTo>
                    <a:pt x="21597" y="1506"/>
                  </a:lnTo>
                  <a:lnTo>
                    <a:pt x="21597" y="2945"/>
                  </a:lnTo>
                  <a:lnTo>
                    <a:pt x="21532" y="4320"/>
                  </a:lnTo>
                  <a:lnTo>
                    <a:pt x="16624" y="4254"/>
                  </a:lnTo>
                  <a:lnTo>
                    <a:pt x="11781" y="4058"/>
                  </a:lnTo>
                  <a:lnTo>
                    <a:pt x="9294" y="3927"/>
                  </a:lnTo>
                  <a:lnTo>
                    <a:pt x="6872" y="3731"/>
                  </a:lnTo>
                  <a:lnTo>
                    <a:pt x="4451" y="3534"/>
                  </a:lnTo>
                  <a:lnTo>
                    <a:pt x="2030" y="3273"/>
                  </a:lnTo>
                  <a:lnTo>
                    <a:pt x="1768" y="3273"/>
                  </a:lnTo>
                  <a:lnTo>
                    <a:pt x="1702" y="3338"/>
                  </a:lnTo>
                  <a:lnTo>
                    <a:pt x="983" y="4516"/>
                  </a:lnTo>
                  <a:lnTo>
                    <a:pt x="394" y="5367"/>
                  </a:lnTo>
                  <a:lnTo>
                    <a:pt x="328" y="5432"/>
                  </a:lnTo>
                  <a:lnTo>
                    <a:pt x="263" y="5498"/>
                  </a:lnTo>
                  <a:lnTo>
                    <a:pt x="263" y="5563"/>
                  </a:lnTo>
                  <a:lnTo>
                    <a:pt x="197" y="5694"/>
                  </a:lnTo>
                  <a:lnTo>
                    <a:pt x="197" y="5825"/>
                  </a:lnTo>
                  <a:lnTo>
                    <a:pt x="263" y="5890"/>
                  </a:lnTo>
                  <a:lnTo>
                    <a:pt x="132" y="7461"/>
                  </a:lnTo>
                  <a:lnTo>
                    <a:pt x="132" y="8966"/>
                  </a:lnTo>
                  <a:lnTo>
                    <a:pt x="132" y="12042"/>
                  </a:lnTo>
                  <a:lnTo>
                    <a:pt x="1" y="15249"/>
                  </a:lnTo>
                  <a:lnTo>
                    <a:pt x="1" y="16885"/>
                  </a:lnTo>
                  <a:lnTo>
                    <a:pt x="66" y="18456"/>
                  </a:lnTo>
                  <a:lnTo>
                    <a:pt x="66" y="18652"/>
                  </a:lnTo>
                  <a:lnTo>
                    <a:pt x="66" y="18783"/>
                  </a:lnTo>
                  <a:lnTo>
                    <a:pt x="132" y="18848"/>
                  </a:lnTo>
                  <a:lnTo>
                    <a:pt x="263" y="18914"/>
                  </a:lnTo>
                  <a:lnTo>
                    <a:pt x="394" y="18914"/>
                  </a:lnTo>
                  <a:lnTo>
                    <a:pt x="3208" y="19045"/>
                  </a:lnTo>
                  <a:lnTo>
                    <a:pt x="11781" y="19045"/>
                  </a:lnTo>
                  <a:lnTo>
                    <a:pt x="17474" y="19110"/>
                  </a:lnTo>
                  <a:lnTo>
                    <a:pt x="20092" y="19110"/>
                  </a:lnTo>
                  <a:lnTo>
                    <a:pt x="22775" y="19045"/>
                  </a:lnTo>
                  <a:lnTo>
                    <a:pt x="23037" y="21008"/>
                  </a:lnTo>
                  <a:lnTo>
                    <a:pt x="23430" y="22906"/>
                  </a:lnTo>
                  <a:lnTo>
                    <a:pt x="23495" y="23037"/>
                  </a:lnTo>
                  <a:lnTo>
                    <a:pt x="23561" y="23102"/>
                  </a:lnTo>
                  <a:lnTo>
                    <a:pt x="23691" y="23756"/>
                  </a:lnTo>
                  <a:lnTo>
                    <a:pt x="23757" y="23953"/>
                  </a:lnTo>
                  <a:lnTo>
                    <a:pt x="23888" y="23953"/>
                  </a:lnTo>
                  <a:lnTo>
                    <a:pt x="24215" y="24673"/>
                  </a:lnTo>
                  <a:lnTo>
                    <a:pt x="24280" y="24804"/>
                  </a:lnTo>
                  <a:lnTo>
                    <a:pt x="24542" y="24804"/>
                  </a:lnTo>
                  <a:lnTo>
                    <a:pt x="24608" y="24738"/>
                  </a:lnTo>
                  <a:lnTo>
                    <a:pt x="30628" y="17278"/>
                  </a:lnTo>
                  <a:lnTo>
                    <a:pt x="31872" y="15772"/>
                  </a:lnTo>
                  <a:lnTo>
                    <a:pt x="32526" y="14987"/>
                  </a:lnTo>
                  <a:lnTo>
                    <a:pt x="33115" y="14202"/>
                  </a:lnTo>
                  <a:lnTo>
                    <a:pt x="33639" y="13416"/>
                  </a:lnTo>
                  <a:lnTo>
                    <a:pt x="34097" y="12566"/>
                  </a:lnTo>
                  <a:lnTo>
                    <a:pt x="34490" y="11649"/>
                  </a:lnTo>
                  <a:lnTo>
                    <a:pt x="34751" y="10668"/>
                  </a:lnTo>
                  <a:lnTo>
                    <a:pt x="34751" y="10537"/>
                  </a:lnTo>
                  <a:lnTo>
                    <a:pt x="34686" y="10471"/>
                  </a:lnTo>
                  <a:lnTo>
                    <a:pt x="34817" y="10406"/>
                  </a:lnTo>
                  <a:lnTo>
                    <a:pt x="34882" y="10275"/>
                  </a:lnTo>
                  <a:lnTo>
                    <a:pt x="34882" y="10144"/>
                  </a:lnTo>
                  <a:lnTo>
                    <a:pt x="34751" y="10013"/>
                  </a:lnTo>
                  <a:lnTo>
                    <a:pt x="31806" y="7723"/>
                  </a:lnTo>
                  <a:lnTo>
                    <a:pt x="30367" y="6545"/>
                  </a:lnTo>
                  <a:lnTo>
                    <a:pt x="28927" y="5367"/>
                  </a:lnTo>
                  <a:lnTo>
                    <a:pt x="27553" y="4123"/>
                  </a:lnTo>
                  <a:lnTo>
                    <a:pt x="26178" y="2815"/>
                  </a:lnTo>
                  <a:lnTo>
                    <a:pt x="24869" y="1440"/>
                  </a:lnTo>
                  <a:lnTo>
                    <a:pt x="23561" y="131"/>
                  </a:lnTo>
                  <a:lnTo>
                    <a:pt x="23495" y="66"/>
                  </a:lnTo>
                  <a:lnTo>
                    <a:pt x="23364" y="0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6"/>
            <p:cNvSpPr/>
            <p:nvPr/>
          </p:nvSpPr>
          <p:spPr>
            <a:xfrm>
              <a:off x="983500" y="1500325"/>
              <a:ext cx="1377146" cy="3057344"/>
            </a:xfrm>
            <a:custGeom>
              <a:rect b="b" l="l" r="r" t="t"/>
              <a:pathLst>
                <a:path extrusionOk="0" h="99442" w="37030">
                  <a:moveTo>
                    <a:pt x="1" y="1"/>
                  </a:moveTo>
                  <a:lnTo>
                    <a:pt x="1" y="99441"/>
                  </a:lnTo>
                  <a:lnTo>
                    <a:pt x="18515" y="90369"/>
                  </a:lnTo>
                  <a:lnTo>
                    <a:pt x="37029" y="99441"/>
                  </a:lnTo>
                  <a:lnTo>
                    <a:pt x="370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6"/>
            <p:cNvSpPr/>
            <p:nvPr/>
          </p:nvSpPr>
          <p:spPr>
            <a:xfrm>
              <a:off x="867600" y="1299275"/>
              <a:ext cx="1214450" cy="814375"/>
            </a:xfrm>
            <a:custGeom>
              <a:rect b="b" l="l" r="r" t="t"/>
              <a:pathLst>
                <a:path extrusionOk="0" h="32575" w="48578">
                  <a:moveTo>
                    <a:pt x="1524" y="4572"/>
                  </a:moveTo>
                  <a:lnTo>
                    <a:pt x="17907" y="5905"/>
                  </a:lnTo>
                  <a:lnTo>
                    <a:pt x="30766" y="6001"/>
                  </a:lnTo>
                  <a:lnTo>
                    <a:pt x="32385" y="0"/>
                  </a:lnTo>
                  <a:lnTo>
                    <a:pt x="38291" y="5810"/>
                  </a:lnTo>
                  <a:lnTo>
                    <a:pt x="44673" y="11335"/>
                  </a:lnTo>
                  <a:lnTo>
                    <a:pt x="48578" y="14383"/>
                  </a:lnTo>
                  <a:lnTo>
                    <a:pt x="41053" y="25622"/>
                  </a:lnTo>
                  <a:lnTo>
                    <a:pt x="34957" y="32575"/>
                  </a:lnTo>
                  <a:lnTo>
                    <a:pt x="33243" y="30480"/>
                  </a:lnTo>
                  <a:lnTo>
                    <a:pt x="31814" y="25527"/>
                  </a:lnTo>
                  <a:lnTo>
                    <a:pt x="0" y="253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497" name="Google Shape;497;p26"/>
            <p:cNvSpPr/>
            <p:nvPr/>
          </p:nvSpPr>
          <p:spPr>
            <a:xfrm>
              <a:off x="1168613" y="3252597"/>
              <a:ext cx="985086" cy="24201"/>
            </a:xfrm>
            <a:custGeom>
              <a:rect b="b" l="l" r="r" t="t"/>
              <a:pathLst>
                <a:path extrusionOk="0" h="786" w="39435">
                  <a:moveTo>
                    <a:pt x="1" y="0"/>
                  </a:moveTo>
                  <a:lnTo>
                    <a:pt x="1" y="786"/>
                  </a:lnTo>
                  <a:lnTo>
                    <a:pt x="39434" y="786"/>
                  </a:lnTo>
                  <a:lnTo>
                    <a:pt x="394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6"/>
            <p:cNvSpPr/>
            <p:nvPr/>
          </p:nvSpPr>
          <p:spPr>
            <a:xfrm>
              <a:off x="3079010" y="3252597"/>
              <a:ext cx="985086" cy="24201"/>
            </a:xfrm>
            <a:custGeom>
              <a:rect b="b" l="l" r="r" t="t"/>
              <a:pathLst>
                <a:path extrusionOk="0" h="786" w="39435">
                  <a:moveTo>
                    <a:pt x="1" y="0"/>
                  </a:moveTo>
                  <a:lnTo>
                    <a:pt x="1" y="786"/>
                  </a:lnTo>
                  <a:lnTo>
                    <a:pt x="39434" y="786"/>
                  </a:lnTo>
                  <a:lnTo>
                    <a:pt x="394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6"/>
            <p:cNvSpPr/>
            <p:nvPr/>
          </p:nvSpPr>
          <p:spPr>
            <a:xfrm>
              <a:off x="4989406" y="3252597"/>
              <a:ext cx="985061" cy="24201"/>
            </a:xfrm>
            <a:custGeom>
              <a:rect b="b" l="l" r="r" t="t"/>
              <a:pathLst>
                <a:path extrusionOk="0" h="786" w="39434">
                  <a:moveTo>
                    <a:pt x="0" y="0"/>
                  </a:moveTo>
                  <a:lnTo>
                    <a:pt x="0" y="786"/>
                  </a:lnTo>
                  <a:lnTo>
                    <a:pt x="39434" y="786"/>
                  </a:lnTo>
                  <a:lnTo>
                    <a:pt x="394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6"/>
            <p:cNvSpPr/>
            <p:nvPr/>
          </p:nvSpPr>
          <p:spPr>
            <a:xfrm>
              <a:off x="6899778" y="3252597"/>
              <a:ext cx="985361" cy="24201"/>
            </a:xfrm>
            <a:custGeom>
              <a:rect b="b" l="l" r="r" t="t"/>
              <a:pathLst>
                <a:path extrusionOk="0" h="786" w="39446">
                  <a:moveTo>
                    <a:pt x="0" y="0"/>
                  </a:moveTo>
                  <a:lnTo>
                    <a:pt x="0" y="786"/>
                  </a:lnTo>
                  <a:lnTo>
                    <a:pt x="39446" y="786"/>
                  </a:lnTo>
                  <a:lnTo>
                    <a:pt x="394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6"/>
            <p:cNvSpPr/>
            <p:nvPr/>
          </p:nvSpPr>
          <p:spPr>
            <a:xfrm>
              <a:off x="831125" y="1282500"/>
              <a:ext cx="1258491" cy="894928"/>
            </a:xfrm>
            <a:custGeom>
              <a:rect b="b" l="l" r="r" t="t"/>
              <a:pathLst>
                <a:path extrusionOk="0" h="24804" w="34883">
                  <a:moveTo>
                    <a:pt x="1310" y="16558"/>
                  </a:moveTo>
                  <a:lnTo>
                    <a:pt x="1441" y="16689"/>
                  </a:lnTo>
                  <a:lnTo>
                    <a:pt x="1506" y="16754"/>
                  </a:lnTo>
                  <a:lnTo>
                    <a:pt x="1637" y="16885"/>
                  </a:lnTo>
                  <a:lnTo>
                    <a:pt x="1833" y="16885"/>
                  </a:lnTo>
                  <a:lnTo>
                    <a:pt x="1768" y="17016"/>
                  </a:lnTo>
                  <a:lnTo>
                    <a:pt x="1506" y="17016"/>
                  </a:lnTo>
                  <a:lnTo>
                    <a:pt x="1310" y="17081"/>
                  </a:lnTo>
                  <a:lnTo>
                    <a:pt x="1310" y="16558"/>
                  </a:lnTo>
                  <a:close/>
                  <a:moveTo>
                    <a:pt x="6153" y="18325"/>
                  </a:moveTo>
                  <a:lnTo>
                    <a:pt x="7592" y="18456"/>
                  </a:lnTo>
                  <a:lnTo>
                    <a:pt x="7265" y="18456"/>
                  </a:lnTo>
                  <a:lnTo>
                    <a:pt x="6153" y="18325"/>
                  </a:lnTo>
                  <a:close/>
                  <a:moveTo>
                    <a:pt x="23626" y="1113"/>
                  </a:moveTo>
                  <a:lnTo>
                    <a:pt x="26047" y="3600"/>
                  </a:lnTo>
                  <a:lnTo>
                    <a:pt x="27291" y="4843"/>
                  </a:lnTo>
                  <a:lnTo>
                    <a:pt x="28600" y="6021"/>
                  </a:lnTo>
                  <a:lnTo>
                    <a:pt x="29909" y="7134"/>
                  </a:lnTo>
                  <a:lnTo>
                    <a:pt x="31283" y="8246"/>
                  </a:lnTo>
                  <a:lnTo>
                    <a:pt x="32657" y="9293"/>
                  </a:lnTo>
                  <a:lnTo>
                    <a:pt x="34097" y="10210"/>
                  </a:lnTo>
                  <a:lnTo>
                    <a:pt x="32657" y="12173"/>
                  </a:lnTo>
                  <a:lnTo>
                    <a:pt x="31217" y="14136"/>
                  </a:lnTo>
                  <a:lnTo>
                    <a:pt x="29778" y="16100"/>
                  </a:lnTo>
                  <a:lnTo>
                    <a:pt x="28272" y="18063"/>
                  </a:lnTo>
                  <a:lnTo>
                    <a:pt x="26702" y="20026"/>
                  </a:lnTo>
                  <a:lnTo>
                    <a:pt x="26047" y="20942"/>
                  </a:lnTo>
                  <a:lnTo>
                    <a:pt x="25720" y="21401"/>
                  </a:lnTo>
                  <a:lnTo>
                    <a:pt x="25327" y="21728"/>
                  </a:lnTo>
                  <a:lnTo>
                    <a:pt x="25066" y="21924"/>
                  </a:lnTo>
                  <a:lnTo>
                    <a:pt x="24935" y="21924"/>
                  </a:lnTo>
                  <a:lnTo>
                    <a:pt x="24869" y="21728"/>
                  </a:lnTo>
                  <a:lnTo>
                    <a:pt x="24738" y="21466"/>
                  </a:lnTo>
                  <a:lnTo>
                    <a:pt x="24673" y="21139"/>
                  </a:lnTo>
                  <a:lnTo>
                    <a:pt x="24608" y="20812"/>
                  </a:lnTo>
                  <a:lnTo>
                    <a:pt x="24542" y="20223"/>
                  </a:lnTo>
                  <a:lnTo>
                    <a:pt x="24150" y="17605"/>
                  </a:lnTo>
                  <a:lnTo>
                    <a:pt x="24215" y="17474"/>
                  </a:lnTo>
                  <a:lnTo>
                    <a:pt x="24215" y="17343"/>
                  </a:lnTo>
                  <a:lnTo>
                    <a:pt x="24084" y="17278"/>
                  </a:lnTo>
                  <a:lnTo>
                    <a:pt x="23953" y="17212"/>
                  </a:lnTo>
                  <a:lnTo>
                    <a:pt x="18325" y="17212"/>
                  </a:lnTo>
                  <a:lnTo>
                    <a:pt x="15511" y="17278"/>
                  </a:lnTo>
                  <a:lnTo>
                    <a:pt x="12697" y="17278"/>
                  </a:lnTo>
                  <a:lnTo>
                    <a:pt x="9883" y="17147"/>
                  </a:lnTo>
                  <a:lnTo>
                    <a:pt x="7069" y="17016"/>
                  </a:lnTo>
                  <a:lnTo>
                    <a:pt x="5825" y="16950"/>
                  </a:lnTo>
                  <a:lnTo>
                    <a:pt x="4517" y="16819"/>
                  </a:lnTo>
                  <a:lnTo>
                    <a:pt x="3273" y="16754"/>
                  </a:lnTo>
                  <a:lnTo>
                    <a:pt x="2619" y="16754"/>
                  </a:lnTo>
                  <a:lnTo>
                    <a:pt x="2030" y="16819"/>
                  </a:lnTo>
                  <a:lnTo>
                    <a:pt x="2030" y="16754"/>
                  </a:lnTo>
                  <a:lnTo>
                    <a:pt x="1964" y="16623"/>
                  </a:lnTo>
                  <a:lnTo>
                    <a:pt x="1833" y="16427"/>
                  </a:lnTo>
                  <a:lnTo>
                    <a:pt x="1768" y="16100"/>
                  </a:lnTo>
                  <a:lnTo>
                    <a:pt x="1768" y="15707"/>
                  </a:lnTo>
                  <a:lnTo>
                    <a:pt x="1768" y="15249"/>
                  </a:lnTo>
                  <a:lnTo>
                    <a:pt x="1899" y="13678"/>
                  </a:lnTo>
                  <a:lnTo>
                    <a:pt x="2030" y="10341"/>
                  </a:lnTo>
                  <a:lnTo>
                    <a:pt x="2291" y="3927"/>
                  </a:lnTo>
                  <a:lnTo>
                    <a:pt x="7461" y="4516"/>
                  </a:lnTo>
                  <a:lnTo>
                    <a:pt x="10079" y="4712"/>
                  </a:lnTo>
                  <a:lnTo>
                    <a:pt x="12631" y="4909"/>
                  </a:lnTo>
                  <a:lnTo>
                    <a:pt x="15249" y="5040"/>
                  </a:lnTo>
                  <a:lnTo>
                    <a:pt x="20419" y="5040"/>
                  </a:lnTo>
                  <a:lnTo>
                    <a:pt x="23037" y="4974"/>
                  </a:lnTo>
                  <a:lnTo>
                    <a:pt x="23168" y="4909"/>
                  </a:lnTo>
                  <a:lnTo>
                    <a:pt x="23299" y="4778"/>
                  </a:lnTo>
                  <a:lnTo>
                    <a:pt x="23364" y="4712"/>
                  </a:lnTo>
                  <a:lnTo>
                    <a:pt x="23495" y="4582"/>
                  </a:lnTo>
                  <a:lnTo>
                    <a:pt x="23626" y="2880"/>
                  </a:lnTo>
                  <a:lnTo>
                    <a:pt x="23626" y="1113"/>
                  </a:lnTo>
                  <a:close/>
                  <a:moveTo>
                    <a:pt x="24411" y="23626"/>
                  </a:moveTo>
                  <a:lnTo>
                    <a:pt x="24608" y="23691"/>
                  </a:lnTo>
                  <a:lnTo>
                    <a:pt x="24738" y="23756"/>
                  </a:lnTo>
                  <a:lnTo>
                    <a:pt x="24542" y="24018"/>
                  </a:lnTo>
                  <a:lnTo>
                    <a:pt x="24411" y="23626"/>
                  </a:lnTo>
                  <a:close/>
                  <a:moveTo>
                    <a:pt x="23364" y="0"/>
                  </a:moveTo>
                  <a:lnTo>
                    <a:pt x="23233" y="66"/>
                  </a:lnTo>
                  <a:lnTo>
                    <a:pt x="23168" y="66"/>
                  </a:lnTo>
                  <a:lnTo>
                    <a:pt x="22317" y="655"/>
                  </a:lnTo>
                  <a:lnTo>
                    <a:pt x="21924" y="917"/>
                  </a:lnTo>
                  <a:lnTo>
                    <a:pt x="21728" y="1113"/>
                  </a:lnTo>
                  <a:lnTo>
                    <a:pt x="21597" y="1244"/>
                  </a:lnTo>
                  <a:lnTo>
                    <a:pt x="21532" y="1440"/>
                  </a:lnTo>
                  <a:lnTo>
                    <a:pt x="21597" y="1506"/>
                  </a:lnTo>
                  <a:lnTo>
                    <a:pt x="21597" y="2945"/>
                  </a:lnTo>
                  <a:lnTo>
                    <a:pt x="21532" y="4320"/>
                  </a:lnTo>
                  <a:lnTo>
                    <a:pt x="16624" y="4254"/>
                  </a:lnTo>
                  <a:lnTo>
                    <a:pt x="11781" y="4058"/>
                  </a:lnTo>
                  <a:lnTo>
                    <a:pt x="9294" y="3927"/>
                  </a:lnTo>
                  <a:lnTo>
                    <a:pt x="6872" y="3731"/>
                  </a:lnTo>
                  <a:lnTo>
                    <a:pt x="4451" y="3534"/>
                  </a:lnTo>
                  <a:lnTo>
                    <a:pt x="2030" y="3273"/>
                  </a:lnTo>
                  <a:lnTo>
                    <a:pt x="1768" y="3273"/>
                  </a:lnTo>
                  <a:lnTo>
                    <a:pt x="1702" y="3338"/>
                  </a:lnTo>
                  <a:lnTo>
                    <a:pt x="983" y="4516"/>
                  </a:lnTo>
                  <a:lnTo>
                    <a:pt x="394" y="5367"/>
                  </a:lnTo>
                  <a:lnTo>
                    <a:pt x="328" y="5432"/>
                  </a:lnTo>
                  <a:lnTo>
                    <a:pt x="263" y="5498"/>
                  </a:lnTo>
                  <a:lnTo>
                    <a:pt x="263" y="5563"/>
                  </a:lnTo>
                  <a:lnTo>
                    <a:pt x="197" y="5694"/>
                  </a:lnTo>
                  <a:lnTo>
                    <a:pt x="197" y="5825"/>
                  </a:lnTo>
                  <a:lnTo>
                    <a:pt x="263" y="5890"/>
                  </a:lnTo>
                  <a:lnTo>
                    <a:pt x="132" y="7461"/>
                  </a:lnTo>
                  <a:lnTo>
                    <a:pt x="132" y="8966"/>
                  </a:lnTo>
                  <a:lnTo>
                    <a:pt x="132" y="12042"/>
                  </a:lnTo>
                  <a:lnTo>
                    <a:pt x="1" y="15249"/>
                  </a:lnTo>
                  <a:lnTo>
                    <a:pt x="1" y="16885"/>
                  </a:lnTo>
                  <a:lnTo>
                    <a:pt x="66" y="18456"/>
                  </a:lnTo>
                  <a:lnTo>
                    <a:pt x="66" y="18652"/>
                  </a:lnTo>
                  <a:lnTo>
                    <a:pt x="66" y="18783"/>
                  </a:lnTo>
                  <a:lnTo>
                    <a:pt x="132" y="18848"/>
                  </a:lnTo>
                  <a:lnTo>
                    <a:pt x="263" y="18914"/>
                  </a:lnTo>
                  <a:lnTo>
                    <a:pt x="394" y="18914"/>
                  </a:lnTo>
                  <a:lnTo>
                    <a:pt x="3208" y="19045"/>
                  </a:lnTo>
                  <a:lnTo>
                    <a:pt x="11781" y="19045"/>
                  </a:lnTo>
                  <a:lnTo>
                    <a:pt x="17474" y="19110"/>
                  </a:lnTo>
                  <a:lnTo>
                    <a:pt x="20092" y="19110"/>
                  </a:lnTo>
                  <a:lnTo>
                    <a:pt x="22775" y="19045"/>
                  </a:lnTo>
                  <a:lnTo>
                    <a:pt x="23037" y="21008"/>
                  </a:lnTo>
                  <a:lnTo>
                    <a:pt x="23430" y="22906"/>
                  </a:lnTo>
                  <a:lnTo>
                    <a:pt x="23495" y="23037"/>
                  </a:lnTo>
                  <a:lnTo>
                    <a:pt x="23561" y="23102"/>
                  </a:lnTo>
                  <a:lnTo>
                    <a:pt x="23691" y="23756"/>
                  </a:lnTo>
                  <a:lnTo>
                    <a:pt x="23757" y="23953"/>
                  </a:lnTo>
                  <a:lnTo>
                    <a:pt x="23888" y="23953"/>
                  </a:lnTo>
                  <a:lnTo>
                    <a:pt x="24215" y="24673"/>
                  </a:lnTo>
                  <a:lnTo>
                    <a:pt x="24280" y="24804"/>
                  </a:lnTo>
                  <a:lnTo>
                    <a:pt x="24542" y="24804"/>
                  </a:lnTo>
                  <a:lnTo>
                    <a:pt x="24608" y="24738"/>
                  </a:lnTo>
                  <a:lnTo>
                    <a:pt x="30628" y="17278"/>
                  </a:lnTo>
                  <a:lnTo>
                    <a:pt x="31872" y="15772"/>
                  </a:lnTo>
                  <a:lnTo>
                    <a:pt x="32526" y="14987"/>
                  </a:lnTo>
                  <a:lnTo>
                    <a:pt x="33115" y="14202"/>
                  </a:lnTo>
                  <a:lnTo>
                    <a:pt x="33639" y="13416"/>
                  </a:lnTo>
                  <a:lnTo>
                    <a:pt x="34097" y="12566"/>
                  </a:lnTo>
                  <a:lnTo>
                    <a:pt x="34490" y="11649"/>
                  </a:lnTo>
                  <a:lnTo>
                    <a:pt x="34751" y="10668"/>
                  </a:lnTo>
                  <a:lnTo>
                    <a:pt x="34751" y="10537"/>
                  </a:lnTo>
                  <a:lnTo>
                    <a:pt x="34686" y="10471"/>
                  </a:lnTo>
                  <a:lnTo>
                    <a:pt x="34817" y="10406"/>
                  </a:lnTo>
                  <a:lnTo>
                    <a:pt x="34882" y="10275"/>
                  </a:lnTo>
                  <a:lnTo>
                    <a:pt x="34882" y="10144"/>
                  </a:lnTo>
                  <a:lnTo>
                    <a:pt x="34751" y="10013"/>
                  </a:lnTo>
                  <a:lnTo>
                    <a:pt x="31806" y="7723"/>
                  </a:lnTo>
                  <a:lnTo>
                    <a:pt x="30367" y="6545"/>
                  </a:lnTo>
                  <a:lnTo>
                    <a:pt x="28927" y="5367"/>
                  </a:lnTo>
                  <a:lnTo>
                    <a:pt x="27553" y="4123"/>
                  </a:lnTo>
                  <a:lnTo>
                    <a:pt x="26178" y="2815"/>
                  </a:lnTo>
                  <a:lnTo>
                    <a:pt x="24869" y="1440"/>
                  </a:lnTo>
                  <a:lnTo>
                    <a:pt x="23561" y="131"/>
                  </a:lnTo>
                  <a:lnTo>
                    <a:pt x="23495" y="66"/>
                  </a:lnTo>
                  <a:lnTo>
                    <a:pt x="23364" y="0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2" name="Google Shape;502;p26"/>
          <p:cNvSpPr txBox="1"/>
          <p:nvPr/>
        </p:nvSpPr>
        <p:spPr>
          <a:xfrm>
            <a:off x="1091750" y="3482350"/>
            <a:ext cx="11391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8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03" name="Google Shape;503;p26"/>
          <p:cNvSpPr txBox="1"/>
          <p:nvPr/>
        </p:nvSpPr>
        <p:spPr>
          <a:xfrm>
            <a:off x="1168613" y="2444725"/>
            <a:ext cx="9852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" name="Google Shape;504;p26"/>
          <p:cNvSpPr txBox="1"/>
          <p:nvPr/>
        </p:nvSpPr>
        <p:spPr>
          <a:xfrm>
            <a:off x="3002300" y="3482350"/>
            <a:ext cx="11391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18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05" name="Google Shape;505;p26"/>
          <p:cNvSpPr txBox="1"/>
          <p:nvPr/>
        </p:nvSpPr>
        <p:spPr>
          <a:xfrm>
            <a:off x="3079162" y="2444725"/>
            <a:ext cx="9855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place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26"/>
          <p:cNvSpPr txBox="1"/>
          <p:nvPr/>
        </p:nvSpPr>
        <p:spPr>
          <a:xfrm>
            <a:off x="4913000" y="3482350"/>
            <a:ext cx="11391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Jupiter</a:t>
            </a:r>
            <a:endParaRPr b="1" sz="18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07" name="Google Shape;507;p26"/>
          <p:cNvSpPr txBox="1"/>
          <p:nvPr/>
        </p:nvSpPr>
        <p:spPr>
          <a:xfrm>
            <a:off x="4912995" y="2444738"/>
            <a:ext cx="11391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26"/>
          <p:cNvSpPr txBox="1"/>
          <p:nvPr/>
        </p:nvSpPr>
        <p:spPr>
          <a:xfrm>
            <a:off x="6823700" y="3482350"/>
            <a:ext cx="11391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b="1" sz="18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09" name="Google Shape;509;p26"/>
          <p:cNvSpPr txBox="1"/>
          <p:nvPr/>
        </p:nvSpPr>
        <p:spPr>
          <a:xfrm>
            <a:off x="6823692" y="2444727"/>
            <a:ext cx="11391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Yes, Saturn is the ringed one. It’s a gas giant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26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Doodle Banner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1" name="Google Shape;511;p26"/>
          <p:cNvSpPr txBox="1"/>
          <p:nvPr/>
        </p:nvSpPr>
        <p:spPr>
          <a:xfrm>
            <a:off x="1168625" y="1458425"/>
            <a:ext cx="6462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b="1" sz="20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12" name="Google Shape;512;p26"/>
          <p:cNvSpPr txBox="1"/>
          <p:nvPr/>
        </p:nvSpPr>
        <p:spPr>
          <a:xfrm>
            <a:off x="3079322" y="1458425"/>
            <a:ext cx="6462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b="1" sz="20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13" name="Google Shape;513;p26"/>
          <p:cNvSpPr txBox="1"/>
          <p:nvPr/>
        </p:nvSpPr>
        <p:spPr>
          <a:xfrm>
            <a:off x="4990020" y="1458425"/>
            <a:ext cx="6462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03</a:t>
            </a:r>
            <a:endParaRPr b="1" sz="20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14" name="Google Shape;514;p26"/>
          <p:cNvSpPr txBox="1"/>
          <p:nvPr/>
        </p:nvSpPr>
        <p:spPr>
          <a:xfrm>
            <a:off x="6900717" y="1458425"/>
            <a:ext cx="6462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04</a:t>
            </a:r>
            <a:endParaRPr b="1" sz="20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7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Doodle Banner Infographics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520" name="Google Shape;520;p27"/>
          <p:cNvGrpSpPr/>
          <p:nvPr/>
        </p:nvGrpSpPr>
        <p:grpSpPr>
          <a:xfrm>
            <a:off x="1288638" y="1504275"/>
            <a:ext cx="6568100" cy="2574428"/>
            <a:chOff x="1288638" y="1504275"/>
            <a:chExt cx="6568100" cy="2574428"/>
          </a:xfrm>
        </p:grpSpPr>
        <p:sp>
          <p:nvSpPr>
            <p:cNvPr id="521" name="Google Shape;521;p27"/>
            <p:cNvSpPr/>
            <p:nvPr/>
          </p:nvSpPr>
          <p:spPr>
            <a:xfrm flipH="1" rot="10800000">
              <a:off x="1288638" y="2984825"/>
              <a:ext cx="3084287" cy="1093878"/>
            </a:xfrm>
            <a:custGeom>
              <a:rect b="b" l="l" r="r" t="t"/>
              <a:pathLst>
                <a:path extrusionOk="0" h="43100" w="94719">
                  <a:moveTo>
                    <a:pt x="22788" y="1"/>
                  </a:moveTo>
                  <a:lnTo>
                    <a:pt x="21995" y="199"/>
                  </a:lnTo>
                  <a:lnTo>
                    <a:pt x="21896" y="298"/>
                  </a:lnTo>
                  <a:lnTo>
                    <a:pt x="21698" y="397"/>
                  </a:lnTo>
                  <a:lnTo>
                    <a:pt x="21500" y="496"/>
                  </a:lnTo>
                  <a:lnTo>
                    <a:pt x="21302" y="397"/>
                  </a:lnTo>
                  <a:lnTo>
                    <a:pt x="20905" y="298"/>
                  </a:lnTo>
                  <a:lnTo>
                    <a:pt x="20509" y="298"/>
                  </a:lnTo>
                  <a:lnTo>
                    <a:pt x="19816" y="397"/>
                  </a:lnTo>
                  <a:lnTo>
                    <a:pt x="19617" y="397"/>
                  </a:lnTo>
                  <a:lnTo>
                    <a:pt x="19617" y="298"/>
                  </a:lnTo>
                  <a:lnTo>
                    <a:pt x="19518" y="199"/>
                  </a:lnTo>
                  <a:lnTo>
                    <a:pt x="19320" y="100"/>
                  </a:lnTo>
                  <a:lnTo>
                    <a:pt x="19320" y="199"/>
                  </a:lnTo>
                  <a:lnTo>
                    <a:pt x="19221" y="298"/>
                  </a:lnTo>
                  <a:lnTo>
                    <a:pt x="19221" y="397"/>
                  </a:lnTo>
                  <a:lnTo>
                    <a:pt x="19221" y="496"/>
                  </a:lnTo>
                  <a:lnTo>
                    <a:pt x="19122" y="496"/>
                  </a:lnTo>
                  <a:lnTo>
                    <a:pt x="19023" y="397"/>
                  </a:lnTo>
                  <a:lnTo>
                    <a:pt x="18924" y="298"/>
                  </a:lnTo>
                  <a:lnTo>
                    <a:pt x="18825" y="199"/>
                  </a:lnTo>
                  <a:lnTo>
                    <a:pt x="18528" y="199"/>
                  </a:lnTo>
                  <a:lnTo>
                    <a:pt x="18131" y="298"/>
                  </a:lnTo>
                  <a:lnTo>
                    <a:pt x="16249" y="298"/>
                  </a:lnTo>
                  <a:lnTo>
                    <a:pt x="15753" y="397"/>
                  </a:lnTo>
                  <a:lnTo>
                    <a:pt x="15258" y="595"/>
                  </a:lnTo>
                  <a:lnTo>
                    <a:pt x="15060" y="397"/>
                  </a:lnTo>
                  <a:lnTo>
                    <a:pt x="14763" y="397"/>
                  </a:lnTo>
                  <a:lnTo>
                    <a:pt x="14564" y="298"/>
                  </a:lnTo>
                  <a:lnTo>
                    <a:pt x="14465" y="298"/>
                  </a:lnTo>
                  <a:lnTo>
                    <a:pt x="14069" y="496"/>
                  </a:lnTo>
                  <a:lnTo>
                    <a:pt x="13673" y="496"/>
                  </a:lnTo>
                  <a:lnTo>
                    <a:pt x="12979" y="397"/>
                  </a:lnTo>
                  <a:lnTo>
                    <a:pt x="12484" y="298"/>
                  </a:lnTo>
                  <a:lnTo>
                    <a:pt x="11889" y="397"/>
                  </a:lnTo>
                  <a:lnTo>
                    <a:pt x="11790" y="397"/>
                  </a:lnTo>
                  <a:lnTo>
                    <a:pt x="11691" y="496"/>
                  </a:lnTo>
                  <a:lnTo>
                    <a:pt x="11592" y="694"/>
                  </a:lnTo>
                  <a:lnTo>
                    <a:pt x="11394" y="496"/>
                  </a:lnTo>
                  <a:lnTo>
                    <a:pt x="11097" y="298"/>
                  </a:lnTo>
                  <a:lnTo>
                    <a:pt x="10601" y="298"/>
                  </a:lnTo>
                  <a:lnTo>
                    <a:pt x="10205" y="397"/>
                  </a:lnTo>
                  <a:lnTo>
                    <a:pt x="9412" y="397"/>
                  </a:lnTo>
                  <a:lnTo>
                    <a:pt x="9016" y="595"/>
                  </a:lnTo>
                  <a:lnTo>
                    <a:pt x="8818" y="496"/>
                  </a:lnTo>
                  <a:lnTo>
                    <a:pt x="8521" y="397"/>
                  </a:lnTo>
                  <a:lnTo>
                    <a:pt x="8323" y="397"/>
                  </a:lnTo>
                  <a:lnTo>
                    <a:pt x="8223" y="595"/>
                  </a:lnTo>
                  <a:lnTo>
                    <a:pt x="7926" y="595"/>
                  </a:lnTo>
                  <a:lnTo>
                    <a:pt x="7827" y="397"/>
                  </a:lnTo>
                  <a:lnTo>
                    <a:pt x="7728" y="496"/>
                  </a:lnTo>
                  <a:lnTo>
                    <a:pt x="7629" y="595"/>
                  </a:lnTo>
                  <a:lnTo>
                    <a:pt x="7431" y="496"/>
                  </a:lnTo>
                  <a:lnTo>
                    <a:pt x="7233" y="298"/>
                  </a:lnTo>
                  <a:lnTo>
                    <a:pt x="6737" y="298"/>
                  </a:lnTo>
                  <a:lnTo>
                    <a:pt x="6440" y="496"/>
                  </a:lnTo>
                  <a:lnTo>
                    <a:pt x="6242" y="595"/>
                  </a:lnTo>
                  <a:lnTo>
                    <a:pt x="6143" y="595"/>
                  </a:lnTo>
                  <a:lnTo>
                    <a:pt x="5945" y="496"/>
                  </a:lnTo>
                  <a:lnTo>
                    <a:pt x="5647" y="298"/>
                  </a:lnTo>
                  <a:lnTo>
                    <a:pt x="5251" y="199"/>
                  </a:lnTo>
                  <a:lnTo>
                    <a:pt x="4756" y="199"/>
                  </a:lnTo>
                  <a:lnTo>
                    <a:pt x="4359" y="397"/>
                  </a:lnTo>
                  <a:lnTo>
                    <a:pt x="4260" y="397"/>
                  </a:lnTo>
                  <a:lnTo>
                    <a:pt x="4260" y="298"/>
                  </a:lnTo>
                  <a:lnTo>
                    <a:pt x="4260" y="100"/>
                  </a:lnTo>
                  <a:lnTo>
                    <a:pt x="4062" y="100"/>
                  </a:lnTo>
                  <a:lnTo>
                    <a:pt x="3963" y="199"/>
                  </a:lnTo>
                  <a:lnTo>
                    <a:pt x="3864" y="298"/>
                  </a:lnTo>
                  <a:lnTo>
                    <a:pt x="3765" y="397"/>
                  </a:lnTo>
                  <a:lnTo>
                    <a:pt x="3666" y="298"/>
                  </a:lnTo>
                  <a:lnTo>
                    <a:pt x="3468" y="298"/>
                  </a:lnTo>
                  <a:lnTo>
                    <a:pt x="3270" y="199"/>
                  </a:lnTo>
                  <a:lnTo>
                    <a:pt x="2972" y="298"/>
                  </a:lnTo>
                  <a:lnTo>
                    <a:pt x="2081" y="100"/>
                  </a:lnTo>
                  <a:lnTo>
                    <a:pt x="1288" y="100"/>
                  </a:lnTo>
                  <a:lnTo>
                    <a:pt x="1189" y="298"/>
                  </a:lnTo>
                  <a:lnTo>
                    <a:pt x="1090" y="397"/>
                  </a:lnTo>
                  <a:lnTo>
                    <a:pt x="793" y="397"/>
                  </a:lnTo>
                  <a:lnTo>
                    <a:pt x="495" y="496"/>
                  </a:lnTo>
                  <a:lnTo>
                    <a:pt x="198" y="595"/>
                  </a:lnTo>
                  <a:lnTo>
                    <a:pt x="99" y="694"/>
                  </a:lnTo>
                  <a:lnTo>
                    <a:pt x="99" y="892"/>
                  </a:lnTo>
                  <a:lnTo>
                    <a:pt x="0" y="1388"/>
                  </a:lnTo>
                  <a:lnTo>
                    <a:pt x="99" y="1784"/>
                  </a:lnTo>
                  <a:lnTo>
                    <a:pt x="297" y="2180"/>
                  </a:lnTo>
                  <a:lnTo>
                    <a:pt x="594" y="2477"/>
                  </a:lnTo>
                  <a:lnTo>
                    <a:pt x="1090" y="3171"/>
                  </a:lnTo>
                  <a:lnTo>
                    <a:pt x="1684" y="3765"/>
                  </a:lnTo>
                  <a:lnTo>
                    <a:pt x="2180" y="4558"/>
                  </a:lnTo>
                  <a:lnTo>
                    <a:pt x="2774" y="5252"/>
                  </a:lnTo>
                  <a:lnTo>
                    <a:pt x="3369" y="5945"/>
                  </a:lnTo>
                  <a:lnTo>
                    <a:pt x="3864" y="6639"/>
                  </a:lnTo>
                  <a:lnTo>
                    <a:pt x="4756" y="7927"/>
                  </a:lnTo>
                  <a:lnTo>
                    <a:pt x="5647" y="9215"/>
                  </a:lnTo>
                  <a:lnTo>
                    <a:pt x="6143" y="10106"/>
                  </a:lnTo>
                  <a:lnTo>
                    <a:pt x="6440" y="10503"/>
                  </a:lnTo>
                  <a:lnTo>
                    <a:pt x="6737" y="10800"/>
                  </a:lnTo>
                  <a:lnTo>
                    <a:pt x="6935" y="11097"/>
                  </a:lnTo>
                  <a:lnTo>
                    <a:pt x="7134" y="11394"/>
                  </a:lnTo>
                  <a:lnTo>
                    <a:pt x="7233" y="11692"/>
                  </a:lnTo>
                  <a:lnTo>
                    <a:pt x="7431" y="11989"/>
                  </a:lnTo>
                  <a:lnTo>
                    <a:pt x="7926" y="12782"/>
                  </a:lnTo>
                  <a:lnTo>
                    <a:pt x="8323" y="13574"/>
                  </a:lnTo>
                  <a:lnTo>
                    <a:pt x="9016" y="14763"/>
                  </a:lnTo>
                  <a:lnTo>
                    <a:pt x="9313" y="15358"/>
                  </a:lnTo>
                  <a:lnTo>
                    <a:pt x="9611" y="15952"/>
                  </a:lnTo>
                  <a:lnTo>
                    <a:pt x="9908" y="16547"/>
                  </a:lnTo>
                  <a:lnTo>
                    <a:pt x="10007" y="16745"/>
                  </a:lnTo>
                  <a:lnTo>
                    <a:pt x="10304" y="17042"/>
                  </a:lnTo>
                  <a:lnTo>
                    <a:pt x="10403" y="17141"/>
                  </a:lnTo>
                  <a:lnTo>
                    <a:pt x="10403" y="17339"/>
                  </a:lnTo>
                  <a:lnTo>
                    <a:pt x="10403" y="17537"/>
                  </a:lnTo>
                  <a:lnTo>
                    <a:pt x="10502" y="17735"/>
                  </a:lnTo>
                  <a:lnTo>
                    <a:pt x="10799" y="18231"/>
                  </a:lnTo>
                  <a:lnTo>
                    <a:pt x="10998" y="18528"/>
                  </a:lnTo>
                  <a:lnTo>
                    <a:pt x="10899" y="18825"/>
                  </a:lnTo>
                  <a:lnTo>
                    <a:pt x="10899" y="18924"/>
                  </a:lnTo>
                  <a:lnTo>
                    <a:pt x="10998" y="18924"/>
                  </a:lnTo>
                  <a:lnTo>
                    <a:pt x="11196" y="19023"/>
                  </a:lnTo>
                  <a:lnTo>
                    <a:pt x="11295" y="19123"/>
                  </a:lnTo>
                  <a:lnTo>
                    <a:pt x="11295" y="19222"/>
                  </a:lnTo>
                  <a:lnTo>
                    <a:pt x="11295" y="19321"/>
                  </a:lnTo>
                  <a:lnTo>
                    <a:pt x="11196" y="19519"/>
                  </a:lnTo>
                  <a:lnTo>
                    <a:pt x="11196" y="19618"/>
                  </a:lnTo>
                  <a:lnTo>
                    <a:pt x="11394" y="19816"/>
                  </a:lnTo>
                  <a:lnTo>
                    <a:pt x="11592" y="19915"/>
                  </a:lnTo>
                  <a:lnTo>
                    <a:pt x="11691" y="20113"/>
                  </a:lnTo>
                  <a:lnTo>
                    <a:pt x="11691" y="20212"/>
                  </a:lnTo>
                  <a:lnTo>
                    <a:pt x="11592" y="20411"/>
                  </a:lnTo>
                  <a:lnTo>
                    <a:pt x="11196" y="21104"/>
                  </a:lnTo>
                  <a:lnTo>
                    <a:pt x="10799" y="21897"/>
                  </a:lnTo>
                  <a:lnTo>
                    <a:pt x="10502" y="22590"/>
                  </a:lnTo>
                  <a:lnTo>
                    <a:pt x="10106" y="23383"/>
                  </a:lnTo>
                  <a:lnTo>
                    <a:pt x="9214" y="24968"/>
                  </a:lnTo>
                  <a:lnTo>
                    <a:pt x="8323" y="26652"/>
                  </a:lnTo>
                  <a:lnTo>
                    <a:pt x="8025" y="27049"/>
                  </a:lnTo>
                  <a:lnTo>
                    <a:pt x="7728" y="27544"/>
                  </a:lnTo>
                  <a:lnTo>
                    <a:pt x="6638" y="29229"/>
                  </a:lnTo>
                  <a:lnTo>
                    <a:pt x="5647" y="31111"/>
                  </a:lnTo>
                  <a:lnTo>
                    <a:pt x="5152" y="32102"/>
                  </a:lnTo>
                  <a:lnTo>
                    <a:pt x="4459" y="33192"/>
                  </a:lnTo>
                  <a:lnTo>
                    <a:pt x="4161" y="33786"/>
                  </a:lnTo>
                  <a:lnTo>
                    <a:pt x="3765" y="34480"/>
                  </a:lnTo>
                  <a:lnTo>
                    <a:pt x="3270" y="35768"/>
                  </a:lnTo>
                  <a:lnTo>
                    <a:pt x="2873" y="36461"/>
                  </a:lnTo>
                  <a:lnTo>
                    <a:pt x="2576" y="37056"/>
                  </a:lnTo>
                  <a:lnTo>
                    <a:pt x="1882" y="38046"/>
                  </a:lnTo>
                  <a:lnTo>
                    <a:pt x="1288" y="39235"/>
                  </a:lnTo>
                  <a:lnTo>
                    <a:pt x="991" y="39830"/>
                  </a:lnTo>
                  <a:lnTo>
                    <a:pt x="793" y="40424"/>
                  </a:lnTo>
                  <a:lnTo>
                    <a:pt x="694" y="41118"/>
                  </a:lnTo>
                  <a:lnTo>
                    <a:pt x="694" y="41415"/>
                  </a:lnTo>
                  <a:lnTo>
                    <a:pt x="793" y="41811"/>
                  </a:lnTo>
                  <a:lnTo>
                    <a:pt x="793" y="42010"/>
                  </a:lnTo>
                  <a:lnTo>
                    <a:pt x="892" y="42208"/>
                  </a:lnTo>
                  <a:lnTo>
                    <a:pt x="1090" y="42406"/>
                  </a:lnTo>
                  <a:lnTo>
                    <a:pt x="1486" y="42307"/>
                  </a:lnTo>
                  <a:lnTo>
                    <a:pt x="1585" y="42307"/>
                  </a:lnTo>
                  <a:lnTo>
                    <a:pt x="1783" y="42505"/>
                  </a:lnTo>
                  <a:lnTo>
                    <a:pt x="1882" y="42703"/>
                  </a:lnTo>
                  <a:lnTo>
                    <a:pt x="1882" y="43099"/>
                  </a:lnTo>
                  <a:lnTo>
                    <a:pt x="2081" y="42901"/>
                  </a:lnTo>
                  <a:lnTo>
                    <a:pt x="2378" y="42802"/>
                  </a:lnTo>
                  <a:lnTo>
                    <a:pt x="2576" y="42802"/>
                  </a:lnTo>
                  <a:lnTo>
                    <a:pt x="2873" y="42901"/>
                  </a:lnTo>
                  <a:lnTo>
                    <a:pt x="3270" y="43000"/>
                  </a:lnTo>
                  <a:lnTo>
                    <a:pt x="3468" y="43000"/>
                  </a:lnTo>
                  <a:lnTo>
                    <a:pt x="3666" y="42802"/>
                  </a:lnTo>
                  <a:lnTo>
                    <a:pt x="3864" y="42703"/>
                  </a:lnTo>
                  <a:lnTo>
                    <a:pt x="3963" y="42802"/>
                  </a:lnTo>
                  <a:lnTo>
                    <a:pt x="4260" y="43000"/>
                  </a:lnTo>
                  <a:lnTo>
                    <a:pt x="4855" y="43000"/>
                  </a:lnTo>
                  <a:lnTo>
                    <a:pt x="5053" y="42901"/>
                  </a:lnTo>
                  <a:lnTo>
                    <a:pt x="5152" y="42802"/>
                  </a:lnTo>
                  <a:lnTo>
                    <a:pt x="5548" y="42802"/>
                  </a:lnTo>
                  <a:lnTo>
                    <a:pt x="5846" y="42901"/>
                  </a:lnTo>
                  <a:lnTo>
                    <a:pt x="5945" y="42802"/>
                  </a:lnTo>
                  <a:lnTo>
                    <a:pt x="5945" y="42703"/>
                  </a:lnTo>
                  <a:lnTo>
                    <a:pt x="6143" y="42802"/>
                  </a:lnTo>
                  <a:lnTo>
                    <a:pt x="6341" y="42802"/>
                  </a:lnTo>
                  <a:lnTo>
                    <a:pt x="6737" y="42901"/>
                  </a:lnTo>
                  <a:lnTo>
                    <a:pt x="7530" y="42802"/>
                  </a:lnTo>
                  <a:lnTo>
                    <a:pt x="7926" y="42703"/>
                  </a:lnTo>
                  <a:lnTo>
                    <a:pt x="8223" y="42505"/>
                  </a:lnTo>
                  <a:lnTo>
                    <a:pt x="8422" y="42505"/>
                  </a:lnTo>
                  <a:lnTo>
                    <a:pt x="8521" y="42604"/>
                  </a:lnTo>
                  <a:lnTo>
                    <a:pt x="9313" y="42604"/>
                  </a:lnTo>
                  <a:lnTo>
                    <a:pt x="10007" y="42505"/>
                  </a:lnTo>
                  <a:lnTo>
                    <a:pt x="11790" y="42505"/>
                  </a:lnTo>
                  <a:lnTo>
                    <a:pt x="12583" y="42406"/>
                  </a:lnTo>
                  <a:lnTo>
                    <a:pt x="14069" y="42406"/>
                  </a:lnTo>
                  <a:lnTo>
                    <a:pt x="14664" y="42307"/>
                  </a:lnTo>
                  <a:lnTo>
                    <a:pt x="15258" y="42208"/>
                  </a:lnTo>
                  <a:lnTo>
                    <a:pt x="15555" y="42307"/>
                  </a:lnTo>
                  <a:lnTo>
                    <a:pt x="15852" y="42406"/>
                  </a:lnTo>
                  <a:lnTo>
                    <a:pt x="16249" y="42406"/>
                  </a:lnTo>
                  <a:lnTo>
                    <a:pt x="16744" y="42307"/>
                  </a:lnTo>
                  <a:lnTo>
                    <a:pt x="17339" y="42208"/>
                  </a:lnTo>
                  <a:lnTo>
                    <a:pt x="18825" y="42208"/>
                  </a:lnTo>
                  <a:lnTo>
                    <a:pt x="19518" y="42109"/>
                  </a:lnTo>
                  <a:lnTo>
                    <a:pt x="20311" y="42109"/>
                  </a:lnTo>
                  <a:lnTo>
                    <a:pt x="20608" y="42208"/>
                  </a:lnTo>
                  <a:lnTo>
                    <a:pt x="20707" y="42208"/>
                  </a:lnTo>
                  <a:lnTo>
                    <a:pt x="20905" y="42010"/>
                  </a:lnTo>
                  <a:lnTo>
                    <a:pt x="21104" y="42010"/>
                  </a:lnTo>
                  <a:lnTo>
                    <a:pt x="21302" y="42109"/>
                  </a:lnTo>
                  <a:lnTo>
                    <a:pt x="21698" y="42208"/>
                  </a:lnTo>
                  <a:lnTo>
                    <a:pt x="22590" y="42208"/>
                  </a:lnTo>
                  <a:lnTo>
                    <a:pt x="22986" y="42010"/>
                  </a:lnTo>
                  <a:lnTo>
                    <a:pt x="23184" y="42010"/>
                  </a:lnTo>
                  <a:lnTo>
                    <a:pt x="23283" y="42109"/>
                  </a:lnTo>
                  <a:lnTo>
                    <a:pt x="23283" y="42208"/>
                  </a:lnTo>
                  <a:lnTo>
                    <a:pt x="23382" y="42208"/>
                  </a:lnTo>
                  <a:lnTo>
                    <a:pt x="23581" y="42010"/>
                  </a:lnTo>
                  <a:lnTo>
                    <a:pt x="23977" y="42010"/>
                  </a:lnTo>
                  <a:lnTo>
                    <a:pt x="24274" y="42109"/>
                  </a:lnTo>
                  <a:lnTo>
                    <a:pt x="24472" y="42208"/>
                  </a:lnTo>
                  <a:lnTo>
                    <a:pt x="26355" y="42208"/>
                  </a:lnTo>
                  <a:lnTo>
                    <a:pt x="26652" y="42109"/>
                  </a:lnTo>
                  <a:lnTo>
                    <a:pt x="26850" y="42010"/>
                  </a:lnTo>
                  <a:lnTo>
                    <a:pt x="27048" y="42010"/>
                  </a:lnTo>
                  <a:lnTo>
                    <a:pt x="27246" y="42109"/>
                  </a:lnTo>
                  <a:lnTo>
                    <a:pt x="27643" y="42010"/>
                  </a:lnTo>
                  <a:lnTo>
                    <a:pt x="28039" y="41911"/>
                  </a:lnTo>
                  <a:lnTo>
                    <a:pt x="28237" y="42010"/>
                  </a:lnTo>
                  <a:lnTo>
                    <a:pt x="28435" y="42010"/>
                  </a:lnTo>
                  <a:lnTo>
                    <a:pt x="28733" y="42109"/>
                  </a:lnTo>
                  <a:lnTo>
                    <a:pt x="29030" y="42109"/>
                  </a:lnTo>
                  <a:lnTo>
                    <a:pt x="29327" y="42010"/>
                  </a:lnTo>
                  <a:lnTo>
                    <a:pt x="29624" y="42010"/>
                  </a:lnTo>
                  <a:lnTo>
                    <a:pt x="29921" y="41911"/>
                  </a:lnTo>
                  <a:lnTo>
                    <a:pt x="30120" y="42010"/>
                  </a:lnTo>
                  <a:lnTo>
                    <a:pt x="30219" y="42109"/>
                  </a:lnTo>
                  <a:lnTo>
                    <a:pt x="30219" y="42208"/>
                  </a:lnTo>
                  <a:lnTo>
                    <a:pt x="30318" y="42109"/>
                  </a:lnTo>
                  <a:lnTo>
                    <a:pt x="30417" y="42010"/>
                  </a:lnTo>
                  <a:lnTo>
                    <a:pt x="30714" y="42109"/>
                  </a:lnTo>
                  <a:lnTo>
                    <a:pt x="31110" y="42109"/>
                  </a:lnTo>
                  <a:lnTo>
                    <a:pt x="31209" y="42010"/>
                  </a:lnTo>
                  <a:lnTo>
                    <a:pt x="31408" y="42010"/>
                  </a:lnTo>
                  <a:lnTo>
                    <a:pt x="31705" y="42109"/>
                  </a:lnTo>
                  <a:lnTo>
                    <a:pt x="32101" y="42109"/>
                  </a:lnTo>
                  <a:lnTo>
                    <a:pt x="32795" y="42010"/>
                  </a:lnTo>
                  <a:lnTo>
                    <a:pt x="33389" y="41911"/>
                  </a:lnTo>
                  <a:lnTo>
                    <a:pt x="33786" y="41911"/>
                  </a:lnTo>
                  <a:lnTo>
                    <a:pt x="34083" y="42010"/>
                  </a:lnTo>
                  <a:lnTo>
                    <a:pt x="34479" y="42010"/>
                  </a:lnTo>
                  <a:lnTo>
                    <a:pt x="35371" y="41911"/>
                  </a:lnTo>
                  <a:lnTo>
                    <a:pt x="36163" y="42010"/>
                  </a:lnTo>
                  <a:lnTo>
                    <a:pt x="36758" y="42010"/>
                  </a:lnTo>
                  <a:lnTo>
                    <a:pt x="37253" y="42109"/>
                  </a:lnTo>
                  <a:lnTo>
                    <a:pt x="37550" y="42010"/>
                  </a:lnTo>
                  <a:lnTo>
                    <a:pt x="37848" y="42109"/>
                  </a:lnTo>
                  <a:lnTo>
                    <a:pt x="38244" y="42109"/>
                  </a:lnTo>
                  <a:lnTo>
                    <a:pt x="38343" y="42010"/>
                  </a:lnTo>
                  <a:lnTo>
                    <a:pt x="38442" y="42109"/>
                  </a:lnTo>
                  <a:lnTo>
                    <a:pt x="38640" y="42208"/>
                  </a:lnTo>
                  <a:lnTo>
                    <a:pt x="38938" y="42109"/>
                  </a:lnTo>
                  <a:lnTo>
                    <a:pt x="39631" y="42109"/>
                  </a:lnTo>
                  <a:lnTo>
                    <a:pt x="40027" y="42208"/>
                  </a:lnTo>
                  <a:lnTo>
                    <a:pt x="40820" y="42208"/>
                  </a:lnTo>
                  <a:lnTo>
                    <a:pt x="41216" y="41911"/>
                  </a:lnTo>
                  <a:lnTo>
                    <a:pt x="41514" y="41911"/>
                  </a:lnTo>
                  <a:lnTo>
                    <a:pt x="41811" y="42109"/>
                  </a:lnTo>
                  <a:lnTo>
                    <a:pt x="42108" y="42109"/>
                  </a:lnTo>
                  <a:lnTo>
                    <a:pt x="42603" y="41911"/>
                  </a:lnTo>
                  <a:lnTo>
                    <a:pt x="45179" y="41911"/>
                  </a:lnTo>
                  <a:lnTo>
                    <a:pt x="45675" y="42010"/>
                  </a:lnTo>
                  <a:lnTo>
                    <a:pt x="46269" y="42109"/>
                  </a:lnTo>
                  <a:lnTo>
                    <a:pt x="46368" y="42208"/>
                  </a:lnTo>
                  <a:lnTo>
                    <a:pt x="46567" y="42208"/>
                  </a:lnTo>
                  <a:lnTo>
                    <a:pt x="47062" y="42109"/>
                  </a:lnTo>
                  <a:lnTo>
                    <a:pt x="47557" y="42109"/>
                  </a:lnTo>
                  <a:lnTo>
                    <a:pt x="48053" y="42010"/>
                  </a:lnTo>
                  <a:lnTo>
                    <a:pt x="48548" y="41911"/>
                  </a:lnTo>
                  <a:lnTo>
                    <a:pt x="48845" y="41911"/>
                  </a:lnTo>
                  <a:lnTo>
                    <a:pt x="49043" y="42010"/>
                  </a:lnTo>
                  <a:lnTo>
                    <a:pt x="49143" y="42109"/>
                  </a:lnTo>
                  <a:lnTo>
                    <a:pt x="49341" y="42208"/>
                  </a:lnTo>
                  <a:lnTo>
                    <a:pt x="49638" y="42109"/>
                  </a:lnTo>
                  <a:lnTo>
                    <a:pt x="50629" y="42109"/>
                  </a:lnTo>
                  <a:lnTo>
                    <a:pt x="51025" y="42010"/>
                  </a:lnTo>
                  <a:lnTo>
                    <a:pt x="51322" y="41911"/>
                  </a:lnTo>
                  <a:lnTo>
                    <a:pt x="51719" y="42010"/>
                  </a:lnTo>
                  <a:lnTo>
                    <a:pt x="51917" y="42010"/>
                  </a:lnTo>
                  <a:lnTo>
                    <a:pt x="52115" y="41911"/>
                  </a:lnTo>
                  <a:lnTo>
                    <a:pt x="52313" y="41811"/>
                  </a:lnTo>
                  <a:lnTo>
                    <a:pt x="52610" y="41911"/>
                  </a:lnTo>
                  <a:lnTo>
                    <a:pt x="52808" y="42010"/>
                  </a:lnTo>
                  <a:lnTo>
                    <a:pt x="54394" y="42010"/>
                  </a:lnTo>
                  <a:lnTo>
                    <a:pt x="55087" y="42208"/>
                  </a:lnTo>
                  <a:lnTo>
                    <a:pt x="55384" y="42208"/>
                  </a:lnTo>
                  <a:lnTo>
                    <a:pt x="56276" y="42010"/>
                  </a:lnTo>
                  <a:lnTo>
                    <a:pt x="58951" y="42010"/>
                  </a:lnTo>
                  <a:lnTo>
                    <a:pt x="59744" y="42109"/>
                  </a:lnTo>
                  <a:lnTo>
                    <a:pt x="60140" y="42010"/>
                  </a:lnTo>
                  <a:lnTo>
                    <a:pt x="60537" y="41911"/>
                  </a:lnTo>
                  <a:lnTo>
                    <a:pt x="60834" y="41911"/>
                  </a:lnTo>
                  <a:lnTo>
                    <a:pt x="60933" y="42010"/>
                  </a:lnTo>
                  <a:lnTo>
                    <a:pt x="60933" y="42109"/>
                  </a:lnTo>
                  <a:lnTo>
                    <a:pt x="60933" y="42208"/>
                  </a:lnTo>
                  <a:lnTo>
                    <a:pt x="61131" y="42109"/>
                  </a:lnTo>
                  <a:lnTo>
                    <a:pt x="61329" y="42010"/>
                  </a:lnTo>
                  <a:lnTo>
                    <a:pt x="61428" y="42010"/>
                  </a:lnTo>
                  <a:lnTo>
                    <a:pt x="61725" y="42109"/>
                  </a:lnTo>
                  <a:lnTo>
                    <a:pt x="62023" y="42109"/>
                  </a:lnTo>
                  <a:lnTo>
                    <a:pt x="62122" y="42010"/>
                  </a:lnTo>
                  <a:lnTo>
                    <a:pt x="62320" y="42010"/>
                  </a:lnTo>
                  <a:lnTo>
                    <a:pt x="62815" y="42109"/>
                  </a:lnTo>
                  <a:lnTo>
                    <a:pt x="63608" y="42109"/>
                  </a:lnTo>
                  <a:lnTo>
                    <a:pt x="63707" y="41911"/>
                  </a:lnTo>
                  <a:lnTo>
                    <a:pt x="63707" y="41811"/>
                  </a:lnTo>
                  <a:lnTo>
                    <a:pt x="63806" y="41811"/>
                  </a:lnTo>
                  <a:lnTo>
                    <a:pt x="64004" y="41911"/>
                  </a:lnTo>
                  <a:lnTo>
                    <a:pt x="64103" y="42208"/>
                  </a:lnTo>
                  <a:lnTo>
                    <a:pt x="64797" y="42208"/>
                  </a:lnTo>
                  <a:lnTo>
                    <a:pt x="65788" y="42109"/>
                  </a:lnTo>
                  <a:lnTo>
                    <a:pt x="66679" y="42208"/>
                  </a:lnTo>
                  <a:lnTo>
                    <a:pt x="68463" y="42208"/>
                  </a:lnTo>
                  <a:lnTo>
                    <a:pt x="69057" y="42010"/>
                  </a:lnTo>
                  <a:lnTo>
                    <a:pt x="69156" y="42010"/>
                  </a:lnTo>
                  <a:lnTo>
                    <a:pt x="69255" y="42109"/>
                  </a:lnTo>
                  <a:lnTo>
                    <a:pt x="69354" y="42307"/>
                  </a:lnTo>
                  <a:lnTo>
                    <a:pt x="69652" y="42307"/>
                  </a:lnTo>
                  <a:lnTo>
                    <a:pt x="69751" y="42109"/>
                  </a:lnTo>
                  <a:lnTo>
                    <a:pt x="69850" y="42010"/>
                  </a:lnTo>
                  <a:lnTo>
                    <a:pt x="69949" y="42010"/>
                  </a:lnTo>
                  <a:lnTo>
                    <a:pt x="70345" y="42208"/>
                  </a:lnTo>
                  <a:lnTo>
                    <a:pt x="70543" y="42307"/>
                  </a:lnTo>
                  <a:lnTo>
                    <a:pt x="70841" y="42307"/>
                  </a:lnTo>
                  <a:lnTo>
                    <a:pt x="71534" y="42208"/>
                  </a:lnTo>
                  <a:lnTo>
                    <a:pt x="72327" y="42208"/>
                  </a:lnTo>
                  <a:lnTo>
                    <a:pt x="73813" y="42406"/>
                  </a:lnTo>
                  <a:lnTo>
                    <a:pt x="74407" y="42406"/>
                  </a:lnTo>
                  <a:lnTo>
                    <a:pt x="74705" y="42307"/>
                  </a:lnTo>
                  <a:lnTo>
                    <a:pt x="74903" y="42208"/>
                  </a:lnTo>
                  <a:lnTo>
                    <a:pt x="75101" y="42109"/>
                  </a:lnTo>
                  <a:lnTo>
                    <a:pt x="75299" y="42109"/>
                  </a:lnTo>
                  <a:lnTo>
                    <a:pt x="75596" y="42208"/>
                  </a:lnTo>
                  <a:lnTo>
                    <a:pt x="76092" y="42307"/>
                  </a:lnTo>
                  <a:lnTo>
                    <a:pt x="77479" y="42307"/>
                  </a:lnTo>
                  <a:lnTo>
                    <a:pt x="77974" y="42406"/>
                  </a:lnTo>
                  <a:lnTo>
                    <a:pt x="78569" y="42406"/>
                  </a:lnTo>
                  <a:lnTo>
                    <a:pt x="79659" y="42307"/>
                  </a:lnTo>
                  <a:lnTo>
                    <a:pt x="80451" y="42208"/>
                  </a:lnTo>
                  <a:lnTo>
                    <a:pt x="81145" y="42307"/>
                  </a:lnTo>
                  <a:lnTo>
                    <a:pt x="82532" y="42307"/>
                  </a:lnTo>
                  <a:lnTo>
                    <a:pt x="83523" y="42208"/>
                  </a:lnTo>
                  <a:lnTo>
                    <a:pt x="84018" y="42208"/>
                  </a:lnTo>
                  <a:lnTo>
                    <a:pt x="84513" y="42307"/>
                  </a:lnTo>
                  <a:lnTo>
                    <a:pt x="84811" y="42307"/>
                  </a:lnTo>
                  <a:lnTo>
                    <a:pt x="85009" y="42208"/>
                  </a:lnTo>
                  <a:lnTo>
                    <a:pt x="85207" y="42109"/>
                  </a:lnTo>
                  <a:lnTo>
                    <a:pt x="85603" y="42109"/>
                  </a:lnTo>
                  <a:lnTo>
                    <a:pt x="85999" y="42208"/>
                  </a:lnTo>
                  <a:lnTo>
                    <a:pt x="87089" y="42208"/>
                  </a:lnTo>
                  <a:lnTo>
                    <a:pt x="87188" y="42109"/>
                  </a:lnTo>
                  <a:lnTo>
                    <a:pt x="87288" y="41911"/>
                  </a:lnTo>
                  <a:lnTo>
                    <a:pt x="87387" y="41911"/>
                  </a:lnTo>
                  <a:lnTo>
                    <a:pt x="87684" y="42010"/>
                  </a:lnTo>
                  <a:lnTo>
                    <a:pt x="87882" y="42010"/>
                  </a:lnTo>
                  <a:lnTo>
                    <a:pt x="88476" y="41911"/>
                  </a:lnTo>
                  <a:lnTo>
                    <a:pt x="89368" y="41811"/>
                  </a:lnTo>
                  <a:lnTo>
                    <a:pt x="89864" y="41811"/>
                  </a:lnTo>
                  <a:lnTo>
                    <a:pt x="90260" y="41712"/>
                  </a:lnTo>
                  <a:lnTo>
                    <a:pt x="90953" y="41712"/>
                  </a:lnTo>
                  <a:lnTo>
                    <a:pt x="91548" y="41911"/>
                  </a:lnTo>
                  <a:lnTo>
                    <a:pt x="92043" y="42010"/>
                  </a:lnTo>
                  <a:lnTo>
                    <a:pt x="92241" y="41911"/>
                  </a:lnTo>
                  <a:lnTo>
                    <a:pt x="92340" y="41712"/>
                  </a:lnTo>
                  <a:lnTo>
                    <a:pt x="92539" y="41514"/>
                  </a:lnTo>
                  <a:lnTo>
                    <a:pt x="92737" y="41514"/>
                  </a:lnTo>
                  <a:lnTo>
                    <a:pt x="92935" y="41613"/>
                  </a:lnTo>
                  <a:lnTo>
                    <a:pt x="93034" y="41811"/>
                  </a:lnTo>
                  <a:lnTo>
                    <a:pt x="93232" y="42010"/>
                  </a:lnTo>
                  <a:lnTo>
                    <a:pt x="93331" y="42109"/>
                  </a:lnTo>
                  <a:lnTo>
                    <a:pt x="93529" y="42109"/>
                  </a:lnTo>
                  <a:lnTo>
                    <a:pt x="93728" y="41911"/>
                  </a:lnTo>
                  <a:lnTo>
                    <a:pt x="94124" y="41415"/>
                  </a:lnTo>
                  <a:lnTo>
                    <a:pt x="94421" y="40821"/>
                  </a:lnTo>
                  <a:lnTo>
                    <a:pt x="94520" y="40226"/>
                  </a:lnTo>
                  <a:lnTo>
                    <a:pt x="94619" y="39632"/>
                  </a:lnTo>
                  <a:lnTo>
                    <a:pt x="94718" y="38542"/>
                  </a:lnTo>
                  <a:lnTo>
                    <a:pt x="94718" y="38046"/>
                  </a:lnTo>
                  <a:lnTo>
                    <a:pt x="94619" y="37551"/>
                  </a:lnTo>
                  <a:lnTo>
                    <a:pt x="94520" y="36957"/>
                  </a:lnTo>
                  <a:lnTo>
                    <a:pt x="94520" y="36263"/>
                  </a:lnTo>
                  <a:lnTo>
                    <a:pt x="94520" y="35669"/>
                  </a:lnTo>
                  <a:lnTo>
                    <a:pt x="94421" y="35371"/>
                  </a:lnTo>
                  <a:lnTo>
                    <a:pt x="94322" y="35074"/>
                  </a:lnTo>
                  <a:lnTo>
                    <a:pt x="94223" y="34975"/>
                  </a:lnTo>
                  <a:lnTo>
                    <a:pt x="94322" y="34876"/>
                  </a:lnTo>
                  <a:lnTo>
                    <a:pt x="94322" y="34678"/>
                  </a:lnTo>
                  <a:lnTo>
                    <a:pt x="94223" y="33687"/>
                  </a:lnTo>
                  <a:lnTo>
                    <a:pt x="94223" y="32795"/>
                  </a:lnTo>
                  <a:lnTo>
                    <a:pt x="94223" y="31805"/>
                  </a:lnTo>
                  <a:lnTo>
                    <a:pt x="94124" y="30913"/>
                  </a:lnTo>
                  <a:lnTo>
                    <a:pt x="93926" y="28832"/>
                  </a:lnTo>
                  <a:lnTo>
                    <a:pt x="93827" y="27742"/>
                  </a:lnTo>
                  <a:lnTo>
                    <a:pt x="93827" y="27247"/>
                  </a:lnTo>
                  <a:lnTo>
                    <a:pt x="93728" y="26752"/>
                  </a:lnTo>
                  <a:lnTo>
                    <a:pt x="93728" y="26454"/>
                  </a:lnTo>
                  <a:lnTo>
                    <a:pt x="93628" y="26058"/>
                  </a:lnTo>
                  <a:lnTo>
                    <a:pt x="93529" y="25464"/>
                  </a:lnTo>
                  <a:lnTo>
                    <a:pt x="93331" y="23185"/>
                  </a:lnTo>
                  <a:lnTo>
                    <a:pt x="93331" y="21798"/>
                  </a:lnTo>
                  <a:lnTo>
                    <a:pt x="93232" y="21203"/>
                  </a:lnTo>
                  <a:lnTo>
                    <a:pt x="92935" y="20510"/>
                  </a:lnTo>
                  <a:lnTo>
                    <a:pt x="92836" y="20411"/>
                  </a:lnTo>
                  <a:lnTo>
                    <a:pt x="92836" y="20312"/>
                  </a:lnTo>
                  <a:lnTo>
                    <a:pt x="92935" y="20212"/>
                  </a:lnTo>
                  <a:lnTo>
                    <a:pt x="93034" y="20113"/>
                  </a:lnTo>
                  <a:lnTo>
                    <a:pt x="93034" y="20014"/>
                  </a:lnTo>
                  <a:lnTo>
                    <a:pt x="92836" y="19915"/>
                  </a:lnTo>
                  <a:lnTo>
                    <a:pt x="92737" y="19915"/>
                  </a:lnTo>
                  <a:lnTo>
                    <a:pt x="92737" y="19816"/>
                  </a:lnTo>
                  <a:lnTo>
                    <a:pt x="92935" y="19717"/>
                  </a:lnTo>
                  <a:lnTo>
                    <a:pt x="93034" y="19618"/>
                  </a:lnTo>
                  <a:lnTo>
                    <a:pt x="93034" y="19519"/>
                  </a:lnTo>
                  <a:lnTo>
                    <a:pt x="92935" y="19420"/>
                  </a:lnTo>
                  <a:lnTo>
                    <a:pt x="92737" y="19123"/>
                  </a:lnTo>
                  <a:lnTo>
                    <a:pt x="92737" y="19023"/>
                  </a:lnTo>
                  <a:lnTo>
                    <a:pt x="92935" y="18924"/>
                  </a:lnTo>
                  <a:lnTo>
                    <a:pt x="92935" y="18825"/>
                  </a:lnTo>
                  <a:lnTo>
                    <a:pt x="92935" y="18627"/>
                  </a:lnTo>
                  <a:lnTo>
                    <a:pt x="92737" y="18033"/>
                  </a:lnTo>
                  <a:lnTo>
                    <a:pt x="92638" y="17438"/>
                  </a:lnTo>
                  <a:lnTo>
                    <a:pt x="92638" y="16844"/>
                  </a:lnTo>
                  <a:lnTo>
                    <a:pt x="92539" y="16249"/>
                  </a:lnTo>
                  <a:lnTo>
                    <a:pt x="92440" y="15159"/>
                  </a:lnTo>
                  <a:lnTo>
                    <a:pt x="92241" y="14070"/>
                  </a:lnTo>
                  <a:lnTo>
                    <a:pt x="92043" y="12881"/>
                  </a:lnTo>
                  <a:lnTo>
                    <a:pt x="91944" y="12286"/>
                  </a:lnTo>
                  <a:lnTo>
                    <a:pt x="91746" y="11692"/>
                  </a:lnTo>
                  <a:lnTo>
                    <a:pt x="91746" y="11394"/>
                  </a:lnTo>
                  <a:lnTo>
                    <a:pt x="91845" y="11097"/>
                  </a:lnTo>
                  <a:lnTo>
                    <a:pt x="91746" y="10800"/>
                  </a:lnTo>
                  <a:lnTo>
                    <a:pt x="91647" y="10701"/>
                  </a:lnTo>
                  <a:lnTo>
                    <a:pt x="91449" y="10602"/>
                  </a:lnTo>
                  <a:lnTo>
                    <a:pt x="91548" y="10305"/>
                  </a:lnTo>
                  <a:lnTo>
                    <a:pt x="91449" y="9908"/>
                  </a:lnTo>
                  <a:lnTo>
                    <a:pt x="91251" y="9314"/>
                  </a:lnTo>
                  <a:lnTo>
                    <a:pt x="91052" y="7332"/>
                  </a:lnTo>
                  <a:lnTo>
                    <a:pt x="90854" y="6341"/>
                  </a:lnTo>
                  <a:lnTo>
                    <a:pt x="90557" y="5450"/>
                  </a:lnTo>
                  <a:lnTo>
                    <a:pt x="90359" y="4657"/>
                  </a:lnTo>
                  <a:lnTo>
                    <a:pt x="90260" y="4162"/>
                  </a:lnTo>
                  <a:lnTo>
                    <a:pt x="90260" y="3765"/>
                  </a:lnTo>
                  <a:lnTo>
                    <a:pt x="90161" y="3567"/>
                  </a:lnTo>
                  <a:lnTo>
                    <a:pt x="90062" y="3369"/>
                  </a:lnTo>
                  <a:lnTo>
                    <a:pt x="89963" y="3171"/>
                  </a:lnTo>
                  <a:lnTo>
                    <a:pt x="89864" y="2973"/>
                  </a:lnTo>
                  <a:lnTo>
                    <a:pt x="89864" y="2676"/>
                  </a:lnTo>
                  <a:lnTo>
                    <a:pt x="89665" y="2477"/>
                  </a:lnTo>
                  <a:lnTo>
                    <a:pt x="89467" y="2279"/>
                  </a:lnTo>
                  <a:lnTo>
                    <a:pt x="89170" y="2081"/>
                  </a:lnTo>
                  <a:lnTo>
                    <a:pt x="88576" y="1883"/>
                  </a:lnTo>
                  <a:lnTo>
                    <a:pt x="88080" y="1685"/>
                  </a:lnTo>
                  <a:lnTo>
                    <a:pt x="87684" y="1586"/>
                  </a:lnTo>
                  <a:lnTo>
                    <a:pt x="87387" y="1487"/>
                  </a:lnTo>
                  <a:lnTo>
                    <a:pt x="86594" y="1388"/>
                  </a:lnTo>
                  <a:lnTo>
                    <a:pt x="85900" y="1289"/>
                  </a:lnTo>
                  <a:lnTo>
                    <a:pt x="85207" y="1090"/>
                  </a:lnTo>
                  <a:lnTo>
                    <a:pt x="84811" y="991"/>
                  </a:lnTo>
                  <a:lnTo>
                    <a:pt x="84513" y="991"/>
                  </a:lnTo>
                  <a:lnTo>
                    <a:pt x="84216" y="1090"/>
                  </a:lnTo>
                  <a:lnTo>
                    <a:pt x="83820" y="991"/>
                  </a:lnTo>
                  <a:lnTo>
                    <a:pt x="83423" y="892"/>
                  </a:lnTo>
                  <a:lnTo>
                    <a:pt x="83027" y="892"/>
                  </a:lnTo>
                  <a:lnTo>
                    <a:pt x="82829" y="991"/>
                  </a:lnTo>
                  <a:lnTo>
                    <a:pt x="82433" y="1189"/>
                  </a:lnTo>
                  <a:lnTo>
                    <a:pt x="82433" y="1090"/>
                  </a:lnTo>
                  <a:lnTo>
                    <a:pt x="82433" y="991"/>
                  </a:lnTo>
                  <a:lnTo>
                    <a:pt x="82433" y="892"/>
                  </a:lnTo>
                  <a:lnTo>
                    <a:pt x="82235" y="892"/>
                  </a:lnTo>
                  <a:lnTo>
                    <a:pt x="82135" y="1090"/>
                  </a:lnTo>
                  <a:lnTo>
                    <a:pt x="82036" y="1189"/>
                  </a:lnTo>
                  <a:lnTo>
                    <a:pt x="81937" y="1189"/>
                  </a:lnTo>
                  <a:lnTo>
                    <a:pt x="81838" y="1090"/>
                  </a:lnTo>
                  <a:lnTo>
                    <a:pt x="81739" y="991"/>
                  </a:lnTo>
                  <a:lnTo>
                    <a:pt x="81442" y="991"/>
                  </a:lnTo>
                  <a:lnTo>
                    <a:pt x="81244" y="892"/>
                  </a:lnTo>
                  <a:lnTo>
                    <a:pt x="80947" y="793"/>
                  </a:lnTo>
                  <a:lnTo>
                    <a:pt x="80847" y="793"/>
                  </a:lnTo>
                  <a:lnTo>
                    <a:pt x="80649" y="991"/>
                  </a:lnTo>
                  <a:lnTo>
                    <a:pt x="80550" y="1090"/>
                  </a:lnTo>
                  <a:lnTo>
                    <a:pt x="80352" y="1090"/>
                  </a:lnTo>
                  <a:lnTo>
                    <a:pt x="80055" y="991"/>
                  </a:lnTo>
                  <a:lnTo>
                    <a:pt x="79956" y="892"/>
                  </a:lnTo>
                  <a:lnTo>
                    <a:pt x="80154" y="892"/>
                  </a:lnTo>
                  <a:lnTo>
                    <a:pt x="80253" y="793"/>
                  </a:lnTo>
                  <a:lnTo>
                    <a:pt x="79659" y="892"/>
                  </a:lnTo>
                  <a:lnTo>
                    <a:pt x="79361" y="991"/>
                  </a:lnTo>
                  <a:lnTo>
                    <a:pt x="79064" y="991"/>
                  </a:lnTo>
                  <a:lnTo>
                    <a:pt x="78767" y="892"/>
                  </a:lnTo>
                  <a:lnTo>
                    <a:pt x="78569" y="892"/>
                  </a:lnTo>
                  <a:lnTo>
                    <a:pt x="78271" y="793"/>
                  </a:lnTo>
                  <a:lnTo>
                    <a:pt x="77776" y="793"/>
                  </a:lnTo>
                  <a:lnTo>
                    <a:pt x="76983" y="991"/>
                  </a:lnTo>
                  <a:lnTo>
                    <a:pt x="76785" y="991"/>
                  </a:lnTo>
                  <a:lnTo>
                    <a:pt x="76587" y="892"/>
                  </a:lnTo>
                  <a:lnTo>
                    <a:pt x="76290" y="793"/>
                  </a:lnTo>
                  <a:lnTo>
                    <a:pt x="75695" y="892"/>
                  </a:lnTo>
                  <a:lnTo>
                    <a:pt x="75398" y="991"/>
                  </a:lnTo>
                  <a:lnTo>
                    <a:pt x="74903" y="991"/>
                  </a:lnTo>
                  <a:lnTo>
                    <a:pt x="74804" y="892"/>
                  </a:lnTo>
                  <a:lnTo>
                    <a:pt x="74705" y="793"/>
                  </a:lnTo>
                  <a:lnTo>
                    <a:pt x="74606" y="793"/>
                  </a:lnTo>
                  <a:lnTo>
                    <a:pt x="74506" y="991"/>
                  </a:lnTo>
                  <a:lnTo>
                    <a:pt x="74308" y="1189"/>
                  </a:lnTo>
                  <a:lnTo>
                    <a:pt x="74209" y="991"/>
                  </a:lnTo>
                  <a:lnTo>
                    <a:pt x="74011" y="892"/>
                  </a:lnTo>
                  <a:lnTo>
                    <a:pt x="73714" y="793"/>
                  </a:lnTo>
                  <a:lnTo>
                    <a:pt x="73218" y="793"/>
                  </a:lnTo>
                  <a:lnTo>
                    <a:pt x="71930" y="694"/>
                  </a:lnTo>
                  <a:lnTo>
                    <a:pt x="71237" y="694"/>
                  </a:lnTo>
                  <a:lnTo>
                    <a:pt x="70543" y="793"/>
                  </a:lnTo>
                  <a:lnTo>
                    <a:pt x="70147" y="892"/>
                  </a:lnTo>
                  <a:lnTo>
                    <a:pt x="69850" y="793"/>
                  </a:lnTo>
                  <a:lnTo>
                    <a:pt x="68859" y="793"/>
                  </a:lnTo>
                  <a:lnTo>
                    <a:pt x="68760" y="892"/>
                  </a:lnTo>
                  <a:lnTo>
                    <a:pt x="68760" y="991"/>
                  </a:lnTo>
                  <a:lnTo>
                    <a:pt x="68562" y="1090"/>
                  </a:lnTo>
                  <a:lnTo>
                    <a:pt x="68364" y="892"/>
                  </a:lnTo>
                  <a:lnTo>
                    <a:pt x="68165" y="793"/>
                  </a:lnTo>
                  <a:lnTo>
                    <a:pt x="67769" y="793"/>
                  </a:lnTo>
                  <a:lnTo>
                    <a:pt x="67373" y="892"/>
                  </a:lnTo>
                  <a:lnTo>
                    <a:pt x="66977" y="793"/>
                  </a:lnTo>
                  <a:lnTo>
                    <a:pt x="66580" y="694"/>
                  </a:lnTo>
                  <a:lnTo>
                    <a:pt x="66184" y="793"/>
                  </a:lnTo>
                  <a:lnTo>
                    <a:pt x="65788" y="892"/>
                  </a:lnTo>
                  <a:lnTo>
                    <a:pt x="65292" y="793"/>
                  </a:lnTo>
                  <a:lnTo>
                    <a:pt x="64401" y="793"/>
                  </a:lnTo>
                  <a:lnTo>
                    <a:pt x="63905" y="892"/>
                  </a:lnTo>
                  <a:lnTo>
                    <a:pt x="63509" y="892"/>
                  </a:lnTo>
                  <a:lnTo>
                    <a:pt x="62815" y="694"/>
                  </a:lnTo>
                  <a:lnTo>
                    <a:pt x="62122" y="793"/>
                  </a:lnTo>
                  <a:lnTo>
                    <a:pt x="60735" y="793"/>
                  </a:lnTo>
                  <a:lnTo>
                    <a:pt x="59942" y="694"/>
                  </a:lnTo>
                  <a:lnTo>
                    <a:pt x="56573" y="694"/>
                  </a:lnTo>
                  <a:lnTo>
                    <a:pt x="55979" y="595"/>
                  </a:lnTo>
                  <a:lnTo>
                    <a:pt x="55583" y="595"/>
                  </a:lnTo>
                  <a:lnTo>
                    <a:pt x="55186" y="694"/>
                  </a:lnTo>
                  <a:lnTo>
                    <a:pt x="53700" y="694"/>
                  </a:lnTo>
                  <a:lnTo>
                    <a:pt x="53403" y="496"/>
                  </a:lnTo>
                  <a:lnTo>
                    <a:pt x="53106" y="496"/>
                  </a:lnTo>
                  <a:lnTo>
                    <a:pt x="52511" y="595"/>
                  </a:lnTo>
                  <a:lnTo>
                    <a:pt x="52016" y="595"/>
                  </a:lnTo>
                  <a:lnTo>
                    <a:pt x="51025" y="496"/>
                  </a:lnTo>
                  <a:lnTo>
                    <a:pt x="50728" y="496"/>
                  </a:lnTo>
                  <a:lnTo>
                    <a:pt x="50332" y="595"/>
                  </a:lnTo>
                  <a:lnTo>
                    <a:pt x="50133" y="595"/>
                  </a:lnTo>
                  <a:lnTo>
                    <a:pt x="50034" y="496"/>
                  </a:lnTo>
                  <a:lnTo>
                    <a:pt x="49836" y="397"/>
                  </a:lnTo>
                  <a:lnTo>
                    <a:pt x="48746" y="397"/>
                  </a:lnTo>
                  <a:lnTo>
                    <a:pt x="48152" y="496"/>
                  </a:lnTo>
                  <a:lnTo>
                    <a:pt x="47557" y="496"/>
                  </a:lnTo>
                  <a:lnTo>
                    <a:pt x="47062" y="397"/>
                  </a:lnTo>
                  <a:lnTo>
                    <a:pt x="46765" y="298"/>
                  </a:lnTo>
                  <a:lnTo>
                    <a:pt x="46467" y="397"/>
                  </a:lnTo>
                  <a:lnTo>
                    <a:pt x="46269" y="496"/>
                  </a:lnTo>
                  <a:lnTo>
                    <a:pt x="45576" y="496"/>
                  </a:lnTo>
                  <a:lnTo>
                    <a:pt x="45279" y="298"/>
                  </a:lnTo>
                  <a:lnTo>
                    <a:pt x="45080" y="199"/>
                  </a:lnTo>
                  <a:lnTo>
                    <a:pt x="44981" y="298"/>
                  </a:lnTo>
                  <a:lnTo>
                    <a:pt x="44882" y="397"/>
                  </a:lnTo>
                  <a:lnTo>
                    <a:pt x="45080" y="496"/>
                  </a:lnTo>
                  <a:lnTo>
                    <a:pt x="45080" y="595"/>
                  </a:lnTo>
                  <a:lnTo>
                    <a:pt x="44783" y="595"/>
                  </a:lnTo>
                  <a:lnTo>
                    <a:pt x="44684" y="496"/>
                  </a:lnTo>
                  <a:lnTo>
                    <a:pt x="44684" y="298"/>
                  </a:lnTo>
                  <a:lnTo>
                    <a:pt x="44387" y="298"/>
                  </a:lnTo>
                  <a:lnTo>
                    <a:pt x="44486" y="496"/>
                  </a:lnTo>
                  <a:lnTo>
                    <a:pt x="44387" y="496"/>
                  </a:lnTo>
                  <a:lnTo>
                    <a:pt x="44090" y="397"/>
                  </a:lnTo>
                  <a:lnTo>
                    <a:pt x="43396" y="397"/>
                  </a:lnTo>
                  <a:lnTo>
                    <a:pt x="42703" y="199"/>
                  </a:lnTo>
                  <a:lnTo>
                    <a:pt x="40226" y="199"/>
                  </a:lnTo>
                  <a:lnTo>
                    <a:pt x="39829" y="100"/>
                  </a:lnTo>
                  <a:lnTo>
                    <a:pt x="39532" y="100"/>
                  </a:lnTo>
                  <a:lnTo>
                    <a:pt x="39136" y="199"/>
                  </a:lnTo>
                  <a:lnTo>
                    <a:pt x="38938" y="298"/>
                  </a:lnTo>
                  <a:lnTo>
                    <a:pt x="38838" y="298"/>
                  </a:lnTo>
                  <a:lnTo>
                    <a:pt x="38739" y="100"/>
                  </a:lnTo>
                  <a:lnTo>
                    <a:pt x="38640" y="199"/>
                  </a:lnTo>
                  <a:lnTo>
                    <a:pt x="38442" y="298"/>
                  </a:lnTo>
                  <a:lnTo>
                    <a:pt x="38244" y="199"/>
                  </a:lnTo>
                  <a:lnTo>
                    <a:pt x="38046" y="100"/>
                  </a:lnTo>
                  <a:lnTo>
                    <a:pt x="37749" y="100"/>
                  </a:lnTo>
                  <a:lnTo>
                    <a:pt x="37550" y="199"/>
                  </a:lnTo>
                  <a:lnTo>
                    <a:pt x="37253" y="199"/>
                  </a:lnTo>
                  <a:lnTo>
                    <a:pt x="36758" y="100"/>
                  </a:lnTo>
                  <a:lnTo>
                    <a:pt x="35470" y="100"/>
                  </a:lnTo>
                  <a:lnTo>
                    <a:pt x="35272" y="199"/>
                  </a:lnTo>
                  <a:lnTo>
                    <a:pt x="35074" y="397"/>
                  </a:lnTo>
                  <a:lnTo>
                    <a:pt x="34974" y="199"/>
                  </a:lnTo>
                  <a:lnTo>
                    <a:pt x="34875" y="100"/>
                  </a:lnTo>
                  <a:lnTo>
                    <a:pt x="34677" y="1"/>
                  </a:lnTo>
                  <a:lnTo>
                    <a:pt x="34380" y="1"/>
                  </a:lnTo>
                  <a:lnTo>
                    <a:pt x="34182" y="100"/>
                  </a:lnTo>
                  <a:lnTo>
                    <a:pt x="33786" y="199"/>
                  </a:lnTo>
                  <a:lnTo>
                    <a:pt x="33488" y="199"/>
                  </a:lnTo>
                  <a:lnTo>
                    <a:pt x="33191" y="100"/>
                  </a:lnTo>
                  <a:lnTo>
                    <a:pt x="32101" y="100"/>
                  </a:lnTo>
                  <a:lnTo>
                    <a:pt x="31804" y="199"/>
                  </a:lnTo>
                  <a:lnTo>
                    <a:pt x="31408" y="199"/>
                  </a:lnTo>
                  <a:lnTo>
                    <a:pt x="30912" y="100"/>
                  </a:lnTo>
                  <a:lnTo>
                    <a:pt x="29228" y="100"/>
                  </a:lnTo>
                  <a:lnTo>
                    <a:pt x="27544" y="1"/>
                  </a:lnTo>
                  <a:lnTo>
                    <a:pt x="25859" y="1"/>
                  </a:lnTo>
                  <a:lnTo>
                    <a:pt x="25661" y="100"/>
                  </a:lnTo>
                  <a:lnTo>
                    <a:pt x="25463" y="298"/>
                  </a:lnTo>
                  <a:lnTo>
                    <a:pt x="25166" y="397"/>
                  </a:lnTo>
                  <a:lnTo>
                    <a:pt x="24968" y="397"/>
                  </a:lnTo>
                  <a:lnTo>
                    <a:pt x="24769" y="298"/>
                  </a:lnTo>
                  <a:lnTo>
                    <a:pt x="24869" y="199"/>
                  </a:lnTo>
                  <a:lnTo>
                    <a:pt x="24968" y="199"/>
                  </a:lnTo>
                  <a:lnTo>
                    <a:pt x="25067" y="100"/>
                  </a:lnTo>
                  <a:lnTo>
                    <a:pt x="25067" y="1"/>
                  </a:lnTo>
                  <a:lnTo>
                    <a:pt x="24769" y="100"/>
                  </a:lnTo>
                  <a:lnTo>
                    <a:pt x="24373" y="100"/>
                  </a:lnTo>
                  <a:lnTo>
                    <a:pt x="23977" y="199"/>
                  </a:lnTo>
                  <a:lnTo>
                    <a:pt x="23581" y="298"/>
                  </a:lnTo>
                  <a:lnTo>
                    <a:pt x="23481" y="298"/>
                  </a:lnTo>
                  <a:lnTo>
                    <a:pt x="23283" y="199"/>
                  </a:lnTo>
                  <a:lnTo>
                    <a:pt x="23184" y="100"/>
                  </a:lnTo>
                  <a:lnTo>
                    <a:pt x="2278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7"/>
            <p:cNvSpPr/>
            <p:nvPr/>
          </p:nvSpPr>
          <p:spPr>
            <a:xfrm flipH="1" rot="10800000">
              <a:off x="1288638" y="2984825"/>
              <a:ext cx="3084287" cy="1093878"/>
            </a:xfrm>
            <a:custGeom>
              <a:rect b="b" l="l" r="r" t="t"/>
              <a:pathLst>
                <a:path extrusionOk="0" h="43100" w="94719">
                  <a:moveTo>
                    <a:pt x="34083" y="1586"/>
                  </a:moveTo>
                  <a:lnTo>
                    <a:pt x="39928" y="1685"/>
                  </a:lnTo>
                  <a:lnTo>
                    <a:pt x="42207" y="1685"/>
                  </a:lnTo>
                  <a:lnTo>
                    <a:pt x="44486" y="1784"/>
                  </a:lnTo>
                  <a:lnTo>
                    <a:pt x="45675" y="1883"/>
                  </a:lnTo>
                  <a:lnTo>
                    <a:pt x="50133" y="1883"/>
                  </a:lnTo>
                  <a:lnTo>
                    <a:pt x="51719" y="1982"/>
                  </a:lnTo>
                  <a:lnTo>
                    <a:pt x="53205" y="1982"/>
                  </a:lnTo>
                  <a:lnTo>
                    <a:pt x="54889" y="2081"/>
                  </a:lnTo>
                  <a:lnTo>
                    <a:pt x="56474" y="2081"/>
                  </a:lnTo>
                  <a:lnTo>
                    <a:pt x="57960" y="2180"/>
                  </a:lnTo>
                  <a:lnTo>
                    <a:pt x="65391" y="2180"/>
                  </a:lnTo>
                  <a:lnTo>
                    <a:pt x="67670" y="2279"/>
                  </a:lnTo>
                  <a:lnTo>
                    <a:pt x="69850" y="2378"/>
                  </a:lnTo>
                  <a:lnTo>
                    <a:pt x="70048" y="2378"/>
                  </a:lnTo>
                  <a:lnTo>
                    <a:pt x="70246" y="2279"/>
                  </a:lnTo>
                  <a:lnTo>
                    <a:pt x="70345" y="2180"/>
                  </a:lnTo>
                  <a:lnTo>
                    <a:pt x="70543" y="2180"/>
                  </a:lnTo>
                  <a:lnTo>
                    <a:pt x="71039" y="2279"/>
                  </a:lnTo>
                  <a:lnTo>
                    <a:pt x="71633" y="2378"/>
                  </a:lnTo>
                  <a:lnTo>
                    <a:pt x="74903" y="2378"/>
                  </a:lnTo>
                  <a:lnTo>
                    <a:pt x="77082" y="2279"/>
                  </a:lnTo>
                  <a:lnTo>
                    <a:pt x="79361" y="2279"/>
                  </a:lnTo>
                  <a:lnTo>
                    <a:pt x="80154" y="2378"/>
                  </a:lnTo>
                  <a:lnTo>
                    <a:pt x="80352" y="2378"/>
                  </a:lnTo>
                  <a:lnTo>
                    <a:pt x="80451" y="2279"/>
                  </a:lnTo>
                  <a:lnTo>
                    <a:pt x="80649" y="2180"/>
                  </a:lnTo>
                  <a:lnTo>
                    <a:pt x="80748" y="2279"/>
                  </a:lnTo>
                  <a:lnTo>
                    <a:pt x="81145" y="2378"/>
                  </a:lnTo>
                  <a:lnTo>
                    <a:pt x="81442" y="2477"/>
                  </a:lnTo>
                  <a:lnTo>
                    <a:pt x="82235" y="2378"/>
                  </a:lnTo>
                  <a:lnTo>
                    <a:pt x="83721" y="2378"/>
                  </a:lnTo>
                  <a:lnTo>
                    <a:pt x="85306" y="2577"/>
                  </a:lnTo>
                  <a:lnTo>
                    <a:pt x="85900" y="2577"/>
                  </a:lnTo>
                  <a:lnTo>
                    <a:pt x="86594" y="2775"/>
                  </a:lnTo>
                  <a:lnTo>
                    <a:pt x="87783" y="3072"/>
                  </a:lnTo>
                  <a:lnTo>
                    <a:pt x="88179" y="3171"/>
                  </a:lnTo>
                  <a:lnTo>
                    <a:pt x="88476" y="3369"/>
                  </a:lnTo>
                  <a:lnTo>
                    <a:pt x="88675" y="3567"/>
                  </a:lnTo>
                  <a:lnTo>
                    <a:pt x="88774" y="3865"/>
                  </a:lnTo>
                  <a:lnTo>
                    <a:pt x="89269" y="5747"/>
                  </a:lnTo>
                  <a:lnTo>
                    <a:pt x="89764" y="7630"/>
                  </a:lnTo>
                  <a:lnTo>
                    <a:pt x="89963" y="9116"/>
                  </a:lnTo>
                  <a:lnTo>
                    <a:pt x="90161" y="10602"/>
                  </a:lnTo>
                  <a:lnTo>
                    <a:pt x="90359" y="11989"/>
                  </a:lnTo>
                  <a:lnTo>
                    <a:pt x="90656" y="13376"/>
                  </a:lnTo>
                  <a:lnTo>
                    <a:pt x="91052" y="15655"/>
                  </a:lnTo>
                  <a:lnTo>
                    <a:pt x="91350" y="17934"/>
                  </a:lnTo>
                  <a:lnTo>
                    <a:pt x="91746" y="21699"/>
                  </a:lnTo>
                  <a:lnTo>
                    <a:pt x="92043" y="23779"/>
                  </a:lnTo>
                  <a:lnTo>
                    <a:pt x="92241" y="25860"/>
                  </a:lnTo>
                  <a:lnTo>
                    <a:pt x="92440" y="28337"/>
                  </a:lnTo>
                  <a:lnTo>
                    <a:pt x="92737" y="30715"/>
                  </a:lnTo>
                  <a:lnTo>
                    <a:pt x="92836" y="32201"/>
                  </a:lnTo>
                  <a:lnTo>
                    <a:pt x="92935" y="33786"/>
                  </a:lnTo>
                  <a:lnTo>
                    <a:pt x="93034" y="35669"/>
                  </a:lnTo>
                  <a:lnTo>
                    <a:pt x="93133" y="37551"/>
                  </a:lnTo>
                  <a:lnTo>
                    <a:pt x="93232" y="38938"/>
                  </a:lnTo>
                  <a:lnTo>
                    <a:pt x="93133" y="40226"/>
                  </a:lnTo>
                  <a:lnTo>
                    <a:pt x="93133" y="40424"/>
                  </a:lnTo>
                  <a:lnTo>
                    <a:pt x="93034" y="40622"/>
                  </a:lnTo>
                  <a:lnTo>
                    <a:pt x="92935" y="40821"/>
                  </a:lnTo>
                  <a:lnTo>
                    <a:pt x="92737" y="40821"/>
                  </a:lnTo>
                  <a:lnTo>
                    <a:pt x="92340" y="40722"/>
                  </a:lnTo>
                  <a:lnTo>
                    <a:pt x="91944" y="40622"/>
                  </a:lnTo>
                  <a:lnTo>
                    <a:pt x="91152" y="40622"/>
                  </a:lnTo>
                  <a:lnTo>
                    <a:pt x="90161" y="40722"/>
                  </a:lnTo>
                  <a:lnTo>
                    <a:pt x="87387" y="40722"/>
                  </a:lnTo>
                  <a:lnTo>
                    <a:pt x="85603" y="40920"/>
                  </a:lnTo>
                  <a:lnTo>
                    <a:pt x="84117" y="40920"/>
                  </a:lnTo>
                  <a:lnTo>
                    <a:pt x="82730" y="41019"/>
                  </a:lnTo>
                  <a:lnTo>
                    <a:pt x="81739" y="41019"/>
                  </a:lnTo>
                  <a:lnTo>
                    <a:pt x="80748" y="40920"/>
                  </a:lnTo>
                  <a:lnTo>
                    <a:pt x="79460" y="40920"/>
                  </a:lnTo>
                  <a:lnTo>
                    <a:pt x="78073" y="40821"/>
                  </a:lnTo>
                  <a:lnTo>
                    <a:pt x="75398" y="40821"/>
                  </a:lnTo>
                  <a:lnTo>
                    <a:pt x="73417" y="40722"/>
                  </a:lnTo>
                  <a:lnTo>
                    <a:pt x="71435" y="40821"/>
                  </a:lnTo>
                  <a:lnTo>
                    <a:pt x="69850" y="40821"/>
                  </a:lnTo>
                  <a:lnTo>
                    <a:pt x="68265" y="40722"/>
                  </a:lnTo>
                  <a:lnTo>
                    <a:pt x="66481" y="40821"/>
                  </a:lnTo>
                  <a:lnTo>
                    <a:pt x="64599" y="40722"/>
                  </a:lnTo>
                  <a:lnTo>
                    <a:pt x="63608" y="40622"/>
                  </a:lnTo>
                  <a:lnTo>
                    <a:pt x="62617" y="40722"/>
                  </a:lnTo>
                  <a:lnTo>
                    <a:pt x="60636" y="40722"/>
                  </a:lnTo>
                  <a:lnTo>
                    <a:pt x="59744" y="40622"/>
                  </a:lnTo>
                  <a:lnTo>
                    <a:pt x="58753" y="40722"/>
                  </a:lnTo>
                  <a:lnTo>
                    <a:pt x="57762" y="40722"/>
                  </a:lnTo>
                  <a:lnTo>
                    <a:pt x="56871" y="40622"/>
                  </a:lnTo>
                  <a:lnTo>
                    <a:pt x="54096" y="40622"/>
                  </a:lnTo>
                  <a:lnTo>
                    <a:pt x="53304" y="40523"/>
                  </a:lnTo>
                  <a:lnTo>
                    <a:pt x="52412" y="40523"/>
                  </a:lnTo>
                  <a:lnTo>
                    <a:pt x="51025" y="40622"/>
                  </a:lnTo>
                  <a:lnTo>
                    <a:pt x="41613" y="40622"/>
                  </a:lnTo>
                  <a:lnTo>
                    <a:pt x="40721" y="40722"/>
                  </a:lnTo>
                  <a:lnTo>
                    <a:pt x="39829" y="40722"/>
                  </a:lnTo>
                  <a:lnTo>
                    <a:pt x="38343" y="40622"/>
                  </a:lnTo>
                  <a:lnTo>
                    <a:pt x="28832" y="40622"/>
                  </a:lnTo>
                  <a:lnTo>
                    <a:pt x="27643" y="40722"/>
                  </a:lnTo>
                  <a:lnTo>
                    <a:pt x="26157" y="40622"/>
                  </a:lnTo>
                  <a:lnTo>
                    <a:pt x="24670" y="40722"/>
                  </a:lnTo>
                  <a:lnTo>
                    <a:pt x="18329" y="40722"/>
                  </a:lnTo>
                  <a:lnTo>
                    <a:pt x="17140" y="40821"/>
                  </a:lnTo>
                  <a:lnTo>
                    <a:pt x="15753" y="41019"/>
                  </a:lnTo>
                  <a:lnTo>
                    <a:pt x="12583" y="41019"/>
                  </a:lnTo>
                  <a:lnTo>
                    <a:pt x="10799" y="41118"/>
                  </a:lnTo>
                  <a:lnTo>
                    <a:pt x="9115" y="41217"/>
                  </a:lnTo>
                  <a:lnTo>
                    <a:pt x="7431" y="41316"/>
                  </a:lnTo>
                  <a:lnTo>
                    <a:pt x="6440" y="41415"/>
                  </a:lnTo>
                  <a:lnTo>
                    <a:pt x="4855" y="41415"/>
                  </a:lnTo>
                  <a:lnTo>
                    <a:pt x="3270" y="41514"/>
                  </a:lnTo>
                  <a:lnTo>
                    <a:pt x="2675" y="41514"/>
                  </a:lnTo>
                  <a:lnTo>
                    <a:pt x="2279" y="41316"/>
                  </a:lnTo>
                  <a:lnTo>
                    <a:pt x="2180" y="41118"/>
                  </a:lnTo>
                  <a:lnTo>
                    <a:pt x="2180" y="40722"/>
                  </a:lnTo>
                  <a:lnTo>
                    <a:pt x="2378" y="40028"/>
                  </a:lnTo>
                  <a:lnTo>
                    <a:pt x="2675" y="39434"/>
                  </a:lnTo>
                  <a:lnTo>
                    <a:pt x="3170" y="38641"/>
                  </a:lnTo>
                  <a:lnTo>
                    <a:pt x="3666" y="37848"/>
                  </a:lnTo>
                  <a:lnTo>
                    <a:pt x="4161" y="36957"/>
                  </a:lnTo>
                  <a:lnTo>
                    <a:pt x="4657" y="35966"/>
                  </a:lnTo>
                  <a:lnTo>
                    <a:pt x="4855" y="35768"/>
                  </a:lnTo>
                  <a:lnTo>
                    <a:pt x="4954" y="35570"/>
                  </a:lnTo>
                  <a:lnTo>
                    <a:pt x="5152" y="35371"/>
                  </a:lnTo>
                  <a:lnTo>
                    <a:pt x="5251" y="35173"/>
                  </a:lnTo>
                  <a:lnTo>
                    <a:pt x="5251" y="34777"/>
                  </a:lnTo>
                  <a:lnTo>
                    <a:pt x="5449" y="34381"/>
                  </a:lnTo>
                  <a:lnTo>
                    <a:pt x="5846" y="33786"/>
                  </a:lnTo>
                  <a:lnTo>
                    <a:pt x="6242" y="33093"/>
                  </a:lnTo>
                  <a:lnTo>
                    <a:pt x="6539" y="32597"/>
                  </a:lnTo>
                  <a:lnTo>
                    <a:pt x="6737" y="32003"/>
                  </a:lnTo>
                  <a:lnTo>
                    <a:pt x="6935" y="31606"/>
                  </a:lnTo>
                  <a:lnTo>
                    <a:pt x="7233" y="31111"/>
                  </a:lnTo>
                  <a:lnTo>
                    <a:pt x="7530" y="30517"/>
                  </a:lnTo>
                  <a:lnTo>
                    <a:pt x="7827" y="30021"/>
                  </a:lnTo>
                  <a:lnTo>
                    <a:pt x="8422" y="28931"/>
                  </a:lnTo>
                  <a:lnTo>
                    <a:pt x="9214" y="27841"/>
                  </a:lnTo>
                  <a:lnTo>
                    <a:pt x="9611" y="27247"/>
                  </a:lnTo>
                  <a:lnTo>
                    <a:pt x="9908" y="26652"/>
                  </a:lnTo>
                  <a:lnTo>
                    <a:pt x="10007" y="26256"/>
                  </a:lnTo>
                  <a:lnTo>
                    <a:pt x="10205" y="26058"/>
                  </a:lnTo>
                  <a:lnTo>
                    <a:pt x="10403" y="25860"/>
                  </a:lnTo>
                  <a:lnTo>
                    <a:pt x="10502" y="25662"/>
                  </a:lnTo>
                  <a:lnTo>
                    <a:pt x="10502" y="25364"/>
                  </a:lnTo>
                  <a:lnTo>
                    <a:pt x="10502" y="25265"/>
                  </a:lnTo>
                  <a:lnTo>
                    <a:pt x="10502" y="25166"/>
                  </a:lnTo>
                  <a:lnTo>
                    <a:pt x="10799" y="24869"/>
                  </a:lnTo>
                  <a:lnTo>
                    <a:pt x="10998" y="24671"/>
                  </a:lnTo>
                  <a:lnTo>
                    <a:pt x="11196" y="24176"/>
                  </a:lnTo>
                  <a:lnTo>
                    <a:pt x="11394" y="23581"/>
                  </a:lnTo>
                  <a:lnTo>
                    <a:pt x="11691" y="23086"/>
                  </a:lnTo>
                  <a:lnTo>
                    <a:pt x="11988" y="22590"/>
                  </a:lnTo>
                  <a:lnTo>
                    <a:pt x="12187" y="21996"/>
                  </a:lnTo>
                  <a:lnTo>
                    <a:pt x="12385" y="21500"/>
                  </a:lnTo>
                  <a:lnTo>
                    <a:pt x="12781" y="21104"/>
                  </a:lnTo>
                  <a:lnTo>
                    <a:pt x="12979" y="20906"/>
                  </a:lnTo>
                  <a:lnTo>
                    <a:pt x="12979" y="20708"/>
                  </a:lnTo>
                  <a:lnTo>
                    <a:pt x="12979" y="20510"/>
                  </a:lnTo>
                  <a:lnTo>
                    <a:pt x="13177" y="20312"/>
                  </a:lnTo>
                  <a:lnTo>
                    <a:pt x="12880" y="19915"/>
                  </a:lnTo>
                  <a:lnTo>
                    <a:pt x="12781" y="19618"/>
                  </a:lnTo>
                  <a:lnTo>
                    <a:pt x="12583" y="18825"/>
                  </a:lnTo>
                  <a:lnTo>
                    <a:pt x="12385" y="18528"/>
                  </a:lnTo>
                  <a:lnTo>
                    <a:pt x="12385" y="18429"/>
                  </a:lnTo>
                  <a:lnTo>
                    <a:pt x="12385" y="18231"/>
                  </a:lnTo>
                  <a:lnTo>
                    <a:pt x="12087" y="17934"/>
                  </a:lnTo>
                  <a:lnTo>
                    <a:pt x="11889" y="17636"/>
                  </a:lnTo>
                  <a:lnTo>
                    <a:pt x="11592" y="16844"/>
                  </a:lnTo>
                  <a:lnTo>
                    <a:pt x="11394" y="16249"/>
                  </a:lnTo>
                  <a:lnTo>
                    <a:pt x="11097" y="15655"/>
                  </a:lnTo>
                  <a:lnTo>
                    <a:pt x="10700" y="15159"/>
                  </a:lnTo>
                  <a:lnTo>
                    <a:pt x="10502" y="14565"/>
                  </a:lnTo>
                  <a:lnTo>
                    <a:pt x="10106" y="13871"/>
                  </a:lnTo>
                  <a:lnTo>
                    <a:pt x="9710" y="13178"/>
                  </a:lnTo>
                  <a:lnTo>
                    <a:pt x="9214" y="12286"/>
                  </a:lnTo>
                  <a:lnTo>
                    <a:pt x="9016" y="11890"/>
                  </a:lnTo>
                  <a:lnTo>
                    <a:pt x="8620" y="11494"/>
                  </a:lnTo>
                  <a:lnTo>
                    <a:pt x="8323" y="11196"/>
                  </a:lnTo>
                  <a:lnTo>
                    <a:pt x="8223" y="10899"/>
                  </a:lnTo>
                  <a:lnTo>
                    <a:pt x="8124" y="10701"/>
                  </a:lnTo>
                  <a:lnTo>
                    <a:pt x="8025" y="10206"/>
                  </a:lnTo>
                  <a:lnTo>
                    <a:pt x="7827" y="9908"/>
                  </a:lnTo>
                  <a:lnTo>
                    <a:pt x="7530" y="9512"/>
                  </a:lnTo>
                  <a:lnTo>
                    <a:pt x="7332" y="9116"/>
                  </a:lnTo>
                  <a:lnTo>
                    <a:pt x="7134" y="9017"/>
                  </a:lnTo>
                  <a:lnTo>
                    <a:pt x="7035" y="8818"/>
                  </a:lnTo>
                  <a:lnTo>
                    <a:pt x="6836" y="8719"/>
                  </a:lnTo>
                  <a:lnTo>
                    <a:pt x="6737" y="8521"/>
                  </a:lnTo>
                  <a:lnTo>
                    <a:pt x="6539" y="8125"/>
                  </a:lnTo>
                  <a:lnTo>
                    <a:pt x="6242" y="7729"/>
                  </a:lnTo>
                  <a:lnTo>
                    <a:pt x="5747" y="6936"/>
                  </a:lnTo>
                  <a:lnTo>
                    <a:pt x="5152" y="6143"/>
                  </a:lnTo>
                  <a:lnTo>
                    <a:pt x="4657" y="5450"/>
                  </a:lnTo>
                  <a:lnTo>
                    <a:pt x="4062" y="4855"/>
                  </a:lnTo>
                  <a:lnTo>
                    <a:pt x="3666" y="4360"/>
                  </a:lnTo>
                  <a:lnTo>
                    <a:pt x="3270" y="3865"/>
                  </a:lnTo>
                  <a:lnTo>
                    <a:pt x="2477" y="2874"/>
                  </a:lnTo>
                  <a:lnTo>
                    <a:pt x="2081" y="2378"/>
                  </a:lnTo>
                  <a:lnTo>
                    <a:pt x="1783" y="1784"/>
                  </a:lnTo>
                  <a:lnTo>
                    <a:pt x="2180" y="1685"/>
                  </a:lnTo>
                  <a:lnTo>
                    <a:pt x="2576" y="1586"/>
                  </a:lnTo>
                  <a:lnTo>
                    <a:pt x="4359" y="1784"/>
                  </a:lnTo>
                  <a:lnTo>
                    <a:pt x="6044" y="1784"/>
                  </a:lnTo>
                  <a:lnTo>
                    <a:pt x="7926" y="1883"/>
                  </a:lnTo>
                  <a:lnTo>
                    <a:pt x="9809" y="1883"/>
                  </a:lnTo>
                  <a:lnTo>
                    <a:pt x="10700" y="1784"/>
                  </a:lnTo>
                  <a:lnTo>
                    <a:pt x="11592" y="1883"/>
                  </a:lnTo>
                  <a:lnTo>
                    <a:pt x="15456" y="1883"/>
                  </a:lnTo>
                  <a:lnTo>
                    <a:pt x="17438" y="1784"/>
                  </a:lnTo>
                  <a:lnTo>
                    <a:pt x="19320" y="1784"/>
                  </a:lnTo>
                  <a:lnTo>
                    <a:pt x="21203" y="1685"/>
                  </a:lnTo>
                  <a:lnTo>
                    <a:pt x="23779" y="1685"/>
                  </a:lnTo>
                  <a:lnTo>
                    <a:pt x="26256" y="1586"/>
                  </a:lnTo>
                  <a:close/>
                  <a:moveTo>
                    <a:pt x="22788" y="1"/>
                  </a:moveTo>
                  <a:lnTo>
                    <a:pt x="21995" y="199"/>
                  </a:lnTo>
                  <a:lnTo>
                    <a:pt x="21896" y="298"/>
                  </a:lnTo>
                  <a:lnTo>
                    <a:pt x="21698" y="397"/>
                  </a:lnTo>
                  <a:lnTo>
                    <a:pt x="21500" y="496"/>
                  </a:lnTo>
                  <a:lnTo>
                    <a:pt x="21302" y="397"/>
                  </a:lnTo>
                  <a:lnTo>
                    <a:pt x="20905" y="298"/>
                  </a:lnTo>
                  <a:lnTo>
                    <a:pt x="20509" y="298"/>
                  </a:lnTo>
                  <a:lnTo>
                    <a:pt x="19816" y="397"/>
                  </a:lnTo>
                  <a:lnTo>
                    <a:pt x="19617" y="397"/>
                  </a:lnTo>
                  <a:lnTo>
                    <a:pt x="19617" y="298"/>
                  </a:lnTo>
                  <a:lnTo>
                    <a:pt x="19518" y="199"/>
                  </a:lnTo>
                  <a:lnTo>
                    <a:pt x="19320" y="100"/>
                  </a:lnTo>
                  <a:lnTo>
                    <a:pt x="19320" y="199"/>
                  </a:lnTo>
                  <a:lnTo>
                    <a:pt x="19221" y="298"/>
                  </a:lnTo>
                  <a:lnTo>
                    <a:pt x="19221" y="397"/>
                  </a:lnTo>
                  <a:lnTo>
                    <a:pt x="19221" y="496"/>
                  </a:lnTo>
                  <a:lnTo>
                    <a:pt x="19122" y="496"/>
                  </a:lnTo>
                  <a:lnTo>
                    <a:pt x="19023" y="397"/>
                  </a:lnTo>
                  <a:lnTo>
                    <a:pt x="18924" y="298"/>
                  </a:lnTo>
                  <a:lnTo>
                    <a:pt x="18825" y="199"/>
                  </a:lnTo>
                  <a:lnTo>
                    <a:pt x="18528" y="199"/>
                  </a:lnTo>
                  <a:lnTo>
                    <a:pt x="18131" y="298"/>
                  </a:lnTo>
                  <a:lnTo>
                    <a:pt x="16249" y="298"/>
                  </a:lnTo>
                  <a:lnTo>
                    <a:pt x="15753" y="397"/>
                  </a:lnTo>
                  <a:lnTo>
                    <a:pt x="15258" y="595"/>
                  </a:lnTo>
                  <a:lnTo>
                    <a:pt x="15060" y="397"/>
                  </a:lnTo>
                  <a:lnTo>
                    <a:pt x="14763" y="397"/>
                  </a:lnTo>
                  <a:lnTo>
                    <a:pt x="14564" y="298"/>
                  </a:lnTo>
                  <a:lnTo>
                    <a:pt x="14465" y="298"/>
                  </a:lnTo>
                  <a:lnTo>
                    <a:pt x="14069" y="496"/>
                  </a:lnTo>
                  <a:lnTo>
                    <a:pt x="13673" y="496"/>
                  </a:lnTo>
                  <a:lnTo>
                    <a:pt x="12979" y="397"/>
                  </a:lnTo>
                  <a:lnTo>
                    <a:pt x="12484" y="298"/>
                  </a:lnTo>
                  <a:lnTo>
                    <a:pt x="11889" y="397"/>
                  </a:lnTo>
                  <a:lnTo>
                    <a:pt x="11790" y="397"/>
                  </a:lnTo>
                  <a:lnTo>
                    <a:pt x="11691" y="496"/>
                  </a:lnTo>
                  <a:lnTo>
                    <a:pt x="11592" y="694"/>
                  </a:lnTo>
                  <a:lnTo>
                    <a:pt x="11394" y="496"/>
                  </a:lnTo>
                  <a:lnTo>
                    <a:pt x="11097" y="298"/>
                  </a:lnTo>
                  <a:lnTo>
                    <a:pt x="10601" y="298"/>
                  </a:lnTo>
                  <a:lnTo>
                    <a:pt x="10205" y="397"/>
                  </a:lnTo>
                  <a:lnTo>
                    <a:pt x="9412" y="397"/>
                  </a:lnTo>
                  <a:lnTo>
                    <a:pt x="9016" y="595"/>
                  </a:lnTo>
                  <a:lnTo>
                    <a:pt x="8818" y="496"/>
                  </a:lnTo>
                  <a:lnTo>
                    <a:pt x="8521" y="397"/>
                  </a:lnTo>
                  <a:lnTo>
                    <a:pt x="8323" y="397"/>
                  </a:lnTo>
                  <a:lnTo>
                    <a:pt x="8223" y="595"/>
                  </a:lnTo>
                  <a:lnTo>
                    <a:pt x="7926" y="595"/>
                  </a:lnTo>
                  <a:lnTo>
                    <a:pt x="7827" y="397"/>
                  </a:lnTo>
                  <a:lnTo>
                    <a:pt x="7728" y="496"/>
                  </a:lnTo>
                  <a:lnTo>
                    <a:pt x="7629" y="595"/>
                  </a:lnTo>
                  <a:lnTo>
                    <a:pt x="7431" y="496"/>
                  </a:lnTo>
                  <a:lnTo>
                    <a:pt x="7233" y="298"/>
                  </a:lnTo>
                  <a:lnTo>
                    <a:pt x="6737" y="298"/>
                  </a:lnTo>
                  <a:lnTo>
                    <a:pt x="6440" y="496"/>
                  </a:lnTo>
                  <a:lnTo>
                    <a:pt x="6242" y="595"/>
                  </a:lnTo>
                  <a:lnTo>
                    <a:pt x="6143" y="595"/>
                  </a:lnTo>
                  <a:lnTo>
                    <a:pt x="5945" y="496"/>
                  </a:lnTo>
                  <a:lnTo>
                    <a:pt x="5647" y="298"/>
                  </a:lnTo>
                  <a:lnTo>
                    <a:pt x="5251" y="199"/>
                  </a:lnTo>
                  <a:lnTo>
                    <a:pt x="4756" y="199"/>
                  </a:lnTo>
                  <a:lnTo>
                    <a:pt x="4359" y="397"/>
                  </a:lnTo>
                  <a:lnTo>
                    <a:pt x="4260" y="397"/>
                  </a:lnTo>
                  <a:lnTo>
                    <a:pt x="4260" y="298"/>
                  </a:lnTo>
                  <a:lnTo>
                    <a:pt x="4260" y="100"/>
                  </a:lnTo>
                  <a:lnTo>
                    <a:pt x="4062" y="100"/>
                  </a:lnTo>
                  <a:lnTo>
                    <a:pt x="3963" y="199"/>
                  </a:lnTo>
                  <a:lnTo>
                    <a:pt x="3864" y="298"/>
                  </a:lnTo>
                  <a:lnTo>
                    <a:pt x="3765" y="397"/>
                  </a:lnTo>
                  <a:lnTo>
                    <a:pt x="3666" y="298"/>
                  </a:lnTo>
                  <a:lnTo>
                    <a:pt x="3468" y="298"/>
                  </a:lnTo>
                  <a:lnTo>
                    <a:pt x="3270" y="199"/>
                  </a:lnTo>
                  <a:lnTo>
                    <a:pt x="2972" y="298"/>
                  </a:lnTo>
                  <a:lnTo>
                    <a:pt x="2081" y="100"/>
                  </a:lnTo>
                  <a:lnTo>
                    <a:pt x="1288" y="100"/>
                  </a:lnTo>
                  <a:lnTo>
                    <a:pt x="1189" y="298"/>
                  </a:lnTo>
                  <a:lnTo>
                    <a:pt x="1090" y="397"/>
                  </a:lnTo>
                  <a:lnTo>
                    <a:pt x="793" y="397"/>
                  </a:lnTo>
                  <a:lnTo>
                    <a:pt x="495" y="496"/>
                  </a:lnTo>
                  <a:lnTo>
                    <a:pt x="198" y="595"/>
                  </a:lnTo>
                  <a:lnTo>
                    <a:pt x="99" y="694"/>
                  </a:lnTo>
                  <a:lnTo>
                    <a:pt x="99" y="892"/>
                  </a:lnTo>
                  <a:lnTo>
                    <a:pt x="0" y="1388"/>
                  </a:lnTo>
                  <a:lnTo>
                    <a:pt x="99" y="1784"/>
                  </a:lnTo>
                  <a:lnTo>
                    <a:pt x="297" y="2180"/>
                  </a:lnTo>
                  <a:lnTo>
                    <a:pt x="594" y="2477"/>
                  </a:lnTo>
                  <a:lnTo>
                    <a:pt x="1090" y="3171"/>
                  </a:lnTo>
                  <a:lnTo>
                    <a:pt x="1684" y="3765"/>
                  </a:lnTo>
                  <a:lnTo>
                    <a:pt x="2180" y="4558"/>
                  </a:lnTo>
                  <a:lnTo>
                    <a:pt x="2774" y="5252"/>
                  </a:lnTo>
                  <a:lnTo>
                    <a:pt x="3369" y="5945"/>
                  </a:lnTo>
                  <a:lnTo>
                    <a:pt x="3864" y="6639"/>
                  </a:lnTo>
                  <a:lnTo>
                    <a:pt x="4756" y="7927"/>
                  </a:lnTo>
                  <a:lnTo>
                    <a:pt x="5647" y="9215"/>
                  </a:lnTo>
                  <a:lnTo>
                    <a:pt x="6143" y="10106"/>
                  </a:lnTo>
                  <a:lnTo>
                    <a:pt x="6440" y="10503"/>
                  </a:lnTo>
                  <a:lnTo>
                    <a:pt x="6737" y="10800"/>
                  </a:lnTo>
                  <a:lnTo>
                    <a:pt x="6935" y="11097"/>
                  </a:lnTo>
                  <a:lnTo>
                    <a:pt x="7134" y="11394"/>
                  </a:lnTo>
                  <a:lnTo>
                    <a:pt x="7233" y="11692"/>
                  </a:lnTo>
                  <a:lnTo>
                    <a:pt x="7431" y="11989"/>
                  </a:lnTo>
                  <a:lnTo>
                    <a:pt x="7926" y="12782"/>
                  </a:lnTo>
                  <a:lnTo>
                    <a:pt x="8323" y="13574"/>
                  </a:lnTo>
                  <a:lnTo>
                    <a:pt x="9016" y="14763"/>
                  </a:lnTo>
                  <a:lnTo>
                    <a:pt x="9313" y="15358"/>
                  </a:lnTo>
                  <a:lnTo>
                    <a:pt x="9611" y="15952"/>
                  </a:lnTo>
                  <a:lnTo>
                    <a:pt x="9908" y="16547"/>
                  </a:lnTo>
                  <a:lnTo>
                    <a:pt x="10007" y="16745"/>
                  </a:lnTo>
                  <a:lnTo>
                    <a:pt x="10304" y="17042"/>
                  </a:lnTo>
                  <a:lnTo>
                    <a:pt x="10403" y="17141"/>
                  </a:lnTo>
                  <a:lnTo>
                    <a:pt x="10403" y="17339"/>
                  </a:lnTo>
                  <a:lnTo>
                    <a:pt x="10403" y="17537"/>
                  </a:lnTo>
                  <a:lnTo>
                    <a:pt x="10502" y="17735"/>
                  </a:lnTo>
                  <a:lnTo>
                    <a:pt x="10799" y="18231"/>
                  </a:lnTo>
                  <a:lnTo>
                    <a:pt x="10998" y="18528"/>
                  </a:lnTo>
                  <a:lnTo>
                    <a:pt x="10899" y="18825"/>
                  </a:lnTo>
                  <a:lnTo>
                    <a:pt x="10899" y="18924"/>
                  </a:lnTo>
                  <a:lnTo>
                    <a:pt x="10998" y="18924"/>
                  </a:lnTo>
                  <a:lnTo>
                    <a:pt x="11196" y="19023"/>
                  </a:lnTo>
                  <a:lnTo>
                    <a:pt x="11295" y="19123"/>
                  </a:lnTo>
                  <a:lnTo>
                    <a:pt x="11295" y="19222"/>
                  </a:lnTo>
                  <a:lnTo>
                    <a:pt x="11295" y="19321"/>
                  </a:lnTo>
                  <a:lnTo>
                    <a:pt x="11196" y="19519"/>
                  </a:lnTo>
                  <a:lnTo>
                    <a:pt x="11196" y="19618"/>
                  </a:lnTo>
                  <a:lnTo>
                    <a:pt x="11394" y="19816"/>
                  </a:lnTo>
                  <a:lnTo>
                    <a:pt x="11592" y="19915"/>
                  </a:lnTo>
                  <a:lnTo>
                    <a:pt x="11691" y="20113"/>
                  </a:lnTo>
                  <a:lnTo>
                    <a:pt x="11691" y="20212"/>
                  </a:lnTo>
                  <a:lnTo>
                    <a:pt x="11592" y="20411"/>
                  </a:lnTo>
                  <a:lnTo>
                    <a:pt x="11196" y="21104"/>
                  </a:lnTo>
                  <a:lnTo>
                    <a:pt x="10799" y="21897"/>
                  </a:lnTo>
                  <a:lnTo>
                    <a:pt x="10502" y="22590"/>
                  </a:lnTo>
                  <a:lnTo>
                    <a:pt x="10106" y="23383"/>
                  </a:lnTo>
                  <a:lnTo>
                    <a:pt x="9214" y="24968"/>
                  </a:lnTo>
                  <a:lnTo>
                    <a:pt x="8323" y="26652"/>
                  </a:lnTo>
                  <a:lnTo>
                    <a:pt x="8025" y="27049"/>
                  </a:lnTo>
                  <a:lnTo>
                    <a:pt x="7728" y="27544"/>
                  </a:lnTo>
                  <a:lnTo>
                    <a:pt x="6638" y="29229"/>
                  </a:lnTo>
                  <a:lnTo>
                    <a:pt x="5647" y="31111"/>
                  </a:lnTo>
                  <a:lnTo>
                    <a:pt x="5152" y="32102"/>
                  </a:lnTo>
                  <a:lnTo>
                    <a:pt x="4459" y="33192"/>
                  </a:lnTo>
                  <a:lnTo>
                    <a:pt x="4161" y="33786"/>
                  </a:lnTo>
                  <a:lnTo>
                    <a:pt x="3765" y="34480"/>
                  </a:lnTo>
                  <a:lnTo>
                    <a:pt x="3270" y="35768"/>
                  </a:lnTo>
                  <a:lnTo>
                    <a:pt x="2873" y="36461"/>
                  </a:lnTo>
                  <a:lnTo>
                    <a:pt x="2576" y="37056"/>
                  </a:lnTo>
                  <a:lnTo>
                    <a:pt x="1882" y="38046"/>
                  </a:lnTo>
                  <a:lnTo>
                    <a:pt x="1288" y="39235"/>
                  </a:lnTo>
                  <a:lnTo>
                    <a:pt x="991" y="39830"/>
                  </a:lnTo>
                  <a:lnTo>
                    <a:pt x="793" y="40424"/>
                  </a:lnTo>
                  <a:lnTo>
                    <a:pt x="694" y="41118"/>
                  </a:lnTo>
                  <a:lnTo>
                    <a:pt x="694" y="41415"/>
                  </a:lnTo>
                  <a:lnTo>
                    <a:pt x="793" y="41811"/>
                  </a:lnTo>
                  <a:lnTo>
                    <a:pt x="793" y="42010"/>
                  </a:lnTo>
                  <a:lnTo>
                    <a:pt x="892" y="42208"/>
                  </a:lnTo>
                  <a:lnTo>
                    <a:pt x="1090" y="42406"/>
                  </a:lnTo>
                  <a:lnTo>
                    <a:pt x="1486" y="42307"/>
                  </a:lnTo>
                  <a:lnTo>
                    <a:pt x="1585" y="42307"/>
                  </a:lnTo>
                  <a:lnTo>
                    <a:pt x="1783" y="42505"/>
                  </a:lnTo>
                  <a:lnTo>
                    <a:pt x="1882" y="42703"/>
                  </a:lnTo>
                  <a:lnTo>
                    <a:pt x="1882" y="43099"/>
                  </a:lnTo>
                  <a:lnTo>
                    <a:pt x="2081" y="42901"/>
                  </a:lnTo>
                  <a:lnTo>
                    <a:pt x="2378" y="42802"/>
                  </a:lnTo>
                  <a:lnTo>
                    <a:pt x="2576" y="42802"/>
                  </a:lnTo>
                  <a:lnTo>
                    <a:pt x="2873" y="42901"/>
                  </a:lnTo>
                  <a:lnTo>
                    <a:pt x="3270" y="43000"/>
                  </a:lnTo>
                  <a:lnTo>
                    <a:pt x="3468" y="43000"/>
                  </a:lnTo>
                  <a:lnTo>
                    <a:pt x="3666" y="42802"/>
                  </a:lnTo>
                  <a:lnTo>
                    <a:pt x="3864" y="42703"/>
                  </a:lnTo>
                  <a:lnTo>
                    <a:pt x="3963" y="42802"/>
                  </a:lnTo>
                  <a:lnTo>
                    <a:pt x="4260" y="43000"/>
                  </a:lnTo>
                  <a:lnTo>
                    <a:pt x="4855" y="43000"/>
                  </a:lnTo>
                  <a:lnTo>
                    <a:pt x="5053" y="42901"/>
                  </a:lnTo>
                  <a:lnTo>
                    <a:pt x="5152" y="42802"/>
                  </a:lnTo>
                  <a:lnTo>
                    <a:pt x="5548" y="42802"/>
                  </a:lnTo>
                  <a:lnTo>
                    <a:pt x="5846" y="42901"/>
                  </a:lnTo>
                  <a:lnTo>
                    <a:pt x="5945" y="42802"/>
                  </a:lnTo>
                  <a:lnTo>
                    <a:pt x="5945" y="42703"/>
                  </a:lnTo>
                  <a:lnTo>
                    <a:pt x="6143" y="42802"/>
                  </a:lnTo>
                  <a:lnTo>
                    <a:pt x="6341" y="42802"/>
                  </a:lnTo>
                  <a:lnTo>
                    <a:pt x="6737" y="42901"/>
                  </a:lnTo>
                  <a:lnTo>
                    <a:pt x="7530" y="42802"/>
                  </a:lnTo>
                  <a:lnTo>
                    <a:pt x="7926" y="42703"/>
                  </a:lnTo>
                  <a:lnTo>
                    <a:pt x="8223" y="42505"/>
                  </a:lnTo>
                  <a:lnTo>
                    <a:pt x="8422" y="42505"/>
                  </a:lnTo>
                  <a:lnTo>
                    <a:pt x="8521" y="42604"/>
                  </a:lnTo>
                  <a:lnTo>
                    <a:pt x="9313" y="42604"/>
                  </a:lnTo>
                  <a:lnTo>
                    <a:pt x="10007" y="42505"/>
                  </a:lnTo>
                  <a:lnTo>
                    <a:pt x="11790" y="42505"/>
                  </a:lnTo>
                  <a:lnTo>
                    <a:pt x="12583" y="42406"/>
                  </a:lnTo>
                  <a:lnTo>
                    <a:pt x="14069" y="42406"/>
                  </a:lnTo>
                  <a:lnTo>
                    <a:pt x="14664" y="42307"/>
                  </a:lnTo>
                  <a:lnTo>
                    <a:pt x="15258" y="42208"/>
                  </a:lnTo>
                  <a:lnTo>
                    <a:pt x="15555" y="42307"/>
                  </a:lnTo>
                  <a:lnTo>
                    <a:pt x="15852" y="42406"/>
                  </a:lnTo>
                  <a:lnTo>
                    <a:pt x="16249" y="42406"/>
                  </a:lnTo>
                  <a:lnTo>
                    <a:pt x="16744" y="42307"/>
                  </a:lnTo>
                  <a:lnTo>
                    <a:pt x="17339" y="42208"/>
                  </a:lnTo>
                  <a:lnTo>
                    <a:pt x="18825" y="42208"/>
                  </a:lnTo>
                  <a:lnTo>
                    <a:pt x="19518" y="42109"/>
                  </a:lnTo>
                  <a:lnTo>
                    <a:pt x="20311" y="42109"/>
                  </a:lnTo>
                  <a:lnTo>
                    <a:pt x="20608" y="42208"/>
                  </a:lnTo>
                  <a:lnTo>
                    <a:pt x="20707" y="42208"/>
                  </a:lnTo>
                  <a:lnTo>
                    <a:pt x="20905" y="42010"/>
                  </a:lnTo>
                  <a:lnTo>
                    <a:pt x="21104" y="42010"/>
                  </a:lnTo>
                  <a:lnTo>
                    <a:pt x="21302" y="42109"/>
                  </a:lnTo>
                  <a:lnTo>
                    <a:pt x="21698" y="42208"/>
                  </a:lnTo>
                  <a:lnTo>
                    <a:pt x="22590" y="42208"/>
                  </a:lnTo>
                  <a:lnTo>
                    <a:pt x="22986" y="42010"/>
                  </a:lnTo>
                  <a:lnTo>
                    <a:pt x="23184" y="42010"/>
                  </a:lnTo>
                  <a:lnTo>
                    <a:pt x="23283" y="42109"/>
                  </a:lnTo>
                  <a:lnTo>
                    <a:pt x="23283" y="42208"/>
                  </a:lnTo>
                  <a:lnTo>
                    <a:pt x="23382" y="42208"/>
                  </a:lnTo>
                  <a:lnTo>
                    <a:pt x="23581" y="42010"/>
                  </a:lnTo>
                  <a:lnTo>
                    <a:pt x="23977" y="42010"/>
                  </a:lnTo>
                  <a:lnTo>
                    <a:pt x="24274" y="42109"/>
                  </a:lnTo>
                  <a:lnTo>
                    <a:pt x="24472" y="42208"/>
                  </a:lnTo>
                  <a:lnTo>
                    <a:pt x="26355" y="42208"/>
                  </a:lnTo>
                  <a:lnTo>
                    <a:pt x="26652" y="42109"/>
                  </a:lnTo>
                  <a:lnTo>
                    <a:pt x="26850" y="42010"/>
                  </a:lnTo>
                  <a:lnTo>
                    <a:pt x="27048" y="42010"/>
                  </a:lnTo>
                  <a:lnTo>
                    <a:pt x="27246" y="42109"/>
                  </a:lnTo>
                  <a:lnTo>
                    <a:pt x="27643" y="42010"/>
                  </a:lnTo>
                  <a:lnTo>
                    <a:pt x="28039" y="41911"/>
                  </a:lnTo>
                  <a:lnTo>
                    <a:pt x="28237" y="42010"/>
                  </a:lnTo>
                  <a:lnTo>
                    <a:pt x="28435" y="42010"/>
                  </a:lnTo>
                  <a:lnTo>
                    <a:pt x="28733" y="42109"/>
                  </a:lnTo>
                  <a:lnTo>
                    <a:pt x="29030" y="42109"/>
                  </a:lnTo>
                  <a:lnTo>
                    <a:pt x="29327" y="42010"/>
                  </a:lnTo>
                  <a:lnTo>
                    <a:pt x="29624" y="42010"/>
                  </a:lnTo>
                  <a:lnTo>
                    <a:pt x="29921" y="41911"/>
                  </a:lnTo>
                  <a:lnTo>
                    <a:pt x="30120" y="42010"/>
                  </a:lnTo>
                  <a:lnTo>
                    <a:pt x="30219" y="42109"/>
                  </a:lnTo>
                  <a:lnTo>
                    <a:pt x="30219" y="42208"/>
                  </a:lnTo>
                  <a:lnTo>
                    <a:pt x="30318" y="42109"/>
                  </a:lnTo>
                  <a:lnTo>
                    <a:pt x="30417" y="42010"/>
                  </a:lnTo>
                  <a:lnTo>
                    <a:pt x="30714" y="42109"/>
                  </a:lnTo>
                  <a:lnTo>
                    <a:pt x="31110" y="42109"/>
                  </a:lnTo>
                  <a:lnTo>
                    <a:pt x="31209" y="42010"/>
                  </a:lnTo>
                  <a:lnTo>
                    <a:pt x="31408" y="42010"/>
                  </a:lnTo>
                  <a:lnTo>
                    <a:pt x="31705" y="42109"/>
                  </a:lnTo>
                  <a:lnTo>
                    <a:pt x="32101" y="42109"/>
                  </a:lnTo>
                  <a:lnTo>
                    <a:pt x="32795" y="42010"/>
                  </a:lnTo>
                  <a:lnTo>
                    <a:pt x="33389" y="41911"/>
                  </a:lnTo>
                  <a:lnTo>
                    <a:pt x="33786" y="41911"/>
                  </a:lnTo>
                  <a:lnTo>
                    <a:pt x="34083" y="42010"/>
                  </a:lnTo>
                  <a:lnTo>
                    <a:pt x="34479" y="42010"/>
                  </a:lnTo>
                  <a:lnTo>
                    <a:pt x="35371" y="41911"/>
                  </a:lnTo>
                  <a:lnTo>
                    <a:pt x="36163" y="42010"/>
                  </a:lnTo>
                  <a:lnTo>
                    <a:pt x="36758" y="42010"/>
                  </a:lnTo>
                  <a:lnTo>
                    <a:pt x="37253" y="42109"/>
                  </a:lnTo>
                  <a:lnTo>
                    <a:pt x="37550" y="42010"/>
                  </a:lnTo>
                  <a:lnTo>
                    <a:pt x="37848" y="42109"/>
                  </a:lnTo>
                  <a:lnTo>
                    <a:pt x="38244" y="42109"/>
                  </a:lnTo>
                  <a:lnTo>
                    <a:pt x="38343" y="42010"/>
                  </a:lnTo>
                  <a:lnTo>
                    <a:pt x="38442" y="42109"/>
                  </a:lnTo>
                  <a:lnTo>
                    <a:pt x="38640" y="42208"/>
                  </a:lnTo>
                  <a:lnTo>
                    <a:pt x="38938" y="42109"/>
                  </a:lnTo>
                  <a:lnTo>
                    <a:pt x="39631" y="42109"/>
                  </a:lnTo>
                  <a:lnTo>
                    <a:pt x="40027" y="42208"/>
                  </a:lnTo>
                  <a:lnTo>
                    <a:pt x="40820" y="42208"/>
                  </a:lnTo>
                  <a:lnTo>
                    <a:pt x="41216" y="41911"/>
                  </a:lnTo>
                  <a:lnTo>
                    <a:pt x="41514" y="41911"/>
                  </a:lnTo>
                  <a:lnTo>
                    <a:pt x="41811" y="42109"/>
                  </a:lnTo>
                  <a:lnTo>
                    <a:pt x="42108" y="42109"/>
                  </a:lnTo>
                  <a:lnTo>
                    <a:pt x="42603" y="41911"/>
                  </a:lnTo>
                  <a:lnTo>
                    <a:pt x="45179" y="41911"/>
                  </a:lnTo>
                  <a:lnTo>
                    <a:pt x="45675" y="42010"/>
                  </a:lnTo>
                  <a:lnTo>
                    <a:pt x="46269" y="42109"/>
                  </a:lnTo>
                  <a:lnTo>
                    <a:pt x="46368" y="42208"/>
                  </a:lnTo>
                  <a:lnTo>
                    <a:pt x="46567" y="42208"/>
                  </a:lnTo>
                  <a:lnTo>
                    <a:pt x="47062" y="42109"/>
                  </a:lnTo>
                  <a:lnTo>
                    <a:pt x="47557" y="42109"/>
                  </a:lnTo>
                  <a:lnTo>
                    <a:pt x="48053" y="42010"/>
                  </a:lnTo>
                  <a:lnTo>
                    <a:pt x="48548" y="41911"/>
                  </a:lnTo>
                  <a:lnTo>
                    <a:pt x="48845" y="41911"/>
                  </a:lnTo>
                  <a:lnTo>
                    <a:pt x="49043" y="42010"/>
                  </a:lnTo>
                  <a:lnTo>
                    <a:pt x="49143" y="42109"/>
                  </a:lnTo>
                  <a:lnTo>
                    <a:pt x="49341" y="42208"/>
                  </a:lnTo>
                  <a:lnTo>
                    <a:pt x="49638" y="42109"/>
                  </a:lnTo>
                  <a:lnTo>
                    <a:pt x="50629" y="42109"/>
                  </a:lnTo>
                  <a:lnTo>
                    <a:pt x="51025" y="42010"/>
                  </a:lnTo>
                  <a:lnTo>
                    <a:pt x="51322" y="41911"/>
                  </a:lnTo>
                  <a:lnTo>
                    <a:pt x="51719" y="42010"/>
                  </a:lnTo>
                  <a:lnTo>
                    <a:pt x="51917" y="42010"/>
                  </a:lnTo>
                  <a:lnTo>
                    <a:pt x="52115" y="41911"/>
                  </a:lnTo>
                  <a:lnTo>
                    <a:pt x="52313" y="41811"/>
                  </a:lnTo>
                  <a:lnTo>
                    <a:pt x="52610" y="41911"/>
                  </a:lnTo>
                  <a:lnTo>
                    <a:pt x="52808" y="42010"/>
                  </a:lnTo>
                  <a:lnTo>
                    <a:pt x="54394" y="42010"/>
                  </a:lnTo>
                  <a:lnTo>
                    <a:pt x="55087" y="42208"/>
                  </a:lnTo>
                  <a:lnTo>
                    <a:pt x="55384" y="42208"/>
                  </a:lnTo>
                  <a:lnTo>
                    <a:pt x="56276" y="42010"/>
                  </a:lnTo>
                  <a:lnTo>
                    <a:pt x="58951" y="42010"/>
                  </a:lnTo>
                  <a:lnTo>
                    <a:pt x="59744" y="42109"/>
                  </a:lnTo>
                  <a:lnTo>
                    <a:pt x="60140" y="42010"/>
                  </a:lnTo>
                  <a:lnTo>
                    <a:pt x="60537" y="41911"/>
                  </a:lnTo>
                  <a:lnTo>
                    <a:pt x="60834" y="41911"/>
                  </a:lnTo>
                  <a:lnTo>
                    <a:pt x="60933" y="42010"/>
                  </a:lnTo>
                  <a:lnTo>
                    <a:pt x="60933" y="42109"/>
                  </a:lnTo>
                  <a:lnTo>
                    <a:pt x="60933" y="42208"/>
                  </a:lnTo>
                  <a:lnTo>
                    <a:pt x="61131" y="42109"/>
                  </a:lnTo>
                  <a:lnTo>
                    <a:pt x="61329" y="42010"/>
                  </a:lnTo>
                  <a:lnTo>
                    <a:pt x="61428" y="42010"/>
                  </a:lnTo>
                  <a:lnTo>
                    <a:pt x="61725" y="42109"/>
                  </a:lnTo>
                  <a:lnTo>
                    <a:pt x="62023" y="42109"/>
                  </a:lnTo>
                  <a:lnTo>
                    <a:pt x="62122" y="42010"/>
                  </a:lnTo>
                  <a:lnTo>
                    <a:pt x="62320" y="42010"/>
                  </a:lnTo>
                  <a:lnTo>
                    <a:pt x="62815" y="42109"/>
                  </a:lnTo>
                  <a:lnTo>
                    <a:pt x="63608" y="42109"/>
                  </a:lnTo>
                  <a:lnTo>
                    <a:pt x="63707" y="41911"/>
                  </a:lnTo>
                  <a:lnTo>
                    <a:pt x="63707" y="41811"/>
                  </a:lnTo>
                  <a:lnTo>
                    <a:pt x="63806" y="41811"/>
                  </a:lnTo>
                  <a:lnTo>
                    <a:pt x="64004" y="41911"/>
                  </a:lnTo>
                  <a:lnTo>
                    <a:pt x="64103" y="42208"/>
                  </a:lnTo>
                  <a:lnTo>
                    <a:pt x="64797" y="42208"/>
                  </a:lnTo>
                  <a:lnTo>
                    <a:pt x="65788" y="42109"/>
                  </a:lnTo>
                  <a:lnTo>
                    <a:pt x="66679" y="42208"/>
                  </a:lnTo>
                  <a:lnTo>
                    <a:pt x="68463" y="42208"/>
                  </a:lnTo>
                  <a:lnTo>
                    <a:pt x="69057" y="42010"/>
                  </a:lnTo>
                  <a:lnTo>
                    <a:pt x="69156" y="42010"/>
                  </a:lnTo>
                  <a:lnTo>
                    <a:pt x="69255" y="42109"/>
                  </a:lnTo>
                  <a:lnTo>
                    <a:pt x="69354" y="42307"/>
                  </a:lnTo>
                  <a:lnTo>
                    <a:pt x="69652" y="42307"/>
                  </a:lnTo>
                  <a:lnTo>
                    <a:pt x="69751" y="42109"/>
                  </a:lnTo>
                  <a:lnTo>
                    <a:pt x="69850" y="42010"/>
                  </a:lnTo>
                  <a:lnTo>
                    <a:pt x="69949" y="42010"/>
                  </a:lnTo>
                  <a:lnTo>
                    <a:pt x="70345" y="42208"/>
                  </a:lnTo>
                  <a:lnTo>
                    <a:pt x="70543" y="42307"/>
                  </a:lnTo>
                  <a:lnTo>
                    <a:pt x="70841" y="42307"/>
                  </a:lnTo>
                  <a:lnTo>
                    <a:pt x="71534" y="42208"/>
                  </a:lnTo>
                  <a:lnTo>
                    <a:pt x="72327" y="42208"/>
                  </a:lnTo>
                  <a:lnTo>
                    <a:pt x="73813" y="42406"/>
                  </a:lnTo>
                  <a:lnTo>
                    <a:pt x="74407" y="42406"/>
                  </a:lnTo>
                  <a:lnTo>
                    <a:pt x="74705" y="42307"/>
                  </a:lnTo>
                  <a:lnTo>
                    <a:pt x="74903" y="42208"/>
                  </a:lnTo>
                  <a:lnTo>
                    <a:pt x="75101" y="42109"/>
                  </a:lnTo>
                  <a:lnTo>
                    <a:pt x="75299" y="42109"/>
                  </a:lnTo>
                  <a:lnTo>
                    <a:pt x="75596" y="42208"/>
                  </a:lnTo>
                  <a:lnTo>
                    <a:pt x="76092" y="42307"/>
                  </a:lnTo>
                  <a:lnTo>
                    <a:pt x="77479" y="42307"/>
                  </a:lnTo>
                  <a:lnTo>
                    <a:pt x="77974" y="42406"/>
                  </a:lnTo>
                  <a:lnTo>
                    <a:pt x="78569" y="42406"/>
                  </a:lnTo>
                  <a:lnTo>
                    <a:pt x="79659" y="42307"/>
                  </a:lnTo>
                  <a:lnTo>
                    <a:pt x="80451" y="42208"/>
                  </a:lnTo>
                  <a:lnTo>
                    <a:pt x="81145" y="42307"/>
                  </a:lnTo>
                  <a:lnTo>
                    <a:pt x="82532" y="42307"/>
                  </a:lnTo>
                  <a:lnTo>
                    <a:pt x="83523" y="42208"/>
                  </a:lnTo>
                  <a:lnTo>
                    <a:pt x="84018" y="42208"/>
                  </a:lnTo>
                  <a:lnTo>
                    <a:pt x="84513" y="42307"/>
                  </a:lnTo>
                  <a:lnTo>
                    <a:pt x="84811" y="42307"/>
                  </a:lnTo>
                  <a:lnTo>
                    <a:pt x="85009" y="42208"/>
                  </a:lnTo>
                  <a:lnTo>
                    <a:pt x="85207" y="42109"/>
                  </a:lnTo>
                  <a:lnTo>
                    <a:pt x="85603" y="42109"/>
                  </a:lnTo>
                  <a:lnTo>
                    <a:pt x="85999" y="42208"/>
                  </a:lnTo>
                  <a:lnTo>
                    <a:pt x="87089" y="42208"/>
                  </a:lnTo>
                  <a:lnTo>
                    <a:pt x="87188" y="42109"/>
                  </a:lnTo>
                  <a:lnTo>
                    <a:pt x="87288" y="41911"/>
                  </a:lnTo>
                  <a:lnTo>
                    <a:pt x="87387" y="41911"/>
                  </a:lnTo>
                  <a:lnTo>
                    <a:pt x="87684" y="42010"/>
                  </a:lnTo>
                  <a:lnTo>
                    <a:pt x="87882" y="42010"/>
                  </a:lnTo>
                  <a:lnTo>
                    <a:pt x="88476" y="41911"/>
                  </a:lnTo>
                  <a:lnTo>
                    <a:pt x="89368" y="41811"/>
                  </a:lnTo>
                  <a:lnTo>
                    <a:pt x="89864" y="41811"/>
                  </a:lnTo>
                  <a:lnTo>
                    <a:pt x="90260" y="41712"/>
                  </a:lnTo>
                  <a:lnTo>
                    <a:pt x="90953" y="41712"/>
                  </a:lnTo>
                  <a:lnTo>
                    <a:pt x="91548" y="41911"/>
                  </a:lnTo>
                  <a:lnTo>
                    <a:pt x="92043" y="42010"/>
                  </a:lnTo>
                  <a:lnTo>
                    <a:pt x="92241" y="41911"/>
                  </a:lnTo>
                  <a:lnTo>
                    <a:pt x="92340" y="41712"/>
                  </a:lnTo>
                  <a:lnTo>
                    <a:pt x="92539" y="41514"/>
                  </a:lnTo>
                  <a:lnTo>
                    <a:pt x="92737" y="41514"/>
                  </a:lnTo>
                  <a:lnTo>
                    <a:pt x="92935" y="41613"/>
                  </a:lnTo>
                  <a:lnTo>
                    <a:pt x="93034" y="41811"/>
                  </a:lnTo>
                  <a:lnTo>
                    <a:pt x="93232" y="42010"/>
                  </a:lnTo>
                  <a:lnTo>
                    <a:pt x="93331" y="42109"/>
                  </a:lnTo>
                  <a:lnTo>
                    <a:pt x="93529" y="42109"/>
                  </a:lnTo>
                  <a:lnTo>
                    <a:pt x="93728" y="41911"/>
                  </a:lnTo>
                  <a:lnTo>
                    <a:pt x="94124" y="41415"/>
                  </a:lnTo>
                  <a:lnTo>
                    <a:pt x="94421" y="40821"/>
                  </a:lnTo>
                  <a:lnTo>
                    <a:pt x="94520" y="40226"/>
                  </a:lnTo>
                  <a:lnTo>
                    <a:pt x="94619" y="39632"/>
                  </a:lnTo>
                  <a:lnTo>
                    <a:pt x="94718" y="38542"/>
                  </a:lnTo>
                  <a:lnTo>
                    <a:pt x="94718" y="38046"/>
                  </a:lnTo>
                  <a:lnTo>
                    <a:pt x="94619" y="37551"/>
                  </a:lnTo>
                  <a:lnTo>
                    <a:pt x="94520" y="36957"/>
                  </a:lnTo>
                  <a:lnTo>
                    <a:pt x="94520" y="36263"/>
                  </a:lnTo>
                  <a:lnTo>
                    <a:pt x="94520" y="35669"/>
                  </a:lnTo>
                  <a:lnTo>
                    <a:pt x="94421" y="35371"/>
                  </a:lnTo>
                  <a:lnTo>
                    <a:pt x="94322" y="35074"/>
                  </a:lnTo>
                  <a:lnTo>
                    <a:pt x="94223" y="34975"/>
                  </a:lnTo>
                  <a:lnTo>
                    <a:pt x="94322" y="34876"/>
                  </a:lnTo>
                  <a:lnTo>
                    <a:pt x="94322" y="34678"/>
                  </a:lnTo>
                  <a:lnTo>
                    <a:pt x="94223" y="33687"/>
                  </a:lnTo>
                  <a:lnTo>
                    <a:pt x="94223" y="32795"/>
                  </a:lnTo>
                  <a:lnTo>
                    <a:pt x="94223" y="31805"/>
                  </a:lnTo>
                  <a:lnTo>
                    <a:pt x="94124" y="30913"/>
                  </a:lnTo>
                  <a:lnTo>
                    <a:pt x="93926" y="28832"/>
                  </a:lnTo>
                  <a:lnTo>
                    <a:pt x="93827" y="27742"/>
                  </a:lnTo>
                  <a:lnTo>
                    <a:pt x="93827" y="27247"/>
                  </a:lnTo>
                  <a:lnTo>
                    <a:pt x="93728" y="26752"/>
                  </a:lnTo>
                  <a:lnTo>
                    <a:pt x="93728" y="26454"/>
                  </a:lnTo>
                  <a:lnTo>
                    <a:pt x="93628" y="26058"/>
                  </a:lnTo>
                  <a:lnTo>
                    <a:pt x="93529" y="25464"/>
                  </a:lnTo>
                  <a:lnTo>
                    <a:pt x="93331" y="23185"/>
                  </a:lnTo>
                  <a:lnTo>
                    <a:pt x="93331" y="21798"/>
                  </a:lnTo>
                  <a:lnTo>
                    <a:pt x="93232" y="21203"/>
                  </a:lnTo>
                  <a:lnTo>
                    <a:pt x="92935" y="20510"/>
                  </a:lnTo>
                  <a:lnTo>
                    <a:pt x="92836" y="20411"/>
                  </a:lnTo>
                  <a:lnTo>
                    <a:pt x="92836" y="20312"/>
                  </a:lnTo>
                  <a:lnTo>
                    <a:pt x="92935" y="20212"/>
                  </a:lnTo>
                  <a:lnTo>
                    <a:pt x="93034" y="20113"/>
                  </a:lnTo>
                  <a:lnTo>
                    <a:pt x="93034" y="20014"/>
                  </a:lnTo>
                  <a:lnTo>
                    <a:pt x="92836" y="19915"/>
                  </a:lnTo>
                  <a:lnTo>
                    <a:pt x="92737" y="19915"/>
                  </a:lnTo>
                  <a:lnTo>
                    <a:pt x="92737" y="19816"/>
                  </a:lnTo>
                  <a:lnTo>
                    <a:pt x="92935" y="19717"/>
                  </a:lnTo>
                  <a:lnTo>
                    <a:pt x="93034" y="19618"/>
                  </a:lnTo>
                  <a:lnTo>
                    <a:pt x="93034" y="19519"/>
                  </a:lnTo>
                  <a:lnTo>
                    <a:pt x="92935" y="19420"/>
                  </a:lnTo>
                  <a:lnTo>
                    <a:pt x="92737" y="19123"/>
                  </a:lnTo>
                  <a:lnTo>
                    <a:pt x="92737" y="19023"/>
                  </a:lnTo>
                  <a:lnTo>
                    <a:pt x="92935" y="18924"/>
                  </a:lnTo>
                  <a:lnTo>
                    <a:pt x="92935" y="18825"/>
                  </a:lnTo>
                  <a:lnTo>
                    <a:pt x="92935" y="18627"/>
                  </a:lnTo>
                  <a:lnTo>
                    <a:pt x="92737" y="18033"/>
                  </a:lnTo>
                  <a:lnTo>
                    <a:pt x="92638" y="17438"/>
                  </a:lnTo>
                  <a:lnTo>
                    <a:pt x="92638" y="16844"/>
                  </a:lnTo>
                  <a:lnTo>
                    <a:pt x="92539" y="16249"/>
                  </a:lnTo>
                  <a:lnTo>
                    <a:pt x="92440" y="15159"/>
                  </a:lnTo>
                  <a:lnTo>
                    <a:pt x="92241" y="14070"/>
                  </a:lnTo>
                  <a:lnTo>
                    <a:pt x="92043" y="12881"/>
                  </a:lnTo>
                  <a:lnTo>
                    <a:pt x="91944" y="12286"/>
                  </a:lnTo>
                  <a:lnTo>
                    <a:pt x="91746" y="11692"/>
                  </a:lnTo>
                  <a:lnTo>
                    <a:pt x="91746" y="11394"/>
                  </a:lnTo>
                  <a:lnTo>
                    <a:pt x="91845" y="11097"/>
                  </a:lnTo>
                  <a:lnTo>
                    <a:pt x="91746" y="10800"/>
                  </a:lnTo>
                  <a:lnTo>
                    <a:pt x="91647" y="10701"/>
                  </a:lnTo>
                  <a:lnTo>
                    <a:pt x="91449" y="10602"/>
                  </a:lnTo>
                  <a:lnTo>
                    <a:pt x="91548" y="10305"/>
                  </a:lnTo>
                  <a:lnTo>
                    <a:pt x="91449" y="9908"/>
                  </a:lnTo>
                  <a:lnTo>
                    <a:pt x="91251" y="9314"/>
                  </a:lnTo>
                  <a:lnTo>
                    <a:pt x="91052" y="7332"/>
                  </a:lnTo>
                  <a:lnTo>
                    <a:pt x="90854" y="6341"/>
                  </a:lnTo>
                  <a:lnTo>
                    <a:pt x="90557" y="5450"/>
                  </a:lnTo>
                  <a:lnTo>
                    <a:pt x="90359" y="4657"/>
                  </a:lnTo>
                  <a:lnTo>
                    <a:pt x="90260" y="4162"/>
                  </a:lnTo>
                  <a:lnTo>
                    <a:pt x="90260" y="3765"/>
                  </a:lnTo>
                  <a:lnTo>
                    <a:pt x="90161" y="3567"/>
                  </a:lnTo>
                  <a:lnTo>
                    <a:pt x="90062" y="3369"/>
                  </a:lnTo>
                  <a:lnTo>
                    <a:pt x="89963" y="3171"/>
                  </a:lnTo>
                  <a:lnTo>
                    <a:pt x="89864" y="2973"/>
                  </a:lnTo>
                  <a:lnTo>
                    <a:pt x="89864" y="2676"/>
                  </a:lnTo>
                  <a:lnTo>
                    <a:pt x="89665" y="2477"/>
                  </a:lnTo>
                  <a:lnTo>
                    <a:pt x="89467" y="2279"/>
                  </a:lnTo>
                  <a:lnTo>
                    <a:pt x="89170" y="2081"/>
                  </a:lnTo>
                  <a:lnTo>
                    <a:pt x="88576" y="1883"/>
                  </a:lnTo>
                  <a:lnTo>
                    <a:pt x="88080" y="1685"/>
                  </a:lnTo>
                  <a:lnTo>
                    <a:pt x="87684" y="1586"/>
                  </a:lnTo>
                  <a:lnTo>
                    <a:pt x="87387" y="1487"/>
                  </a:lnTo>
                  <a:lnTo>
                    <a:pt x="86594" y="1388"/>
                  </a:lnTo>
                  <a:lnTo>
                    <a:pt x="85900" y="1289"/>
                  </a:lnTo>
                  <a:lnTo>
                    <a:pt x="85207" y="1090"/>
                  </a:lnTo>
                  <a:lnTo>
                    <a:pt x="84811" y="991"/>
                  </a:lnTo>
                  <a:lnTo>
                    <a:pt x="84513" y="991"/>
                  </a:lnTo>
                  <a:lnTo>
                    <a:pt x="84216" y="1090"/>
                  </a:lnTo>
                  <a:lnTo>
                    <a:pt x="83820" y="991"/>
                  </a:lnTo>
                  <a:lnTo>
                    <a:pt x="83423" y="892"/>
                  </a:lnTo>
                  <a:lnTo>
                    <a:pt x="83027" y="892"/>
                  </a:lnTo>
                  <a:lnTo>
                    <a:pt x="82829" y="991"/>
                  </a:lnTo>
                  <a:lnTo>
                    <a:pt x="82433" y="1189"/>
                  </a:lnTo>
                  <a:lnTo>
                    <a:pt x="82433" y="1090"/>
                  </a:lnTo>
                  <a:lnTo>
                    <a:pt x="82433" y="991"/>
                  </a:lnTo>
                  <a:lnTo>
                    <a:pt x="82433" y="892"/>
                  </a:lnTo>
                  <a:lnTo>
                    <a:pt x="82235" y="892"/>
                  </a:lnTo>
                  <a:lnTo>
                    <a:pt x="82135" y="1090"/>
                  </a:lnTo>
                  <a:lnTo>
                    <a:pt x="82036" y="1189"/>
                  </a:lnTo>
                  <a:lnTo>
                    <a:pt x="81937" y="1189"/>
                  </a:lnTo>
                  <a:lnTo>
                    <a:pt x="81838" y="1090"/>
                  </a:lnTo>
                  <a:lnTo>
                    <a:pt x="81739" y="991"/>
                  </a:lnTo>
                  <a:lnTo>
                    <a:pt x="81442" y="991"/>
                  </a:lnTo>
                  <a:lnTo>
                    <a:pt x="81244" y="892"/>
                  </a:lnTo>
                  <a:lnTo>
                    <a:pt x="80947" y="793"/>
                  </a:lnTo>
                  <a:lnTo>
                    <a:pt x="80847" y="793"/>
                  </a:lnTo>
                  <a:lnTo>
                    <a:pt x="80649" y="991"/>
                  </a:lnTo>
                  <a:lnTo>
                    <a:pt x="80550" y="1090"/>
                  </a:lnTo>
                  <a:lnTo>
                    <a:pt x="80352" y="1090"/>
                  </a:lnTo>
                  <a:lnTo>
                    <a:pt x="80055" y="991"/>
                  </a:lnTo>
                  <a:lnTo>
                    <a:pt x="79956" y="892"/>
                  </a:lnTo>
                  <a:lnTo>
                    <a:pt x="80154" y="892"/>
                  </a:lnTo>
                  <a:lnTo>
                    <a:pt x="80253" y="793"/>
                  </a:lnTo>
                  <a:lnTo>
                    <a:pt x="79659" y="892"/>
                  </a:lnTo>
                  <a:lnTo>
                    <a:pt x="79361" y="991"/>
                  </a:lnTo>
                  <a:lnTo>
                    <a:pt x="79064" y="991"/>
                  </a:lnTo>
                  <a:lnTo>
                    <a:pt x="78767" y="892"/>
                  </a:lnTo>
                  <a:lnTo>
                    <a:pt x="78569" y="892"/>
                  </a:lnTo>
                  <a:lnTo>
                    <a:pt x="78271" y="793"/>
                  </a:lnTo>
                  <a:lnTo>
                    <a:pt x="77776" y="793"/>
                  </a:lnTo>
                  <a:lnTo>
                    <a:pt x="76983" y="991"/>
                  </a:lnTo>
                  <a:lnTo>
                    <a:pt x="76785" y="991"/>
                  </a:lnTo>
                  <a:lnTo>
                    <a:pt x="76587" y="892"/>
                  </a:lnTo>
                  <a:lnTo>
                    <a:pt x="76290" y="793"/>
                  </a:lnTo>
                  <a:lnTo>
                    <a:pt x="75695" y="892"/>
                  </a:lnTo>
                  <a:lnTo>
                    <a:pt x="75398" y="991"/>
                  </a:lnTo>
                  <a:lnTo>
                    <a:pt x="74903" y="991"/>
                  </a:lnTo>
                  <a:lnTo>
                    <a:pt x="74804" y="892"/>
                  </a:lnTo>
                  <a:lnTo>
                    <a:pt x="74705" y="793"/>
                  </a:lnTo>
                  <a:lnTo>
                    <a:pt x="74606" y="793"/>
                  </a:lnTo>
                  <a:lnTo>
                    <a:pt x="74506" y="991"/>
                  </a:lnTo>
                  <a:lnTo>
                    <a:pt x="74308" y="1189"/>
                  </a:lnTo>
                  <a:lnTo>
                    <a:pt x="74209" y="991"/>
                  </a:lnTo>
                  <a:lnTo>
                    <a:pt x="74011" y="892"/>
                  </a:lnTo>
                  <a:lnTo>
                    <a:pt x="73714" y="793"/>
                  </a:lnTo>
                  <a:lnTo>
                    <a:pt x="73218" y="793"/>
                  </a:lnTo>
                  <a:lnTo>
                    <a:pt x="71930" y="694"/>
                  </a:lnTo>
                  <a:lnTo>
                    <a:pt x="71237" y="694"/>
                  </a:lnTo>
                  <a:lnTo>
                    <a:pt x="70543" y="793"/>
                  </a:lnTo>
                  <a:lnTo>
                    <a:pt x="70147" y="892"/>
                  </a:lnTo>
                  <a:lnTo>
                    <a:pt x="69850" y="793"/>
                  </a:lnTo>
                  <a:lnTo>
                    <a:pt x="68859" y="793"/>
                  </a:lnTo>
                  <a:lnTo>
                    <a:pt x="68760" y="892"/>
                  </a:lnTo>
                  <a:lnTo>
                    <a:pt x="68760" y="991"/>
                  </a:lnTo>
                  <a:lnTo>
                    <a:pt x="68562" y="1090"/>
                  </a:lnTo>
                  <a:lnTo>
                    <a:pt x="68364" y="892"/>
                  </a:lnTo>
                  <a:lnTo>
                    <a:pt x="68165" y="793"/>
                  </a:lnTo>
                  <a:lnTo>
                    <a:pt x="67769" y="793"/>
                  </a:lnTo>
                  <a:lnTo>
                    <a:pt x="67373" y="892"/>
                  </a:lnTo>
                  <a:lnTo>
                    <a:pt x="66977" y="793"/>
                  </a:lnTo>
                  <a:lnTo>
                    <a:pt x="66580" y="694"/>
                  </a:lnTo>
                  <a:lnTo>
                    <a:pt x="66184" y="793"/>
                  </a:lnTo>
                  <a:lnTo>
                    <a:pt x="65788" y="892"/>
                  </a:lnTo>
                  <a:lnTo>
                    <a:pt x="65292" y="793"/>
                  </a:lnTo>
                  <a:lnTo>
                    <a:pt x="64401" y="793"/>
                  </a:lnTo>
                  <a:lnTo>
                    <a:pt x="63905" y="892"/>
                  </a:lnTo>
                  <a:lnTo>
                    <a:pt x="63509" y="892"/>
                  </a:lnTo>
                  <a:lnTo>
                    <a:pt x="62815" y="694"/>
                  </a:lnTo>
                  <a:lnTo>
                    <a:pt x="62122" y="793"/>
                  </a:lnTo>
                  <a:lnTo>
                    <a:pt x="60735" y="793"/>
                  </a:lnTo>
                  <a:lnTo>
                    <a:pt x="59942" y="694"/>
                  </a:lnTo>
                  <a:lnTo>
                    <a:pt x="56573" y="694"/>
                  </a:lnTo>
                  <a:lnTo>
                    <a:pt x="55979" y="595"/>
                  </a:lnTo>
                  <a:lnTo>
                    <a:pt x="55583" y="595"/>
                  </a:lnTo>
                  <a:lnTo>
                    <a:pt x="55186" y="694"/>
                  </a:lnTo>
                  <a:lnTo>
                    <a:pt x="53700" y="694"/>
                  </a:lnTo>
                  <a:lnTo>
                    <a:pt x="53403" y="496"/>
                  </a:lnTo>
                  <a:lnTo>
                    <a:pt x="53106" y="496"/>
                  </a:lnTo>
                  <a:lnTo>
                    <a:pt x="52511" y="595"/>
                  </a:lnTo>
                  <a:lnTo>
                    <a:pt x="52016" y="595"/>
                  </a:lnTo>
                  <a:lnTo>
                    <a:pt x="51025" y="496"/>
                  </a:lnTo>
                  <a:lnTo>
                    <a:pt x="50728" y="496"/>
                  </a:lnTo>
                  <a:lnTo>
                    <a:pt x="50332" y="595"/>
                  </a:lnTo>
                  <a:lnTo>
                    <a:pt x="50133" y="595"/>
                  </a:lnTo>
                  <a:lnTo>
                    <a:pt x="50034" y="496"/>
                  </a:lnTo>
                  <a:lnTo>
                    <a:pt x="49836" y="397"/>
                  </a:lnTo>
                  <a:lnTo>
                    <a:pt x="48746" y="397"/>
                  </a:lnTo>
                  <a:lnTo>
                    <a:pt x="48152" y="496"/>
                  </a:lnTo>
                  <a:lnTo>
                    <a:pt x="47557" y="496"/>
                  </a:lnTo>
                  <a:lnTo>
                    <a:pt x="47062" y="397"/>
                  </a:lnTo>
                  <a:lnTo>
                    <a:pt x="46765" y="298"/>
                  </a:lnTo>
                  <a:lnTo>
                    <a:pt x="46467" y="397"/>
                  </a:lnTo>
                  <a:lnTo>
                    <a:pt x="46269" y="496"/>
                  </a:lnTo>
                  <a:lnTo>
                    <a:pt x="45576" y="496"/>
                  </a:lnTo>
                  <a:lnTo>
                    <a:pt x="45279" y="298"/>
                  </a:lnTo>
                  <a:lnTo>
                    <a:pt x="45080" y="199"/>
                  </a:lnTo>
                  <a:lnTo>
                    <a:pt x="44981" y="298"/>
                  </a:lnTo>
                  <a:lnTo>
                    <a:pt x="44882" y="397"/>
                  </a:lnTo>
                  <a:lnTo>
                    <a:pt x="45080" y="496"/>
                  </a:lnTo>
                  <a:lnTo>
                    <a:pt x="45080" y="595"/>
                  </a:lnTo>
                  <a:lnTo>
                    <a:pt x="44783" y="595"/>
                  </a:lnTo>
                  <a:lnTo>
                    <a:pt x="44684" y="496"/>
                  </a:lnTo>
                  <a:lnTo>
                    <a:pt x="44684" y="298"/>
                  </a:lnTo>
                  <a:lnTo>
                    <a:pt x="44387" y="298"/>
                  </a:lnTo>
                  <a:lnTo>
                    <a:pt x="44486" y="496"/>
                  </a:lnTo>
                  <a:lnTo>
                    <a:pt x="44387" y="496"/>
                  </a:lnTo>
                  <a:lnTo>
                    <a:pt x="44090" y="397"/>
                  </a:lnTo>
                  <a:lnTo>
                    <a:pt x="43396" y="397"/>
                  </a:lnTo>
                  <a:lnTo>
                    <a:pt x="42703" y="199"/>
                  </a:lnTo>
                  <a:lnTo>
                    <a:pt x="40226" y="199"/>
                  </a:lnTo>
                  <a:lnTo>
                    <a:pt x="39829" y="100"/>
                  </a:lnTo>
                  <a:lnTo>
                    <a:pt x="39532" y="100"/>
                  </a:lnTo>
                  <a:lnTo>
                    <a:pt x="39136" y="199"/>
                  </a:lnTo>
                  <a:lnTo>
                    <a:pt x="38938" y="298"/>
                  </a:lnTo>
                  <a:lnTo>
                    <a:pt x="38838" y="298"/>
                  </a:lnTo>
                  <a:lnTo>
                    <a:pt x="38739" y="100"/>
                  </a:lnTo>
                  <a:lnTo>
                    <a:pt x="38640" y="199"/>
                  </a:lnTo>
                  <a:lnTo>
                    <a:pt x="38442" y="298"/>
                  </a:lnTo>
                  <a:lnTo>
                    <a:pt x="38244" y="199"/>
                  </a:lnTo>
                  <a:lnTo>
                    <a:pt x="38046" y="100"/>
                  </a:lnTo>
                  <a:lnTo>
                    <a:pt x="37749" y="100"/>
                  </a:lnTo>
                  <a:lnTo>
                    <a:pt x="37550" y="199"/>
                  </a:lnTo>
                  <a:lnTo>
                    <a:pt x="37253" y="199"/>
                  </a:lnTo>
                  <a:lnTo>
                    <a:pt x="36758" y="100"/>
                  </a:lnTo>
                  <a:lnTo>
                    <a:pt x="35470" y="100"/>
                  </a:lnTo>
                  <a:lnTo>
                    <a:pt x="35272" y="199"/>
                  </a:lnTo>
                  <a:lnTo>
                    <a:pt x="35074" y="397"/>
                  </a:lnTo>
                  <a:lnTo>
                    <a:pt x="34974" y="199"/>
                  </a:lnTo>
                  <a:lnTo>
                    <a:pt x="34875" y="100"/>
                  </a:lnTo>
                  <a:lnTo>
                    <a:pt x="34677" y="1"/>
                  </a:lnTo>
                  <a:lnTo>
                    <a:pt x="34380" y="1"/>
                  </a:lnTo>
                  <a:lnTo>
                    <a:pt x="34182" y="100"/>
                  </a:lnTo>
                  <a:lnTo>
                    <a:pt x="33786" y="199"/>
                  </a:lnTo>
                  <a:lnTo>
                    <a:pt x="33488" y="199"/>
                  </a:lnTo>
                  <a:lnTo>
                    <a:pt x="33191" y="100"/>
                  </a:lnTo>
                  <a:lnTo>
                    <a:pt x="32101" y="100"/>
                  </a:lnTo>
                  <a:lnTo>
                    <a:pt x="31804" y="199"/>
                  </a:lnTo>
                  <a:lnTo>
                    <a:pt x="31408" y="199"/>
                  </a:lnTo>
                  <a:lnTo>
                    <a:pt x="30912" y="100"/>
                  </a:lnTo>
                  <a:lnTo>
                    <a:pt x="29228" y="100"/>
                  </a:lnTo>
                  <a:lnTo>
                    <a:pt x="27544" y="1"/>
                  </a:lnTo>
                  <a:lnTo>
                    <a:pt x="25859" y="1"/>
                  </a:lnTo>
                  <a:lnTo>
                    <a:pt x="25661" y="100"/>
                  </a:lnTo>
                  <a:lnTo>
                    <a:pt x="25463" y="298"/>
                  </a:lnTo>
                  <a:lnTo>
                    <a:pt x="25166" y="397"/>
                  </a:lnTo>
                  <a:lnTo>
                    <a:pt x="24968" y="397"/>
                  </a:lnTo>
                  <a:lnTo>
                    <a:pt x="24769" y="298"/>
                  </a:lnTo>
                  <a:lnTo>
                    <a:pt x="24869" y="199"/>
                  </a:lnTo>
                  <a:lnTo>
                    <a:pt x="24968" y="199"/>
                  </a:lnTo>
                  <a:lnTo>
                    <a:pt x="25067" y="100"/>
                  </a:lnTo>
                  <a:lnTo>
                    <a:pt x="25067" y="1"/>
                  </a:lnTo>
                  <a:lnTo>
                    <a:pt x="24769" y="100"/>
                  </a:lnTo>
                  <a:lnTo>
                    <a:pt x="24373" y="100"/>
                  </a:lnTo>
                  <a:lnTo>
                    <a:pt x="23977" y="199"/>
                  </a:lnTo>
                  <a:lnTo>
                    <a:pt x="23581" y="298"/>
                  </a:lnTo>
                  <a:lnTo>
                    <a:pt x="23481" y="298"/>
                  </a:lnTo>
                  <a:lnTo>
                    <a:pt x="23283" y="199"/>
                  </a:lnTo>
                  <a:lnTo>
                    <a:pt x="23184" y="100"/>
                  </a:lnTo>
                  <a:lnTo>
                    <a:pt x="2278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7"/>
            <p:cNvSpPr/>
            <p:nvPr/>
          </p:nvSpPr>
          <p:spPr>
            <a:xfrm rot="10800000">
              <a:off x="4772450" y="2984825"/>
              <a:ext cx="3084287" cy="1093878"/>
            </a:xfrm>
            <a:custGeom>
              <a:rect b="b" l="l" r="r" t="t"/>
              <a:pathLst>
                <a:path extrusionOk="0" h="43100" w="94719">
                  <a:moveTo>
                    <a:pt x="22788" y="1"/>
                  </a:moveTo>
                  <a:lnTo>
                    <a:pt x="21995" y="199"/>
                  </a:lnTo>
                  <a:lnTo>
                    <a:pt x="21896" y="298"/>
                  </a:lnTo>
                  <a:lnTo>
                    <a:pt x="21698" y="397"/>
                  </a:lnTo>
                  <a:lnTo>
                    <a:pt x="21500" y="496"/>
                  </a:lnTo>
                  <a:lnTo>
                    <a:pt x="21302" y="397"/>
                  </a:lnTo>
                  <a:lnTo>
                    <a:pt x="20905" y="298"/>
                  </a:lnTo>
                  <a:lnTo>
                    <a:pt x="20509" y="298"/>
                  </a:lnTo>
                  <a:lnTo>
                    <a:pt x="19816" y="397"/>
                  </a:lnTo>
                  <a:lnTo>
                    <a:pt x="19617" y="397"/>
                  </a:lnTo>
                  <a:lnTo>
                    <a:pt x="19617" y="298"/>
                  </a:lnTo>
                  <a:lnTo>
                    <a:pt x="19518" y="199"/>
                  </a:lnTo>
                  <a:lnTo>
                    <a:pt x="19320" y="100"/>
                  </a:lnTo>
                  <a:lnTo>
                    <a:pt x="19320" y="199"/>
                  </a:lnTo>
                  <a:lnTo>
                    <a:pt x="19221" y="298"/>
                  </a:lnTo>
                  <a:lnTo>
                    <a:pt x="19221" y="397"/>
                  </a:lnTo>
                  <a:lnTo>
                    <a:pt x="19221" y="496"/>
                  </a:lnTo>
                  <a:lnTo>
                    <a:pt x="19122" y="496"/>
                  </a:lnTo>
                  <a:lnTo>
                    <a:pt x="19023" y="397"/>
                  </a:lnTo>
                  <a:lnTo>
                    <a:pt x="18924" y="298"/>
                  </a:lnTo>
                  <a:lnTo>
                    <a:pt x="18825" y="199"/>
                  </a:lnTo>
                  <a:lnTo>
                    <a:pt x="18528" y="199"/>
                  </a:lnTo>
                  <a:lnTo>
                    <a:pt x="18131" y="298"/>
                  </a:lnTo>
                  <a:lnTo>
                    <a:pt x="16249" y="298"/>
                  </a:lnTo>
                  <a:lnTo>
                    <a:pt x="15753" y="397"/>
                  </a:lnTo>
                  <a:lnTo>
                    <a:pt x="15258" y="595"/>
                  </a:lnTo>
                  <a:lnTo>
                    <a:pt x="15060" y="397"/>
                  </a:lnTo>
                  <a:lnTo>
                    <a:pt x="14763" y="397"/>
                  </a:lnTo>
                  <a:lnTo>
                    <a:pt x="14564" y="298"/>
                  </a:lnTo>
                  <a:lnTo>
                    <a:pt x="14465" y="298"/>
                  </a:lnTo>
                  <a:lnTo>
                    <a:pt x="14069" y="496"/>
                  </a:lnTo>
                  <a:lnTo>
                    <a:pt x="13673" y="496"/>
                  </a:lnTo>
                  <a:lnTo>
                    <a:pt x="12979" y="397"/>
                  </a:lnTo>
                  <a:lnTo>
                    <a:pt x="12484" y="298"/>
                  </a:lnTo>
                  <a:lnTo>
                    <a:pt x="11889" y="397"/>
                  </a:lnTo>
                  <a:lnTo>
                    <a:pt x="11790" y="397"/>
                  </a:lnTo>
                  <a:lnTo>
                    <a:pt x="11691" y="496"/>
                  </a:lnTo>
                  <a:lnTo>
                    <a:pt x="11592" y="694"/>
                  </a:lnTo>
                  <a:lnTo>
                    <a:pt x="11394" y="496"/>
                  </a:lnTo>
                  <a:lnTo>
                    <a:pt x="11097" y="298"/>
                  </a:lnTo>
                  <a:lnTo>
                    <a:pt x="10601" y="298"/>
                  </a:lnTo>
                  <a:lnTo>
                    <a:pt x="10205" y="397"/>
                  </a:lnTo>
                  <a:lnTo>
                    <a:pt x="9412" y="397"/>
                  </a:lnTo>
                  <a:lnTo>
                    <a:pt x="9016" y="595"/>
                  </a:lnTo>
                  <a:lnTo>
                    <a:pt x="8818" y="496"/>
                  </a:lnTo>
                  <a:lnTo>
                    <a:pt x="8521" y="397"/>
                  </a:lnTo>
                  <a:lnTo>
                    <a:pt x="8323" y="397"/>
                  </a:lnTo>
                  <a:lnTo>
                    <a:pt x="8223" y="595"/>
                  </a:lnTo>
                  <a:lnTo>
                    <a:pt x="7926" y="595"/>
                  </a:lnTo>
                  <a:lnTo>
                    <a:pt x="7827" y="397"/>
                  </a:lnTo>
                  <a:lnTo>
                    <a:pt x="7728" y="496"/>
                  </a:lnTo>
                  <a:lnTo>
                    <a:pt x="7629" y="595"/>
                  </a:lnTo>
                  <a:lnTo>
                    <a:pt x="7431" y="496"/>
                  </a:lnTo>
                  <a:lnTo>
                    <a:pt x="7233" y="298"/>
                  </a:lnTo>
                  <a:lnTo>
                    <a:pt x="6737" y="298"/>
                  </a:lnTo>
                  <a:lnTo>
                    <a:pt x="6440" y="496"/>
                  </a:lnTo>
                  <a:lnTo>
                    <a:pt x="6242" y="595"/>
                  </a:lnTo>
                  <a:lnTo>
                    <a:pt x="6143" y="595"/>
                  </a:lnTo>
                  <a:lnTo>
                    <a:pt x="5945" y="496"/>
                  </a:lnTo>
                  <a:lnTo>
                    <a:pt x="5647" y="298"/>
                  </a:lnTo>
                  <a:lnTo>
                    <a:pt x="5251" y="199"/>
                  </a:lnTo>
                  <a:lnTo>
                    <a:pt x="4756" y="199"/>
                  </a:lnTo>
                  <a:lnTo>
                    <a:pt x="4359" y="397"/>
                  </a:lnTo>
                  <a:lnTo>
                    <a:pt x="4260" y="397"/>
                  </a:lnTo>
                  <a:lnTo>
                    <a:pt x="4260" y="298"/>
                  </a:lnTo>
                  <a:lnTo>
                    <a:pt x="4260" y="100"/>
                  </a:lnTo>
                  <a:lnTo>
                    <a:pt x="4062" y="100"/>
                  </a:lnTo>
                  <a:lnTo>
                    <a:pt x="3963" y="199"/>
                  </a:lnTo>
                  <a:lnTo>
                    <a:pt x="3864" y="298"/>
                  </a:lnTo>
                  <a:lnTo>
                    <a:pt x="3765" y="397"/>
                  </a:lnTo>
                  <a:lnTo>
                    <a:pt x="3666" y="298"/>
                  </a:lnTo>
                  <a:lnTo>
                    <a:pt x="3468" y="298"/>
                  </a:lnTo>
                  <a:lnTo>
                    <a:pt x="3270" y="199"/>
                  </a:lnTo>
                  <a:lnTo>
                    <a:pt x="2972" y="298"/>
                  </a:lnTo>
                  <a:lnTo>
                    <a:pt x="2081" y="100"/>
                  </a:lnTo>
                  <a:lnTo>
                    <a:pt x="1288" y="100"/>
                  </a:lnTo>
                  <a:lnTo>
                    <a:pt x="1189" y="298"/>
                  </a:lnTo>
                  <a:lnTo>
                    <a:pt x="1090" y="397"/>
                  </a:lnTo>
                  <a:lnTo>
                    <a:pt x="793" y="397"/>
                  </a:lnTo>
                  <a:lnTo>
                    <a:pt x="495" y="496"/>
                  </a:lnTo>
                  <a:lnTo>
                    <a:pt x="198" y="595"/>
                  </a:lnTo>
                  <a:lnTo>
                    <a:pt x="99" y="694"/>
                  </a:lnTo>
                  <a:lnTo>
                    <a:pt x="99" y="892"/>
                  </a:lnTo>
                  <a:lnTo>
                    <a:pt x="0" y="1388"/>
                  </a:lnTo>
                  <a:lnTo>
                    <a:pt x="99" y="1784"/>
                  </a:lnTo>
                  <a:lnTo>
                    <a:pt x="297" y="2180"/>
                  </a:lnTo>
                  <a:lnTo>
                    <a:pt x="594" y="2477"/>
                  </a:lnTo>
                  <a:lnTo>
                    <a:pt x="1090" y="3171"/>
                  </a:lnTo>
                  <a:lnTo>
                    <a:pt x="1684" y="3765"/>
                  </a:lnTo>
                  <a:lnTo>
                    <a:pt x="2180" y="4558"/>
                  </a:lnTo>
                  <a:lnTo>
                    <a:pt x="2774" y="5252"/>
                  </a:lnTo>
                  <a:lnTo>
                    <a:pt x="3369" y="5945"/>
                  </a:lnTo>
                  <a:lnTo>
                    <a:pt x="3864" y="6639"/>
                  </a:lnTo>
                  <a:lnTo>
                    <a:pt x="4756" y="7927"/>
                  </a:lnTo>
                  <a:lnTo>
                    <a:pt x="5647" y="9215"/>
                  </a:lnTo>
                  <a:lnTo>
                    <a:pt x="6143" y="10106"/>
                  </a:lnTo>
                  <a:lnTo>
                    <a:pt x="6440" y="10503"/>
                  </a:lnTo>
                  <a:lnTo>
                    <a:pt x="6737" y="10800"/>
                  </a:lnTo>
                  <a:lnTo>
                    <a:pt x="6935" y="11097"/>
                  </a:lnTo>
                  <a:lnTo>
                    <a:pt x="7134" y="11394"/>
                  </a:lnTo>
                  <a:lnTo>
                    <a:pt x="7233" y="11692"/>
                  </a:lnTo>
                  <a:lnTo>
                    <a:pt x="7431" y="11989"/>
                  </a:lnTo>
                  <a:lnTo>
                    <a:pt x="7926" y="12782"/>
                  </a:lnTo>
                  <a:lnTo>
                    <a:pt x="8323" y="13574"/>
                  </a:lnTo>
                  <a:lnTo>
                    <a:pt x="9016" y="14763"/>
                  </a:lnTo>
                  <a:lnTo>
                    <a:pt x="9313" y="15358"/>
                  </a:lnTo>
                  <a:lnTo>
                    <a:pt x="9611" y="15952"/>
                  </a:lnTo>
                  <a:lnTo>
                    <a:pt x="9908" y="16547"/>
                  </a:lnTo>
                  <a:lnTo>
                    <a:pt x="10007" y="16745"/>
                  </a:lnTo>
                  <a:lnTo>
                    <a:pt x="10304" y="17042"/>
                  </a:lnTo>
                  <a:lnTo>
                    <a:pt x="10403" y="17141"/>
                  </a:lnTo>
                  <a:lnTo>
                    <a:pt x="10403" y="17339"/>
                  </a:lnTo>
                  <a:lnTo>
                    <a:pt x="10403" y="17537"/>
                  </a:lnTo>
                  <a:lnTo>
                    <a:pt x="10502" y="17735"/>
                  </a:lnTo>
                  <a:lnTo>
                    <a:pt x="10799" y="18231"/>
                  </a:lnTo>
                  <a:lnTo>
                    <a:pt x="10998" y="18528"/>
                  </a:lnTo>
                  <a:lnTo>
                    <a:pt x="10899" y="18825"/>
                  </a:lnTo>
                  <a:lnTo>
                    <a:pt x="10899" y="18924"/>
                  </a:lnTo>
                  <a:lnTo>
                    <a:pt x="10998" y="18924"/>
                  </a:lnTo>
                  <a:lnTo>
                    <a:pt x="11196" y="19023"/>
                  </a:lnTo>
                  <a:lnTo>
                    <a:pt x="11295" y="19123"/>
                  </a:lnTo>
                  <a:lnTo>
                    <a:pt x="11295" y="19222"/>
                  </a:lnTo>
                  <a:lnTo>
                    <a:pt x="11295" y="19321"/>
                  </a:lnTo>
                  <a:lnTo>
                    <a:pt x="11196" y="19519"/>
                  </a:lnTo>
                  <a:lnTo>
                    <a:pt x="11196" y="19618"/>
                  </a:lnTo>
                  <a:lnTo>
                    <a:pt x="11394" y="19816"/>
                  </a:lnTo>
                  <a:lnTo>
                    <a:pt x="11592" y="19915"/>
                  </a:lnTo>
                  <a:lnTo>
                    <a:pt x="11691" y="20113"/>
                  </a:lnTo>
                  <a:lnTo>
                    <a:pt x="11691" y="20212"/>
                  </a:lnTo>
                  <a:lnTo>
                    <a:pt x="11592" y="20411"/>
                  </a:lnTo>
                  <a:lnTo>
                    <a:pt x="11196" y="21104"/>
                  </a:lnTo>
                  <a:lnTo>
                    <a:pt x="10799" y="21897"/>
                  </a:lnTo>
                  <a:lnTo>
                    <a:pt x="10502" y="22590"/>
                  </a:lnTo>
                  <a:lnTo>
                    <a:pt x="10106" y="23383"/>
                  </a:lnTo>
                  <a:lnTo>
                    <a:pt x="9214" y="24968"/>
                  </a:lnTo>
                  <a:lnTo>
                    <a:pt x="8323" y="26652"/>
                  </a:lnTo>
                  <a:lnTo>
                    <a:pt x="8025" y="27049"/>
                  </a:lnTo>
                  <a:lnTo>
                    <a:pt x="7728" y="27544"/>
                  </a:lnTo>
                  <a:lnTo>
                    <a:pt x="6638" y="29229"/>
                  </a:lnTo>
                  <a:lnTo>
                    <a:pt x="5647" y="31111"/>
                  </a:lnTo>
                  <a:lnTo>
                    <a:pt x="5152" y="32102"/>
                  </a:lnTo>
                  <a:lnTo>
                    <a:pt x="4459" y="33192"/>
                  </a:lnTo>
                  <a:lnTo>
                    <a:pt x="4161" y="33786"/>
                  </a:lnTo>
                  <a:lnTo>
                    <a:pt x="3765" y="34480"/>
                  </a:lnTo>
                  <a:lnTo>
                    <a:pt x="3270" y="35768"/>
                  </a:lnTo>
                  <a:lnTo>
                    <a:pt x="2873" y="36461"/>
                  </a:lnTo>
                  <a:lnTo>
                    <a:pt x="2576" y="37056"/>
                  </a:lnTo>
                  <a:lnTo>
                    <a:pt x="1882" y="38046"/>
                  </a:lnTo>
                  <a:lnTo>
                    <a:pt x="1288" y="39235"/>
                  </a:lnTo>
                  <a:lnTo>
                    <a:pt x="991" y="39830"/>
                  </a:lnTo>
                  <a:lnTo>
                    <a:pt x="793" y="40424"/>
                  </a:lnTo>
                  <a:lnTo>
                    <a:pt x="694" y="41118"/>
                  </a:lnTo>
                  <a:lnTo>
                    <a:pt x="694" y="41415"/>
                  </a:lnTo>
                  <a:lnTo>
                    <a:pt x="793" y="41811"/>
                  </a:lnTo>
                  <a:lnTo>
                    <a:pt x="793" y="42010"/>
                  </a:lnTo>
                  <a:lnTo>
                    <a:pt x="892" y="42208"/>
                  </a:lnTo>
                  <a:lnTo>
                    <a:pt x="1090" y="42406"/>
                  </a:lnTo>
                  <a:lnTo>
                    <a:pt x="1486" y="42307"/>
                  </a:lnTo>
                  <a:lnTo>
                    <a:pt x="1585" y="42307"/>
                  </a:lnTo>
                  <a:lnTo>
                    <a:pt x="1783" y="42505"/>
                  </a:lnTo>
                  <a:lnTo>
                    <a:pt x="1882" y="42703"/>
                  </a:lnTo>
                  <a:lnTo>
                    <a:pt x="1882" y="43099"/>
                  </a:lnTo>
                  <a:lnTo>
                    <a:pt x="2081" y="42901"/>
                  </a:lnTo>
                  <a:lnTo>
                    <a:pt x="2378" y="42802"/>
                  </a:lnTo>
                  <a:lnTo>
                    <a:pt x="2576" y="42802"/>
                  </a:lnTo>
                  <a:lnTo>
                    <a:pt x="2873" y="42901"/>
                  </a:lnTo>
                  <a:lnTo>
                    <a:pt x="3270" y="43000"/>
                  </a:lnTo>
                  <a:lnTo>
                    <a:pt x="3468" y="43000"/>
                  </a:lnTo>
                  <a:lnTo>
                    <a:pt x="3666" y="42802"/>
                  </a:lnTo>
                  <a:lnTo>
                    <a:pt x="3864" y="42703"/>
                  </a:lnTo>
                  <a:lnTo>
                    <a:pt x="3963" y="42802"/>
                  </a:lnTo>
                  <a:lnTo>
                    <a:pt x="4260" y="43000"/>
                  </a:lnTo>
                  <a:lnTo>
                    <a:pt x="4855" y="43000"/>
                  </a:lnTo>
                  <a:lnTo>
                    <a:pt x="5053" y="42901"/>
                  </a:lnTo>
                  <a:lnTo>
                    <a:pt x="5152" y="42802"/>
                  </a:lnTo>
                  <a:lnTo>
                    <a:pt x="5548" y="42802"/>
                  </a:lnTo>
                  <a:lnTo>
                    <a:pt x="5846" y="42901"/>
                  </a:lnTo>
                  <a:lnTo>
                    <a:pt x="5945" y="42802"/>
                  </a:lnTo>
                  <a:lnTo>
                    <a:pt x="5945" y="42703"/>
                  </a:lnTo>
                  <a:lnTo>
                    <a:pt x="6143" y="42802"/>
                  </a:lnTo>
                  <a:lnTo>
                    <a:pt x="6341" y="42802"/>
                  </a:lnTo>
                  <a:lnTo>
                    <a:pt x="6737" y="42901"/>
                  </a:lnTo>
                  <a:lnTo>
                    <a:pt x="7530" y="42802"/>
                  </a:lnTo>
                  <a:lnTo>
                    <a:pt x="7926" y="42703"/>
                  </a:lnTo>
                  <a:lnTo>
                    <a:pt x="8223" y="42505"/>
                  </a:lnTo>
                  <a:lnTo>
                    <a:pt x="8422" y="42505"/>
                  </a:lnTo>
                  <a:lnTo>
                    <a:pt x="8521" y="42604"/>
                  </a:lnTo>
                  <a:lnTo>
                    <a:pt x="9313" y="42604"/>
                  </a:lnTo>
                  <a:lnTo>
                    <a:pt x="10007" y="42505"/>
                  </a:lnTo>
                  <a:lnTo>
                    <a:pt x="11790" y="42505"/>
                  </a:lnTo>
                  <a:lnTo>
                    <a:pt x="12583" y="42406"/>
                  </a:lnTo>
                  <a:lnTo>
                    <a:pt x="14069" y="42406"/>
                  </a:lnTo>
                  <a:lnTo>
                    <a:pt x="14664" y="42307"/>
                  </a:lnTo>
                  <a:lnTo>
                    <a:pt x="15258" y="42208"/>
                  </a:lnTo>
                  <a:lnTo>
                    <a:pt x="15555" y="42307"/>
                  </a:lnTo>
                  <a:lnTo>
                    <a:pt x="15852" y="42406"/>
                  </a:lnTo>
                  <a:lnTo>
                    <a:pt x="16249" y="42406"/>
                  </a:lnTo>
                  <a:lnTo>
                    <a:pt x="16744" y="42307"/>
                  </a:lnTo>
                  <a:lnTo>
                    <a:pt x="17339" y="42208"/>
                  </a:lnTo>
                  <a:lnTo>
                    <a:pt x="18825" y="42208"/>
                  </a:lnTo>
                  <a:lnTo>
                    <a:pt x="19518" y="42109"/>
                  </a:lnTo>
                  <a:lnTo>
                    <a:pt x="20311" y="42109"/>
                  </a:lnTo>
                  <a:lnTo>
                    <a:pt x="20608" y="42208"/>
                  </a:lnTo>
                  <a:lnTo>
                    <a:pt x="20707" y="42208"/>
                  </a:lnTo>
                  <a:lnTo>
                    <a:pt x="20905" y="42010"/>
                  </a:lnTo>
                  <a:lnTo>
                    <a:pt x="21104" y="42010"/>
                  </a:lnTo>
                  <a:lnTo>
                    <a:pt x="21302" y="42109"/>
                  </a:lnTo>
                  <a:lnTo>
                    <a:pt x="21698" y="42208"/>
                  </a:lnTo>
                  <a:lnTo>
                    <a:pt x="22590" y="42208"/>
                  </a:lnTo>
                  <a:lnTo>
                    <a:pt x="22986" y="42010"/>
                  </a:lnTo>
                  <a:lnTo>
                    <a:pt x="23184" y="42010"/>
                  </a:lnTo>
                  <a:lnTo>
                    <a:pt x="23283" y="42109"/>
                  </a:lnTo>
                  <a:lnTo>
                    <a:pt x="23283" y="42208"/>
                  </a:lnTo>
                  <a:lnTo>
                    <a:pt x="23382" y="42208"/>
                  </a:lnTo>
                  <a:lnTo>
                    <a:pt x="23581" y="42010"/>
                  </a:lnTo>
                  <a:lnTo>
                    <a:pt x="23977" y="42010"/>
                  </a:lnTo>
                  <a:lnTo>
                    <a:pt x="24274" y="42109"/>
                  </a:lnTo>
                  <a:lnTo>
                    <a:pt x="24472" y="42208"/>
                  </a:lnTo>
                  <a:lnTo>
                    <a:pt x="26355" y="42208"/>
                  </a:lnTo>
                  <a:lnTo>
                    <a:pt x="26652" y="42109"/>
                  </a:lnTo>
                  <a:lnTo>
                    <a:pt x="26850" y="42010"/>
                  </a:lnTo>
                  <a:lnTo>
                    <a:pt x="27048" y="42010"/>
                  </a:lnTo>
                  <a:lnTo>
                    <a:pt x="27246" y="42109"/>
                  </a:lnTo>
                  <a:lnTo>
                    <a:pt x="27643" y="42010"/>
                  </a:lnTo>
                  <a:lnTo>
                    <a:pt x="28039" y="41911"/>
                  </a:lnTo>
                  <a:lnTo>
                    <a:pt x="28237" y="42010"/>
                  </a:lnTo>
                  <a:lnTo>
                    <a:pt x="28435" y="42010"/>
                  </a:lnTo>
                  <a:lnTo>
                    <a:pt x="28733" y="42109"/>
                  </a:lnTo>
                  <a:lnTo>
                    <a:pt x="29030" y="42109"/>
                  </a:lnTo>
                  <a:lnTo>
                    <a:pt x="29327" y="42010"/>
                  </a:lnTo>
                  <a:lnTo>
                    <a:pt x="29624" y="42010"/>
                  </a:lnTo>
                  <a:lnTo>
                    <a:pt x="29921" y="41911"/>
                  </a:lnTo>
                  <a:lnTo>
                    <a:pt x="30120" y="42010"/>
                  </a:lnTo>
                  <a:lnTo>
                    <a:pt x="30219" y="42109"/>
                  </a:lnTo>
                  <a:lnTo>
                    <a:pt x="30219" y="42208"/>
                  </a:lnTo>
                  <a:lnTo>
                    <a:pt x="30318" y="42109"/>
                  </a:lnTo>
                  <a:lnTo>
                    <a:pt x="30417" y="42010"/>
                  </a:lnTo>
                  <a:lnTo>
                    <a:pt x="30714" y="42109"/>
                  </a:lnTo>
                  <a:lnTo>
                    <a:pt x="31110" y="42109"/>
                  </a:lnTo>
                  <a:lnTo>
                    <a:pt x="31209" y="42010"/>
                  </a:lnTo>
                  <a:lnTo>
                    <a:pt x="31408" y="42010"/>
                  </a:lnTo>
                  <a:lnTo>
                    <a:pt x="31705" y="42109"/>
                  </a:lnTo>
                  <a:lnTo>
                    <a:pt x="32101" y="42109"/>
                  </a:lnTo>
                  <a:lnTo>
                    <a:pt x="32795" y="42010"/>
                  </a:lnTo>
                  <a:lnTo>
                    <a:pt x="33389" y="41911"/>
                  </a:lnTo>
                  <a:lnTo>
                    <a:pt x="33786" y="41911"/>
                  </a:lnTo>
                  <a:lnTo>
                    <a:pt x="34083" y="42010"/>
                  </a:lnTo>
                  <a:lnTo>
                    <a:pt x="34479" y="42010"/>
                  </a:lnTo>
                  <a:lnTo>
                    <a:pt x="35371" y="41911"/>
                  </a:lnTo>
                  <a:lnTo>
                    <a:pt x="36163" y="42010"/>
                  </a:lnTo>
                  <a:lnTo>
                    <a:pt x="36758" y="42010"/>
                  </a:lnTo>
                  <a:lnTo>
                    <a:pt x="37253" y="42109"/>
                  </a:lnTo>
                  <a:lnTo>
                    <a:pt x="37550" y="42010"/>
                  </a:lnTo>
                  <a:lnTo>
                    <a:pt x="37848" y="42109"/>
                  </a:lnTo>
                  <a:lnTo>
                    <a:pt x="38244" y="42109"/>
                  </a:lnTo>
                  <a:lnTo>
                    <a:pt x="38343" y="42010"/>
                  </a:lnTo>
                  <a:lnTo>
                    <a:pt x="38442" y="42109"/>
                  </a:lnTo>
                  <a:lnTo>
                    <a:pt x="38640" y="42208"/>
                  </a:lnTo>
                  <a:lnTo>
                    <a:pt x="38938" y="42109"/>
                  </a:lnTo>
                  <a:lnTo>
                    <a:pt x="39631" y="42109"/>
                  </a:lnTo>
                  <a:lnTo>
                    <a:pt x="40027" y="42208"/>
                  </a:lnTo>
                  <a:lnTo>
                    <a:pt x="40820" y="42208"/>
                  </a:lnTo>
                  <a:lnTo>
                    <a:pt x="41216" y="41911"/>
                  </a:lnTo>
                  <a:lnTo>
                    <a:pt x="41514" y="41911"/>
                  </a:lnTo>
                  <a:lnTo>
                    <a:pt x="41811" y="42109"/>
                  </a:lnTo>
                  <a:lnTo>
                    <a:pt x="42108" y="42109"/>
                  </a:lnTo>
                  <a:lnTo>
                    <a:pt x="42603" y="41911"/>
                  </a:lnTo>
                  <a:lnTo>
                    <a:pt x="45179" y="41911"/>
                  </a:lnTo>
                  <a:lnTo>
                    <a:pt x="45675" y="42010"/>
                  </a:lnTo>
                  <a:lnTo>
                    <a:pt x="46269" y="42109"/>
                  </a:lnTo>
                  <a:lnTo>
                    <a:pt x="46368" y="42208"/>
                  </a:lnTo>
                  <a:lnTo>
                    <a:pt x="46567" y="42208"/>
                  </a:lnTo>
                  <a:lnTo>
                    <a:pt x="47062" y="42109"/>
                  </a:lnTo>
                  <a:lnTo>
                    <a:pt x="47557" y="42109"/>
                  </a:lnTo>
                  <a:lnTo>
                    <a:pt x="48053" y="42010"/>
                  </a:lnTo>
                  <a:lnTo>
                    <a:pt x="48548" y="41911"/>
                  </a:lnTo>
                  <a:lnTo>
                    <a:pt x="48845" y="41911"/>
                  </a:lnTo>
                  <a:lnTo>
                    <a:pt x="49043" y="42010"/>
                  </a:lnTo>
                  <a:lnTo>
                    <a:pt x="49143" y="42109"/>
                  </a:lnTo>
                  <a:lnTo>
                    <a:pt x="49341" y="42208"/>
                  </a:lnTo>
                  <a:lnTo>
                    <a:pt x="49638" y="42109"/>
                  </a:lnTo>
                  <a:lnTo>
                    <a:pt x="50629" y="42109"/>
                  </a:lnTo>
                  <a:lnTo>
                    <a:pt x="51025" y="42010"/>
                  </a:lnTo>
                  <a:lnTo>
                    <a:pt x="51322" y="41911"/>
                  </a:lnTo>
                  <a:lnTo>
                    <a:pt x="51719" y="42010"/>
                  </a:lnTo>
                  <a:lnTo>
                    <a:pt x="51917" y="42010"/>
                  </a:lnTo>
                  <a:lnTo>
                    <a:pt x="52115" y="41911"/>
                  </a:lnTo>
                  <a:lnTo>
                    <a:pt x="52313" y="41811"/>
                  </a:lnTo>
                  <a:lnTo>
                    <a:pt x="52610" y="41911"/>
                  </a:lnTo>
                  <a:lnTo>
                    <a:pt x="52808" y="42010"/>
                  </a:lnTo>
                  <a:lnTo>
                    <a:pt x="54394" y="42010"/>
                  </a:lnTo>
                  <a:lnTo>
                    <a:pt x="55087" y="42208"/>
                  </a:lnTo>
                  <a:lnTo>
                    <a:pt x="55384" y="42208"/>
                  </a:lnTo>
                  <a:lnTo>
                    <a:pt x="56276" y="42010"/>
                  </a:lnTo>
                  <a:lnTo>
                    <a:pt x="58951" y="42010"/>
                  </a:lnTo>
                  <a:lnTo>
                    <a:pt x="59744" y="42109"/>
                  </a:lnTo>
                  <a:lnTo>
                    <a:pt x="60140" y="42010"/>
                  </a:lnTo>
                  <a:lnTo>
                    <a:pt x="60537" y="41911"/>
                  </a:lnTo>
                  <a:lnTo>
                    <a:pt x="60834" y="41911"/>
                  </a:lnTo>
                  <a:lnTo>
                    <a:pt x="60933" y="42010"/>
                  </a:lnTo>
                  <a:lnTo>
                    <a:pt x="60933" y="42109"/>
                  </a:lnTo>
                  <a:lnTo>
                    <a:pt x="60933" y="42208"/>
                  </a:lnTo>
                  <a:lnTo>
                    <a:pt x="61131" y="42109"/>
                  </a:lnTo>
                  <a:lnTo>
                    <a:pt x="61329" y="42010"/>
                  </a:lnTo>
                  <a:lnTo>
                    <a:pt x="61428" y="42010"/>
                  </a:lnTo>
                  <a:lnTo>
                    <a:pt x="61725" y="42109"/>
                  </a:lnTo>
                  <a:lnTo>
                    <a:pt x="62023" y="42109"/>
                  </a:lnTo>
                  <a:lnTo>
                    <a:pt x="62122" y="42010"/>
                  </a:lnTo>
                  <a:lnTo>
                    <a:pt x="62320" y="42010"/>
                  </a:lnTo>
                  <a:lnTo>
                    <a:pt x="62815" y="42109"/>
                  </a:lnTo>
                  <a:lnTo>
                    <a:pt x="63608" y="42109"/>
                  </a:lnTo>
                  <a:lnTo>
                    <a:pt x="63707" y="41911"/>
                  </a:lnTo>
                  <a:lnTo>
                    <a:pt x="63707" y="41811"/>
                  </a:lnTo>
                  <a:lnTo>
                    <a:pt x="63806" y="41811"/>
                  </a:lnTo>
                  <a:lnTo>
                    <a:pt x="64004" y="41911"/>
                  </a:lnTo>
                  <a:lnTo>
                    <a:pt x="64103" y="42208"/>
                  </a:lnTo>
                  <a:lnTo>
                    <a:pt x="64797" y="42208"/>
                  </a:lnTo>
                  <a:lnTo>
                    <a:pt x="65788" y="42109"/>
                  </a:lnTo>
                  <a:lnTo>
                    <a:pt x="66679" y="42208"/>
                  </a:lnTo>
                  <a:lnTo>
                    <a:pt x="68463" y="42208"/>
                  </a:lnTo>
                  <a:lnTo>
                    <a:pt x="69057" y="42010"/>
                  </a:lnTo>
                  <a:lnTo>
                    <a:pt x="69156" y="42010"/>
                  </a:lnTo>
                  <a:lnTo>
                    <a:pt x="69255" y="42109"/>
                  </a:lnTo>
                  <a:lnTo>
                    <a:pt x="69354" y="42307"/>
                  </a:lnTo>
                  <a:lnTo>
                    <a:pt x="69652" y="42307"/>
                  </a:lnTo>
                  <a:lnTo>
                    <a:pt x="69751" y="42109"/>
                  </a:lnTo>
                  <a:lnTo>
                    <a:pt x="69850" y="42010"/>
                  </a:lnTo>
                  <a:lnTo>
                    <a:pt x="69949" y="42010"/>
                  </a:lnTo>
                  <a:lnTo>
                    <a:pt x="70345" y="42208"/>
                  </a:lnTo>
                  <a:lnTo>
                    <a:pt x="70543" y="42307"/>
                  </a:lnTo>
                  <a:lnTo>
                    <a:pt x="70841" y="42307"/>
                  </a:lnTo>
                  <a:lnTo>
                    <a:pt x="71534" y="42208"/>
                  </a:lnTo>
                  <a:lnTo>
                    <a:pt x="72327" y="42208"/>
                  </a:lnTo>
                  <a:lnTo>
                    <a:pt x="73813" y="42406"/>
                  </a:lnTo>
                  <a:lnTo>
                    <a:pt x="74407" y="42406"/>
                  </a:lnTo>
                  <a:lnTo>
                    <a:pt x="74705" y="42307"/>
                  </a:lnTo>
                  <a:lnTo>
                    <a:pt x="74903" y="42208"/>
                  </a:lnTo>
                  <a:lnTo>
                    <a:pt x="75101" y="42109"/>
                  </a:lnTo>
                  <a:lnTo>
                    <a:pt x="75299" y="42109"/>
                  </a:lnTo>
                  <a:lnTo>
                    <a:pt x="75596" y="42208"/>
                  </a:lnTo>
                  <a:lnTo>
                    <a:pt x="76092" y="42307"/>
                  </a:lnTo>
                  <a:lnTo>
                    <a:pt x="77479" y="42307"/>
                  </a:lnTo>
                  <a:lnTo>
                    <a:pt x="77974" y="42406"/>
                  </a:lnTo>
                  <a:lnTo>
                    <a:pt x="78569" y="42406"/>
                  </a:lnTo>
                  <a:lnTo>
                    <a:pt x="79659" y="42307"/>
                  </a:lnTo>
                  <a:lnTo>
                    <a:pt x="80451" y="42208"/>
                  </a:lnTo>
                  <a:lnTo>
                    <a:pt x="81145" y="42307"/>
                  </a:lnTo>
                  <a:lnTo>
                    <a:pt x="82532" y="42307"/>
                  </a:lnTo>
                  <a:lnTo>
                    <a:pt x="83523" y="42208"/>
                  </a:lnTo>
                  <a:lnTo>
                    <a:pt x="84018" y="42208"/>
                  </a:lnTo>
                  <a:lnTo>
                    <a:pt x="84513" y="42307"/>
                  </a:lnTo>
                  <a:lnTo>
                    <a:pt x="84811" y="42307"/>
                  </a:lnTo>
                  <a:lnTo>
                    <a:pt x="85009" y="42208"/>
                  </a:lnTo>
                  <a:lnTo>
                    <a:pt x="85207" y="42109"/>
                  </a:lnTo>
                  <a:lnTo>
                    <a:pt x="85603" y="42109"/>
                  </a:lnTo>
                  <a:lnTo>
                    <a:pt x="85999" y="42208"/>
                  </a:lnTo>
                  <a:lnTo>
                    <a:pt x="87089" y="42208"/>
                  </a:lnTo>
                  <a:lnTo>
                    <a:pt x="87188" y="42109"/>
                  </a:lnTo>
                  <a:lnTo>
                    <a:pt x="87288" y="41911"/>
                  </a:lnTo>
                  <a:lnTo>
                    <a:pt x="87387" y="41911"/>
                  </a:lnTo>
                  <a:lnTo>
                    <a:pt x="87684" y="42010"/>
                  </a:lnTo>
                  <a:lnTo>
                    <a:pt x="87882" y="42010"/>
                  </a:lnTo>
                  <a:lnTo>
                    <a:pt x="88476" y="41911"/>
                  </a:lnTo>
                  <a:lnTo>
                    <a:pt x="89368" y="41811"/>
                  </a:lnTo>
                  <a:lnTo>
                    <a:pt x="89864" y="41811"/>
                  </a:lnTo>
                  <a:lnTo>
                    <a:pt x="90260" y="41712"/>
                  </a:lnTo>
                  <a:lnTo>
                    <a:pt x="90953" y="41712"/>
                  </a:lnTo>
                  <a:lnTo>
                    <a:pt x="91548" y="41911"/>
                  </a:lnTo>
                  <a:lnTo>
                    <a:pt x="92043" y="42010"/>
                  </a:lnTo>
                  <a:lnTo>
                    <a:pt x="92241" y="41911"/>
                  </a:lnTo>
                  <a:lnTo>
                    <a:pt x="92340" y="41712"/>
                  </a:lnTo>
                  <a:lnTo>
                    <a:pt x="92539" y="41514"/>
                  </a:lnTo>
                  <a:lnTo>
                    <a:pt x="92737" y="41514"/>
                  </a:lnTo>
                  <a:lnTo>
                    <a:pt x="92935" y="41613"/>
                  </a:lnTo>
                  <a:lnTo>
                    <a:pt x="93034" y="41811"/>
                  </a:lnTo>
                  <a:lnTo>
                    <a:pt x="93232" y="42010"/>
                  </a:lnTo>
                  <a:lnTo>
                    <a:pt x="93331" y="42109"/>
                  </a:lnTo>
                  <a:lnTo>
                    <a:pt x="93529" y="42109"/>
                  </a:lnTo>
                  <a:lnTo>
                    <a:pt x="93728" y="41911"/>
                  </a:lnTo>
                  <a:lnTo>
                    <a:pt x="94124" y="41415"/>
                  </a:lnTo>
                  <a:lnTo>
                    <a:pt x="94421" y="40821"/>
                  </a:lnTo>
                  <a:lnTo>
                    <a:pt x="94520" y="40226"/>
                  </a:lnTo>
                  <a:lnTo>
                    <a:pt x="94619" y="39632"/>
                  </a:lnTo>
                  <a:lnTo>
                    <a:pt x="94718" y="38542"/>
                  </a:lnTo>
                  <a:lnTo>
                    <a:pt x="94718" y="38046"/>
                  </a:lnTo>
                  <a:lnTo>
                    <a:pt x="94619" y="37551"/>
                  </a:lnTo>
                  <a:lnTo>
                    <a:pt x="94520" y="36957"/>
                  </a:lnTo>
                  <a:lnTo>
                    <a:pt x="94520" y="36263"/>
                  </a:lnTo>
                  <a:lnTo>
                    <a:pt x="94520" y="35669"/>
                  </a:lnTo>
                  <a:lnTo>
                    <a:pt x="94421" y="35371"/>
                  </a:lnTo>
                  <a:lnTo>
                    <a:pt x="94322" y="35074"/>
                  </a:lnTo>
                  <a:lnTo>
                    <a:pt x="94223" y="34975"/>
                  </a:lnTo>
                  <a:lnTo>
                    <a:pt x="94322" y="34876"/>
                  </a:lnTo>
                  <a:lnTo>
                    <a:pt x="94322" y="34678"/>
                  </a:lnTo>
                  <a:lnTo>
                    <a:pt x="94223" y="33687"/>
                  </a:lnTo>
                  <a:lnTo>
                    <a:pt x="94223" y="32795"/>
                  </a:lnTo>
                  <a:lnTo>
                    <a:pt x="94223" y="31805"/>
                  </a:lnTo>
                  <a:lnTo>
                    <a:pt x="94124" y="30913"/>
                  </a:lnTo>
                  <a:lnTo>
                    <a:pt x="93926" y="28832"/>
                  </a:lnTo>
                  <a:lnTo>
                    <a:pt x="93827" y="27742"/>
                  </a:lnTo>
                  <a:lnTo>
                    <a:pt x="93827" y="27247"/>
                  </a:lnTo>
                  <a:lnTo>
                    <a:pt x="93728" y="26752"/>
                  </a:lnTo>
                  <a:lnTo>
                    <a:pt x="93728" y="26454"/>
                  </a:lnTo>
                  <a:lnTo>
                    <a:pt x="93628" y="26058"/>
                  </a:lnTo>
                  <a:lnTo>
                    <a:pt x="93529" y="25464"/>
                  </a:lnTo>
                  <a:lnTo>
                    <a:pt x="93331" y="23185"/>
                  </a:lnTo>
                  <a:lnTo>
                    <a:pt x="93331" y="21798"/>
                  </a:lnTo>
                  <a:lnTo>
                    <a:pt x="93232" y="21203"/>
                  </a:lnTo>
                  <a:lnTo>
                    <a:pt x="92935" y="20510"/>
                  </a:lnTo>
                  <a:lnTo>
                    <a:pt x="92836" y="20411"/>
                  </a:lnTo>
                  <a:lnTo>
                    <a:pt x="92836" y="20312"/>
                  </a:lnTo>
                  <a:lnTo>
                    <a:pt x="92935" y="20212"/>
                  </a:lnTo>
                  <a:lnTo>
                    <a:pt x="93034" y="20113"/>
                  </a:lnTo>
                  <a:lnTo>
                    <a:pt x="93034" y="20014"/>
                  </a:lnTo>
                  <a:lnTo>
                    <a:pt x="92836" y="19915"/>
                  </a:lnTo>
                  <a:lnTo>
                    <a:pt x="92737" y="19915"/>
                  </a:lnTo>
                  <a:lnTo>
                    <a:pt x="92737" y="19816"/>
                  </a:lnTo>
                  <a:lnTo>
                    <a:pt x="92935" y="19717"/>
                  </a:lnTo>
                  <a:lnTo>
                    <a:pt x="93034" y="19618"/>
                  </a:lnTo>
                  <a:lnTo>
                    <a:pt x="93034" y="19519"/>
                  </a:lnTo>
                  <a:lnTo>
                    <a:pt x="92935" y="19420"/>
                  </a:lnTo>
                  <a:lnTo>
                    <a:pt x="92737" y="19123"/>
                  </a:lnTo>
                  <a:lnTo>
                    <a:pt x="92737" y="19023"/>
                  </a:lnTo>
                  <a:lnTo>
                    <a:pt x="92935" y="18924"/>
                  </a:lnTo>
                  <a:lnTo>
                    <a:pt x="92935" y="18825"/>
                  </a:lnTo>
                  <a:lnTo>
                    <a:pt x="92935" y="18627"/>
                  </a:lnTo>
                  <a:lnTo>
                    <a:pt x="92737" y="18033"/>
                  </a:lnTo>
                  <a:lnTo>
                    <a:pt x="92638" y="17438"/>
                  </a:lnTo>
                  <a:lnTo>
                    <a:pt x="92638" y="16844"/>
                  </a:lnTo>
                  <a:lnTo>
                    <a:pt x="92539" y="16249"/>
                  </a:lnTo>
                  <a:lnTo>
                    <a:pt x="92440" y="15159"/>
                  </a:lnTo>
                  <a:lnTo>
                    <a:pt x="92241" y="14070"/>
                  </a:lnTo>
                  <a:lnTo>
                    <a:pt x="92043" y="12881"/>
                  </a:lnTo>
                  <a:lnTo>
                    <a:pt x="91944" y="12286"/>
                  </a:lnTo>
                  <a:lnTo>
                    <a:pt x="91746" y="11692"/>
                  </a:lnTo>
                  <a:lnTo>
                    <a:pt x="91746" y="11394"/>
                  </a:lnTo>
                  <a:lnTo>
                    <a:pt x="91845" y="11097"/>
                  </a:lnTo>
                  <a:lnTo>
                    <a:pt x="91746" y="10800"/>
                  </a:lnTo>
                  <a:lnTo>
                    <a:pt x="91647" y="10701"/>
                  </a:lnTo>
                  <a:lnTo>
                    <a:pt x="91449" y="10602"/>
                  </a:lnTo>
                  <a:lnTo>
                    <a:pt x="91548" y="10305"/>
                  </a:lnTo>
                  <a:lnTo>
                    <a:pt x="91449" y="9908"/>
                  </a:lnTo>
                  <a:lnTo>
                    <a:pt x="91251" y="9314"/>
                  </a:lnTo>
                  <a:lnTo>
                    <a:pt x="91052" y="7332"/>
                  </a:lnTo>
                  <a:lnTo>
                    <a:pt x="90854" y="6341"/>
                  </a:lnTo>
                  <a:lnTo>
                    <a:pt x="90557" y="5450"/>
                  </a:lnTo>
                  <a:lnTo>
                    <a:pt x="90359" y="4657"/>
                  </a:lnTo>
                  <a:lnTo>
                    <a:pt x="90260" y="4162"/>
                  </a:lnTo>
                  <a:lnTo>
                    <a:pt x="90260" y="3765"/>
                  </a:lnTo>
                  <a:lnTo>
                    <a:pt x="90161" y="3567"/>
                  </a:lnTo>
                  <a:lnTo>
                    <a:pt x="90062" y="3369"/>
                  </a:lnTo>
                  <a:lnTo>
                    <a:pt x="89963" y="3171"/>
                  </a:lnTo>
                  <a:lnTo>
                    <a:pt x="89864" y="2973"/>
                  </a:lnTo>
                  <a:lnTo>
                    <a:pt x="89864" y="2676"/>
                  </a:lnTo>
                  <a:lnTo>
                    <a:pt x="89665" y="2477"/>
                  </a:lnTo>
                  <a:lnTo>
                    <a:pt x="89467" y="2279"/>
                  </a:lnTo>
                  <a:lnTo>
                    <a:pt x="89170" y="2081"/>
                  </a:lnTo>
                  <a:lnTo>
                    <a:pt x="88576" y="1883"/>
                  </a:lnTo>
                  <a:lnTo>
                    <a:pt x="88080" y="1685"/>
                  </a:lnTo>
                  <a:lnTo>
                    <a:pt x="87684" y="1586"/>
                  </a:lnTo>
                  <a:lnTo>
                    <a:pt x="87387" y="1487"/>
                  </a:lnTo>
                  <a:lnTo>
                    <a:pt x="86594" y="1388"/>
                  </a:lnTo>
                  <a:lnTo>
                    <a:pt x="85900" y="1289"/>
                  </a:lnTo>
                  <a:lnTo>
                    <a:pt x="85207" y="1090"/>
                  </a:lnTo>
                  <a:lnTo>
                    <a:pt x="84811" y="991"/>
                  </a:lnTo>
                  <a:lnTo>
                    <a:pt x="84513" y="991"/>
                  </a:lnTo>
                  <a:lnTo>
                    <a:pt x="84216" y="1090"/>
                  </a:lnTo>
                  <a:lnTo>
                    <a:pt x="83820" y="991"/>
                  </a:lnTo>
                  <a:lnTo>
                    <a:pt x="83423" y="892"/>
                  </a:lnTo>
                  <a:lnTo>
                    <a:pt x="83027" y="892"/>
                  </a:lnTo>
                  <a:lnTo>
                    <a:pt x="82829" y="991"/>
                  </a:lnTo>
                  <a:lnTo>
                    <a:pt x="82433" y="1189"/>
                  </a:lnTo>
                  <a:lnTo>
                    <a:pt x="82433" y="1090"/>
                  </a:lnTo>
                  <a:lnTo>
                    <a:pt x="82433" y="991"/>
                  </a:lnTo>
                  <a:lnTo>
                    <a:pt x="82433" y="892"/>
                  </a:lnTo>
                  <a:lnTo>
                    <a:pt x="82235" y="892"/>
                  </a:lnTo>
                  <a:lnTo>
                    <a:pt x="82135" y="1090"/>
                  </a:lnTo>
                  <a:lnTo>
                    <a:pt x="82036" y="1189"/>
                  </a:lnTo>
                  <a:lnTo>
                    <a:pt x="81937" y="1189"/>
                  </a:lnTo>
                  <a:lnTo>
                    <a:pt x="81838" y="1090"/>
                  </a:lnTo>
                  <a:lnTo>
                    <a:pt x="81739" y="991"/>
                  </a:lnTo>
                  <a:lnTo>
                    <a:pt x="81442" y="991"/>
                  </a:lnTo>
                  <a:lnTo>
                    <a:pt x="81244" y="892"/>
                  </a:lnTo>
                  <a:lnTo>
                    <a:pt x="80947" y="793"/>
                  </a:lnTo>
                  <a:lnTo>
                    <a:pt x="80847" y="793"/>
                  </a:lnTo>
                  <a:lnTo>
                    <a:pt x="80649" y="991"/>
                  </a:lnTo>
                  <a:lnTo>
                    <a:pt x="80550" y="1090"/>
                  </a:lnTo>
                  <a:lnTo>
                    <a:pt x="80352" y="1090"/>
                  </a:lnTo>
                  <a:lnTo>
                    <a:pt x="80055" y="991"/>
                  </a:lnTo>
                  <a:lnTo>
                    <a:pt x="79956" y="892"/>
                  </a:lnTo>
                  <a:lnTo>
                    <a:pt x="80154" y="892"/>
                  </a:lnTo>
                  <a:lnTo>
                    <a:pt x="80253" y="793"/>
                  </a:lnTo>
                  <a:lnTo>
                    <a:pt x="79659" y="892"/>
                  </a:lnTo>
                  <a:lnTo>
                    <a:pt x="79361" y="991"/>
                  </a:lnTo>
                  <a:lnTo>
                    <a:pt x="79064" y="991"/>
                  </a:lnTo>
                  <a:lnTo>
                    <a:pt x="78767" y="892"/>
                  </a:lnTo>
                  <a:lnTo>
                    <a:pt x="78569" y="892"/>
                  </a:lnTo>
                  <a:lnTo>
                    <a:pt x="78271" y="793"/>
                  </a:lnTo>
                  <a:lnTo>
                    <a:pt x="77776" y="793"/>
                  </a:lnTo>
                  <a:lnTo>
                    <a:pt x="76983" y="991"/>
                  </a:lnTo>
                  <a:lnTo>
                    <a:pt x="76785" y="991"/>
                  </a:lnTo>
                  <a:lnTo>
                    <a:pt x="76587" y="892"/>
                  </a:lnTo>
                  <a:lnTo>
                    <a:pt x="76290" y="793"/>
                  </a:lnTo>
                  <a:lnTo>
                    <a:pt x="75695" y="892"/>
                  </a:lnTo>
                  <a:lnTo>
                    <a:pt x="75398" y="991"/>
                  </a:lnTo>
                  <a:lnTo>
                    <a:pt x="74903" y="991"/>
                  </a:lnTo>
                  <a:lnTo>
                    <a:pt x="74804" y="892"/>
                  </a:lnTo>
                  <a:lnTo>
                    <a:pt x="74705" y="793"/>
                  </a:lnTo>
                  <a:lnTo>
                    <a:pt x="74606" y="793"/>
                  </a:lnTo>
                  <a:lnTo>
                    <a:pt x="74506" y="991"/>
                  </a:lnTo>
                  <a:lnTo>
                    <a:pt x="74308" y="1189"/>
                  </a:lnTo>
                  <a:lnTo>
                    <a:pt x="74209" y="991"/>
                  </a:lnTo>
                  <a:lnTo>
                    <a:pt x="74011" y="892"/>
                  </a:lnTo>
                  <a:lnTo>
                    <a:pt x="73714" y="793"/>
                  </a:lnTo>
                  <a:lnTo>
                    <a:pt x="73218" y="793"/>
                  </a:lnTo>
                  <a:lnTo>
                    <a:pt x="71930" y="694"/>
                  </a:lnTo>
                  <a:lnTo>
                    <a:pt x="71237" y="694"/>
                  </a:lnTo>
                  <a:lnTo>
                    <a:pt x="70543" y="793"/>
                  </a:lnTo>
                  <a:lnTo>
                    <a:pt x="70147" y="892"/>
                  </a:lnTo>
                  <a:lnTo>
                    <a:pt x="69850" y="793"/>
                  </a:lnTo>
                  <a:lnTo>
                    <a:pt x="68859" y="793"/>
                  </a:lnTo>
                  <a:lnTo>
                    <a:pt x="68760" y="892"/>
                  </a:lnTo>
                  <a:lnTo>
                    <a:pt x="68760" y="991"/>
                  </a:lnTo>
                  <a:lnTo>
                    <a:pt x="68562" y="1090"/>
                  </a:lnTo>
                  <a:lnTo>
                    <a:pt x="68364" y="892"/>
                  </a:lnTo>
                  <a:lnTo>
                    <a:pt x="68165" y="793"/>
                  </a:lnTo>
                  <a:lnTo>
                    <a:pt x="67769" y="793"/>
                  </a:lnTo>
                  <a:lnTo>
                    <a:pt x="67373" y="892"/>
                  </a:lnTo>
                  <a:lnTo>
                    <a:pt x="66977" y="793"/>
                  </a:lnTo>
                  <a:lnTo>
                    <a:pt x="66580" y="694"/>
                  </a:lnTo>
                  <a:lnTo>
                    <a:pt x="66184" y="793"/>
                  </a:lnTo>
                  <a:lnTo>
                    <a:pt x="65788" y="892"/>
                  </a:lnTo>
                  <a:lnTo>
                    <a:pt x="65292" y="793"/>
                  </a:lnTo>
                  <a:lnTo>
                    <a:pt x="64401" y="793"/>
                  </a:lnTo>
                  <a:lnTo>
                    <a:pt x="63905" y="892"/>
                  </a:lnTo>
                  <a:lnTo>
                    <a:pt x="63509" y="892"/>
                  </a:lnTo>
                  <a:lnTo>
                    <a:pt x="62815" y="694"/>
                  </a:lnTo>
                  <a:lnTo>
                    <a:pt x="62122" y="793"/>
                  </a:lnTo>
                  <a:lnTo>
                    <a:pt x="60735" y="793"/>
                  </a:lnTo>
                  <a:lnTo>
                    <a:pt x="59942" y="694"/>
                  </a:lnTo>
                  <a:lnTo>
                    <a:pt x="56573" y="694"/>
                  </a:lnTo>
                  <a:lnTo>
                    <a:pt x="55979" y="595"/>
                  </a:lnTo>
                  <a:lnTo>
                    <a:pt x="55583" y="595"/>
                  </a:lnTo>
                  <a:lnTo>
                    <a:pt x="55186" y="694"/>
                  </a:lnTo>
                  <a:lnTo>
                    <a:pt x="53700" y="694"/>
                  </a:lnTo>
                  <a:lnTo>
                    <a:pt x="53403" y="496"/>
                  </a:lnTo>
                  <a:lnTo>
                    <a:pt x="53106" y="496"/>
                  </a:lnTo>
                  <a:lnTo>
                    <a:pt x="52511" y="595"/>
                  </a:lnTo>
                  <a:lnTo>
                    <a:pt x="52016" y="595"/>
                  </a:lnTo>
                  <a:lnTo>
                    <a:pt x="51025" y="496"/>
                  </a:lnTo>
                  <a:lnTo>
                    <a:pt x="50728" y="496"/>
                  </a:lnTo>
                  <a:lnTo>
                    <a:pt x="50332" y="595"/>
                  </a:lnTo>
                  <a:lnTo>
                    <a:pt x="50133" y="595"/>
                  </a:lnTo>
                  <a:lnTo>
                    <a:pt x="50034" y="496"/>
                  </a:lnTo>
                  <a:lnTo>
                    <a:pt x="49836" y="397"/>
                  </a:lnTo>
                  <a:lnTo>
                    <a:pt x="48746" y="397"/>
                  </a:lnTo>
                  <a:lnTo>
                    <a:pt x="48152" y="496"/>
                  </a:lnTo>
                  <a:lnTo>
                    <a:pt x="47557" y="496"/>
                  </a:lnTo>
                  <a:lnTo>
                    <a:pt x="47062" y="397"/>
                  </a:lnTo>
                  <a:lnTo>
                    <a:pt x="46765" y="298"/>
                  </a:lnTo>
                  <a:lnTo>
                    <a:pt x="46467" y="397"/>
                  </a:lnTo>
                  <a:lnTo>
                    <a:pt x="46269" y="496"/>
                  </a:lnTo>
                  <a:lnTo>
                    <a:pt x="45576" y="496"/>
                  </a:lnTo>
                  <a:lnTo>
                    <a:pt x="45279" y="298"/>
                  </a:lnTo>
                  <a:lnTo>
                    <a:pt x="45080" y="199"/>
                  </a:lnTo>
                  <a:lnTo>
                    <a:pt x="44981" y="298"/>
                  </a:lnTo>
                  <a:lnTo>
                    <a:pt x="44882" y="397"/>
                  </a:lnTo>
                  <a:lnTo>
                    <a:pt x="45080" y="496"/>
                  </a:lnTo>
                  <a:lnTo>
                    <a:pt x="45080" y="595"/>
                  </a:lnTo>
                  <a:lnTo>
                    <a:pt x="44783" y="595"/>
                  </a:lnTo>
                  <a:lnTo>
                    <a:pt x="44684" y="496"/>
                  </a:lnTo>
                  <a:lnTo>
                    <a:pt x="44684" y="298"/>
                  </a:lnTo>
                  <a:lnTo>
                    <a:pt x="44387" y="298"/>
                  </a:lnTo>
                  <a:lnTo>
                    <a:pt x="44486" y="496"/>
                  </a:lnTo>
                  <a:lnTo>
                    <a:pt x="44387" y="496"/>
                  </a:lnTo>
                  <a:lnTo>
                    <a:pt x="44090" y="397"/>
                  </a:lnTo>
                  <a:lnTo>
                    <a:pt x="43396" y="397"/>
                  </a:lnTo>
                  <a:lnTo>
                    <a:pt x="42703" y="199"/>
                  </a:lnTo>
                  <a:lnTo>
                    <a:pt x="40226" y="199"/>
                  </a:lnTo>
                  <a:lnTo>
                    <a:pt x="39829" y="100"/>
                  </a:lnTo>
                  <a:lnTo>
                    <a:pt x="39532" y="100"/>
                  </a:lnTo>
                  <a:lnTo>
                    <a:pt x="39136" y="199"/>
                  </a:lnTo>
                  <a:lnTo>
                    <a:pt x="38938" y="298"/>
                  </a:lnTo>
                  <a:lnTo>
                    <a:pt x="38838" y="298"/>
                  </a:lnTo>
                  <a:lnTo>
                    <a:pt x="38739" y="100"/>
                  </a:lnTo>
                  <a:lnTo>
                    <a:pt x="38640" y="199"/>
                  </a:lnTo>
                  <a:lnTo>
                    <a:pt x="38442" y="298"/>
                  </a:lnTo>
                  <a:lnTo>
                    <a:pt x="38244" y="199"/>
                  </a:lnTo>
                  <a:lnTo>
                    <a:pt x="38046" y="100"/>
                  </a:lnTo>
                  <a:lnTo>
                    <a:pt x="37749" y="100"/>
                  </a:lnTo>
                  <a:lnTo>
                    <a:pt x="37550" y="199"/>
                  </a:lnTo>
                  <a:lnTo>
                    <a:pt x="37253" y="199"/>
                  </a:lnTo>
                  <a:lnTo>
                    <a:pt x="36758" y="100"/>
                  </a:lnTo>
                  <a:lnTo>
                    <a:pt x="35470" y="100"/>
                  </a:lnTo>
                  <a:lnTo>
                    <a:pt x="35272" y="199"/>
                  </a:lnTo>
                  <a:lnTo>
                    <a:pt x="35074" y="397"/>
                  </a:lnTo>
                  <a:lnTo>
                    <a:pt x="34974" y="199"/>
                  </a:lnTo>
                  <a:lnTo>
                    <a:pt x="34875" y="100"/>
                  </a:lnTo>
                  <a:lnTo>
                    <a:pt x="34677" y="1"/>
                  </a:lnTo>
                  <a:lnTo>
                    <a:pt x="34380" y="1"/>
                  </a:lnTo>
                  <a:lnTo>
                    <a:pt x="34182" y="100"/>
                  </a:lnTo>
                  <a:lnTo>
                    <a:pt x="33786" y="199"/>
                  </a:lnTo>
                  <a:lnTo>
                    <a:pt x="33488" y="199"/>
                  </a:lnTo>
                  <a:lnTo>
                    <a:pt x="33191" y="100"/>
                  </a:lnTo>
                  <a:lnTo>
                    <a:pt x="32101" y="100"/>
                  </a:lnTo>
                  <a:lnTo>
                    <a:pt x="31804" y="199"/>
                  </a:lnTo>
                  <a:lnTo>
                    <a:pt x="31408" y="199"/>
                  </a:lnTo>
                  <a:lnTo>
                    <a:pt x="30912" y="100"/>
                  </a:lnTo>
                  <a:lnTo>
                    <a:pt x="29228" y="100"/>
                  </a:lnTo>
                  <a:lnTo>
                    <a:pt x="27544" y="1"/>
                  </a:lnTo>
                  <a:lnTo>
                    <a:pt x="25859" y="1"/>
                  </a:lnTo>
                  <a:lnTo>
                    <a:pt x="25661" y="100"/>
                  </a:lnTo>
                  <a:lnTo>
                    <a:pt x="25463" y="298"/>
                  </a:lnTo>
                  <a:lnTo>
                    <a:pt x="25166" y="397"/>
                  </a:lnTo>
                  <a:lnTo>
                    <a:pt x="24968" y="397"/>
                  </a:lnTo>
                  <a:lnTo>
                    <a:pt x="24769" y="298"/>
                  </a:lnTo>
                  <a:lnTo>
                    <a:pt x="24869" y="199"/>
                  </a:lnTo>
                  <a:lnTo>
                    <a:pt x="24968" y="199"/>
                  </a:lnTo>
                  <a:lnTo>
                    <a:pt x="25067" y="100"/>
                  </a:lnTo>
                  <a:lnTo>
                    <a:pt x="25067" y="1"/>
                  </a:lnTo>
                  <a:lnTo>
                    <a:pt x="24769" y="100"/>
                  </a:lnTo>
                  <a:lnTo>
                    <a:pt x="24373" y="100"/>
                  </a:lnTo>
                  <a:lnTo>
                    <a:pt x="23977" y="199"/>
                  </a:lnTo>
                  <a:lnTo>
                    <a:pt x="23581" y="298"/>
                  </a:lnTo>
                  <a:lnTo>
                    <a:pt x="23481" y="298"/>
                  </a:lnTo>
                  <a:lnTo>
                    <a:pt x="23283" y="199"/>
                  </a:lnTo>
                  <a:lnTo>
                    <a:pt x="23184" y="100"/>
                  </a:lnTo>
                  <a:lnTo>
                    <a:pt x="227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7"/>
            <p:cNvSpPr/>
            <p:nvPr/>
          </p:nvSpPr>
          <p:spPr>
            <a:xfrm rot="10800000">
              <a:off x="4772450" y="2984825"/>
              <a:ext cx="3084287" cy="1093878"/>
            </a:xfrm>
            <a:custGeom>
              <a:rect b="b" l="l" r="r" t="t"/>
              <a:pathLst>
                <a:path extrusionOk="0" h="43100" w="94719">
                  <a:moveTo>
                    <a:pt x="34083" y="1586"/>
                  </a:moveTo>
                  <a:lnTo>
                    <a:pt x="39928" y="1685"/>
                  </a:lnTo>
                  <a:lnTo>
                    <a:pt x="42207" y="1685"/>
                  </a:lnTo>
                  <a:lnTo>
                    <a:pt x="44486" y="1784"/>
                  </a:lnTo>
                  <a:lnTo>
                    <a:pt x="45675" y="1883"/>
                  </a:lnTo>
                  <a:lnTo>
                    <a:pt x="50133" y="1883"/>
                  </a:lnTo>
                  <a:lnTo>
                    <a:pt x="51719" y="1982"/>
                  </a:lnTo>
                  <a:lnTo>
                    <a:pt x="53205" y="1982"/>
                  </a:lnTo>
                  <a:lnTo>
                    <a:pt x="54889" y="2081"/>
                  </a:lnTo>
                  <a:lnTo>
                    <a:pt x="56474" y="2081"/>
                  </a:lnTo>
                  <a:lnTo>
                    <a:pt x="57960" y="2180"/>
                  </a:lnTo>
                  <a:lnTo>
                    <a:pt x="65391" y="2180"/>
                  </a:lnTo>
                  <a:lnTo>
                    <a:pt x="67670" y="2279"/>
                  </a:lnTo>
                  <a:lnTo>
                    <a:pt x="69850" y="2378"/>
                  </a:lnTo>
                  <a:lnTo>
                    <a:pt x="70048" y="2378"/>
                  </a:lnTo>
                  <a:lnTo>
                    <a:pt x="70246" y="2279"/>
                  </a:lnTo>
                  <a:lnTo>
                    <a:pt x="70345" y="2180"/>
                  </a:lnTo>
                  <a:lnTo>
                    <a:pt x="70543" y="2180"/>
                  </a:lnTo>
                  <a:lnTo>
                    <a:pt x="71039" y="2279"/>
                  </a:lnTo>
                  <a:lnTo>
                    <a:pt x="71633" y="2378"/>
                  </a:lnTo>
                  <a:lnTo>
                    <a:pt x="74903" y="2378"/>
                  </a:lnTo>
                  <a:lnTo>
                    <a:pt x="77082" y="2279"/>
                  </a:lnTo>
                  <a:lnTo>
                    <a:pt x="79361" y="2279"/>
                  </a:lnTo>
                  <a:lnTo>
                    <a:pt x="80154" y="2378"/>
                  </a:lnTo>
                  <a:lnTo>
                    <a:pt x="80352" y="2378"/>
                  </a:lnTo>
                  <a:lnTo>
                    <a:pt x="80451" y="2279"/>
                  </a:lnTo>
                  <a:lnTo>
                    <a:pt x="80649" y="2180"/>
                  </a:lnTo>
                  <a:lnTo>
                    <a:pt x="80748" y="2279"/>
                  </a:lnTo>
                  <a:lnTo>
                    <a:pt x="81145" y="2378"/>
                  </a:lnTo>
                  <a:lnTo>
                    <a:pt x="81442" y="2477"/>
                  </a:lnTo>
                  <a:lnTo>
                    <a:pt x="82235" y="2378"/>
                  </a:lnTo>
                  <a:lnTo>
                    <a:pt x="83721" y="2378"/>
                  </a:lnTo>
                  <a:lnTo>
                    <a:pt x="85306" y="2577"/>
                  </a:lnTo>
                  <a:lnTo>
                    <a:pt x="85900" y="2577"/>
                  </a:lnTo>
                  <a:lnTo>
                    <a:pt x="86594" y="2775"/>
                  </a:lnTo>
                  <a:lnTo>
                    <a:pt x="87783" y="3072"/>
                  </a:lnTo>
                  <a:lnTo>
                    <a:pt x="88179" y="3171"/>
                  </a:lnTo>
                  <a:lnTo>
                    <a:pt x="88476" y="3369"/>
                  </a:lnTo>
                  <a:lnTo>
                    <a:pt x="88675" y="3567"/>
                  </a:lnTo>
                  <a:lnTo>
                    <a:pt x="88774" y="3865"/>
                  </a:lnTo>
                  <a:lnTo>
                    <a:pt x="89269" y="5747"/>
                  </a:lnTo>
                  <a:lnTo>
                    <a:pt x="89764" y="7630"/>
                  </a:lnTo>
                  <a:lnTo>
                    <a:pt x="89963" y="9116"/>
                  </a:lnTo>
                  <a:lnTo>
                    <a:pt x="90161" y="10602"/>
                  </a:lnTo>
                  <a:lnTo>
                    <a:pt x="90359" y="11989"/>
                  </a:lnTo>
                  <a:lnTo>
                    <a:pt x="90656" y="13376"/>
                  </a:lnTo>
                  <a:lnTo>
                    <a:pt x="91052" y="15655"/>
                  </a:lnTo>
                  <a:lnTo>
                    <a:pt x="91350" y="17934"/>
                  </a:lnTo>
                  <a:lnTo>
                    <a:pt x="91746" y="21699"/>
                  </a:lnTo>
                  <a:lnTo>
                    <a:pt x="92043" y="23779"/>
                  </a:lnTo>
                  <a:lnTo>
                    <a:pt x="92241" y="25860"/>
                  </a:lnTo>
                  <a:lnTo>
                    <a:pt x="92440" y="28337"/>
                  </a:lnTo>
                  <a:lnTo>
                    <a:pt x="92737" y="30715"/>
                  </a:lnTo>
                  <a:lnTo>
                    <a:pt x="92836" y="32201"/>
                  </a:lnTo>
                  <a:lnTo>
                    <a:pt x="92935" y="33786"/>
                  </a:lnTo>
                  <a:lnTo>
                    <a:pt x="93034" y="35669"/>
                  </a:lnTo>
                  <a:lnTo>
                    <a:pt x="93133" y="37551"/>
                  </a:lnTo>
                  <a:lnTo>
                    <a:pt x="93232" y="38938"/>
                  </a:lnTo>
                  <a:lnTo>
                    <a:pt x="93133" y="40226"/>
                  </a:lnTo>
                  <a:lnTo>
                    <a:pt x="93133" y="40424"/>
                  </a:lnTo>
                  <a:lnTo>
                    <a:pt x="93034" y="40622"/>
                  </a:lnTo>
                  <a:lnTo>
                    <a:pt x="92935" y="40821"/>
                  </a:lnTo>
                  <a:lnTo>
                    <a:pt x="92737" y="40821"/>
                  </a:lnTo>
                  <a:lnTo>
                    <a:pt x="92340" y="40722"/>
                  </a:lnTo>
                  <a:lnTo>
                    <a:pt x="91944" y="40622"/>
                  </a:lnTo>
                  <a:lnTo>
                    <a:pt x="91152" y="40622"/>
                  </a:lnTo>
                  <a:lnTo>
                    <a:pt x="90161" y="40722"/>
                  </a:lnTo>
                  <a:lnTo>
                    <a:pt x="87387" y="40722"/>
                  </a:lnTo>
                  <a:lnTo>
                    <a:pt x="85603" y="40920"/>
                  </a:lnTo>
                  <a:lnTo>
                    <a:pt x="84117" y="40920"/>
                  </a:lnTo>
                  <a:lnTo>
                    <a:pt x="82730" y="41019"/>
                  </a:lnTo>
                  <a:lnTo>
                    <a:pt x="81739" y="41019"/>
                  </a:lnTo>
                  <a:lnTo>
                    <a:pt x="80748" y="40920"/>
                  </a:lnTo>
                  <a:lnTo>
                    <a:pt x="79460" y="40920"/>
                  </a:lnTo>
                  <a:lnTo>
                    <a:pt x="78073" y="40821"/>
                  </a:lnTo>
                  <a:lnTo>
                    <a:pt x="75398" y="40821"/>
                  </a:lnTo>
                  <a:lnTo>
                    <a:pt x="73417" y="40722"/>
                  </a:lnTo>
                  <a:lnTo>
                    <a:pt x="71435" y="40821"/>
                  </a:lnTo>
                  <a:lnTo>
                    <a:pt x="69850" y="40821"/>
                  </a:lnTo>
                  <a:lnTo>
                    <a:pt x="68265" y="40722"/>
                  </a:lnTo>
                  <a:lnTo>
                    <a:pt x="66481" y="40821"/>
                  </a:lnTo>
                  <a:lnTo>
                    <a:pt x="64599" y="40722"/>
                  </a:lnTo>
                  <a:lnTo>
                    <a:pt x="63608" y="40622"/>
                  </a:lnTo>
                  <a:lnTo>
                    <a:pt x="62617" y="40722"/>
                  </a:lnTo>
                  <a:lnTo>
                    <a:pt x="60636" y="40722"/>
                  </a:lnTo>
                  <a:lnTo>
                    <a:pt x="59744" y="40622"/>
                  </a:lnTo>
                  <a:lnTo>
                    <a:pt x="58753" y="40722"/>
                  </a:lnTo>
                  <a:lnTo>
                    <a:pt x="57762" y="40722"/>
                  </a:lnTo>
                  <a:lnTo>
                    <a:pt x="56871" y="40622"/>
                  </a:lnTo>
                  <a:lnTo>
                    <a:pt x="54096" y="40622"/>
                  </a:lnTo>
                  <a:lnTo>
                    <a:pt x="53304" y="40523"/>
                  </a:lnTo>
                  <a:lnTo>
                    <a:pt x="52412" y="40523"/>
                  </a:lnTo>
                  <a:lnTo>
                    <a:pt x="51025" y="40622"/>
                  </a:lnTo>
                  <a:lnTo>
                    <a:pt x="41613" y="40622"/>
                  </a:lnTo>
                  <a:lnTo>
                    <a:pt x="40721" y="40722"/>
                  </a:lnTo>
                  <a:lnTo>
                    <a:pt x="39829" y="40722"/>
                  </a:lnTo>
                  <a:lnTo>
                    <a:pt x="38343" y="40622"/>
                  </a:lnTo>
                  <a:lnTo>
                    <a:pt x="28832" y="40622"/>
                  </a:lnTo>
                  <a:lnTo>
                    <a:pt x="27643" y="40722"/>
                  </a:lnTo>
                  <a:lnTo>
                    <a:pt x="26157" y="40622"/>
                  </a:lnTo>
                  <a:lnTo>
                    <a:pt x="24670" y="40722"/>
                  </a:lnTo>
                  <a:lnTo>
                    <a:pt x="18329" y="40722"/>
                  </a:lnTo>
                  <a:lnTo>
                    <a:pt x="17140" y="40821"/>
                  </a:lnTo>
                  <a:lnTo>
                    <a:pt x="15753" y="41019"/>
                  </a:lnTo>
                  <a:lnTo>
                    <a:pt x="12583" y="41019"/>
                  </a:lnTo>
                  <a:lnTo>
                    <a:pt x="10799" y="41118"/>
                  </a:lnTo>
                  <a:lnTo>
                    <a:pt x="9115" y="41217"/>
                  </a:lnTo>
                  <a:lnTo>
                    <a:pt x="7431" y="41316"/>
                  </a:lnTo>
                  <a:lnTo>
                    <a:pt x="6440" y="41415"/>
                  </a:lnTo>
                  <a:lnTo>
                    <a:pt x="4855" y="41415"/>
                  </a:lnTo>
                  <a:lnTo>
                    <a:pt x="3270" y="41514"/>
                  </a:lnTo>
                  <a:lnTo>
                    <a:pt x="2675" y="41514"/>
                  </a:lnTo>
                  <a:lnTo>
                    <a:pt x="2279" y="41316"/>
                  </a:lnTo>
                  <a:lnTo>
                    <a:pt x="2180" y="41118"/>
                  </a:lnTo>
                  <a:lnTo>
                    <a:pt x="2180" y="40722"/>
                  </a:lnTo>
                  <a:lnTo>
                    <a:pt x="2378" y="40028"/>
                  </a:lnTo>
                  <a:lnTo>
                    <a:pt x="2675" y="39434"/>
                  </a:lnTo>
                  <a:lnTo>
                    <a:pt x="3170" y="38641"/>
                  </a:lnTo>
                  <a:lnTo>
                    <a:pt x="3666" y="37848"/>
                  </a:lnTo>
                  <a:lnTo>
                    <a:pt x="4161" y="36957"/>
                  </a:lnTo>
                  <a:lnTo>
                    <a:pt x="4657" y="35966"/>
                  </a:lnTo>
                  <a:lnTo>
                    <a:pt x="4855" y="35768"/>
                  </a:lnTo>
                  <a:lnTo>
                    <a:pt x="4954" y="35570"/>
                  </a:lnTo>
                  <a:lnTo>
                    <a:pt x="5152" y="35371"/>
                  </a:lnTo>
                  <a:lnTo>
                    <a:pt x="5251" y="35173"/>
                  </a:lnTo>
                  <a:lnTo>
                    <a:pt x="5251" y="34777"/>
                  </a:lnTo>
                  <a:lnTo>
                    <a:pt x="5449" y="34381"/>
                  </a:lnTo>
                  <a:lnTo>
                    <a:pt x="5846" y="33786"/>
                  </a:lnTo>
                  <a:lnTo>
                    <a:pt x="6242" y="33093"/>
                  </a:lnTo>
                  <a:lnTo>
                    <a:pt x="6539" y="32597"/>
                  </a:lnTo>
                  <a:lnTo>
                    <a:pt x="6737" y="32003"/>
                  </a:lnTo>
                  <a:lnTo>
                    <a:pt x="6935" y="31606"/>
                  </a:lnTo>
                  <a:lnTo>
                    <a:pt x="7233" y="31111"/>
                  </a:lnTo>
                  <a:lnTo>
                    <a:pt x="7530" y="30517"/>
                  </a:lnTo>
                  <a:lnTo>
                    <a:pt x="7827" y="30021"/>
                  </a:lnTo>
                  <a:lnTo>
                    <a:pt x="8422" y="28931"/>
                  </a:lnTo>
                  <a:lnTo>
                    <a:pt x="9214" y="27841"/>
                  </a:lnTo>
                  <a:lnTo>
                    <a:pt x="9611" y="27247"/>
                  </a:lnTo>
                  <a:lnTo>
                    <a:pt x="9908" y="26652"/>
                  </a:lnTo>
                  <a:lnTo>
                    <a:pt x="10007" y="26256"/>
                  </a:lnTo>
                  <a:lnTo>
                    <a:pt x="10205" y="26058"/>
                  </a:lnTo>
                  <a:lnTo>
                    <a:pt x="10403" y="25860"/>
                  </a:lnTo>
                  <a:lnTo>
                    <a:pt x="10502" y="25662"/>
                  </a:lnTo>
                  <a:lnTo>
                    <a:pt x="10502" y="25364"/>
                  </a:lnTo>
                  <a:lnTo>
                    <a:pt x="10502" y="25265"/>
                  </a:lnTo>
                  <a:lnTo>
                    <a:pt x="10502" y="25166"/>
                  </a:lnTo>
                  <a:lnTo>
                    <a:pt x="10799" y="24869"/>
                  </a:lnTo>
                  <a:lnTo>
                    <a:pt x="10998" y="24671"/>
                  </a:lnTo>
                  <a:lnTo>
                    <a:pt x="11196" y="24176"/>
                  </a:lnTo>
                  <a:lnTo>
                    <a:pt x="11394" y="23581"/>
                  </a:lnTo>
                  <a:lnTo>
                    <a:pt x="11691" y="23086"/>
                  </a:lnTo>
                  <a:lnTo>
                    <a:pt x="11988" y="22590"/>
                  </a:lnTo>
                  <a:lnTo>
                    <a:pt x="12187" y="21996"/>
                  </a:lnTo>
                  <a:lnTo>
                    <a:pt x="12385" y="21500"/>
                  </a:lnTo>
                  <a:lnTo>
                    <a:pt x="12781" y="21104"/>
                  </a:lnTo>
                  <a:lnTo>
                    <a:pt x="12979" y="20906"/>
                  </a:lnTo>
                  <a:lnTo>
                    <a:pt x="12979" y="20708"/>
                  </a:lnTo>
                  <a:lnTo>
                    <a:pt x="12979" y="20510"/>
                  </a:lnTo>
                  <a:lnTo>
                    <a:pt x="13177" y="20312"/>
                  </a:lnTo>
                  <a:lnTo>
                    <a:pt x="12880" y="19915"/>
                  </a:lnTo>
                  <a:lnTo>
                    <a:pt x="12781" y="19618"/>
                  </a:lnTo>
                  <a:lnTo>
                    <a:pt x="12583" y="18825"/>
                  </a:lnTo>
                  <a:lnTo>
                    <a:pt x="12385" y="18528"/>
                  </a:lnTo>
                  <a:lnTo>
                    <a:pt x="12385" y="18429"/>
                  </a:lnTo>
                  <a:lnTo>
                    <a:pt x="12385" y="18231"/>
                  </a:lnTo>
                  <a:lnTo>
                    <a:pt x="12087" y="17934"/>
                  </a:lnTo>
                  <a:lnTo>
                    <a:pt x="11889" y="17636"/>
                  </a:lnTo>
                  <a:lnTo>
                    <a:pt x="11592" y="16844"/>
                  </a:lnTo>
                  <a:lnTo>
                    <a:pt x="11394" y="16249"/>
                  </a:lnTo>
                  <a:lnTo>
                    <a:pt x="11097" y="15655"/>
                  </a:lnTo>
                  <a:lnTo>
                    <a:pt x="10700" y="15159"/>
                  </a:lnTo>
                  <a:lnTo>
                    <a:pt x="10502" y="14565"/>
                  </a:lnTo>
                  <a:lnTo>
                    <a:pt x="10106" y="13871"/>
                  </a:lnTo>
                  <a:lnTo>
                    <a:pt x="9710" y="13178"/>
                  </a:lnTo>
                  <a:lnTo>
                    <a:pt x="9214" y="12286"/>
                  </a:lnTo>
                  <a:lnTo>
                    <a:pt x="9016" y="11890"/>
                  </a:lnTo>
                  <a:lnTo>
                    <a:pt x="8620" y="11494"/>
                  </a:lnTo>
                  <a:lnTo>
                    <a:pt x="8323" y="11196"/>
                  </a:lnTo>
                  <a:lnTo>
                    <a:pt x="8223" y="10899"/>
                  </a:lnTo>
                  <a:lnTo>
                    <a:pt x="8124" y="10701"/>
                  </a:lnTo>
                  <a:lnTo>
                    <a:pt x="8025" y="10206"/>
                  </a:lnTo>
                  <a:lnTo>
                    <a:pt x="7827" y="9908"/>
                  </a:lnTo>
                  <a:lnTo>
                    <a:pt x="7530" y="9512"/>
                  </a:lnTo>
                  <a:lnTo>
                    <a:pt x="7332" y="9116"/>
                  </a:lnTo>
                  <a:lnTo>
                    <a:pt x="7134" y="9017"/>
                  </a:lnTo>
                  <a:lnTo>
                    <a:pt x="7035" y="8818"/>
                  </a:lnTo>
                  <a:lnTo>
                    <a:pt x="6836" y="8719"/>
                  </a:lnTo>
                  <a:lnTo>
                    <a:pt x="6737" y="8521"/>
                  </a:lnTo>
                  <a:lnTo>
                    <a:pt x="6539" y="8125"/>
                  </a:lnTo>
                  <a:lnTo>
                    <a:pt x="6242" y="7729"/>
                  </a:lnTo>
                  <a:lnTo>
                    <a:pt x="5747" y="6936"/>
                  </a:lnTo>
                  <a:lnTo>
                    <a:pt x="5152" y="6143"/>
                  </a:lnTo>
                  <a:lnTo>
                    <a:pt x="4657" y="5450"/>
                  </a:lnTo>
                  <a:lnTo>
                    <a:pt x="4062" y="4855"/>
                  </a:lnTo>
                  <a:lnTo>
                    <a:pt x="3666" y="4360"/>
                  </a:lnTo>
                  <a:lnTo>
                    <a:pt x="3270" y="3865"/>
                  </a:lnTo>
                  <a:lnTo>
                    <a:pt x="2477" y="2874"/>
                  </a:lnTo>
                  <a:lnTo>
                    <a:pt x="2081" y="2378"/>
                  </a:lnTo>
                  <a:lnTo>
                    <a:pt x="1783" y="1784"/>
                  </a:lnTo>
                  <a:lnTo>
                    <a:pt x="2180" y="1685"/>
                  </a:lnTo>
                  <a:lnTo>
                    <a:pt x="2576" y="1586"/>
                  </a:lnTo>
                  <a:lnTo>
                    <a:pt x="4359" y="1784"/>
                  </a:lnTo>
                  <a:lnTo>
                    <a:pt x="6044" y="1784"/>
                  </a:lnTo>
                  <a:lnTo>
                    <a:pt x="7926" y="1883"/>
                  </a:lnTo>
                  <a:lnTo>
                    <a:pt x="9809" y="1883"/>
                  </a:lnTo>
                  <a:lnTo>
                    <a:pt x="10700" y="1784"/>
                  </a:lnTo>
                  <a:lnTo>
                    <a:pt x="11592" y="1883"/>
                  </a:lnTo>
                  <a:lnTo>
                    <a:pt x="15456" y="1883"/>
                  </a:lnTo>
                  <a:lnTo>
                    <a:pt x="17438" y="1784"/>
                  </a:lnTo>
                  <a:lnTo>
                    <a:pt x="19320" y="1784"/>
                  </a:lnTo>
                  <a:lnTo>
                    <a:pt x="21203" y="1685"/>
                  </a:lnTo>
                  <a:lnTo>
                    <a:pt x="23779" y="1685"/>
                  </a:lnTo>
                  <a:lnTo>
                    <a:pt x="26256" y="1586"/>
                  </a:lnTo>
                  <a:close/>
                  <a:moveTo>
                    <a:pt x="22788" y="1"/>
                  </a:moveTo>
                  <a:lnTo>
                    <a:pt x="21995" y="199"/>
                  </a:lnTo>
                  <a:lnTo>
                    <a:pt x="21896" y="298"/>
                  </a:lnTo>
                  <a:lnTo>
                    <a:pt x="21698" y="397"/>
                  </a:lnTo>
                  <a:lnTo>
                    <a:pt x="21500" y="496"/>
                  </a:lnTo>
                  <a:lnTo>
                    <a:pt x="21302" y="397"/>
                  </a:lnTo>
                  <a:lnTo>
                    <a:pt x="20905" y="298"/>
                  </a:lnTo>
                  <a:lnTo>
                    <a:pt x="20509" y="298"/>
                  </a:lnTo>
                  <a:lnTo>
                    <a:pt x="19816" y="397"/>
                  </a:lnTo>
                  <a:lnTo>
                    <a:pt x="19617" y="397"/>
                  </a:lnTo>
                  <a:lnTo>
                    <a:pt x="19617" y="298"/>
                  </a:lnTo>
                  <a:lnTo>
                    <a:pt x="19518" y="199"/>
                  </a:lnTo>
                  <a:lnTo>
                    <a:pt x="19320" y="100"/>
                  </a:lnTo>
                  <a:lnTo>
                    <a:pt x="19320" y="199"/>
                  </a:lnTo>
                  <a:lnTo>
                    <a:pt x="19221" y="298"/>
                  </a:lnTo>
                  <a:lnTo>
                    <a:pt x="19221" y="397"/>
                  </a:lnTo>
                  <a:lnTo>
                    <a:pt x="19221" y="496"/>
                  </a:lnTo>
                  <a:lnTo>
                    <a:pt x="19122" y="496"/>
                  </a:lnTo>
                  <a:lnTo>
                    <a:pt x="19023" y="397"/>
                  </a:lnTo>
                  <a:lnTo>
                    <a:pt x="18924" y="298"/>
                  </a:lnTo>
                  <a:lnTo>
                    <a:pt x="18825" y="199"/>
                  </a:lnTo>
                  <a:lnTo>
                    <a:pt x="18528" y="199"/>
                  </a:lnTo>
                  <a:lnTo>
                    <a:pt x="18131" y="298"/>
                  </a:lnTo>
                  <a:lnTo>
                    <a:pt x="16249" y="298"/>
                  </a:lnTo>
                  <a:lnTo>
                    <a:pt x="15753" y="397"/>
                  </a:lnTo>
                  <a:lnTo>
                    <a:pt x="15258" y="595"/>
                  </a:lnTo>
                  <a:lnTo>
                    <a:pt x="15060" y="397"/>
                  </a:lnTo>
                  <a:lnTo>
                    <a:pt x="14763" y="397"/>
                  </a:lnTo>
                  <a:lnTo>
                    <a:pt x="14564" y="298"/>
                  </a:lnTo>
                  <a:lnTo>
                    <a:pt x="14465" y="298"/>
                  </a:lnTo>
                  <a:lnTo>
                    <a:pt x="14069" y="496"/>
                  </a:lnTo>
                  <a:lnTo>
                    <a:pt x="13673" y="496"/>
                  </a:lnTo>
                  <a:lnTo>
                    <a:pt x="12979" y="397"/>
                  </a:lnTo>
                  <a:lnTo>
                    <a:pt x="12484" y="298"/>
                  </a:lnTo>
                  <a:lnTo>
                    <a:pt x="11889" y="397"/>
                  </a:lnTo>
                  <a:lnTo>
                    <a:pt x="11790" y="397"/>
                  </a:lnTo>
                  <a:lnTo>
                    <a:pt x="11691" y="496"/>
                  </a:lnTo>
                  <a:lnTo>
                    <a:pt x="11592" y="694"/>
                  </a:lnTo>
                  <a:lnTo>
                    <a:pt x="11394" y="496"/>
                  </a:lnTo>
                  <a:lnTo>
                    <a:pt x="11097" y="298"/>
                  </a:lnTo>
                  <a:lnTo>
                    <a:pt x="10601" y="298"/>
                  </a:lnTo>
                  <a:lnTo>
                    <a:pt x="10205" y="397"/>
                  </a:lnTo>
                  <a:lnTo>
                    <a:pt x="9412" y="397"/>
                  </a:lnTo>
                  <a:lnTo>
                    <a:pt x="9016" y="595"/>
                  </a:lnTo>
                  <a:lnTo>
                    <a:pt x="8818" y="496"/>
                  </a:lnTo>
                  <a:lnTo>
                    <a:pt x="8521" y="397"/>
                  </a:lnTo>
                  <a:lnTo>
                    <a:pt x="8323" y="397"/>
                  </a:lnTo>
                  <a:lnTo>
                    <a:pt x="8223" y="595"/>
                  </a:lnTo>
                  <a:lnTo>
                    <a:pt x="7926" y="595"/>
                  </a:lnTo>
                  <a:lnTo>
                    <a:pt x="7827" y="397"/>
                  </a:lnTo>
                  <a:lnTo>
                    <a:pt x="7728" y="496"/>
                  </a:lnTo>
                  <a:lnTo>
                    <a:pt x="7629" y="595"/>
                  </a:lnTo>
                  <a:lnTo>
                    <a:pt x="7431" y="496"/>
                  </a:lnTo>
                  <a:lnTo>
                    <a:pt x="7233" y="298"/>
                  </a:lnTo>
                  <a:lnTo>
                    <a:pt x="6737" y="298"/>
                  </a:lnTo>
                  <a:lnTo>
                    <a:pt x="6440" y="496"/>
                  </a:lnTo>
                  <a:lnTo>
                    <a:pt x="6242" y="595"/>
                  </a:lnTo>
                  <a:lnTo>
                    <a:pt x="6143" y="595"/>
                  </a:lnTo>
                  <a:lnTo>
                    <a:pt x="5945" y="496"/>
                  </a:lnTo>
                  <a:lnTo>
                    <a:pt x="5647" y="298"/>
                  </a:lnTo>
                  <a:lnTo>
                    <a:pt x="5251" y="199"/>
                  </a:lnTo>
                  <a:lnTo>
                    <a:pt x="4756" y="199"/>
                  </a:lnTo>
                  <a:lnTo>
                    <a:pt x="4359" y="397"/>
                  </a:lnTo>
                  <a:lnTo>
                    <a:pt x="4260" y="397"/>
                  </a:lnTo>
                  <a:lnTo>
                    <a:pt x="4260" y="298"/>
                  </a:lnTo>
                  <a:lnTo>
                    <a:pt x="4260" y="100"/>
                  </a:lnTo>
                  <a:lnTo>
                    <a:pt x="4062" y="100"/>
                  </a:lnTo>
                  <a:lnTo>
                    <a:pt x="3963" y="199"/>
                  </a:lnTo>
                  <a:lnTo>
                    <a:pt x="3864" y="298"/>
                  </a:lnTo>
                  <a:lnTo>
                    <a:pt x="3765" y="397"/>
                  </a:lnTo>
                  <a:lnTo>
                    <a:pt x="3666" y="298"/>
                  </a:lnTo>
                  <a:lnTo>
                    <a:pt x="3468" y="298"/>
                  </a:lnTo>
                  <a:lnTo>
                    <a:pt x="3270" y="199"/>
                  </a:lnTo>
                  <a:lnTo>
                    <a:pt x="2972" y="298"/>
                  </a:lnTo>
                  <a:lnTo>
                    <a:pt x="2081" y="100"/>
                  </a:lnTo>
                  <a:lnTo>
                    <a:pt x="1288" y="100"/>
                  </a:lnTo>
                  <a:lnTo>
                    <a:pt x="1189" y="298"/>
                  </a:lnTo>
                  <a:lnTo>
                    <a:pt x="1090" y="397"/>
                  </a:lnTo>
                  <a:lnTo>
                    <a:pt x="793" y="397"/>
                  </a:lnTo>
                  <a:lnTo>
                    <a:pt x="495" y="496"/>
                  </a:lnTo>
                  <a:lnTo>
                    <a:pt x="198" y="595"/>
                  </a:lnTo>
                  <a:lnTo>
                    <a:pt x="99" y="694"/>
                  </a:lnTo>
                  <a:lnTo>
                    <a:pt x="99" y="892"/>
                  </a:lnTo>
                  <a:lnTo>
                    <a:pt x="0" y="1388"/>
                  </a:lnTo>
                  <a:lnTo>
                    <a:pt x="99" y="1784"/>
                  </a:lnTo>
                  <a:lnTo>
                    <a:pt x="297" y="2180"/>
                  </a:lnTo>
                  <a:lnTo>
                    <a:pt x="594" y="2477"/>
                  </a:lnTo>
                  <a:lnTo>
                    <a:pt x="1090" y="3171"/>
                  </a:lnTo>
                  <a:lnTo>
                    <a:pt x="1684" y="3765"/>
                  </a:lnTo>
                  <a:lnTo>
                    <a:pt x="2180" y="4558"/>
                  </a:lnTo>
                  <a:lnTo>
                    <a:pt x="2774" y="5252"/>
                  </a:lnTo>
                  <a:lnTo>
                    <a:pt x="3369" y="5945"/>
                  </a:lnTo>
                  <a:lnTo>
                    <a:pt x="3864" y="6639"/>
                  </a:lnTo>
                  <a:lnTo>
                    <a:pt x="4756" y="7927"/>
                  </a:lnTo>
                  <a:lnTo>
                    <a:pt x="5647" y="9215"/>
                  </a:lnTo>
                  <a:lnTo>
                    <a:pt x="6143" y="10106"/>
                  </a:lnTo>
                  <a:lnTo>
                    <a:pt x="6440" y="10503"/>
                  </a:lnTo>
                  <a:lnTo>
                    <a:pt x="6737" y="10800"/>
                  </a:lnTo>
                  <a:lnTo>
                    <a:pt x="6935" y="11097"/>
                  </a:lnTo>
                  <a:lnTo>
                    <a:pt x="7134" y="11394"/>
                  </a:lnTo>
                  <a:lnTo>
                    <a:pt x="7233" y="11692"/>
                  </a:lnTo>
                  <a:lnTo>
                    <a:pt x="7431" y="11989"/>
                  </a:lnTo>
                  <a:lnTo>
                    <a:pt x="7926" y="12782"/>
                  </a:lnTo>
                  <a:lnTo>
                    <a:pt x="8323" y="13574"/>
                  </a:lnTo>
                  <a:lnTo>
                    <a:pt x="9016" y="14763"/>
                  </a:lnTo>
                  <a:lnTo>
                    <a:pt x="9313" y="15358"/>
                  </a:lnTo>
                  <a:lnTo>
                    <a:pt x="9611" y="15952"/>
                  </a:lnTo>
                  <a:lnTo>
                    <a:pt x="9908" y="16547"/>
                  </a:lnTo>
                  <a:lnTo>
                    <a:pt x="10007" y="16745"/>
                  </a:lnTo>
                  <a:lnTo>
                    <a:pt x="10304" y="17042"/>
                  </a:lnTo>
                  <a:lnTo>
                    <a:pt x="10403" y="17141"/>
                  </a:lnTo>
                  <a:lnTo>
                    <a:pt x="10403" y="17339"/>
                  </a:lnTo>
                  <a:lnTo>
                    <a:pt x="10403" y="17537"/>
                  </a:lnTo>
                  <a:lnTo>
                    <a:pt x="10502" y="17735"/>
                  </a:lnTo>
                  <a:lnTo>
                    <a:pt x="10799" y="18231"/>
                  </a:lnTo>
                  <a:lnTo>
                    <a:pt x="10998" y="18528"/>
                  </a:lnTo>
                  <a:lnTo>
                    <a:pt x="10899" y="18825"/>
                  </a:lnTo>
                  <a:lnTo>
                    <a:pt x="10899" y="18924"/>
                  </a:lnTo>
                  <a:lnTo>
                    <a:pt x="10998" y="18924"/>
                  </a:lnTo>
                  <a:lnTo>
                    <a:pt x="11196" y="19023"/>
                  </a:lnTo>
                  <a:lnTo>
                    <a:pt x="11295" y="19123"/>
                  </a:lnTo>
                  <a:lnTo>
                    <a:pt x="11295" y="19222"/>
                  </a:lnTo>
                  <a:lnTo>
                    <a:pt x="11295" y="19321"/>
                  </a:lnTo>
                  <a:lnTo>
                    <a:pt x="11196" y="19519"/>
                  </a:lnTo>
                  <a:lnTo>
                    <a:pt x="11196" y="19618"/>
                  </a:lnTo>
                  <a:lnTo>
                    <a:pt x="11394" y="19816"/>
                  </a:lnTo>
                  <a:lnTo>
                    <a:pt x="11592" y="19915"/>
                  </a:lnTo>
                  <a:lnTo>
                    <a:pt x="11691" y="20113"/>
                  </a:lnTo>
                  <a:lnTo>
                    <a:pt x="11691" y="20212"/>
                  </a:lnTo>
                  <a:lnTo>
                    <a:pt x="11592" y="20411"/>
                  </a:lnTo>
                  <a:lnTo>
                    <a:pt x="11196" y="21104"/>
                  </a:lnTo>
                  <a:lnTo>
                    <a:pt x="10799" y="21897"/>
                  </a:lnTo>
                  <a:lnTo>
                    <a:pt x="10502" y="22590"/>
                  </a:lnTo>
                  <a:lnTo>
                    <a:pt x="10106" y="23383"/>
                  </a:lnTo>
                  <a:lnTo>
                    <a:pt x="9214" y="24968"/>
                  </a:lnTo>
                  <a:lnTo>
                    <a:pt x="8323" y="26652"/>
                  </a:lnTo>
                  <a:lnTo>
                    <a:pt x="8025" y="27049"/>
                  </a:lnTo>
                  <a:lnTo>
                    <a:pt x="7728" y="27544"/>
                  </a:lnTo>
                  <a:lnTo>
                    <a:pt x="6638" y="29229"/>
                  </a:lnTo>
                  <a:lnTo>
                    <a:pt x="5647" y="31111"/>
                  </a:lnTo>
                  <a:lnTo>
                    <a:pt x="5152" y="32102"/>
                  </a:lnTo>
                  <a:lnTo>
                    <a:pt x="4459" y="33192"/>
                  </a:lnTo>
                  <a:lnTo>
                    <a:pt x="4161" y="33786"/>
                  </a:lnTo>
                  <a:lnTo>
                    <a:pt x="3765" y="34480"/>
                  </a:lnTo>
                  <a:lnTo>
                    <a:pt x="3270" y="35768"/>
                  </a:lnTo>
                  <a:lnTo>
                    <a:pt x="2873" y="36461"/>
                  </a:lnTo>
                  <a:lnTo>
                    <a:pt x="2576" y="37056"/>
                  </a:lnTo>
                  <a:lnTo>
                    <a:pt x="1882" y="38046"/>
                  </a:lnTo>
                  <a:lnTo>
                    <a:pt x="1288" y="39235"/>
                  </a:lnTo>
                  <a:lnTo>
                    <a:pt x="991" y="39830"/>
                  </a:lnTo>
                  <a:lnTo>
                    <a:pt x="793" y="40424"/>
                  </a:lnTo>
                  <a:lnTo>
                    <a:pt x="694" y="41118"/>
                  </a:lnTo>
                  <a:lnTo>
                    <a:pt x="694" y="41415"/>
                  </a:lnTo>
                  <a:lnTo>
                    <a:pt x="793" y="41811"/>
                  </a:lnTo>
                  <a:lnTo>
                    <a:pt x="793" y="42010"/>
                  </a:lnTo>
                  <a:lnTo>
                    <a:pt x="892" y="42208"/>
                  </a:lnTo>
                  <a:lnTo>
                    <a:pt x="1090" y="42406"/>
                  </a:lnTo>
                  <a:lnTo>
                    <a:pt x="1486" y="42307"/>
                  </a:lnTo>
                  <a:lnTo>
                    <a:pt x="1585" y="42307"/>
                  </a:lnTo>
                  <a:lnTo>
                    <a:pt x="1783" y="42505"/>
                  </a:lnTo>
                  <a:lnTo>
                    <a:pt x="1882" y="42703"/>
                  </a:lnTo>
                  <a:lnTo>
                    <a:pt x="1882" y="43099"/>
                  </a:lnTo>
                  <a:lnTo>
                    <a:pt x="2081" y="42901"/>
                  </a:lnTo>
                  <a:lnTo>
                    <a:pt x="2378" y="42802"/>
                  </a:lnTo>
                  <a:lnTo>
                    <a:pt x="2576" y="42802"/>
                  </a:lnTo>
                  <a:lnTo>
                    <a:pt x="2873" y="42901"/>
                  </a:lnTo>
                  <a:lnTo>
                    <a:pt x="3270" y="43000"/>
                  </a:lnTo>
                  <a:lnTo>
                    <a:pt x="3468" y="43000"/>
                  </a:lnTo>
                  <a:lnTo>
                    <a:pt x="3666" y="42802"/>
                  </a:lnTo>
                  <a:lnTo>
                    <a:pt x="3864" y="42703"/>
                  </a:lnTo>
                  <a:lnTo>
                    <a:pt x="3963" y="42802"/>
                  </a:lnTo>
                  <a:lnTo>
                    <a:pt x="4260" y="43000"/>
                  </a:lnTo>
                  <a:lnTo>
                    <a:pt x="4855" y="43000"/>
                  </a:lnTo>
                  <a:lnTo>
                    <a:pt x="5053" y="42901"/>
                  </a:lnTo>
                  <a:lnTo>
                    <a:pt x="5152" y="42802"/>
                  </a:lnTo>
                  <a:lnTo>
                    <a:pt x="5548" y="42802"/>
                  </a:lnTo>
                  <a:lnTo>
                    <a:pt x="5846" y="42901"/>
                  </a:lnTo>
                  <a:lnTo>
                    <a:pt x="5945" y="42802"/>
                  </a:lnTo>
                  <a:lnTo>
                    <a:pt x="5945" y="42703"/>
                  </a:lnTo>
                  <a:lnTo>
                    <a:pt x="6143" y="42802"/>
                  </a:lnTo>
                  <a:lnTo>
                    <a:pt x="6341" y="42802"/>
                  </a:lnTo>
                  <a:lnTo>
                    <a:pt x="6737" y="42901"/>
                  </a:lnTo>
                  <a:lnTo>
                    <a:pt x="7530" y="42802"/>
                  </a:lnTo>
                  <a:lnTo>
                    <a:pt x="7926" y="42703"/>
                  </a:lnTo>
                  <a:lnTo>
                    <a:pt x="8223" y="42505"/>
                  </a:lnTo>
                  <a:lnTo>
                    <a:pt x="8422" y="42505"/>
                  </a:lnTo>
                  <a:lnTo>
                    <a:pt x="8521" y="42604"/>
                  </a:lnTo>
                  <a:lnTo>
                    <a:pt x="9313" y="42604"/>
                  </a:lnTo>
                  <a:lnTo>
                    <a:pt x="10007" y="42505"/>
                  </a:lnTo>
                  <a:lnTo>
                    <a:pt x="11790" y="42505"/>
                  </a:lnTo>
                  <a:lnTo>
                    <a:pt x="12583" y="42406"/>
                  </a:lnTo>
                  <a:lnTo>
                    <a:pt x="14069" y="42406"/>
                  </a:lnTo>
                  <a:lnTo>
                    <a:pt x="14664" y="42307"/>
                  </a:lnTo>
                  <a:lnTo>
                    <a:pt x="15258" y="42208"/>
                  </a:lnTo>
                  <a:lnTo>
                    <a:pt x="15555" y="42307"/>
                  </a:lnTo>
                  <a:lnTo>
                    <a:pt x="15852" y="42406"/>
                  </a:lnTo>
                  <a:lnTo>
                    <a:pt x="16249" y="42406"/>
                  </a:lnTo>
                  <a:lnTo>
                    <a:pt x="16744" y="42307"/>
                  </a:lnTo>
                  <a:lnTo>
                    <a:pt x="17339" y="42208"/>
                  </a:lnTo>
                  <a:lnTo>
                    <a:pt x="18825" y="42208"/>
                  </a:lnTo>
                  <a:lnTo>
                    <a:pt x="19518" y="42109"/>
                  </a:lnTo>
                  <a:lnTo>
                    <a:pt x="20311" y="42109"/>
                  </a:lnTo>
                  <a:lnTo>
                    <a:pt x="20608" y="42208"/>
                  </a:lnTo>
                  <a:lnTo>
                    <a:pt x="20707" y="42208"/>
                  </a:lnTo>
                  <a:lnTo>
                    <a:pt x="20905" y="42010"/>
                  </a:lnTo>
                  <a:lnTo>
                    <a:pt x="21104" y="42010"/>
                  </a:lnTo>
                  <a:lnTo>
                    <a:pt x="21302" y="42109"/>
                  </a:lnTo>
                  <a:lnTo>
                    <a:pt x="21698" y="42208"/>
                  </a:lnTo>
                  <a:lnTo>
                    <a:pt x="22590" y="42208"/>
                  </a:lnTo>
                  <a:lnTo>
                    <a:pt x="22986" y="42010"/>
                  </a:lnTo>
                  <a:lnTo>
                    <a:pt x="23184" y="42010"/>
                  </a:lnTo>
                  <a:lnTo>
                    <a:pt x="23283" y="42109"/>
                  </a:lnTo>
                  <a:lnTo>
                    <a:pt x="23283" y="42208"/>
                  </a:lnTo>
                  <a:lnTo>
                    <a:pt x="23382" y="42208"/>
                  </a:lnTo>
                  <a:lnTo>
                    <a:pt x="23581" y="42010"/>
                  </a:lnTo>
                  <a:lnTo>
                    <a:pt x="23977" y="42010"/>
                  </a:lnTo>
                  <a:lnTo>
                    <a:pt x="24274" y="42109"/>
                  </a:lnTo>
                  <a:lnTo>
                    <a:pt x="24472" y="42208"/>
                  </a:lnTo>
                  <a:lnTo>
                    <a:pt x="26355" y="42208"/>
                  </a:lnTo>
                  <a:lnTo>
                    <a:pt x="26652" y="42109"/>
                  </a:lnTo>
                  <a:lnTo>
                    <a:pt x="26850" y="42010"/>
                  </a:lnTo>
                  <a:lnTo>
                    <a:pt x="27048" y="42010"/>
                  </a:lnTo>
                  <a:lnTo>
                    <a:pt x="27246" y="42109"/>
                  </a:lnTo>
                  <a:lnTo>
                    <a:pt x="27643" y="42010"/>
                  </a:lnTo>
                  <a:lnTo>
                    <a:pt x="28039" y="41911"/>
                  </a:lnTo>
                  <a:lnTo>
                    <a:pt x="28237" y="42010"/>
                  </a:lnTo>
                  <a:lnTo>
                    <a:pt x="28435" y="42010"/>
                  </a:lnTo>
                  <a:lnTo>
                    <a:pt x="28733" y="42109"/>
                  </a:lnTo>
                  <a:lnTo>
                    <a:pt x="29030" y="42109"/>
                  </a:lnTo>
                  <a:lnTo>
                    <a:pt x="29327" y="42010"/>
                  </a:lnTo>
                  <a:lnTo>
                    <a:pt x="29624" y="42010"/>
                  </a:lnTo>
                  <a:lnTo>
                    <a:pt x="29921" y="41911"/>
                  </a:lnTo>
                  <a:lnTo>
                    <a:pt x="30120" y="42010"/>
                  </a:lnTo>
                  <a:lnTo>
                    <a:pt x="30219" y="42109"/>
                  </a:lnTo>
                  <a:lnTo>
                    <a:pt x="30219" y="42208"/>
                  </a:lnTo>
                  <a:lnTo>
                    <a:pt x="30318" y="42109"/>
                  </a:lnTo>
                  <a:lnTo>
                    <a:pt x="30417" y="42010"/>
                  </a:lnTo>
                  <a:lnTo>
                    <a:pt x="30714" y="42109"/>
                  </a:lnTo>
                  <a:lnTo>
                    <a:pt x="31110" y="42109"/>
                  </a:lnTo>
                  <a:lnTo>
                    <a:pt x="31209" y="42010"/>
                  </a:lnTo>
                  <a:lnTo>
                    <a:pt x="31408" y="42010"/>
                  </a:lnTo>
                  <a:lnTo>
                    <a:pt x="31705" y="42109"/>
                  </a:lnTo>
                  <a:lnTo>
                    <a:pt x="32101" y="42109"/>
                  </a:lnTo>
                  <a:lnTo>
                    <a:pt x="32795" y="42010"/>
                  </a:lnTo>
                  <a:lnTo>
                    <a:pt x="33389" y="41911"/>
                  </a:lnTo>
                  <a:lnTo>
                    <a:pt x="33786" y="41911"/>
                  </a:lnTo>
                  <a:lnTo>
                    <a:pt x="34083" y="42010"/>
                  </a:lnTo>
                  <a:lnTo>
                    <a:pt x="34479" y="42010"/>
                  </a:lnTo>
                  <a:lnTo>
                    <a:pt x="35371" y="41911"/>
                  </a:lnTo>
                  <a:lnTo>
                    <a:pt x="36163" y="42010"/>
                  </a:lnTo>
                  <a:lnTo>
                    <a:pt x="36758" y="42010"/>
                  </a:lnTo>
                  <a:lnTo>
                    <a:pt x="37253" y="42109"/>
                  </a:lnTo>
                  <a:lnTo>
                    <a:pt x="37550" y="42010"/>
                  </a:lnTo>
                  <a:lnTo>
                    <a:pt x="37848" y="42109"/>
                  </a:lnTo>
                  <a:lnTo>
                    <a:pt x="38244" y="42109"/>
                  </a:lnTo>
                  <a:lnTo>
                    <a:pt x="38343" y="42010"/>
                  </a:lnTo>
                  <a:lnTo>
                    <a:pt x="38442" y="42109"/>
                  </a:lnTo>
                  <a:lnTo>
                    <a:pt x="38640" y="42208"/>
                  </a:lnTo>
                  <a:lnTo>
                    <a:pt x="38938" y="42109"/>
                  </a:lnTo>
                  <a:lnTo>
                    <a:pt x="39631" y="42109"/>
                  </a:lnTo>
                  <a:lnTo>
                    <a:pt x="40027" y="42208"/>
                  </a:lnTo>
                  <a:lnTo>
                    <a:pt x="40820" y="42208"/>
                  </a:lnTo>
                  <a:lnTo>
                    <a:pt x="41216" y="41911"/>
                  </a:lnTo>
                  <a:lnTo>
                    <a:pt x="41514" y="41911"/>
                  </a:lnTo>
                  <a:lnTo>
                    <a:pt x="41811" y="42109"/>
                  </a:lnTo>
                  <a:lnTo>
                    <a:pt x="42108" y="42109"/>
                  </a:lnTo>
                  <a:lnTo>
                    <a:pt x="42603" y="41911"/>
                  </a:lnTo>
                  <a:lnTo>
                    <a:pt x="45179" y="41911"/>
                  </a:lnTo>
                  <a:lnTo>
                    <a:pt x="45675" y="42010"/>
                  </a:lnTo>
                  <a:lnTo>
                    <a:pt x="46269" y="42109"/>
                  </a:lnTo>
                  <a:lnTo>
                    <a:pt x="46368" y="42208"/>
                  </a:lnTo>
                  <a:lnTo>
                    <a:pt x="46567" y="42208"/>
                  </a:lnTo>
                  <a:lnTo>
                    <a:pt x="47062" y="42109"/>
                  </a:lnTo>
                  <a:lnTo>
                    <a:pt x="47557" y="42109"/>
                  </a:lnTo>
                  <a:lnTo>
                    <a:pt x="48053" y="42010"/>
                  </a:lnTo>
                  <a:lnTo>
                    <a:pt x="48548" y="41911"/>
                  </a:lnTo>
                  <a:lnTo>
                    <a:pt x="48845" y="41911"/>
                  </a:lnTo>
                  <a:lnTo>
                    <a:pt x="49043" y="42010"/>
                  </a:lnTo>
                  <a:lnTo>
                    <a:pt x="49143" y="42109"/>
                  </a:lnTo>
                  <a:lnTo>
                    <a:pt x="49341" y="42208"/>
                  </a:lnTo>
                  <a:lnTo>
                    <a:pt x="49638" y="42109"/>
                  </a:lnTo>
                  <a:lnTo>
                    <a:pt x="50629" y="42109"/>
                  </a:lnTo>
                  <a:lnTo>
                    <a:pt x="51025" y="42010"/>
                  </a:lnTo>
                  <a:lnTo>
                    <a:pt x="51322" y="41911"/>
                  </a:lnTo>
                  <a:lnTo>
                    <a:pt x="51719" y="42010"/>
                  </a:lnTo>
                  <a:lnTo>
                    <a:pt x="51917" y="42010"/>
                  </a:lnTo>
                  <a:lnTo>
                    <a:pt x="52115" y="41911"/>
                  </a:lnTo>
                  <a:lnTo>
                    <a:pt x="52313" y="41811"/>
                  </a:lnTo>
                  <a:lnTo>
                    <a:pt x="52610" y="41911"/>
                  </a:lnTo>
                  <a:lnTo>
                    <a:pt x="52808" y="42010"/>
                  </a:lnTo>
                  <a:lnTo>
                    <a:pt x="54394" y="42010"/>
                  </a:lnTo>
                  <a:lnTo>
                    <a:pt x="55087" y="42208"/>
                  </a:lnTo>
                  <a:lnTo>
                    <a:pt x="55384" y="42208"/>
                  </a:lnTo>
                  <a:lnTo>
                    <a:pt x="56276" y="42010"/>
                  </a:lnTo>
                  <a:lnTo>
                    <a:pt x="58951" y="42010"/>
                  </a:lnTo>
                  <a:lnTo>
                    <a:pt x="59744" y="42109"/>
                  </a:lnTo>
                  <a:lnTo>
                    <a:pt x="60140" y="42010"/>
                  </a:lnTo>
                  <a:lnTo>
                    <a:pt x="60537" y="41911"/>
                  </a:lnTo>
                  <a:lnTo>
                    <a:pt x="60834" y="41911"/>
                  </a:lnTo>
                  <a:lnTo>
                    <a:pt x="60933" y="42010"/>
                  </a:lnTo>
                  <a:lnTo>
                    <a:pt x="60933" y="42109"/>
                  </a:lnTo>
                  <a:lnTo>
                    <a:pt x="60933" y="42208"/>
                  </a:lnTo>
                  <a:lnTo>
                    <a:pt x="61131" y="42109"/>
                  </a:lnTo>
                  <a:lnTo>
                    <a:pt x="61329" y="42010"/>
                  </a:lnTo>
                  <a:lnTo>
                    <a:pt x="61428" y="42010"/>
                  </a:lnTo>
                  <a:lnTo>
                    <a:pt x="61725" y="42109"/>
                  </a:lnTo>
                  <a:lnTo>
                    <a:pt x="62023" y="42109"/>
                  </a:lnTo>
                  <a:lnTo>
                    <a:pt x="62122" y="42010"/>
                  </a:lnTo>
                  <a:lnTo>
                    <a:pt x="62320" y="42010"/>
                  </a:lnTo>
                  <a:lnTo>
                    <a:pt x="62815" y="42109"/>
                  </a:lnTo>
                  <a:lnTo>
                    <a:pt x="63608" y="42109"/>
                  </a:lnTo>
                  <a:lnTo>
                    <a:pt x="63707" y="41911"/>
                  </a:lnTo>
                  <a:lnTo>
                    <a:pt x="63707" y="41811"/>
                  </a:lnTo>
                  <a:lnTo>
                    <a:pt x="63806" y="41811"/>
                  </a:lnTo>
                  <a:lnTo>
                    <a:pt x="64004" y="41911"/>
                  </a:lnTo>
                  <a:lnTo>
                    <a:pt x="64103" y="42208"/>
                  </a:lnTo>
                  <a:lnTo>
                    <a:pt x="64797" y="42208"/>
                  </a:lnTo>
                  <a:lnTo>
                    <a:pt x="65788" y="42109"/>
                  </a:lnTo>
                  <a:lnTo>
                    <a:pt x="66679" y="42208"/>
                  </a:lnTo>
                  <a:lnTo>
                    <a:pt x="68463" y="42208"/>
                  </a:lnTo>
                  <a:lnTo>
                    <a:pt x="69057" y="42010"/>
                  </a:lnTo>
                  <a:lnTo>
                    <a:pt x="69156" y="42010"/>
                  </a:lnTo>
                  <a:lnTo>
                    <a:pt x="69255" y="42109"/>
                  </a:lnTo>
                  <a:lnTo>
                    <a:pt x="69354" y="42307"/>
                  </a:lnTo>
                  <a:lnTo>
                    <a:pt x="69652" y="42307"/>
                  </a:lnTo>
                  <a:lnTo>
                    <a:pt x="69751" y="42109"/>
                  </a:lnTo>
                  <a:lnTo>
                    <a:pt x="69850" y="42010"/>
                  </a:lnTo>
                  <a:lnTo>
                    <a:pt x="69949" y="42010"/>
                  </a:lnTo>
                  <a:lnTo>
                    <a:pt x="70345" y="42208"/>
                  </a:lnTo>
                  <a:lnTo>
                    <a:pt x="70543" y="42307"/>
                  </a:lnTo>
                  <a:lnTo>
                    <a:pt x="70841" y="42307"/>
                  </a:lnTo>
                  <a:lnTo>
                    <a:pt x="71534" y="42208"/>
                  </a:lnTo>
                  <a:lnTo>
                    <a:pt x="72327" y="42208"/>
                  </a:lnTo>
                  <a:lnTo>
                    <a:pt x="73813" y="42406"/>
                  </a:lnTo>
                  <a:lnTo>
                    <a:pt x="74407" y="42406"/>
                  </a:lnTo>
                  <a:lnTo>
                    <a:pt x="74705" y="42307"/>
                  </a:lnTo>
                  <a:lnTo>
                    <a:pt x="74903" y="42208"/>
                  </a:lnTo>
                  <a:lnTo>
                    <a:pt x="75101" y="42109"/>
                  </a:lnTo>
                  <a:lnTo>
                    <a:pt x="75299" y="42109"/>
                  </a:lnTo>
                  <a:lnTo>
                    <a:pt x="75596" y="42208"/>
                  </a:lnTo>
                  <a:lnTo>
                    <a:pt x="76092" y="42307"/>
                  </a:lnTo>
                  <a:lnTo>
                    <a:pt x="77479" y="42307"/>
                  </a:lnTo>
                  <a:lnTo>
                    <a:pt x="77974" y="42406"/>
                  </a:lnTo>
                  <a:lnTo>
                    <a:pt x="78569" y="42406"/>
                  </a:lnTo>
                  <a:lnTo>
                    <a:pt x="79659" y="42307"/>
                  </a:lnTo>
                  <a:lnTo>
                    <a:pt x="80451" y="42208"/>
                  </a:lnTo>
                  <a:lnTo>
                    <a:pt x="81145" y="42307"/>
                  </a:lnTo>
                  <a:lnTo>
                    <a:pt x="82532" y="42307"/>
                  </a:lnTo>
                  <a:lnTo>
                    <a:pt x="83523" y="42208"/>
                  </a:lnTo>
                  <a:lnTo>
                    <a:pt x="84018" y="42208"/>
                  </a:lnTo>
                  <a:lnTo>
                    <a:pt x="84513" y="42307"/>
                  </a:lnTo>
                  <a:lnTo>
                    <a:pt x="84811" y="42307"/>
                  </a:lnTo>
                  <a:lnTo>
                    <a:pt x="85009" y="42208"/>
                  </a:lnTo>
                  <a:lnTo>
                    <a:pt x="85207" y="42109"/>
                  </a:lnTo>
                  <a:lnTo>
                    <a:pt x="85603" y="42109"/>
                  </a:lnTo>
                  <a:lnTo>
                    <a:pt x="85999" y="42208"/>
                  </a:lnTo>
                  <a:lnTo>
                    <a:pt x="87089" y="42208"/>
                  </a:lnTo>
                  <a:lnTo>
                    <a:pt x="87188" y="42109"/>
                  </a:lnTo>
                  <a:lnTo>
                    <a:pt x="87288" y="41911"/>
                  </a:lnTo>
                  <a:lnTo>
                    <a:pt x="87387" y="41911"/>
                  </a:lnTo>
                  <a:lnTo>
                    <a:pt x="87684" y="42010"/>
                  </a:lnTo>
                  <a:lnTo>
                    <a:pt x="87882" y="42010"/>
                  </a:lnTo>
                  <a:lnTo>
                    <a:pt x="88476" y="41911"/>
                  </a:lnTo>
                  <a:lnTo>
                    <a:pt x="89368" y="41811"/>
                  </a:lnTo>
                  <a:lnTo>
                    <a:pt x="89864" y="41811"/>
                  </a:lnTo>
                  <a:lnTo>
                    <a:pt x="90260" y="41712"/>
                  </a:lnTo>
                  <a:lnTo>
                    <a:pt x="90953" y="41712"/>
                  </a:lnTo>
                  <a:lnTo>
                    <a:pt x="91548" y="41911"/>
                  </a:lnTo>
                  <a:lnTo>
                    <a:pt x="92043" y="42010"/>
                  </a:lnTo>
                  <a:lnTo>
                    <a:pt x="92241" y="41911"/>
                  </a:lnTo>
                  <a:lnTo>
                    <a:pt x="92340" y="41712"/>
                  </a:lnTo>
                  <a:lnTo>
                    <a:pt x="92539" y="41514"/>
                  </a:lnTo>
                  <a:lnTo>
                    <a:pt x="92737" y="41514"/>
                  </a:lnTo>
                  <a:lnTo>
                    <a:pt x="92935" y="41613"/>
                  </a:lnTo>
                  <a:lnTo>
                    <a:pt x="93034" y="41811"/>
                  </a:lnTo>
                  <a:lnTo>
                    <a:pt x="93232" y="42010"/>
                  </a:lnTo>
                  <a:lnTo>
                    <a:pt x="93331" y="42109"/>
                  </a:lnTo>
                  <a:lnTo>
                    <a:pt x="93529" y="42109"/>
                  </a:lnTo>
                  <a:lnTo>
                    <a:pt x="93728" y="41911"/>
                  </a:lnTo>
                  <a:lnTo>
                    <a:pt x="94124" y="41415"/>
                  </a:lnTo>
                  <a:lnTo>
                    <a:pt x="94421" y="40821"/>
                  </a:lnTo>
                  <a:lnTo>
                    <a:pt x="94520" y="40226"/>
                  </a:lnTo>
                  <a:lnTo>
                    <a:pt x="94619" y="39632"/>
                  </a:lnTo>
                  <a:lnTo>
                    <a:pt x="94718" y="38542"/>
                  </a:lnTo>
                  <a:lnTo>
                    <a:pt x="94718" y="38046"/>
                  </a:lnTo>
                  <a:lnTo>
                    <a:pt x="94619" y="37551"/>
                  </a:lnTo>
                  <a:lnTo>
                    <a:pt x="94520" y="36957"/>
                  </a:lnTo>
                  <a:lnTo>
                    <a:pt x="94520" y="36263"/>
                  </a:lnTo>
                  <a:lnTo>
                    <a:pt x="94520" y="35669"/>
                  </a:lnTo>
                  <a:lnTo>
                    <a:pt x="94421" y="35371"/>
                  </a:lnTo>
                  <a:lnTo>
                    <a:pt x="94322" y="35074"/>
                  </a:lnTo>
                  <a:lnTo>
                    <a:pt x="94223" y="34975"/>
                  </a:lnTo>
                  <a:lnTo>
                    <a:pt x="94322" y="34876"/>
                  </a:lnTo>
                  <a:lnTo>
                    <a:pt x="94322" y="34678"/>
                  </a:lnTo>
                  <a:lnTo>
                    <a:pt x="94223" y="33687"/>
                  </a:lnTo>
                  <a:lnTo>
                    <a:pt x="94223" y="32795"/>
                  </a:lnTo>
                  <a:lnTo>
                    <a:pt x="94223" y="31805"/>
                  </a:lnTo>
                  <a:lnTo>
                    <a:pt x="94124" y="30913"/>
                  </a:lnTo>
                  <a:lnTo>
                    <a:pt x="93926" y="28832"/>
                  </a:lnTo>
                  <a:lnTo>
                    <a:pt x="93827" y="27742"/>
                  </a:lnTo>
                  <a:lnTo>
                    <a:pt x="93827" y="27247"/>
                  </a:lnTo>
                  <a:lnTo>
                    <a:pt x="93728" y="26752"/>
                  </a:lnTo>
                  <a:lnTo>
                    <a:pt x="93728" y="26454"/>
                  </a:lnTo>
                  <a:lnTo>
                    <a:pt x="93628" y="26058"/>
                  </a:lnTo>
                  <a:lnTo>
                    <a:pt x="93529" y="25464"/>
                  </a:lnTo>
                  <a:lnTo>
                    <a:pt x="93331" y="23185"/>
                  </a:lnTo>
                  <a:lnTo>
                    <a:pt x="93331" y="21798"/>
                  </a:lnTo>
                  <a:lnTo>
                    <a:pt x="93232" y="21203"/>
                  </a:lnTo>
                  <a:lnTo>
                    <a:pt x="92935" y="20510"/>
                  </a:lnTo>
                  <a:lnTo>
                    <a:pt x="92836" y="20411"/>
                  </a:lnTo>
                  <a:lnTo>
                    <a:pt x="92836" y="20312"/>
                  </a:lnTo>
                  <a:lnTo>
                    <a:pt x="92935" y="20212"/>
                  </a:lnTo>
                  <a:lnTo>
                    <a:pt x="93034" y="20113"/>
                  </a:lnTo>
                  <a:lnTo>
                    <a:pt x="93034" y="20014"/>
                  </a:lnTo>
                  <a:lnTo>
                    <a:pt x="92836" y="19915"/>
                  </a:lnTo>
                  <a:lnTo>
                    <a:pt x="92737" y="19915"/>
                  </a:lnTo>
                  <a:lnTo>
                    <a:pt x="92737" y="19816"/>
                  </a:lnTo>
                  <a:lnTo>
                    <a:pt x="92935" y="19717"/>
                  </a:lnTo>
                  <a:lnTo>
                    <a:pt x="93034" y="19618"/>
                  </a:lnTo>
                  <a:lnTo>
                    <a:pt x="93034" y="19519"/>
                  </a:lnTo>
                  <a:lnTo>
                    <a:pt x="92935" y="19420"/>
                  </a:lnTo>
                  <a:lnTo>
                    <a:pt x="92737" y="19123"/>
                  </a:lnTo>
                  <a:lnTo>
                    <a:pt x="92737" y="19023"/>
                  </a:lnTo>
                  <a:lnTo>
                    <a:pt x="92935" y="18924"/>
                  </a:lnTo>
                  <a:lnTo>
                    <a:pt x="92935" y="18825"/>
                  </a:lnTo>
                  <a:lnTo>
                    <a:pt x="92935" y="18627"/>
                  </a:lnTo>
                  <a:lnTo>
                    <a:pt x="92737" y="18033"/>
                  </a:lnTo>
                  <a:lnTo>
                    <a:pt x="92638" y="17438"/>
                  </a:lnTo>
                  <a:lnTo>
                    <a:pt x="92638" y="16844"/>
                  </a:lnTo>
                  <a:lnTo>
                    <a:pt x="92539" y="16249"/>
                  </a:lnTo>
                  <a:lnTo>
                    <a:pt x="92440" y="15159"/>
                  </a:lnTo>
                  <a:lnTo>
                    <a:pt x="92241" y="14070"/>
                  </a:lnTo>
                  <a:lnTo>
                    <a:pt x="92043" y="12881"/>
                  </a:lnTo>
                  <a:lnTo>
                    <a:pt x="91944" y="12286"/>
                  </a:lnTo>
                  <a:lnTo>
                    <a:pt x="91746" y="11692"/>
                  </a:lnTo>
                  <a:lnTo>
                    <a:pt x="91746" y="11394"/>
                  </a:lnTo>
                  <a:lnTo>
                    <a:pt x="91845" y="11097"/>
                  </a:lnTo>
                  <a:lnTo>
                    <a:pt x="91746" y="10800"/>
                  </a:lnTo>
                  <a:lnTo>
                    <a:pt x="91647" y="10701"/>
                  </a:lnTo>
                  <a:lnTo>
                    <a:pt x="91449" y="10602"/>
                  </a:lnTo>
                  <a:lnTo>
                    <a:pt x="91548" y="10305"/>
                  </a:lnTo>
                  <a:lnTo>
                    <a:pt x="91449" y="9908"/>
                  </a:lnTo>
                  <a:lnTo>
                    <a:pt x="91251" y="9314"/>
                  </a:lnTo>
                  <a:lnTo>
                    <a:pt x="91052" y="7332"/>
                  </a:lnTo>
                  <a:lnTo>
                    <a:pt x="90854" y="6341"/>
                  </a:lnTo>
                  <a:lnTo>
                    <a:pt x="90557" y="5450"/>
                  </a:lnTo>
                  <a:lnTo>
                    <a:pt x="90359" y="4657"/>
                  </a:lnTo>
                  <a:lnTo>
                    <a:pt x="90260" y="4162"/>
                  </a:lnTo>
                  <a:lnTo>
                    <a:pt x="90260" y="3765"/>
                  </a:lnTo>
                  <a:lnTo>
                    <a:pt x="90161" y="3567"/>
                  </a:lnTo>
                  <a:lnTo>
                    <a:pt x="90062" y="3369"/>
                  </a:lnTo>
                  <a:lnTo>
                    <a:pt x="89963" y="3171"/>
                  </a:lnTo>
                  <a:lnTo>
                    <a:pt x="89864" y="2973"/>
                  </a:lnTo>
                  <a:lnTo>
                    <a:pt x="89864" y="2676"/>
                  </a:lnTo>
                  <a:lnTo>
                    <a:pt x="89665" y="2477"/>
                  </a:lnTo>
                  <a:lnTo>
                    <a:pt x="89467" y="2279"/>
                  </a:lnTo>
                  <a:lnTo>
                    <a:pt x="89170" y="2081"/>
                  </a:lnTo>
                  <a:lnTo>
                    <a:pt x="88576" y="1883"/>
                  </a:lnTo>
                  <a:lnTo>
                    <a:pt x="88080" y="1685"/>
                  </a:lnTo>
                  <a:lnTo>
                    <a:pt x="87684" y="1586"/>
                  </a:lnTo>
                  <a:lnTo>
                    <a:pt x="87387" y="1487"/>
                  </a:lnTo>
                  <a:lnTo>
                    <a:pt x="86594" y="1388"/>
                  </a:lnTo>
                  <a:lnTo>
                    <a:pt x="85900" y="1289"/>
                  </a:lnTo>
                  <a:lnTo>
                    <a:pt x="85207" y="1090"/>
                  </a:lnTo>
                  <a:lnTo>
                    <a:pt x="84811" y="991"/>
                  </a:lnTo>
                  <a:lnTo>
                    <a:pt x="84513" y="991"/>
                  </a:lnTo>
                  <a:lnTo>
                    <a:pt x="84216" y="1090"/>
                  </a:lnTo>
                  <a:lnTo>
                    <a:pt x="83820" y="991"/>
                  </a:lnTo>
                  <a:lnTo>
                    <a:pt x="83423" y="892"/>
                  </a:lnTo>
                  <a:lnTo>
                    <a:pt x="83027" y="892"/>
                  </a:lnTo>
                  <a:lnTo>
                    <a:pt x="82829" y="991"/>
                  </a:lnTo>
                  <a:lnTo>
                    <a:pt x="82433" y="1189"/>
                  </a:lnTo>
                  <a:lnTo>
                    <a:pt x="82433" y="1090"/>
                  </a:lnTo>
                  <a:lnTo>
                    <a:pt x="82433" y="991"/>
                  </a:lnTo>
                  <a:lnTo>
                    <a:pt x="82433" y="892"/>
                  </a:lnTo>
                  <a:lnTo>
                    <a:pt x="82235" y="892"/>
                  </a:lnTo>
                  <a:lnTo>
                    <a:pt x="82135" y="1090"/>
                  </a:lnTo>
                  <a:lnTo>
                    <a:pt x="82036" y="1189"/>
                  </a:lnTo>
                  <a:lnTo>
                    <a:pt x="81937" y="1189"/>
                  </a:lnTo>
                  <a:lnTo>
                    <a:pt x="81838" y="1090"/>
                  </a:lnTo>
                  <a:lnTo>
                    <a:pt x="81739" y="991"/>
                  </a:lnTo>
                  <a:lnTo>
                    <a:pt x="81442" y="991"/>
                  </a:lnTo>
                  <a:lnTo>
                    <a:pt x="81244" y="892"/>
                  </a:lnTo>
                  <a:lnTo>
                    <a:pt x="80947" y="793"/>
                  </a:lnTo>
                  <a:lnTo>
                    <a:pt x="80847" y="793"/>
                  </a:lnTo>
                  <a:lnTo>
                    <a:pt x="80649" y="991"/>
                  </a:lnTo>
                  <a:lnTo>
                    <a:pt x="80550" y="1090"/>
                  </a:lnTo>
                  <a:lnTo>
                    <a:pt x="80352" y="1090"/>
                  </a:lnTo>
                  <a:lnTo>
                    <a:pt x="80055" y="991"/>
                  </a:lnTo>
                  <a:lnTo>
                    <a:pt x="79956" y="892"/>
                  </a:lnTo>
                  <a:lnTo>
                    <a:pt x="80154" y="892"/>
                  </a:lnTo>
                  <a:lnTo>
                    <a:pt x="80253" y="793"/>
                  </a:lnTo>
                  <a:lnTo>
                    <a:pt x="79659" y="892"/>
                  </a:lnTo>
                  <a:lnTo>
                    <a:pt x="79361" y="991"/>
                  </a:lnTo>
                  <a:lnTo>
                    <a:pt x="79064" y="991"/>
                  </a:lnTo>
                  <a:lnTo>
                    <a:pt x="78767" y="892"/>
                  </a:lnTo>
                  <a:lnTo>
                    <a:pt x="78569" y="892"/>
                  </a:lnTo>
                  <a:lnTo>
                    <a:pt x="78271" y="793"/>
                  </a:lnTo>
                  <a:lnTo>
                    <a:pt x="77776" y="793"/>
                  </a:lnTo>
                  <a:lnTo>
                    <a:pt x="76983" y="991"/>
                  </a:lnTo>
                  <a:lnTo>
                    <a:pt x="76785" y="991"/>
                  </a:lnTo>
                  <a:lnTo>
                    <a:pt x="76587" y="892"/>
                  </a:lnTo>
                  <a:lnTo>
                    <a:pt x="76290" y="793"/>
                  </a:lnTo>
                  <a:lnTo>
                    <a:pt x="75695" y="892"/>
                  </a:lnTo>
                  <a:lnTo>
                    <a:pt x="75398" y="991"/>
                  </a:lnTo>
                  <a:lnTo>
                    <a:pt x="74903" y="991"/>
                  </a:lnTo>
                  <a:lnTo>
                    <a:pt x="74804" y="892"/>
                  </a:lnTo>
                  <a:lnTo>
                    <a:pt x="74705" y="793"/>
                  </a:lnTo>
                  <a:lnTo>
                    <a:pt x="74606" y="793"/>
                  </a:lnTo>
                  <a:lnTo>
                    <a:pt x="74506" y="991"/>
                  </a:lnTo>
                  <a:lnTo>
                    <a:pt x="74308" y="1189"/>
                  </a:lnTo>
                  <a:lnTo>
                    <a:pt x="74209" y="991"/>
                  </a:lnTo>
                  <a:lnTo>
                    <a:pt x="74011" y="892"/>
                  </a:lnTo>
                  <a:lnTo>
                    <a:pt x="73714" y="793"/>
                  </a:lnTo>
                  <a:lnTo>
                    <a:pt x="73218" y="793"/>
                  </a:lnTo>
                  <a:lnTo>
                    <a:pt x="71930" y="694"/>
                  </a:lnTo>
                  <a:lnTo>
                    <a:pt x="71237" y="694"/>
                  </a:lnTo>
                  <a:lnTo>
                    <a:pt x="70543" y="793"/>
                  </a:lnTo>
                  <a:lnTo>
                    <a:pt x="70147" y="892"/>
                  </a:lnTo>
                  <a:lnTo>
                    <a:pt x="69850" y="793"/>
                  </a:lnTo>
                  <a:lnTo>
                    <a:pt x="68859" y="793"/>
                  </a:lnTo>
                  <a:lnTo>
                    <a:pt x="68760" y="892"/>
                  </a:lnTo>
                  <a:lnTo>
                    <a:pt x="68760" y="991"/>
                  </a:lnTo>
                  <a:lnTo>
                    <a:pt x="68562" y="1090"/>
                  </a:lnTo>
                  <a:lnTo>
                    <a:pt x="68364" y="892"/>
                  </a:lnTo>
                  <a:lnTo>
                    <a:pt x="68165" y="793"/>
                  </a:lnTo>
                  <a:lnTo>
                    <a:pt x="67769" y="793"/>
                  </a:lnTo>
                  <a:lnTo>
                    <a:pt x="67373" y="892"/>
                  </a:lnTo>
                  <a:lnTo>
                    <a:pt x="66977" y="793"/>
                  </a:lnTo>
                  <a:lnTo>
                    <a:pt x="66580" y="694"/>
                  </a:lnTo>
                  <a:lnTo>
                    <a:pt x="66184" y="793"/>
                  </a:lnTo>
                  <a:lnTo>
                    <a:pt x="65788" y="892"/>
                  </a:lnTo>
                  <a:lnTo>
                    <a:pt x="65292" y="793"/>
                  </a:lnTo>
                  <a:lnTo>
                    <a:pt x="64401" y="793"/>
                  </a:lnTo>
                  <a:lnTo>
                    <a:pt x="63905" y="892"/>
                  </a:lnTo>
                  <a:lnTo>
                    <a:pt x="63509" y="892"/>
                  </a:lnTo>
                  <a:lnTo>
                    <a:pt x="62815" y="694"/>
                  </a:lnTo>
                  <a:lnTo>
                    <a:pt x="62122" y="793"/>
                  </a:lnTo>
                  <a:lnTo>
                    <a:pt x="60735" y="793"/>
                  </a:lnTo>
                  <a:lnTo>
                    <a:pt x="59942" y="694"/>
                  </a:lnTo>
                  <a:lnTo>
                    <a:pt x="56573" y="694"/>
                  </a:lnTo>
                  <a:lnTo>
                    <a:pt x="55979" y="595"/>
                  </a:lnTo>
                  <a:lnTo>
                    <a:pt x="55583" y="595"/>
                  </a:lnTo>
                  <a:lnTo>
                    <a:pt x="55186" y="694"/>
                  </a:lnTo>
                  <a:lnTo>
                    <a:pt x="53700" y="694"/>
                  </a:lnTo>
                  <a:lnTo>
                    <a:pt x="53403" y="496"/>
                  </a:lnTo>
                  <a:lnTo>
                    <a:pt x="53106" y="496"/>
                  </a:lnTo>
                  <a:lnTo>
                    <a:pt x="52511" y="595"/>
                  </a:lnTo>
                  <a:lnTo>
                    <a:pt x="52016" y="595"/>
                  </a:lnTo>
                  <a:lnTo>
                    <a:pt x="51025" y="496"/>
                  </a:lnTo>
                  <a:lnTo>
                    <a:pt x="50728" y="496"/>
                  </a:lnTo>
                  <a:lnTo>
                    <a:pt x="50332" y="595"/>
                  </a:lnTo>
                  <a:lnTo>
                    <a:pt x="50133" y="595"/>
                  </a:lnTo>
                  <a:lnTo>
                    <a:pt x="50034" y="496"/>
                  </a:lnTo>
                  <a:lnTo>
                    <a:pt x="49836" y="397"/>
                  </a:lnTo>
                  <a:lnTo>
                    <a:pt x="48746" y="397"/>
                  </a:lnTo>
                  <a:lnTo>
                    <a:pt x="48152" y="496"/>
                  </a:lnTo>
                  <a:lnTo>
                    <a:pt x="47557" y="496"/>
                  </a:lnTo>
                  <a:lnTo>
                    <a:pt x="47062" y="397"/>
                  </a:lnTo>
                  <a:lnTo>
                    <a:pt x="46765" y="298"/>
                  </a:lnTo>
                  <a:lnTo>
                    <a:pt x="46467" y="397"/>
                  </a:lnTo>
                  <a:lnTo>
                    <a:pt x="46269" y="496"/>
                  </a:lnTo>
                  <a:lnTo>
                    <a:pt x="45576" y="496"/>
                  </a:lnTo>
                  <a:lnTo>
                    <a:pt x="45279" y="298"/>
                  </a:lnTo>
                  <a:lnTo>
                    <a:pt x="45080" y="199"/>
                  </a:lnTo>
                  <a:lnTo>
                    <a:pt x="44981" y="298"/>
                  </a:lnTo>
                  <a:lnTo>
                    <a:pt x="44882" y="397"/>
                  </a:lnTo>
                  <a:lnTo>
                    <a:pt x="45080" y="496"/>
                  </a:lnTo>
                  <a:lnTo>
                    <a:pt x="45080" y="595"/>
                  </a:lnTo>
                  <a:lnTo>
                    <a:pt x="44783" y="595"/>
                  </a:lnTo>
                  <a:lnTo>
                    <a:pt x="44684" y="496"/>
                  </a:lnTo>
                  <a:lnTo>
                    <a:pt x="44684" y="298"/>
                  </a:lnTo>
                  <a:lnTo>
                    <a:pt x="44387" y="298"/>
                  </a:lnTo>
                  <a:lnTo>
                    <a:pt x="44486" y="496"/>
                  </a:lnTo>
                  <a:lnTo>
                    <a:pt x="44387" y="496"/>
                  </a:lnTo>
                  <a:lnTo>
                    <a:pt x="44090" y="397"/>
                  </a:lnTo>
                  <a:lnTo>
                    <a:pt x="43396" y="397"/>
                  </a:lnTo>
                  <a:lnTo>
                    <a:pt x="42703" y="199"/>
                  </a:lnTo>
                  <a:lnTo>
                    <a:pt x="40226" y="199"/>
                  </a:lnTo>
                  <a:lnTo>
                    <a:pt x="39829" y="100"/>
                  </a:lnTo>
                  <a:lnTo>
                    <a:pt x="39532" y="100"/>
                  </a:lnTo>
                  <a:lnTo>
                    <a:pt x="39136" y="199"/>
                  </a:lnTo>
                  <a:lnTo>
                    <a:pt x="38938" y="298"/>
                  </a:lnTo>
                  <a:lnTo>
                    <a:pt x="38838" y="298"/>
                  </a:lnTo>
                  <a:lnTo>
                    <a:pt x="38739" y="100"/>
                  </a:lnTo>
                  <a:lnTo>
                    <a:pt x="38640" y="199"/>
                  </a:lnTo>
                  <a:lnTo>
                    <a:pt x="38442" y="298"/>
                  </a:lnTo>
                  <a:lnTo>
                    <a:pt x="38244" y="199"/>
                  </a:lnTo>
                  <a:lnTo>
                    <a:pt x="38046" y="100"/>
                  </a:lnTo>
                  <a:lnTo>
                    <a:pt x="37749" y="100"/>
                  </a:lnTo>
                  <a:lnTo>
                    <a:pt x="37550" y="199"/>
                  </a:lnTo>
                  <a:lnTo>
                    <a:pt x="37253" y="199"/>
                  </a:lnTo>
                  <a:lnTo>
                    <a:pt x="36758" y="100"/>
                  </a:lnTo>
                  <a:lnTo>
                    <a:pt x="35470" y="100"/>
                  </a:lnTo>
                  <a:lnTo>
                    <a:pt x="35272" y="199"/>
                  </a:lnTo>
                  <a:lnTo>
                    <a:pt x="35074" y="397"/>
                  </a:lnTo>
                  <a:lnTo>
                    <a:pt x="34974" y="199"/>
                  </a:lnTo>
                  <a:lnTo>
                    <a:pt x="34875" y="100"/>
                  </a:lnTo>
                  <a:lnTo>
                    <a:pt x="34677" y="1"/>
                  </a:lnTo>
                  <a:lnTo>
                    <a:pt x="34380" y="1"/>
                  </a:lnTo>
                  <a:lnTo>
                    <a:pt x="34182" y="100"/>
                  </a:lnTo>
                  <a:lnTo>
                    <a:pt x="33786" y="199"/>
                  </a:lnTo>
                  <a:lnTo>
                    <a:pt x="33488" y="199"/>
                  </a:lnTo>
                  <a:lnTo>
                    <a:pt x="33191" y="100"/>
                  </a:lnTo>
                  <a:lnTo>
                    <a:pt x="32101" y="100"/>
                  </a:lnTo>
                  <a:lnTo>
                    <a:pt x="31804" y="199"/>
                  </a:lnTo>
                  <a:lnTo>
                    <a:pt x="31408" y="199"/>
                  </a:lnTo>
                  <a:lnTo>
                    <a:pt x="30912" y="100"/>
                  </a:lnTo>
                  <a:lnTo>
                    <a:pt x="29228" y="100"/>
                  </a:lnTo>
                  <a:lnTo>
                    <a:pt x="27544" y="1"/>
                  </a:lnTo>
                  <a:lnTo>
                    <a:pt x="25859" y="1"/>
                  </a:lnTo>
                  <a:lnTo>
                    <a:pt x="25661" y="100"/>
                  </a:lnTo>
                  <a:lnTo>
                    <a:pt x="25463" y="298"/>
                  </a:lnTo>
                  <a:lnTo>
                    <a:pt x="25166" y="397"/>
                  </a:lnTo>
                  <a:lnTo>
                    <a:pt x="24968" y="397"/>
                  </a:lnTo>
                  <a:lnTo>
                    <a:pt x="24769" y="298"/>
                  </a:lnTo>
                  <a:lnTo>
                    <a:pt x="24869" y="199"/>
                  </a:lnTo>
                  <a:lnTo>
                    <a:pt x="24968" y="199"/>
                  </a:lnTo>
                  <a:lnTo>
                    <a:pt x="25067" y="100"/>
                  </a:lnTo>
                  <a:lnTo>
                    <a:pt x="25067" y="1"/>
                  </a:lnTo>
                  <a:lnTo>
                    <a:pt x="24769" y="100"/>
                  </a:lnTo>
                  <a:lnTo>
                    <a:pt x="24373" y="100"/>
                  </a:lnTo>
                  <a:lnTo>
                    <a:pt x="23977" y="199"/>
                  </a:lnTo>
                  <a:lnTo>
                    <a:pt x="23581" y="298"/>
                  </a:lnTo>
                  <a:lnTo>
                    <a:pt x="23481" y="298"/>
                  </a:lnTo>
                  <a:lnTo>
                    <a:pt x="23283" y="199"/>
                  </a:lnTo>
                  <a:lnTo>
                    <a:pt x="23184" y="100"/>
                  </a:lnTo>
                  <a:lnTo>
                    <a:pt x="2278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7"/>
            <p:cNvSpPr/>
            <p:nvPr/>
          </p:nvSpPr>
          <p:spPr>
            <a:xfrm flipH="1">
              <a:off x="4772438" y="1504275"/>
              <a:ext cx="3084287" cy="1093878"/>
            </a:xfrm>
            <a:custGeom>
              <a:rect b="b" l="l" r="r" t="t"/>
              <a:pathLst>
                <a:path extrusionOk="0" h="43100" w="94719">
                  <a:moveTo>
                    <a:pt x="22788" y="1"/>
                  </a:moveTo>
                  <a:lnTo>
                    <a:pt x="21995" y="199"/>
                  </a:lnTo>
                  <a:lnTo>
                    <a:pt x="21896" y="298"/>
                  </a:lnTo>
                  <a:lnTo>
                    <a:pt x="21698" y="397"/>
                  </a:lnTo>
                  <a:lnTo>
                    <a:pt x="21500" y="496"/>
                  </a:lnTo>
                  <a:lnTo>
                    <a:pt x="21302" y="397"/>
                  </a:lnTo>
                  <a:lnTo>
                    <a:pt x="20905" y="298"/>
                  </a:lnTo>
                  <a:lnTo>
                    <a:pt x="20509" y="298"/>
                  </a:lnTo>
                  <a:lnTo>
                    <a:pt x="19816" y="397"/>
                  </a:lnTo>
                  <a:lnTo>
                    <a:pt x="19617" y="397"/>
                  </a:lnTo>
                  <a:lnTo>
                    <a:pt x="19617" y="298"/>
                  </a:lnTo>
                  <a:lnTo>
                    <a:pt x="19518" y="199"/>
                  </a:lnTo>
                  <a:lnTo>
                    <a:pt x="19320" y="100"/>
                  </a:lnTo>
                  <a:lnTo>
                    <a:pt x="19320" y="199"/>
                  </a:lnTo>
                  <a:lnTo>
                    <a:pt x="19221" y="298"/>
                  </a:lnTo>
                  <a:lnTo>
                    <a:pt x="19221" y="397"/>
                  </a:lnTo>
                  <a:lnTo>
                    <a:pt x="19221" y="496"/>
                  </a:lnTo>
                  <a:lnTo>
                    <a:pt x="19122" y="496"/>
                  </a:lnTo>
                  <a:lnTo>
                    <a:pt x="19023" y="397"/>
                  </a:lnTo>
                  <a:lnTo>
                    <a:pt x="18924" y="298"/>
                  </a:lnTo>
                  <a:lnTo>
                    <a:pt x="18825" y="199"/>
                  </a:lnTo>
                  <a:lnTo>
                    <a:pt x="18528" y="199"/>
                  </a:lnTo>
                  <a:lnTo>
                    <a:pt x="18131" y="298"/>
                  </a:lnTo>
                  <a:lnTo>
                    <a:pt x="16249" y="298"/>
                  </a:lnTo>
                  <a:lnTo>
                    <a:pt x="15753" y="397"/>
                  </a:lnTo>
                  <a:lnTo>
                    <a:pt x="15258" y="595"/>
                  </a:lnTo>
                  <a:lnTo>
                    <a:pt x="15060" y="397"/>
                  </a:lnTo>
                  <a:lnTo>
                    <a:pt x="14763" y="397"/>
                  </a:lnTo>
                  <a:lnTo>
                    <a:pt x="14564" y="298"/>
                  </a:lnTo>
                  <a:lnTo>
                    <a:pt x="14465" y="298"/>
                  </a:lnTo>
                  <a:lnTo>
                    <a:pt x="14069" y="496"/>
                  </a:lnTo>
                  <a:lnTo>
                    <a:pt x="13673" y="496"/>
                  </a:lnTo>
                  <a:lnTo>
                    <a:pt x="12979" y="397"/>
                  </a:lnTo>
                  <a:lnTo>
                    <a:pt x="12484" y="298"/>
                  </a:lnTo>
                  <a:lnTo>
                    <a:pt x="11889" y="397"/>
                  </a:lnTo>
                  <a:lnTo>
                    <a:pt x="11790" y="397"/>
                  </a:lnTo>
                  <a:lnTo>
                    <a:pt x="11691" y="496"/>
                  </a:lnTo>
                  <a:lnTo>
                    <a:pt x="11592" y="694"/>
                  </a:lnTo>
                  <a:lnTo>
                    <a:pt x="11394" y="496"/>
                  </a:lnTo>
                  <a:lnTo>
                    <a:pt x="11097" y="298"/>
                  </a:lnTo>
                  <a:lnTo>
                    <a:pt x="10601" y="298"/>
                  </a:lnTo>
                  <a:lnTo>
                    <a:pt x="10205" y="397"/>
                  </a:lnTo>
                  <a:lnTo>
                    <a:pt x="9412" y="397"/>
                  </a:lnTo>
                  <a:lnTo>
                    <a:pt x="9016" y="595"/>
                  </a:lnTo>
                  <a:lnTo>
                    <a:pt x="8818" y="496"/>
                  </a:lnTo>
                  <a:lnTo>
                    <a:pt x="8521" y="397"/>
                  </a:lnTo>
                  <a:lnTo>
                    <a:pt x="8323" y="397"/>
                  </a:lnTo>
                  <a:lnTo>
                    <a:pt x="8223" y="595"/>
                  </a:lnTo>
                  <a:lnTo>
                    <a:pt x="7926" y="595"/>
                  </a:lnTo>
                  <a:lnTo>
                    <a:pt x="7827" y="397"/>
                  </a:lnTo>
                  <a:lnTo>
                    <a:pt x="7728" y="496"/>
                  </a:lnTo>
                  <a:lnTo>
                    <a:pt x="7629" y="595"/>
                  </a:lnTo>
                  <a:lnTo>
                    <a:pt x="7431" y="496"/>
                  </a:lnTo>
                  <a:lnTo>
                    <a:pt x="7233" y="298"/>
                  </a:lnTo>
                  <a:lnTo>
                    <a:pt x="6737" y="298"/>
                  </a:lnTo>
                  <a:lnTo>
                    <a:pt x="6440" y="496"/>
                  </a:lnTo>
                  <a:lnTo>
                    <a:pt x="6242" y="595"/>
                  </a:lnTo>
                  <a:lnTo>
                    <a:pt x="6143" y="595"/>
                  </a:lnTo>
                  <a:lnTo>
                    <a:pt x="5945" y="496"/>
                  </a:lnTo>
                  <a:lnTo>
                    <a:pt x="5647" y="298"/>
                  </a:lnTo>
                  <a:lnTo>
                    <a:pt x="5251" y="199"/>
                  </a:lnTo>
                  <a:lnTo>
                    <a:pt x="4756" y="199"/>
                  </a:lnTo>
                  <a:lnTo>
                    <a:pt x="4359" y="397"/>
                  </a:lnTo>
                  <a:lnTo>
                    <a:pt x="4260" y="397"/>
                  </a:lnTo>
                  <a:lnTo>
                    <a:pt x="4260" y="298"/>
                  </a:lnTo>
                  <a:lnTo>
                    <a:pt x="4260" y="100"/>
                  </a:lnTo>
                  <a:lnTo>
                    <a:pt x="4062" y="100"/>
                  </a:lnTo>
                  <a:lnTo>
                    <a:pt x="3963" y="199"/>
                  </a:lnTo>
                  <a:lnTo>
                    <a:pt x="3864" y="298"/>
                  </a:lnTo>
                  <a:lnTo>
                    <a:pt x="3765" y="397"/>
                  </a:lnTo>
                  <a:lnTo>
                    <a:pt x="3666" y="298"/>
                  </a:lnTo>
                  <a:lnTo>
                    <a:pt x="3468" y="298"/>
                  </a:lnTo>
                  <a:lnTo>
                    <a:pt x="3270" y="199"/>
                  </a:lnTo>
                  <a:lnTo>
                    <a:pt x="2972" y="298"/>
                  </a:lnTo>
                  <a:lnTo>
                    <a:pt x="2081" y="100"/>
                  </a:lnTo>
                  <a:lnTo>
                    <a:pt x="1288" y="100"/>
                  </a:lnTo>
                  <a:lnTo>
                    <a:pt x="1189" y="298"/>
                  </a:lnTo>
                  <a:lnTo>
                    <a:pt x="1090" y="397"/>
                  </a:lnTo>
                  <a:lnTo>
                    <a:pt x="793" y="397"/>
                  </a:lnTo>
                  <a:lnTo>
                    <a:pt x="495" y="496"/>
                  </a:lnTo>
                  <a:lnTo>
                    <a:pt x="198" y="595"/>
                  </a:lnTo>
                  <a:lnTo>
                    <a:pt x="99" y="694"/>
                  </a:lnTo>
                  <a:lnTo>
                    <a:pt x="99" y="892"/>
                  </a:lnTo>
                  <a:lnTo>
                    <a:pt x="0" y="1388"/>
                  </a:lnTo>
                  <a:lnTo>
                    <a:pt x="99" y="1784"/>
                  </a:lnTo>
                  <a:lnTo>
                    <a:pt x="297" y="2180"/>
                  </a:lnTo>
                  <a:lnTo>
                    <a:pt x="594" y="2477"/>
                  </a:lnTo>
                  <a:lnTo>
                    <a:pt x="1090" y="3171"/>
                  </a:lnTo>
                  <a:lnTo>
                    <a:pt x="1684" y="3765"/>
                  </a:lnTo>
                  <a:lnTo>
                    <a:pt x="2180" y="4558"/>
                  </a:lnTo>
                  <a:lnTo>
                    <a:pt x="2774" y="5252"/>
                  </a:lnTo>
                  <a:lnTo>
                    <a:pt x="3369" y="5945"/>
                  </a:lnTo>
                  <a:lnTo>
                    <a:pt x="3864" y="6639"/>
                  </a:lnTo>
                  <a:lnTo>
                    <a:pt x="4756" y="7927"/>
                  </a:lnTo>
                  <a:lnTo>
                    <a:pt x="5647" y="9215"/>
                  </a:lnTo>
                  <a:lnTo>
                    <a:pt x="6143" y="10106"/>
                  </a:lnTo>
                  <a:lnTo>
                    <a:pt x="6440" y="10503"/>
                  </a:lnTo>
                  <a:lnTo>
                    <a:pt x="6737" y="10800"/>
                  </a:lnTo>
                  <a:lnTo>
                    <a:pt x="6935" y="11097"/>
                  </a:lnTo>
                  <a:lnTo>
                    <a:pt x="7134" y="11394"/>
                  </a:lnTo>
                  <a:lnTo>
                    <a:pt x="7233" y="11692"/>
                  </a:lnTo>
                  <a:lnTo>
                    <a:pt x="7431" y="11989"/>
                  </a:lnTo>
                  <a:lnTo>
                    <a:pt x="7926" y="12782"/>
                  </a:lnTo>
                  <a:lnTo>
                    <a:pt x="8323" y="13574"/>
                  </a:lnTo>
                  <a:lnTo>
                    <a:pt x="9016" y="14763"/>
                  </a:lnTo>
                  <a:lnTo>
                    <a:pt x="9313" y="15358"/>
                  </a:lnTo>
                  <a:lnTo>
                    <a:pt x="9611" y="15952"/>
                  </a:lnTo>
                  <a:lnTo>
                    <a:pt x="9908" y="16547"/>
                  </a:lnTo>
                  <a:lnTo>
                    <a:pt x="10007" y="16745"/>
                  </a:lnTo>
                  <a:lnTo>
                    <a:pt x="10304" y="17042"/>
                  </a:lnTo>
                  <a:lnTo>
                    <a:pt x="10403" y="17141"/>
                  </a:lnTo>
                  <a:lnTo>
                    <a:pt x="10403" y="17339"/>
                  </a:lnTo>
                  <a:lnTo>
                    <a:pt x="10403" y="17537"/>
                  </a:lnTo>
                  <a:lnTo>
                    <a:pt x="10502" y="17735"/>
                  </a:lnTo>
                  <a:lnTo>
                    <a:pt x="10799" y="18231"/>
                  </a:lnTo>
                  <a:lnTo>
                    <a:pt x="10998" y="18528"/>
                  </a:lnTo>
                  <a:lnTo>
                    <a:pt x="10899" y="18825"/>
                  </a:lnTo>
                  <a:lnTo>
                    <a:pt x="10899" y="18924"/>
                  </a:lnTo>
                  <a:lnTo>
                    <a:pt x="10998" y="18924"/>
                  </a:lnTo>
                  <a:lnTo>
                    <a:pt x="11196" y="19023"/>
                  </a:lnTo>
                  <a:lnTo>
                    <a:pt x="11295" y="19123"/>
                  </a:lnTo>
                  <a:lnTo>
                    <a:pt x="11295" y="19222"/>
                  </a:lnTo>
                  <a:lnTo>
                    <a:pt x="11295" y="19321"/>
                  </a:lnTo>
                  <a:lnTo>
                    <a:pt x="11196" y="19519"/>
                  </a:lnTo>
                  <a:lnTo>
                    <a:pt x="11196" y="19618"/>
                  </a:lnTo>
                  <a:lnTo>
                    <a:pt x="11394" y="19816"/>
                  </a:lnTo>
                  <a:lnTo>
                    <a:pt x="11592" y="19915"/>
                  </a:lnTo>
                  <a:lnTo>
                    <a:pt x="11691" y="20113"/>
                  </a:lnTo>
                  <a:lnTo>
                    <a:pt x="11691" y="20212"/>
                  </a:lnTo>
                  <a:lnTo>
                    <a:pt x="11592" y="20411"/>
                  </a:lnTo>
                  <a:lnTo>
                    <a:pt x="11196" y="21104"/>
                  </a:lnTo>
                  <a:lnTo>
                    <a:pt x="10799" y="21897"/>
                  </a:lnTo>
                  <a:lnTo>
                    <a:pt x="10502" y="22590"/>
                  </a:lnTo>
                  <a:lnTo>
                    <a:pt x="10106" y="23383"/>
                  </a:lnTo>
                  <a:lnTo>
                    <a:pt x="9214" y="24968"/>
                  </a:lnTo>
                  <a:lnTo>
                    <a:pt x="8323" y="26652"/>
                  </a:lnTo>
                  <a:lnTo>
                    <a:pt x="8025" y="27049"/>
                  </a:lnTo>
                  <a:lnTo>
                    <a:pt x="7728" y="27544"/>
                  </a:lnTo>
                  <a:lnTo>
                    <a:pt x="6638" y="29229"/>
                  </a:lnTo>
                  <a:lnTo>
                    <a:pt x="5647" y="31111"/>
                  </a:lnTo>
                  <a:lnTo>
                    <a:pt x="5152" y="32102"/>
                  </a:lnTo>
                  <a:lnTo>
                    <a:pt x="4459" y="33192"/>
                  </a:lnTo>
                  <a:lnTo>
                    <a:pt x="4161" y="33786"/>
                  </a:lnTo>
                  <a:lnTo>
                    <a:pt x="3765" y="34480"/>
                  </a:lnTo>
                  <a:lnTo>
                    <a:pt x="3270" y="35768"/>
                  </a:lnTo>
                  <a:lnTo>
                    <a:pt x="2873" y="36461"/>
                  </a:lnTo>
                  <a:lnTo>
                    <a:pt x="2576" y="37056"/>
                  </a:lnTo>
                  <a:lnTo>
                    <a:pt x="1882" y="38046"/>
                  </a:lnTo>
                  <a:lnTo>
                    <a:pt x="1288" y="39235"/>
                  </a:lnTo>
                  <a:lnTo>
                    <a:pt x="991" y="39830"/>
                  </a:lnTo>
                  <a:lnTo>
                    <a:pt x="793" y="40424"/>
                  </a:lnTo>
                  <a:lnTo>
                    <a:pt x="694" y="41118"/>
                  </a:lnTo>
                  <a:lnTo>
                    <a:pt x="694" y="41415"/>
                  </a:lnTo>
                  <a:lnTo>
                    <a:pt x="793" y="41811"/>
                  </a:lnTo>
                  <a:lnTo>
                    <a:pt x="793" y="42010"/>
                  </a:lnTo>
                  <a:lnTo>
                    <a:pt x="892" y="42208"/>
                  </a:lnTo>
                  <a:lnTo>
                    <a:pt x="1090" y="42406"/>
                  </a:lnTo>
                  <a:lnTo>
                    <a:pt x="1486" y="42307"/>
                  </a:lnTo>
                  <a:lnTo>
                    <a:pt x="1585" y="42307"/>
                  </a:lnTo>
                  <a:lnTo>
                    <a:pt x="1783" y="42505"/>
                  </a:lnTo>
                  <a:lnTo>
                    <a:pt x="1882" y="42703"/>
                  </a:lnTo>
                  <a:lnTo>
                    <a:pt x="1882" y="43099"/>
                  </a:lnTo>
                  <a:lnTo>
                    <a:pt x="2081" y="42901"/>
                  </a:lnTo>
                  <a:lnTo>
                    <a:pt x="2378" y="42802"/>
                  </a:lnTo>
                  <a:lnTo>
                    <a:pt x="2576" y="42802"/>
                  </a:lnTo>
                  <a:lnTo>
                    <a:pt x="2873" y="42901"/>
                  </a:lnTo>
                  <a:lnTo>
                    <a:pt x="3270" y="43000"/>
                  </a:lnTo>
                  <a:lnTo>
                    <a:pt x="3468" y="43000"/>
                  </a:lnTo>
                  <a:lnTo>
                    <a:pt x="3666" y="42802"/>
                  </a:lnTo>
                  <a:lnTo>
                    <a:pt x="3864" y="42703"/>
                  </a:lnTo>
                  <a:lnTo>
                    <a:pt x="3963" y="42802"/>
                  </a:lnTo>
                  <a:lnTo>
                    <a:pt x="4260" y="43000"/>
                  </a:lnTo>
                  <a:lnTo>
                    <a:pt x="4855" y="43000"/>
                  </a:lnTo>
                  <a:lnTo>
                    <a:pt x="5053" y="42901"/>
                  </a:lnTo>
                  <a:lnTo>
                    <a:pt x="5152" y="42802"/>
                  </a:lnTo>
                  <a:lnTo>
                    <a:pt x="5548" y="42802"/>
                  </a:lnTo>
                  <a:lnTo>
                    <a:pt x="5846" y="42901"/>
                  </a:lnTo>
                  <a:lnTo>
                    <a:pt x="5945" y="42802"/>
                  </a:lnTo>
                  <a:lnTo>
                    <a:pt x="5945" y="42703"/>
                  </a:lnTo>
                  <a:lnTo>
                    <a:pt x="6143" y="42802"/>
                  </a:lnTo>
                  <a:lnTo>
                    <a:pt x="6341" y="42802"/>
                  </a:lnTo>
                  <a:lnTo>
                    <a:pt x="6737" y="42901"/>
                  </a:lnTo>
                  <a:lnTo>
                    <a:pt x="7530" y="42802"/>
                  </a:lnTo>
                  <a:lnTo>
                    <a:pt x="7926" y="42703"/>
                  </a:lnTo>
                  <a:lnTo>
                    <a:pt x="8223" y="42505"/>
                  </a:lnTo>
                  <a:lnTo>
                    <a:pt x="8422" y="42505"/>
                  </a:lnTo>
                  <a:lnTo>
                    <a:pt x="8521" y="42604"/>
                  </a:lnTo>
                  <a:lnTo>
                    <a:pt x="9313" y="42604"/>
                  </a:lnTo>
                  <a:lnTo>
                    <a:pt x="10007" y="42505"/>
                  </a:lnTo>
                  <a:lnTo>
                    <a:pt x="11790" y="42505"/>
                  </a:lnTo>
                  <a:lnTo>
                    <a:pt x="12583" y="42406"/>
                  </a:lnTo>
                  <a:lnTo>
                    <a:pt x="14069" y="42406"/>
                  </a:lnTo>
                  <a:lnTo>
                    <a:pt x="14664" y="42307"/>
                  </a:lnTo>
                  <a:lnTo>
                    <a:pt x="15258" y="42208"/>
                  </a:lnTo>
                  <a:lnTo>
                    <a:pt x="15555" y="42307"/>
                  </a:lnTo>
                  <a:lnTo>
                    <a:pt x="15852" y="42406"/>
                  </a:lnTo>
                  <a:lnTo>
                    <a:pt x="16249" y="42406"/>
                  </a:lnTo>
                  <a:lnTo>
                    <a:pt x="16744" y="42307"/>
                  </a:lnTo>
                  <a:lnTo>
                    <a:pt x="17339" y="42208"/>
                  </a:lnTo>
                  <a:lnTo>
                    <a:pt x="18825" y="42208"/>
                  </a:lnTo>
                  <a:lnTo>
                    <a:pt x="19518" y="42109"/>
                  </a:lnTo>
                  <a:lnTo>
                    <a:pt x="20311" y="42109"/>
                  </a:lnTo>
                  <a:lnTo>
                    <a:pt x="20608" y="42208"/>
                  </a:lnTo>
                  <a:lnTo>
                    <a:pt x="20707" y="42208"/>
                  </a:lnTo>
                  <a:lnTo>
                    <a:pt x="20905" y="42010"/>
                  </a:lnTo>
                  <a:lnTo>
                    <a:pt x="21104" y="42010"/>
                  </a:lnTo>
                  <a:lnTo>
                    <a:pt x="21302" y="42109"/>
                  </a:lnTo>
                  <a:lnTo>
                    <a:pt x="21698" y="42208"/>
                  </a:lnTo>
                  <a:lnTo>
                    <a:pt x="22590" y="42208"/>
                  </a:lnTo>
                  <a:lnTo>
                    <a:pt x="22986" y="42010"/>
                  </a:lnTo>
                  <a:lnTo>
                    <a:pt x="23184" y="42010"/>
                  </a:lnTo>
                  <a:lnTo>
                    <a:pt x="23283" y="42109"/>
                  </a:lnTo>
                  <a:lnTo>
                    <a:pt x="23283" y="42208"/>
                  </a:lnTo>
                  <a:lnTo>
                    <a:pt x="23382" y="42208"/>
                  </a:lnTo>
                  <a:lnTo>
                    <a:pt x="23581" y="42010"/>
                  </a:lnTo>
                  <a:lnTo>
                    <a:pt x="23977" y="42010"/>
                  </a:lnTo>
                  <a:lnTo>
                    <a:pt x="24274" y="42109"/>
                  </a:lnTo>
                  <a:lnTo>
                    <a:pt x="24472" y="42208"/>
                  </a:lnTo>
                  <a:lnTo>
                    <a:pt x="26355" y="42208"/>
                  </a:lnTo>
                  <a:lnTo>
                    <a:pt x="26652" y="42109"/>
                  </a:lnTo>
                  <a:lnTo>
                    <a:pt x="26850" y="42010"/>
                  </a:lnTo>
                  <a:lnTo>
                    <a:pt x="27048" y="42010"/>
                  </a:lnTo>
                  <a:lnTo>
                    <a:pt x="27246" y="42109"/>
                  </a:lnTo>
                  <a:lnTo>
                    <a:pt x="27643" y="42010"/>
                  </a:lnTo>
                  <a:lnTo>
                    <a:pt x="28039" y="41911"/>
                  </a:lnTo>
                  <a:lnTo>
                    <a:pt x="28237" y="42010"/>
                  </a:lnTo>
                  <a:lnTo>
                    <a:pt x="28435" y="42010"/>
                  </a:lnTo>
                  <a:lnTo>
                    <a:pt x="28733" y="42109"/>
                  </a:lnTo>
                  <a:lnTo>
                    <a:pt x="29030" y="42109"/>
                  </a:lnTo>
                  <a:lnTo>
                    <a:pt x="29327" y="42010"/>
                  </a:lnTo>
                  <a:lnTo>
                    <a:pt x="29624" y="42010"/>
                  </a:lnTo>
                  <a:lnTo>
                    <a:pt x="29921" y="41911"/>
                  </a:lnTo>
                  <a:lnTo>
                    <a:pt x="30120" y="42010"/>
                  </a:lnTo>
                  <a:lnTo>
                    <a:pt x="30219" y="42109"/>
                  </a:lnTo>
                  <a:lnTo>
                    <a:pt x="30219" y="42208"/>
                  </a:lnTo>
                  <a:lnTo>
                    <a:pt x="30318" y="42109"/>
                  </a:lnTo>
                  <a:lnTo>
                    <a:pt x="30417" y="42010"/>
                  </a:lnTo>
                  <a:lnTo>
                    <a:pt x="30714" y="42109"/>
                  </a:lnTo>
                  <a:lnTo>
                    <a:pt x="31110" y="42109"/>
                  </a:lnTo>
                  <a:lnTo>
                    <a:pt x="31209" y="42010"/>
                  </a:lnTo>
                  <a:lnTo>
                    <a:pt x="31408" y="42010"/>
                  </a:lnTo>
                  <a:lnTo>
                    <a:pt x="31705" y="42109"/>
                  </a:lnTo>
                  <a:lnTo>
                    <a:pt x="32101" y="42109"/>
                  </a:lnTo>
                  <a:lnTo>
                    <a:pt x="32795" y="42010"/>
                  </a:lnTo>
                  <a:lnTo>
                    <a:pt x="33389" y="41911"/>
                  </a:lnTo>
                  <a:lnTo>
                    <a:pt x="33786" y="41911"/>
                  </a:lnTo>
                  <a:lnTo>
                    <a:pt x="34083" y="42010"/>
                  </a:lnTo>
                  <a:lnTo>
                    <a:pt x="34479" y="42010"/>
                  </a:lnTo>
                  <a:lnTo>
                    <a:pt x="35371" y="41911"/>
                  </a:lnTo>
                  <a:lnTo>
                    <a:pt x="36163" y="42010"/>
                  </a:lnTo>
                  <a:lnTo>
                    <a:pt x="36758" y="42010"/>
                  </a:lnTo>
                  <a:lnTo>
                    <a:pt x="37253" y="42109"/>
                  </a:lnTo>
                  <a:lnTo>
                    <a:pt x="37550" y="42010"/>
                  </a:lnTo>
                  <a:lnTo>
                    <a:pt x="37848" y="42109"/>
                  </a:lnTo>
                  <a:lnTo>
                    <a:pt x="38244" y="42109"/>
                  </a:lnTo>
                  <a:lnTo>
                    <a:pt x="38343" y="42010"/>
                  </a:lnTo>
                  <a:lnTo>
                    <a:pt x="38442" y="42109"/>
                  </a:lnTo>
                  <a:lnTo>
                    <a:pt x="38640" y="42208"/>
                  </a:lnTo>
                  <a:lnTo>
                    <a:pt x="38938" y="42109"/>
                  </a:lnTo>
                  <a:lnTo>
                    <a:pt x="39631" y="42109"/>
                  </a:lnTo>
                  <a:lnTo>
                    <a:pt x="40027" y="42208"/>
                  </a:lnTo>
                  <a:lnTo>
                    <a:pt x="40820" y="42208"/>
                  </a:lnTo>
                  <a:lnTo>
                    <a:pt x="41216" y="41911"/>
                  </a:lnTo>
                  <a:lnTo>
                    <a:pt x="41514" y="41911"/>
                  </a:lnTo>
                  <a:lnTo>
                    <a:pt x="41811" y="42109"/>
                  </a:lnTo>
                  <a:lnTo>
                    <a:pt x="42108" y="42109"/>
                  </a:lnTo>
                  <a:lnTo>
                    <a:pt x="42603" y="41911"/>
                  </a:lnTo>
                  <a:lnTo>
                    <a:pt x="45179" y="41911"/>
                  </a:lnTo>
                  <a:lnTo>
                    <a:pt x="45675" y="42010"/>
                  </a:lnTo>
                  <a:lnTo>
                    <a:pt x="46269" y="42109"/>
                  </a:lnTo>
                  <a:lnTo>
                    <a:pt x="46368" y="42208"/>
                  </a:lnTo>
                  <a:lnTo>
                    <a:pt x="46567" y="42208"/>
                  </a:lnTo>
                  <a:lnTo>
                    <a:pt x="47062" y="42109"/>
                  </a:lnTo>
                  <a:lnTo>
                    <a:pt x="47557" y="42109"/>
                  </a:lnTo>
                  <a:lnTo>
                    <a:pt x="48053" y="42010"/>
                  </a:lnTo>
                  <a:lnTo>
                    <a:pt x="48548" y="41911"/>
                  </a:lnTo>
                  <a:lnTo>
                    <a:pt x="48845" y="41911"/>
                  </a:lnTo>
                  <a:lnTo>
                    <a:pt x="49043" y="42010"/>
                  </a:lnTo>
                  <a:lnTo>
                    <a:pt x="49143" y="42109"/>
                  </a:lnTo>
                  <a:lnTo>
                    <a:pt x="49341" y="42208"/>
                  </a:lnTo>
                  <a:lnTo>
                    <a:pt x="49638" y="42109"/>
                  </a:lnTo>
                  <a:lnTo>
                    <a:pt x="50629" y="42109"/>
                  </a:lnTo>
                  <a:lnTo>
                    <a:pt x="51025" y="42010"/>
                  </a:lnTo>
                  <a:lnTo>
                    <a:pt x="51322" y="41911"/>
                  </a:lnTo>
                  <a:lnTo>
                    <a:pt x="51719" y="42010"/>
                  </a:lnTo>
                  <a:lnTo>
                    <a:pt x="51917" y="42010"/>
                  </a:lnTo>
                  <a:lnTo>
                    <a:pt x="52115" y="41911"/>
                  </a:lnTo>
                  <a:lnTo>
                    <a:pt x="52313" y="41811"/>
                  </a:lnTo>
                  <a:lnTo>
                    <a:pt x="52610" y="41911"/>
                  </a:lnTo>
                  <a:lnTo>
                    <a:pt x="52808" y="42010"/>
                  </a:lnTo>
                  <a:lnTo>
                    <a:pt x="54394" y="42010"/>
                  </a:lnTo>
                  <a:lnTo>
                    <a:pt x="55087" y="42208"/>
                  </a:lnTo>
                  <a:lnTo>
                    <a:pt x="55384" y="42208"/>
                  </a:lnTo>
                  <a:lnTo>
                    <a:pt x="56276" y="42010"/>
                  </a:lnTo>
                  <a:lnTo>
                    <a:pt x="58951" y="42010"/>
                  </a:lnTo>
                  <a:lnTo>
                    <a:pt x="59744" y="42109"/>
                  </a:lnTo>
                  <a:lnTo>
                    <a:pt x="60140" y="42010"/>
                  </a:lnTo>
                  <a:lnTo>
                    <a:pt x="60537" y="41911"/>
                  </a:lnTo>
                  <a:lnTo>
                    <a:pt x="60834" y="41911"/>
                  </a:lnTo>
                  <a:lnTo>
                    <a:pt x="60933" y="42010"/>
                  </a:lnTo>
                  <a:lnTo>
                    <a:pt x="60933" y="42109"/>
                  </a:lnTo>
                  <a:lnTo>
                    <a:pt x="60933" y="42208"/>
                  </a:lnTo>
                  <a:lnTo>
                    <a:pt x="61131" y="42109"/>
                  </a:lnTo>
                  <a:lnTo>
                    <a:pt x="61329" y="42010"/>
                  </a:lnTo>
                  <a:lnTo>
                    <a:pt x="61428" y="42010"/>
                  </a:lnTo>
                  <a:lnTo>
                    <a:pt x="61725" y="42109"/>
                  </a:lnTo>
                  <a:lnTo>
                    <a:pt x="62023" y="42109"/>
                  </a:lnTo>
                  <a:lnTo>
                    <a:pt x="62122" y="42010"/>
                  </a:lnTo>
                  <a:lnTo>
                    <a:pt x="62320" y="42010"/>
                  </a:lnTo>
                  <a:lnTo>
                    <a:pt x="62815" y="42109"/>
                  </a:lnTo>
                  <a:lnTo>
                    <a:pt x="63608" y="42109"/>
                  </a:lnTo>
                  <a:lnTo>
                    <a:pt x="63707" y="41911"/>
                  </a:lnTo>
                  <a:lnTo>
                    <a:pt x="63707" y="41811"/>
                  </a:lnTo>
                  <a:lnTo>
                    <a:pt x="63806" y="41811"/>
                  </a:lnTo>
                  <a:lnTo>
                    <a:pt x="64004" y="41911"/>
                  </a:lnTo>
                  <a:lnTo>
                    <a:pt x="64103" y="42208"/>
                  </a:lnTo>
                  <a:lnTo>
                    <a:pt x="64797" y="42208"/>
                  </a:lnTo>
                  <a:lnTo>
                    <a:pt x="65788" y="42109"/>
                  </a:lnTo>
                  <a:lnTo>
                    <a:pt x="66679" y="42208"/>
                  </a:lnTo>
                  <a:lnTo>
                    <a:pt x="68463" y="42208"/>
                  </a:lnTo>
                  <a:lnTo>
                    <a:pt x="69057" y="42010"/>
                  </a:lnTo>
                  <a:lnTo>
                    <a:pt x="69156" y="42010"/>
                  </a:lnTo>
                  <a:lnTo>
                    <a:pt x="69255" y="42109"/>
                  </a:lnTo>
                  <a:lnTo>
                    <a:pt x="69354" y="42307"/>
                  </a:lnTo>
                  <a:lnTo>
                    <a:pt x="69652" y="42307"/>
                  </a:lnTo>
                  <a:lnTo>
                    <a:pt x="69751" y="42109"/>
                  </a:lnTo>
                  <a:lnTo>
                    <a:pt x="69850" y="42010"/>
                  </a:lnTo>
                  <a:lnTo>
                    <a:pt x="69949" y="42010"/>
                  </a:lnTo>
                  <a:lnTo>
                    <a:pt x="70345" y="42208"/>
                  </a:lnTo>
                  <a:lnTo>
                    <a:pt x="70543" y="42307"/>
                  </a:lnTo>
                  <a:lnTo>
                    <a:pt x="70841" y="42307"/>
                  </a:lnTo>
                  <a:lnTo>
                    <a:pt x="71534" y="42208"/>
                  </a:lnTo>
                  <a:lnTo>
                    <a:pt x="72327" y="42208"/>
                  </a:lnTo>
                  <a:lnTo>
                    <a:pt x="73813" y="42406"/>
                  </a:lnTo>
                  <a:lnTo>
                    <a:pt x="74407" y="42406"/>
                  </a:lnTo>
                  <a:lnTo>
                    <a:pt x="74705" y="42307"/>
                  </a:lnTo>
                  <a:lnTo>
                    <a:pt x="74903" y="42208"/>
                  </a:lnTo>
                  <a:lnTo>
                    <a:pt x="75101" y="42109"/>
                  </a:lnTo>
                  <a:lnTo>
                    <a:pt x="75299" y="42109"/>
                  </a:lnTo>
                  <a:lnTo>
                    <a:pt x="75596" y="42208"/>
                  </a:lnTo>
                  <a:lnTo>
                    <a:pt x="76092" y="42307"/>
                  </a:lnTo>
                  <a:lnTo>
                    <a:pt x="77479" y="42307"/>
                  </a:lnTo>
                  <a:lnTo>
                    <a:pt x="77974" y="42406"/>
                  </a:lnTo>
                  <a:lnTo>
                    <a:pt x="78569" y="42406"/>
                  </a:lnTo>
                  <a:lnTo>
                    <a:pt x="79659" y="42307"/>
                  </a:lnTo>
                  <a:lnTo>
                    <a:pt x="80451" y="42208"/>
                  </a:lnTo>
                  <a:lnTo>
                    <a:pt x="81145" y="42307"/>
                  </a:lnTo>
                  <a:lnTo>
                    <a:pt x="82532" y="42307"/>
                  </a:lnTo>
                  <a:lnTo>
                    <a:pt x="83523" y="42208"/>
                  </a:lnTo>
                  <a:lnTo>
                    <a:pt x="84018" y="42208"/>
                  </a:lnTo>
                  <a:lnTo>
                    <a:pt x="84513" y="42307"/>
                  </a:lnTo>
                  <a:lnTo>
                    <a:pt x="84811" y="42307"/>
                  </a:lnTo>
                  <a:lnTo>
                    <a:pt x="85009" y="42208"/>
                  </a:lnTo>
                  <a:lnTo>
                    <a:pt x="85207" y="42109"/>
                  </a:lnTo>
                  <a:lnTo>
                    <a:pt x="85603" y="42109"/>
                  </a:lnTo>
                  <a:lnTo>
                    <a:pt x="85999" y="42208"/>
                  </a:lnTo>
                  <a:lnTo>
                    <a:pt x="87089" y="42208"/>
                  </a:lnTo>
                  <a:lnTo>
                    <a:pt x="87188" y="42109"/>
                  </a:lnTo>
                  <a:lnTo>
                    <a:pt x="87288" y="41911"/>
                  </a:lnTo>
                  <a:lnTo>
                    <a:pt x="87387" y="41911"/>
                  </a:lnTo>
                  <a:lnTo>
                    <a:pt x="87684" y="42010"/>
                  </a:lnTo>
                  <a:lnTo>
                    <a:pt x="87882" y="42010"/>
                  </a:lnTo>
                  <a:lnTo>
                    <a:pt x="88476" y="41911"/>
                  </a:lnTo>
                  <a:lnTo>
                    <a:pt x="89368" y="41811"/>
                  </a:lnTo>
                  <a:lnTo>
                    <a:pt x="89864" y="41811"/>
                  </a:lnTo>
                  <a:lnTo>
                    <a:pt x="90260" y="41712"/>
                  </a:lnTo>
                  <a:lnTo>
                    <a:pt x="90953" y="41712"/>
                  </a:lnTo>
                  <a:lnTo>
                    <a:pt x="91548" y="41911"/>
                  </a:lnTo>
                  <a:lnTo>
                    <a:pt x="92043" y="42010"/>
                  </a:lnTo>
                  <a:lnTo>
                    <a:pt x="92241" y="41911"/>
                  </a:lnTo>
                  <a:lnTo>
                    <a:pt x="92340" y="41712"/>
                  </a:lnTo>
                  <a:lnTo>
                    <a:pt x="92539" y="41514"/>
                  </a:lnTo>
                  <a:lnTo>
                    <a:pt x="92737" y="41514"/>
                  </a:lnTo>
                  <a:lnTo>
                    <a:pt x="92935" y="41613"/>
                  </a:lnTo>
                  <a:lnTo>
                    <a:pt x="93034" y="41811"/>
                  </a:lnTo>
                  <a:lnTo>
                    <a:pt x="93232" y="42010"/>
                  </a:lnTo>
                  <a:lnTo>
                    <a:pt x="93331" y="42109"/>
                  </a:lnTo>
                  <a:lnTo>
                    <a:pt x="93529" y="42109"/>
                  </a:lnTo>
                  <a:lnTo>
                    <a:pt x="93728" y="41911"/>
                  </a:lnTo>
                  <a:lnTo>
                    <a:pt x="94124" y="41415"/>
                  </a:lnTo>
                  <a:lnTo>
                    <a:pt x="94421" y="40821"/>
                  </a:lnTo>
                  <a:lnTo>
                    <a:pt x="94520" y="40226"/>
                  </a:lnTo>
                  <a:lnTo>
                    <a:pt x="94619" y="39632"/>
                  </a:lnTo>
                  <a:lnTo>
                    <a:pt x="94718" y="38542"/>
                  </a:lnTo>
                  <a:lnTo>
                    <a:pt x="94718" y="38046"/>
                  </a:lnTo>
                  <a:lnTo>
                    <a:pt x="94619" y="37551"/>
                  </a:lnTo>
                  <a:lnTo>
                    <a:pt x="94520" y="36957"/>
                  </a:lnTo>
                  <a:lnTo>
                    <a:pt x="94520" y="36263"/>
                  </a:lnTo>
                  <a:lnTo>
                    <a:pt x="94520" y="35669"/>
                  </a:lnTo>
                  <a:lnTo>
                    <a:pt x="94421" y="35371"/>
                  </a:lnTo>
                  <a:lnTo>
                    <a:pt x="94322" y="35074"/>
                  </a:lnTo>
                  <a:lnTo>
                    <a:pt x="94223" y="34975"/>
                  </a:lnTo>
                  <a:lnTo>
                    <a:pt x="94322" y="34876"/>
                  </a:lnTo>
                  <a:lnTo>
                    <a:pt x="94322" y="34678"/>
                  </a:lnTo>
                  <a:lnTo>
                    <a:pt x="94223" y="33687"/>
                  </a:lnTo>
                  <a:lnTo>
                    <a:pt x="94223" y="32795"/>
                  </a:lnTo>
                  <a:lnTo>
                    <a:pt x="94223" y="31805"/>
                  </a:lnTo>
                  <a:lnTo>
                    <a:pt x="94124" y="30913"/>
                  </a:lnTo>
                  <a:lnTo>
                    <a:pt x="93926" y="28832"/>
                  </a:lnTo>
                  <a:lnTo>
                    <a:pt x="93827" y="27742"/>
                  </a:lnTo>
                  <a:lnTo>
                    <a:pt x="93827" y="27247"/>
                  </a:lnTo>
                  <a:lnTo>
                    <a:pt x="93728" y="26752"/>
                  </a:lnTo>
                  <a:lnTo>
                    <a:pt x="93728" y="26454"/>
                  </a:lnTo>
                  <a:lnTo>
                    <a:pt x="93628" y="26058"/>
                  </a:lnTo>
                  <a:lnTo>
                    <a:pt x="93529" y="25464"/>
                  </a:lnTo>
                  <a:lnTo>
                    <a:pt x="93331" y="23185"/>
                  </a:lnTo>
                  <a:lnTo>
                    <a:pt x="93331" y="21798"/>
                  </a:lnTo>
                  <a:lnTo>
                    <a:pt x="93232" y="21203"/>
                  </a:lnTo>
                  <a:lnTo>
                    <a:pt x="92935" y="20510"/>
                  </a:lnTo>
                  <a:lnTo>
                    <a:pt x="92836" y="20411"/>
                  </a:lnTo>
                  <a:lnTo>
                    <a:pt x="92836" y="20312"/>
                  </a:lnTo>
                  <a:lnTo>
                    <a:pt x="92935" y="20212"/>
                  </a:lnTo>
                  <a:lnTo>
                    <a:pt x="93034" y="20113"/>
                  </a:lnTo>
                  <a:lnTo>
                    <a:pt x="93034" y="20014"/>
                  </a:lnTo>
                  <a:lnTo>
                    <a:pt x="92836" y="19915"/>
                  </a:lnTo>
                  <a:lnTo>
                    <a:pt x="92737" y="19915"/>
                  </a:lnTo>
                  <a:lnTo>
                    <a:pt x="92737" y="19816"/>
                  </a:lnTo>
                  <a:lnTo>
                    <a:pt x="92935" y="19717"/>
                  </a:lnTo>
                  <a:lnTo>
                    <a:pt x="93034" y="19618"/>
                  </a:lnTo>
                  <a:lnTo>
                    <a:pt x="93034" y="19519"/>
                  </a:lnTo>
                  <a:lnTo>
                    <a:pt x="92935" y="19420"/>
                  </a:lnTo>
                  <a:lnTo>
                    <a:pt x="92737" y="19123"/>
                  </a:lnTo>
                  <a:lnTo>
                    <a:pt x="92737" y="19023"/>
                  </a:lnTo>
                  <a:lnTo>
                    <a:pt x="92935" y="18924"/>
                  </a:lnTo>
                  <a:lnTo>
                    <a:pt x="92935" y="18825"/>
                  </a:lnTo>
                  <a:lnTo>
                    <a:pt x="92935" y="18627"/>
                  </a:lnTo>
                  <a:lnTo>
                    <a:pt x="92737" y="18033"/>
                  </a:lnTo>
                  <a:lnTo>
                    <a:pt x="92638" y="17438"/>
                  </a:lnTo>
                  <a:lnTo>
                    <a:pt x="92638" y="16844"/>
                  </a:lnTo>
                  <a:lnTo>
                    <a:pt x="92539" y="16249"/>
                  </a:lnTo>
                  <a:lnTo>
                    <a:pt x="92440" y="15159"/>
                  </a:lnTo>
                  <a:lnTo>
                    <a:pt x="92241" y="14070"/>
                  </a:lnTo>
                  <a:lnTo>
                    <a:pt x="92043" y="12881"/>
                  </a:lnTo>
                  <a:lnTo>
                    <a:pt x="91944" y="12286"/>
                  </a:lnTo>
                  <a:lnTo>
                    <a:pt x="91746" y="11692"/>
                  </a:lnTo>
                  <a:lnTo>
                    <a:pt x="91746" y="11394"/>
                  </a:lnTo>
                  <a:lnTo>
                    <a:pt x="91845" y="11097"/>
                  </a:lnTo>
                  <a:lnTo>
                    <a:pt x="91746" y="10800"/>
                  </a:lnTo>
                  <a:lnTo>
                    <a:pt x="91647" y="10701"/>
                  </a:lnTo>
                  <a:lnTo>
                    <a:pt x="91449" y="10602"/>
                  </a:lnTo>
                  <a:lnTo>
                    <a:pt x="91548" y="10305"/>
                  </a:lnTo>
                  <a:lnTo>
                    <a:pt x="91449" y="9908"/>
                  </a:lnTo>
                  <a:lnTo>
                    <a:pt x="91251" y="9314"/>
                  </a:lnTo>
                  <a:lnTo>
                    <a:pt x="91052" y="7332"/>
                  </a:lnTo>
                  <a:lnTo>
                    <a:pt x="90854" y="6341"/>
                  </a:lnTo>
                  <a:lnTo>
                    <a:pt x="90557" y="5450"/>
                  </a:lnTo>
                  <a:lnTo>
                    <a:pt x="90359" y="4657"/>
                  </a:lnTo>
                  <a:lnTo>
                    <a:pt x="90260" y="4162"/>
                  </a:lnTo>
                  <a:lnTo>
                    <a:pt x="90260" y="3765"/>
                  </a:lnTo>
                  <a:lnTo>
                    <a:pt x="90161" y="3567"/>
                  </a:lnTo>
                  <a:lnTo>
                    <a:pt x="90062" y="3369"/>
                  </a:lnTo>
                  <a:lnTo>
                    <a:pt x="89963" y="3171"/>
                  </a:lnTo>
                  <a:lnTo>
                    <a:pt x="89864" y="2973"/>
                  </a:lnTo>
                  <a:lnTo>
                    <a:pt x="89864" y="2676"/>
                  </a:lnTo>
                  <a:lnTo>
                    <a:pt x="89665" y="2477"/>
                  </a:lnTo>
                  <a:lnTo>
                    <a:pt x="89467" y="2279"/>
                  </a:lnTo>
                  <a:lnTo>
                    <a:pt x="89170" y="2081"/>
                  </a:lnTo>
                  <a:lnTo>
                    <a:pt x="88576" y="1883"/>
                  </a:lnTo>
                  <a:lnTo>
                    <a:pt x="88080" y="1685"/>
                  </a:lnTo>
                  <a:lnTo>
                    <a:pt x="87684" y="1586"/>
                  </a:lnTo>
                  <a:lnTo>
                    <a:pt x="87387" y="1487"/>
                  </a:lnTo>
                  <a:lnTo>
                    <a:pt x="86594" y="1388"/>
                  </a:lnTo>
                  <a:lnTo>
                    <a:pt x="85900" y="1289"/>
                  </a:lnTo>
                  <a:lnTo>
                    <a:pt x="85207" y="1090"/>
                  </a:lnTo>
                  <a:lnTo>
                    <a:pt x="84811" y="991"/>
                  </a:lnTo>
                  <a:lnTo>
                    <a:pt x="84513" y="991"/>
                  </a:lnTo>
                  <a:lnTo>
                    <a:pt x="84216" y="1090"/>
                  </a:lnTo>
                  <a:lnTo>
                    <a:pt x="83820" y="991"/>
                  </a:lnTo>
                  <a:lnTo>
                    <a:pt x="83423" y="892"/>
                  </a:lnTo>
                  <a:lnTo>
                    <a:pt x="83027" y="892"/>
                  </a:lnTo>
                  <a:lnTo>
                    <a:pt x="82829" y="991"/>
                  </a:lnTo>
                  <a:lnTo>
                    <a:pt x="82433" y="1189"/>
                  </a:lnTo>
                  <a:lnTo>
                    <a:pt x="82433" y="1090"/>
                  </a:lnTo>
                  <a:lnTo>
                    <a:pt x="82433" y="991"/>
                  </a:lnTo>
                  <a:lnTo>
                    <a:pt x="82433" y="892"/>
                  </a:lnTo>
                  <a:lnTo>
                    <a:pt x="82235" y="892"/>
                  </a:lnTo>
                  <a:lnTo>
                    <a:pt x="82135" y="1090"/>
                  </a:lnTo>
                  <a:lnTo>
                    <a:pt x="82036" y="1189"/>
                  </a:lnTo>
                  <a:lnTo>
                    <a:pt x="81937" y="1189"/>
                  </a:lnTo>
                  <a:lnTo>
                    <a:pt x="81838" y="1090"/>
                  </a:lnTo>
                  <a:lnTo>
                    <a:pt x="81739" y="991"/>
                  </a:lnTo>
                  <a:lnTo>
                    <a:pt x="81442" y="991"/>
                  </a:lnTo>
                  <a:lnTo>
                    <a:pt x="81244" y="892"/>
                  </a:lnTo>
                  <a:lnTo>
                    <a:pt x="80947" y="793"/>
                  </a:lnTo>
                  <a:lnTo>
                    <a:pt x="80847" y="793"/>
                  </a:lnTo>
                  <a:lnTo>
                    <a:pt x="80649" y="991"/>
                  </a:lnTo>
                  <a:lnTo>
                    <a:pt x="80550" y="1090"/>
                  </a:lnTo>
                  <a:lnTo>
                    <a:pt x="80352" y="1090"/>
                  </a:lnTo>
                  <a:lnTo>
                    <a:pt x="80055" y="991"/>
                  </a:lnTo>
                  <a:lnTo>
                    <a:pt x="79956" y="892"/>
                  </a:lnTo>
                  <a:lnTo>
                    <a:pt x="80154" y="892"/>
                  </a:lnTo>
                  <a:lnTo>
                    <a:pt x="80253" y="793"/>
                  </a:lnTo>
                  <a:lnTo>
                    <a:pt x="79659" y="892"/>
                  </a:lnTo>
                  <a:lnTo>
                    <a:pt x="79361" y="991"/>
                  </a:lnTo>
                  <a:lnTo>
                    <a:pt x="79064" y="991"/>
                  </a:lnTo>
                  <a:lnTo>
                    <a:pt x="78767" y="892"/>
                  </a:lnTo>
                  <a:lnTo>
                    <a:pt x="78569" y="892"/>
                  </a:lnTo>
                  <a:lnTo>
                    <a:pt x="78271" y="793"/>
                  </a:lnTo>
                  <a:lnTo>
                    <a:pt x="77776" y="793"/>
                  </a:lnTo>
                  <a:lnTo>
                    <a:pt x="76983" y="991"/>
                  </a:lnTo>
                  <a:lnTo>
                    <a:pt x="76785" y="991"/>
                  </a:lnTo>
                  <a:lnTo>
                    <a:pt x="76587" y="892"/>
                  </a:lnTo>
                  <a:lnTo>
                    <a:pt x="76290" y="793"/>
                  </a:lnTo>
                  <a:lnTo>
                    <a:pt x="75695" y="892"/>
                  </a:lnTo>
                  <a:lnTo>
                    <a:pt x="75398" y="991"/>
                  </a:lnTo>
                  <a:lnTo>
                    <a:pt x="74903" y="991"/>
                  </a:lnTo>
                  <a:lnTo>
                    <a:pt x="74804" y="892"/>
                  </a:lnTo>
                  <a:lnTo>
                    <a:pt x="74705" y="793"/>
                  </a:lnTo>
                  <a:lnTo>
                    <a:pt x="74606" y="793"/>
                  </a:lnTo>
                  <a:lnTo>
                    <a:pt x="74506" y="991"/>
                  </a:lnTo>
                  <a:lnTo>
                    <a:pt x="74308" y="1189"/>
                  </a:lnTo>
                  <a:lnTo>
                    <a:pt x="74209" y="991"/>
                  </a:lnTo>
                  <a:lnTo>
                    <a:pt x="74011" y="892"/>
                  </a:lnTo>
                  <a:lnTo>
                    <a:pt x="73714" y="793"/>
                  </a:lnTo>
                  <a:lnTo>
                    <a:pt x="73218" y="793"/>
                  </a:lnTo>
                  <a:lnTo>
                    <a:pt x="71930" y="694"/>
                  </a:lnTo>
                  <a:lnTo>
                    <a:pt x="71237" y="694"/>
                  </a:lnTo>
                  <a:lnTo>
                    <a:pt x="70543" y="793"/>
                  </a:lnTo>
                  <a:lnTo>
                    <a:pt x="70147" y="892"/>
                  </a:lnTo>
                  <a:lnTo>
                    <a:pt x="69850" y="793"/>
                  </a:lnTo>
                  <a:lnTo>
                    <a:pt x="68859" y="793"/>
                  </a:lnTo>
                  <a:lnTo>
                    <a:pt x="68760" y="892"/>
                  </a:lnTo>
                  <a:lnTo>
                    <a:pt x="68760" y="991"/>
                  </a:lnTo>
                  <a:lnTo>
                    <a:pt x="68562" y="1090"/>
                  </a:lnTo>
                  <a:lnTo>
                    <a:pt x="68364" y="892"/>
                  </a:lnTo>
                  <a:lnTo>
                    <a:pt x="68165" y="793"/>
                  </a:lnTo>
                  <a:lnTo>
                    <a:pt x="67769" y="793"/>
                  </a:lnTo>
                  <a:lnTo>
                    <a:pt x="67373" y="892"/>
                  </a:lnTo>
                  <a:lnTo>
                    <a:pt x="66977" y="793"/>
                  </a:lnTo>
                  <a:lnTo>
                    <a:pt x="66580" y="694"/>
                  </a:lnTo>
                  <a:lnTo>
                    <a:pt x="66184" y="793"/>
                  </a:lnTo>
                  <a:lnTo>
                    <a:pt x="65788" y="892"/>
                  </a:lnTo>
                  <a:lnTo>
                    <a:pt x="65292" y="793"/>
                  </a:lnTo>
                  <a:lnTo>
                    <a:pt x="64401" y="793"/>
                  </a:lnTo>
                  <a:lnTo>
                    <a:pt x="63905" y="892"/>
                  </a:lnTo>
                  <a:lnTo>
                    <a:pt x="63509" y="892"/>
                  </a:lnTo>
                  <a:lnTo>
                    <a:pt x="62815" y="694"/>
                  </a:lnTo>
                  <a:lnTo>
                    <a:pt x="62122" y="793"/>
                  </a:lnTo>
                  <a:lnTo>
                    <a:pt x="60735" y="793"/>
                  </a:lnTo>
                  <a:lnTo>
                    <a:pt x="59942" y="694"/>
                  </a:lnTo>
                  <a:lnTo>
                    <a:pt x="56573" y="694"/>
                  </a:lnTo>
                  <a:lnTo>
                    <a:pt x="55979" y="595"/>
                  </a:lnTo>
                  <a:lnTo>
                    <a:pt x="55583" y="595"/>
                  </a:lnTo>
                  <a:lnTo>
                    <a:pt x="55186" y="694"/>
                  </a:lnTo>
                  <a:lnTo>
                    <a:pt x="53700" y="694"/>
                  </a:lnTo>
                  <a:lnTo>
                    <a:pt x="53403" y="496"/>
                  </a:lnTo>
                  <a:lnTo>
                    <a:pt x="53106" y="496"/>
                  </a:lnTo>
                  <a:lnTo>
                    <a:pt x="52511" y="595"/>
                  </a:lnTo>
                  <a:lnTo>
                    <a:pt x="52016" y="595"/>
                  </a:lnTo>
                  <a:lnTo>
                    <a:pt x="51025" y="496"/>
                  </a:lnTo>
                  <a:lnTo>
                    <a:pt x="50728" y="496"/>
                  </a:lnTo>
                  <a:lnTo>
                    <a:pt x="50332" y="595"/>
                  </a:lnTo>
                  <a:lnTo>
                    <a:pt x="50133" y="595"/>
                  </a:lnTo>
                  <a:lnTo>
                    <a:pt x="50034" y="496"/>
                  </a:lnTo>
                  <a:lnTo>
                    <a:pt x="49836" y="397"/>
                  </a:lnTo>
                  <a:lnTo>
                    <a:pt x="48746" y="397"/>
                  </a:lnTo>
                  <a:lnTo>
                    <a:pt x="48152" y="496"/>
                  </a:lnTo>
                  <a:lnTo>
                    <a:pt x="47557" y="496"/>
                  </a:lnTo>
                  <a:lnTo>
                    <a:pt x="47062" y="397"/>
                  </a:lnTo>
                  <a:lnTo>
                    <a:pt x="46765" y="298"/>
                  </a:lnTo>
                  <a:lnTo>
                    <a:pt x="46467" y="397"/>
                  </a:lnTo>
                  <a:lnTo>
                    <a:pt x="46269" y="496"/>
                  </a:lnTo>
                  <a:lnTo>
                    <a:pt x="45576" y="496"/>
                  </a:lnTo>
                  <a:lnTo>
                    <a:pt x="45279" y="298"/>
                  </a:lnTo>
                  <a:lnTo>
                    <a:pt x="45080" y="199"/>
                  </a:lnTo>
                  <a:lnTo>
                    <a:pt x="44981" y="298"/>
                  </a:lnTo>
                  <a:lnTo>
                    <a:pt x="44882" y="397"/>
                  </a:lnTo>
                  <a:lnTo>
                    <a:pt x="45080" y="496"/>
                  </a:lnTo>
                  <a:lnTo>
                    <a:pt x="45080" y="595"/>
                  </a:lnTo>
                  <a:lnTo>
                    <a:pt x="44783" y="595"/>
                  </a:lnTo>
                  <a:lnTo>
                    <a:pt x="44684" y="496"/>
                  </a:lnTo>
                  <a:lnTo>
                    <a:pt x="44684" y="298"/>
                  </a:lnTo>
                  <a:lnTo>
                    <a:pt x="44387" y="298"/>
                  </a:lnTo>
                  <a:lnTo>
                    <a:pt x="44486" y="496"/>
                  </a:lnTo>
                  <a:lnTo>
                    <a:pt x="44387" y="496"/>
                  </a:lnTo>
                  <a:lnTo>
                    <a:pt x="44090" y="397"/>
                  </a:lnTo>
                  <a:lnTo>
                    <a:pt x="43396" y="397"/>
                  </a:lnTo>
                  <a:lnTo>
                    <a:pt x="42703" y="199"/>
                  </a:lnTo>
                  <a:lnTo>
                    <a:pt x="40226" y="199"/>
                  </a:lnTo>
                  <a:lnTo>
                    <a:pt x="39829" y="100"/>
                  </a:lnTo>
                  <a:lnTo>
                    <a:pt x="39532" y="100"/>
                  </a:lnTo>
                  <a:lnTo>
                    <a:pt x="39136" y="199"/>
                  </a:lnTo>
                  <a:lnTo>
                    <a:pt x="38938" y="298"/>
                  </a:lnTo>
                  <a:lnTo>
                    <a:pt x="38838" y="298"/>
                  </a:lnTo>
                  <a:lnTo>
                    <a:pt x="38739" y="100"/>
                  </a:lnTo>
                  <a:lnTo>
                    <a:pt x="38640" y="199"/>
                  </a:lnTo>
                  <a:lnTo>
                    <a:pt x="38442" y="298"/>
                  </a:lnTo>
                  <a:lnTo>
                    <a:pt x="38244" y="199"/>
                  </a:lnTo>
                  <a:lnTo>
                    <a:pt x="38046" y="100"/>
                  </a:lnTo>
                  <a:lnTo>
                    <a:pt x="37749" y="100"/>
                  </a:lnTo>
                  <a:lnTo>
                    <a:pt x="37550" y="199"/>
                  </a:lnTo>
                  <a:lnTo>
                    <a:pt x="37253" y="199"/>
                  </a:lnTo>
                  <a:lnTo>
                    <a:pt x="36758" y="100"/>
                  </a:lnTo>
                  <a:lnTo>
                    <a:pt x="35470" y="100"/>
                  </a:lnTo>
                  <a:lnTo>
                    <a:pt x="35272" y="199"/>
                  </a:lnTo>
                  <a:lnTo>
                    <a:pt x="35074" y="397"/>
                  </a:lnTo>
                  <a:lnTo>
                    <a:pt x="34974" y="199"/>
                  </a:lnTo>
                  <a:lnTo>
                    <a:pt x="34875" y="100"/>
                  </a:lnTo>
                  <a:lnTo>
                    <a:pt x="34677" y="1"/>
                  </a:lnTo>
                  <a:lnTo>
                    <a:pt x="34380" y="1"/>
                  </a:lnTo>
                  <a:lnTo>
                    <a:pt x="34182" y="100"/>
                  </a:lnTo>
                  <a:lnTo>
                    <a:pt x="33786" y="199"/>
                  </a:lnTo>
                  <a:lnTo>
                    <a:pt x="33488" y="199"/>
                  </a:lnTo>
                  <a:lnTo>
                    <a:pt x="33191" y="100"/>
                  </a:lnTo>
                  <a:lnTo>
                    <a:pt x="32101" y="100"/>
                  </a:lnTo>
                  <a:lnTo>
                    <a:pt x="31804" y="199"/>
                  </a:lnTo>
                  <a:lnTo>
                    <a:pt x="31408" y="199"/>
                  </a:lnTo>
                  <a:lnTo>
                    <a:pt x="30912" y="100"/>
                  </a:lnTo>
                  <a:lnTo>
                    <a:pt x="29228" y="100"/>
                  </a:lnTo>
                  <a:lnTo>
                    <a:pt x="27544" y="1"/>
                  </a:lnTo>
                  <a:lnTo>
                    <a:pt x="25859" y="1"/>
                  </a:lnTo>
                  <a:lnTo>
                    <a:pt x="25661" y="100"/>
                  </a:lnTo>
                  <a:lnTo>
                    <a:pt x="25463" y="298"/>
                  </a:lnTo>
                  <a:lnTo>
                    <a:pt x="25166" y="397"/>
                  </a:lnTo>
                  <a:lnTo>
                    <a:pt x="24968" y="397"/>
                  </a:lnTo>
                  <a:lnTo>
                    <a:pt x="24769" y="298"/>
                  </a:lnTo>
                  <a:lnTo>
                    <a:pt x="24869" y="199"/>
                  </a:lnTo>
                  <a:lnTo>
                    <a:pt x="24968" y="199"/>
                  </a:lnTo>
                  <a:lnTo>
                    <a:pt x="25067" y="100"/>
                  </a:lnTo>
                  <a:lnTo>
                    <a:pt x="25067" y="1"/>
                  </a:lnTo>
                  <a:lnTo>
                    <a:pt x="24769" y="100"/>
                  </a:lnTo>
                  <a:lnTo>
                    <a:pt x="24373" y="100"/>
                  </a:lnTo>
                  <a:lnTo>
                    <a:pt x="23977" y="199"/>
                  </a:lnTo>
                  <a:lnTo>
                    <a:pt x="23581" y="298"/>
                  </a:lnTo>
                  <a:lnTo>
                    <a:pt x="23481" y="298"/>
                  </a:lnTo>
                  <a:lnTo>
                    <a:pt x="23283" y="199"/>
                  </a:lnTo>
                  <a:lnTo>
                    <a:pt x="23184" y="100"/>
                  </a:lnTo>
                  <a:lnTo>
                    <a:pt x="227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7"/>
            <p:cNvSpPr/>
            <p:nvPr/>
          </p:nvSpPr>
          <p:spPr>
            <a:xfrm flipH="1">
              <a:off x="4772438" y="1504275"/>
              <a:ext cx="3084287" cy="1093878"/>
            </a:xfrm>
            <a:custGeom>
              <a:rect b="b" l="l" r="r" t="t"/>
              <a:pathLst>
                <a:path extrusionOk="0" h="43100" w="94719">
                  <a:moveTo>
                    <a:pt x="34083" y="1586"/>
                  </a:moveTo>
                  <a:lnTo>
                    <a:pt x="39928" y="1685"/>
                  </a:lnTo>
                  <a:lnTo>
                    <a:pt x="42207" y="1685"/>
                  </a:lnTo>
                  <a:lnTo>
                    <a:pt x="44486" y="1784"/>
                  </a:lnTo>
                  <a:lnTo>
                    <a:pt x="45675" y="1883"/>
                  </a:lnTo>
                  <a:lnTo>
                    <a:pt x="50133" y="1883"/>
                  </a:lnTo>
                  <a:lnTo>
                    <a:pt x="51719" y="1982"/>
                  </a:lnTo>
                  <a:lnTo>
                    <a:pt x="53205" y="1982"/>
                  </a:lnTo>
                  <a:lnTo>
                    <a:pt x="54889" y="2081"/>
                  </a:lnTo>
                  <a:lnTo>
                    <a:pt x="56474" y="2081"/>
                  </a:lnTo>
                  <a:lnTo>
                    <a:pt x="57960" y="2180"/>
                  </a:lnTo>
                  <a:lnTo>
                    <a:pt x="65391" y="2180"/>
                  </a:lnTo>
                  <a:lnTo>
                    <a:pt x="67670" y="2279"/>
                  </a:lnTo>
                  <a:lnTo>
                    <a:pt x="69850" y="2378"/>
                  </a:lnTo>
                  <a:lnTo>
                    <a:pt x="70048" y="2378"/>
                  </a:lnTo>
                  <a:lnTo>
                    <a:pt x="70246" y="2279"/>
                  </a:lnTo>
                  <a:lnTo>
                    <a:pt x="70345" y="2180"/>
                  </a:lnTo>
                  <a:lnTo>
                    <a:pt x="70543" y="2180"/>
                  </a:lnTo>
                  <a:lnTo>
                    <a:pt x="71039" y="2279"/>
                  </a:lnTo>
                  <a:lnTo>
                    <a:pt x="71633" y="2378"/>
                  </a:lnTo>
                  <a:lnTo>
                    <a:pt x="74903" y="2378"/>
                  </a:lnTo>
                  <a:lnTo>
                    <a:pt x="77082" y="2279"/>
                  </a:lnTo>
                  <a:lnTo>
                    <a:pt x="79361" y="2279"/>
                  </a:lnTo>
                  <a:lnTo>
                    <a:pt x="80154" y="2378"/>
                  </a:lnTo>
                  <a:lnTo>
                    <a:pt x="80352" y="2378"/>
                  </a:lnTo>
                  <a:lnTo>
                    <a:pt x="80451" y="2279"/>
                  </a:lnTo>
                  <a:lnTo>
                    <a:pt x="80649" y="2180"/>
                  </a:lnTo>
                  <a:lnTo>
                    <a:pt x="80748" y="2279"/>
                  </a:lnTo>
                  <a:lnTo>
                    <a:pt x="81145" y="2378"/>
                  </a:lnTo>
                  <a:lnTo>
                    <a:pt x="81442" y="2477"/>
                  </a:lnTo>
                  <a:lnTo>
                    <a:pt x="82235" y="2378"/>
                  </a:lnTo>
                  <a:lnTo>
                    <a:pt x="83721" y="2378"/>
                  </a:lnTo>
                  <a:lnTo>
                    <a:pt x="85306" y="2577"/>
                  </a:lnTo>
                  <a:lnTo>
                    <a:pt x="85900" y="2577"/>
                  </a:lnTo>
                  <a:lnTo>
                    <a:pt x="86594" y="2775"/>
                  </a:lnTo>
                  <a:lnTo>
                    <a:pt x="87783" y="3072"/>
                  </a:lnTo>
                  <a:lnTo>
                    <a:pt x="88179" y="3171"/>
                  </a:lnTo>
                  <a:lnTo>
                    <a:pt x="88476" y="3369"/>
                  </a:lnTo>
                  <a:lnTo>
                    <a:pt x="88675" y="3567"/>
                  </a:lnTo>
                  <a:lnTo>
                    <a:pt x="88774" y="3865"/>
                  </a:lnTo>
                  <a:lnTo>
                    <a:pt x="89269" y="5747"/>
                  </a:lnTo>
                  <a:lnTo>
                    <a:pt x="89764" y="7630"/>
                  </a:lnTo>
                  <a:lnTo>
                    <a:pt x="89963" y="9116"/>
                  </a:lnTo>
                  <a:lnTo>
                    <a:pt x="90161" y="10602"/>
                  </a:lnTo>
                  <a:lnTo>
                    <a:pt x="90359" y="11989"/>
                  </a:lnTo>
                  <a:lnTo>
                    <a:pt x="90656" y="13376"/>
                  </a:lnTo>
                  <a:lnTo>
                    <a:pt x="91052" y="15655"/>
                  </a:lnTo>
                  <a:lnTo>
                    <a:pt x="91350" y="17934"/>
                  </a:lnTo>
                  <a:lnTo>
                    <a:pt x="91746" y="21699"/>
                  </a:lnTo>
                  <a:lnTo>
                    <a:pt x="92043" y="23779"/>
                  </a:lnTo>
                  <a:lnTo>
                    <a:pt x="92241" y="25860"/>
                  </a:lnTo>
                  <a:lnTo>
                    <a:pt x="92440" y="28337"/>
                  </a:lnTo>
                  <a:lnTo>
                    <a:pt x="92737" y="30715"/>
                  </a:lnTo>
                  <a:lnTo>
                    <a:pt x="92836" y="32201"/>
                  </a:lnTo>
                  <a:lnTo>
                    <a:pt x="92935" y="33786"/>
                  </a:lnTo>
                  <a:lnTo>
                    <a:pt x="93034" y="35669"/>
                  </a:lnTo>
                  <a:lnTo>
                    <a:pt x="93133" y="37551"/>
                  </a:lnTo>
                  <a:lnTo>
                    <a:pt x="93232" y="38938"/>
                  </a:lnTo>
                  <a:lnTo>
                    <a:pt x="93133" y="40226"/>
                  </a:lnTo>
                  <a:lnTo>
                    <a:pt x="93133" y="40424"/>
                  </a:lnTo>
                  <a:lnTo>
                    <a:pt x="93034" y="40622"/>
                  </a:lnTo>
                  <a:lnTo>
                    <a:pt x="92935" y="40821"/>
                  </a:lnTo>
                  <a:lnTo>
                    <a:pt x="92737" y="40821"/>
                  </a:lnTo>
                  <a:lnTo>
                    <a:pt x="92340" y="40722"/>
                  </a:lnTo>
                  <a:lnTo>
                    <a:pt x="91944" y="40622"/>
                  </a:lnTo>
                  <a:lnTo>
                    <a:pt x="91152" y="40622"/>
                  </a:lnTo>
                  <a:lnTo>
                    <a:pt x="90161" y="40722"/>
                  </a:lnTo>
                  <a:lnTo>
                    <a:pt x="87387" y="40722"/>
                  </a:lnTo>
                  <a:lnTo>
                    <a:pt x="85603" y="40920"/>
                  </a:lnTo>
                  <a:lnTo>
                    <a:pt x="84117" y="40920"/>
                  </a:lnTo>
                  <a:lnTo>
                    <a:pt x="82730" y="41019"/>
                  </a:lnTo>
                  <a:lnTo>
                    <a:pt x="81739" y="41019"/>
                  </a:lnTo>
                  <a:lnTo>
                    <a:pt x="80748" y="40920"/>
                  </a:lnTo>
                  <a:lnTo>
                    <a:pt x="79460" y="40920"/>
                  </a:lnTo>
                  <a:lnTo>
                    <a:pt x="78073" y="40821"/>
                  </a:lnTo>
                  <a:lnTo>
                    <a:pt x="75398" y="40821"/>
                  </a:lnTo>
                  <a:lnTo>
                    <a:pt x="73417" y="40722"/>
                  </a:lnTo>
                  <a:lnTo>
                    <a:pt x="71435" y="40821"/>
                  </a:lnTo>
                  <a:lnTo>
                    <a:pt x="69850" y="40821"/>
                  </a:lnTo>
                  <a:lnTo>
                    <a:pt x="68265" y="40722"/>
                  </a:lnTo>
                  <a:lnTo>
                    <a:pt x="66481" y="40821"/>
                  </a:lnTo>
                  <a:lnTo>
                    <a:pt x="64599" y="40722"/>
                  </a:lnTo>
                  <a:lnTo>
                    <a:pt x="63608" y="40622"/>
                  </a:lnTo>
                  <a:lnTo>
                    <a:pt x="62617" y="40722"/>
                  </a:lnTo>
                  <a:lnTo>
                    <a:pt x="60636" y="40722"/>
                  </a:lnTo>
                  <a:lnTo>
                    <a:pt x="59744" y="40622"/>
                  </a:lnTo>
                  <a:lnTo>
                    <a:pt x="58753" y="40722"/>
                  </a:lnTo>
                  <a:lnTo>
                    <a:pt x="57762" y="40722"/>
                  </a:lnTo>
                  <a:lnTo>
                    <a:pt x="56871" y="40622"/>
                  </a:lnTo>
                  <a:lnTo>
                    <a:pt x="54096" y="40622"/>
                  </a:lnTo>
                  <a:lnTo>
                    <a:pt x="53304" y="40523"/>
                  </a:lnTo>
                  <a:lnTo>
                    <a:pt x="52412" y="40523"/>
                  </a:lnTo>
                  <a:lnTo>
                    <a:pt x="51025" y="40622"/>
                  </a:lnTo>
                  <a:lnTo>
                    <a:pt x="41613" y="40622"/>
                  </a:lnTo>
                  <a:lnTo>
                    <a:pt x="40721" y="40722"/>
                  </a:lnTo>
                  <a:lnTo>
                    <a:pt x="39829" y="40722"/>
                  </a:lnTo>
                  <a:lnTo>
                    <a:pt x="38343" y="40622"/>
                  </a:lnTo>
                  <a:lnTo>
                    <a:pt x="28832" y="40622"/>
                  </a:lnTo>
                  <a:lnTo>
                    <a:pt x="27643" y="40722"/>
                  </a:lnTo>
                  <a:lnTo>
                    <a:pt x="26157" y="40622"/>
                  </a:lnTo>
                  <a:lnTo>
                    <a:pt x="24670" y="40722"/>
                  </a:lnTo>
                  <a:lnTo>
                    <a:pt x="18329" y="40722"/>
                  </a:lnTo>
                  <a:lnTo>
                    <a:pt x="17140" y="40821"/>
                  </a:lnTo>
                  <a:lnTo>
                    <a:pt x="15753" y="41019"/>
                  </a:lnTo>
                  <a:lnTo>
                    <a:pt x="12583" y="41019"/>
                  </a:lnTo>
                  <a:lnTo>
                    <a:pt x="10799" y="41118"/>
                  </a:lnTo>
                  <a:lnTo>
                    <a:pt x="9115" y="41217"/>
                  </a:lnTo>
                  <a:lnTo>
                    <a:pt x="7431" y="41316"/>
                  </a:lnTo>
                  <a:lnTo>
                    <a:pt x="6440" y="41415"/>
                  </a:lnTo>
                  <a:lnTo>
                    <a:pt x="4855" y="41415"/>
                  </a:lnTo>
                  <a:lnTo>
                    <a:pt x="3270" y="41514"/>
                  </a:lnTo>
                  <a:lnTo>
                    <a:pt x="2675" y="41514"/>
                  </a:lnTo>
                  <a:lnTo>
                    <a:pt x="2279" y="41316"/>
                  </a:lnTo>
                  <a:lnTo>
                    <a:pt x="2180" y="41118"/>
                  </a:lnTo>
                  <a:lnTo>
                    <a:pt x="2180" y="40722"/>
                  </a:lnTo>
                  <a:lnTo>
                    <a:pt x="2378" y="40028"/>
                  </a:lnTo>
                  <a:lnTo>
                    <a:pt x="2675" y="39434"/>
                  </a:lnTo>
                  <a:lnTo>
                    <a:pt x="3170" y="38641"/>
                  </a:lnTo>
                  <a:lnTo>
                    <a:pt x="3666" y="37848"/>
                  </a:lnTo>
                  <a:lnTo>
                    <a:pt x="4161" y="36957"/>
                  </a:lnTo>
                  <a:lnTo>
                    <a:pt x="4657" y="35966"/>
                  </a:lnTo>
                  <a:lnTo>
                    <a:pt x="4855" y="35768"/>
                  </a:lnTo>
                  <a:lnTo>
                    <a:pt x="4954" y="35570"/>
                  </a:lnTo>
                  <a:lnTo>
                    <a:pt x="5152" y="35371"/>
                  </a:lnTo>
                  <a:lnTo>
                    <a:pt x="5251" y="35173"/>
                  </a:lnTo>
                  <a:lnTo>
                    <a:pt x="5251" y="34777"/>
                  </a:lnTo>
                  <a:lnTo>
                    <a:pt x="5449" y="34381"/>
                  </a:lnTo>
                  <a:lnTo>
                    <a:pt x="5846" y="33786"/>
                  </a:lnTo>
                  <a:lnTo>
                    <a:pt x="6242" y="33093"/>
                  </a:lnTo>
                  <a:lnTo>
                    <a:pt x="6539" y="32597"/>
                  </a:lnTo>
                  <a:lnTo>
                    <a:pt x="6737" y="32003"/>
                  </a:lnTo>
                  <a:lnTo>
                    <a:pt x="6935" y="31606"/>
                  </a:lnTo>
                  <a:lnTo>
                    <a:pt x="7233" y="31111"/>
                  </a:lnTo>
                  <a:lnTo>
                    <a:pt x="7530" y="30517"/>
                  </a:lnTo>
                  <a:lnTo>
                    <a:pt x="7827" y="30021"/>
                  </a:lnTo>
                  <a:lnTo>
                    <a:pt x="8422" y="28931"/>
                  </a:lnTo>
                  <a:lnTo>
                    <a:pt x="9214" y="27841"/>
                  </a:lnTo>
                  <a:lnTo>
                    <a:pt x="9611" y="27247"/>
                  </a:lnTo>
                  <a:lnTo>
                    <a:pt x="9908" y="26652"/>
                  </a:lnTo>
                  <a:lnTo>
                    <a:pt x="10007" y="26256"/>
                  </a:lnTo>
                  <a:lnTo>
                    <a:pt x="10205" y="26058"/>
                  </a:lnTo>
                  <a:lnTo>
                    <a:pt x="10403" y="25860"/>
                  </a:lnTo>
                  <a:lnTo>
                    <a:pt x="10502" y="25662"/>
                  </a:lnTo>
                  <a:lnTo>
                    <a:pt x="10502" y="25364"/>
                  </a:lnTo>
                  <a:lnTo>
                    <a:pt x="10502" y="25265"/>
                  </a:lnTo>
                  <a:lnTo>
                    <a:pt x="10502" y="25166"/>
                  </a:lnTo>
                  <a:lnTo>
                    <a:pt x="10799" y="24869"/>
                  </a:lnTo>
                  <a:lnTo>
                    <a:pt x="10998" y="24671"/>
                  </a:lnTo>
                  <a:lnTo>
                    <a:pt x="11196" y="24176"/>
                  </a:lnTo>
                  <a:lnTo>
                    <a:pt x="11394" y="23581"/>
                  </a:lnTo>
                  <a:lnTo>
                    <a:pt x="11691" y="23086"/>
                  </a:lnTo>
                  <a:lnTo>
                    <a:pt x="11988" y="22590"/>
                  </a:lnTo>
                  <a:lnTo>
                    <a:pt x="12187" y="21996"/>
                  </a:lnTo>
                  <a:lnTo>
                    <a:pt x="12385" y="21500"/>
                  </a:lnTo>
                  <a:lnTo>
                    <a:pt x="12781" y="21104"/>
                  </a:lnTo>
                  <a:lnTo>
                    <a:pt x="12979" y="20906"/>
                  </a:lnTo>
                  <a:lnTo>
                    <a:pt x="12979" y="20708"/>
                  </a:lnTo>
                  <a:lnTo>
                    <a:pt x="12979" y="20510"/>
                  </a:lnTo>
                  <a:lnTo>
                    <a:pt x="13177" y="20312"/>
                  </a:lnTo>
                  <a:lnTo>
                    <a:pt x="12880" y="19915"/>
                  </a:lnTo>
                  <a:lnTo>
                    <a:pt x="12781" y="19618"/>
                  </a:lnTo>
                  <a:lnTo>
                    <a:pt x="12583" y="18825"/>
                  </a:lnTo>
                  <a:lnTo>
                    <a:pt x="12385" y="18528"/>
                  </a:lnTo>
                  <a:lnTo>
                    <a:pt x="12385" y="18429"/>
                  </a:lnTo>
                  <a:lnTo>
                    <a:pt x="12385" y="18231"/>
                  </a:lnTo>
                  <a:lnTo>
                    <a:pt x="12087" y="17934"/>
                  </a:lnTo>
                  <a:lnTo>
                    <a:pt x="11889" y="17636"/>
                  </a:lnTo>
                  <a:lnTo>
                    <a:pt x="11592" y="16844"/>
                  </a:lnTo>
                  <a:lnTo>
                    <a:pt x="11394" y="16249"/>
                  </a:lnTo>
                  <a:lnTo>
                    <a:pt x="11097" y="15655"/>
                  </a:lnTo>
                  <a:lnTo>
                    <a:pt x="10700" y="15159"/>
                  </a:lnTo>
                  <a:lnTo>
                    <a:pt x="10502" y="14565"/>
                  </a:lnTo>
                  <a:lnTo>
                    <a:pt x="10106" y="13871"/>
                  </a:lnTo>
                  <a:lnTo>
                    <a:pt x="9710" y="13178"/>
                  </a:lnTo>
                  <a:lnTo>
                    <a:pt x="9214" y="12286"/>
                  </a:lnTo>
                  <a:lnTo>
                    <a:pt x="9016" y="11890"/>
                  </a:lnTo>
                  <a:lnTo>
                    <a:pt x="8620" y="11494"/>
                  </a:lnTo>
                  <a:lnTo>
                    <a:pt x="8323" y="11196"/>
                  </a:lnTo>
                  <a:lnTo>
                    <a:pt x="8223" y="10899"/>
                  </a:lnTo>
                  <a:lnTo>
                    <a:pt x="8124" y="10701"/>
                  </a:lnTo>
                  <a:lnTo>
                    <a:pt x="8025" y="10206"/>
                  </a:lnTo>
                  <a:lnTo>
                    <a:pt x="7827" y="9908"/>
                  </a:lnTo>
                  <a:lnTo>
                    <a:pt x="7530" y="9512"/>
                  </a:lnTo>
                  <a:lnTo>
                    <a:pt x="7332" y="9116"/>
                  </a:lnTo>
                  <a:lnTo>
                    <a:pt x="7134" y="9017"/>
                  </a:lnTo>
                  <a:lnTo>
                    <a:pt x="7035" y="8818"/>
                  </a:lnTo>
                  <a:lnTo>
                    <a:pt x="6836" y="8719"/>
                  </a:lnTo>
                  <a:lnTo>
                    <a:pt x="6737" y="8521"/>
                  </a:lnTo>
                  <a:lnTo>
                    <a:pt x="6539" y="8125"/>
                  </a:lnTo>
                  <a:lnTo>
                    <a:pt x="6242" y="7729"/>
                  </a:lnTo>
                  <a:lnTo>
                    <a:pt x="5747" y="6936"/>
                  </a:lnTo>
                  <a:lnTo>
                    <a:pt x="5152" y="6143"/>
                  </a:lnTo>
                  <a:lnTo>
                    <a:pt x="4657" y="5450"/>
                  </a:lnTo>
                  <a:lnTo>
                    <a:pt x="4062" y="4855"/>
                  </a:lnTo>
                  <a:lnTo>
                    <a:pt x="3666" y="4360"/>
                  </a:lnTo>
                  <a:lnTo>
                    <a:pt x="3270" y="3865"/>
                  </a:lnTo>
                  <a:lnTo>
                    <a:pt x="2477" y="2874"/>
                  </a:lnTo>
                  <a:lnTo>
                    <a:pt x="2081" y="2378"/>
                  </a:lnTo>
                  <a:lnTo>
                    <a:pt x="1783" y="1784"/>
                  </a:lnTo>
                  <a:lnTo>
                    <a:pt x="2180" y="1685"/>
                  </a:lnTo>
                  <a:lnTo>
                    <a:pt x="2576" y="1586"/>
                  </a:lnTo>
                  <a:lnTo>
                    <a:pt x="4359" y="1784"/>
                  </a:lnTo>
                  <a:lnTo>
                    <a:pt x="6044" y="1784"/>
                  </a:lnTo>
                  <a:lnTo>
                    <a:pt x="7926" y="1883"/>
                  </a:lnTo>
                  <a:lnTo>
                    <a:pt x="9809" y="1883"/>
                  </a:lnTo>
                  <a:lnTo>
                    <a:pt x="10700" y="1784"/>
                  </a:lnTo>
                  <a:lnTo>
                    <a:pt x="11592" y="1883"/>
                  </a:lnTo>
                  <a:lnTo>
                    <a:pt x="15456" y="1883"/>
                  </a:lnTo>
                  <a:lnTo>
                    <a:pt x="17438" y="1784"/>
                  </a:lnTo>
                  <a:lnTo>
                    <a:pt x="19320" y="1784"/>
                  </a:lnTo>
                  <a:lnTo>
                    <a:pt x="21203" y="1685"/>
                  </a:lnTo>
                  <a:lnTo>
                    <a:pt x="23779" y="1685"/>
                  </a:lnTo>
                  <a:lnTo>
                    <a:pt x="26256" y="1586"/>
                  </a:lnTo>
                  <a:close/>
                  <a:moveTo>
                    <a:pt x="22788" y="1"/>
                  </a:moveTo>
                  <a:lnTo>
                    <a:pt x="21995" y="199"/>
                  </a:lnTo>
                  <a:lnTo>
                    <a:pt x="21896" y="298"/>
                  </a:lnTo>
                  <a:lnTo>
                    <a:pt x="21698" y="397"/>
                  </a:lnTo>
                  <a:lnTo>
                    <a:pt x="21500" y="496"/>
                  </a:lnTo>
                  <a:lnTo>
                    <a:pt x="21302" y="397"/>
                  </a:lnTo>
                  <a:lnTo>
                    <a:pt x="20905" y="298"/>
                  </a:lnTo>
                  <a:lnTo>
                    <a:pt x="20509" y="298"/>
                  </a:lnTo>
                  <a:lnTo>
                    <a:pt x="19816" y="397"/>
                  </a:lnTo>
                  <a:lnTo>
                    <a:pt x="19617" y="397"/>
                  </a:lnTo>
                  <a:lnTo>
                    <a:pt x="19617" y="298"/>
                  </a:lnTo>
                  <a:lnTo>
                    <a:pt x="19518" y="199"/>
                  </a:lnTo>
                  <a:lnTo>
                    <a:pt x="19320" y="100"/>
                  </a:lnTo>
                  <a:lnTo>
                    <a:pt x="19320" y="199"/>
                  </a:lnTo>
                  <a:lnTo>
                    <a:pt x="19221" y="298"/>
                  </a:lnTo>
                  <a:lnTo>
                    <a:pt x="19221" y="397"/>
                  </a:lnTo>
                  <a:lnTo>
                    <a:pt x="19221" y="496"/>
                  </a:lnTo>
                  <a:lnTo>
                    <a:pt x="19122" y="496"/>
                  </a:lnTo>
                  <a:lnTo>
                    <a:pt x="19023" y="397"/>
                  </a:lnTo>
                  <a:lnTo>
                    <a:pt x="18924" y="298"/>
                  </a:lnTo>
                  <a:lnTo>
                    <a:pt x="18825" y="199"/>
                  </a:lnTo>
                  <a:lnTo>
                    <a:pt x="18528" y="199"/>
                  </a:lnTo>
                  <a:lnTo>
                    <a:pt x="18131" y="298"/>
                  </a:lnTo>
                  <a:lnTo>
                    <a:pt x="16249" y="298"/>
                  </a:lnTo>
                  <a:lnTo>
                    <a:pt x="15753" y="397"/>
                  </a:lnTo>
                  <a:lnTo>
                    <a:pt x="15258" y="595"/>
                  </a:lnTo>
                  <a:lnTo>
                    <a:pt x="15060" y="397"/>
                  </a:lnTo>
                  <a:lnTo>
                    <a:pt x="14763" y="397"/>
                  </a:lnTo>
                  <a:lnTo>
                    <a:pt x="14564" y="298"/>
                  </a:lnTo>
                  <a:lnTo>
                    <a:pt x="14465" y="298"/>
                  </a:lnTo>
                  <a:lnTo>
                    <a:pt x="14069" y="496"/>
                  </a:lnTo>
                  <a:lnTo>
                    <a:pt x="13673" y="496"/>
                  </a:lnTo>
                  <a:lnTo>
                    <a:pt x="12979" y="397"/>
                  </a:lnTo>
                  <a:lnTo>
                    <a:pt x="12484" y="298"/>
                  </a:lnTo>
                  <a:lnTo>
                    <a:pt x="11889" y="397"/>
                  </a:lnTo>
                  <a:lnTo>
                    <a:pt x="11790" y="397"/>
                  </a:lnTo>
                  <a:lnTo>
                    <a:pt x="11691" y="496"/>
                  </a:lnTo>
                  <a:lnTo>
                    <a:pt x="11592" y="694"/>
                  </a:lnTo>
                  <a:lnTo>
                    <a:pt x="11394" y="496"/>
                  </a:lnTo>
                  <a:lnTo>
                    <a:pt x="11097" y="298"/>
                  </a:lnTo>
                  <a:lnTo>
                    <a:pt x="10601" y="298"/>
                  </a:lnTo>
                  <a:lnTo>
                    <a:pt x="10205" y="397"/>
                  </a:lnTo>
                  <a:lnTo>
                    <a:pt x="9412" y="397"/>
                  </a:lnTo>
                  <a:lnTo>
                    <a:pt x="9016" y="595"/>
                  </a:lnTo>
                  <a:lnTo>
                    <a:pt x="8818" y="496"/>
                  </a:lnTo>
                  <a:lnTo>
                    <a:pt x="8521" y="397"/>
                  </a:lnTo>
                  <a:lnTo>
                    <a:pt x="8323" y="397"/>
                  </a:lnTo>
                  <a:lnTo>
                    <a:pt x="8223" y="595"/>
                  </a:lnTo>
                  <a:lnTo>
                    <a:pt x="7926" y="595"/>
                  </a:lnTo>
                  <a:lnTo>
                    <a:pt x="7827" y="397"/>
                  </a:lnTo>
                  <a:lnTo>
                    <a:pt x="7728" y="496"/>
                  </a:lnTo>
                  <a:lnTo>
                    <a:pt x="7629" y="595"/>
                  </a:lnTo>
                  <a:lnTo>
                    <a:pt x="7431" y="496"/>
                  </a:lnTo>
                  <a:lnTo>
                    <a:pt x="7233" y="298"/>
                  </a:lnTo>
                  <a:lnTo>
                    <a:pt x="6737" y="298"/>
                  </a:lnTo>
                  <a:lnTo>
                    <a:pt x="6440" y="496"/>
                  </a:lnTo>
                  <a:lnTo>
                    <a:pt x="6242" y="595"/>
                  </a:lnTo>
                  <a:lnTo>
                    <a:pt x="6143" y="595"/>
                  </a:lnTo>
                  <a:lnTo>
                    <a:pt x="5945" y="496"/>
                  </a:lnTo>
                  <a:lnTo>
                    <a:pt x="5647" y="298"/>
                  </a:lnTo>
                  <a:lnTo>
                    <a:pt x="5251" y="199"/>
                  </a:lnTo>
                  <a:lnTo>
                    <a:pt x="4756" y="199"/>
                  </a:lnTo>
                  <a:lnTo>
                    <a:pt x="4359" y="397"/>
                  </a:lnTo>
                  <a:lnTo>
                    <a:pt x="4260" y="397"/>
                  </a:lnTo>
                  <a:lnTo>
                    <a:pt x="4260" y="298"/>
                  </a:lnTo>
                  <a:lnTo>
                    <a:pt x="4260" y="100"/>
                  </a:lnTo>
                  <a:lnTo>
                    <a:pt x="4062" y="100"/>
                  </a:lnTo>
                  <a:lnTo>
                    <a:pt x="3963" y="199"/>
                  </a:lnTo>
                  <a:lnTo>
                    <a:pt x="3864" y="298"/>
                  </a:lnTo>
                  <a:lnTo>
                    <a:pt x="3765" y="397"/>
                  </a:lnTo>
                  <a:lnTo>
                    <a:pt x="3666" y="298"/>
                  </a:lnTo>
                  <a:lnTo>
                    <a:pt x="3468" y="298"/>
                  </a:lnTo>
                  <a:lnTo>
                    <a:pt x="3270" y="199"/>
                  </a:lnTo>
                  <a:lnTo>
                    <a:pt x="2972" y="298"/>
                  </a:lnTo>
                  <a:lnTo>
                    <a:pt x="2081" y="100"/>
                  </a:lnTo>
                  <a:lnTo>
                    <a:pt x="1288" y="100"/>
                  </a:lnTo>
                  <a:lnTo>
                    <a:pt x="1189" y="298"/>
                  </a:lnTo>
                  <a:lnTo>
                    <a:pt x="1090" y="397"/>
                  </a:lnTo>
                  <a:lnTo>
                    <a:pt x="793" y="397"/>
                  </a:lnTo>
                  <a:lnTo>
                    <a:pt x="495" y="496"/>
                  </a:lnTo>
                  <a:lnTo>
                    <a:pt x="198" y="595"/>
                  </a:lnTo>
                  <a:lnTo>
                    <a:pt x="99" y="694"/>
                  </a:lnTo>
                  <a:lnTo>
                    <a:pt x="99" y="892"/>
                  </a:lnTo>
                  <a:lnTo>
                    <a:pt x="0" y="1388"/>
                  </a:lnTo>
                  <a:lnTo>
                    <a:pt x="99" y="1784"/>
                  </a:lnTo>
                  <a:lnTo>
                    <a:pt x="297" y="2180"/>
                  </a:lnTo>
                  <a:lnTo>
                    <a:pt x="594" y="2477"/>
                  </a:lnTo>
                  <a:lnTo>
                    <a:pt x="1090" y="3171"/>
                  </a:lnTo>
                  <a:lnTo>
                    <a:pt x="1684" y="3765"/>
                  </a:lnTo>
                  <a:lnTo>
                    <a:pt x="2180" y="4558"/>
                  </a:lnTo>
                  <a:lnTo>
                    <a:pt x="2774" y="5252"/>
                  </a:lnTo>
                  <a:lnTo>
                    <a:pt x="3369" y="5945"/>
                  </a:lnTo>
                  <a:lnTo>
                    <a:pt x="3864" y="6639"/>
                  </a:lnTo>
                  <a:lnTo>
                    <a:pt x="4756" y="7927"/>
                  </a:lnTo>
                  <a:lnTo>
                    <a:pt x="5647" y="9215"/>
                  </a:lnTo>
                  <a:lnTo>
                    <a:pt x="6143" y="10106"/>
                  </a:lnTo>
                  <a:lnTo>
                    <a:pt x="6440" y="10503"/>
                  </a:lnTo>
                  <a:lnTo>
                    <a:pt x="6737" y="10800"/>
                  </a:lnTo>
                  <a:lnTo>
                    <a:pt x="6935" y="11097"/>
                  </a:lnTo>
                  <a:lnTo>
                    <a:pt x="7134" y="11394"/>
                  </a:lnTo>
                  <a:lnTo>
                    <a:pt x="7233" y="11692"/>
                  </a:lnTo>
                  <a:lnTo>
                    <a:pt x="7431" y="11989"/>
                  </a:lnTo>
                  <a:lnTo>
                    <a:pt x="7926" y="12782"/>
                  </a:lnTo>
                  <a:lnTo>
                    <a:pt x="8323" y="13574"/>
                  </a:lnTo>
                  <a:lnTo>
                    <a:pt x="9016" y="14763"/>
                  </a:lnTo>
                  <a:lnTo>
                    <a:pt x="9313" y="15358"/>
                  </a:lnTo>
                  <a:lnTo>
                    <a:pt x="9611" y="15952"/>
                  </a:lnTo>
                  <a:lnTo>
                    <a:pt x="9908" y="16547"/>
                  </a:lnTo>
                  <a:lnTo>
                    <a:pt x="10007" y="16745"/>
                  </a:lnTo>
                  <a:lnTo>
                    <a:pt x="10304" y="17042"/>
                  </a:lnTo>
                  <a:lnTo>
                    <a:pt x="10403" y="17141"/>
                  </a:lnTo>
                  <a:lnTo>
                    <a:pt x="10403" y="17339"/>
                  </a:lnTo>
                  <a:lnTo>
                    <a:pt x="10403" y="17537"/>
                  </a:lnTo>
                  <a:lnTo>
                    <a:pt x="10502" y="17735"/>
                  </a:lnTo>
                  <a:lnTo>
                    <a:pt x="10799" y="18231"/>
                  </a:lnTo>
                  <a:lnTo>
                    <a:pt x="10998" y="18528"/>
                  </a:lnTo>
                  <a:lnTo>
                    <a:pt x="10899" y="18825"/>
                  </a:lnTo>
                  <a:lnTo>
                    <a:pt x="10899" y="18924"/>
                  </a:lnTo>
                  <a:lnTo>
                    <a:pt x="10998" y="18924"/>
                  </a:lnTo>
                  <a:lnTo>
                    <a:pt x="11196" y="19023"/>
                  </a:lnTo>
                  <a:lnTo>
                    <a:pt x="11295" y="19123"/>
                  </a:lnTo>
                  <a:lnTo>
                    <a:pt x="11295" y="19222"/>
                  </a:lnTo>
                  <a:lnTo>
                    <a:pt x="11295" y="19321"/>
                  </a:lnTo>
                  <a:lnTo>
                    <a:pt x="11196" y="19519"/>
                  </a:lnTo>
                  <a:lnTo>
                    <a:pt x="11196" y="19618"/>
                  </a:lnTo>
                  <a:lnTo>
                    <a:pt x="11394" y="19816"/>
                  </a:lnTo>
                  <a:lnTo>
                    <a:pt x="11592" y="19915"/>
                  </a:lnTo>
                  <a:lnTo>
                    <a:pt x="11691" y="20113"/>
                  </a:lnTo>
                  <a:lnTo>
                    <a:pt x="11691" y="20212"/>
                  </a:lnTo>
                  <a:lnTo>
                    <a:pt x="11592" y="20411"/>
                  </a:lnTo>
                  <a:lnTo>
                    <a:pt x="11196" y="21104"/>
                  </a:lnTo>
                  <a:lnTo>
                    <a:pt x="10799" y="21897"/>
                  </a:lnTo>
                  <a:lnTo>
                    <a:pt x="10502" y="22590"/>
                  </a:lnTo>
                  <a:lnTo>
                    <a:pt x="10106" y="23383"/>
                  </a:lnTo>
                  <a:lnTo>
                    <a:pt x="9214" y="24968"/>
                  </a:lnTo>
                  <a:lnTo>
                    <a:pt x="8323" y="26652"/>
                  </a:lnTo>
                  <a:lnTo>
                    <a:pt x="8025" y="27049"/>
                  </a:lnTo>
                  <a:lnTo>
                    <a:pt x="7728" y="27544"/>
                  </a:lnTo>
                  <a:lnTo>
                    <a:pt x="6638" y="29229"/>
                  </a:lnTo>
                  <a:lnTo>
                    <a:pt x="5647" y="31111"/>
                  </a:lnTo>
                  <a:lnTo>
                    <a:pt x="5152" y="32102"/>
                  </a:lnTo>
                  <a:lnTo>
                    <a:pt x="4459" y="33192"/>
                  </a:lnTo>
                  <a:lnTo>
                    <a:pt x="4161" y="33786"/>
                  </a:lnTo>
                  <a:lnTo>
                    <a:pt x="3765" y="34480"/>
                  </a:lnTo>
                  <a:lnTo>
                    <a:pt x="3270" y="35768"/>
                  </a:lnTo>
                  <a:lnTo>
                    <a:pt x="2873" y="36461"/>
                  </a:lnTo>
                  <a:lnTo>
                    <a:pt x="2576" y="37056"/>
                  </a:lnTo>
                  <a:lnTo>
                    <a:pt x="1882" y="38046"/>
                  </a:lnTo>
                  <a:lnTo>
                    <a:pt x="1288" y="39235"/>
                  </a:lnTo>
                  <a:lnTo>
                    <a:pt x="991" y="39830"/>
                  </a:lnTo>
                  <a:lnTo>
                    <a:pt x="793" y="40424"/>
                  </a:lnTo>
                  <a:lnTo>
                    <a:pt x="694" y="41118"/>
                  </a:lnTo>
                  <a:lnTo>
                    <a:pt x="694" y="41415"/>
                  </a:lnTo>
                  <a:lnTo>
                    <a:pt x="793" y="41811"/>
                  </a:lnTo>
                  <a:lnTo>
                    <a:pt x="793" y="42010"/>
                  </a:lnTo>
                  <a:lnTo>
                    <a:pt x="892" y="42208"/>
                  </a:lnTo>
                  <a:lnTo>
                    <a:pt x="1090" y="42406"/>
                  </a:lnTo>
                  <a:lnTo>
                    <a:pt x="1486" y="42307"/>
                  </a:lnTo>
                  <a:lnTo>
                    <a:pt x="1585" y="42307"/>
                  </a:lnTo>
                  <a:lnTo>
                    <a:pt x="1783" y="42505"/>
                  </a:lnTo>
                  <a:lnTo>
                    <a:pt x="1882" y="42703"/>
                  </a:lnTo>
                  <a:lnTo>
                    <a:pt x="1882" y="43099"/>
                  </a:lnTo>
                  <a:lnTo>
                    <a:pt x="2081" y="42901"/>
                  </a:lnTo>
                  <a:lnTo>
                    <a:pt x="2378" y="42802"/>
                  </a:lnTo>
                  <a:lnTo>
                    <a:pt x="2576" y="42802"/>
                  </a:lnTo>
                  <a:lnTo>
                    <a:pt x="2873" y="42901"/>
                  </a:lnTo>
                  <a:lnTo>
                    <a:pt x="3270" y="43000"/>
                  </a:lnTo>
                  <a:lnTo>
                    <a:pt x="3468" y="43000"/>
                  </a:lnTo>
                  <a:lnTo>
                    <a:pt x="3666" y="42802"/>
                  </a:lnTo>
                  <a:lnTo>
                    <a:pt x="3864" y="42703"/>
                  </a:lnTo>
                  <a:lnTo>
                    <a:pt x="3963" y="42802"/>
                  </a:lnTo>
                  <a:lnTo>
                    <a:pt x="4260" y="43000"/>
                  </a:lnTo>
                  <a:lnTo>
                    <a:pt x="4855" y="43000"/>
                  </a:lnTo>
                  <a:lnTo>
                    <a:pt x="5053" y="42901"/>
                  </a:lnTo>
                  <a:lnTo>
                    <a:pt x="5152" y="42802"/>
                  </a:lnTo>
                  <a:lnTo>
                    <a:pt x="5548" y="42802"/>
                  </a:lnTo>
                  <a:lnTo>
                    <a:pt x="5846" y="42901"/>
                  </a:lnTo>
                  <a:lnTo>
                    <a:pt x="5945" y="42802"/>
                  </a:lnTo>
                  <a:lnTo>
                    <a:pt x="5945" y="42703"/>
                  </a:lnTo>
                  <a:lnTo>
                    <a:pt x="6143" y="42802"/>
                  </a:lnTo>
                  <a:lnTo>
                    <a:pt x="6341" y="42802"/>
                  </a:lnTo>
                  <a:lnTo>
                    <a:pt x="6737" y="42901"/>
                  </a:lnTo>
                  <a:lnTo>
                    <a:pt x="7530" y="42802"/>
                  </a:lnTo>
                  <a:lnTo>
                    <a:pt x="7926" y="42703"/>
                  </a:lnTo>
                  <a:lnTo>
                    <a:pt x="8223" y="42505"/>
                  </a:lnTo>
                  <a:lnTo>
                    <a:pt x="8422" y="42505"/>
                  </a:lnTo>
                  <a:lnTo>
                    <a:pt x="8521" y="42604"/>
                  </a:lnTo>
                  <a:lnTo>
                    <a:pt x="9313" y="42604"/>
                  </a:lnTo>
                  <a:lnTo>
                    <a:pt x="10007" y="42505"/>
                  </a:lnTo>
                  <a:lnTo>
                    <a:pt x="11790" y="42505"/>
                  </a:lnTo>
                  <a:lnTo>
                    <a:pt x="12583" y="42406"/>
                  </a:lnTo>
                  <a:lnTo>
                    <a:pt x="14069" y="42406"/>
                  </a:lnTo>
                  <a:lnTo>
                    <a:pt x="14664" y="42307"/>
                  </a:lnTo>
                  <a:lnTo>
                    <a:pt x="15258" y="42208"/>
                  </a:lnTo>
                  <a:lnTo>
                    <a:pt x="15555" y="42307"/>
                  </a:lnTo>
                  <a:lnTo>
                    <a:pt x="15852" y="42406"/>
                  </a:lnTo>
                  <a:lnTo>
                    <a:pt x="16249" y="42406"/>
                  </a:lnTo>
                  <a:lnTo>
                    <a:pt x="16744" y="42307"/>
                  </a:lnTo>
                  <a:lnTo>
                    <a:pt x="17339" y="42208"/>
                  </a:lnTo>
                  <a:lnTo>
                    <a:pt x="18825" y="42208"/>
                  </a:lnTo>
                  <a:lnTo>
                    <a:pt x="19518" y="42109"/>
                  </a:lnTo>
                  <a:lnTo>
                    <a:pt x="20311" y="42109"/>
                  </a:lnTo>
                  <a:lnTo>
                    <a:pt x="20608" y="42208"/>
                  </a:lnTo>
                  <a:lnTo>
                    <a:pt x="20707" y="42208"/>
                  </a:lnTo>
                  <a:lnTo>
                    <a:pt x="20905" y="42010"/>
                  </a:lnTo>
                  <a:lnTo>
                    <a:pt x="21104" y="42010"/>
                  </a:lnTo>
                  <a:lnTo>
                    <a:pt x="21302" y="42109"/>
                  </a:lnTo>
                  <a:lnTo>
                    <a:pt x="21698" y="42208"/>
                  </a:lnTo>
                  <a:lnTo>
                    <a:pt x="22590" y="42208"/>
                  </a:lnTo>
                  <a:lnTo>
                    <a:pt x="22986" y="42010"/>
                  </a:lnTo>
                  <a:lnTo>
                    <a:pt x="23184" y="42010"/>
                  </a:lnTo>
                  <a:lnTo>
                    <a:pt x="23283" y="42109"/>
                  </a:lnTo>
                  <a:lnTo>
                    <a:pt x="23283" y="42208"/>
                  </a:lnTo>
                  <a:lnTo>
                    <a:pt x="23382" y="42208"/>
                  </a:lnTo>
                  <a:lnTo>
                    <a:pt x="23581" y="42010"/>
                  </a:lnTo>
                  <a:lnTo>
                    <a:pt x="23977" y="42010"/>
                  </a:lnTo>
                  <a:lnTo>
                    <a:pt x="24274" y="42109"/>
                  </a:lnTo>
                  <a:lnTo>
                    <a:pt x="24472" y="42208"/>
                  </a:lnTo>
                  <a:lnTo>
                    <a:pt x="26355" y="42208"/>
                  </a:lnTo>
                  <a:lnTo>
                    <a:pt x="26652" y="42109"/>
                  </a:lnTo>
                  <a:lnTo>
                    <a:pt x="26850" y="42010"/>
                  </a:lnTo>
                  <a:lnTo>
                    <a:pt x="27048" y="42010"/>
                  </a:lnTo>
                  <a:lnTo>
                    <a:pt x="27246" y="42109"/>
                  </a:lnTo>
                  <a:lnTo>
                    <a:pt x="27643" y="42010"/>
                  </a:lnTo>
                  <a:lnTo>
                    <a:pt x="28039" y="41911"/>
                  </a:lnTo>
                  <a:lnTo>
                    <a:pt x="28237" y="42010"/>
                  </a:lnTo>
                  <a:lnTo>
                    <a:pt x="28435" y="42010"/>
                  </a:lnTo>
                  <a:lnTo>
                    <a:pt x="28733" y="42109"/>
                  </a:lnTo>
                  <a:lnTo>
                    <a:pt x="29030" y="42109"/>
                  </a:lnTo>
                  <a:lnTo>
                    <a:pt x="29327" y="42010"/>
                  </a:lnTo>
                  <a:lnTo>
                    <a:pt x="29624" y="42010"/>
                  </a:lnTo>
                  <a:lnTo>
                    <a:pt x="29921" y="41911"/>
                  </a:lnTo>
                  <a:lnTo>
                    <a:pt x="30120" y="42010"/>
                  </a:lnTo>
                  <a:lnTo>
                    <a:pt x="30219" y="42109"/>
                  </a:lnTo>
                  <a:lnTo>
                    <a:pt x="30219" y="42208"/>
                  </a:lnTo>
                  <a:lnTo>
                    <a:pt x="30318" y="42109"/>
                  </a:lnTo>
                  <a:lnTo>
                    <a:pt x="30417" y="42010"/>
                  </a:lnTo>
                  <a:lnTo>
                    <a:pt x="30714" y="42109"/>
                  </a:lnTo>
                  <a:lnTo>
                    <a:pt x="31110" y="42109"/>
                  </a:lnTo>
                  <a:lnTo>
                    <a:pt x="31209" y="42010"/>
                  </a:lnTo>
                  <a:lnTo>
                    <a:pt x="31408" y="42010"/>
                  </a:lnTo>
                  <a:lnTo>
                    <a:pt x="31705" y="42109"/>
                  </a:lnTo>
                  <a:lnTo>
                    <a:pt x="32101" y="42109"/>
                  </a:lnTo>
                  <a:lnTo>
                    <a:pt x="32795" y="42010"/>
                  </a:lnTo>
                  <a:lnTo>
                    <a:pt x="33389" y="41911"/>
                  </a:lnTo>
                  <a:lnTo>
                    <a:pt x="33786" y="41911"/>
                  </a:lnTo>
                  <a:lnTo>
                    <a:pt x="34083" y="42010"/>
                  </a:lnTo>
                  <a:lnTo>
                    <a:pt x="34479" y="42010"/>
                  </a:lnTo>
                  <a:lnTo>
                    <a:pt x="35371" y="41911"/>
                  </a:lnTo>
                  <a:lnTo>
                    <a:pt x="36163" y="42010"/>
                  </a:lnTo>
                  <a:lnTo>
                    <a:pt x="36758" y="42010"/>
                  </a:lnTo>
                  <a:lnTo>
                    <a:pt x="37253" y="42109"/>
                  </a:lnTo>
                  <a:lnTo>
                    <a:pt x="37550" y="42010"/>
                  </a:lnTo>
                  <a:lnTo>
                    <a:pt x="37848" y="42109"/>
                  </a:lnTo>
                  <a:lnTo>
                    <a:pt x="38244" y="42109"/>
                  </a:lnTo>
                  <a:lnTo>
                    <a:pt x="38343" y="42010"/>
                  </a:lnTo>
                  <a:lnTo>
                    <a:pt x="38442" y="42109"/>
                  </a:lnTo>
                  <a:lnTo>
                    <a:pt x="38640" y="42208"/>
                  </a:lnTo>
                  <a:lnTo>
                    <a:pt x="38938" y="42109"/>
                  </a:lnTo>
                  <a:lnTo>
                    <a:pt x="39631" y="42109"/>
                  </a:lnTo>
                  <a:lnTo>
                    <a:pt x="40027" y="42208"/>
                  </a:lnTo>
                  <a:lnTo>
                    <a:pt x="40820" y="42208"/>
                  </a:lnTo>
                  <a:lnTo>
                    <a:pt x="41216" y="41911"/>
                  </a:lnTo>
                  <a:lnTo>
                    <a:pt x="41514" y="41911"/>
                  </a:lnTo>
                  <a:lnTo>
                    <a:pt x="41811" y="42109"/>
                  </a:lnTo>
                  <a:lnTo>
                    <a:pt x="42108" y="42109"/>
                  </a:lnTo>
                  <a:lnTo>
                    <a:pt x="42603" y="41911"/>
                  </a:lnTo>
                  <a:lnTo>
                    <a:pt x="45179" y="41911"/>
                  </a:lnTo>
                  <a:lnTo>
                    <a:pt x="45675" y="42010"/>
                  </a:lnTo>
                  <a:lnTo>
                    <a:pt x="46269" y="42109"/>
                  </a:lnTo>
                  <a:lnTo>
                    <a:pt x="46368" y="42208"/>
                  </a:lnTo>
                  <a:lnTo>
                    <a:pt x="46567" y="42208"/>
                  </a:lnTo>
                  <a:lnTo>
                    <a:pt x="47062" y="42109"/>
                  </a:lnTo>
                  <a:lnTo>
                    <a:pt x="47557" y="42109"/>
                  </a:lnTo>
                  <a:lnTo>
                    <a:pt x="48053" y="42010"/>
                  </a:lnTo>
                  <a:lnTo>
                    <a:pt x="48548" y="41911"/>
                  </a:lnTo>
                  <a:lnTo>
                    <a:pt x="48845" y="41911"/>
                  </a:lnTo>
                  <a:lnTo>
                    <a:pt x="49043" y="42010"/>
                  </a:lnTo>
                  <a:lnTo>
                    <a:pt x="49143" y="42109"/>
                  </a:lnTo>
                  <a:lnTo>
                    <a:pt x="49341" y="42208"/>
                  </a:lnTo>
                  <a:lnTo>
                    <a:pt x="49638" y="42109"/>
                  </a:lnTo>
                  <a:lnTo>
                    <a:pt x="50629" y="42109"/>
                  </a:lnTo>
                  <a:lnTo>
                    <a:pt x="51025" y="42010"/>
                  </a:lnTo>
                  <a:lnTo>
                    <a:pt x="51322" y="41911"/>
                  </a:lnTo>
                  <a:lnTo>
                    <a:pt x="51719" y="42010"/>
                  </a:lnTo>
                  <a:lnTo>
                    <a:pt x="51917" y="42010"/>
                  </a:lnTo>
                  <a:lnTo>
                    <a:pt x="52115" y="41911"/>
                  </a:lnTo>
                  <a:lnTo>
                    <a:pt x="52313" y="41811"/>
                  </a:lnTo>
                  <a:lnTo>
                    <a:pt x="52610" y="41911"/>
                  </a:lnTo>
                  <a:lnTo>
                    <a:pt x="52808" y="42010"/>
                  </a:lnTo>
                  <a:lnTo>
                    <a:pt x="54394" y="42010"/>
                  </a:lnTo>
                  <a:lnTo>
                    <a:pt x="55087" y="42208"/>
                  </a:lnTo>
                  <a:lnTo>
                    <a:pt x="55384" y="42208"/>
                  </a:lnTo>
                  <a:lnTo>
                    <a:pt x="56276" y="42010"/>
                  </a:lnTo>
                  <a:lnTo>
                    <a:pt x="58951" y="42010"/>
                  </a:lnTo>
                  <a:lnTo>
                    <a:pt x="59744" y="42109"/>
                  </a:lnTo>
                  <a:lnTo>
                    <a:pt x="60140" y="42010"/>
                  </a:lnTo>
                  <a:lnTo>
                    <a:pt x="60537" y="41911"/>
                  </a:lnTo>
                  <a:lnTo>
                    <a:pt x="60834" y="41911"/>
                  </a:lnTo>
                  <a:lnTo>
                    <a:pt x="60933" y="42010"/>
                  </a:lnTo>
                  <a:lnTo>
                    <a:pt x="60933" y="42109"/>
                  </a:lnTo>
                  <a:lnTo>
                    <a:pt x="60933" y="42208"/>
                  </a:lnTo>
                  <a:lnTo>
                    <a:pt x="61131" y="42109"/>
                  </a:lnTo>
                  <a:lnTo>
                    <a:pt x="61329" y="42010"/>
                  </a:lnTo>
                  <a:lnTo>
                    <a:pt x="61428" y="42010"/>
                  </a:lnTo>
                  <a:lnTo>
                    <a:pt x="61725" y="42109"/>
                  </a:lnTo>
                  <a:lnTo>
                    <a:pt x="62023" y="42109"/>
                  </a:lnTo>
                  <a:lnTo>
                    <a:pt x="62122" y="42010"/>
                  </a:lnTo>
                  <a:lnTo>
                    <a:pt x="62320" y="42010"/>
                  </a:lnTo>
                  <a:lnTo>
                    <a:pt x="62815" y="42109"/>
                  </a:lnTo>
                  <a:lnTo>
                    <a:pt x="63608" y="42109"/>
                  </a:lnTo>
                  <a:lnTo>
                    <a:pt x="63707" y="41911"/>
                  </a:lnTo>
                  <a:lnTo>
                    <a:pt x="63707" y="41811"/>
                  </a:lnTo>
                  <a:lnTo>
                    <a:pt x="63806" y="41811"/>
                  </a:lnTo>
                  <a:lnTo>
                    <a:pt x="64004" y="41911"/>
                  </a:lnTo>
                  <a:lnTo>
                    <a:pt x="64103" y="42208"/>
                  </a:lnTo>
                  <a:lnTo>
                    <a:pt x="64797" y="42208"/>
                  </a:lnTo>
                  <a:lnTo>
                    <a:pt x="65788" y="42109"/>
                  </a:lnTo>
                  <a:lnTo>
                    <a:pt x="66679" y="42208"/>
                  </a:lnTo>
                  <a:lnTo>
                    <a:pt x="68463" y="42208"/>
                  </a:lnTo>
                  <a:lnTo>
                    <a:pt x="69057" y="42010"/>
                  </a:lnTo>
                  <a:lnTo>
                    <a:pt x="69156" y="42010"/>
                  </a:lnTo>
                  <a:lnTo>
                    <a:pt x="69255" y="42109"/>
                  </a:lnTo>
                  <a:lnTo>
                    <a:pt x="69354" y="42307"/>
                  </a:lnTo>
                  <a:lnTo>
                    <a:pt x="69652" y="42307"/>
                  </a:lnTo>
                  <a:lnTo>
                    <a:pt x="69751" y="42109"/>
                  </a:lnTo>
                  <a:lnTo>
                    <a:pt x="69850" y="42010"/>
                  </a:lnTo>
                  <a:lnTo>
                    <a:pt x="69949" y="42010"/>
                  </a:lnTo>
                  <a:lnTo>
                    <a:pt x="70345" y="42208"/>
                  </a:lnTo>
                  <a:lnTo>
                    <a:pt x="70543" y="42307"/>
                  </a:lnTo>
                  <a:lnTo>
                    <a:pt x="70841" y="42307"/>
                  </a:lnTo>
                  <a:lnTo>
                    <a:pt x="71534" y="42208"/>
                  </a:lnTo>
                  <a:lnTo>
                    <a:pt x="72327" y="42208"/>
                  </a:lnTo>
                  <a:lnTo>
                    <a:pt x="73813" y="42406"/>
                  </a:lnTo>
                  <a:lnTo>
                    <a:pt x="74407" y="42406"/>
                  </a:lnTo>
                  <a:lnTo>
                    <a:pt x="74705" y="42307"/>
                  </a:lnTo>
                  <a:lnTo>
                    <a:pt x="74903" y="42208"/>
                  </a:lnTo>
                  <a:lnTo>
                    <a:pt x="75101" y="42109"/>
                  </a:lnTo>
                  <a:lnTo>
                    <a:pt x="75299" y="42109"/>
                  </a:lnTo>
                  <a:lnTo>
                    <a:pt x="75596" y="42208"/>
                  </a:lnTo>
                  <a:lnTo>
                    <a:pt x="76092" y="42307"/>
                  </a:lnTo>
                  <a:lnTo>
                    <a:pt x="77479" y="42307"/>
                  </a:lnTo>
                  <a:lnTo>
                    <a:pt x="77974" y="42406"/>
                  </a:lnTo>
                  <a:lnTo>
                    <a:pt x="78569" y="42406"/>
                  </a:lnTo>
                  <a:lnTo>
                    <a:pt x="79659" y="42307"/>
                  </a:lnTo>
                  <a:lnTo>
                    <a:pt x="80451" y="42208"/>
                  </a:lnTo>
                  <a:lnTo>
                    <a:pt x="81145" y="42307"/>
                  </a:lnTo>
                  <a:lnTo>
                    <a:pt x="82532" y="42307"/>
                  </a:lnTo>
                  <a:lnTo>
                    <a:pt x="83523" y="42208"/>
                  </a:lnTo>
                  <a:lnTo>
                    <a:pt x="84018" y="42208"/>
                  </a:lnTo>
                  <a:lnTo>
                    <a:pt x="84513" y="42307"/>
                  </a:lnTo>
                  <a:lnTo>
                    <a:pt x="84811" y="42307"/>
                  </a:lnTo>
                  <a:lnTo>
                    <a:pt x="85009" y="42208"/>
                  </a:lnTo>
                  <a:lnTo>
                    <a:pt x="85207" y="42109"/>
                  </a:lnTo>
                  <a:lnTo>
                    <a:pt x="85603" y="42109"/>
                  </a:lnTo>
                  <a:lnTo>
                    <a:pt x="85999" y="42208"/>
                  </a:lnTo>
                  <a:lnTo>
                    <a:pt x="87089" y="42208"/>
                  </a:lnTo>
                  <a:lnTo>
                    <a:pt x="87188" y="42109"/>
                  </a:lnTo>
                  <a:lnTo>
                    <a:pt x="87288" y="41911"/>
                  </a:lnTo>
                  <a:lnTo>
                    <a:pt x="87387" y="41911"/>
                  </a:lnTo>
                  <a:lnTo>
                    <a:pt x="87684" y="42010"/>
                  </a:lnTo>
                  <a:lnTo>
                    <a:pt x="87882" y="42010"/>
                  </a:lnTo>
                  <a:lnTo>
                    <a:pt x="88476" y="41911"/>
                  </a:lnTo>
                  <a:lnTo>
                    <a:pt x="89368" y="41811"/>
                  </a:lnTo>
                  <a:lnTo>
                    <a:pt x="89864" y="41811"/>
                  </a:lnTo>
                  <a:lnTo>
                    <a:pt x="90260" y="41712"/>
                  </a:lnTo>
                  <a:lnTo>
                    <a:pt x="90953" y="41712"/>
                  </a:lnTo>
                  <a:lnTo>
                    <a:pt x="91548" y="41911"/>
                  </a:lnTo>
                  <a:lnTo>
                    <a:pt x="92043" y="42010"/>
                  </a:lnTo>
                  <a:lnTo>
                    <a:pt x="92241" y="41911"/>
                  </a:lnTo>
                  <a:lnTo>
                    <a:pt x="92340" y="41712"/>
                  </a:lnTo>
                  <a:lnTo>
                    <a:pt x="92539" y="41514"/>
                  </a:lnTo>
                  <a:lnTo>
                    <a:pt x="92737" y="41514"/>
                  </a:lnTo>
                  <a:lnTo>
                    <a:pt x="92935" y="41613"/>
                  </a:lnTo>
                  <a:lnTo>
                    <a:pt x="93034" y="41811"/>
                  </a:lnTo>
                  <a:lnTo>
                    <a:pt x="93232" y="42010"/>
                  </a:lnTo>
                  <a:lnTo>
                    <a:pt x="93331" y="42109"/>
                  </a:lnTo>
                  <a:lnTo>
                    <a:pt x="93529" y="42109"/>
                  </a:lnTo>
                  <a:lnTo>
                    <a:pt x="93728" y="41911"/>
                  </a:lnTo>
                  <a:lnTo>
                    <a:pt x="94124" y="41415"/>
                  </a:lnTo>
                  <a:lnTo>
                    <a:pt x="94421" y="40821"/>
                  </a:lnTo>
                  <a:lnTo>
                    <a:pt x="94520" y="40226"/>
                  </a:lnTo>
                  <a:lnTo>
                    <a:pt x="94619" y="39632"/>
                  </a:lnTo>
                  <a:lnTo>
                    <a:pt x="94718" y="38542"/>
                  </a:lnTo>
                  <a:lnTo>
                    <a:pt x="94718" y="38046"/>
                  </a:lnTo>
                  <a:lnTo>
                    <a:pt x="94619" y="37551"/>
                  </a:lnTo>
                  <a:lnTo>
                    <a:pt x="94520" y="36957"/>
                  </a:lnTo>
                  <a:lnTo>
                    <a:pt x="94520" y="36263"/>
                  </a:lnTo>
                  <a:lnTo>
                    <a:pt x="94520" y="35669"/>
                  </a:lnTo>
                  <a:lnTo>
                    <a:pt x="94421" y="35371"/>
                  </a:lnTo>
                  <a:lnTo>
                    <a:pt x="94322" y="35074"/>
                  </a:lnTo>
                  <a:lnTo>
                    <a:pt x="94223" y="34975"/>
                  </a:lnTo>
                  <a:lnTo>
                    <a:pt x="94322" y="34876"/>
                  </a:lnTo>
                  <a:lnTo>
                    <a:pt x="94322" y="34678"/>
                  </a:lnTo>
                  <a:lnTo>
                    <a:pt x="94223" y="33687"/>
                  </a:lnTo>
                  <a:lnTo>
                    <a:pt x="94223" y="32795"/>
                  </a:lnTo>
                  <a:lnTo>
                    <a:pt x="94223" y="31805"/>
                  </a:lnTo>
                  <a:lnTo>
                    <a:pt x="94124" y="30913"/>
                  </a:lnTo>
                  <a:lnTo>
                    <a:pt x="93926" y="28832"/>
                  </a:lnTo>
                  <a:lnTo>
                    <a:pt x="93827" y="27742"/>
                  </a:lnTo>
                  <a:lnTo>
                    <a:pt x="93827" y="27247"/>
                  </a:lnTo>
                  <a:lnTo>
                    <a:pt x="93728" y="26752"/>
                  </a:lnTo>
                  <a:lnTo>
                    <a:pt x="93728" y="26454"/>
                  </a:lnTo>
                  <a:lnTo>
                    <a:pt x="93628" y="26058"/>
                  </a:lnTo>
                  <a:lnTo>
                    <a:pt x="93529" y="25464"/>
                  </a:lnTo>
                  <a:lnTo>
                    <a:pt x="93331" y="23185"/>
                  </a:lnTo>
                  <a:lnTo>
                    <a:pt x="93331" y="21798"/>
                  </a:lnTo>
                  <a:lnTo>
                    <a:pt x="93232" y="21203"/>
                  </a:lnTo>
                  <a:lnTo>
                    <a:pt x="92935" y="20510"/>
                  </a:lnTo>
                  <a:lnTo>
                    <a:pt x="92836" y="20411"/>
                  </a:lnTo>
                  <a:lnTo>
                    <a:pt x="92836" y="20312"/>
                  </a:lnTo>
                  <a:lnTo>
                    <a:pt x="92935" y="20212"/>
                  </a:lnTo>
                  <a:lnTo>
                    <a:pt x="93034" y="20113"/>
                  </a:lnTo>
                  <a:lnTo>
                    <a:pt x="93034" y="20014"/>
                  </a:lnTo>
                  <a:lnTo>
                    <a:pt x="92836" y="19915"/>
                  </a:lnTo>
                  <a:lnTo>
                    <a:pt x="92737" y="19915"/>
                  </a:lnTo>
                  <a:lnTo>
                    <a:pt x="92737" y="19816"/>
                  </a:lnTo>
                  <a:lnTo>
                    <a:pt x="92935" y="19717"/>
                  </a:lnTo>
                  <a:lnTo>
                    <a:pt x="93034" y="19618"/>
                  </a:lnTo>
                  <a:lnTo>
                    <a:pt x="93034" y="19519"/>
                  </a:lnTo>
                  <a:lnTo>
                    <a:pt x="92935" y="19420"/>
                  </a:lnTo>
                  <a:lnTo>
                    <a:pt x="92737" y="19123"/>
                  </a:lnTo>
                  <a:lnTo>
                    <a:pt x="92737" y="19023"/>
                  </a:lnTo>
                  <a:lnTo>
                    <a:pt x="92935" y="18924"/>
                  </a:lnTo>
                  <a:lnTo>
                    <a:pt x="92935" y="18825"/>
                  </a:lnTo>
                  <a:lnTo>
                    <a:pt x="92935" y="18627"/>
                  </a:lnTo>
                  <a:lnTo>
                    <a:pt x="92737" y="18033"/>
                  </a:lnTo>
                  <a:lnTo>
                    <a:pt x="92638" y="17438"/>
                  </a:lnTo>
                  <a:lnTo>
                    <a:pt x="92638" y="16844"/>
                  </a:lnTo>
                  <a:lnTo>
                    <a:pt x="92539" y="16249"/>
                  </a:lnTo>
                  <a:lnTo>
                    <a:pt x="92440" y="15159"/>
                  </a:lnTo>
                  <a:lnTo>
                    <a:pt x="92241" y="14070"/>
                  </a:lnTo>
                  <a:lnTo>
                    <a:pt x="92043" y="12881"/>
                  </a:lnTo>
                  <a:lnTo>
                    <a:pt x="91944" y="12286"/>
                  </a:lnTo>
                  <a:lnTo>
                    <a:pt x="91746" y="11692"/>
                  </a:lnTo>
                  <a:lnTo>
                    <a:pt x="91746" y="11394"/>
                  </a:lnTo>
                  <a:lnTo>
                    <a:pt x="91845" y="11097"/>
                  </a:lnTo>
                  <a:lnTo>
                    <a:pt x="91746" y="10800"/>
                  </a:lnTo>
                  <a:lnTo>
                    <a:pt x="91647" y="10701"/>
                  </a:lnTo>
                  <a:lnTo>
                    <a:pt x="91449" y="10602"/>
                  </a:lnTo>
                  <a:lnTo>
                    <a:pt x="91548" y="10305"/>
                  </a:lnTo>
                  <a:lnTo>
                    <a:pt x="91449" y="9908"/>
                  </a:lnTo>
                  <a:lnTo>
                    <a:pt x="91251" y="9314"/>
                  </a:lnTo>
                  <a:lnTo>
                    <a:pt x="91052" y="7332"/>
                  </a:lnTo>
                  <a:lnTo>
                    <a:pt x="90854" y="6341"/>
                  </a:lnTo>
                  <a:lnTo>
                    <a:pt x="90557" y="5450"/>
                  </a:lnTo>
                  <a:lnTo>
                    <a:pt x="90359" y="4657"/>
                  </a:lnTo>
                  <a:lnTo>
                    <a:pt x="90260" y="4162"/>
                  </a:lnTo>
                  <a:lnTo>
                    <a:pt x="90260" y="3765"/>
                  </a:lnTo>
                  <a:lnTo>
                    <a:pt x="90161" y="3567"/>
                  </a:lnTo>
                  <a:lnTo>
                    <a:pt x="90062" y="3369"/>
                  </a:lnTo>
                  <a:lnTo>
                    <a:pt x="89963" y="3171"/>
                  </a:lnTo>
                  <a:lnTo>
                    <a:pt x="89864" y="2973"/>
                  </a:lnTo>
                  <a:lnTo>
                    <a:pt x="89864" y="2676"/>
                  </a:lnTo>
                  <a:lnTo>
                    <a:pt x="89665" y="2477"/>
                  </a:lnTo>
                  <a:lnTo>
                    <a:pt x="89467" y="2279"/>
                  </a:lnTo>
                  <a:lnTo>
                    <a:pt x="89170" y="2081"/>
                  </a:lnTo>
                  <a:lnTo>
                    <a:pt x="88576" y="1883"/>
                  </a:lnTo>
                  <a:lnTo>
                    <a:pt x="88080" y="1685"/>
                  </a:lnTo>
                  <a:lnTo>
                    <a:pt x="87684" y="1586"/>
                  </a:lnTo>
                  <a:lnTo>
                    <a:pt x="87387" y="1487"/>
                  </a:lnTo>
                  <a:lnTo>
                    <a:pt x="86594" y="1388"/>
                  </a:lnTo>
                  <a:lnTo>
                    <a:pt x="85900" y="1289"/>
                  </a:lnTo>
                  <a:lnTo>
                    <a:pt x="85207" y="1090"/>
                  </a:lnTo>
                  <a:lnTo>
                    <a:pt x="84811" y="991"/>
                  </a:lnTo>
                  <a:lnTo>
                    <a:pt x="84513" y="991"/>
                  </a:lnTo>
                  <a:lnTo>
                    <a:pt x="84216" y="1090"/>
                  </a:lnTo>
                  <a:lnTo>
                    <a:pt x="83820" y="991"/>
                  </a:lnTo>
                  <a:lnTo>
                    <a:pt x="83423" y="892"/>
                  </a:lnTo>
                  <a:lnTo>
                    <a:pt x="83027" y="892"/>
                  </a:lnTo>
                  <a:lnTo>
                    <a:pt x="82829" y="991"/>
                  </a:lnTo>
                  <a:lnTo>
                    <a:pt x="82433" y="1189"/>
                  </a:lnTo>
                  <a:lnTo>
                    <a:pt x="82433" y="1090"/>
                  </a:lnTo>
                  <a:lnTo>
                    <a:pt x="82433" y="991"/>
                  </a:lnTo>
                  <a:lnTo>
                    <a:pt x="82433" y="892"/>
                  </a:lnTo>
                  <a:lnTo>
                    <a:pt x="82235" y="892"/>
                  </a:lnTo>
                  <a:lnTo>
                    <a:pt x="82135" y="1090"/>
                  </a:lnTo>
                  <a:lnTo>
                    <a:pt x="82036" y="1189"/>
                  </a:lnTo>
                  <a:lnTo>
                    <a:pt x="81937" y="1189"/>
                  </a:lnTo>
                  <a:lnTo>
                    <a:pt x="81838" y="1090"/>
                  </a:lnTo>
                  <a:lnTo>
                    <a:pt x="81739" y="991"/>
                  </a:lnTo>
                  <a:lnTo>
                    <a:pt x="81442" y="991"/>
                  </a:lnTo>
                  <a:lnTo>
                    <a:pt x="81244" y="892"/>
                  </a:lnTo>
                  <a:lnTo>
                    <a:pt x="80947" y="793"/>
                  </a:lnTo>
                  <a:lnTo>
                    <a:pt x="80847" y="793"/>
                  </a:lnTo>
                  <a:lnTo>
                    <a:pt x="80649" y="991"/>
                  </a:lnTo>
                  <a:lnTo>
                    <a:pt x="80550" y="1090"/>
                  </a:lnTo>
                  <a:lnTo>
                    <a:pt x="80352" y="1090"/>
                  </a:lnTo>
                  <a:lnTo>
                    <a:pt x="80055" y="991"/>
                  </a:lnTo>
                  <a:lnTo>
                    <a:pt x="79956" y="892"/>
                  </a:lnTo>
                  <a:lnTo>
                    <a:pt x="80154" y="892"/>
                  </a:lnTo>
                  <a:lnTo>
                    <a:pt x="80253" y="793"/>
                  </a:lnTo>
                  <a:lnTo>
                    <a:pt x="79659" y="892"/>
                  </a:lnTo>
                  <a:lnTo>
                    <a:pt x="79361" y="991"/>
                  </a:lnTo>
                  <a:lnTo>
                    <a:pt x="79064" y="991"/>
                  </a:lnTo>
                  <a:lnTo>
                    <a:pt x="78767" y="892"/>
                  </a:lnTo>
                  <a:lnTo>
                    <a:pt x="78569" y="892"/>
                  </a:lnTo>
                  <a:lnTo>
                    <a:pt x="78271" y="793"/>
                  </a:lnTo>
                  <a:lnTo>
                    <a:pt x="77776" y="793"/>
                  </a:lnTo>
                  <a:lnTo>
                    <a:pt x="76983" y="991"/>
                  </a:lnTo>
                  <a:lnTo>
                    <a:pt x="76785" y="991"/>
                  </a:lnTo>
                  <a:lnTo>
                    <a:pt x="76587" y="892"/>
                  </a:lnTo>
                  <a:lnTo>
                    <a:pt x="76290" y="793"/>
                  </a:lnTo>
                  <a:lnTo>
                    <a:pt x="75695" y="892"/>
                  </a:lnTo>
                  <a:lnTo>
                    <a:pt x="75398" y="991"/>
                  </a:lnTo>
                  <a:lnTo>
                    <a:pt x="74903" y="991"/>
                  </a:lnTo>
                  <a:lnTo>
                    <a:pt x="74804" y="892"/>
                  </a:lnTo>
                  <a:lnTo>
                    <a:pt x="74705" y="793"/>
                  </a:lnTo>
                  <a:lnTo>
                    <a:pt x="74606" y="793"/>
                  </a:lnTo>
                  <a:lnTo>
                    <a:pt x="74506" y="991"/>
                  </a:lnTo>
                  <a:lnTo>
                    <a:pt x="74308" y="1189"/>
                  </a:lnTo>
                  <a:lnTo>
                    <a:pt x="74209" y="991"/>
                  </a:lnTo>
                  <a:lnTo>
                    <a:pt x="74011" y="892"/>
                  </a:lnTo>
                  <a:lnTo>
                    <a:pt x="73714" y="793"/>
                  </a:lnTo>
                  <a:lnTo>
                    <a:pt x="73218" y="793"/>
                  </a:lnTo>
                  <a:lnTo>
                    <a:pt x="71930" y="694"/>
                  </a:lnTo>
                  <a:lnTo>
                    <a:pt x="71237" y="694"/>
                  </a:lnTo>
                  <a:lnTo>
                    <a:pt x="70543" y="793"/>
                  </a:lnTo>
                  <a:lnTo>
                    <a:pt x="70147" y="892"/>
                  </a:lnTo>
                  <a:lnTo>
                    <a:pt x="69850" y="793"/>
                  </a:lnTo>
                  <a:lnTo>
                    <a:pt x="68859" y="793"/>
                  </a:lnTo>
                  <a:lnTo>
                    <a:pt x="68760" y="892"/>
                  </a:lnTo>
                  <a:lnTo>
                    <a:pt x="68760" y="991"/>
                  </a:lnTo>
                  <a:lnTo>
                    <a:pt x="68562" y="1090"/>
                  </a:lnTo>
                  <a:lnTo>
                    <a:pt x="68364" y="892"/>
                  </a:lnTo>
                  <a:lnTo>
                    <a:pt x="68165" y="793"/>
                  </a:lnTo>
                  <a:lnTo>
                    <a:pt x="67769" y="793"/>
                  </a:lnTo>
                  <a:lnTo>
                    <a:pt x="67373" y="892"/>
                  </a:lnTo>
                  <a:lnTo>
                    <a:pt x="66977" y="793"/>
                  </a:lnTo>
                  <a:lnTo>
                    <a:pt x="66580" y="694"/>
                  </a:lnTo>
                  <a:lnTo>
                    <a:pt x="66184" y="793"/>
                  </a:lnTo>
                  <a:lnTo>
                    <a:pt x="65788" y="892"/>
                  </a:lnTo>
                  <a:lnTo>
                    <a:pt x="65292" y="793"/>
                  </a:lnTo>
                  <a:lnTo>
                    <a:pt x="64401" y="793"/>
                  </a:lnTo>
                  <a:lnTo>
                    <a:pt x="63905" y="892"/>
                  </a:lnTo>
                  <a:lnTo>
                    <a:pt x="63509" y="892"/>
                  </a:lnTo>
                  <a:lnTo>
                    <a:pt x="62815" y="694"/>
                  </a:lnTo>
                  <a:lnTo>
                    <a:pt x="62122" y="793"/>
                  </a:lnTo>
                  <a:lnTo>
                    <a:pt x="60735" y="793"/>
                  </a:lnTo>
                  <a:lnTo>
                    <a:pt x="59942" y="694"/>
                  </a:lnTo>
                  <a:lnTo>
                    <a:pt x="56573" y="694"/>
                  </a:lnTo>
                  <a:lnTo>
                    <a:pt x="55979" y="595"/>
                  </a:lnTo>
                  <a:lnTo>
                    <a:pt x="55583" y="595"/>
                  </a:lnTo>
                  <a:lnTo>
                    <a:pt x="55186" y="694"/>
                  </a:lnTo>
                  <a:lnTo>
                    <a:pt x="53700" y="694"/>
                  </a:lnTo>
                  <a:lnTo>
                    <a:pt x="53403" y="496"/>
                  </a:lnTo>
                  <a:lnTo>
                    <a:pt x="53106" y="496"/>
                  </a:lnTo>
                  <a:lnTo>
                    <a:pt x="52511" y="595"/>
                  </a:lnTo>
                  <a:lnTo>
                    <a:pt x="52016" y="595"/>
                  </a:lnTo>
                  <a:lnTo>
                    <a:pt x="51025" y="496"/>
                  </a:lnTo>
                  <a:lnTo>
                    <a:pt x="50728" y="496"/>
                  </a:lnTo>
                  <a:lnTo>
                    <a:pt x="50332" y="595"/>
                  </a:lnTo>
                  <a:lnTo>
                    <a:pt x="50133" y="595"/>
                  </a:lnTo>
                  <a:lnTo>
                    <a:pt x="50034" y="496"/>
                  </a:lnTo>
                  <a:lnTo>
                    <a:pt x="49836" y="397"/>
                  </a:lnTo>
                  <a:lnTo>
                    <a:pt x="48746" y="397"/>
                  </a:lnTo>
                  <a:lnTo>
                    <a:pt x="48152" y="496"/>
                  </a:lnTo>
                  <a:lnTo>
                    <a:pt x="47557" y="496"/>
                  </a:lnTo>
                  <a:lnTo>
                    <a:pt x="47062" y="397"/>
                  </a:lnTo>
                  <a:lnTo>
                    <a:pt x="46765" y="298"/>
                  </a:lnTo>
                  <a:lnTo>
                    <a:pt x="46467" y="397"/>
                  </a:lnTo>
                  <a:lnTo>
                    <a:pt x="46269" y="496"/>
                  </a:lnTo>
                  <a:lnTo>
                    <a:pt x="45576" y="496"/>
                  </a:lnTo>
                  <a:lnTo>
                    <a:pt x="45279" y="298"/>
                  </a:lnTo>
                  <a:lnTo>
                    <a:pt x="45080" y="199"/>
                  </a:lnTo>
                  <a:lnTo>
                    <a:pt x="44981" y="298"/>
                  </a:lnTo>
                  <a:lnTo>
                    <a:pt x="44882" y="397"/>
                  </a:lnTo>
                  <a:lnTo>
                    <a:pt x="45080" y="496"/>
                  </a:lnTo>
                  <a:lnTo>
                    <a:pt x="45080" y="595"/>
                  </a:lnTo>
                  <a:lnTo>
                    <a:pt x="44783" y="595"/>
                  </a:lnTo>
                  <a:lnTo>
                    <a:pt x="44684" y="496"/>
                  </a:lnTo>
                  <a:lnTo>
                    <a:pt x="44684" y="298"/>
                  </a:lnTo>
                  <a:lnTo>
                    <a:pt x="44387" y="298"/>
                  </a:lnTo>
                  <a:lnTo>
                    <a:pt x="44486" y="496"/>
                  </a:lnTo>
                  <a:lnTo>
                    <a:pt x="44387" y="496"/>
                  </a:lnTo>
                  <a:lnTo>
                    <a:pt x="44090" y="397"/>
                  </a:lnTo>
                  <a:lnTo>
                    <a:pt x="43396" y="397"/>
                  </a:lnTo>
                  <a:lnTo>
                    <a:pt x="42703" y="199"/>
                  </a:lnTo>
                  <a:lnTo>
                    <a:pt x="40226" y="199"/>
                  </a:lnTo>
                  <a:lnTo>
                    <a:pt x="39829" y="100"/>
                  </a:lnTo>
                  <a:lnTo>
                    <a:pt x="39532" y="100"/>
                  </a:lnTo>
                  <a:lnTo>
                    <a:pt x="39136" y="199"/>
                  </a:lnTo>
                  <a:lnTo>
                    <a:pt x="38938" y="298"/>
                  </a:lnTo>
                  <a:lnTo>
                    <a:pt x="38838" y="298"/>
                  </a:lnTo>
                  <a:lnTo>
                    <a:pt x="38739" y="100"/>
                  </a:lnTo>
                  <a:lnTo>
                    <a:pt x="38640" y="199"/>
                  </a:lnTo>
                  <a:lnTo>
                    <a:pt x="38442" y="298"/>
                  </a:lnTo>
                  <a:lnTo>
                    <a:pt x="38244" y="199"/>
                  </a:lnTo>
                  <a:lnTo>
                    <a:pt x="38046" y="100"/>
                  </a:lnTo>
                  <a:lnTo>
                    <a:pt x="37749" y="100"/>
                  </a:lnTo>
                  <a:lnTo>
                    <a:pt x="37550" y="199"/>
                  </a:lnTo>
                  <a:lnTo>
                    <a:pt x="37253" y="199"/>
                  </a:lnTo>
                  <a:lnTo>
                    <a:pt x="36758" y="100"/>
                  </a:lnTo>
                  <a:lnTo>
                    <a:pt x="35470" y="100"/>
                  </a:lnTo>
                  <a:lnTo>
                    <a:pt x="35272" y="199"/>
                  </a:lnTo>
                  <a:lnTo>
                    <a:pt x="35074" y="397"/>
                  </a:lnTo>
                  <a:lnTo>
                    <a:pt x="34974" y="199"/>
                  </a:lnTo>
                  <a:lnTo>
                    <a:pt x="34875" y="100"/>
                  </a:lnTo>
                  <a:lnTo>
                    <a:pt x="34677" y="1"/>
                  </a:lnTo>
                  <a:lnTo>
                    <a:pt x="34380" y="1"/>
                  </a:lnTo>
                  <a:lnTo>
                    <a:pt x="34182" y="100"/>
                  </a:lnTo>
                  <a:lnTo>
                    <a:pt x="33786" y="199"/>
                  </a:lnTo>
                  <a:lnTo>
                    <a:pt x="33488" y="199"/>
                  </a:lnTo>
                  <a:lnTo>
                    <a:pt x="33191" y="100"/>
                  </a:lnTo>
                  <a:lnTo>
                    <a:pt x="32101" y="100"/>
                  </a:lnTo>
                  <a:lnTo>
                    <a:pt x="31804" y="199"/>
                  </a:lnTo>
                  <a:lnTo>
                    <a:pt x="31408" y="199"/>
                  </a:lnTo>
                  <a:lnTo>
                    <a:pt x="30912" y="100"/>
                  </a:lnTo>
                  <a:lnTo>
                    <a:pt x="29228" y="100"/>
                  </a:lnTo>
                  <a:lnTo>
                    <a:pt x="27544" y="1"/>
                  </a:lnTo>
                  <a:lnTo>
                    <a:pt x="25859" y="1"/>
                  </a:lnTo>
                  <a:lnTo>
                    <a:pt x="25661" y="100"/>
                  </a:lnTo>
                  <a:lnTo>
                    <a:pt x="25463" y="298"/>
                  </a:lnTo>
                  <a:lnTo>
                    <a:pt x="25166" y="397"/>
                  </a:lnTo>
                  <a:lnTo>
                    <a:pt x="24968" y="397"/>
                  </a:lnTo>
                  <a:lnTo>
                    <a:pt x="24769" y="298"/>
                  </a:lnTo>
                  <a:lnTo>
                    <a:pt x="24869" y="199"/>
                  </a:lnTo>
                  <a:lnTo>
                    <a:pt x="24968" y="199"/>
                  </a:lnTo>
                  <a:lnTo>
                    <a:pt x="25067" y="100"/>
                  </a:lnTo>
                  <a:lnTo>
                    <a:pt x="25067" y="1"/>
                  </a:lnTo>
                  <a:lnTo>
                    <a:pt x="24769" y="100"/>
                  </a:lnTo>
                  <a:lnTo>
                    <a:pt x="24373" y="100"/>
                  </a:lnTo>
                  <a:lnTo>
                    <a:pt x="23977" y="199"/>
                  </a:lnTo>
                  <a:lnTo>
                    <a:pt x="23581" y="298"/>
                  </a:lnTo>
                  <a:lnTo>
                    <a:pt x="23481" y="298"/>
                  </a:lnTo>
                  <a:lnTo>
                    <a:pt x="23283" y="199"/>
                  </a:lnTo>
                  <a:lnTo>
                    <a:pt x="23184" y="100"/>
                  </a:lnTo>
                  <a:lnTo>
                    <a:pt x="2278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7"/>
            <p:cNvSpPr/>
            <p:nvPr/>
          </p:nvSpPr>
          <p:spPr>
            <a:xfrm>
              <a:off x="1288650" y="1504275"/>
              <a:ext cx="3084287" cy="1093878"/>
            </a:xfrm>
            <a:custGeom>
              <a:rect b="b" l="l" r="r" t="t"/>
              <a:pathLst>
                <a:path extrusionOk="0" h="43100" w="94719">
                  <a:moveTo>
                    <a:pt x="22788" y="1"/>
                  </a:moveTo>
                  <a:lnTo>
                    <a:pt x="21995" y="199"/>
                  </a:lnTo>
                  <a:lnTo>
                    <a:pt x="21896" y="298"/>
                  </a:lnTo>
                  <a:lnTo>
                    <a:pt x="21698" y="397"/>
                  </a:lnTo>
                  <a:lnTo>
                    <a:pt x="21500" y="496"/>
                  </a:lnTo>
                  <a:lnTo>
                    <a:pt x="21302" y="397"/>
                  </a:lnTo>
                  <a:lnTo>
                    <a:pt x="20905" y="298"/>
                  </a:lnTo>
                  <a:lnTo>
                    <a:pt x="20509" y="298"/>
                  </a:lnTo>
                  <a:lnTo>
                    <a:pt x="19816" y="397"/>
                  </a:lnTo>
                  <a:lnTo>
                    <a:pt x="19617" y="397"/>
                  </a:lnTo>
                  <a:lnTo>
                    <a:pt x="19617" y="298"/>
                  </a:lnTo>
                  <a:lnTo>
                    <a:pt x="19518" y="199"/>
                  </a:lnTo>
                  <a:lnTo>
                    <a:pt x="19320" y="100"/>
                  </a:lnTo>
                  <a:lnTo>
                    <a:pt x="19320" y="199"/>
                  </a:lnTo>
                  <a:lnTo>
                    <a:pt x="19221" y="298"/>
                  </a:lnTo>
                  <a:lnTo>
                    <a:pt x="19221" y="397"/>
                  </a:lnTo>
                  <a:lnTo>
                    <a:pt x="19221" y="496"/>
                  </a:lnTo>
                  <a:lnTo>
                    <a:pt x="19122" y="496"/>
                  </a:lnTo>
                  <a:lnTo>
                    <a:pt x="19023" y="397"/>
                  </a:lnTo>
                  <a:lnTo>
                    <a:pt x="18924" y="298"/>
                  </a:lnTo>
                  <a:lnTo>
                    <a:pt x="18825" y="199"/>
                  </a:lnTo>
                  <a:lnTo>
                    <a:pt x="18528" y="199"/>
                  </a:lnTo>
                  <a:lnTo>
                    <a:pt x="18131" y="298"/>
                  </a:lnTo>
                  <a:lnTo>
                    <a:pt x="16249" y="298"/>
                  </a:lnTo>
                  <a:lnTo>
                    <a:pt x="15753" y="397"/>
                  </a:lnTo>
                  <a:lnTo>
                    <a:pt x="15258" y="595"/>
                  </a:lnTo>
                  <a:lnTo>
                    <a:pt x="15060" y="397"/>
                  </a:lnTo>
                  <a:lnTo>
                    <a:pt x="14763" y="397"/>
                  </a:lnTo>
                  <a:lnTo>
                    <a:pt x="14564" y="298"/>
                  </a:lnTo>
                  <a:lnTo>
                    <a:pt x="14465" y="298"/>
                  </a:lnTo>
                  <a:lnTo>
                    <a:pt x="14069" y="496"/>
                  </a:lnTo>
                  <a:lnTo>
                    <a:pt x="13673" y="496"/>
                  </a:lnTo>
                  <a:lnTo>
                    <a:pt x="12979" y="397"/>
                  </a:lnTo>
                  <a:lnTo>
                    <a:pt x="12484" y="298"/>
                  </a:lnTo>
                  <a:lnTo>
                    <a:pt x="11889" y="397"/>
                  </a:lnTo>
                  <a:lnTo>
                    <a:pt x="11790" y="397"/>
                  </a:lnTo>
                  <a:lnTo>
                    <a:pt x="11691" y="496"/>
                  </a:lnTo>
                  <a:lnTo>
                    <a:pt x="11592" y="694"/>
                  </a:lnTo>
                  <a:lnTo>
                    <a:pt x="11394" y="496"/>
                  </a:lnTo>
                  <a:lnTo>
                    <a:pt x="11097" y="298"/>
                  </a:lnTo>
                  <a:lnTo>
                    <a:pt x="10601" y="298"/>
                  </a:lnTo>
                  <a:lnTo>
                    <a:pt x="10205" y="397"/>
                  </a:lnTo>
                  <a:lnTo>
                    <a:pt x="9412" y="397"/>
                  </a:lnTo>
                  <a:lnTo>
                    <a:pt x="9016" y="595"/>
                  </a:lnTo>
                  <a:lnTo>
                    <a:pt x="8818" y="496"/>
                  </a:lnTo>
                  <a:lnTo>
                    <a:pt x="8521" y="397"/>
                  </a:lnTo>
                  <a:lnTo>
                    <a:pt x="8323" y="397"/>
                  </a:lnTo>
                  <a:lnTo>
                    <a:pt x="8223" y="595"/>
                  </a:lnTo>
                  <a:lnTo>
                    <a:pt x="7926" y="595"/>
                  </a:lnTo>
                  <a:lnTo>
                    <a:pt x="7827" y="397"/>
                  </a:lnTo>
                  <a:lnTo>
                    <a:pt x="7728" y="496"/>
                  </a:lnTo>
                  <a:lnTo>
                    <a:pt x="7629" y="595"/>
                  </a:lnTo>
                  <a:lnTo>
                    <a:pt x="7431" y="496"/>
                  </a:lnTo>
                  <a:lnTo>
                    <a:pt x="7233" y="298"/>
                  </a:lnTo>
                  <a:lnTo>
                    <a:pt x="6737" y="298"/>
                  </a:lnTo>
                  <a:lnTo>
                    <a:pt x="6440" y="496"/>
                  </a:lnTo>
                  <a:lnTo>
                    <a:pt x="6242" y="595"/>
                  </a:lnTo>
                  <a:lnTo>
                    <a:pt x="6143" y="595"/>
                  </a:lnTo>
                  <a:lnTo>
                    <a:pt x="5945" y="496"/>
                  </a:lnTo>
                  <a:lnTo>
                    <a:pt x="5647" y="298"/>
                  </a:lnTo>
                  <a:lnTo>
                    <a:pt x="5251" y="199"/>
                  </a:lnTo>
                  <a:lnTo>
                    <a:pt x="4756" y="199"/>
                  </a:lnTo>
                  <a:lnTo>
                    <a:pt x="4359" y="397"/>
                  </a:lnTo>
                  <a:lnTo>
                    <a:pt x="4260" y="397"/>
                  </a:lnTo>
                  <a:lnTo>
                    <a:pt x="4260" y="298"/>
                  </a:lnTo>
                  <a:lnTo>
                    <a:pt x="4260" y="100"/>
                  </a:lnTo>
                  <a:lnTo>
                    <a:pt x="4062" y="100"/>
                  </a:lnTo>
                  <a:lnTo>
                    <a:pt x="3963" y="199"/>
                  </a:lnTo>
                  <a:lnTo>
                    <a:pt x="3864" y="298"/>
                  </a:lnTo>
                  <a:lnTo>
                    <a:pt x="3765" y="397"/>
                  </a:lnTo>
                  <a:lnTo>
                    <a:pt x="3666" y="298"/>
                  </a:lnTo>
                  <a:lnTo>
                    <a:pt x="3468" y="298"/>
                  </a:lnTo>
                  <a:lnTo>
                    <a:pt x="3270" y="199"/>
                  </a:lnTo>
                  <a:lnTo>
                    <a:pt x="2972" y="298"/>
                  </a:lnTo>
                  <a:lnTo>
                    <a:pt x="2081" y="100"/>
                  </a:lnTo>
                  <a:lnTo>
                    <a:pt x="1288" y="100"/>
                  </a:lnTo>
                  <a:lnTo>
                    <a:pt x="1189" y="298"/>
                  </a:lnTo>
                  <a:lnTo>
                    <a:pt x="1090" y="397"/>
                  </a:lnTo>
                  <a:lnTo>
                    <a:pt x="793" y="397"/>
                  </a:lnTo>
                  <a:lnTo>
                    <a:pt x="495" y="496"/>
                  </a:lnTo>
                  <a:lnTo>
                    <a:pt x="198" y="595"/>
                  </a:lnTo>
                  <a:lnTo>
                    <a:pt x="99" y="694"/>
                  </a:lnTo>
                  <a:lnTo>
                    <a:pt x="99" y="892"/>
                  </a:lnTo>
                  <a:lnTo>
                    <a:pt x="0" y="1388"/>
                  </a:lnTo>
                  <a:lnTo>
                    <a:pt x="99" y="1784"/>
                  </a:lnTo>
                  <a:lnTo>
                    <a:pt x="297" y="2180"/>
                  </a:lnTo>
                  <a:lnTo>
                    <a:pt x="594" y="2477"/>
                  </a:lnTo>
                  <a:lnTo>
                    <a:pt x="1090" y="3171"/>
                  </a:lnTo>
                  <a:lnTo>
                    <a:pt x="1684" y="3765"/>
                  </a:lnTo>
                  <a:lnTo>
                    <a:pt x="2180" y="4558"/>
                  </a:lnTo>
                  <a:lnTo>
                    <a:pt x="2774" y="5252"/>
                  </a:lnTo>
                  <a:lnTo>
                    <a:pt x="3369" y="5945"/>
                  </a:lnTo>
                  <a:lnTo>
                    <a:pt x="3864" y="6639"/>
                  </a:lnTo>
                  <a:lnTo>
                    <a:pt x="4756" y="7927"/>
                  </a:lnTo>
                  <a:lnTo>
                    <a:pt x="5647" y="9215"/>
                  </a:lnTo>
                  <a:lnTo>
                    <a:pt x="6143" y="10106"/>
                  </a:lnTo>
                  <a:lnTo>
                    <a:pt x="6440" y="10503"/>
                  </a:lnTo>
                  <a:lnTo>
                    <a:pt x="6737" y="10800"/>
                  </a:lnTo>
                  <a:lnTo>
                    <a:pt x="6935" y="11097"/>
                  </a:lnTo>
                  <a:lnTo>
                    <a:pt x="7134" y="11394"/>
                  </a:lnTo>
                  <a:lnTo>
                    <a:pt x="7233" y="11692"/>
                  </a:lnTo>
                  <a:lnTo>
                    <a:pt x="7431" y="11989"/>
                  </a:lnTo>
                  <a:lnTo>
                    <a:pt x="7926" y="12782"/>
                  </a:lnTo>
                  <a:lnTo>
                    <a:pt x="8323" y="13574"/>
                  </a:lnTo>
                  <a:lnTo>
                    <a:pt x="9016" y="14763"/>
                  </a:lnTo>
                  <a:lnTo>
                    <a:pt x="9313" y="15358"/>
                  </a:lnTo>
                  <a:lnTo>
                    <a:pt x="9611" y="15952"/>
                  </a:lnTo>
                  <a:lnTo>
                    <a:pt x="9908" y="16547"/>
                  </a:lnTo>
                  <a:lnTo>
                    <a:pt x="10007" y="16745"/>
                  </a:lnTo>
                  <a:lnTo>
                    <a:pt x="10304" y="17042"/>
                  </a:lnTo>
                  <a:lnTo>
                    <a:pt x="10403" y="17141"/>
                  </a:lnTo>
                  <a:lnTo>
                    <a:pt x="10403" y="17339"/>
                  </a:lnTo>
                  <a:lnTo>
                    <a:pt x="10403" y="17537"/>
                  </a:lnTo>
                  <a:lnTo>
                    <a:pt x="10502" y="17735"/>
                  </a:lnTo>
                  <a:lnTo>
                    <a:pt x="10799" y="18231"/>
                  </a:lnTo>
                  <a:lnTo>
                    <a:pt x="10998" y="18528"/>
                  </a:lnTo>
                  <a:lnTo>
                    <a:pt x="10899" y="18825"/>
                  </a:lnTo>
                  <a:lnTo>
                    <a:pt x="10899" y="18924"/>
                  </a:lnTo>
                  <a:lnTo>
                    <a:pt x="10998" y="18924"/>
                  </a:lnTo>
                  <a:lnTo>
                    <a:pt x="11196" y="19023"/>
                  </a:lnTo>
                  <a:lnTo>
                    <a:pt x="11295" y="19123"/>
                  </a:lnTo>
                  <a:lnTo>
                    <a:pt x="11295" y="19222"/>
                  </a:lnTo>
                  <a:lnTo>
                    <a:pt x="11295" y="19321"/>
                  </a:lnTo>
                  <a:lnTo>
                    <a:pt x="11196" y="19519"/>
                  </a:lnTo>
                  <a:lnTo>
                    <a:pt x="11196" y="19618"/>
                  </a:lnTo>
                  <a:lnTo>
                    <a:pt x="11394" y="19816"/>
                  </a:lnTo>
                  <a:lnTo>
                    <a:pt x="11592" y="19915"/>
                  </a:lnTo>
                  <a:lnTo>
                    <a:pt x="11691" y="20113"/>
                  </a:lnTo>
                  <a:lnTo>
                    <a:pt x="11691" y="20212"/>
                  </a:lnTo>
                  <a:lnTo>
                    <a:pt x="11592" y="20411"/>
                  </a:lnTo>
                  <a:lnTo>
                    <a:pt x="11196" y="21104"/>
                  </a:lnTo>
                  <a:lnTo>
                    <a:pt x="10799" y="21897"/>
                  </a:lnTo>
                  <a:lnTo>
                    <a:pt x="10502" y="22590"/>
                  </a:lnTo>
                  <a:lnTo>
                    <a:pt x="10106" y="23383"/>
                  </a:lnTo>
                  <a:lnTo>
                    <a:pt x="9214" y="24968"/>
                  </a:lnTo>
                  <a:lnTo>
                    <a:pt x="8323" y="26652"/>
                  </a:lnTo>
                  <a:lnTo>
                    <a:pt x="8025" y="27049"/>
                  </a:lnTo>
                  <a:lnTo>
                    <a:pt x="7728" y="27544"/>
                  </a:lnTo>
                  <a:lnTo>
                    <a:pt x="6638" y="29229"/>
                  </a:lnTo>
                  <a:lnTo>
                    <a:pt x="5647" y="31111"/>
                  </a:lnTo>
                  <a:lnTo>
                    <a:pt x="5152" y="32102"/>
                  </a:lnTo>
                  <a:lnTo>
                    <a:pt x="4459" y="33192"/>
                  </a:lnTo>
                  <a:lnTo>
                    <a:pt x="4161" y="33786"/>
                  </a:lnTo>
                  <a:lnTo>
                    <a:pt x="3765" y="34480"/>
                  </a:lnTo>
                  <a:lnTo>
                    <a:pt x="3270" y="35768"/>
                  </a:lnTo>
                  <a:lnTo>
                    <a:pt x="2873" y="36461"/>
                  </a:lnTo>
                  <a:lnTo>
                    <a:pt x="2576" y="37056"/>
                  </a:lnTo>
                  <a:lnTo>
                    <a:pt x="1882" y="38046"/>
                  </a:lnTo>
                  <a:lnTo>
                    <a:pt x="1288" y="39235"/>
                  </a:lnTo>
                  <a:lnTo>
                    <a:pt x="991" y="39830"/>
                  </a:lnTo>
                  <a:lnTo>
                    <a:pt x="793" y="40424"/>
                  </a:lnTo>
                  <a:lnTo>
                    <a:pt x="694" y="41118"/>
                  </a:lnTo>
                  <a:lnTo>
                    <a:pt x="694" y="41415"/>
                  </a:lnTo>
                  <a:lnTo>
                    <a:pt x="793" y="41811"/>
                  </a:lnTo>
                  <a:lnTo>
                    <a:pt x="793" y="42010"/>
                  </a:lnTo>
                  <a:lnTo>
                    <a:pt x="892" y="42208"/>
                  </a:lnTo>
                  <a:lnTo>
                    <a:pt x="1090" y="42406"/>
                  </a:lnTo>
                  <a:lnTo>
                    <a:pt x="1486" y="42307"/>
                  </a:lnTo>
                  <a:lnTo>
                    <a:pt x="1585" y="42307"/>
                  </a:lnTo>
                  <a:lnTo>
                    <a:pt x="1783" y="42505"/>
                  </a:lnTo>
                  <a:lnTo>
                    <a:pt x="1882" y="42703"/>
                  </a:lnTo>
                  <a:lnTo>
                    <a:pt x="1882" y="43099"/>
                  </a:lnTo>
                  <a:lnTo>
                    <a:pt x="2081" y="42901"/>
                  </a:lnTo>
                  <a:lnTo>
                    <a:pt x="2378" y="42802"/>
                  </a:lnTo>
                  <a:lnTo>
                    <a:pt x="2576" y="42802"/>
                  </a:lnTo>
                  <a:lnTo>
                    <a:pt x="2873" y="42901"/>
                  </a:lnTo>
                  <a:lnTo>
                    <a:pt x="3270" y="43000"/>
                  </a:lnTo>
                  <a:lnTo>
                    <a:pt x="3468" y="43000"/>
                  </a:lnTo>
                  <a:lnTo>
                    <a:pt x="3666" y="42802"/>
                  </a:lnTo>
                  <a:lnTo>
                    <a:pt x="3864" y="42703"/>
                  </a:lnTo>
                  <a:lnTo>
                    <a:pt x="3963" y="42802"/>
                  </a:lnTo>
                  <a:lnTo>
                    <a:pt x="4260" y="43000"/>
                  </a:lnTo>
                  <a:lnTo>
                    <a:pt x="4855" y="43000"/>
                  </a:lnTo>
                  <a:lnTo>
                    <a:pt x="5053" y="42901"/>
                  </a:lnTo>
                  <a:lnTo>
                    <a:pt x="5152" y="42802"/>
                  </a:lnTo>
                  <a:lnTo>
                    <a:pt x="5548" y="42802"/>
                  </a:lnTo>
                  <a:lnTo>
                    <a:pt x="5846" y="42901"/>
                  </a:lnTo>
                  <a:lnTo>
                    <a:pt x="5945" y="42802"/>
                  </a:lnTo>
                  <a:lnTo>
                    <a:pt x="5945" y="42703"/>
                  </a:lnTo>
                  <a:lnTo>
                    <a:pt x="6143" y="42802"/>
                  </a:lnTo>
                  <a:lnTo>
                    <a:pt x="6341" y="42802"/>
                  </a:lnTo>
                  <a:lnTo>
                    <a:pt x="6737" y="42901"/>
                  </a:lnTo>
                  <a:lnTo>
                    <a:pt x="7530" y="42802"/>
                  </a:lnTo>
                  <a:lnTo>
                    <a:pt x="7926" y="42703"/>
                  </a:lnTo>
                  <a:lnTo>
                    <a:pt x="8223" y="42505"/>
                  </a:lnTo>
                  <a:lnTo>
                    <a:pt x="8422" y="42505"/>
                  </a:lnTo>
                  <a:lnTo>
                    <a:pt x="8521" y="42604"/>
                  </a:lnTo>
                  <a:lnTo>
                    <a:pt x="9313" y="42604"/>
                  </a:lnTo>
                  <a:lnTo>
                    <a:pt x="10007" y="42505"/>
                  </a:lnTo>
                  <a:lnTo>
                    <a:pt x="11790" y="42505"/>
                  </a:lnTo>
                  <a:lnTo>
                    <a:pt x="12583" y="42406"/>
                  </a:lnTo>
                  <a:lnTo>
                    <a:pt x="14069" y="42406"/>
                  </a:lnTo>
                  <a:lnTo>
                    <a:pt x="14664" y="42307"/>
                  </a:lnTo>
                  <a:lnTo>
                    <a:pt x="15258" y="42208"/>
                  </a:lnTo>
                  <a:lnTo>
                    <a:pt x="15555" y="42307"/>
                  </a:lnTo>
                  <a:lnTo>
                    <a:pt x="15852" y="42406"/>
                  </a:lnTo>
                  <a:lnTo>
                    <a:pt x="16249" y="42406"/>
                  </a:lnTo>
                  <a:lnTo>
                    <a:pt x="16744" y="42307"/>
                  </a:lnTo>
                  <a:lnTo>
                    <a:pt x="17339" y="42208"/>
                  </a:lnTo>
                  <a:lnTo>
                    <a:pt x="18825" y="42208"/>
                  </a:lnTo>
                  <a:lnTo>
                    <a:pt x="19518" y="42109"/>
                  </a:lnTo>
                  <a:lnTo>
                    <a:pt x="20311" y="42109"/>
                  </a:lnTo>
                  <a:lnTo>
                    <a:pt x="20608" y="42208"/>
                  </a:lnTo>
                  <a:lnTo>
                    <a:pt x="20707" y="42208"/>
                  </a:lnTo>
                  <a:lnTo>
                    <a:pt x="20905" y="42010"/>
                  </a:lnTo>
                  <a:lnTo>
                    <a:pt x="21104" y="42010"/>
                  </a:lnTo>
                  <a:lnTo>
                    <a:pt x="21302" y="42109"/>
                  </a:lnTo>
                  <a:lnTo>
                    <a:pt x="21698" y="42208"/>
                  </a:lnTo>
                  <a:lnTo>
                    <a:pt x="22590" y="42208"/>
                  </a:lnTo>
                  <a:lnTo>
                    <a:pt x="22986" y="42010"/>
                  </a:lnTo>
                  <a:lnTo>
                    <a:pt x="23184" y="42010"/>
                  </a:lnTo>
                  <a:lnTo>
                    <a:pt x="23283" y="42109"/>
                  </a:lnTo>
                  <a:lnTo>
                    <a:pt x="23283" y="42208"/>
                  </a:lnTo>
                  <a:lnTo>
                    <a:pt x="23382" y="42208"/>
                  </a:lnTo>
                  <a:lnTo>
                    <a:pt x="23581" y="42010"/>
                  </a:lnTo>
                  <a:lnTo>
                    <a:pt x="23977" y="42010"/>
                  </a:lnTo>
                  <a:lnTo>
                    <a:pt x="24274" y="42109"/>
                  </a:lnTo>
                  <a:lnTo>
                    <a:pt x="24472" y="42208"/>
                  </a:lnTo>
                  <a:lnTo>
                    <a:pt x="26355" y="42208"/>
                  </a:lnTo>
                  <a:lnTo>
                    <a:pt x="26652" y="42109"/>
                  </a:lnTo>
                  <a:lnTo>
                    <a:pt x="26850" y="42010"/>
                  </a:lnTo>
                  <a:lnTo>
                    <a:pt x="27048" y="42010"/>
                  </a:lnTo>
                  <a:lnTo>
                    <a:pt x="27246" y="42109"/>
                  </a:lnTo>
                  <a:lnTo>
                    <a:pt x="27643" y="42010"/>
                  </a:lnTo>
                  <a:lnTo>
                    <a:pt x="28039" y="41911"/>
                  </a:lnTo>
                  <a:lnTo>
                    <a:pt x="28237" y="42010"/>
                  </a:lnTo>
                  <a:lnTo>
                    <a:pt x="28435" y="42010"/>
                  </a:lnTo>
                  <a:lnTo>
                    <a:pt x="28733" y="42109"/>
                  </a:lnTo>
                  <a:lnTo>
                    <a:pt x="29030" y="42109"/>
                  </a:lnTo>
                  <a:lnTo>
                    <a:pt x="29327" y="42010"/>
                  </a:lnTo>
                  <a:lnTo>
                    <a:pt x="29624" y="42010"/>
                  </a:lnTo>
                  <a:lnTo>
                    <a:pt x="29921" y="41911"/>
                  </a:lnTo>
                  <a:lnTo>
                    <a:pt x="30120" y="42010"/>
                  </a:lnTo>
                  <a:lnTo>
                    <a:pt x="30219" y="42109"/>
                  </a:lnTo>
                  <a:lnTo>
                    <a:pt x="30219" y="42208"/>
                  </a:lnTo>
                  <a:lnTo>
                    <a:pt x="30318" y="42109"/>
                  </a:lnTo>
                  <a:lnTo>
                    <a:pt x="30417" y="42010"/>
                  </a:lnTo>
                  <a:lnTo>
                    <a:pt x="30714" y="42109"/>
                  </a:lnTo>
                  <a:lnTo>
                    <a:pt x="31110" y="42109"/>
                  </a:lnTo>
                  <a:lnTo>
                    <a:pt x="31209" y="42010"/>
                  </a:lnTo>
                  <a:lnTo>
                    <a:pt x="31408" y="42010"/>
                  </a:lnTo>
                  <a:lnTo>
                    <a:pt x="31705" y="42109"/>
                  </a:lnTo>
                  <a:lnTo>
                    <a:pt x="32101" y="42109"/>
                  </a:lnTo>
                  <a:lnTo>
                    <a:pt x="32795" y="42010"/>
                  </a:lnTo>
                  <a:lnTo>
                    <a:pt x="33389" y="41911"/>
                  </a:lnTo>
                  <a:lnTo>
                    <a:pt x="33786" y="41911"/>
                  </a:lnTo>
                  <a:lnTo>
                    <a:pt x="34083" y="42010"/>
                  </a:lnTo>
                  <a:lnTo>
                    <a:pt x="34479" y="42010"/>
                  </a:lnTo>
                  <a:lnTo>
                    <a:pt x="35371" y="41911"/>
                  </a:lnTo>
                  <a:lnTo>
                    <a:pt x="36163" y="42010"/>
                  </a:lnTo>
                  <a:lnTo>
                    <a:pt x="36758" y="42010"/>
                  </a:lnTo>
                  <a:lnTo>
                    <a:pt x="37253" y="42109"/>
                  </a:lnTo>
                  <a:lnTo>
                    <a:pt x="37550" y="42010"/>
                  </a:lnTo>
                  <a:lnTo>
                    <a:pt x="37848" y="42109"/>
                  </a:lnTo>
                  <a:lnTo>
                    <a:pt x="38244" y="42109"/>
                  </a:lnTo>
                  <a:lnTo>
                    <a:pt x="38343" y="42010"/>
                  </a:lnTo>
                  <a:lnTo>
                    <a:pt x="38442" y="42109"/>
                  </a:lnTo>
                  <a:lnTo>
                    <a:pt x="38640" y="42208"/>
                  </a:lnTo>
                  <a:lnTo>
                    <a:pt x="38938" y="42109"/>
                  </a:lnTo>
                  <a:lnTo>
                    <a:pt x="39631" y="42109"/>
                  </a:lnTo>
                  <a:lnTo>
                    <a:pt x="40027" y="42208"/>
                  </a:lnTo>
                  <a:lnTo>
                    <a:pt x="40820" y="42208"/>
                  </a:lnTo>
                  <a:lnTo>
                    <a:pt x="41216" y="41911"/>
                  </a:lnTo>
                  <a:lnTo>
                    <a:pt x="41514" y="41911"/>
                  </a:lnTo>
                  <a:lnTo>
                    <a:pt x="41811" y="42109"/>
                  </a:lnTo>
                  <a:lnTo>
                    <a:pt x="42108" y="42109"/>
                  </a:lnTo>
                  <a:lnTo>
                    <a:pt x="42603" y="41911"/>
                  </a:lnTo>
                  <a:lnTo>
                    <a:pt x="45179" y="41911"/>
                  </a:lnTo>
                  <a:lnTo>
                    <a:pt x="45675" y="42010"/>
                  </a:lnTo>
                  <a:lnTo>
                    <a:pt x="46269" y="42109"/>
                  </a:lnTo>
                  <a:lnTo>
                    <a:pt x="46368" y="42208"/>
                  </a:lnTo>
                  <a:lnTo>
                    <a:pt x="46567" y="42208"/>
                  </a:lnTo>
                  <a:lnTo>
                    <a:pt x="47062" y="42109"/>
                  </a:lnTo>
                  <a:lnTo>
                    <a:pt x="47557" y="42109"/>
                  </a:lnTo>
                  <a:lnTo>
                    <a:pt x="48053" y="42010"/>
                  </a:lnTo>
                  <a:lnTo>
                    <a:pt x="48548" y="41911"/>
                  </a:lnTo>
                  <a:lnTo>
                    <a:pt x="48845" y="41911"/>
                  </a:lnTo>
                  <a:lnTo>
                    <a:pt x="49043" y="42010"/>
                  </a:lnTo>
                  <a:lnTo>
                    <a:pt x="49143" y="42109"/>
                  </a:lnTo>
                  <a:lnTo>
                    <a:pt x="49341" y="42208"/>
                  </a:lnTo>
                  <a:lnTo>
                    <a:pt x="49638" y="42109"/>
                  </a:lnTo>
                  <a:lnTo>
                    <a:pt x="50629" y="42109"/>
                  </a:lnTo>
                  <a:lnTo>
                    <a:pt x="51025" y="42010"/>
                  </a:lnTo>
                  <a:lnTo>
                    <a:pt x="51322" y="41911"/>
                  </a:lnTo>
                  <a:lnTo>
                    <a:pt x="51719" y="42010"/>
                  </a:lnTo>
                  <a:lnTo>
                    <a:pt x="51917" y="42010"/>
                  </a:lnTo>
                  <a:lnTo>
                    <a:pt x="52115" y="41911"/>
                  </a:lnTo>
                  <a:lnTo>
                    <a:pt x="52313" y="41811"/>
                  </a:lnTo>
                  <a:lnTo>
                    <a:pt x="52610" y="41911"/>
                  </a:lnTo>
                  <a:lnTo>
                    <a:pt x="52808" y="42010"/>
                  </a:lnTo>
                  <a:lnTo>
                    <a:pt x="54394" y="42010"/>
                  </a:lnTo>
                  <a:lnTo>
                    <a:pt x="55087" y="42208"/>
                  </a:lnTo>
                  <a:lnTo>
                    <a:pt x="55384" y="42208"/>
                  </a:lnTo>
                  <a:lnTo>
                    <a:pt x="56276" y="42010"/>
                  </a:lnTo>
                  <a:lnTo>
                    <a:pt x="58951" y="42010"/>
                  </a:lnTo>
                  <a:lnTo>
                    <a:pt x="59744" y="42109"/>
                  </a:lnTo>
                  <a:lnTo>
                    <a:pt x="60140" y="42010"/>
                  </a:lnTo>
                  <a:lnTo>
                    <a:pt x="60537" y="41911"/>
                  </a:lnTo>
                  <a:lnTo>
                    <a:pt x="60834" y="41911"/>
                  </a:lnTo>
                  <a:lnTo>
                    <a:pt x="60933" y="42010"/>
                  </a:lnTo>
                  <a:lnTo>
                    <a:pt x="60933" y="42109"/>
                  </a:lnTo>
                  <a:lnTo>
                    <a:pt x="60933" y="42208"/>
                  </a:lnTo>
                  <a:lnTo>
                    <a:pt x="61131" y="42109"/>
                  </a:lnTo>
                  <a:lnTo>
                    <a:pt x="61329" y="42010"/>
                  </a:lnTo>
                  <a:lnTo>
                    <a:pt x="61428" y="42010"/>
                  </a:lnTo>
                  <a:lnTo>
                    <a:pt x="61725" y="42109"/>
                  </a:lnTo>
                  <a:lnTo>
                    <a:pt x="62023" y="42109"/>
                  </a:lnTo>
                  <a:lnTo>
                    <a:pt x="62122" y="42010"/>
                  </a:lnTo>
                  <a:lnTo>
                    <a:pt x="62320" y="42010"/>
                  </a:lnTo>
                  <a:lnTo>
                    <a:pt x="62815" y="42109"/>
                  </a:lnTo>
                  <a:lnTo>
                    <a:pt x="63608" y="42109"/>
                  </a:lnTo>
                  <a:lnTo>
                    <a:pt x="63707" y="41911"/>
                  </a:lnTo>
                  <a:lnTo>
                    <a:pt x="63707" y="41811"/>
                  </a:lnTo>
                  <a:lnTo>
                    <a:pt x="63806" y="41811"/>
                  </a:lnTo>
                  <a:lnTo>
                    <a:pt x="64004" y="41911"/>
                  </a:lnTo>
                  <a:lnTo>
                    <a:pt x="64103" y="42208"/>
                  </a:lnTo>
                  <a:lnTo>
                    <a:pt x="64797" y="42208"/>
                  </a:lnTo>
                  <a:lnTo>
                    <a:pt x="65788" y="42109"/>
                  </a:lnTo>
                  <a:lnTo>
                    <a:pt x="66679" y="42208"/>
                  </a:lnTo>
                  <a:lnTo>
                    <a:pt x="68463" y="42208"/>
                  </a:lnTo>
                  <a:lnTo>
                    <a:pt x="69057" y="42010"/>
                  </a:lnTo>
                  <a:lnTo>
                    <a:pt x="69156" y="42010"/>
                  </a:lnTo>
                  <a:lnTo>
                    <a:pt x="69255" y="42109"/>
                  </a:lnTo>
                  <a:lnTo>
                    <a:pt x="69354" y="42307"/>
                  </a:lnTo>
                  <a:lnTo>
                    <a:pt x="69652" y="42307"/>
                  </a:lnTo>
                  <a:lnTo>
                    <a:pt x="69751" y="42109"/>
                  </a:lnTo>
                  <a:lnTo>
                    <a:pt x="69850" y="42010"/>
                  </a:lnTo>
                  <a:lnTo>
                    <a:pt x="69949" y="42010"/>
                  </a:lnTo>
                  <a:lnTo>
                    <a:pt x="70345" y="42208"/>
                  </a:lnTo>
                  <a:lnTo>
                    <a:pt x="70543" y="42307"/>
                  </a:lnTo>
                  <a:lnTo>
                    <a:pt x="70841" y="42307"/>
                  </a:lnTo>
                  <a:lnTo>
                    <a:pt x="71534" y="42208"/>
                  </a:lnTo>
                  <a:lnTo>
                    <a:pt x="72327" y="42208"/>
                  </a:lnTo>
                  <a:lnTo>
                    <a:pt x="73813" y="42406"/>
                  </a:lnTo>
                  <a:lnTo>
                    <a:pt x="74407" y="42406"/>
                  </a:lnTo>
                  <a:lnTo>
                    <a:pt x="74705" y="42307"/>
                  </a:lnTo>
                  <a:lnTo>
                    <a:pt x="74903" y="42208"/>
                  </a:lnTo>
                  <a:lnTo>
                    <a:pt x="75101" y="42109"/>
                  </a:lnTo>
                  <a:lnTo>
                    <a:pt x="75299" y="42109"/>
                  </a:lnTo>
                  <a:lnTo>
                    <a:pt x="75596" y="42208"/>
                  </a:lnTo>
                  <a:lnTo>
                    <a:pt x="76092" y="42307"/>
                  </a:lnTo>
                  <a:lnTo>
                    <a:pt x="77479" y="42307"/>
                  </a:lnTo>
                  <a:lnTo>
                    <a:pt x="77974" y="42406"/>
                  </a:lnTo>
                  <a:lnTo>
                    <a:pt x="78569" y="42406"/>
                  </a:lnTo>
                  <a:lnTo>
                    <a:pt x="79659" y="42307"/>
                  </a:lnTo>
                  <a:lnTo>
                    <a:pt x="80451" y="42208"/>
                  </a:lnTo>
                  <a:lnTo>
                    <a:pt x="81145" y="42307"/>
                  </a:lnTo>
                  <a:lnTo>
                    <a:pt x="82532" y="42307"/>
                  </a:lnTo>
                  <a:lnTo>
                    <a:pt x="83523" y="42208"/>
                  </a:lnTo>
                  <a:lnTo>
                    <a:pt x="84018" y="42208"/>
                  </a:lnTo>
                  <a:lnTo>
                    <a:pt x="84513" y="42307"/>
                  </a:lnTo>
                  <a:lnTo>
                    <a:pt x="84811" y="42307"/>
                  </a:lnTo>
                  <a:lnTo>
                    <a:pt x="85009" y="42208"/>
                  </a:lnTo>
                  <a:lnTo>
                    <a:pt x="85207" y="42109"/>
                  </a:lnTo>
                  <a:lnTo>
                    <a:pt x="85603" y="42109"/>
                  </a:lnTo>
                  <a:lnTo>
                    <a:pt x="85999" y="42208"/>
                  </a:lnTo>
                  <a:lnTo>
                    <a:pt x="87089" y="42208"/>
                  </a:lnTo>
                  <a:lnTo>
                    <a:pt x="87188" y="42109"/>
                  </a:lnTo>
                  <a:lnTo>
                    <a:pt x="87288" y="41911"/>
                  </a:lnTo>
                  <a:lnTo>
                    <a:pt x="87387" y="41911"/>
                  </a:lnTo>
                  <a:lnTo>
                    <a:pt x="87684" y="42010"/>
                  </a:lnTo>
                  <a:lnTo>
                    <a:pt x="87882" y="42010"/>
                  </a:lnTo>
                  <a:lnTo>
                    <a:pt x="88476" y="41911"/>
                  </a:lnTo>
                  <a:lnTo>
                    <a:pt x="89368" y="41811"/>
                  </a:lnTo>
                  <a:lnTo>
                    <a:pt x="89864" y="41811"/>
                  </a:lnTo>
                  <a:lnTo>
                    <a:pt x="90260" y="41712"/>
                  </a:lnTo>
                  <a:lnTo>
                    <a:pt x="90953" y="41712"/>
                  </a:lnTo>
                  <a:lnTo>
                    <a:pt x="91548" y="41911"/>
                  </a:lnTo>
                  <a:lnTo>
                    <a:pt x="92043" y="42010"/>
                  </a:lnTo>
                  <a:lnTo>
                    <a:pt x="92241" y="41911"/>
                  </a:lnTo>
                  <a:lnTo>
                    <a:pt x="92340" y="41712"/>
                  </a:lnTo>
                  <a:lnTo>
                    <a:pt x="92539" y="41514"/>
                  </a:lnTo>
                  <a:lnTo>
                    <a:pt x="92737" y="41514"/>
                  </a:lnTo>
                  <a:lnTo>
                    <a:pt x="92935" y="41613"/>
                  </a:lnTo>
                  <a:lnTo>
                    <a:pt x="93034" y="41811"/>
                  </a:lnTo>
                  <a:lnTo>
                    <a:pt x="93232" y="42010"/>
                  </a:lnTo>
                  <a:lnTo>
                    <a:pt x="93331" y="42109"/>
                  </a:lnTo>
                  <a:lnTo>
                    <a:pt x="93529" y="42109"/>
                  </a:lnTo>
                  <a:lnTo>
                    <a:pt x="93728" y="41911"/>
                  </a:lnTo>
                  <a:lnTo>
                    <a:pt x="94124" y="41415"/>
                  </a:lnTo>
                  <a:lnTo>
                    <a:pt x="94421" y="40821"/>
                  </a:lnTo>
                  <a:lnTo>
                    <a:pt x="94520" y="40226"/>
                  </a:lnTo>
                  <a:lnTo>
                    <a:pt x="94619" y="39632"/>
                  </a:lnTo>
                  <a:lnTo>
                    <a:pt x="94718" y="38542"/>
                  </a:lnTo>
                  <a:lnTo>
                    <a:pt x="94718" y="38046"/>
                  </a:lnTo>
                  <a:lnTo>
                    <a:pt x="94619" y="37551"/>
                  </a:lnTo>
                  <a:lnTo>
                    <a:pt x="94520" y="36957"/>
                  </a:lnTo>
                  <a:lnTo>
                    <a:pt x="94520" y="36263"/>
                  </a:lnTo>
                  <a:lnTo>
                    <a:pt x="94520" y="35669"/>
                  </a:lnTo>
                  <a:lnTo>
                    <a:pt x="94421" y="35371"/>
                  </a:lnTo>
                  <a:lnTo>
                    <a:pt x="94322" y="35074"/>
                  </a:lnTo>
                  <a:lnTo>
                    <a:pt x="94223" y="34975"/>
                  </a:lnTo>
                  <a:lnTo>
                    <a:pt x="94322" y="34876"/>
                  </a:lnTo>
                  <a:lnTo>
                    <a:pt x="94322" y="34678"/>
                  </a:lnTo>
                  <a:lnTo>
                    <a:pt x="94223" y="33687"/>
                  </a:lnTo>
                  <a:lnTo>
                    <a:pt x="94223" y="32795"/>
                  </a:lnTo>
                  <a:lnTo>
                    <a:pt x="94223" y="31805"/>
                  </a:lnTo>
                  <a:lnTo>
                    <a:pt x="94124" y="30913"/>
                  </a:lnTo>
                  <a:lnTo>
                    <a:pt x="93926" y="28832"/>
                  </a:lnTo>
                  <a:lnTo>
                    <a:pt x="93827" y="27742"/>
                  </a:lnTo>
                  <a:lnTo>
                    <a:pt x="93827" y="27247"/>
                  </a:lnTo>
                  <a:lnTo>
                    <a:pt x="93728" y="26752"/>
                  </a:lnTo>
                  <a:lnTo>
                    <a:pt x="93728" y="26454"/>
                  </a:lnTo>
                  <a:lnTo>
                    <a:pt x="93628" y="26058"/>
                  </a:lnTo>
                  <a:lnTo>
                    <a:pt x="93529" y="25464"/>
                  </a:lnTo>
                  <a:lnTo>
                    <a:pt x="93331" y="23185"/>
                  </a:lnTo>
                  <a:lnTo>
                    <a:pt x="93331" y="21798"/>
                  </a:lnTo>
                  <a:lnTo>
                    <a:pt x="93232" y="21203"/>
                  </a:lnTo>
                  <a:lnTo>
                    <a:pt x="92935" y="20510"/>
                  </a:lnTo>
                  <a:lnTo>
                    <a:pt x="92836" y="20411"/>
                  </a:lnTo>
                  <a:lnTo>
                    <a:pt x="92836" y="20312"/>
                  </a:lnTo>
                  <a:lnTo>
                    <a:pt x="92935" y="20212"/>
                  </a:lnTo>
                  <a:lnTo>
                    <a:pt x="93034" y="20113"/>
                  </a:lnTo>
                  <a:lnTo>
                    <a:pt x="93034" y="20014"/>
                  </a:lnTo>
                  <a:lnTo>
                    <a:pt x="92836" y="19915"/>
                  </a:lnTo>
                  <a:lnTo>
                    <a:pt x="92737" y="19915"/>
                  </a:lnTo>
                  <a:lnTo>
                    <a:pt x="92737" y="19816"/>
                  </a:lnTo>
                  <a:lnTo>
                    <a:pt x="92935" y="19717"/>
                  </a:lnTo>
                  <a:lnTo>
                    <a:pt x="93034" y="19618"/>
                  </a:lnTo>
                  <a:lnTo>
                    <a:pt x="93034" y="19519"/>
                  </a:lnTo>
                  <a:lnTo>
                    <a:pt x="92935" y="19420"/>
                  </a:lnTo>
                  <a:lnTo>
                    <a:pt x="92737" y="19123"/>
                  </a:lnTo>
                  <a:lnTo>
                    <a:pt x="92737" y="19023"/>
                  </a:lnTo>
                  <a:lnTo>
                    <a:pt x="92935" y="18924"/>
                  </a:lnTo>
                  <a:lnTo>
                    <a:pt x="92935" y="18825"/>
                  </a:lnTo>
                  <a:lnTo>
                    <a:pt x="92935" y="18627"/>
                  </a:lnTo>
                  <a:lnTo>
                    <a:pt x="92737" y="18033"/>
                  </a:lnTo>
                  <a:lnTo>
                    <a:pt x="92638" y="17438"/>
                  </a:lnTo>
                  <a:lnTo>
                    <a:pt x="92638" y="16844"/>
                  </a:lnTo>
                  <a:lnTo>
                    <a:pt x="92539" y="16249"/>
                  </a:lnTo>
                  <a:lnTo>
                    <a:pt x="92440" y="15159"/>
                  </a:lnTo>
                  <a:lnTo>
                    <a:pt x="92241" y="14070"/>
                  </a:lnTo>
                  <a:lnTo>
                    <a:pt x="92043" y="12881"/>
                  </a:lnTo>
                  <a:lnTo>
                    <a:pt x="91944" y="12286"/>
                  </a:lnTo>
                  <a:lnTo>
                    <a:pt x="91746" y="11692"/>
                  </a:lnTo>
                  <a:lnTo>
                    <a:pt x="91746" y="11394"/>
                  </a:lnTo>
                  <a:lnTo>
                    <a:pt x="91845" y="11097"/>
                  </a:lnTo>
                  <a:lnTo>
                    <a:pt x="91746" y="10800"/>
                  </a:lnTo>
                  <a:lnTo>
                    <a:pt x="91647" y="10701"/>
                  </a:lnTo>
                  <a:lnTo>
                    <a:pt x="91449" y="10602"/>
                  </a:lnTo>
                  <a:lnTo>
                    <a:pt x="91548" y="10305"/>
                  </a:lnTo>
                  <a:lnTo>
                    <a:pt x="91449" y="9908"/>
                  </a:lnTo>
                  <a:lnTo>
                    <a:pt x="91251" y="9314"/>
                  </a:lnTo>
                  <a:lnTo>
                    <a:pt x="91052" y="7332"/>
                  </a:lnTo>
                  <a:lnTo>
                    <a:pt x="90854" y="6341"/>
                  </a:lnTo>
                  <a:lnTo>
                    <a:pt x="90557" y="5450"/>
                  </a:lnTo>
                  <a:lnTo>
                    <a:pt x="90359" y="4657"/>
                  </a:lnTo>
                  <a:lnTo>
                    <a:pt x="90260" y="4162"/>
                  </a:lnTo>
                  <a:lnTo>
                    <a:pt x="90260" y="3765"/>
                  </a:lnTo>
                  <a:lnTo>
                    <a:pt x="90161" y="3567"/>
                  </a:lnTo>
                  <a:lnTo>
                    <a:pt x="90062" y="3369"/>
                  </a:lnTo>
                  <a:lnTo>
                    <a:pt x="89963" y="3171"/>
                  </a:lnTo>
                  <a:lnTo>
                    <a:pt x="89864" y="2973"/>
                  </a:lnTo>
                  <a:lnTo>
                    <a:pt x="89864" y="2676"/>
                  </a:lnTo>
                  <a:lnTo>
                    <a:pt x="89665" y="2477"/>
                  </a:lnTo>
                  <a:lnTo>
                    <a:pt x="89467" y="2279"/>
                  </a:lnTo>
                  <a:lnTo>
                    <a:pt x="89170" y="2081"/>
                  </a:lnTo>
                  <a:lnTo>
                    <a:pt x="88576" y="1883"/>
                  </a:lnTo>
                  <a:lnTo>
                    <a:pt x="88080" y="1685"/>
                  </a:lnTo>
                  <a:lnTo>
                    <a:pt x="87684" y="1586"/>
                  </a:lnTo>
                  <a:lnTo>
                    <a:pt x="87387" y="1487"/>
                  </a:lnTo>
                  <a:lnTo>
                    <a:pt x="86594" y="1388"/>
                  </a:lnTo>
                  <a:lnTo>
                    <a:pt x="85900" y="1289"/>
                  </a:lnTo>
                  <a:lnTo>
                    <a:pt x="85207" y="1090"/>
                  </a:lnTo>
                  <a:lnTo>
                    <a:pt x="84811" y="991"/>
                  </a:lnTo>
                  <a:lnTo>
                    <a:pt x="84513" y="991"/>
                  </a:lnTo>
                  <a:lnTo>
                    <a:pt x="84216" y="1090"/>
                  </a:lnTo>
                  <a:lnTo>
                    <a:pt x="83820" y="991"/>
                  </a:lnTo>
                  <a:lnTo>
                    <a:pt x="83423" y="892"/>
                  </a:lnTo>
                  <a:lnTo>
                    <a:pt x="83027" y="892"/>
                  </a:lnTo>
                  <a:lnTo>
                    <a:pt x="82829" y="991"/>
                  </a:lnTo>
                  <a:lnTo>
                    <a:pt x="82433" y="1189"/>
                  </a:lnTo>
                  <a:lnTo>
                    <a:pt x="82433" y="1090"/>
                  </a:lnTo>
                  <a:lnTo>
                    <a:pt x="82433" y="991"/>
                  </a:lnTo>
                  <a:lnTo>
                    <a:pt x="82433" y="892"/>
                  </a:lnTo>
                  <a:lnTo>
                    <a:pt x="82235" y="892"/>
                  </a:lnTo>
                  <a:lnTo>
                    <a:pt x="82135" y="1090"/>
                  </a:lnTo>
                  <a:lnTo>
                    <a:pt x="82036" y="1189"/>
                  </a:lnTo>
                  <a:lnTo>
                    <a:pt x="81937" y="1189"/>
                  </a:lnTo>
                  <a:lnTo>
                    <a:pt x="81838" y="1090"/>
                  </a:lnTo>
                  <a:lnTo>
                    <a:pt x="81739" y="991"/>
                  </a:lnTo>
                  <a:lnTo>
                    <a:pt x="81442" y="991"/>
                  </a:lnTo>
                  <a:lnTo>
                    <a:pt x="81244" y="892"/>
                  </a:lnTo>
                  <a:lnTo>
                    <a:pt x="80947" y="793"/>
                  </a:lnTo>
                  <a:lnTo>
                    <a:pt x="80847" y="793"/>
                  </a:lnTo>
                  <a:lnTo>
                    <a:pt x="80649" y="991"/>
                  </a:lnTo>
                  <a:lnTo>
                    <a:pt x="80550" y="1090"/>
                  </a:lnTo>
                  <a:lnTo>
                    <a:pt x="80352" y="1090"/>
                  </a:lnTo>
                  <a:lnTo>
                    <a:pt x="80055" y="991"/>
                  </a:lnTo>
                  <a:lnTo>
                    <a:pt x="79956" y="892"/>
                  </a:lnTo>
                  <a:lnTo>
                    <a:pt x="80154" y="892"/>
                  </a:lnTo>
                  <a:lnTo>
                    <a:pt x="80253" y="793"/>
                  </a:lnTo>
                  <a:lnTo>
                    <a:pt x="79659" y="892"/>
                  </a:lnTo>
                  <a:lnTo>
                    <a:pt x="79361" y="991"/>
                  </a:lnTo>
                  <a:lnTo>
                    <a:pt x="79064" y="991"/>
                  </a:lnTo>
                  <a:lnTo>
                    <a:pt x="78767" y="892"/>
                  </a:lnTo>
                  <a:lnTo>
                    <a:pt x="78569" y="892"/>
                  </a:lnTo>
                  <a:lnTo>
                    <a:pt x="78271" y="793"/>
                  </a:lnTo>
                  <a:lnTo>
                    <a:pt x="77776" y="793"/>
                  </a:lnTo>
                  <a:lnTo>
                    <a:pt x="76983" y="991"/>
                  </a:lnTo>
                  <a:lnTo>
                    <a:pt x="76785" y="991"/>
                  </a:lnTo>
                  <a:lnTo>
                    <a:pt x="76587" y="892"/>
                  </a:lnTo>
                  <a:lnTo>
                    <a:pt x="76290" y="793"/>
                  </a:lnTo>
                  <a:lnTo>
                    <a:pt x="75695" y="892"/>
                  </a:lnTo>
                  <a:lnTo>
                    <a:pt x="75398" y="991"/>
                  </a:lnTo>
                  <a:lnTo>
                    <a:pt x="74903" y="991"/>
                  </a:lnTo>
                  <a:lnTo>
                    <a:pt x="74804" y="892"/>
                  </a:lnTo>
                  <a:lnTo>
                    <a:pt x="74705" y="793"/>
                  </a:lnTo>
                  <a:lnTo>
                    <a:pt x="74606" y="793"/>
                  </a:lnTo>
                  <a:lnTo>
                    <a:pt x="74506" y="991"/>
                  </a:lnTo>
                  <a:lnTo>
                    <a:pt x="74308" y="1189"/>
                  </a:lnTo>
                  <a:lnTo>
                    <a:pt x="74209" y="991"/>
                  </a:lnTo>
                  <a:lnTo>
                    <a:pt x="74011" y="892"/>
                  </a:lnTo>
                  <a:lnTo>
                    <a:pt x="73714" y="793"/>
                  </a:lnTo>
                  <a:lnTo>
                    <a:pt x="73218" y="793"/>
                  </a:lnTo>
                  <a:lnTo>
                    <a:pt x="71930" y="694"/>
                  </a:lnTo>
                  <a:lnTo>
                    <a:pt x="71237" y="694"/>
                  </a:lnTo>
                  <a:lnTo>
                    <a:pt x="70543" y="793"/>
                  </a:lnTo>
                  <a:lnTo>
                    <a:pt x="70147" y="892"/>
                  </a:lnTo>
                  <a:lnTo>
                    <a:pt x="69850" y="793"/>
                  </a:lnTo>
                  <a:lnTo>
                    <a:pt x="68859" y="793"/>
                  </a:lnTo>
                  <a:lnTo>
                    <a:pt x="68760" y="892"/>
                  </a:lnTo>
                  <a:lnTo>
                    <a:pt x="68760" y="991"/>
                  </a:lnTo>
                  <a:lnTo>
                    <a:pt x="68562" y="1090"/>
                  </a:lnTo>
                  <a:lnTo>
                    <a:pt x="68364" y="892"/>
                  </a:lnTo>
                  <a:lnTo>
                    <a:pt x="68165" y="793"/>
                  </a:lnTo>
                  <a:lnTo>
                    <a:pt x="67769" y="793"/>
                  </a:lnTo>
                  <a:lnTo>
                    <a:pt x="67373" y="892"/>
                  </a:lnTo>
                  <a:lnTo>
                    <a:pt x="66977" y="793"/>
                  </a:lnTo>
                  <a:lnTo>
                    <a:pt x="66580" y="694"/>
                  </a:lnTo>
                  <a:lnTo>
                    <a:pt x="66184" y="793"/>
                  </a:lnTo>
                  <a:lnTo>
                    <a:pt x="65788" y="892"/>
                  </a:lnTo>
                  <a:lnTo>
                    <a:pt x="65292" y="793"/>
                  </a:lnTo>
                  <a:lnTo>
                    <a:pt x="64401" y="793"/>
                  </a:lnTo>
                  <a:lnTo>
                    <a:pt x="63905" y="892"/>
                  </a:lnTo>
                  <a:lnTo>
                    <a:pt x="63509" y="892"/>
                  </a:lnTo>
                  <a:lnTo>
                    <a:pt x="62815" y="694"/>
                  </a:lnTo>
                  <a:lnTo>
                    <a:pt x="62122" y="793"/>
                  </a:lnTo>
                  <a:lnTo>
                    <a:pt x="60735" y="793"/>
                  </a:lnTo>
                  <a:lnTo>
                    <a:pt x="59942" y="694"/>
                  </a:lnTo>
                  <a:lnTo>
                    <a:pt x="56573" y="694"/>
                  </a:lnTo>
                  <a:lnTo>
                    <a:pt x="55979" y="595"/>
                  </a:lnTo>
                  <a:lnTo>
                    <a:pt x="55583" y="595"/>
                  </a:lnTo>
                  <a:lnTo>
                    <a:pt x="55186" y="694"/>
                  </a:lnTo>
                  <a:lnTo>
                    <a:pt x="53700" y="694"/>
                  </a:lnTo>
                  <a:lnTo>
                    <a:pt x="53403" y="496"/>
                  </a:lnTo>
                  <a:lnTo>
                    <a:pt x="53106" y="496"/>
                  </a:lnTo>
                  <a:lnTo>
                    <a:pt x="52511" y="595"/>
                  </a:lnTo>
                  <a:lnTo>
                    <a:pt x="52016" y="595"/>
                  </a:lnTo>
                  <a:lnTo>
                    <a:pt x="51025" y="496"/>
                  </a:lnTo>
                  <a:lnTo>
                    <a:pt x="50728" y="496"/>
                  </a:lnTo>
                  <a:lnTo>
                    <a:pt x="50332" y="595"/>
                  </a:lnTo>
                  <a:lnTo>
                    <a:pt x="50133" y="595"/>
                  </a:lnTo>
                  <a:lnTo>
                    <a:pt x="50034" y="496"/>
                  </a:lnTo>
                  <a:lnTo>
                    <a:pt x="49836" y="397"/>
                  </a:lnTo>
                  <a:lnTo>
                    <a:pt x="48746" y="397"/>
                  </a:lnTo>
                  <a:lnTo>
                    <a:pt x="48152" y="496"/>
                  </a:lnTo>
                  <a:lnTo>
                    <a:pt x="47557" y="496"/>
                  </a:lnTo>
                  <a:lnTo>
                    <a:pt x="47062" y="397"/>
                  </a:lnTo>
                  <a:lnTo>
                    <a:pt x="46765" y="298"/>
                  </a:lnTo>
                  <a:lnTo>
                    <a:pt x="46467" y="397"/>
                  </a:lnTo>
                  <a:lnTo>
                    <a:pt x="46269" y="496"/>
                  </a:lnTo>
                  <a:lnTo>
                    <a:pt x="45576" y="496"/>
                  </a:lnTo>
                  <a:lnTo>
                    <a:pt x="45279" y="298"/>
                  </a:lnTo>
                  <a:lnTo>
                    <a:pt x="45080" y="199"/>
                  </a:lnTo>
                  <a:lnTo>
                    <a:pt x="44981" y="298"/>
                  </a:lnTo>
                  <a:lnTo>
                    <a:pt x="44882" y="397"/>
                  </a:lnTo>
                  <a:lnTo>
                    <a:pt x="45080" y="496"/>
                  </a:lnTo>
                  <a:lnTo>
                    <a:pt x="45080" y="595"/>
                  </a:lnTo>
                  <a:lnTo>
                    <a:pt x="44783" y="595"/>
                  </a:lnTo>
                  <a:lnTo>
                    <a:pt x="44684" y="496"/>
                  </a:lnTo>
                  <a:lnTo>
                    <a:pt x="44684" y="298"/>
                  </a:lnTo>
                  <a:lnTo>
                    <a:pt x="44387" y="298"/>
                  </a:lnTo>
                  <a:lnTo>
                    <a:pt x="44486" y="496"/>
                  </a:lnTo>
                  <a:lnTo>
                    <a:pt x="44387" y="496"/>
                  </a:lnTo>
                  <a:lnTo>
                    <a:pt x="44090" y="397"/>
                  </a:lnTo>
                  <a:lnTo>
                    <a:pt x="43396" y="397"/>
                  </a:lnTo>
                  <a:lnTo>
                    <a:pt x="42703" y="199"/>
                  </a:lnTo>
                  <a:lnTo>
                    <a:pt x="40226" y="199"/>
                  </a:lnTo>
                  <a:lnTo>
                    <a:pt x="39829" y="100"/>
                  </a:lnTo>
                  <a:lnTo>
                    <a:pt x="39532" y="100"/>
                  </a:lnTo>
                  <a:lnTo>
                    <a:pt x="39136" y="199"/>
                  </a:lnTo>
                  <a:lnTo>
                    <a:pt x="38938" y="298"/>
                  </a:lnTo>
                  <a:lnTo>
                    <a:pt x="38838" y="298"/>
                  </a:lnTo>
                  <a:lnTo>
                    <a:pt x="38739" y="100"/>
                  </a:lnTo>
                  <a:lnTo>
                    <a:pt x="38640" y="199"/>
                  </a:lnTo>
                  <a:lnTo>
                    <a:pt x="38442" y="298"/>
                  </a:lnTo>
                  <a:lnTo>
                    <a:pt x="38244" y="199"/>
                  </a:lnTo>
                  <a:lnTo>
                    <a:pt x="38046" y="100"/>
                  </a:lnTo>
                  <a:lnTo>
                    <a:pt x="37749" y="100"/>
                  </a:lnTo>
                  <a:lnTo>
                    <a:pt x="37550" y="199"/>
                  </a:lnTo>
                  <a:lnTo>
                    <a:pt x="37253" y="199"/>
                  </a:lnTo>
                  <a:lnTo>
                    <a:pt x="36758" y="100"/>
                  </a:lnTo>
                  <a:lnTo>
                    <a:pt x="35470" y="100"/>
                  </a:lnTo>
                  <a:lnTo>
                    <a:pt x="35272" y="199"/>
                  </a:lnTo>
                  <a:lnTo>
                    <a:pt x="35074" y="397"/>
                  </a:lnTo>
                  <a:lnTo>
                    <a:pt x="34974" y="199"/>
                  </a:lnTo>
                  <a:lnTo>
                    <a:pt x="34875" y="100"/>
                  </a:lnTo>
                  <a:lnTo>
                    <a:pt x="34677" y="1"/>
                  </a:lnTo>
                  <a:lnTo>
                    <a:pt x="34380" y="1"/>
                  </a:lnTo>
                  <a:lnTo>
                    <a:pt x="34182" y="100"/>
                  </a:lnTo>
                  <a:lnTo>
                    <a:pt x="33786" y="199"/>
                  </a:lnTo>
                  <a:lnTo>
                    <a:pt x="33488" y="199"/>
                  </a:lnTo>
                  <a:lnTo>
                    <a:pt x="33191" y="100"/>
                  </a:lnTo>
                  <a:lnTo>
                    <a:pt x="32101" y="100"/>
                  </a:lnTo>
                  <a:lnTo>
                    <a:pt x="31804" y="199"/>
                  </a:lnTo>
                  <a:lnTo>
                    <a:pt x="31408" y="199"/>
                  </a:lnTo>
                  <a:lnTo>
                    <a:pt x="30912" y="100"/>
                  </a:lnTo>
                  <a:lnTo>
                    <a:pt x="29228" y="100"/>
                  </a:lnTo>
                  <a:lnTo>
                    <a:pt x="27544" y="1"/>
                  </a:lnTo>
                  <a:lnTo>
                    <a:pt x="25859" y="1"/>
                  </a:lnTo>
                  <a:lnTo>
                    <a:pt x="25661" y="100"/>
                  </a:lnTo>
                  <a:lnTo>
                    <a:pt x="25463" y="298"/>
                  </a:lnTo>
                  <a:lnTo>
                    <a:pt x="25166" y="397"/>
                  </a:lnTo>
                  <a:lnTo>
                    <a:pt x="24968" y="397"/>
                  </a:lnTo>
                  <a:lnTo>
                    <a:pt x="24769" y="298"/>
                  </a:lnTo>
                  <a:lnTo>
                    <a:pt x="24869" y="199"/>
                  </a:lnTo>
                  <a:lnTo>
                    <a:pt x="24968" y="199"/>
                  </a:lnTo>
                  <a:lnTo>
                    <a:pt x="25067" y="100"/>
                  </a:lnTo>
                  <a:lnTo>
                    <a:pt x="25067" y="1"/>
                  </a:lnTo>
                  <a:lnTo>
                    <a:pt x="24769" y="100"/>
                  </a:lnTo>
                  <a:lnTo>
                    <a:pt x="24373" y="100"/>
                  </a:lnTo>
                  <a:lnTo>
                    <a:pt x="23977" y="199"/>
                  </a:lnTo>
                  <a:lnTo>
                    <a:pt x="23581" y="298"/>
                  </a:lnTo>
                  <a:lnTo>
                    <a:pt x="23481" y="298"/>
                  </a:lnTo>
                  <a:lnTo>
                    <a:pt x="23283" y="199"/>
                  </a:lnTo>
                  <a:lnTo>
                    <a:pt x="23184" y="100"/>
                  </a:lnTo>
                  <a:lnTo>
                    <a:pt x="2278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7"/>
            <p:cNvSpPr/>
            <p:nvPr/>
          </p:nvSpPr>
          <p:spPr>
            <a:xfrm>
              <a:off x="1288650" y="1504275"/>
              <a:ext cx="3084287" cy="1093878"/>
            </a:xfrm>
            <a:custGeom>
              <a:rect b="b" l="l" r="r" t="t"/>
              <a:pathLst>
                <a:path extrusionOk="0" h="43100" w="94719">
                  <a:moveTo>
                    <a:pt x="34083" y="1586"/>
                  </a:moveTo>
                  <a:lnTo>
                    <a:pt x="39928" y="1685"/>
                  </a:lnTo>
                  <a:lnTo>
                    <a:pt x="42207" y="1685"/>
                  </a:lnTo>
                  <a:lnTo>
                    <a:pt x="44486" y="1784"/>
                  </a:lnTo>
                  <a:lnTo>
                    <a:pt x="45675" y="1883"/>
                  </a:lnTo>
                  <a:lnTo>
                    <a:pt x="50133" y="1883"/>
                  </a:lnTo>
                  <a:lnTo>
                    <a:pt x="51719" y="1982"/>
                  </a:lnTo>
                  <a:lnTo>
                    <a:pt x="53205" y="1982"/>
                  </a:lnTo>
                  <a:lnTo>
                    <a:pt x="54889" y="2081"/>
                  </a:lnTo>
                  <a:lnTo>
                    <a:pt x="56474" y="2081"/>
                  </a:lnTo>
                  <a:lnTo>
                    <a:pt x="57960" y="2180"/>
                  </a:lnTo>
                  <a:lnTo>
                    <a:pt x="65391" y="2180"/>
                  </a:lnTo>
                  <a:lnTo>
                    <a:pt x="67670" y="2279"/>
                  </a:lnTo>
                  <a:lnTo>
                    <a:pt x="69850" y="2378"/>
                  </a:lnTo>
                  <a:lnTo>
                    <a:pt x="70048" y="2378"/>
                  </a:lnTo>
                  <a:lnTo>
                    <a:pt x="70246" y="2279"/>
                  </a:lnTo>
                  <a:lnTo>
                    <a:pt x="70345" y="2180"/>
                  </a:lnTo>
                  <a:lnTo>
                    <a:pt x="70543" y="2180"/>
                  </a:lnTo>
                  <a:lnTo>
                    <a:pt x="71039" y="2279"/>
                  </a:lnTo>
                  <a:lnTo>
                    <a:pt x="71633" y="2378"/>
                  </a:lnTo>
                  <a:lnTo>
                    <a:pt x="74903" y="2378"/>
                  </a:lnTo>
                  <a:lnTo>
                    <a:pt x="77082" y="2279"/>
                  </a:lnTo>
                  <a:lnTo>
                    <a:pt x="79361" y="2279"/>
                  </a:lnTo>
                  <a:lnTo>
                    <a:pt x="80154" y="2378"/>
                  </a:lnTo>
                  <a:lnTo>
                    <a:pt x="80352" y="2378"/>
                  </a:lnTo>
                  <a:lnTo>
                    <a:pt x="80451" y="2279"/>
                  </a:lnTo>
                  <a:lnTo>
                    <a:pt x="80649" y="2180"/>
                  </a:lnTo>
                  <a:lnTo>
                    <a:pt x="80748" y="2279"/>
                  </a:lnTo>
                  <a:lnTo>
                    <a:pt x="81145" y="2378"/>
                  </a:lnTo>
                  <a:lnTo>
                    <a:pt x="81442" y="2477"/>
                  </a:lnTo>
                  <a:lnTo>
                    <a:pt x="82235" y="2378"/>
                  </a:lnTo>
                  <a:lnTo>
                    <a:pt x="83721" y="2378"/>
                  </a:lnTo>
                  <a:lnTo>
                    <a:pt x="85306" y="2577"/>
                  </a:lnTo>
                  <a:lnTo>
                    <a:pt x="85900" y="2577"/>
                  </a:lnTo>
                  <a:lnTo>
                    <a:pt x="86594" y="2775"/>
                  </a:lnTo>
                  <a:lnTo>
                    <a:pt x="87783" y="3072"/>
                  </a:lnTo>
                  <a:lnTo>
                    <a:pt x="88179" y="3171"/>
                  </a:lnTo>
                  <a:lnTo>
                    <a:pt x="88476" y="3369"/>
                  </a:lnTo>
                  <a:lnTo>
                    <a:pt x="88675" y="3567"/>
                  </a:lnTo>
                  <a:lnTo>
                    <a:pt x="88774" y="3865"/>
                  </a:lnTo>
                  <a:lnTo>
                    <a:pt x="89269" y="5747"/>
                  </a:lnTo>
                  <a:lnTo>
                    <a:pt x="89764" y="7630"/>
                  </a:lnTo>
                  <a:lnTo>
                    <a:pt x="89963" y="9116"/>
                  </a:lnTo>
                  <a:lnTo>
                    <a:pt x="90161" y="10602"/>
                  </a:lnTo>
                  <a:lnTo>
                    <a:pt x="90359" y="11989"/>
                  </a:lnTo>
                  <a:lnTo>
                    <a:pt x="90656" y="13376"/>
                  </a:lnTo>
                  <a:lnTo>
                    <a:pt x="91052" y="15655"/>
                  </a:lnTo>
                  <a:lnTo>
                    <a:pt x="91350" y="17934"/>
                  </a:lnTo>
                  <a:lnTo>
                    <a:pt x="91746" y="21699"/>
                  </a:lnTo>
                  <a:lnTo>
                    <a:pt x="92043" y="23779"/>
                  </a:lnTo>
                  <a:lnTo>
                    <a:pt x="92241" y="25860"/>
                  </a:lnTo>
                  <a:lnTo>
                    <a:pt x="92440" y="28337"/>
                  </a:lnTo>
                  <a:lnTo>
                    <a:pt x="92737" y="30715"/>
                  </a:lnTo>
                  <a:lnTo>
                    <a:pt x="92836" y="32201"/>
                  </a:lnTo>
                  <a:lnTo>
                    <a:pt x="92935" y="33786"/>
                  </a:lnTo>
                  <a:lnTo>
                    <a:pt x="93034" y="35669"/>
                  </a:lnTo>
                  <a:lnTo>
                    <a:pt x="93133" y="37551"/>
                  </a:lnTo>
                  <a:lnTo>
                    <a:pt x="93232" y="38938"/>
                  </a:lnTo>
                  <a:lnTo>
                    <a:pt x="93133" y="40226"/>
                  </a:lnTo>
                  <a:lnTo>
                    <a:pt x="93133" y="40424"/>
                  </a:lnTo>
                  <a:lnTo>
                    <a:pt x="93034" y="40622"/>
                  </a:lnTo>
                  <a:lnTo>
                    <a:pt x="92935" y="40821"/>
                  </a:lnTo>
                  <a:lnTo>
                    <a:pt x="92737" y="40821"/>
                  </a:lnTo>
                  <a:lnTo>
                    <a:pt x="92340" y="40722"/>
                  </a:lnTo>
                  <a:lnTo>
                    <a:pt x="91944" y="40622"/>
                  </a:lnTo>
                  <a:lnTo>
                    <a:pt x="91152" y="40622"/>
                  </a:lnTo>
                  <a:lnTo>
                    <a:pt x="90161" y="40722"/>
                  </a:lnTo>
                  <a:lnTo>
                    <a:pt x="87387" y="40722"/>
                  </a:lnTo>
                  <a:lnTo>
                    <a:pt x="85603" y="40920"/>
                  </a:lnTo>
                  <a:lnTo>
                    <a:pt x="84117" y="40920"/>
                  </a:lnTo>
                  <a:lnTo>
                    <a:pt x="82730" y="41019"/>
                  </a:lnTo>
                  <a:lnTo>
                    <a:pt x="81739" y="41019"/>
                  </a:lnTo>
                  <a:lnTo>
                    <a:pt x="80748" y="40920"/>
                  </a:lnTo>
                  <a:lnTo>
                    <a:pt x="79460" y="40920"/>
                  </a:lnTo>
                  <a:lnTo>
                    <a:pt x="78073" y="40821"/>
                  </a:lnTo>
                  <a:lnTo>
                    <a:pt x="75398" y="40821"/>
                  </a:lnTo>
                  <a:lnTo>
                    <a:pt x="73417" y="40722"/>
                  </a:lnTo>
                  <a:lnTo>
                    <a:pt x="71435" y="40821"/>
                  </a:lnTo>
                  <a:lnTo>
                    <a:pt x="69850" y="40821"/>
                  </a:lnTo>
                  <a:lnTo>
                    <a:pt x="68265" y="40722"/>
                  </a:lnTo>
                  <a:lnTo>
                    <a:pt x="66481" y="40821"/>
                  </a:lnTo>
                  <a:lnTo>
                    <a:pt x="64599" y="40722"/>
                  </a:lnTo>
                  <a:lnTo>
                    <a:pt x="63608" y="40622"/>
                  </a:lnTo>
                  <a:lnTo>
                    <a:pt x="62617" y="40722"/>
                  </a:lnTo>
                  <a:lnTo>
                    <a:pt x="60636" y="40722"/>
                  </a:lnTo>
                  <a:lnTo>
                    <a:pt x="59744" y="40622"/>
                  </a:lnTo>
                  <a:lnTo>
                    <a:pt x="58753" y="40722"/>
                  </a:lnTo>
                  <a:lnTo>
                    <a:pt x="57762" y="40722"/>
                  </a:lnTo>
                  <a:lnTo>
                    <a:pt x="56871" y="40622"/>
                  </a:lnTo>
                  <a:lnTo>
                    <a:pt x="54096" y="40622"/>
                  </a:lnTo>
                  <a:lnTo>
                    <a:pt x="53304" y="40523"/>
                  </a:lnTo>
                  <a:lnTo>
                    <a:pt x="52412" y="40523"/>
                  </a:lnTo>
                  <a:lnTo>
                    <a:pt x="51025" y="40622"/>
                  </a:lnTo>
                  <a:lnTo>
                    <a:pt x="41613" y="40622"/>
                  </a:lnTo>
                  <a:lnTo>
                    <a:pt x="40721" y="40722"/>
                  </a:lnTo>
                  <a:lnTo>
                    <a:pt x="39829" y="40722"/>
                  </a:lnTo>
                  <a:lnTo>
                    <a:pt x="38343" y="40622"/>
                  </a:lnTo>
                  <a:lnTo>
                    <a:pt x="28832" y="40622"/>
                  </a:lnTo>
                  <a:lnTo>
                    <a:pt x="27643" y="40722"/>
                  </a:lnTo>
                  <a:lnTo>
                    <a:pt x="26157" y="40622"/>
                  </a:lnTo>
                  <a:lnTo>
                    <a:pt x="24670" y="40722"/>
                  </a:lnTo>
                  <a:lnTo>
                    <a:pt x="18329" y="40722"/>
                  </a:lnTo>
                  <a:lnTo>
                    <a:pt x="17140" y="40821"/>
                  </a:lnTo>
                  <a:lnTo>
                    <a:pt x="15753" y="41019"/>
                  </a:lnTo>
                  <a:lnTo>
                    <a:pt x="12583" y="41019"/>
                  </a:lnTo>
                  <a:lnTo>
                    <a:pt x="10799" y="41118"/>
                  </a:lnTo>
                  <a:lnTo>
                    <a:pt x="9115" y="41217"/>
                  </a:lnTo>
                  <a:lnTo>
                    <a:pt x="7431" y="41316"/>
                  </a:lnTo>
                  <a:lnTo>
                    <a:pt x="6440" y="41415"/>
                  </a:lnTo>
                  <a:lnTo>
                    <a:pt x="4855" y="41415"/>
                  </a:lnTo>
                  <a:lnTo>
                    <a:pt x="3270" y="41514"/>
                  </a:lnTo>
                  <a:lnTo>
                    <a:pt x="2675" y="41514"/>
                  </a:lnTo>
                  <a:lnTo>
                    <a:pt x="2279" y="41316"/>
                  </a:lnTo>
                  <a:lnTo>
                    <a:pt x="2180" y="41118"/>
                  </a:lnTo>
                  <a:lnTo>
                    <a:pt x="2180" y="40722"/>
                  </a:lnTo>
                  <a:lnTo>
                    <a:pt x="2378" y="40028"/>
                  </a:lnTo>
                  <a:lnTo>
                    <a:pt x="2675" y="39434"/>
                  </a:lnTo>
                  <a:lnTo>
                    <a:pt x="3170" y="38641"/>
                  </a:lnTo>
                  <a:lnTo>
                    <a:pt x="3666" y="37848"/>
                  </a:lnTo>
                  <a:lnTo>
                    <a:pt x="4161" y="36957"/>
                  </a:lnTo>
                  <a:lnTo>
                    <a:pt x="4657" y="35966"/>
                  </a:lnTo>
                  <a:lnTo>
                    <a:pt x="4855" y="35768"/>
                  </a:lnTo>
                  <a:lnTo>
                    <a:pt x="4954" y="35570"/>
                  </a:lnTo>
                  <a:lnTo>
                    <a:pt x="5152" y="35371"/>
                  </a:lnTo>
                  <a:lnTo>
                    <a:pt x="5251" y="35173"/>
                  </a:lnTo>
                  <a:lnTo>
                    <a:pt x="5251" y="34777"/>
                  </a:lnTo>
                  <a:lnTo>
                    <a:pt x="5449" y="34381"/>
                  </a:lnTo>
                  <a:lnTo>
                    <a:pt x="5846" y="33786"/>
                  </a:lnTo>
                  <a:lnTo>
                    <a:pt x="6242" y="33093"/>
                  </a:lnTo>
                  <a:lnTo>
                    <a:pt x="6539" y="32597"/>
                  </a:lnTo>
                  <a:lnTo>
                    <a:pt x="6737" y="32003"/>
                  </a:lnTo>
                  <a:lnTo>
                    <a:pt x="6935" y="31606"/>
                  </a:lnTo>
                  <a:lnTo>
                    <a:pt x="7233" y="31111"/>
                  </a:lnTo>
                  <a:lnTo>
                    <a:pt x="7530" y="30517"/>
                  </a:lnTo>
                  <a:lnTo>
                    <a:pt x="7827" y="30021"/>
                  </a:lnTo>
                  <a:lnTo>
                    <a:pt x="8422" y="28931"/>
                  </a:lnTo>
                  <a:lnTo>
                    <a:pt x="9214" y="27841"/>
                  </a:lnTo>
                  <a:lnTo>
                    <a:pt x="9611" y="27247"/>
                  </a:lnTo>
                  <a:lnTo>
                    <a:pt x="9908" y="26652"/>
                  </a:lnTo>
                  <a:lnTo>
                    <a:pt x="10007" y="26256"/>
                  </a:lnTo>
                  <a:lnTo>
                    <a:pt x="10205" y="26058"/>
                  </a:lnTo>
                  <a:lnTo>
                    <a:pt x="10403" y="25860"/>
                  </a:lnTo>
                  <a:lnTo>
                    <a:pt x="10502" y="25662"/>
                  </a:lnTo>
                  <a:lnTo>
                    <a:pt x="10502" y="25364"/>
                  </a:lnTo>
                  <a:lnTo>
                    <a:pt x="10502" y="25265"/>
                  </a:lnTo>
                  <a:lnTo>
                    <a:pt x="10502" y="25166"/>
                  </a:lnTo>
                  <a:lnTo>
                    <a:pt x="10799" y="24869"/>
                  </a:lnTo>
                  <a:lnTo>
                    <a:pt x="10998" y="24671"/>
                  </a:lnTo>
                  <a:lnTo>
                    <a:pt x="11196" y="24176"/>
                  </a:lnTo>
                  <a:lnTo>
                    <a:pt x="11394" y="23581"/>
                  </a:lnTo>
                  <a:lnTo>
                    <a:pt x="11691" y="23086"/>
                  </a:lnTo>
                  <a:lnTo>
                    <a:pt x="11988" y="22590"/>
                  </a:lnTo>
                  <a:lnTo>
                    <a:pt x="12187" y="21996"/>
                  </a:lnTo>
                  <a:lnTo>
                    <a:pt x="12385" y="21500"/>
                  </a:lnTo>
                  <a:lnTo>
                    <a:pt x="12781" y="21104"/>
                  </a:lnTo>
                  <a:lnTo>
                    <a:pt x="12979" y="20906"/>
                  </a:lnTo>
                  <a:lnTo>
                    <a:pt x="12979" y="20708"/>
                  </a:lnTo>
                  <a:lnTo>
                    <a:pt x="12979" y="20510"/>
                  </a:lnTo>
                  <a:lnTo>
                    <a:pt x="13177" y="20312"/>
                  </a:lnTo>
                  <a:lnTo>
                    <a:pt x="12880" y="19915"/>
                  </a:lnTo>
                  <a:lnTo>
                    <a:pt x="12781" y="19618"/>
                  </a:lnTo>
                  <a:lnTo>
                    <a:pt x="12583" y="18825"/>
                  </a:lnTo>
                  <a:lnTo>
                    <a:pt x="12385" y="18528"/>
                  </a:lnTo>
                  <a:lnTo>
                    <a:pt x="12385" y="18429"/>
                  </a:lnTo>
                  <a:lnTo>
                    <a:pt x="12385" y="18231"/>
                  </a:lnTo>
                  <a:lnTo>
                    <a:pt x="12087" y="17934"/>
                  </a:lnTo>
                  <a:lnTo>
                    <a:pt x="11889" y="17636"/>
                  </a:lnTo>
                  <a:lnTo>
                    <a:pt x="11592" y="16844"/>
                  </a:lnTo>
                  <a:lnTo>
                    <a:pt x="11394" y="16249"/>
                  </a:lnTo>
                  <a:lnTo>
                    <a:pt x="11097" y="15655"/>
                  </a:lnTo>
                  <a:lnTo>
                    <a:pt x="10700" y="15159"/>
                  </a:lnTo>
                  <a:lnTo>
                    <a:pt x="10502" y="14565"/>
                  </a:lnTo>
                  <a:lnTo>
                    <a:pt x="10106" y="13871"/>
                  </a:lnTo>
                  <a:lnTo>
                    <a:pt x="9710" y="13178"/>
                  </a:lnTo>
                  <a:lnTo>
                    <a:pt x="9214" y="12286"/>
                  </a:lnTo>
                  <a:lnTo>
                    <a:pt x="9016" y="11890"/>
                  </a:lnTo>
                  <a:lnTo>
                    <a:pt x="8620" y="11494"/>
                  </a:lnTo>
                  <a:lnTo>
                    <a:pt x="8323" y="11196"/>
                  </a:lnTo>
                  <a:lnTo>
                    <a:pt x="8223" y="10899"/>
                  </a:lnTo>
                  <a:lnTo>
                    <a:pt x="8124" y="10701"/>
                  </a:lnTo>
                  <a:lnTo>
                    <a:pt x="8025" y="10206"/>
                  </a:lnTo>
                  <a:lnTo>
                    <a:pt x="7827" y="9908"/>
                  </a:lnTo>
                  <a:lnTo>
                    <a:pt x="7530" y="9512"/>
                  </a:lnTo>
                  <a:lnTo>
                    <a:pt x="7332" y="9116"/>
                  </a:lnTo>
                  <a:lnTo>
                    <a:pt x="7134" y="9017"/>
                  </a:lnTo>
                  <a:lnTo>
                    <a:pt x="7035" y="8818"/>
                  </a:lnTo>
                  <a:lnTo>
                    <a:pt x="6836" y="8719"/>
                  </a:lnTo>
                  <a:lnTo>
                    <a:pt x="6737" y="8521"/>
                  </a:lnTo>
                  <a:lnTo>
                    <a:pt x="6539" y="8125"/>
                  </a:lnTo>
                  <a:lnTo>
                    <a:pt x="6242" y="7729"/>
                  </a:lnTo>
                  <a:lnTo>
                    <a:pt x="5747" y="6936"/>
                  </a:lnTo>
                  <a:lnTo>
                    <a:pt x="5152" y="6143"/>
                  </a:lnTo>
                  <a:lnTo>
                    <a:pt x="4657" y="5450"/>
                  </a:lnTo>
                  <a:lnTo>
                    <a:pt x="4062" y="4855"/>
                  </a:lnTo>
                  <a:lnTo>
                    <a:pt x="3666" y="4360"/>
                  </a:lnTo>
                  <a:lnTo>
                    <a:pt x="3270" y="3865"/>
                  </a:lnTo>
                  <a:lnTo>
                    <a:pt x="2477" y="2874"/>
                  </a:lnTo>
                  <a:lnTo>
                    <a:pt x="2081" y="2378"/>
                  </a:lnTo>
                  <a:lnTo>
                    <a:pt x="1783" y="1784"/>
                  </a:lnTo>
                  <a:lnTo>
                    <a:pt x="2180" y="1685"/>
                  </a:lnTo>
                  <a:lnTo>
                    <a:pt x="2576" y="1586"/>
                  </a:lnTo>
                  <a:lnTo>
                    <a:pt x="4359" y="1784"/>
                  </a:lnTo>
                  <a:lnTo>
                    <a:pt x="6044" y="1784"/>
                  </a:lnTo>
                  <a:lnTo>
                    <a:pt x="7926" y="1883"/>
                  </a:lnTo>
                  <a:lnTo>
                    <a:pt x="9809" y="1883"/>
                  </a:lnTo>
                  <a:lnTo>
                    <a:pt x="10700" y="1784"/>
                  </a:lnTo>
                  <a:lnTo>
                    <a:pt x="11592" y="1883"/>
                  </a:lnTo>
                  <a:lnTo>
                    <a:pt x="15456" y="1883"/>
                  </a:lnTo>
                  <a:lnTo>
                    <a:pt x="17438" y="1784"/>
                  </a:lnTo>
                  <a:lnTo>
                    <a:pt x="19320" y="1784"/>
                  </a:lnTo>
                  <a:lnTo>
                    <a:pt x="21203" y="1685"/>
                  </a:lnTo>
                  <a:lnTo>
                    <a:pt x="23779" y="1685"/>
                  </a:lnTo>
                  <a:lnTo>
                    <a:pt x="26256" y="1586"/>
                  </a:lnTo>
                  <a:close/>
                  <a:moveTo>
                    <a:pt x="22788" y="1"/>
                  </a:moveTo>
                  <a:lnTo>
                    <a:pt x="21995" y="199"/>
                  </a:lnTo>
                  <a:lnTo>
                    <a:pt x="21896" y="298"/>
                  </a:lnTo>
                  <a:lnTo>
                    <a:pt x="21698" y="397"/>
                  </a:lnTo>
                  <a:lnTo>
                    <a:pt x="21500" y="496"/>
                  </a:lnTo>
                  <a:lnTo>
                    <a:pt x="21302" y="397"/>
                  </a:lnTo>
                  <a:lnTo>
                    <a:pt x="20905" y="298"/>
                  </a:lnTo>
                  <a:lnTo>
                    <a:pt x="20509" y="298"/>
                  </a:lnTo>
                  <a:lnTo>
                    <a:pt x="19816" y="397"/>
                  </a:lnTo>
                  <a:lnTo>
                    <a:pt x="19617" y="397"/>
                  </a:lnTo>
                  <a:lnTo>
                    <a:pt x="19617" y="298"/>
                  </a:lnTo>
                  <a:lnTo>
                    <a:pt x="19518" y="199"/>
                  </a:lnTo>
                  <a:lnTo>
                    <a:pt x="19320" y="100"/>
                  </a:lnTo>
                  <a:lnTo>
                    <a:pt x="19320" y="199"/>
                  </a:lnTo>
                  <a:lnTo>
                    <a:pt x="19221" y="298"/>
                  </a:lnTo>
                  <a:lnTo>
                    <a:pt x="19221" y="397"/>
                  </a:lnTo>
                  <a:lnTo>
                    <a:pt x="19221" y="496"/>
                  </a:lnTo>
                  <a:lnTo>
                    <a:pt x="19122" y="496"/>
                  </a:lnTo>
                  <a:lnTo>
                    <a:pt x="19023" y="397"/>
                  </a:lnTo>
                  <a:lnTo>
                    <a:pt x="18924" y="298"/>
                  </a:lnTo>
                  <a:lnTo>
                    <a:pt x="18825" y="199"/>
                  </a:lnTo>
                  <a:lnTo>
                    <a:pt x="18528" y="199"/>
                  </a:lnTo>
                  <a:lnTo>
                    <a:pt x="18131" y="298"/>
                  </a:lnTo>
                  <a:lnTo>
                    <a:pt x="16249" y="298"/>
                  </a:lnTo>
                  <a:lnTo>
                    <a:pt x="15753" y="397"/>
                  </a:lnTo>
                  <a:lnTo>
                    <a:pt x="15258" y="595"/>
                  </a:lnTo>
                  <a:lnTo>
                    <a:pt x="15060" y="397"/>
                  </a:lnTo>
                  <a:lnTo>
                    <a:pt x="14763" y="397"/>
                  </a:lnTo>
                  <a:lnTo>
                    <a:pt x="14564" y="298"/>
                  </a:lnTo>
                  <a:lnTo>
                    <a:pt x="14465" y="298"/>
                  </a:lnTo>
                  <a:lnTo>
                    <a:pt x="14069" y="496"/>
                  </a:lnTo>
                  <a:lnTo>
                    <a:pt x="13673" y="496"/>
                  </a:lnTo>
                  <a:lnTo>
                    <a:pt x="12979" y="397"/>
                  </a:lnTo>
                  <a:lnTo>
                    <a:pt x="12484" y="298"/>
                  </a:lnTo>
                  <a:lnTo>
                    <a:pt x="11889" y="397"/>
                  </a:lnTo>
                  <a:lnTo>
                    <a:pt x="11790" y="397"/>
                  </a:lnTo>
                  <a:lnTo>
                    <a:pt x="11691" y="496"/>
                  </a:lnTo>
                  <a:lnTo>
                    <a:pt x="11592" y="694"/>
                  </a:lnTo>
                  <a:lnTo>
                    <a:pt x="11394" y="496"/>
                  </a:lnTo>
                  <a:lnTo>
                    <a:pt x="11097" y="298"/>
                  </a:lnTo>
                  <a:lnTo>
                    <a:pt x="10601" y="298"/>
                  </a:lnTo>
                  <a:lnTo>
                    <a:pt x="10205" y="397"/>
                  </a:lnTo>
                  <a:lnTo>
                    <a:pt x="9412" y="397"/>
                  </a:lnTo>
                  <a:lnTo>
                    <a:pt x="9016" y="595"/>
                  </a:lnTo>
                  <a:lnTo>
                    <a:pt x="8818" y="496"/>
                  </a:lnTo>
                  <a:lnTo>
                    <a:pt x="8521" y="397"/>
                  </a:lnTo>
                  <a:lnTo>
                    <a:pt x="8323" y="397"/>
                  </a:lnTo>
                  <a:lnTo>
                    <a:pt x="8223" y="595"/>
                  </a:lnTo>
                  <a:lnTo>
                    <a:pt x="7926" y="595"/>
                  </a:lnTo>
                  <a:lnTo>
                    <a:pt x="7827" y="397"/>
                  </a:lnTo>
                  <a:lnTo>
                    <a:pt x="7728" y="496"/>
                  </a:lnTo>
                  <a:lnTo>
                    <a:pt x="7629" y="595"/>
                  </a:lnTo>
                  <a:lnTo>
                    <a:pt x="7431" y="496"/>
                  </a:lnTo>
                  <a:lnTo>
                    <a:pt x="7233" y="298"/>
                  </a:lnTo>
                  <a:lnTo>
                    <a:pt x="6737" y="298"/>
                  </a:lnTo>
                  <a:lnTo>
                    <a:pt x="6440" y="496"/>
                  </a:lnTo>
                  <a:lnTo>
                    <a:pt x="6242" y="595"/>
                  </a:lnTo>
                  <a:lnTo>
                    <a:pt x="6143" y="595"/>
                  </a:lnTo>
                  <a:lnTo>
                    <a:pt x="5945" y="496"/>
                  </a:lnTo>
                  <a:lnTo>
                    <a:pt x="5647" y="298"/>
                  </a:lnTo>
                  <a:lnTo>
                    <a:pt x="5251" y="199"/>
                  </a:lnTo>
                  <a:lnTo>
                    <a:pt x="4756" y="199"/>
                  </a:lnTo>
                  <a:lnTo>
                    <a:pt x="4359" y="397"/>
                  </a:lnTo>
                  <a:lnTo>
                    <a:pt x="4260" y="397"/>
                  </a:lnTo>
                  <a:lnTo>
                    <a:pt x="4260" y="298"/>
                  </a:lnTo>
                  <a:lnTo>
                    <a:pt x="4260" y="100"/>
                  </a:lnTo>
                  <a:lnTo>
                    <a:pt x="4062" y="100"/>
                  </a:lnTo>
                  <a:lnTo>
                    <a:pt x="3963" y="199"/>
                  </a:lnTo>
                  <a:lnTo>
                    <a:pt x="3864" y="298"/>
                  </a:lnTo>
                  <a:lnTo>
                    <a:pt x="3765" y="397"/>
                  </a:lnTo>
                  <a:lnTo>
                    <a:pt x="3666" y="298"/>
                  </a:lnTo>
                  <a:lnTo>
                    <a:pt x="3468" y="298"/>
                  </a:lnTo>
                  <a:lnTo>
                    <a:pt x="3270" y="199"/>
                  </a:lnTo>
                  <a:lnTo>
                    <a:pt x="2972" y="298"/>
                  </a:lnTo>
                  <a:lnTo>
                    <a:pt x="2081" y="100"/>
                  </a:lnTo>
                  <a:lnTo>
                    <a:pt x="1288" y="100"/>
                  </a:lnTo>
                  <a:lnTo>
                    <a:pt x="1189" y="298"/>
                  </a:lnTo>
                  <a:lnTo>
                    <a:pt x="1090" y="397"/>
                  </a:lnTo>
                  <a:lnTo>
                    <a:pt x="793" y="397"/>
                  </a:lnTo>
                  <a:lnTo>
                    <a:pt x="495" y="496"/>
                  </a:lnTo>
                  <a:lnTo>
                    <a:pt x="198" y="595"/>
                  </a:lnTo>
                  <a:lnTo>
                    <a:pt x="99" y="694"/>
                  </a:lnTo>
                  <a:lnTo>
                    <a:pt x="99" y="892"/>
                  </a:lnTo>
                  <a:lnTo>
                    <a:pt x="0" y="1388"/>
                  </a:lnTo>
                  <a:lnTo>
                    <a:pt x="99" y="1784"/>
                  </a:lnTo>
                  <a:lnTo>
                    <a:pt x="297" y="2180"/>
                  </a:lnTo>
                  <a:lnTo>
                    <a:pt x="594" y="2477"/>
                  </a:lnTo>
                  <a:lnTo>
                    <a:pt x="1090" y="3171"/>
                  </a:lnTo>
                  <a:lnTo>
                    <a:pt x="1684" y="3765"/>
                  </a:lnTo>
                  <a:lnTo>
                    <a:pt x="2180" y="4558"/>
                  </a:lnTo>
                  <a:lnTo>
                    <a:pt x="2774" y="5252"/>
                  </a:lnTo>
                  <a:lnTo>
                    <a:pt x="3369" y="5945"/>
                  </a:lnTo>
                  <a:lnTo>
                    <a:pt x="3864" y="6639"/>
                  </a:lnTo>
                  <a:lnTo>
                    <a:pt x="4756" y="7927"/>
                  </a:lnTo>
                  <a:lnTo>
                    <a:pt x="5647" y="9215"/>
                  </a:lnTo>
                  <a:lnTo>
                    <a:pt x="6143" y="10106"/>
                  </a:lnTo>
                  <a:lnTo>
                    <a:pt x="6440" y="10503"/>
                  </a:lnTo>
                  <a:lnTo>
                    <a:pt x="6737" y="10800"/>
                  </a:lnTo>
                  <a:lnTo>
                    <a:pt x="6935" y="11097"/>
                  </a:lnTo>
                  <a:lnTo>
                    <a:pt x="7134" y="11394"/>
                  </a:lnTo>
                  <a:lnTo>
                    <a:pt x="7233" y="11692"/>
                  </a:lnTo>
                  <a:lnTo>
                    <a:pt x="7431" y="11989"/>
                  </a:lnTo>
                  <a:lnTo>
                    <a:pt x="7926" y="12782"/>
                  </a:lnTo>
                  <a:lnTo>
                    <a:pt x="8323" y="13574"/>
                  </a:lnTo>
                  <a:lnTo>
                    <a:pt x="9016" y="14763"/>
                  </a:lnTo>
                  <a:lnTo>
                    <a:pt x="9313" y="15358"/>
                  </a:lnTo>
                  <a:lnTo>
                    <a:pt x="9611" y="15952"/>
                  </a:lnTo>
                  <a:lnTo>
                    <a:pt x="9908" y="16547"/>
                  </a:lnTo>
                  <a:lnTo>
                    <a:pt x="10007" y="16745"/>
                  </a:lnTo>
                  <a:lnTo>
                    <a:pt x="10304" y="17042"/>
                  </a:lnTo>
                  <a:lnTo>
                    <a:pt x="10403" y="17141"/>
                  </a:lnTo>
                  <a:lnTo>
                    <a:pt x="10403" y="17339"/>
                  </a:lnTo>
                  <a:lnTo>
                    <a:pt x="10403" y="17537"/>
                  </a:lnTo>
                  <a:lnTo>
                    <a:pt x="10502" y="17735"/>
                  </a:lnTo>
                  <a:lnTo>
                    <a:pt x="10799" y="18231"/>
                  </a:lnTo>
                  <a:lnTo>
                    <a:pt x="10998" y="18528"/>
                  </a:lnTo>
                  <a:lnTo>
                    <a:pt x="10899" y="18825"/>
                  </a:lnTo>
                  <a:lnTo>
                    <a:pt x="10899" y="18924"/>
                  </a:lnTo>
                  <a:lnTo>
                    <a:pt x="10998" y="18924"/>
                  </a:lnTo>
                  <a:lnTo>
                    <a:pt x="11196" y="19023"/>
                  </a:lnTo>
                  <a:lnTo>
                    <a:pt x="11295" y="19123"/>
                  </a:lnTo>
                  <a:lnTo>
                    <a:pt x="11295" y="19222"/>
                  </a:lnTo>
                  <a:lnTo>
                    <a:pt x="11295" y="19321"/>
                  </a:lnTo>
                  <a:lnTo>
                    <a:pt x="11196" y="19519"/>
                  </a:lnTo>
                  <a:lnTo>
                    <a:pt x="11196" y="19618"/>
                  </a:lnTo>
                  <a:lnTo>
                    <a:pt x="11394" y="19816"/>
                  </a:lnTo>
                  <a:lnTo>
                    <a:pt x="11592" y="19915"/>
                  </a:lnTo>
                  <a:lnTo>
                    <a:pt x="11691" y="20113"/>
                  </a:lnTo>
                  <a:lnTo>
                    <a:pt x="11691" y="20212"/>
                  </a:lnTo>
                  <a:lnTo>
                    <a:pt x="11592" y="20411"/>
                  </a:lnTo>
                  <a:lnTo>
                    <a:pt x="11196" y="21104"/>
                  </a:lnTo>
                  <a:lnTo>
                    <a:pt x="10799" y="21897"/>
                  </a:lnTo>
                  <a:lnTo>
                    <a:pt x="10502" y="22590"/>
                  </a:lnTo>
                  <a:lnTo>
                    <a:pt x="10106" y="23383"/>
                  </a:lnTo>
                  <a:lnTo>
                    <a:pt x="9214" y="24968"/>
                  </a:lnTo>
                  <a:lnTo>
                    <a:pt x="8323" y="26652"/>
                  </a:lnTo>
                  <a:lnTo>
                    <a:pt x="8025" y="27049"/>
                  </a:lnTo>
                  <a:lnTo>
                    <a:pt x="7728" y="27544"/>
                  </a:lnTo>
                  <a:lnTo>
                    <a:pt x="6638" y="29229"/>
                  </a:lnTo>
                  <a:lnTo>
                    <a:pt x="5647" y="31111"/>
                  </a:lnTo>
                  <a:lnTo>
                    <a:pt x="5152" y="32102"/>
                  </a:lnTo>
                  <a:lnTo>
                    <a:pt x="4459" y="33192"/>
                  </a:lnTo>
                  <a:lnTo>
                    <a:pt x="4161" y="33786"/>
                  </a:lnTo>
                  <a:lnTo>
                    <a:pt x="3765" y="34480"/>
                  </a:lnTo>
                  <a:lnTo>
                    <a:pt x="3270" y="35768"/>
                  </a:lnTo>
                  <a:lnTo>
                    <a:pt x="2873" y="36461"/>
                  </a:lnTo>
                  <a:lnTo>
                    <a:pt x="2576" y="37056"/>
                  </a:lnTo>
                  <a:lnTo>
                    <a:pt x="1882" y="38046"/>
                  </a:lnTo>
                  <a:lnTo>
                    <a:pt x="1288" y="39235"/>
                  </a:lnTo>
                  <a:lnTo>
                    <a:pt x="991" y="39830"/>
                  </a:lnTo>
                  <a:lnTo>
                    <a:pt x="793" y="40424"/>
                  </a:lnTo>
                  <a:lnTo>
                    <a:pt x="694" y="41118"/>
                  </a:lnTo>
                  <a:lnTo>
                    <a:pt x="694" y="41415"/>
                  </a:lnTo>
                  <a:lnTo>
                    <a:pt x="793" y="41811"/>
                  </a:lnTo>
                  <a:lnTo>
                    <a:pt x="793" y="42010"/>
                  </a:lnTo>
                  <a:lnTo>
                    <a:pt x="892" y="42208"/>
                  </a:lnTo>
                  <a:lnTo>
                    <a:pt x="1090" y="42406"/>
                  </a:lnTo>
                  <a:lnTo>
                    <a:pt x="1486" y="42307"/>
                  </a:lnTo>
                  <a:lnTo>
                    <a:pt x="1585" y="42307"/>
                  </a:lnTo>
                  <a:lnTo>
                    <a:pt x="1783" y="42505"/>
                  </a:lnTo>
                  <a:lnTo>
                    <a:pt x="1882" y="42703"/>
                  </a:lnTo>
                  <a:lnTo>
                    <a:pt x="1882" y="43099"/>
                  </a:lnTo>
                  <a:lnTo>
                    <a:pt x="2081" y="42901"/>
                  </a:lnTo>
                  <a:lnTo>
                    <a:pt x="2378" y="42802"/>
                  </a:lnTo>
                  <a:lnTo>
                    <a:pt x="2576" y="42802"/>
                  </a:lnTo>
                  <a:lnTo>
                    <a:pt x="2873" y="42901"/>
                  </a:lnTo>
                  <a:lnTo>
                    <a:pt x="3270" y="43000"/>
                  </a:lnTo>
                  <a:lnTo>
                    <a:pt x="3468" y="43000"/>
                  </a:lnTo>
                  <a:lnTo>
                    <a:pt x="3666" y="42802"/>
                  </a:lnTo>
                  <a:lnTo>
                    <a:pt x="3864" y="42703"/>
                  </a:lnTo>
                  <a:lnTo>
                    <a:pt x="3963" y="42802"/>
                  </a:lnTo>
                  <a:lnTo>
                    <a:pt x="4260" y="43000"/>
                  </a:lnTo>
                  <a:lnTo>
                    <a:pt x="4855" y="43000"/>
                  </a:lnTo>
                  <a:lnTo>
                    <a:pt x="5053" y="42901"/>
                  </a:lnTo>
                  <a:lnTo>
                    <a:pt x="5152" y="42802"/>
                  </a:lnTo>
                  <a:lnTo>
                    <a:pt x="5548" y="42802"/>
                  </a:lnTo>
                  <a:lnTo>
                    <a:pt x="5846" y="42901"/>
                  </a:lnTo>
                  <a:lnTo>
                    <a:pt x="5945" y="42802"/>
                  </a:lnTo>
                  <a:lnTo>
                    <a:pt x="5945" y="42703"/>
                  </a:lnTo>
                  <a:lnTo>
                    <a:pt x="6143" y="42802"/>
                  </a:lnTo>
                  <a:lnTo>
                    <a:pt x="6341" y="42802"/>
                  </a:lnTo>
                  <a:lnTo>
                    <a:pt x="6737" y="42901"/>
                  </a:lnTo>
                  <a:lnTo>
                    <a:pt x="7530" y="42802"/>
                  </a:lnTo>
                  <a:lnTo>
                    <a:pt x="7926" y="42703"/>
                  </a:lnTo>
                  <a:lnTo>
                    <a:pt x="8223" y="42505"/>
                  </a:lnTo>
                  <a:lnTo>
                    <a:pt x="8422" y="42505"/>
                  </a:lnTo>
                  <a:lnTo>
                    <a:pt x="8521" y="42604"/>
                  </a:lnTo>
                  <a:lnTo>
                    <a:pt x="9313" y="42604"/>
                  </a:lnTo>
                  <a:lnTo>
                    <a:pt x="10007" y="42505"/>
                  </a:lnTo>
                  <a:lnTo>
                    <a:pt x="11790" y="42505"/>
                  </a:lnTo>
                  <a:lnTo>
                    <a:pt x="12583" y="42406"/>
                  </a:lnTo>
                  <a:lnTo>
                    <a:pt x="14069" y="42406"/>
                  </a:lnTo>
                  <a:lnTo>
                    <a:pt x="14664" y="42307"/>
                  </a:lnTo>
                  <a:lnTo>
                    <a:pt x="15258" y="42208"/>
                  </a:lnTo>
                  <a:lnTo>
                    <a:pt x="15555" y="42307"/>
                  </a:lnTo>
                  <a:lnTo>
                    <a:pt x="15852" y="42406"/>
                  </a:lnTo>
                  <a:lnTo>
                    <a:pt x="16249" y="42406"/>
                  </a:lnTo>
                  <a:lnTo>
                    <a:pt x="16744" y="42307"/>
                  </a:lnTo>
                  <a:lnTo>
                    <a:pt x="17339" y="42208"/>
                  </a:lnTo>
                  <a:lnTo>
                    <a:pt x="18825" y="42208"/>
                  </a:lnTo>
                  <a:lnTo>
                    <a:pt x="19518" y="42109"/>
                  </a:lnTo>
                  <a:lnTo>
                    <a:pt x="20311" y="42109"/>
                  </a:lnTo>
                  <a:lnTo>
                    <a:pt x="20608" y="42208"/>
                  </a:lnTo>
                  <a:lnTo>
                    <a:pt x="20707" y="42208"/>
                  </a:lnTo>
                  <a:lnTo>
                    <a:pt x="20905" y="42010"/>
                  </a:lnTo>
                  <a:lnTo>
                    <a:pt x="21104" y="42010"/>
                  </a:lnTo>
                  <a:lnTo>
                    <a:pt x="21302" y="42109"/>
                  </a:lnTo>
                  <a:lnTo>
                    <a:pt x="21698" y="42208"/>
                  </a:lnTo>
                  <a:lnTo>
                    <a:pt x="22590" y="42208"/>
                  </a:lnTo>
                  <a:lnTo>
                    <a:pt x="22986" y="42010"/>
                  </a:lnTo>
                  <a:lnTo>
                    <a:pt x="23184" y="42010"/>
                  </a:lnTo>
                  <a:lnTo>
                    <a:pt x="23283" y="42109"/>
                  </a:lnTo>
                  <a:lnTo>
                    <a:pt x="23283" y="42208"/>
                  </a:lnTo>
                  <a:lnTo>
                    <a:pt x="23382" y="42208"/>
                  </a:lnTo>
                  <a:lnTo>
                    <a:pt x="23581" y="42010"/>
                  </a:lnTo>
                  <a:lnTo>
                    <a:pt x="23977" y="42010"/>
                  </a:lnTo>
                  <a:lnTo>
                    <a:pt x="24274" y="42109"/>
                  </a:lnTo>
                  <a:lnTo>
                    <a:pt x="24472" y="42208"/>
                  </a:lnTo>
                  <a:lnTo>
                    <a:pt x="26355" y="42208"/>
                  </a:lnTo>
                  <a:lnTo>
                    <a:pt x="26652" y="42109"/>
                  </a:lnTo>
                  <a:lnTo>
                    <a:pt x="26850" y="42010"/>
                  </a:lnTo>
                  <a:lnTo>
                    <a:pt x="27048" y="42010"/>
                  </a:lnTo>
                  <a:lnTo>
                    <a:pt x="27246" y="42109"/>
                  </a:lnTo>
                  <a:lnTo>
                    <a:pt x="27643" y="42010"/>
                  </a:lnTo>
                  <a:lnTo>
                    <a:pt x="28039" y="41911"/>
                  </a:lnTo>
                  <a:lnTo>
                    <a:pt x="28237" y="42010"/>
                  </a:lnTo>
                  <a:lnTo>
                    <a:pt x="28435" y="42010"/>
                  </a:lnTo>
                  <a:lnTo>
                    <a:pt x="28733" y="42109"/>
                  </a:lnTo>
                  <a:lnTo>
                    <a:pt x="29030" y="42109"/>
                  </a:lnTo>
                  <a:lnTo>
                    <a:pt x="29327" y="42010"/>
                  </a:lnTo>
                  <a:lnTo>
                    <a:pt x="29624" y="42010"/>
                  </a:lnTo>
                  <a:lnTo>
                    <a:pt x="29921" y="41911"/>
                  </a:lnTo>
                  <a:lnTo>
                    <a:pt x="30120" y="42010"/>
                  </a:lnTo>
                  <a:lnTo>
                    <a:pt x="30219" y="42109"/>
                  </a:lnTo>
                  <a:lnTo>
                    <a:pt x="30219" y="42208"/>
                  </a:lnTo>
                  <a:lnTo>
                    <a:pt x="30318" y="42109"/>
                  </a:lnTo>
                  <a:lnTo>
                    <a:pt x="30417" y="42010"/>
                  </a:lnTo>
                  <a:lnTo>
                    <a:pt x="30714" y="42109"/>
                  </a:lnTo>
                  <a:lnTo>
                    <a:pt x="31110" y="42109"/>
                  </a:lnTo>
                  <a:lnTo>
                    <a:pt x="31209" y="42010"/>
                  </a:lnTo>
                  <a:lnTo>
                    <a:pt x="31408" y="42010"/>
                  </a:lnTo>
                  <a:lnTo>
                    <a:pt x="31705" y="42109"/>
                  </a:lnTo>
                  <a:lnTo>
                    <a:pt x="32101" y="42109"/>
                  </a:lnTo>
                  <a:lnTo>
                    <a:pt x="32795" y="42010"/>
                  </a:lnTo>
                  <a:lnTo>
                    <a:pt x="33389" y="41911"/>
                  </a:lnTo>
                  <a:lnTo>
                    <a:pt x="33786" y="41911"/>
                  </a:lnTo>
                  <a:lnTo>
                    <a:pt x="34083" y="42010"/>
                  </a:lnTo>
                  <a:lnTo>
                    <a:pt x="34479" y="42010"/>
                  </a:lnTo>
                  <a:lnTo>
                    <a:pt x="35371" y="41911"/>
                  </a:lnTo>
                  <a:lnTo>
                    <a:pt x="36163" y="42010"/>
                  </a:lnTo>
                  <a:lnTo>
                    <a:pt x="36758" y="42010"/>
                  </a:lnTo>
                  <a:lnTo>
                    <a:pt x="37253" y="42109"/>
                  </a:lnTo>
                  <a:lnTo>
                    <a:pt x="37550" y="42010"/>
                  </a:lnTo>
                  <a:lnTo>
                    <a:pt x="37848" y="42109"/>
                  </a:lnTo>
                  <a:lnTo>
                    <a:pt x="38244" y="42109"/>
                  </a:lnTo>
                  <a:lnTo>
                    <a:pt x="38343" y="42010"/>
                  </a:lnTo>
                  <a:lnTo>
                    <a:pt x="38442" y="42109"/>
                  </a:lnTo>
                  <a:lnTo>
                    <a:pt x="38640" y="42208"/>
                  </a:lnTo>
                  <a:lnTo>
                    <a:pt x="38938" y="42109"/>
                  </a:lnTo>
                  <a:lnTo>
                    <a:pt x="39631" y="42109"/>
                  </a:lnTo>
                  <a:lnTo>
                    <a:pt x="40027" y="42208"/>
                  </a:lnTo>
                  <a:lnTo>
                    <a:pt x="40820" y="42208"/>
                  </a:lnTo>
                  <a:lnTo>
                    <a:pt x="41216" y="41911"/>
                  </a:lnTo>
                  <a:lnTo>
                    <a:pt x="41514" y="41911"/>
                  </a:lnTo>
                  <a:lnTo>
                    <a:pt x="41811" y="42109"/>
                  </a:lnTo>
                  <a:lnTo>
                    <a:pt x="42108" y="42109"/>
                  </a:lnTo>
                  <a:lnTo>
                    <a:pt x="42603" y="41911"/>
                  </a:lnTo>
                  <a:lnTo>
                    <a:pt x="45179" y="41911"/>
                  </a:lnTo>
                  <a:lnTo>
                    <a:pt x="45675" y="42010"/>
                  </a:lnTo>
                  <a:lnTo>
                    <a:pt x="46269" y="42109"/>
                  </a:lnTo>
                  <a:lnTo>
                    <a:pt x="46368" y="42208"/>
                  </a:lnTo>
                  <a:lnTo>
                    <a:pt x="46567" y="42208"/>
                  </a:lnTo>
                  <a:lnTo>
                    <a:pt x="47062" y="42109"/>
                  </a:lnTo>
                  <a:lnTo>
                    <a:pt x="47557" y="42109"/>
                  </a:lnTo>
                  <a:lnTo>
                    <a:pt x="48053" y="42010"/>
                  </a:lnTo>
                  <a:lnTo>
                    <a:pt x="48548" y="41911"/>
                  </a:lnTo>
                  <a:lnTo>
                    <a:pt x="48845" y="41911"/>
                  </a:lnTo>
                  <a:lnTo>
                    <a:pt x="49043" y="42010"/>
                  </a:lnTo>
                  <a:lnTo>
                    <a:pt x="49143" y="42109"/>
                  </a:lnTo>
                  <a:lnTo>
                    <a:pt x="49341" y="42208"/>
                  </a:lnTo>
                  <a:lnTo>
                    <a:pt x="49638" y="42109"/>
                  </a:lnTo>
                  <a:lnTo>
                    <a:pt x="50629" y="42109"/>
                  </a:lnTo>
                  <a:lnTo>
                    <a:pt x="51025" y="42010"/>
                  </a:lnTo>
                  <a:lnTo>
                    <a:pt x="51322" y="41911"/>
                  </a:lnTo>
                  <a:lnTo>
                    <a:pt x="51719" y="42010"/>
                  </a:lnTo>
                  <a:lnTo>
                    <a:pt x="51917" y="42010"/>
                  </a:lnTo>
                  <a:lnTo>
                    <a:pt x="52115" y="41911"/>
                  </a:lnTo>
                  <a:lnTo>
                    <a:pt x="52313" y="41811"/>
                  </a:lnTo>
                  <a:lnTo>
                    <a:pt x="52610" y="41911"/>
                  </a:lnTo>
                  <a:lnTo>
                    <a:pt x="52808" y="42010"/>
                  </a:lnTo>
                  <a:lnTo>
                    <a:pt x="54394" y="42010"/>
                  </a:lnTo>
                  <a:lnTo>
                    <a:pt x="55087" y="42208"/>
                  </a:lnTo>
                  <a:lnTo>
                    <a:pt x="55384" y="42208"/>
                  </a:lnTo>
                  <a:lnTo>
                    <a:pt x="56276" y="42010"/>
                  </a:lnTo>
                  <a:lnTo>
                    <a:pt x="58951" y="42010"/>
                  </a:lnTo>
                  <a:lnTo>
                    <a:pt x="59744" y="42109"/>
                  </a:lnTo>
                  <a:lnTo>
                    <a:pt x="60140" y="42010"/>
                  </a:lnTo>
                  <a:lnTo>
                    <a:pt x="60537" y="41911"/>
                  </a:lnTo>
                  <a:lnTo>
                    <a:pt x="60834" y="41911"/>
                  </a:lnTo>
                  <a:lnTo>
                    <a:pt x="60933" y="42010"/>
                  </a:lnTo>
                  <a:lnTo>
                    <a:pt x="60933" y="42109"/>
                  </a:lnTo>
                  <a:lnTo>
                    <a:pt x="60933" y="42208"/>
                  </a:lnTo>
                  <a:lnTo>
                    <a:pt x="61131" y="42109"/>
                  </a:lnTo>
                  <a:lnTo>
                    <a:pt x="61329" y="42010"/>
                  </a:lnTo>
                  <a:lnTo>
                    <a:pt x="61428" y="42010"/>
                  </a:lnTo>
                  <a:lnTo>
                    <a:pt x="61725" y="42109"/>
                  </a:lnTo>
                  <a:lnTo>
                    <a:pt x="62023" y="42109"/>
                  </a:lnTo>
                  <a:lnTo>
                    <a:pt x="62122" y="42010"/>
                  </a:lnTo>
                  <a:lnTo>
                    <a:pt x="62320" y="42010"/>
                  </a:lnTo>
                  <a:lnTo>
                    <a:pt x="62815" y="42109"/>
                  </a:lnTo>
                  <a:lnTo>
                    <a:pt x="63608" y="42109"/>
                  </a:lnTo>
                  <a:lnTo>
                    <a:pt x="63707" y="41911"/>
                  </a:lnTo>
                  <a:lnTo>
                    <a:pt x="63707" y="41811"/>
                  </a:lnTo>
                  <a:lnTo>
                    <a:pt x="63806" y="41811"/>
                  </a:lnTo>
                  <a:lnTo>
                    <a:pt x="64004" y="41911"/>
                  </a:lnTo>
                  <a:lnTo>
                    <a:pt x="64103" y="42208"/>
                  </a:lnTo>
                  <a:lnTo>
                    <a:pt x="64797" y="42208"/>
                  </a:lnTo>
                  <a:lnTo>
                    <a:pt x="65788" y="42109"/>
                  </a:lnTo>
                  <a:lnTo>
                    <a:pt x="66679" y="42208"/>
                  </a:lnTo>
                  <a:lnTo>
                    <a:pt x="68463" y="42208"/>
                  </a:lnTo>
                  <a:lnTo>
                    <a:pt x="69057" y="42010"/>
                  </a:lnTo>
                  <a:lnTo>
                    <a:pt x="69156" y="42010"/>
                  </a:lnTo>
                  <a:lnTo>
                    <a:pt x="69255" y="42109"/>
                  </a:lnTo>
                  <a:lnTo>
                    <a:pt x="69354" y="42307"/>
                  </a:lnTo>
                  <a:lnTo>
                    <a:pt x="69652" y="42307"/>
                  </a:lnTo>
                  <a:lnTo>
                    <a:pt x="69751" y="42109"/>
                  </a:lnTo>
                  <a:lnTo>
                    <a:pt x="69850" y="42010"/>
                  </a:lnTo>
                  <a:lnTo>
                    <a:pt x="69949" y="42010"/>
                  </a:lnTo>
                  <a:lnTo>
                    <a:pt x="70345" y="42208"/>
                  </a:lnTo>
                  <a:lnTo>
                    <a:pt x="70543" y="42307"/>
                  </a:lnTo>
                  <a:lnTo>
                    <a:pt x="70841" y="42307"/>
                  </a:lnTo>
                  <a:lnTo>
                    <a:pt x="71534" y="42208"/>
                  </a:lnTo>
                  <a:lnTo>
                    <a:pt x="72327" y="42208"/>
                  </a:lnTo>
                  <a:lnTo>
                    <a:pt x="73813" y="42406"/>
                  </a:lnTo>
                  <a:lnTo>
                    <a:pt x="74407" y="42406"/>
                  </a:lnTo>
                  <a:lnTo>
                    <a:pt x="74705" y="42307"/>
                  </a:lnTo>
                  <a:lnTo>
                    <a:pt x="74903" y="42208"/>
                  </a:lnTo>
                  <a:lnTo>
                    <a:pt x="75101" y="42109"/>
                  </a:lnTo>
                  <a:lnTo>
                    <a:pt x="75299" y="42109"/>
                  </a:lnTo>
                  <a:lnTo>
                    <a:pt x="75596" y="42208"/>
                  </a:lnTo>
                  <a:lnTo>
                    <a:pt x="76092" y="42307"/>
                  </a:lnTo>
                  <a:lnTo>
                    <a:pt x="77479" y="42307"/>
                  </a:lnTo>
                  <a:lnTo>
                    <a:pt x="77974" y="42406"/>
                  </a:lnTo>
                  <a:lnTo>
                    <a:pt x="78569" y="42406"/>
                  </a:lnTo>
                  <a:lnTo>
                    <a:pt x="79659" y="42307"/>
                  </a:lnTo>
                  <a:lnTo>
                    <a:pt x="80451" y="42208"/>
                  </a:lnTo>
                  <a:lnTo>
                    <a:pt x="81145" y="42307"/>
                  </a:lnTo>
                  <a:lnTo>
                    <a:pt x="82532" y="42307"/>
                  </a:lnTo>
                  <a:lnTo>
                    <a:pt x="83523" y="42208"/>
                  </a:lnTo>
                  <a:lnTo>
                    <a:pt x="84018" y="42208"/>
                  </a:lnTo>
                  <a:lnTo>
                    <a:pt x="84513" y="42307"/>
                  </a:lnTo>
                  <a:lnTo>
                    <a:pt x="84811" y="42307"/>
                  </a:lnTo>
                  <a:lnTo>
                    <a:pt x="85009" y="42208"/>
                  </a:lnTo>
                  <a:lnTo>
                    <a:pt x="85207" y="42109"/>
                  </a:lnTo>
                  <a:lnTo>
                    <a:pt x="85603" y="42109"/>
                  </a:lnTo>
                  <a:lnTo>
                    <a:pt x="85999" y="42208"/>
                  </a:lnTo>
                  <a:lnTo>
                    <a:pt x="87089" y="42208"/>
                  </a:lnTo>
                  <a:lnTo>
                    <a:pt x="87188" y="42109"/>
                  </a:lnTo>
                  <a:lnTo>
                    <a:pt x="87288" y="41911"/>
                  </a:lnTo>
                  <a:lnTo>
                    <a:pt x="87387" y="41911"/>
                  </a:lnTo>
                  <a:lnTo>
                    <a:pt x="87684" y="42010"/>
                  </a:lnTo>
                  <a:lnTo>
                    <a:pt x="87882" y="42010"/>
                  </a:lnTo>
                  <a:lnTo>
                    <a:pt x="88476" y="41911"/>
                  </a:lnTo>
                  <a:lnTo>
                    <a:pt x="89368" y="41811"/>
                  </a:lnTo>
                  <a:lnTo>
                    <a:pt x="89864" y="41811"/>
                  </a:lnTo>
                  <a:lnTo>
                    <a:pt x="90260" y="41712"/>
                  </a:lnTo>
                  <a:lnTo>
                    <a:pt x="90953" y="41712"/>
                  </a:lnTo>
                  <a:lnTo>
                    <a:pt x="91548" y="41911"/>
                  </a:lnTo>
                  <a:lnTo>
                    <a:pt x="92043" y="42010"/>
                  </a:lnTo>
                  <a:lnTo>
                    <a:pt x="92241" y="41911"/>
                  </a:lnTo>
                  <a:lnTo>
                    <a:pt x="92340" y="41712"/>
                  </a:lnTo>
                  <a:lnTo>
                    <a:pt x="92539" y="41514"/>
                  </a:lnTo>
                  <a:lnTo>
                    <a:pt x="92737" y="41514"/>
                  </a:lnTo>
                  <a:lnTo>
                    <a:pt x="92935" y="41613"/>
                  </a:lnTo>
                  <a:lnTo>
                    <a:pt x="93034" y="41811"/>
                  </a:lnTo>
                  <a:lnTo>
                    <a:pt x="93232" y="42010"/>
                  </a:lnTo>
                  <a:lnTo>
                    <a:pt x="93331" y="42109"/>
                  </a:lnTo>
                  <a:lnTo>
                    <a:pt x="93529" y="42109"/>
                  </a:lnTo>
                  <a:lnTo>
                    <a:pt x="93728" y="41911"/>
                  </a:lnTo>
                  <a:lnTo>
                    <a:pt x="94124" y="41415"/>
                  </a:lnTo>
                  <a:lnTo>
                    <a:pt x="94421" y="40821"/>
                  </a:lnTo>
                  <a:lnTo>
                    <a:pt x="94520" y="40226"/>
                  </a:lnTo>
                  <a:lnTo>
                    <a:pt x="94619" y="39632"/>
                  </a:lnTo>
                  <a:lnTo>
                    <a:pt x="94718" y="38542"/>
                  </a:lnTo>
                  <a:lnTo>
                    <a:pt x="94718" y="38046"/>
                  </a:lnTo>
                  <a:lnTo>
                    <a:pt x="94619" y="37551"/>
                  </a:lnTo>
                  <a:lnTo>
                    <a:pt x="94520" y="36957"/>
                  </a:lnTo>
                  <a:lnTo>
                    <a:pt x="94520" y="36263"/>
                  </a:lnTo>
                  <a:lnTo>
                    <a:pt x="94520" y="35669"/>
                  </a:lnTo>
                  <a:lnTo>
                    <a:pt x="94421" y="35371"/>
                  </a:lnTo>
                  <a:lnTo>
                    <a:pt x="94322" y="35074"/>
                  </a:lnTo>
                  <a:lnTo>
                    <a:pt x="94223" y="34975"/>
                  </a:lnTo>
                  <a:lnTo>
                    <a:pt x="94322" y="34876"/>
                  </a:lnTo>
                  <a:lnTo>
                    <a:pt x="94322" y="34678"/>
                  </a:lnTo>
                  <a:lnTo>
                    <a:pt x="94223" y="33687"/>
                  </a:lnTo>
                  <a:lnTo>
                    <a:pt x="94223" y="32795"/>
                  </a:lnTo>
                  <a:lnTo>
                    <a:pt x="94223" y="31805"/>
                  </a:lnTo>
                  <a:lnTo>
                    <a:pt x="94124" y="30913"/>
                  </a:lnTo>
                  <a:lnTo>
                    <a:pt x="93926" y="28832"/>
                  </a:lnTo>
                  <a:lnTo>
                    <a:pt x="93827" y="27742"/>
                  </a:lnTo>
                  <a:lnTo>
                    <a:pt x="93827" y="27247"/>
                  </a:lnTo>
                  <a:lnTo>
                    <a:pt x="93728" y="26752"/>
                  </a:lnTo>
                  <a:lnTo>
                    <a:pt x="93728" y="26454"/>
                  </a:lnTo>
                  <a:lnTo>
                    <a:pt x="93628" y="26058"/>
                  </a:lnTo>
                  <a:lnTo>
                    <a:pt x="93529" y="25464"/>
                  </a:lnTo>
                  <a:lnTo>
                    <a:pt x="93331" y="23185"/>
                  </a:lnTo>
                  <a:lnTo>
                    <a:pt x="93331" y="21798"/>
                  </a:lnTo>
                  <a:lnTo>
                    <a:pt x="93232" y="21203"/>
                  </a:lnTo>
                  <a:lnTo>
                    <a:pt x="92935" y="20510"/>
                  </a:lnTo>
                  <a:lnTo>
                    <a:pt x="92836" y="20411"/>
                  </a:lnTo>
                  <a:lnTo>
                    <a:pt x="92836" y="20312"/>
                  </a:lnTo>
                  <a:lnTo>
                    <a:pt x="92935" y="20212"/>
                  </a:lnTo>
                  <a:lnTo>
                    <a:pt x="93034" y="20113"/>
                  </a:lnTo>
                  <a:lnTo>
                    <a:pt x="93034" y="20014"/>
                  </a:lnTo>
                  <a:lnTo>
                    <a:pt x="92836" y="19915"/>
                  </a:lnTo>
                  <a:lnTo>
                    <a:pt x="92737" y="19915"/>
                  </a:lnTo>
                  <a:lnTo>
                    <a:pt x="92737" y="19816"/>
                  </a:lnTo>
                  <a:lnTo>
                    <a:pt x="92935" y="19717"/>
                  </a:lnTo>
                  <a:lnTo>
                    <a:pt x="93034" y="19618"/>
                  </a:lnTo>
                  <a:lnTo>
                    <a:pt x="93034" y="19519"/>
                  </a:lnTo>
                  <a:lnTo>
                    <a:pt x="92935" y="19420"/>
                  </a:lnTo>
                  <a:lnTo>
                    <a:pt x="92737" y="19123"/>
                  </a:lnTo>
                  <a:lnTo>
                    <a:pt x="92737" y="19023"/>
                  </a:lnTo>
                  <a:lnTo>
                    <a:pt x="92935" y="18924"/>
                  </a:lnTo>
                  <a:lnTo>
                    <a:pt x="92935" y="18825"/>
                  </a:lnTo>
                  <a:lnTo>
                    <a:pt x="92935" y="18627"/>
                  </a:lnTo>
                  <a:lnTo>
                    <a:pt x="92737" y="18033"/>
                  </a:lnTo>
                  <a:lnTo>
                    <a:pt x="92638" y="17438"/>
                  </a:lnTo>
                  <a:lnTo>
                    <a:pt x="92638" y="16844"/>
                  </a:lnTo>
                  <a:lnTo>
                    <a:pt x="92539" y="16249"/>
                  </a:lnTo>
                  <a:lnTo>
                    <a:pt x="92440" y="15159"/>
                  </a:lnTo>
                  <a:lnTo>
                    <a:pt x="92241" y="14070"/>
                  </a:lnTo>
                  <a:lnTo>
                    <a:pt x="92043" y="12881"/>
                  </a:lnTo>
                  <a:lnTo>
                    <a:pt x="91944" y="12286"/>
                  </a:lnTo>
                  <a:lnTo>
                    <a:pt x="91746" y="11692"/>
                  </a:lnTo>
                  <a:lnTo>
                    <a:pt x="91746" y="11394"/>
                  </a:lnTo>
                  <a:lnTo>
                    <a:pt x="91845" y="11097"/>
                  </a:lnTo>
                  <a:lnTo>
                    <a:pt x="91746" y="10800"/>
                  </a:lnTo>
                  <a:lnTo>
                    <a:pt x="91647" y="10701"/>
                  </a:lnTo>
                  <a:lnTo>
                    <a:pt x="91449" y="10602"/>
                  </a:lnTo>
                  <a:lnTo>
                    <a:pt x="91548" y="10305"/>
                  </a:lnTo>
                  <a:lnTo>
                    <a:pt x="91449" y="9908"/>
                  </a:lnTo>
                  <a:lnTo>
                    <a:pt x="91251" y="9314"/>
                  </a:lnTo>
                  <a:lnTo>
                    <a:pt x="91052" y="7332"/>
                  </a:lnTo>
                  <a:lnTo>
                    <a:pt x="90854" y="6341"/>
                  </a:lnTo>
                  <a:lnTo>
                    <a:pt x="90557" y="5450"/>
                  </a:lnTo>
                  <a:lnTo>
                    <a:pt x="90359" y="4657"/>
                  </a:lnTo>
                  <a:lnTo>
                    <a:pt x="90260" y="4162"/>
                  </a:lnTo>
                  <a:lnTo>
                    <a:pt x="90260" y="3765"/>
                  </a:lnTo>
                  <a:lnTo>
                    <a:pt x="90161" y="3567"/>
                  </a:lnTo>
                  <a:lnTo>
                    <a:pt x="90062" y="3369"/>
                  </a:lnTo>
                  <a:lnTo>
                    <a:pt x="89963" y="3171"/>
                  </a:lnTo>
                  <a:lnTo>
                    <a:pt x="89864" y="2973"/>
                  </a:lnTo>
                  <a:lnTo>
                    <a:pt x="89864" y="2676"/>
                  </a:lnTo>
                  <a:lnTo>
                    <a:pt x="89665" y="2477"/>
                  </a:lnTo>
                  <a:lnTo>
                    <a:pt x="89467" y="2279"/>
                  </a:lnTo>
                  <a:lnTo>
                    <a:pt x="89170" y="2081"/>
                  </a:lnTo>
                  <a:lnTo>
                    <a:pt x="88576" y="1883"/>
                  </a:lnTo>
                  <a:lnTo>
                    <a:pt x="88080" y="1685"/>
                  </a:lnTo>
                  <a:lnTo>
                    <a:pt x="87684" y="1586"/>
                  </a:lnTo>
                  <a:lnTo>
                    <a:pt x="87387" y="1487"/>
                  </a:lnTo>
                  <a:lnTo>
                    <a:pt x="86594" y="1388"/>
                  </a:lnTo>
                  <a:lnTo>
                    <a:pt x="85900" y="1289"/>
                  </a:lnTo>
                  <a:lnTo>
                    <a:pt x="85207" y="1090"/>
                  </a:lnTo>
                  <a:lnTo>
                    <a:pt x="84811" y="991"/>
                  </a:lnTo>
                  <a:lnTo>
                    <a:pt x="84513" y="991"/>
                  </a:lnTo>
                  <a:lnTo>
                    <a:pt x="84216" y="1090"/>
                  </a:lnTo>
                  <a:lnTo>
                    <a:pt x="83820" y="991"/>
                  </a:lnTo>
                  <a:lnTo>
                    <a:pt x="83423" y="892"/>
                  </a:lnTo>
                  <a:lnTo>
                    <a:pt x="83027" y="892"/>
                  </a:lnTo>
                  <a:lnTo>
                    <a:pt x="82829" y="991"/>
                  </a:lnTo>
                  <a:lnTo>
                    <a:pt x="82433" y="1189"/>
                  </a:lnTo>
                  <a:lnTo>
                    <a:pt x="82433" y="1090"/>
                  </a:lnTo>
                  <a:lnTo>
                    <a:pt x="82433" y="991"/>
                  </a:lnTo>
                  <a:lnTo>
                    <a:pt x="82433" y="892"/>
                  </a:lnTo>
                  <a:lnTo>
                    <a:pt x="82235" y="892"/>
                  </a:lnTo>
                  <a:lnTo>
                    <a:pt x="82135" y="1090"/>
                  </a:lnTo>
                  <a:lnTo>
                    <a:pt x="82036" y="1189"/>
                  </a:lnTo>
                  <a:lnTo>
                    <a:pt x="81937" y="1189"/>
                  </a:lnTo>
                  <a:lnTo>
                    <a:pt x="81838" y="1090"/>
                  </a:lnTo>
                  <a:lnTo>
                    <a:pt x="81739" y="991"/>
                  </a:lnTo>
                  <a:lnTo>
                    <a:pt x="81442" y="991"/>
                  </a:lnTo>
                  <a:lnTo>
                    <a:pt x="81244" y="892"/>
                  </a:lnTo>
                  <a:lnTo>
                    <a:pt x="80947" y="793"/>
                  </a:lnTo>
                  <a:lnTo>
                    <a:pt x="80847" y="793"/>
                  </a:lnTo>
                  <a:lnTo>
                    <a:pt x="80649" y="991"/>
                  </a:lnTo>
                  <a:lnTo>
                    <a:pt x="80550" y="1090"/>
                  </a:lnTo>
                  <a:lnTo>
                    <a:pt x="80352" y="1090"/>
                  </a:lnTo>
                  <a:lnTo>
                    <a:pt x="80055" y="991"/>
                  </a:lnTo>
                  <a:lnTo>
                    <a:pt x="79956" y="892"/>
                  </a:lnTo>
                  <a:lnTo>
                    <a:pt x="80154" y="892"/>
                  </a:lnTo>
                  <a:lnTo>
                    <a:pt x="80253" y="793"/>
                  </a:lnTo>
                  <a:lnTo>
                    <a:pt x="79659" y="892"/>
                  </a:lnTo>
                  <a:lnTo>
                    <a:pt x="79361" y="991"/>
                  </a:lnTo>
                  <a:lnTo>
                    <a:pt x="79064" y="991"/>
                  </a:lnTo>
                  <a:lnTo>
                    <a:pt x="78767" y="892"/>
                  </a:lnTo>
                  <a:lnTo>
                    <a:pt x="78569" y="892"/>
                  </a:lnTo>
                  <a:lnTo>
                    <a:pt x="78271" y="793"/>
                  </a:lnTo>
                  <a:lnTo>
                    <a:pt x="77776" y="793"/>
                  </a:lnTo>
                  <a:lnTo>
                    <a:pt x="76983" y="991"/>
                  </a:lnTo>
                  <a:lnTo>
                    <a:pt x="76785" y="991"/>
                  </a:lnTo>
                  <a:lnTo>
                    <a:pt x="76587" y="892"/>
                  </a:lnTo>
                  <a:lnTo>
                    <a:pt x="76290" y="793"/>
                  </a:lnTo>
                  <a:lnTo>
                    <a:pt x="75695" y="892"/>
                  </a:lnTo>
                  <a:lnTo>
                    <a:pt x="75398" y="991"/>
                  </a:lnTo>
                  <a:lnTo>
                    <a:pt x="74903" y="991"/>
                  </a:lnTo>
                  <a:lnTo>
                    <a:pt x="74804" y="892"/>
                  </a:lnTo>
                  <a:lnTo>
                    <a:pt x="74705" y="793"/>
                  </a:lnTo>
                  <a:lnTo>
                    <a:pt x="74606" y="793"/>
                  </a:lnTo>
                  <a:lnTo>
                    <a:pt x="74506" y="991"/>
                  </a:lnTo>
                  <a:lnTo>
                    <a:pt x="74308" y="1189"/>
                  </a:lnTo>
                  <a:lnTo>
                    <a:pt x="74209" y="991"/>
                  </a:lnTo>
                  <a:lnTo>
                    <a:pt x="74011" y="892"/>
                  </a:lnTo>
                  <a:lnTo>
                    <a:pt x="73714" y="793"/>
                  </a:lnTo>
                  <a:lnTo>
                    <a:pt x="73218" y="793"/>
                  </a:lnTo>
                  <a:lnTo>
                    <a:pt x="71930" y="694"/>
                  </a:lnTo>
                  <a:lnTo>
                    <a:pt x="71237" y="694"/>
                  </a:lnTo>
                  <a:lnTo>
                    <a:pt x="70543" y="793"/>
                  </a:lnTo>
                  <a:lnTo>
                    <a:pt x="70147" y="892"/>
                  </a:lnTo>
                  <a:lnTo>
                    <a:pt x="69850" y="793"/>
                  </a:lnTo>
                  <a:lnTo>
                    <a:pt x="68859" y="793"/>
                  </a:lnTo>
                  <a:lnTo>
                    <a:pt x="68760" y="892"/>
                  </a:lnTo>
                  <a:lnTo>
                    <a:pt x="68760" y="991"/>
                  </a:lnTo>
                  <a:lnTo>
                    <a:pt x="68562" y="1090"/>
                  </a:lnTo>
                  <a:lnTo>
                    <a:pt x="68364" y="892"/>
                  </a:lnTo>
                  <a:lnTo>
                    <a:pt x="68165" y="793"/>
                  </a:lnTo>
                  <a:lnTo>
                    <a:pt x="67769" y="793"/>
                  </a:lnTo>
                  <a:lnTo>
                    <a:pt x="67373" y="892"/>
                  </a:lnTo>
                  <a:lnTo>
                    <a:pt x="66977" y="793"/>
                  </a:lnTo>
                  <a:lnTo>
                    <a:pt x="66580" y="694"/>
                  </a:lnTo>
                  <a:lnTo>
                    <a:pt x="66184" y="793"/>
                  </a:lnTo>
                  <a:lnTo>
                    <a:pt x="65788" y="892"/>
                  </a:lnTo>
                  <a:lnTo>
                    <a:pt x="65292" y="793"/>
                  </a:lnTo>
                  <a:lnTo>
                    <a:pt x="64401" y="793"/>
                  </a:lnTo>
                  <a:lnTo>
                    <a:pt x="63905" y="892"/>
                  </a:lnTo>
                  <a:lnTo>
                    <a:pt x="63509" y="892"/>
                  </a:lnTo>
                  <a:lnTo>
                    <a:pt x="62815" y="694"/>
                  </a:lnTo>
                  <a:lnTo>
                    <a:pt x="62122" y="793"/>
                  </a:lnTo>
                  <a:lnTo>
                    <a:pt x="60735" y="793"/>
                  </a:lnTo>
                  <a:lnTo>
                    <a:pt x="59942" y="694"/>
                  </a:lnTo>
                  <a:lnTo>
                    <a:pt x="56573" y="694"/>
                  </a:lnTo>
                  <a:lnTo>
                    <a:pt x="55979" y="595"/>
                  </a:lnTo>
                  <a:lnTo>
                    <a:pt x="55583" y="595"/>
                  </a:lnTo>
                  <a:lnTo>
                    <a:pt x="55186" y="694"/>
                  </a:lnTo>
                  <a:lnTo>
                    <a:pt x="53700" y="694"/>
                  </a:lnTo>
                  <a:lnTo>
                    <a:pt x="53403" y="496"/>
                  </a:lnTo>
                  <a:lnTo>
                    <a:pt x="53106" y="496"/>
                  </a:lnTo>
                  <a:lnTo>
                    <a:pt x="52511" y="595"/>
                  </a:lnTo>
                  <a:lnTo>
                    <a:pt x="52016" y="595"/>
                  </a:lnTo>
                  <a:lnTo>
                    <a:pt x="51025" y="496"/>
                  </a:lnTo>
                  <a:lnTo>
                    <a:pt x="50728" y="496"/>
                  </a:lnTo>
                  <a:lnTo>
                    <a:pt x="50332" y="595"/>
                  </a:lnTo>
                  <a:lnTo>
                    <a:pt x="50133" y="595"/>
                  </a:lnTo>
                  <a:lnTo>
                    <a:pt x="50034" y="496"/>
                  </a:lnTo>
                  <a:lnTo>
                    <a:pt x="49836" y="397"/>
                  </a:lnTo>
                  <a:lnTo>
                    <a:pt x="48746" y="397"/>
                  </a:lnTo>
                  <a:lnTo>
                    <a:pt x="48152" y="496"/>
                  </a:lnTo>
                  <a:lnTo>
                    <a:pt x="47557" y="496"/>
                  </a:lnTo>
                  <a:lnTo>
                    <a:pt x="47062" y="397"/>
                  </a:lnTo>
                  <a:lnTo>
                    <a:pt x="46765" y="298"/>
                  </a:lnTo>
                  <a:lnTo>
                    <a:pt x="46467" y="397"/>
                  </a:lnTo>
                  <a:lnTo>
                    <a:pt x="46269" y="496"/>
                  </a:lnTo>
                  <a:lnTo>
                    <a:pt x="45576" y="496"/>
                  </a:lnTo>
                  <a:lnTo>
                    <a:pt x="45279" y="298"/>
                  </a:lnTo>
                  <a:lnTo>
                    <a:pt x="45080" y="199"/>
                  </a:lnTo>
                  <a:lnTo>
                    <a:pt x="44981" y="298"/>
                  </a:lnTo>
                  <a:lnTo>
                    <a:pt x="44882" y="397"/>
                  </a:lnTo>
                  <a:lnTo>
                    <a:pt x="45080" y="496"/>
                  </a:lnTo>
                  <a:lnTo>
                    <a:pt x="45080" y="595"/>
                  </a:lnTo>
                  <a:lnTo>
                    <a:pt x="44783" y="595"/>
                  </a:lnTo>
                  <a:lnTo>
                    <a:pt x="44684" y="496"/>
                  </a:lnTo>
                  <a:lnTo>
                    <a:pt x="44684" y="298"/>
                  </a:lnTo>
                  <a:lnTo>
                    <a:pt x="44387" y="298"/>
                  </a:lnTo>
                  <a:lnTo>
                    <a:pt x="44486" y="496"/>
                  </a:lnTo>
                  <a:lnTo>
                    <a:pt x="44387" y="496"/>
                  </a:lnTo>
                  <a:lnTo>
                    <a:pt x="44090" y="397"/>
                  </a:lnTo>
                  <a:lnTo>
                    <a:pt x="43396" y="397"/>
                  </a:lnTo>
                  <a:lnTo>
                    <a:pt x="42703" y="199"/>
                  </a:lnTo>
                  <a:lnTo>
                    <a:pt x="40226" y="199"/>
                  </a:lnTo>
                  <a:lnTo>
                    <a:pt x="39829" y="100"/>
                  </a:lnTo>
                  <a:lnTo>
                    <a:pt x="39532" y="100"/>
                  </a:lnTo>
                  <a:lnTo>
                    <a:pt x="39136" y="199"/>
                  </a:lnTo>
                  <a:lnTo>
                    <a:pt x="38938" y="298"/>
                  </a:lnTo>
                  <a:lnTo>
                    <a:pt x="38838" y="298"/>
                  </a:lnTo>
                  <a:lnTo>
                    <a:pt x="38739" y="100"/>
                  </a:lnTo>
                  <a:lnTo>
                    <a:pt x="38640" y="199"/>
                  </a:lnTo>
                  <a:lnTo>
                    <a:pt x="38442" y="298"/>
                  </a:lnTo>
                  <a:lnTo>
                    <a:pt x="38244" y="199"/>
                  </a:lnTo>
                  <a:lnTo>
                    <a:pt x="38046" y="100"/>
                  </a:lnTo>
                  <a:lnTo>
                    <a:pt x="37749" y="100"/>
                  </a:lnTo>
                  <a:lnTo>
                    <a:pt x="37550" y="199"/>
                  </a:lnTo>
                  <a:lnTo>
                    <a:pt x="37253" y="199"/>
                  </a:lnTo>
                  <a:lnTo>
                    <a:pt x="36758" y="100"/>
                  </a:lnTo>
                  <a:lnTo>
                    <a:pt x="35470" y="100"/>
                  </a:lnTo>
                  <a:lnTo>
                    <a:pt x="35272" y="199"/>
                  </a:lnTo>
                  <a:lnTo>
                    <a:pt x="35074" y="397"/>
                  </a:lnTo>
                  <a:lnTo>
                    <a:pt x="34974" y="199"/>
                  </a:lnTo>
                  <a:lnTo>
                    <a:pt x="34875" y="100"/>
                  </a:lnTo>
                  <a:lnTo>
                    <a:pt x="34677" y="1"/>
                  </a:lnTo>
                  <a:lnTo>
                    <a:pt x="34380" y="1"/>
                  </a:lnTo>
                  <a:lnTo>
                    <a:pt x="34182" y="100"/>
                  </a:lnTo>
                  <a:lnTo>
                    <a:pt x="33786" y="199"/>
                  </a:lnTo>
                  <a:lnTo>
                    <a:pt x="33488" y="199"/>
                  </a:lnTo>
                  <a:lnTo>
                    <a:pt x="33191" y="100"/>
                  </a:lnTo>
                  <a:lnTo>
                    <a:pt x="32101" y="100"/>
                  </a:lnTo>
                  <a:lnTo>
                    <a:pt x="31804" y="199"/>
                  </a:lnTo>
                  <a:lnTo>
                    <a:pt x="31408" y="199"/>
                  </a:lnTo>
                  <a:lnTo>
                    <a:pt x="30912" y="100"/>
                  </a:lnTo>
                  <a:lnTo>
                    <a:pt x="29228" y="100"/>
                  </a:lnTo>
                  <a:lnTo>
                    <a:pt x="27544" y="1"/>
                  </a:lnTo>
                  <a:lnTo>
                    <a:pt x="25859" y="1"/>
                  </a:lnTo>
                  <a:lnTo>
                    <a:pt x="25661" y="100"/>
                  </a:lnTo>
                  <a:lnTo>
                    <a:pt x="25463" y="298"/>
                  </a:lnTo>
                  <a:lnTo>
                    <a:pt x="25166" y="397"/>
                  </a:lnTo>
                  <a:lnTo>
                    <a:pt x="24968" y="397"/>
                  </a:lnTo>
                  <a:lnTo>
                    <a:pt x="24769" y="298"/>
                  </a:lnTo>
                  <a:lnTo>
                    <a:pt x="24869" y="199"/>
                  </a:lnTo>
                  <a:lnTo>
                    <a:pt x="24968" y="199"/>
                  </a:lnTo>
                  <a:lnTo>
                    <a:pt x="25067" y="100"/>
                  </a:lnTo>
                  <a:lnTo>
                    <a:pt x="25067" y="1"/>
                  </a:lnTo>
                  <a:lnTo>
                    <a:pt x="24769" y="100"/>
                  </a:lnTo>
                  <a:lnTo>
                    <a:pt x="24373" y="100"/>
                  </a:lnTo>
                  <a:lnTo>
                    <a:pt x="23977" y="199"/>
                  </a:lnTo>
                  <a:lnTo>
                    <a:pt x="23581" y="298"/>
                  </a:lnTo>
                  <a:lnTo>
                    <a:pt x="23481" y="298"/>
                  </a:lnTo>
                  <a:lnTo>
                    <a:pt x="23283" y="199"/>
                  </a:lnTo>
                  <a:lnTo>
                    <a:pt x="23184" y="100"/>
                  </a:lnTo>
                  <a:lnTo>
                    <a:pt x="2278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9" name="Google Shape;529;p27"/>
          <p:cNvSpPr txBox="1"/>
          <p:nvPr/>
        </p:nvSpPr>
        <p:spPr>
          <a:xfrm>
            <a:off x="2415125" y="1645363"/>
            <a:ext cx="1482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1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30" name="Google Shape;530;p27"/>
          <p:cNvSpPr txBox="1"/>
          <p:nvPr/>
        </p:nvSpPr>
        <p:spPr>
          <a:xfrm>
            <a:off x="2415125" y="1885375"/>
            <a:ext cx="1482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actually a cold place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27"/>
          <p:cNvSpPr txBox="1"/>
          <p:nvPr/>
        </p:nvSpPr>
        <p:spPr>
          <a:xfrm>
            <a:off x="1690625" y="1776013"/>
            <a:ext cx="7245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b="1" sz="3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32" name="Google Shape;532;p27"/>
          <p:cNvSpPr txBox="1"/>
          <p:nvPr/>
        </p:nvSpPr>
        <p:spPr>
          <a:xfrm>
            <a:off x="2415125" y="3125850"/>
            <a:ext cx="1482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33" name="Google Shape;533;p27"/>
          <p:cNvSpPr txBox="1"/>
          <p:nvPr/>
        </p:nvSpPr>
        <p:spPr>
          <a:xfrm>
            <a:off x="2415125" y="3365863"/>
            <a:ext cx="1482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small and the closest planet to the Sun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27"/>
          <p:cNvSpPr txBox="1"/>
          <p:nvPr/>
        </p:nvSpPr>
        <p:spPr>
          <a:xfrm>
            <a:off x="1690625" y="3256450"/>
            <a:ext cx="7245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b="1" sz="3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35" name="Google Shape;535;p27"/>
          <p:cNvSpPr txBox="1"/>
          <p:nvPr/>
        </p:nvSpPr>
        <p:spPr>
          <a:xfrm>
            <a:off x="5241800" y="1645363"/>
            <a:ext cx="1482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Neptune</a:t>
            </a:r>
            <a:endParaRPr b="1" sz="1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36" name="Google Shape;536;p27"/>
          <p:cNvSpPr txBox="1"/>
          <p:nvPr/>
        </p:nvSpPr>
        <p:spPr>
          <a:xfrm>
            <a:off x="5241800" y="1885375"/>
            <a:ext cx="1482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the eighth and farthest planet from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" name="Google Shape;537;p27"/>
          <p:cNvSpPr txBox="1"/>
          <p:nvPr/>
        </p:nvSpPr>
        <p:spPr>
          <a:xfrm>
            <a:off x="6724699" y="1776013"/>
            <a:ext cx="7245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b="1" sz="3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38" name="Google Shape;538;p27"/>
          <p:cNvSpPr txBox="1"/>
          <p:nvPr/>
        </p:nvSpPr>
        <p:spPr>
          <a:xfrm>
            <a:off x="5241800" y="3125850"/>
            <a:ext cx="1482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Jupiter</a:t>
            </a:r>
            <a:endParaRPr b="1" sz="1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39" name="Google Shape;539;p27"/>
          <p:cNvSpPr txBox="1"/>
          <p:nvPr/>
        </p:nvSpPr>
        <p:spPr>
          <a:xfrm>
            <a:off x="5241800" y="3365863"/>
            <a:ext cx="1482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it’s the biggest planet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0" name="Google Shape;540;p27"/>
          <p:cNvSpPr txBox="1"/>
          <p:nvPr/>
        </p:nvSpPr>
        <p:spPr>
          <a:xfrm>
            <a:off x="6724699" y="3256450"/>
            <a:ext cx="7245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b="1" sz="3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8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Doodle Banner Infographics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546" name="Google Shape;546;p28"/>
          <p:cNvGrpSpPr/>
          <p:nvPr/>
        </p:nvGrpSpPr>
        <p:grpSpPr>
          <a:xfrm>
            <a:off x="1207960" y="1209364"/>
            <a:ext cx="6714315" cy="3210288"/>
            <a:chOff x="1207960" y="1209364"/>
            <a:chExt cx="6714315" cy="3210288"/>
          </a:xfrm>
        </p:grpSpPr>
        <p:sp>
          <p:nvSpPr>
            <p:cNvPr id="547" name="Google Shape;547;p28"/>
            <p:cNvSpPr/>
            <p:nvPr/>
          </p:nvSpPr>
          <p:spPr>
            <a:xfrm rot="5400000">
              <a:off x="190375" y="2226950"/>
              <a:ext cx="3202786" cy="1167615"/>
            </a:xfrm>
            <a:custGeom>
              <a:rect b="b" l="l" r="r" t="t"/>
              <a:pathLst>
                <a:path extrusionOk="0" h="28896" w="148363">
                  <a:moveTo>
                    <a:pt x="1" y="1"/>
                  </a:moveTo>
                  <a:lnTo>
                    <a:pt x="1" y="28756"/>
                  </a:lnTo>
                  <a:lnTo>
                    <a:pt x="6669" y="28895"/>
                  </a:lnTo>
                  <a:lnTo>
                    <a:pt x="141139" y="28895"/>
                  </a:lnTo>
                  <a:lnTo>
                    <a:pt x="148363" y="15004"/>
                  </a:lnTo>
                  <a:lnTo>
                    <a:pt x="1405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8"/>
            <p:cNvSpPr/>
            <p:nvPr/>
          </p:nvSpPr>
          <p:spPr>
            <a:xfrm rot="5400000">
              <a:off x="228944" y="2213896"/>
              <a:ext cx="3210277" cy="1201234"/>
            </a:xfrm>
            <a:custGeom>
              <a:rect b="b" l="l" r="r" t="t"/>
              <a:pathLst>
                <a:path extrusionOk="0" h="29728" w="148710">
                  <a:moveTo>
                    <a:pt x="140652" y="0"/>
                  </a:moveTo>
                  <a:lnTo>
                    <a:pt x="70361" y="69"/>
                  </a:lnTo>
                  <a:lnTo>
                    <a:pt x="70" y="208"/>
                  </a:lnTo>
                  <a:lnTo>
                    <a:pt x="0" y="208"/>
                  </a:lnTo>
                  <a:lnTo>
                    <a:pt x="0" y="278"/>
                  </a:lnTo>
                  <a:lnTo>
                    <a:pt x="70" y="29728"/>
                  </a:lnTo>
                  <a:lnTo>
                    <a:pt x="139" y="347"/>
                  </a:lnTo>
                  <a:lnTo>
                    <a:pt x="139" y="347"/>
                  </a:lnTo>
                  <a:lnTo>
                    <a:pt x="70361" y="486"/>
                  </a:lnTo>
                  <a:lnTo>
                    <a:pt x="140447" y="555"/>
                  </a:lnTo>
                  <a:lnTo>
                    <a:pt x="140447" y="555"/>
                  </a:lnTo>
                  <a:lnTo>
                    <a:pt x="148151" y="15281"/>
                  </a:lnTo>
                  <a:lnTo>
                    <a:pt x="148151" y="15281"/>
                  </a:lnTo>
                  <a:lnTo>
                    <a:pt x="141072" y="28895"/>
                  </a:lnTo>
                  <a:lnTo>
                    <a:pt x="141072" y="28895"/>
                  </a:lnTo>
                  <a:lnTo>
                    <a:pt x="73973" y="28964"/>
                  </a:lnTo>
                  <a:lnTo>
                    <a:pt x="40355" y="29033"/>
                  </a:lnTo>
                  <a:lnTo>
                    <a:pt x="6738" y="29172"/>
                  </a:lnTo>
                  <a:lnTo>
                    <a:pt x="40355" y="29311"/>
                  </a:lnTo>
                  <a:lnTo>
                    <a:pt x="73973" y="29381"/>
                  </a:lnTo>
                  <a:lnTo>
                    <a:pt x="141208" y="29450"/>
                  </a:lnTo>
                  <a:lnTo>
                    <a:pt x="141347" y="29450"/>
                  </a:lnTo>
                  <a:lnTo>
                    <a:pt x="141416" y="29311"/>
                  </a:lnTo>
                  <a:lnTo>
                    <a:pt x="148640" y="15420"/>
                  </a:lnTo>
                  <a:lnTo>
                    <a:pt x="148710" y="15281"/>
                  </a:lnTo>
                  <a:lnTo>
                    <a:pt x="148640" y="15142"/>
                  </a:lnTo>
                  <a:lnTo>
                    <a:pt x="140930" y="139"/>
                  </a:lnTo>
                  <a:lnTo>
                    <a:pt x="1407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8"/>
            <p:cNvSpPr/>
            <p:nvPr/>
          </p:nvSpPr>
          <p:spPr>
            <a:xfrm rot="5400000">
              <a:off x="1575325" y="2226950"/>
              <a:ext cx="3202786" cy="1167615"/>
            </a:xfrm>
            <a:custGeom>
              <a:rect b="b" l="l" r="r" t="t"/>
              <a:pathLst>
                <a:path extrusionOk="0" h="28896" w="148363">
                  <a:moveTo>
                    <a:pt x="1" y="1"/>
                  </a:moveTo>
                  <a:lnTo>
                    <a:pt x="1" y="28756"/>
                  </a:lnTo>
                  <a:lnTo>
                    <a:pt x="6669" y="28895"/>
                  </a:lnTo>
                  <a:lnTo>
                    <a:pt x="141139" y="28895"/>
                  </a:lnTo>
                  <a:lnTo>
                    <a:pt x="148363" y="15004"/>
                  </a:lnTo>
                  <a:lnTo>
                    <a:pt x="14058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8"/>
            <p:cNvSpPr/>
            <p:nvPr/>
          </p:nvSpPr>
          <p:spPr>
            <a:xfrm rot="5400000">
              <a:off x="1613894" y="2213896"/>
              <a:ext cx="3210277" cy="1201234"/>
            </a:xfrm>
            <a:custGeom>
              <a:rect b="b" l="l" r="r" t="t"/>
              <a:pathLst>
                <a:path extrusionOk="0" h="29728" w="148710">
                  <a:moveTo>
                    <a:pt x="140652" y="0"/>
                  </a:moveTo>
                  <a:lnTo>
                    <a:pt x="70361" y="69"/>
                  </a:lnTo>
                  <a:lnTo>
                    <a:pt x="70" y="208"/>
                  </a:lnTo>
                  <a:lnTo>
                    <a:pt x="0" y="208"/>
                  </a:lnTo>
                  <a:lnTo>
                    <a:pt x="0" y="278"/>
                  </a:lnTo>
                  <a:lnTo>
                    <a:pt x="70" y="29728"/>
                  </a:lnTo>
                  <a:lnTo>
                    <a:pt x="139" y="347"/>
                  </a:lnTo>
                  <a:lnTo>
                    <a:pt x="139" y="347"/>
                  </a:lnTo>
                  <a:lnTo>
                    <a:pt x="70361" y="486"/>
                  </a:lnTo>
                  <a:lnTo>
                    <a:pt x="140447" y="555"/>
                  </a:lnTo>
                  <a:lnTo>
                    <a:pt x="140447" y="555"/>
                  </a:lnTo>
                  <a:lnTo>
                    <a:pt x="148151" y="15281"/>
                  </a:lnTo>
                  <a:lnTo>
                    <a:pt x="148151" y="15281"/>
                  </a:lnTo>
                  <a:lnTo>
                    <a:pt x="141072" y="28895"/>
                  </a:lnTo>
                  <a:lnTo>
                    <a:pt x="141072" y="28895"/>
                  </a:lnTo>
                  <a:lnTo>
                    <a:pt x="73973" y="28964"/>
                  </a:lnTo>
                  <a:lnTo>
                    <a:pt x="40355" y="29033"/>
                  </a:lnTo>
                  <a:lnTo>
                    <a:pt x="6738" y="29172"/>
                  </a:lnTo>
                  <a:lnTo>
                    <a:pt x="40355" y="29311"/>
                  </a:lnTo>
                  <a:lnTo>
                    <a:pt x="73973" y="29381"/>
                  </a:lnTo>
                  <a:lnTo>
                    <a:pt x="141208" y="29450"/>
                  </a:lnTo>
                  <a:lnTo>
                    <a:pt x="141347" y="29450"/>
                  </a:lnTo>
                  <a:lnTo>
                    <a:pt x="141416" y="29311"/>
                  </a:lnTo>
                  <a:lnTo>
                    <a:pt x="148640" y="15420"/>
                  </a:lnTo>
                  <a:lnTo>
                    <a:pt x="148710" y="15281"/>
                  </a:lnTo>
                  <a:lnTo>
                    <a:pt x="148640" y="15142"/>
                  </a:lnTo>
                  <a:lnTo>
                    <a:pt x="140930" y="139"/>
                  </a:lnTo>
                  <a:lnTo>
                    <a:pt x="1407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8"/>
            <p:cNvSpPr/>
            <p:nvPr/>
          </p:nvSpPr>
          <p:spPr>
            <a:xfrm rot="5400000">
              <a:off x="2951500" y="2226950"/>
              <a:ext cx="3202786" cy="1167615"/>
            </a:xfrm>
            <a:custGeom>
              <a:rect b="b" l="l" r="r" t="t"/>
              <a:pathLst>
                <a:path extrusionOk="0" h="28896" w="148363">
                  <a:moveTo>
                    <a:pt x="1" y="1"/>
                  </a:moveTo>
                  <a:lnTo>
                    <a:pt x="1" y="28756"/>
                  </a:lnTo>
                  <a:lnTo>
                    <a:pt x="6669" y="28895"/>
                  </a:lnTo>
                  <a:lnTo>
                    <a:pt x="141139" y="28895"/>
                  </a:lnTo>
                  <a:lnTo>
                    <a:pt x="148363" y="15004"/>
                  </a:lnTo>
                  <a:lnTo>
                    <a:pt x="14058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8"/>
            <p:cNvSpPr/>
            <p:nvPr/>
          </p:nvSpPr>
          <p:spPr>
            <a:xfrm rot="5400000">
              <a:off x="2990069" y="2213896"/>
              <a:ext cx="3210277" cy="1201234"/>
            </a:xfrm>
            <a:custGeom>
              <a:rect b="b" l="l" r="r" t="t"/>
              <a:pathLst>
                <a:path extrusionOk="0" h="29728" w="148710">
                  <a:moveTo>
                    <a:pt x="140652" y="0"/>
                  </a:moveTo>
                  <a:lnTo>
                    <a:pt x="70361" y="69"/>
                  </a:lnTo>
                  <a:lnTo>
                    <a:pt x="70" y="208"/>
                  </a:lnTo>
                  <a:lnTo>
                    <a:pt x="0" y="208"/>
                  </a:lnTo>
                  <a:lnTo>
                    <a:pt x="0" y="278"/>
                  </a:lnTo>
                  <a:lnTo>
                    <a:pt x="70" y="29728"/>
                  </a:lnTo>
                  <a:lnTo>
                    <a:pt x="139" y="347"/>
                  </a:lnTo>
                  <a:lnTo>
                    <a:pt x="139" y="347"/>
                  </a:lnTo>
                  <a:lnTo>
                    <a:pt x="70361" y="486"/>
                  </a:lnTo>
                  <a:lnTo>
                    <a:pt x="140447" y="555"/>
                  </a:lnTo>
                  <a:lnTo>
                    <a:pt x="140447" y="555"/>
                  </a:lnTo>
                  <a:lnTo>
                    <a:pt x="148151" y="15281"/>
                  </a:lnTo>
                  <a:lnTo>
                    <a:pt x="148151" y="15281"/>
                  </a:lnTo>
                  <a:lnTo>
                    <a:pt x="141072" y="28895"/>
                  </a:lnTo>
                  <a:lnTo>
                    <a:pt x="141072" y="28895"/>
                  </a:lnTo>
                  <a:lnTo>
                    <a:pt x="73973" y="28964"/>
                  </a:lnTo>
                  <a:lnTo>
                    <a:pt x="40355" y="29033"/>
                  </a:lnTo>
                  <a:lnTo>
                    <a:pt x="6738" y="29172"/>
                  </a:lnTo>
                  <a:lnTo>
                    <a:pt x="40355" y="29311"/>
                  </a:lnTo>
                  <a:lnTo>
                    <a:pt x="73973" y="29381"/>
                  </a:lnTo>
                  <a:lnTo>
                    <a:pt x="141208" y="29450"/>
                  </a:lnTo>
                  <a:lnTo>
                    <a:pt x="141347" y="29450"/>
                  </a:lnTo>
                  <a:lnTo>
                    <a:pt x="141416" y="29311"/>
                  </a:lnTo>
                  <a:lnTo>
                    <a:pt x="148640" y="15420"/>
                  </a:lnTo>
                  <a:lnTo>
                    <a:pt x="148710" y="15281"/>
                  </a:lnTo>
                  <a:lnTo>
                    <a:pt x="148640" y="15142"/>
                  </a:lnTo>
                  <a:lnTo>
                    <a:pt x="140930" y="139"/>
                  </a:lnTo>
                  <a:lnTo>
                    <a:pt x="1407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8"/>
            <p:cNvSpPr/>
            <p:nvPr/>
          </p:nvSpPr>
          <p:spPr>
            <a:xfrm rot="5400000">
              <a:off x="4314725" y="2226950"/>
              <a:ext cx="3202786" cy="1167615"/>
            </a:xfrm>
            <a:custGeom>
              <a:rect b="b" l="l" r="r" t="t"/>
              <a:pathLst>
                <a:path extrusionOk="0" h="28896" w="148363">
                  <a:moveTo>
                    <a:pt x="1" y="1"/>
                  </a:moveTo>
                  <a:lnTo>
                    <a:pt x="1" y="28756"/>
                  </a:lnTo>
                  <a:lnTo>
                    <a:pt x="6669" y="28895"/>
                  </a:lnTo>
                  <a:lnTo>
                    <a:pt x="141139" y="28895"/>
                  </a:lnTo>
                  <a:lnTo>
                    <a:pt x="148363" y="15004"/>
                  </a:lnTo>
                  <a:lnTo>
                    <a:pt x="14058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8"/>
            <p:cNvSpPr/>
            <p:nvPr/>
          </p:nvSpPr>
          <p:spPr>
            <a:xfrm rot="5400000">
              <a:off x="4353294" y="2213896"/>
              <a:ext cx="3210277" cy="1201234"/>
            </a:xfrm>
            <a:custGeom>
              <a:rect b="b" l="l" r="r" t="t"/>
              <a:pathLst>
                <a:path extrusionOk="0" h="29728" w="148710">
                  <a:moveTo>
                    <a:pt x="140652" y="0"/>
                  </a:moveTo>
                  <a:lnTo>
                    <a:pt x="70361" y="69"/>
                  </a:lnTo>
                  <a:lnTo>
                    <a:pt x="70" y="208"/>
                  </a:lnTo>
                  <a:lnTo>
                    <a:pt x="0" y="208"/>
                  </a:lnTo>
                  <a:lnTo>
                    <a:pt x="0" y="278"/>
                  </a:lnTo>
                  <a:lnTo>
                    <a:pt x="70" y="29728"/>
                  </a:lnTo>
                  <a:lnTo>
                    <a:pt x="139" y="347"/>
                  </a:lnTo>
                  <a:lnTo>
                    <a:pt x="139" y="347"/>
                  </a:lnTo>
                  <a:lnTo>
                    <a:pt x="70361" y="486"/>
                  </a:lnTo>
                  <a:lnTo>
                    <a:pt x="140447" y="555"/>
                  </a:lnTo>
                  <a:lnTo>
                    <a:pt x="140447" y="555"/>
                  </a:lnTo>
                  <a:lnTo>
                    <a:pt x="148151" y="15281"/>
                  </a:lnTo>
                  <a:lnTo>
                    <a:pt x="148151" y="15281"/>
                  </a:lnTo>
                  <a:lnTo>
                    <a:pt x="141072" y="28895"/>
                  </a:lnTo>
                  <a:lnTo>
                    <a:pt x="141072" y="28895"/>
                  </a:lnTo>
                  <a:lnTo>
                    <a:pt x="73973" y="28964"/>
                  </a:lnTo>
                  <a:lnTo>
                    <a:pt x="40355" y="29033"/>
                  </a:lnTo>
                  <a:lnTo>
                    <a:pt x="6738" y="29172"/>
                  </a:lnTo>
                  <a:lnTo>
                    <a:pt x="40355" y="29311"/>
                  </a:lnTo>
                  <a:lnTo>
                    <a:pt x="73973" y="29381"/>
                  </a:lnTo>
                  <a:lnTo>
                    <a:pt x="141208" y="29450"/>
                  </a:lnTo>
                  <a:lnTo>
                    <a:pt x="141347" y="29450"/>
                  </a:lnTo>
                  <a:lnTo>
                    <a:pt x="141416" y="29311"/>
                  </a:lnTo>
                  <a:lnTo>
                    <a:pt x="148640" y="15420"/>
                  </a:lnTo>
                  <a:lnTo>
                    <a:pt x="148710" y="15281"/>
                  </a:lnTo>
                  <a:lnTo>
                    <a:pt x="148640" y="15142"/>
                  </a:lnTo>
                  <a:lnTo>
                    <a:pt x="140930" y="139"/>
                  </a:lnTo>
                  <a:lnTo>
                    <a:pt x="1407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8"/>
            <p:cNvSpPr/>
            <p:nvPr/>
          </p:nvSpPr>
          <p:spPr>
            <a:xfrm rot="5400000">
              <a:off x="5677950" y="2226950"/>
              <a:ext cx="3202786" cy="1167615"/>
            </a:xfrm>
            <a:custGeom>
              <a:rect b="b" l="l" r="r" t="t"/>
              <a:pathLst>
                <a:path extrusionOk="0" h="28896" w="148363">
                  <a:moveTo>
                    <a:pt x="1" y="1"/>
                  </a:moveTo>
                  <a:lnTo>
                    <a:pt x="1" y="28756"/>
                  </a:lnTo>
                  <a:lnTo>
                    <a:pt x="6669" y="28895"/>
                  </a:lnTo>
                  <a:lnTo>
                    <a:pt x="141139" y="28895"/>
                  </a:lnTo>
                  <a:lnTo>
                    <a:pt x="148363" y="15004"/>
                  </a:lnTo>
                  <a:lnTo>
                    <a:pt x="14058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8"/>
            <p:cNvSpPr/>
            <p:nvPr/>
          </p:nvSpPr>
          <p:spPr>
            <a:xfrm rot="5400000">
              <a:off x="5716519" y="2213896"/>
              <a:ext cx="3210277" cy="1201234"/>
            </a:xfrm>
            <a:custGeom>
              <a:rect b="b" l="l" r="r" t="t"/>
              <a:pathLst>
                <a:path extrusionOk="0" h="29728" w="148710">
                  <a:moveTo>
                    <a:pt x="140652" y="0"/>
                  </a:moveTo>
                  <a:lnTo>
                    <a:pt x="70361" y="69"/>
                  </a:lnTo>
                  <a:lnTo>
                    <a:pt x="70" y="208"/>
                  </a:lnTo>
                  <a:lnTo>
                    <a:pt x="0" y="208"/>
                  </a:lnTo>
                  <a:lnTo>
                    <a:pt x="0" y="278"/>
                  </a:lnTo>
                  <a:lnTo>
                    <a:pt x="70" y="29728"/>
                  </a:lnTo>
                  <a:lnTo>
                    <a:pt x="139" y="347"/>
                  </a:lnTo>
                  <a:lnTo>
                    <a:pt x="139" y="347"/>
                  </a:lnTo>
                  <a:lnTo>
                    <a:pt x="70361" y="486"/>
                  </a:lnTo>
                  <a:lnTo>
                    <a:pt x="140447" y="555"/>
                  </a:lnTo>
                  <a:lnTo>
                    <a:pt x="140447" y="555"/>
                  </a:lnTo>
                  <a:lnTo>
                    <a:pt x="148151" y="15281"/>
                  </a:lnTo>
                  <a:lnTo>
                    <a:pt x="148151" y="15281"/>
                  </a:lnTo>
                  <a:lnTo>
                    <a:pt x="141072" y="28895"/>
                  </a:lnTo>
                  <a:lnTo>
                    <a:pt x="141072" y="28895"/>
                  </a:lnTo>
                  <a:lnTo>
                    <a:pt x="73973" y="28964"/>
                  </a:lnTo>
                  <a:lnTo>
                    <a:pt x="40355" y="29033"/>
                  </a:lnTo>
                  <a:lnTo>
                    <a:pt x="6738" y="29172"/>
                  </a:lnTo>
                  <a:lnTo>
                    <a:pt x="40355" y="29311"/>
                  </a:lnTo>
                  <a:lnTo>
                    <a:pt x="73973" y="29381"/>
                  </a:lnTo>
                  <a:lnTo>
                    <a:pt x="141208" y="29450"/>
                  </a:lnTo>
                  <a:lnTo>
                    <a:pt x="141347" y="29450"/>
                  </a:lnTo>
                  <a:lnTo>
                    <a:pt x="141416" y="29311"/>
                  </a:lnTo>
                  <a:lnTo>
                    <a:pt x="148640" y="15420"/>
                  </a:lnTo>
                  <a:lnTo>
                    <a:pt x="148710" y="15281"/>
                  </a:lnTo>
                  <a:lnTo>
                    <a:pt x="148640" y="15142"/>
                  </a:lnTo>
                  <a:lnTo>
                    <a:pt x="140930" y="139"/>
                  </a:lnTo>
                  <a:lnTo>
                    <a:pt x="1407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7" name="Google Shape;557;p28"/>
          <p:cNvSpPr txBox="1"/>
          <p:nvPr/>
        </p:nvSpPr>
        <p:spPr>
          <a:xfrm>
            <a:off x="1233806" y="2182652"/>
            <a:ext cx="1200900" cy="10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a very cold place. It’s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28"/>
          <p:cNvSpPr txBox="1"/>
          <p:nvPr/>
        </p:nvSpPr>
        <p:spPr>
          <a:xfrm>
            <a:off x="1293056" y="1217896"/>
            <a:ext cx="10824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Mars</a:t>
            </a:r>
            <a:endParaRPr sz="18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559" name="Google Shape;559;p28"/>
          <p:cNvSpPr txBox="1"/>
          <p:nvPr/>
        </p:nvSpPr>
        <p:spPr>
          <a:xfrm>
            <a:off x="5345261" y="2182652"/>
            <a:ext cx="1201200" cy="10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a gas giant and the biggest planet of them all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28"/>
          <p:cNvSpPr txBox="1"/>
          <p:nvPr/>
        </p:nvSpPr>
        <p:spPr>
          <a:xfrm>
            <a:off x="5404555" y="1217896"/>
            <a:ext cx="10824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Jupiter</a:t>
            </a:r>
            <a:endParaRPr sz="18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561" name="Google Shape;561;p28"/>
          <p:cNvSpPr txBox="1"/>
          <p:nvPr/>
        </p:nvSpPr>
        <p:spPr>
          <a:xfrm>
            <a:off x="3977854" y="2182652"/>
            <a:ext cx="1201200" cy="10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made of helium and hydrogen and has rings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28"/>
          <p:cNvSpPr txBox="1"/>
          <p:nvPr/>
        </p:nvSpPr>
        <p:spPr>
          <a:xfrm>
            <a:off x="4037254" y="1217719"/>
            <a:ext cx="10824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Saturn</a:t>
            </a:r>
            <a:endParaRPr sz="18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563" name="Google Shape;563;p28"/>
          <p:cNvSpPr txBox="1"/>
          <p:nvPr/>
        </p:nvSpPr>
        <p:spPr>
          <a:xfrm>
            <a:off x="2605828" y="2182652"/>
            <a:ext cx="1200900" cy="10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 but is really hot and warm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p28"/>
          <p:cNvSpPr txBox="1"/>
          <p:nvPr/>
        </p:nvSpPr>
        <p:spPr>
          <a:xfrm>
            <a:off x="2665078" y="1217896"/>
            <a:ext cx="10824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Venus</a:t>
            </a:r>
            <a:endParaRPr sz="18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565" name="Google Shape;565;p28"/>
          <p:cNvSpPr txBox="1"/>
          <p:nvPr/>
        </p:nvSpPr>
        <p:spPr>
          <a:xfrm>
            <a:off x="6712309" y="2182652"/>
            <a:ext cx="1198500" cy="10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Earth is the third planet. It's the planet we live on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p28"/>
          <p:cNvSpPr txBox="1"/>
          <p:nvPr/>
        </p:nvSpPr>
        <p:spPr>
          <a:xfrm>
            <a:off x="6770359" y="1209375"/>
            <a:ext cx="10824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Earth</a:t>
            </a:r>
            <a:endParaRPr sz="18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567" name="Google Shape;567;p28"/>
          <p:cNvGrpSpPr/>
          <p:nvPr/>
        </p:nvGrpSpPr>
        <p:grpSpPr>
          <a:xfrm>
            <a:off x="1653711" y="3676249"/>
            <a:ext cx="361090" cy="361090"/>
            <a:chOff x="-57970450" y="1903275"/>
            <a:chExt cx="318225" cy="318225"/>
          </a:xfrm>
        </p:grpSpPr>
        <p:sp>
          <p:nvSpPr>
            <p:cNvPr id="568" name="Google Shape;568;p28"/>
            <p:cNvSpPr/>
            <p:nvPr/>
          </p:nvSpPr>
          <p:spPr>
            <a:xfrm>
              <a:off x="-57847575" y="2135825"/>
              <a:ext cx="73250" cy="28975"/>
            </a:xfrm>
            <a:custGeom>
              <a:rect b="b" l="l" r="r" t="t"/>
              <a:pathLst>
                <a:path extrusionOk="0" h="1159" w="2930">
                  <a:moveTo>
                    <a:pt x="414" y="1"/>
                  </a:moveTo>
                  <a:cubicBezTo>
                    <a:pt x="315" y="1"/>
                    <a:pt x="221" y="40"/>
                    <a:pt x="158" y="119"/>
                  </a:cubicBezTo>
                  <a:cubicBezTo>
                    <a:pt x="0" y="276"/>
                    <a:pt x="0" y="497"/>
                    <a:pt x="158" y="623"/>
                  </a:cubicBezTo>
                  <a:cubicBezTo>
                    <a:pt x="536" y="970"/>
                    <a:pt x="1008" y="1159"/>
                    <a:pt x="1481" y="1159"/>
                  </a:cubicBezTo>
                  <a:cubicBezTo>
                    <a:pt x="1954" y="1159"/>
                    <a:pt x="2458" y="970"/>
                    <a:pt x="2773" y="623"/>
                  </a:cubicBezTo>
                  <a:cubicBezTo>
                    <a:pt x="2930" y="465"/>
                    <a:pt x="2930" y="213"/>
                    <a:pt x="2773" y="119"/>
                  </a:cubicBezTo>
                  <a:cubicBezTo>
                    <a:pt x="2694" y="40"/>
                    <a:pt x="2592" y="1"/>
                    <a:pt x="2497" y="1"/>
                  </a:cubicBezTo>
                  <a:cubicBezTo>
                    <a:pt x="2402" y="1"/>
                    <a:pt x="2316" y="40"/>
                    <a:pt x="2269" y="119"/>
                  </a:cubicBezTo>
                  <a:cubicBezTo>
                    <a:pt x="2048" y="308"/>
                    <a:pt x="1733" y="434"/>
                    <a:pt x="1481" y="434"/>
                  </a:cubicBezTo>
                  <a:cubicBezTo>
                    <a:pt x="1197" y="434"/>
                    <a:pt x="882" y="339"/>
                    <a:pt x="693" y="119"/>
                  </a:cubicBezTo>
                  <a:cubicBezTo>
                    <a:pt x="615" y="40"/>
                    <a:pt x="512" y="1"/>
                    <a:pt x="4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8"/>
            <p:cNvSpPr/>
            <p:nvPr/>
          </p:nvSpPr>
          <p:spPr>
            <a:xfrm>
              <a:off x="-57857025" y="2053725"/>
              <a:ext cx="18125" cy="18125"/>
            </a:xfrm>
            <a:custGeom>
              <a:rect b="b" l="l" r="r" t="t"/>
              <a:pathLst>
                <a:path extrusionOk="0" h="725" w="725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725"/>
                    <a:pt x="347" y="725"/>
                  </a:cubicBezTo>
                  <a:cubicBezTo>
                    <a:pt x="536" y="725"/>
                    <a:pt x="725" y="536"/>
                    <a:pt x="725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8"/>
            <p:cNvSpPr/>
            <p:nvPr/>
          </p:nvSpPr>
          <p:spPr>
            <a:xfrm>
              <a:off x="-57782200" y="2053725"/>
              <a:ext cx="18125" cy="18125"/>
            </a:xfrm>
            <a:custGeom>
              <a:rect b="b" l="l" r="r" t="t"/>
              <a:pathLst>
                <a:path extrusionOk="0" h="725" w="725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725"/>
                    <a:pt x="347" y="725"/>
                  </a:cubicBezTo>
                  <a:cubicBezTo>
                    <a:pt x="536" y="725"/>
                    <a:pt x="725" y="536"/>
                    <a:pt x="725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8"/>
            <p:cNvSpPr/>
            <p:nvPr/>
          </p:nvSpPr>
          <p:spPr>
            <a:xfrm>
              <a:off x="-57970450" y="1903275"/>
              <a:ext cx="318225" cy="318225"/>
            </a:xfrm>
            <a:custGeom>
              <a:rect b="b" l="l" r="r" t="t"/>
              <a:pathLst>
                <a:path extrusionOk="0" h="12729" w="12729">
                  <a:moveTo>
                    <a:pt x="6396" y="757"/>
                  </a:moveTo>
                  <a:cubicBezTo>
                    <a:pt x="6774" y="757"/>
                    <a:pt x="7121" y="915"/>
                    <a:pt x="7404" y="1167"/>
                  </a:cubicBezTo>
                  <a:lnTo>
                    <a:pt x="8507" y="2269"/>
                  </a:lnTo>
                  <a:lnTo>
                    <a:pt x="4348" y="2269"/>
                  </a:lnTo>
                  <a:lnTo>
                    <a:pt x="5356" y="1167"/>
                  </a:lnTo>
                  <a:cubicBezTo>
                    <a:pt x="5640" y="915"/>
                    <a:pt x="5986" y="757"/>
                    <a:pt x="6396" y="757"/>
                  </a:cubicBezTo>
                  <a:close/>
                  <a:moveTo>
                    <a:pt x="11783" y="2994"/>
                  </a:moveTo>
                  <a:cubicBezTo>
                    <a:pt x="11626" y="3845"/>
                    <a:pt x="10838" y="4475"/>
                    <a:pt x="9925" y="4475"/>
                  </a:cubicBezTo>
                  <a:lnTo>
                    <a:pt x="2489" y="4475"/>
                  </a:lnTo>
                  <a:cubicBezTo>
                    <a:pt x="2454" y="4478"/>
                    <a:pt x="2420" y="4479"/>
                    <a:pt x="2385" y="4479"/>
                  </a:cubicBezTo>
                  <a:cubicBezTo>
                    <a:pt x="1665" y="4479"/>
                    <a:pt x="968" y="3867"/>
                    <a:pt x="788" y="3025"/>
                  </a:cubicBezTo>
                  <a:lnTo>
                    <a:pt x="2300" y="3025"/>
                  </a:lnTo>
                  <a:lnTo>
                    <a:pt x="2300" y="3372"/>
                  </a:lnTo>
                  <a:cubicBezTo>
                    <a:pt x="2300" y="3592"/>
                    <a:pt x="2458" y="3750"/>
                    <a:pt x="2647" y="3750"/>
                  </a:cubicBezTo>
                  <a:cubicBezTo>
                    <a:pt x="2836" y="3750"/>
                    <a:pt x="2993" y="3592"/>
                    <a:pt x="2993" y="3372"/>
                  </a:cubicBezTo>
                  <a:lnTo>
                    <a:pt x="2993" y="3025"/>
                  </a:lnTo>
                  <a:lnTo>
                    <a:pt x="3750" y="3025"/>
                  </a:lnTo>
                  <a:lnTo>
                    <a:pt x="3750" y="3372"/>
                  </a:lnTo>
                  <a:cubicBezTo>
                    <a:pt x="3750" y="3592"/>
                    <a:pt x="3907" y="3750"/>
                    <a:pt x="4096" y="3750"/>
                  </a:cubicBezTo>
                  <a:cubicBezTo>
                    <a:pt x="4285" y="3750"/>
                    <a:pt x="4443" y="3592"/>
                    <a:pt x="4443" y="3372"/>
                  </a:cubicBezTo>
                  <a:lnTo>
                    <a:pt x="4443" y="3025"/>
                  </a:lnTo>
                  <a:lnTo>
                    <a:pt x="5199" y="3025"/>
                  </a:lnTo>
                  <a:lnTo>
                    <a:pt x="5199" y="3372"/>
                  </a:lnTo>
                  <a:cubicBezTo>
                    <a:pt x="5199" y="3592"/>
                    <a:pt x="5356" y="3750"/>
                    <a:pt x="5545" y="3750"/>
                  </a:cubicBezTo>
                  <a:cubicBezTo>
                    <a:pt x="5766" y="3750"/>
                    <a:pt x="5923" y="3592"/>
                    <a:pt x="5923" y="3372"/>
                  </a:cubicBezTo>
                  <a:lnTo>
                    <a:pt x="5923" y="3025"/>
                  </a:lnTo>
                  <a:lnTo>
                    <a:pt x="6648" y="3025"/>
                  </a:lnTo>
                  <a:lnTo>
                    <a:pt x="6648" y="3372"/>
                  </a:lnTo>
                  <a:cubicBezTo>
                    <a:pt x="6648" y="3592"/>
                    <a:pt x="6806" y="3750"/>
                    <a:pt x="7026" y="3750"/>
                  </a:cubicBezTo>
                  <a:cubicBezTo>
                    <a:pt x="7215" y="3750"/>
                    <a:pt x="7373" y="3592"/>
                    <a:pt x="7373" y="3372"/>
                  </a:cubicBezTo>
                  <a:lnTo>
                    <a:pt x="7373" y="3025"/>
                  </a:lnTo>
                  <a:lnTo>
                    <a:pt x="8129" y="3025"/>
                  </a:lnTo>
                  <a:lnTo>
                    <a:pt x="8129" y="3372"/>
                  </a:lnTo>
                  <a:cubicBezTo>
                    <a:pt x="8129" y="3592"/>
                    <a:pt x="8286" y="3750"/>
                    <a:pt x="8475" y="3750"/>
                  </a:cubicBezTo>
                  <a:cubicBezTo>
                    <a:pt x="8664" y="3750"/>
                    <a:pt x="8822" y="3592"/>
                    <a:pt x="8822" y="3372"/>
                  </a:cubicBezTo>
                  <a:lnTo>
                    <a:pt x="8822" y="2994"/>
                  </a:lnTo>
                  <a:lnTo>
                    <a:pt x="9578" y="2994"/>
                  </a:lnTo>
                  <a:lnTo>
                    <a:pt x="9578" y="3372"/>
                  </a:lnTo>
                  <a:cubicBezTo>
                    <a:pt x="9578" y="3592"/>
                    <a:pt x="9735" y="3750"/>
                    <a:pt x="9925" y="3750"/>
                  </a:cubicBezTo>
                  <a:cubicBezTo>
                    <a:pt x="10114" y="3750"/>
                    <a:pt x="10271" y="3592"/>
                    <a:pt x="10271" y="3372"/>
                  </a:cubicBezTo>
                  <a:lnTo>
                    <a:pt x="10271" y="2994"/>
                  </a:lnTo>
                  <a:close/>
                  <a:moveTo>
                    <a:pt x="2300" y="6774"/>
                  </a:moveTo>
                  <a:lnTo>
                    <a:pt x="2300" y="8255"/>
                  </a:lnTo>
                  <a:cubicBezTo>
                    <a:pt x="1859" y="8255"/>
                    <a:pt x="1544" y="7909"/>
                    <a:pt x="1544" y="7531"/>
                  </a:cubicBezTo>
                  <a:cubicBezTo>
                    <a:pt x="1544" y="7121"/>
                    <a:pt x="1891" y="6774"/>
                    <a:pt x="2300" y="6774"/>
                  </a:cubicBezTo>
                  <a:close/>
                  <a:moveTo>
                    <a:pt x="10492" y="6774"/>
                  </a:moveTo>
                  <a:cubicBezTo>
                    <a:pt x="10870" y="6774"/>
                    <a:pt x="11216" y="7090"/>
                    <a:pt x="11216" y="7531"/>
                  </a:cubicBezTo>
                  <a:cubicBezTo>
                    <a:pt x="11216" y="7940"/>
                    <a:pt x="10901" y="8255"/>
                    <a:pt x="10492" y="8255"/>
                  </a:cubicBezTo>
                  <a:lnTo>
                    <a:pt x="10492" y="6774"/>
                  </a:lnTo>
                  <a:close/>
                  <a:moveTo>
                    <a:pt x="9767" y="5262"/>
                  </a:moveTo>
                  <a:cubicBezTo>
                    <a:pt x="9735" y="5388"/>
                    <a:pt x="9735" y="8507"/>
                    <a:pt x="9735" y="8633"/>
                  </a:cubicBezTo>
                  <a:cubicBezTo>
                    <a:pt x="9735" y="9421"/>
                    <a:pt x="9452" y="10145"/>
                    <a:pt x="8979" y="10744"/>
                  </a:cubicBezTo>
                  <a:lnTo>
                    <a:pt x="8979" y="9358"/>
                  </a:lnTo>
                  <a:cubicBezTo>
                    <a:pt x="8979" y="8350"/>
                    <a:pt x="8160" y="7531"/>
                    <a:pt x="7121" y="7531"/>
                  </a:cubicBezTo>
                  <a:cubicBezTo>
                    <a:pt x="6932" y="7531"/>
                    <a:pt x="6774" y="7688"/>
                    <a:pt x="6774" y="7877"/>
                  </a:cubicBezTo>
                  <a:cubicBezTo>
                    <a:pt x="6774" y="8066"/>
                    <a:pt x="6932" y="8224"/>
                    <a:pt x="7121" y="8224"/>
                  </a:cubicBezTo>
                  <a:cubicBezTo>
                    <a:pt x="7751" y="8224"/>
                    <a:pt x="8223" y="8728"/>
                    <a:pt x="8223" y="9326"/>
                  </a:cubicBezTo>
                  <a:lnTo>
                    <a:pt x="8223" y="11374"/>
                  </a:lnTo>
                  <a:cubicBezTo>
                    <a:pt x="7688" y="11721"/>
                    <a:pt x="7058" y="11973"/>
                    <a:pt x="6396" y="11973"/>
                  </a:cubicBezTo>
                  <a:cubicBezTo>
                    <a:pt x="5734" y="11973"/>
                    <a:pt x="5041" y="11784"/>
                    <a:pt x="4537" y="11374"/>
                  </a:cubicBezTo>
                  <a:lnTo>
                    <a:pt x="4537" y="9326"/>
                  </a:lnTo>
                  <a:cubicBezTo>
                    <a:pt x="4537" y="8696"/>
                    <a:pt x="5041" y="8224"/>
                    <a:pt x="5640" y="8224"/>
                  </a:cubicBezTo>
                  <a:cubicBezTo>
                    <a:pt x="5829" y="8224"/>
                    <a:pt x="5986" y="8066"/>
                    <a:pt x="5986" y="7877"/>
                  </a:cubicBezTo>
                  <a:cubicBezTo>
                    <a:pt x="5986" y="7688"/>
                    <a:pt x="5829" y="7499"/>
                    <a:pt x="5640" y="7499"/>
                  </a:cubicBezTo>
                  <a:cubicBezTo>
                    <a:pt x="4600" y="7499"/>
                    <a:pt x="3781" y="8350"/>
                    <a:pt x="3781" y="9358"/>
                  </a:cubicBezTo>
                  <a:lnTo>
                    <a:pt x="3781" y="10744"/>
                  </a:lnTo>
                  <a:cubicBezTo>
                    <a:pt x="3308" y="10145"/>
                    <a:pt x="3056" y="9389"/>
                    <a:pt x="3056" y="8602"/>
                  </a:cubicBezTo>
                  <a:lnTo>
                    <a:pt x="3056" y="5262"/>
                  </a:lnTo>
                  <a:close/>
                  <a:moveTo>
                    <a:pt x="6333" y="1"/>
                  </a:moveTo>
                  <a:cubicBezTo>
                    <a:pt x="5766" y="1"/>
                    <a:pt x="5199" y="221"/>
                    <a:pt x="4821" y="631"/>
                  </a:cubicBezTo>
                  <a:lnTo>
                    <a:pt x="3182" y="2238"/>
                  </a:lnTo>
                  <a:lnTo>
                    <a:pt x="347" y="2238"/>
                  </a:lnTo>
                  <a:cubicBezTo>
                    <a:pt x="158" y="2238"/>
                    <a:pt x="0" y="2395"/>
                    <a:pt x="0" y="2584"/>
                  </a:cubicBezTo>
                  <a:cubicBezTo>
                    <a:pt x="0" y="3908"/>
                    <a:pt x="1009" y="5010"/>
                    <a:pt x="2237" y="5199"/>
                  </a:cubicBezTo>
                  <a:lnTo>
                    <a:pt x="2237" y="5987"/>
                  </a:lnTo>
                  <a:cubicBezTo>
                    <a:pt x="1418" y="5987"/>
                    <a:pt x="757" y="6648"/>
                    <a:pt x="757" y="7468"/>
                  </a:cubicBezTo>
                  <a:cubicBezTo>
                    <a:pt x="757" y="8318"/>
                    <a:pt x="1418" y="8980"/>
                    <a:pt x="2237" y="8980"/>
                  </a:cubicBezTo>
                  <a:cubicBezTo>
                    <a:pt x="2363" y="10114"/>
                    <a:pt x="2930" y="11091"/>
                    <a:pt x="3718" y="11784"/>
                  </a:cubicBezTo>
                  <a:lnTo>
                    <a:pt x="3718" y="12351"/>
                  </a:lnTo>
                  <a:cubicBezTo>
                    <a:pt x="3718" y="12571"/>
                    <a:pt x="3876" y="12729"/>
                    <a:pt x="4065" y="12729"/>
                  </a:cubicBezTo>
                  <a:cubicBezTo>
                    <a:pt x="4254" y="12729"/>
                    <a:pt x="4411" y="12571"/>
                    <a:pt x="4411" y="12351"/>
                  </a:cubicBezTo>
                  <a:lnTo>
                    <a:pt x="4411" y="12288"/>
                  </a:lnTo>
                  <a:cubicBezTo>
                    <a:pt x="4978" y="12571"/>
                    <a:pt x="5608" y="12729"/>
                    <a:pt x="6270" y="12729"/>
                  </a:cubicBezTo>
                  <a:cubicBezTo>
                    <a:pt x="6932" y="12729"/>
                    <a:pt x="7562" y="12571"/>
                    <a:pt x="8129" y="12288"/>
                  </a:cubicBezTo>
                  <a:lnTo>
                    <a:pt x="8129" y="12351"/>
                  </a:lnTo>
                  <a:cubicBezTo>
                    <a:pt x="8129" y="12571"/>
                    <a:pt x="8286" y="12729"/>
                    <a:pt x="8475" y="12729"/>
                  </a:cubicBezTo>
                  <a:cubicBezTo>
                    <a:pt x="8664" y="12729"/>
                    <a:pt x="8822" y="12571"/>
                    <a:pt x="8822" y="12351"/>
                  </a:cubicBezTo>
                  <a:lnTo>
                    <a:pt x="8822" y="11784"/>
                  </a:lnTo>
                  <a:cubicBezTo>
                    <a:pt x="9641" y="11091"/>
                    <a:pt x="10208" y="10082"/>
                    <a:pt x="10271" y="8980"/>
                  </a:cubicBezTo>
                  <a:cubicBezTo>
                    <a:pt x="11122" y="8980"/>
                    <a:pt x="11783" y="8318"/>
                    <a:pt x="11783" y="7468"/>
                  </a:cubicBezTo>
                  <a:cubicBezTo>
                    <a:pt x="11972" y="6680"/>
                    <a:pt x="11311" y="6018"/>
                    <a:pt x="10492" y="6018"/>
                  </a:cubicBezTo>
                  <a:lnTo>
                    <a:pt x="10492" y="5231"/>
                  </a:lnTo>
                  <a:cubicBezTo>
                    <a:pt x="11752" y="5042"/>
                    <a:pt x="12728" y="3971"/>
                    <a:pt x="12728" y="2647"/>
                  </a:cubicBezTo>
                  <a:cubicBezTo>
                    <a:pt x="12728" y="2521"/>
                    <a:pt x="12697" y="2427"/>
                    <a:pt x="12602" y="2364"/>
                  </a:cubicBezTo>
                  <a:cubicBezTo>
                    <a:pt x="12539" y="2269"/>
                    <a:pt x="12445" y="2238"/>
                    <a:pt x="12319" y="2238"/>
                  </a:cubicBezTo>
                  <a:lnTo>
                    <a:pt x="9483" y="2238"/>
                  </a:lnTo>
                  <a:lnTo>
                    <a:pt x="7877" y="631"/>
                  </a:lnTo>
                  <a:cubicBezTo>
                    <a:pt x="7499" y="221"/>
                    <a:pt x="6932" y="1"/>
                    <a:pt x="6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28"/>
          <p:cNvGrpSpPr/>
          <p:nvPr/>
        </p:nvGrpSpPr>
        <p:grpSpPr>
          <a:xfrm>
            <a:off x="5763784" y="3676249"/>
            <a:ext cx="363785" cy="361090"/>
            <a:chOff x="-56012425" y="1903275"/>
            <a:chExt cx="320600" cy="318225"/>
          </a:xfrm>
        </p:grpSpPr>
        <p:sp>
          <p:nvSpPr>
            <p:cNvPr id="573" name="Google Shape;573;p28"/>
            <p:cNvSpPr/>
            <p:nvPr/>
          </p:nvSpPr>
          <p:spPr>
            <a:xfrm>
              <a:off x="-55897425" y="2015125"/>
              <a:ext cx="17350" cy="18150"/>
            </a:xfrm>
            <a:custGeom>
              <a:rect b="b" l="l" r="r" t="t"/>
              <a:pathLst>
                <a:path extrusionOk="0" h="726" w="694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79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8"/>
            <p:cNvSpPr/>
            <p:nvPr/>
          </p:nvSpPr>
          <p:spPr>
            <a:xfrm>
              <a:off x="-56012425" y="1903275"/>
              <a:ext cx="320600" cy="318225"/>
            </a:xfrm>
            <a:custGeom>
              <a:rect b="b" l="l" r="r" t="t"/>
              <a:pathLst>
                <a:path extrusionOk="0" h="12729" w="12824">
                  <a:moveTo>
                    <a:pt x="5262" y="946"/>
                  </a:moveTo>
                  <a:lnTo>
                    <a:pt x="5262" y="946"/>
                  </a:lnTo>
                  <a:cubicBezTo>
                    <a:pt x="5010" y="1923"/>
                    <a:pt x="4254" y="2679"/>
                    <a:pt x="3277" y="2899"/>
                  </a:cubicBezTo>
                  <a:cubicBezTo>
                    <a:pt x="3592" y="2017"/>
                    <a:pt x="4348" y="1293"/>
                    <a:pt x="5262" y="946"/>
                  </a:cubicBezTo>
                  <a:close/>
                  <a:moveTo>
                    <a:pt x="2301" y="5231"/>
                  </a:moveTo>
                  <a:lnTo>
                    <a:pt x="2301" y="6333"/>
                  </a:lnTo>
                  <a:lnTo>
                    <a:pt x="2301" y="6680"/>
                  </a:lnTo>
                  <a:cubicBezTo>
                    <a:pt x="1891" y="6680"/>
                    <a:pt x="1545" y="6365"/>
                    <a:pt x="1545" y="5955"/>
                  </a:cubicBezTo>
                  <a:cubicBezTo>
                    <a:pt x="1545" y="5514"/>
                    <a:pt x="1891" y="5231"/>
                    <a:pt x="2301" y="5231"/>
                  </a:cubicBezTo>
                  <a:close/>
                  <a:moveTo>
                    <a:pt x="10555" y="5231"/>
                  </a:moveTo>
                  <a:cubicBezTo>
                    <a:pt x="10965" y="5231"/>
                    <a:pt x="11311" y="5546"/>
                    <a:pt x="11311" y="5987"/>
                  </a:cubicBezTo>
                  <a:cubicBezTo>
                    <a:pt x="11311" y="6365"/>
                    <a:pt x="10965" y="6743"/>
                    <a:pt x="10555" y="6743"/>
                  </a:cubicBezTo>
                  <a:lnTo>
                    <a:pt x="10555" y="5231"/>
                  </a:lnTo>
                  <a:close/>
                  <a:moveTo>
                    <a:pt x="1103" y="6837"/>
                  </a:moveTo>
                  <a:cubicBezTo>
                    <a:pt x="1387" y="7216"/>
                    <a:pt x="1828" y="7436"/>
                    <a:pt x="2301" y="7436"/>
                  </a:cubicBezTo>
                  <a:cubicBezTo>
                    <a:pt x="2301" y="7877"/>
                    <a:pt x="1986" y="8192"/>
                    <a:pt x="1545" y="8192"/>
                  </a:cubicBezTo>
                  <a:cubicBezTo>
                    <a:pt x="1166" y="8192"/>
                    <a:pt x="788" y="7877"/>
                    <a:pt x="788" y="7436"/>
                  </a:cubicBezTo>
                  <a:cubicBezTo>
                    <a:pt x="788" y="7216"/>
                    <a:pt x="914" y="6963"/>
                    <a:pt x="1103" y="6837"/>
                  </a:cubicBezTo>
                  <a:close/>
                  <a:moveTo>
                    <a:pt x="11752" y="6837"/>
                  </a:moveTo>
                  <a:cubicBezTo>
                    <a:pt x="11941" y="6995"/>
                    <a:pt x="12067" y="7216"/>
                    <a:pt x="12067" y="7436"/>
                  </a:cubicBezTo>
                  <a:cubicBezTo>
                    <a:pt x="12067" y="7877"/>
                    <a:pt x="11721" y="8192"/>
                    <a:pt x="11311" y="8192"/>
                  </a:cubicBezTo>
                  <a:cubicBezTo>
                    <a:pt x="10933" y="8192"/>
                    <a:pt x="10555" y="7877"/>
                    <a:pt x="10555" y="7436"/>
                  </a:cubicBezTo>
                  <a:cubicBezTo>
                    <a:pt x="11028" y="7436"/>
                    <a:pt x="11469" y="7216"/>
                    <a:pt x="11752" y="6837"/>
                  </a:cubicBezTo>
                  <a:close/>
                  <a:moveTo>
                    <a:pt x="5325" y="2490"/>
                  </a:moveTo>
                  <a:lnTo>
                    <a:pt x="5325" y="2647"/>
                  </a:lnTo>
                  <a:cubicBezTo>
                    <a:pt x="5325" y="3529"/>
                    <a:pt x="5955" y="4286"/>
                    <a:pt x="6837" y="4443"/>
                  </a:cubicBezTo>
                  <a:lnTo>
                    <a:pt x="6837" y="7405"/>
                  </a:lnTo>
                  <a:cubicBezTo>
                    <a:pt x="6711" y="7436"/>
                    <a:pt x="6585" y="7468"/>
                    <a:pt x="6491" y="7468"/>
                  </a:cubicBezTo>
                  <a:cubicBezTo>
                    <a:pt x="6176" y="7468"/>
                    <a:pt x="5892" y="7373"/>
                    <a:pt x="5703" y="7153"/>
                  </a:cubicBezTo>
                  <a:cubicBezTo>
                    <a:pt x="5624" y="7074"/>
                    <a:pt x="5522" y="7034"/>
                    <a:pt x="5424" y="7034"/>
                  </a:cubicBezTo>
                  <a:cubicBezTo>
                    <a:pt x="5325" y="7034"/>
                    <a:pt x="5231" y="7074"/>
                    <a:pt x="5168" y="7153"/>
                  </a:cubicBezTo>
                  <a:cubicBezTo>
                    <a:pt x="5010" y="7310"/>
                    <a:pt x="5010" y="7562"/>
                    <a:pt x="5168" y="7688"/>
                  </a:cubicBezTo>
                  <a:cubicBezTo>
                    <a:pt x="5514" y="8035"/>
                    <a:pt x="6018" y="8224"/>
                    <a:pt x="6491" y="8224"/>
                  </a:cubicBezTo>
                  <a:cubicBezTo>
                    <a:pt x="6585" y="8224"/>
                    <a:pt x="6711" y="8224"/>
                    <a:pt x="6837" y="8192"/>
                  </a:cubicBezTo>
                  <a:lnTo>
                    <a:pt x="6837" y="9326"/>
                  </a:lnTo>
                  <a:lnTo>
                    <a:pt x="6837" y="9673"/>
                  </a:lnTo>
                  <a:cubicBezTo>
                    <a:pt x="6711" y="9673"/>
                    <a:pt x="6554" y="9736"/>
                    <a:pt x="6428" y="9736"/>
                  </a:cubicBezTo>
                  <a:cubicBezTo>
                    <a:pt x="4569" y="9673"/>
                    <a:pt x="3057" y="8192"/>
                    <a:pt x="3057" y="6333"/>
                  </a:cubicBezTo>
                  <a:cubicBezTo>
                    <a:pt x="3057" y="3908"/>
                    <a:pt x="3057" y="3971"/>
                    <a:pt x="3088" y="3687"/>
                  </a:cubicBezTo>
                  <a:cubicBezTo>
                    <a:pt x="3939" y="3592"/>
                    <a:pt x="4790" y="3151"/>
                    <a:pt x="5325" y="2490"/>
                  </a:cubicBezTo>
                  <a:close/>
                  <a:moveTo>
                    <a:pt x="6459" y="694"/>
                  </a:moveTo>
                  <a:cubicBezTo>
                    <a:pt x="8287" y="757"/>
                    <a:pt x="9830" y="2238"/>
                    <a:pt x="9830" y="4097"/>
                  </a:cubicBezTo>
                  <a:lnTo>
                    <a:pt x="9830" y="11941"/>
                  </a:lnTo>
                  <a:cubicBezTo>
                    <a:pt x="8570" y="11721"/>
                    <a:pt x="7562" y="10618"/>
                    <a:pt x="7562" y="9295"/>
                  </a:cubicBezTo>
                  <a:lnTo>
                    <a:pt x="7562" y="4065"/>
                  </a:lnTo>
                  <a:cubicBezTo>
                    <a:pt x="7562" y="3845"/>
                    <a:pt x="7404" y="3687"/>
                    <a:pt x="7215" y="3687"/>
                  </a:cubicBezTo>
                  <a:cubicBezTo>
                    <a:pt x="6585" y="3687"/>
                    <a:pt x="6113" y="3183"/>
                    <a:pt x="6113" y="2584"/>
                  </a:cubicBezTo>
                  <a:lnTo>
                    <a:pt x="6113" y="757"/>
                  </a:lnTo>
                  <a:cubicBezTo>
                    <a:pt x="6239" y="757"/>
                    <a:pt x="6365" y="694"/>
                    <a:pt x="6459" y="694"/>
                  </a:cubicBezTo>
                  <a:close/>
                  <a:moveTo>
                    <a:pt x="3057" y="8665"/>
                  </a:moveTo>
                  <a:cubicBezTo>
                    <a:pt x="3781" y="9704"/>
                    <a:pt x="5010" y="10429"/>
                    <a:pt x="6428" y="10429"/>
                  </a:cubicBezTo>
                  <a:cubicBezTo>
                    <a:pt x="6617" y="10429"/>
                    <a:pt x="6774" y="10429"/>
                    <a:pt x="6995" y="10398"/>
                  </a:cubicBezTo>
                  <a:cubicBezTo>
                    <a:pt x="7184" y="11028"/>
                    <a:pt x="7562" y="11563"/>
                    <a:pt x="8098" y="11973"/>
                  </a:cubicBezTo>
                  <a:lnTo>
                    <a:pt x="3057" y="11973"/>
                  </a:lnTo>
                  <a:lnTo>
                    <a:pt x="3057" y="8665"/>
                  </a:lnTo>
                  <a:close/>
                  <a:moveTo>
                    <a:pt x="6396" y="1"/>
                  </a:moveTo>
                  <a:cubicBezTo>
                    <a:pt x="4096" y="1"/>
                    <a:pt x="2269" y="1860"/>
                    <a:pt x="2269" y="4097"/>
                  </a:cubicBezTo>
                  <a:lnTo>
                    <a:pt x="2269" y="4443"/>
                  </a:lnTo>
                  <a:cubicBezTo>
                    <a:pt x="1356" y="4443"/>
                    <a:pt x="631" y="5231"/>
                    <a:pt x="757" y="6144"/>
                  </a:cubicBezTo>
                  <a:cubicBezTo>
                    <a:pt x="284" y="6428"/>
                    <a:pt x="1" y="6900"/>
                    <a:pt x="1" y="7436"/>
                  </a:cubicBezTo>
                  <a:cubicBezTo>
                    <a:pt x="1" y="8255"/>
                    <a:pt x="694" y="8948"/>
                    <a:pt x="1513" y="8948"/>
                  </a:cubicBezTo>
                  <a:cubicBezTo>
                    <a:pt x="1797" y="8948"/>
                    <a:pt x="2017" y="8854"/>
                    <a:pt x="2269" y="8728"/>
                  </a:cubicBezTo>
                  <a:lnTo>
                    <a:pt x="2269" y="12351"/>
                  </a:lnTo>
                  <a:cubicBezTo>
                    <a:pt x="2269" y="12571"/>
                    <a:pt x="2427" y="12729"/>
                    <a:pt x="2616" y="12729"/>
                  </a:cubicBezTo>
                  <a:lnTo>
                    <a:pt x="10145" y="12729"/>
                  </a:lnTo>
                  <a:cubicBezTo>
                    <a:pt x="10334" y="12729"/>
                    <a:pt x="10492" y="12571"/>
                    <a:pt x="10492" y="12351"/>
                  </a:cubicBezTo>
                  <a:lnTo>
                    <a:pt x="10492" y="8728"/>
                  </a:lnTo>
                  <a:cubicBezTo>
                    <a:pt x="10712" y="8854"/>
                    <a:pt x="10965" y="8948"/>
                    <a:pt x="11248" y="8948"/>
                  </a:cubicBezTo>
                  <a:cubicBezTo>
                    <a:pt x="12067" y="8948"/>
                    <a:pt x="12729" y="8255"/>
                    <a:pt x="12729" y="7436"/>
                  </a:cubicBezTo>
                  <a:cubicBezTo>
                    <a:pt x="12823" y="6932"/>
                    <a:pt x="12508" y="6428"/>
                    <a:pt x="12036" y="6144"/>
                  </a:cubicBezTo>
                  <a:cubicBezTo>
                    <a:pt x="12130" y="5231"/>
                    <a:pt x="11437" y="4443"/>
                    <a:pt x="10523" y="4443"/>
                  </a:cubicBezTo>
                  <a:lnTo>
                    <a:pt x="10523" y="4097"/>
                  </a:lnTo>
                  <a:cubicBezTo>
                    <a:pt x="10523" y="1860"/>
                    <a:pt x="8665" y="1"/>
                    <a:pt x="6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5" name="Google Shape;575;p28"/>
          <p:cNvGrpSpPr/>
          <p:nvPr/>
        </p:nvGrpSpPr>
        <p:grpSpPr>
          <a:xfrm>
            <a:off x="3025280" y="3677157"/>
            <a:ext cx="361998" cy="361090"/>
            <a:chOff x="-57578225" y="1904075"/>
            <a:chExt cx="319025" cy="318225"/>
          </a:xfrm>
        </p:grpSpPr>
        <p:sp>
          <p:nvSpPr>
            <p:cNvPr id="576" name="Google Shape;576;p28"/>
            <p:cNvSpPr/>
            <p:nvPr/>
          </p:nvSpPr>
          <p:spPr>
            <a:xfrm>
              <a:off x="-57578225" y="1904075"/>
              <a:ext cx="319025" cy="318225"/>
            </a:xfrm>
            <a:custGeom>
              <a:rect b="b" l="l" r="r" t="t"/>
              <a:pathLst>
                <a:path extrusionOk="0" h="12729" w="12761">
                  <a:moveTo>
                    <a:pt x="4601" y="1418"/>
                  </a:moveTo>
                  <a:cubicBezTo>
                    <a:pt x="4632" y="1702"/>
                    <a:pt x="4727" y="1922"/>
                    <a:pt x="4790" y="2206"/>
                  </a:cubicBezTo>
                  <a:cubicBezTo>
                    <a:pt x="3687" y="2962"/>
                    <a:pt x="2994" y="4254"/>
                    <a:pt x="2994" y="5640"/>
                  </a:cubicBezTo>
                  <a:lnTo>
                    <a:pt x="2994" y="5986"/>
                  </a:lnTo>
                  <a:cubicBezTo>
                    <a:pt x="2710" y="5986"/>
                    <a:pt x="2458" y="6081"/>
                    <a:pt x="2238" y="6175"/>
                  </a:cubicBezTo>
                  <a:lnTo>
                    <a:pt x="2238" y="5608"/>
                  </a:lnTo>
                  <a:cubicBezTo>
                    <a:pt x="2238" y="3876"/>
                    <a:pt x="3183" y="2300"/>
                    <a:pt x="4601" y="1418"/>
                  </a:cubicBezTo>
                  <a:close/>
                  <a:moveTo>
                    <a:pt x="7121" y="757"/>
                  </a:moveTo>
                  <a:cubicBezTo>
                    <a:pt x="9799" y="757"/>
                    <a:pt x="12004" y="2930"/>
                    <a:pt x="12004" y="5640"/>
                  </a:cubicBezTo>
                  <a:lnTo>
                    <a:pt x="12004" y="6238"/>
                  </a:lnTo>
                  <a:cubicBezTo>
                    <a:pt x="11752" y="6112"/>
                    <a:pt x="11532" y="6018"/>
                    <a:pt x="11248" y="6018"/>
                  </a:cubicBezTo>
                  <a:lnTo>
                    <a:pt x="10902" y="6018"/>
                  </a:lnTo>
                  <a:cubicBezTo>
                    <a:pt x="8098" y="6018"/>
                    <a:pt x="5703" y="3907"/>
                    <a:pt x="5325" y="1103"/>
                  </a:cubicBezTo>
                  <a:cubicBezTo>
                    <a:pt x="5861" y="883"/>
                    <a:pt x="6491" y="757"/>
                    <a:pt x="7121" y="757"/>
                  </a:cubicBezTo>
                  <a:close/>
                  <a:moveTo>
                    <a:pt x="2994" y="6742"/>
                  </a:moveTo>
                  <a:lnTo>
                    <a:pt x="2994" y="8223"/>
                  </a:lnTo>
                  <a:cubicBezTo>
                    <a:pt x="2616" y="8223"/>
                    <a:pt x="2238" y="7971"/>
                    <a:pt x="2238" y="7436"/>
                  </a:cubicBezTo>
                  <a:cubicBezTo>
                    <a:pt x="2269" y="7058"/>
                    <a:pt x="2584" y="6742"/>
                    <a:pt x="2994" y="6742"/>
                  </a:cubicBezTo>
                  <a:close/>
                  <a:moveTo>
                    <a:pt x="11248" y="6742"/>
                  </a:moveTo>
                  <a:cubicBezTo>
                    <a:pt x="11658" y="6742"/>
                    <a:pt x="12004" y="7058"/>
                    <a:pt x="12004" y="7499"/>
                  </a:cubicBezTo>
                  <a:cubicBezTo>
                    <a:pt x="12004" y="7908"/>
                    <a:pt x="11658" y="8223"/>
                    <a:pt x="11248" y="8223"/>
                  </a:cubicBezTo>
                  <a:lnTo>
                    <a:pt x="11248" y="6742"/>
                  </a:lnTo>
                  <a:close/>
                  <a:moveTo>
                    <a:pt x="1828" y="8444"/>
                  </a:moveTo>
                  <a:cubicBezTo>
                    <a:pt x="2112" y="8790"/>
                    <a:pt x="2553" y="8979"/>
                    <a:pt x="3025" y="8979"/>
                  </a:cubicBezTo>
                  <a:cubicBezTo>
                    <a:pt x="3088" y="9830"/>
                    <a:pt x="3466" y="10681"/>
                    <a:pt x="4034" y="11311"/>
                  </a:cubicBezTo>
                  <a:cubicBezTo>
                    <a:pt x="3656" y="11752"/>
                    <a:pt x="3183" y="11972"/>
                    <a:pt x="2616" y="11972"/>
                  </a:cubicBezTo>
                  <a:cubicBezTo>
                    <a:pt x="1608" y="11972"/>
                    <a:pt x="789" y="11153"/>
                    <a:pt x="789" y="10113"/>
                  </a:cubicBezTo>
                  <a:cubicBezTo>
                    <a:pt x="789" y="9420"/>
                    <a:pt x="1198" y="8759"/>
                    <a:pt x="1828" y="8444"/>
                  </a:cubicBezTo>
                  <a:close/>
                  <a:moveTo>
                    <a:pt x="5042" y="2962"/>
                  </a:moveTo>
                  <a:cubicBezTo>
                    <a:pt x="5987" y="5073"/>
                    <a:pt x="8066" y="6616"/>
                    <a:pt x="10461" y="6774"/>
                  </a:cubicBezTo>
                  <a:lnTo>
                    <a:pt x="10461" y="8664"/>
                  </a:lnTo>
                  <a:cubicBezTo>
                    <a:pt x="10492" y="10492"/>
                    <a:pt x="8980" y="11972"/>
                    <a:pt x="7121" y="11972"/>
                  </a:cubicBezTo>
                  <a:cubicBezTo>
                    <a:pt x="5262" y="11972"/>
                    <a:pt x="3719" y="10460"/>
                    <a:pt x="3719" y="8633"/>
                  </a:cubicBezTo>
                  <a:lnTo>
                    <a:pt x="3719" y="5640"/>
                  </a:lnTo>
                  <a:cubicBezTo>
                    <a:pt x="3719" y="4600"/>
                    <a:pt x="4254" y="3592"/>
                    <a:pt x="5042" y="2962"/>
                  </a:cubicBezTo>
                  <a:close/>
                  <a:moveTo>
                    <a:pt x="7121" y="0"/>
                  </a:moveTo>
                  <a:cubicBezTo>
                    <a:pt x="5577" y="0"/>
                    <a:pt x="4191" y="631"/>
                    <a:pt x="3151" y="1670"/>
                  </a:cubicBezTo>
                  <a:cubicBezTo>
                    <a:pt x="2080" y="2710"/>
                    <a:pt x="1482" y="4128"/>
                    <a:pt x="1482" y="5640"/>
                  </a:cubicBezTo>
                  <a:lnTo>
                    <a:pt x="1482" y="7751"/>
                  </a:lnTo>
                  <a:cubicBezTo>
                    <a:pt x="568" y="8192"/>
                    <a:pt x="1" y="9105"/>
                    <a:pt x="1" y="10113"/>
                  </a:cubicBezTo>
                  <a:cubicBezTo>
                    <a:pt x="1" y="11594"/>
                    <a:pt x="1167" y="12728"/>
                    <a:pt x="2584" y="12728"/>
                  </a:cubicBezTo>
                  <a:cubicBezTo>
                    <a:pt x="3340" y="12728"/>
                    <a:pt x="4034" y="12413"/>
                    <a:pt x="4569" y="11846"/>
                  </a:cubicBezTo>
                  <a:cubicBezTo>
                    <a:pt x="5262" y="12413"/>
                    <a:pt x="6176" y="12728"/>
                    <a:pt x="7121" y="12728"/>
                  </a:cubicBezTo>
                  <a:cubicBezTo>
                    <a:pt x="8224" y="12728"/>
                    <a:pt x="9232" y="12287"/>
                    <a:pt x="10020" y="11500"/>
                  </a:cubicBezTo>
                  <a:cubicBezTo>
                    <a:pt x="10744" y="10838"/>
                    <a:pt x="11122" y="9924"/>
                    <a:pt x="11217" y="8979"/>
                  </a:cubicBezTo>
                  <a:cubicBezTo>
                    <a:pt x="12036" y="8979"/>
                    <a:pt x="12697" y="8318"/>
                    <a:pt x="12697" y="7499"/>
                  </a:cubicBezTo>
                  <a:lnTo>
                    <a:pt x="12697" y="5640"/>
                  </a:lnTo>
                  <a:cubicBezTo>
                    <a:pt x="12760" y="4128"/>
                    <a:pt x="12162" y="2710"/>
                    <a:pt x="11091" y="1670"/>
                  </a:cubicBezTo>
                  <a:cubicBezTo>
                    <a:pt x="10020" y="599"/>
                    <a:pt x="8602" y="0"/>
                    <a:pt x="7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28"/>
            <p:cNvSpPr/>
            <p:nvPr/>
          </p:nvSpPr>
          <p:spPr>
            <a:xfrm>
              <a:off x="-57446675" y="2073400"/>
              <a:ext cx="18125" cy="18150"/>
            </a:xfrm>
            <a:custGeom>
              <a:rect b="b" l="l" r="r" t="t"/>
              <a:pathLst>
                <a:path extrusionOk="0" h="726" w="725">
                  <a:moveTo>
                    <a:pt x="347" y="1"/>
                  </a:moveTo>
                  <a:cubicBezTo>
                    <a:pt x="158" y="1"/>
                    <a:pt x="0" y="158"/>
                    <a:pt x="0" y="348"/>
                  </a:cubicBezTo>
                  <a:cubicBezTo>
                    <a:pt x="0" y="568"/>
                    <a:pt x="158" y="726"/>
                    <a:pt x="347" y="726"/>
                  </a:cubicBezTo>
                  <a:cubicBezTo>
                    <a:pt x="567" y="726"/>
                    <a:pt x="725" y="568"/>
                    <a:pt x="725" y="348"/>
                  </a:cubicBezTo>
                  <a:cubicBezTo>
                    <a:pt x="725" y="158"/>
                    <a:pt x="567" y="1"/>
                    <a:pt x="3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28"/>
            <p:cNvSpPr/>
            <p:nvPr/>
          </p:nvSpPr>
          <p:spPr>
            <a:xfrm>
              <a:off x="-57371850" y="2073400"/>
              <a:ext cx="18125" cy="18150"/>
            </a:xfrm>
            <a:custGeom>
              <a:rect b="b" l="l" r="r" t="t"/>
              <a:pathLst>
                <a:path extrusionOk="0" h="726" w="725">
                  <a:moveTo>
                    <a:pt x="347" y="1"/>
                  </a:moveTo>
                  <a:cubicBezTo>
                    <a:pt x="158" y="1"/>
                    <a:pt x="0" y="158"/>
                    <a:pt x="0" y="348"/>
                  </a:cubicBezTo>
                  <a:cubicBezTo>
                    <a:pt x="0" y="537"/>
                    <a:pt x="158" y="726"/>
                    <a:pt x="347" y="726"/>
                  </a:cubicBezTo>
                  <a:cubicBezTo>
                    <a:pt x="567" y="726"/>
                    <a:pt x="725" y="537"/>
                    <a:pt x="725" y="348"/>
                  </a:cubicBezTo>
                  <a:cubicBezTo>
                    <a:pt x="725" y="158"/>
                    <a:pt x="567" y="1"/>
                    <a:pt x="3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8"/>
            <p:cNvSpPr/>
            <p:nvPr/>
          </p:nvSpPr>
          <p:spPr>
            <a:xfrm>
              <a:off x="-57436450" y="2136625"/>
              <a:ext cx="72500" cy="29750"/>
            </a:xfrm>
            <a:custGeom>
              <a:rect b="b" l="l" r="r" t="t"/>
              <a:pathLst>
                <a:path extrusionOk="0" h="1190" w="2900">
                  <a:moveTo>
                    <a:pt x="387" y="0"/>
                  </a:moveTo>
                  <a:cubicBezTo>
                    <a:pt x="292" y="0"/>
                    <a:pt x="206" y="40"/>
                    <a:pt x="158" y="118"/>
                  </a:cubicBezTo>
                  <a:cubicBezTo>
                    <a:pt x="1" y="276"/>
                    <a:pt x="1" y="496"/>
                    <a:pt x="158" y="622"/>
                  </a:cubicBezTo>
                  <a:cubicBezTo>
                    <a:pt x="505" y="969"/>
                    <a:pt x="977" y="1190"/>
                    <a:pt x="1450" y="1190"/>
                  </a:cubicBezTo>
                  <a:cubicBezTo>
                    <a:pt x="1923" y="1190"/>
                    <a:pt x="2427" y="969"/>
                    <a:pt x="2742" y="622"/>
                  </a:cubicBezTo>
                  <a:cubicBezTo>
                    <a:pt x="2899" y="465"/>
                    <a:pt x="2899" y="244"/>
                    <a:pt x="2742" y="118"/>
                  </a:cubicBezTo>
                  <a:cubicBezTo>
                    <a:pt x="2679" y="40"/>
                    <a:pt x="2592" y="0"/>
                    <a:pt x="2502" y="0"/>
                  </a:cubicBezTo>
                  <a:cubicBezTo>
                    <a:pt x="2411" y="0"/>
                    <a:pt x="2316" y="40"/>
                    <a:pt x="2238" y="118"/>
                  </a:cubicBezTo>
                  <a:cubicBezTo>
                    <a:pt x="2049" y="307"/>
                    <a:pt x="1734" y="433"/>
                    <a:pt x="1450" y="433"/>
                  </a:cubicBezTo>
                  <a:cubicBezTo>
                    <a:pt x="1167" y="433"/>
                    <a:pt x="851" y="307"/>
                    <a:pt x="662" y="118"/>
                  </a:cubicBezTo>
                  <a:cubicBezTo>
                    <a:pt x="584" y="40"/>
                    <a:pt x="481" y="0"/>
                    <a:pt x="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0" name="Google Shape;580;p28"/>
          <p:cNvGrpSpPr/>
          <p:nvPr/>
        </p:nvGrpSpPr>
        <p:grpSpPr>
          <a:xfrm>
            <a:off x="4419809" y="3677157"/>
            <a:ext cx="317290" cy="361090"/>
            <a:chOff x="-56774050" y="1904075"/>
            <a:chExt cx="279625" cy="318225"/>
          </a:xfrm>
        </p:grpSpPr>
        <p:sp>
          <p:nvSpPr>
            <p:cNvPr id="581" name="Google Shape;581;p28"/>
            <p:cNvSpPr/>
            <p:nvPr/>
          </p:nvSpPr>
          <p:spPr>
            <a:xfrm>
              <a:off x="-56671650" y="2135825"/>
              <a:ext cx="72475" cy="28975"/>
            </a:xfrm>
            <a:custGeom>
              <a:rect b="b" l="l" r="r" t="t"/>
              <a:pathLst>
                <a:path extrusionOk="0" h="1159" w="2899">
                  <a:moveTo>
                    <a:pt x="398" y="1"/>
                  </a:moveTo>
                  <a:cubicBezTo>
                    <a:pt x="307" y="1"/>
                    <a:pt x="221" y="40"/>
                    <a:pt x="158" y="119"/>
                  </a:cubicBezTo>
                  <a:cubicBezTo>
                    <a:pt x="0" y="276"/>
                    <a:pt x="0" y="497"/>
                    <a:pt x="158" y="623"/>
                  </a:cubicBezTo>
                  <a:cubicBezTo>
                    <a:pt x="504" y="970"/>
                    <a:pt x="977" y="1159"/>
                    <a:pt x="1449" y="1159"/>
                  </a:cubicBezTo>
                  <a:cubicBezTo>
                    <a:pt x="1922" y="1159"/>
                    <a:pt x="2426" y="970"/>
                    <a:pt x="2741" y="623"/>
                  </a:cubicBezTo>
                  <a:cubicBezTo>
                    <a:pt x="2899" y="465"/>
                    <a:pt x="2899" y="213"/>
                    <a:pt x="2741" y="119"/>
                  </a:cubicBezTo>
                  <a:cubicBezTo>
                    <a:pt x="2662" y="40"/>
                    <a:pt x="2568" y="1"/>
                    <a:pt x="2477" y="1"/>
                  </a:cubicBezTo>
                  <a:cubicBezTo>
                    <a:pt x="2387" y="1"/>
                    <a:pt x="2300" y="40"/>
                    <a:pt x="2237" y="119"/>
                  </a:cubicBezTo>
                  <a:cubicBezTo>
                    <a:pt x="2048" y="308"/>
                    <a:pt x="1733" y="434"/>
                    <a:pt x="1449" y="434"/>
                  </a:cubicBezTo>
                  <a:cubicBezTo>
                    <a:pt x="1134" y="434"/>
                    <a:pt x="851" y="308"/>
                    <a:pt x="662" y="119"/>
                  </a:cubicBezTo>
                  <a:cubicBezTo>
                    <a:pt x="583" y="40"/>
                    <a:pt x="488" y="1"/>
                    <a:pt x="3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8"/>
            <p:cNvSpPr/>
            <p:nvPr/>
          </p:nvSpPr>
          <p:spPr>
            <a:xfrm>
              <a:off x="-56774050" y="1904075"/>
              <a:ext cx="279625" cy="318225"/>
            </a:xfrm>
            <a:custGeom>
              <a:rect b="b" l="l" r="r" t="t"/>
              <a:pathLst>
                <a:path extrusionOk="0" h="12729" w="11185">
                  <a:moveTo>
                    <a:pt x="5545" y="757"/>
                  </a:moveTo>
                  <a:cubicBezTo>
                    <a:pt x="7278" y="757"/>
                    <a:pt x="8696" y="2048"/>
                    <a:pt x="8885" y="3750"/>
                  </a:cubicBezTo>
                  <a:lnTo>
                    <a:pt x="4789" y="3750"/>
                  </a:lnTo>
                  <a:cubicBezTo>
                    <a:pt x="3056" y="3750"/>
                    <a:pt x="1639" y="2395"/>
                    <a:pt x="1450" y="757"/>
                  </a:cubicBezTo>
                  <a:close/>
                  <a:moveTo>
                    <a:pt x="2710" y="3844"/>
                  </a:moveTo>
                  <a:cubicBezTo>
                    <a:pt x="3277" y="4254"/>
                    <a:pt x="4002" y="4506"/>
                    <a:pt x="4789" y="4506"/>
                  </a:cubicBezTo>
                  <a:lnTo>
                    <a:pt x="8885" y="4506"/>
                  </a:lnTo>
                  <a:lnTo>
                    <a:pt x="8885" y="5608"/>
                  </a:lnTo>
                  <a:cubicBezTo>
                    <a:pt x="8570" y="5356"/>
                    <a:pt x="8192" y="5230"/>
                    <a:pt x="7782" y="5230"/>
                  </a:cubicBezTo>
                  <a:cubicBezTo>
                    <a:pt x="6900" y="5230"/>
                    <a:pt x="6144" y="5860"/>
                    <a:pt x="5986" y="6742"/>
                  </a:cubicBezTo>
                  <a:lnTo>
                    <a:pt x="5167" y="6742"/>
                  </a:lnTo>
                  <a:cubicBezTo>
                    <a:pt x="5010" y="5860"/>
                    <a:pt x="4222" y="5230"/>
                    <a:pt x="3340" y="5230"/>
                  </a:cubicBezTo>
                  <a:cubicBezTo>
                    <a:pt x="2899" y="5230"/>
                    <a:pt x="2552" y="5388"/>
                    <a:pt x="2237" y="5608"/>
                  </a:cubicBezTo>
                  <a:cubicBezTo>
                    <a:pt x="2237" y="4978"/>
                    <a:pt x="2395" y="4380"/>
                    <a:pt x="2710" y="3844"/>
                  </a:cubicBezTo>
                  <a:close/>
                  <a:moveTo>
                    <a:pt x="1450" y="5986"/>
                  </a:moveTo>
                  <a:lnTo>
                    <a:pt x="1450" y="7467"/>
                  </a:lnTo>
                  <a:cubicBezTo>
                    <a:pt x="1432" y="7468"/>
                    <a:pt x="1415" y="7469"/>
                    <a:pt x="1398" y="7469"/>
                  </a:cubicBezTo>
                  <a:cubicBezTo>
                    <a:pt x="984" y="7469"/>
                    <a:pt x="694" y="7106"/>
                    <a:pt x="694" y="6742"/>
                  </a:cubicBezTo>
                  <a:cubicBezTo>
                    <a:pt x="694" y="6333"/>
                    <a:pt x="1009" y="5986"/>
                    <a:pt x="1450" y="5986"/>
                  </a:cubicBezTo>
                  <a:close/>
                  <a:moveTo>
                    <a:pt x="9641" y="5986"/>
                  </a:moveTo>
                  <a:cubicBezTo>
                    <a:pt x="10051" y="5986"/>
                    <a:pt x="10397" y="6301"/>
                    <a:pt x="10397" y="6742"/>
                  </a:cubicBezTo>
                  <a:cubicBezTo>
                    <a:pt x="10397" y="7184"/>
                    <a:pt x="10051" y="7499"/>
                    <a:pt x="9641" y="7499"/>
                  </a:cubicBezTo>
                  <a:lnTo>
                    <a:pt x="9641" y="5986"/>
                  </a:lnTo>
                  <a:close/>
                  <a:moveTo>
                    <a:pt x="3309" y="5986"/>
                  </a:moveTo>
                  <a:cubicBezTo>
                    <a:pt x="3939" y="5986"/>
                    <a:pt x="4411" y="6490"/>
                    <a:pt x="4411" y="7089"/>
                  </a:cubicBezTo>
                  <a:cubicBezTo>
                    <a:pt x="4411" y="7719"/>
                    <a:pt x="3907" y="8192"/>
                    <a:pt x="3309" y="8192"/>
                  </a:cubicBezTo>
                  <a:cubicBezTo>
                    <a:pt x="2678" y="8192"/>
                    <a:pt x="2206" y="7688"/>
                    <a:pt x="2206" y="7089"/>
                  </a:cubicBezTo>
                  <a:cubicBezTo>
                    <a:pt x="2206" y="6459"/>
                    <a:pt x="2710" y="5986"/>
                    <a:pt x="3309" y="5986"/>
                  </a:cubicBezTo>
                  <a:close/>
                  <a:moveTo>
                    <a:pt x="7782" y="6018"/>
                  </a:moveTo>
                  <a:cubicBezTo>
                    <a:pt x="8412" y="6018"/>
                    <a:pt x="8885" y="6553"/>
                    <a:pt x="8885" y="7121"/>
                  </a:cubicBezTo>
                  <a:cubicBezTo>
                    <a:pt x="8885" y="7719"/>
                    <a:pt x="8381" y="8223"/>
                    <a:pt x="7782" y="8223"/>
                  </a:cubicBezTo>
                  <a:cubicBezTo>
                    <a:pt x="7152" y="8223"/>
                    <a:pt x="6680" y="7719"/>
                    <a:pt x="6680" y="7121"/>
                  </a:cubicBezTo>
                  <a:cubicBezTo>
                    <a:pt x="6680" y="6490"/>
                    <a:pt x="7215" y="6018"/>
                    <a:pt x="7782" y="6018"/>
                  </a:cubicBezTo>
                  <a:close/>
                  <a:moveTo>
                    <a:pt x="5955" y="7436"/>
                  </a:moveTo>
                  <a:cubicBezTo>
                    <a:pt x="6112" y="8318"/>
                    <a:pt x="6900" y="8948"/>
                    <a:pt x="7751" y="8948"/>
                  </a:cubicBezTo>
                  <a:cubicBezTo>
                    <a:pt x="8192" y="8948"/>
                    <a:pt x="8538" y="8790"/>
                    <a:pt x="8853" y="8601"/>
                  </a:cubicBezTo>
                  <a:lnTo>
                    <a:pt x="8853" y="8601"/>
                  </a:lnTo>
                  <a:cubicBezTo>
                    <a:pt x="8885" y="10334"/>
                    <a:pt x="7593" y="11783"/>
                    <a:pt x="5892" y="11941"/>
                  </a:cubicBezTo>
                  <a:lnTo>
                    <a:pt x="5892" y="11594"/>
                  </a:lnTo>
                  <a:cubicBezTo>
                    <a:pt x="5892" y="11374"/>
                    <a:pt x="5734" y="11216"/>
                    <a:pt x="5545" y="11216"/>
                  </a:cubicBezTo>
                  <a:cubicBezTo>
                    <a:pt x="5356" y="11216"/>
                    <a:pt x="5199" y="11374"/>
                    <a:pt x="5199" y="11594"/>
                  </a:cubicBezTo>
                  <a:lnTo>
                    <a:pt x="5199" y="11941"/>
                  </a:lnTo>
                  <a:cubicBezTo>
                    <a:pt x="3498" y="11752"/>
                    <a:pt x="2206" y="10334"/>
                    <a:pt x="2206" y="8601"/>
                  </a:cubicBezTo>
                  <a:lnTo>
                    <a:pt x="2206" y="8601"/>
                  </a:lnTo>
                  <a:cubicBezTo>
                    <a:pt x="2521" y="8822"/>
                    <a:pt x="2899" y="8948"/>
                    <a:pt x="3309" y="8948"/>
                  </a:cubicBezTo>
                  <a:cubicBezTo>
                    <a:pt x="4222" y="8948"/>
                    <a:pt x="4947" y="8318"/>
                    <a:pt x="5136" y="7436"/>
                  </a:cubicBezTo>
                  <a:close/>
                  <a:moveTo>
                    <a:pt x="1072" y="0"/>
                  </a:moveTo>
                  <a:cubicBezTo>
                    <a:pt x="851" y="0"/>
                    <a:pt x="725" y="158"/>
                    <a:pt x="725" y="347"/>
                  </a:cubicBezTo>
                  <a:cubicBezTo>
                    <a:pt x="725" y="1576"/>
                    <a:pt x="1229" y="2678"/>
                    <a:pt x="2080" y="3434"/>
                  </a:cubicBezTo>
                  <a:cubicBezTo>
                    <a:pt x="1733" y="3970"/>
                    <a:pt x="1544" y="4569"/>
                    <a:pt x="1513" y="5230"/>
                  </a:cubicBezTo>
                  <a:cubicBezTo>
                    <a:pt x="662" y="5230"/>
                    <a:pt x="0" y="5923"/>
                    <a:pt x="0" y="6742"/>
                  </a:cubicBezTo>
                  <a:cubicBezTo>
                    <a:pt x="0" y="7562"/>
                    <a:pt x="662" y="8223"/>
                    <a:pt x="1513" y="8223"/>
                  </a:cubicBezTo>
                  <a:lnTo>
                    <a:pt x="1513" y="8601"/>
                  </a:lnTo>
                  <a:cubicBezTo>
                    <a:pt x="1513" y="10870"/>
                    <a:pt x="3340" y="12728"/>
                    <a:pt x="5577" y="12728"/>
                  </a:cubicBezTo>
                  <a:cubicBezTo>
                    <a:pt x="7845" y="12728"/>
                    <a:pt x="9673" y="10870"/>
                    <a:pt x="9673" y="8601"/>
                  </a:cubicBezTo>
                  <a:lnTo>
                    <a:pt x="9673" y="8223"/>
                  </a:lnTo>
                  <a:cubicBezTo>
                    <a:pt x="10523" y="8223"/>
                    <a:pt x="11185" y="7562"/>
                    <a:pt x="11185" y="6742"/>
                  </a:cubicBezTo>
                  <a:cubicBezTo>
                    <a:pt x="11153" y="5923"/>
                    <a:pt x="10460" y="5230"/>
                    <a:pt x="9641" y="5230"/>
                  </a:cubicBezTo>
                  <a:lnTo>
                    <a:pt x="9641" y="4128"/>
                  </a:lnTo>
                  <a:cubicBezTo>
                    <a:pt x="9641" y="1859"/>
                    <a:pt x="7782" y="0"/>
                    <a:pt x="55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3" name="Google Shape;583;p28"/>
          <p:cNvGrpSpPr/>
          <p:nvPr/>
        </p:nvGrpSpPr>
        <p:grpSpPr>
          <a:xfrm>
            <a:off x="7152015" y="3677897"/>
            <a:ext cx="319089" cy="362073"/>
            <a:chOff x="1044400" y="2917425"/>
            <a:chExt cx="248125" cy="281550"/>
          </a:xfrm>
        </p:grpSpPr>
        <p:sp>
          <p:nvSpPr>
            <p:cNvPr id="584" name="Google Shape;584;p28"/>
            <p:cNvSpPr/>
            <p:nvPr/>
          </p:nvSpPr>
          <p:spPr>
            <a:xfrm>
              <a:off x="1136400" y="3123175"/>
              <a:ext cx="64125" cy="26325"/>
            </a:xfrm>
            <a:custGeom>
              <a:rect b="b" l="l" r="r" t="t"/>
              <a:pathLst>
                <a:path extrusionOk="0" h="1053" w="2565">
                  <a:moveTo>
                    <a:pt x="352" y="0"/>
                  </a:moveTo>
                  <a:cubicBezTo>
                    <a:pt x="272" y="0"/>
                    <a:pt x="195" y="35"/>
                    <a:pt x="140" y="105"/>
                  </a:cubicBezTo>
                  <a:cubicBezTo>
                    <a:pt x="0" y="244"/>
                    <a:pt x="0" y="439"/>
                    <a:pt x="140" y="551"/>
                  </a:cubicBezTo>
                  <a:cubicBezTo>
                    <a:pt x="446" y="858"/>
                    <a:pt x="864" y="1053"/>
                    <a:pt x="1283" y="1053"/>
                  </a:cubicBezTo>
                  <a:cubicBezTo>
                    <a:pt x="1729" y="1053"/>
                    <a:pt x="2147" y="858"/>
                    <a:pt x="2425" y="551"/>
                  </a:cubicBezTo>
                  <a:cubicBezTo>
                    <a:pt x="2565" y="412"/>
                    <a:pt x="2565" y="216"/>
                    <a:pt x="2425" y="105"/>
                  </a:cubicBezTo>
                  <a:cubicBezTo>
                    <a:pt x="2356" y="35"/>
                    <a:pt x="2272" y="0"/>
                    <a:pt x="2192" y="0"/>
                  </a:cubicBezTo>
                  <a:cubicBezTo>
                    <a:pt x="2112" y="0"/>
                    <a:pt x="2035" y="35"/>
                    <a:pt x="1979" y="105"/>
                  </a:cubicBezTo>
                  <a:cubicBezTo>
                    <a:pt x="1812" y="272"/>
                    <a:pt x="1533" y="384"/>
                    <a:pt x="1283" y="384"/>
                  </a:cubicBezTo>
                  <a:cubicBezTo>
                    <a:pt x="1004" y="384"/>
                    <a:pt x="753" y="272"/>
                    <a:pt x="586" y="105"/>
                  </a:cubicBezTo>
                  <a:cubicBezTo>
                    <a:pt x="516" y="35"/>
                    <a:pt x="432" y="0"/>
                    <a:pt x="3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28"/>
            <p:cNvSpPr/>
            <p:nvPr/>
          </p:nvSpPr>
          <p:spPr>
            <a:xfrm>
              <a:off x="1127325" y="3050525"/>
              <a:ext cx="16075" cy="16050"/>
            </a:xfrm>
            <a:custGeom>
              <a:rect b="b" l="l" r="r" t="t"/>
              <a:pathLst>
                <a:path extrusionOk="0" h="642" w="643">
                  <a:moveTo>
                    <a:pt x="335" y="0"/>
                  </a:moveTo>
                  <a:cubicBezTo>
                    <a:pt x="140" y="0"/>
                    <a:pt x="1" y="140"/>
                    <a:pt x="1" y="335"/>
                  </a:cubicBezTo>
                  <a:cubicBezTo>
                    <a:pt x="1" y="502"/>
                    <a:pt x="140" y="642"/>
                    <a:pt x="335" y="642"/>
                  </a:cubicBezTo>
                  <a:cubicBezTo>
                    <a:pt x="503" y="642"/>
                    <a:pt x="642" y="502"/>
                    <a:pt x="642" y="335"/>
                  </a:cubicBezTo>
                  <a:cubicBezTo>
                    <a:pt x="642" y="140"/>
                    <a:pt x="503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28"/>
            <p:cNvSpPr/>
            <p:nvPr/>
          </p:nvSpPr>
          <p:spPr>
            <a:xfrm>
              <a:off x="1192850" y="3050525"/>
              <a:ext cx="15350" cy="16050"/>
            </a:xfrm>
            <a:custGeom>
              <a:rect b="b" l="l" r="r" t="t"/>
              <a:pathLst>
                <a:path extrusionOk="0" h="642" w="614">
                  <a:moveTo>
                    <a:pt x="307" y="0"/>
                  </a:moveTo>
                  <a:cubicBezTo>
                    <a:pt x="140" y="0"/>
                    <a:pt x="0" y="140"/>
                    <a:pt x="0" y="335"/>
                  </a:cubicBezTo>
                  <a:cubicBezTo>
                    <a:pt x="0" y="502"/>
                    <a:pt x="140" y="642"/>
                    <a:pt x="307" y="642"/>
                  </a:cubicBezTo>
                  <a:cubicBezTo>
                    <a:pt x="474" y="642"/>
                    <a:pt x="613" y="502"/>
                    <a:pt x="613" y="335"/>
                  </a:cubicBezTo>
                  <a:cubicBezTo>
                    <a:pt x="613" y="140"/>
                    <a:pt x="474" y="0"/>
                    <a:pt x="3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28"/>
            <p:cNvSpPr/>
            <p:nvPr/>
          </p:nvSpPr>
          <p:spPr>
            <a:xfrm>
              <a:off x="1044400" y="2917425"/>
              <a:ext cx="248125" cy="281550"/>
            </a:xfrm>
            <a:custGeom>
              <a:rect b="b" l="l" r="r" t="t"/>
              <a:pathLst>
                <a:path extrusionOk="0" h="11262" w="9925">
                  <a:moveTo>
                    <a:pt x="7332" y="669"/>
                  </a:moveTo>
                  <a:cubicBezTo>
                    <a:pt x="7499" y="669"/>
                    <a:pt x="7639" y="809"/>
                    <a:pt x="7639" y="976"/>
                  </a:cubicBezTo>
                  <a:lnTo>
                    <a:pt x="7639" y="2816"/>
                  </a:lnTo>
                  <a:lnTo>
                    <a:pt x="6886" y="2063"/>
                  </a:lnTo>
                  <a:cubicBezTo>
                    <a:pt x="6823" y="2000"/>
                    <a:pt x="6743" y="1964"/>
                    <a:pt x="6660" y="1964"/>
                  </a:cubicBezTo>
                  <a:cubicBezTo>
                    <a:pt x="6595" y="1964"/>
                    <a:pt x="6529" y="1986"/>
                    <a:pt x="6468" y="2035"/>
                  </a:cubicBezTo>
                  <a:cubicBezTo>
                    <a:pt x="5924" y="2398"/>
                    <a:pt x="5297" y="2579"/>
                    <a:pt x="4670" y="2579"/>
                  </a:cubicBezTo>
                  <a:cubicBezTo>
                    <a:pt x="4043" y="2579"/>
                    <a:pt x="3415" y="2398"/>
                    <a:pt x="2872" y="2035"/>
                  </a:cubicBezTo>
                  <a:cubicBezTo>
                    <a:pt x="2811" y="1986"/>
                    <a:pt x="2744" y="1964"/>
                    <a:pt x="2680" y="1964"/>
                  </a:cubicBezTo>
                  <a:cubicBezTo>
                    <a:pt x="2597" y="1964"/>
                    <a:pt x="2516" y="2000"/>
                    <a:pt x="2454" y="2063"/>
                  </a:cubicBezTo>
                  <a:lnTo>
                    <a:pt x="1701" y="2816"/>
                  </a:lnTo>
                  <a:lnTo>
                    <a:pt x="1701" y="976"/>
                  </a:lnTo>
                  <a:cubicBezTo>
                    <a:pt x="1980" y="809"/>
                    <a:pt x="2147" y="669"/>
                    <a:pt x="2314" y="669"/>
                  </a:cubicBezTo>
                  <a:cubicBezTo>
                    <a:pt x="2482" y="669"/>
                    <a:pt x="2621" y="809"/>
                    <a:pt x="2621" y="976"/>
                  </a:cubicBezTo>
                  <a:cubicBezTo>
                    <a:pt x="2621" y="1143"/>
                    <a:pt x="2760" y="1283"/>
                    <a:pt x="2956" y="1283"/>
                  </a:cubicBezTo>
                  <a:cubicBezTo>
                    <a:pt x="3123" y="1283"/>
                    <a:pt x="3262" y="1143"/>
                    <a:pt x="3262" y="976"/>
                  </a:cubicBezTo>
                  <a:cubicBezTo>
                    <a:pt x="3262" y="809"/>
                    <a:pt x="3402" y="669"/>
                    <a:pt x="3569" y="669"/>
                  </a:cubicBezTo>
                  <a:cubicBezTo>
                    <a:pt x="3736" y="669"/>
                    <a:pt x="3875" y="809"/>
                    <a:pt x="3875" y="976"/>
                  </a:cubicBezTo>
                  <a:cubicBezTo>
                    <a:pt x="3875" y="1143"/>
                    <a:pt x="4015" y="1283"/>
                    <a:pt x="4210" y="1283"/>
                  </a:cubicBezTo>
                  <a:cubicBezTo>
                    <a:pt x="4377" y="1283"/>
                    <a:pt x="4517" y="1143"/>
                    <a:pt x="4517" y="976"/>
                  </a:cubicBezTo>
                  <a:cubicBezTo>
                    <a:pt x="4517" y="809"/>
                    <a:pt x="4656" y="669"/>
                    <a:pt x="4823" y="669"/>
                  </a:cubicBezTo>
                  <a:cubicBezTo>
                    <a:pt x="4990" y="669"/>
                    <a:pt x="5130" y="809"/>
                    <a:pt x="5130" y="976"/>
                  </a:cubicBezTo>
                  <a:cubicBezTo>
                    <a:pt x="5130" y="1143"/>
                    <a:pt x="5269" y="1283"/>
                    <a:pt x="5464" y="1283"/>
                  </a:cubicBezTo>
                  <a:cubicBezTo>
                    <a:pt x="5632" y="1283"/>
                    <a:pt x="5771" y="1143"/>
                    <a:pt x="5771" y="976"/>
                  </a:cubicBezTo>
                  <a:cubicBezTo>
                    <a:pt x="5771" y="809"/>
                    <a:pt x="5910" y="669"/>
                    <a:pt x="6078" y="669"/>
                  </a:cubicBezTo>
                  <a:cubicBezTo>
                    <a:pt x="6245" y="669"/>
                    <a:pt x="6384" y="809"/>
                    <a:pt x="6384" y="976"/>
                  </a:cubicBezTo>
                  <a:cubicBezTo>
                    <a:pt x="6384" y="1143"/>
                    <a:pt x="6524" y="1283"/>
                    <a:pt x="6719" y="1283"/>
                  </a:cubicBezTo>
                  <a:cubicBezTo>
                    <a:pt x="6886" y="1283"/>
                    <a:pt x="7025" y="1143"/>
                    <a:pt x="7025" y="976"/>
                  </a:cubicBezTo>
                  <a:cubicBezTo>
                    <a:pt x="7025" y="809"/>
                    <a:pt x="7165" y="669"/>
                    <a:pt x="7332" y="669"/>
                  </a:cubicBezTo>
                  <a:close/>
                  <a:moveTo>
                    <a:pt x="1311" y="5297"/>
                  </a:moveTo>
                  <a:lnTo>
                    <a:pt x="1311" y="6635"/>
                  </a:lnTo>
                  <a:cubicBezTo>
                    <a:pt x="949" y="6635"/>
                    <a:pt x="642" y="6356"/>
                    <a:pt x="642" y="5966"/>
                  </a:cubicBezTo>
                  <a:cubicBezTo>
                    <a:pt x="642" y="5603"/>
                    <a:pt x="921" y="5297"/>
                    <a:pt x="1311" y="5297"/>
                  </a:cubicBezTo>
                  <a:close/>
                  <a:moveTo>
                    <a:pt x="8586" y="5297"/>
                  </a:moveTo>
                  <a:cubicBezTo>
                    <a:pt x="8949" y="5297"/>
                    <a:pt x="9255" y="5575"/>
                    <a:pt x="9255" y="5966"/>
                  </a:cubicBezTo>
                  <a:cubicBezTo>
                    <a:pt x="9255" y="6356"/>
                    <a:pt x="8949" y="6635"/>
                    <a:pt x="8586" y="6635"/>
                  </a:cubicBezTo>
                  <a:lnTo>
                    <a:pt x="8586" y="5297"/>
                  </a:lnTo>
                  <a:close/>
                  <a:moveTo>
                    <a:pt x="6914" y="2732"/>
                  </a:moveTo>
                  <a:lnTo>
                    <a:pt x="7973" y="3763"/>
                  </a:lnTo>
                  <a:cubicBezTo>
                    <a:pt x="7917" y="4265"/>
                    <a:pt x="7917" y="7248"/>
                    <a:pt x="7917" y="7638"/>
                  </a:cubicBezTo>
                  <a:cubicBezTo>
                    <a:pt x="7917" y="9255"/>
                    <a:pt x="6607" y="10593"/>
                    <a:pt x="4963" y="10593"/>
                  </a:cubicBezTo>
                  <a:cubicBezTo>
                    <a:pt x="3318" y="10593"/>
                    <a:pt x="2008" y="9255"/>
                    <a:pt x="2008" y="7638"/>
                  </a:cubicBezTo>
                  <a:lnTo>
                    <a:pt x="2008" y="3763"/>
                  </a:lnTo>
                  <a:lnTo>
                    <a:pt x="3039" y="2732"/>
                  </a:lnTo>
                  <a:cubicBezTo>
                    <a:pt x="3638" y="3080"/>
                    <a:pt x="4301" y="3255"/>
                    <a:pt x="4966" y="3255"/>
                  </a:cubicBezTo>
                  <a:cubicBezTo>
                    <a:pt x="5632" y="3255"/>
                    <a:pt x="6301" y="3080"/>
                    <a:pt x="6914" y="2732"/>
                  </a:cubicBezTo>
                  <a:close/>
                  <a:moveTo>
                    <a:pt x="2314" y="0"/>
                  </a:moveTo>
                  <a:cubicBezTo>
                    <a:pt x="1757" y="0"/>
                    <a:pt x="1339" y="446"/>
                    <a:pt x="1339" y="976"/>
                  </a:cubicBezTo>
                  <a:lnTo>
                    <a:pt x="1339" y="4628"/>
                  </a:lnTo>
                  <a:cubicBezTo>
                    <a:pt x="614" y="4628"/>
                    <a:pt x="1" y="5241"/>
                    <a:pt x="1" y="5966"/>
                  </a:cubicBezTo>
                  <a:cubicBezTo>
                    <a:pt x="1" y="6690"/>
                    <a:pt x="614" y="7276"/>
                    <a:pt x="1339" y="7276"/>
                  </a:cubicBezTo>
                  <a:lnTo>
                    <a:pt x="1339" y="7638"/>
                  </a:lnTo>
                  <a:cubicBezTo>
                    <a:pt x="1339" y="9617"/>
                    <a:pt x="2983" y="11262"/>
                    <a:pt x="4963" y="11262"/>
                  </a:cubicBezTo>
                  <a:cubicBezTo>
                    <a:pt x="6942" y="11262"/>
                    <a:pt x="8586" y="9617"/>
                    <a:pt x="8586" y="7638"/>
                  </a:cubicBezTo>
                  <a:lnTo>
                    <a:pt x="8586" y="7276"/>
                  </a:lnTo>
                  <a:cubicBezTo>
                    <a:pt x="9311" y="7276"/>
                    <a:pt x="9896" y="6690"/>
                    <a:pt x="9896" y="5966"/>
                  </a:cubicBezTo>
                  <a:cubicBezTo>
                    <a:pt x="9924" y="5241"/>
                    <a:pt x="9311" y="4628"/>
                    <a:pt x="8586" y="4628"/>
                  </a:cubicBezTo>
                  <a:lnTo>
                    <a:pt x="8586" y="976"/>
                  </a:lnTo>
                  <a:cubicBezTo>
                    <a:pt x="8586" y="418"/>
                    <a:pt x="8140" y="0"/>
                    <a:pt x="7611" y="0"/>
                  </a:cubicBezTo>
                  <a:cubicBezTo>
                    <a:pt x="7360" y="0"/>
                    <a:pt x="7137" y="112"/>
                    <a:pt x="6942" y="251"/>
                  </a:cubicBezTo>
                  <a:cubicBezTo>
                    <a:pt x="6774" y="56"/>
                    <a:pt x="6524" y="0"/>
                    <a:pt x="6301" y="0"/>
                  </a:cubicBezTo>
                  <a:cubicBezTo>
                    <a:pt x="6050" y="0"/>
                    <a:pt x="5799" y="112"/>
                    <a:pt x="5632" y="251"/>
                  </a:cubicBezTo>
                  <a:cubicBezTo>
                    <a:pt x="5436" y="56"/>
                    <a:pt x="5213" y="0"/>
                    <a:pt x="4963" y="0"/>
                  </a:cubicBezTo>
                  <a:cubicBezTo>
                    <a:pt x="4712" y="0"/>
                    <a:pt x="4461" y="112"/>
                    <a:pt x="4294" y="251"/>
                  </a:cubicBezTo>
                  <a:cubicBezTo>
                    <a:pt x="4126" y="56"/>
                    <a:pt x="3875" y="0"/>
                    <a:pt x="3625" y="0"/>
                  </a:cubicBezTo>
                  <a:cubicBezTo>
                    <a:pt x="3402" y="0"/>
                    <a:pt x="3151" y="112"/>
                    <a:pt x="2983" y="251"/>
                  </a:cubicBezTo>
                  <a:cubicBezTo>
                    <a:pt x="2788" y="56"/>
                    <a:pt x="2565" y="0"/>
                    <a:pt x="2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8"/>
            <p:cNvSpPr/>
            <p:nvPr/>
          </p:nvSpPr>
          <p:spPr>
            <a:xfrm>
              <a:off x="1086125" y="2932961"/>
              <a:ext cx="11427" cy="58241"/>
            </a:xfrm>
            <a:custGeom>
              <a:rect b="b" l="l" r="r" t="t"/>
              <a:pathLst>
                <a:path extrusionOk="0" h="2548" w="500">
                  <a:moveTo>
                    <a:pt x="500" y="2238"/>
                  </a:moveTo>
                  <a:lnTo>
                    <a:pt x="500" y="0"/>
                  </a:lnTo>
                  <a:lnTo>
                    <a:pt x="72" y="214"/>
                  </a:lnTo>
                  <a:lnTo>
                    <a:pt x="0" y="1547"/>
                  </a:lnTo>
                  <a:lnTo>
                    <a:pt x="0" y="254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589" name="Google Shape;589;p28"/>
            <p:cNvSpPr/>
            <p:nvPr/>
          </p:nvSpPr>
          <p:spPr>
            <a:xfrm>
              <a:off x="1090922" y="2925900"/>
              <a:ext cx="29209" cy="38629"/>
            </a:xfrm>
            <a:custGeom>
              <a:rect b="b" l="l" r="r" t="t"/>
              <a:pathLst>
                <a:path extrusionOk="0" h="1690" w="1278">
                  <a:moveTo>
                    <a:pt x="288" y="737"/>
                  </a:moveTo>
                  <a:cubicBezTo>
                    <a:pt x="296" y="689"/>
                    <a:pt x="288" y="519"/>
                    <a:pt x="336" y="451"/>
                  </a:cubicBezTo>
                  <a:cubicBezTo>
                    <a:pt x="384" y="384"/>
                    <a:pt x="471" y="340"/>
                    <a:pt x="574" y="332"/>
                  </a:cubicBezTo>
                  <a:cubicBezTo>
                    <a:pt x="677" y="324"/>
                    <a:pt x="840" y="412"/>
                    <a:pt x="955" y="404"/>
                  </a:cubicBezTo>
                  <a:cubicBezTo>
                    <a:pt x="1070" y="396"/>
                    <a:pt x="1320" y="349"/>
                    <a:pt x="1264" y="285"/>
                  </a:cubicBezTo>
                  <a:cubicBezTo>
                    <a:pt x="1208" y="222"/>
                    <a:pt x="816" y="51"/>
                    <a:pt x="621" y="23"/>
                  </a:cubicBezTo>
                  <a:cubicBezTo>
                    <a:pt x="427" y="-5"/>
                    <a:pt x="200" y="-13"/>
                    <a:pt x="97" y="118"/>
                  </a:cubicBezTo>
                  <a:cubicBezTo>
                    <a:pt x="-6" y="249"/>
                    <a:pt x="2" y="547"/>
                    <a:pt x="2" y="809"/>
                  </a:cubicBezTo>
                  <a:cubicBezTo>
                    <a:pt x="2" y="1071"/>
                    <a:pt x="81" y="1543"/>
                    <a:pt x="97" y="169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590" name="Google Shape;590;p28"/>
            <p:cNvSpPr/>
            <p:nvPr/>
          </p:nvSpPr>
          <p:spPr>
            <a:xfrm>
              <a:off x="1222775" y="2966925"/>
              <a:ext cx="28574" cy="36325"/>
            </a:xfrm>
            <a:custGeom>
              <a:rect b="b" l="l" r="r" t="t"/>
              <a:pathLst>
                <a:path extrusionOk="0" h="1453" w="1048">
                  <a:moveTo>
                    <a:pt x="0" y="0"/>
                  </a:moveTo>
                  <a:lnTo>
                    <a:pt x="1048" y="1072"/>
                  </a:lnTo>
                  <a:lnTo>
                    <a:pt x="905" y="1453"/>
                  </a:lnTo>
                  <a:lnTo>
                    <a:pt x="0" y="6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591" name="Google Shape;591;p28"/>
            <p:cNvSpPr/>
            <p:nvPr/>
          </p:nvSpPr>
          <p:spPr>
            <a:xfrm>
              <a:off x="1205975" y="2965750"/>
              <a:ext cx="21000" cy="1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28"/>
            <p:cNvSpPr/>
            <p:nvPr/>
          </p:nvSpPr>
          <p:spPr>
            <a:xfrm>
              <a:off x="1082225" y="2937250"/>
              <a:ext cx="11400" cy="2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9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Doodle Banner Infographics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598" name="Google Shape;598;p29"/>
          <p:cNvGrpSpPr/>
          <p:nvPr/>
        </p:nvGrpSpPr>
        <p:grpSpPr>
          <a:xfrm>
            <a:off x="1087238" y="1399575"/>
            <a:ext cx="6969601" cy="2826253"/>
            <a:chOff x="1087238" y="1399575"/>
            <a:chExt cx="6969601" cy="2826253"/>
          </a:xfrm>
        </p:grpSpPr>
        <p:grpSp>
          <p:nvGrpSpPr>
            <p:cNvPr id="599" name="Google Shape;599;p29"/>
            <p:cNvGrpSpPr/>
            <p:nvPr/>
          </p:nvGrpSpPr>
          <p:grpSpPr>
            <a:xfrm>
              <a:off x="1087238" y="1452358"/>
              <a:ext cx="1496586" cy="2753375"/>
              <a:chOff x="1087238" y="1452358"/>
              <a:chExt cx="1496586" cy="2753375"/>
            </a:xfrm>
          </p:grpSpPr>
          <p:grpSp>
            <p:nvGrpSpPr>
              <p:cNvPr id="600" name="Google Shape;600;p29"/>
              <p:cNvGrpSpPr/>
              <p:nvPr/>
            </p:nvGrpSpPr>
            <p:grpSpPr>
              <a:xfrm>
                <a:off x="1087238" y="2783877"/>
                <a:ext cx="1496586" cy="1421856"/>
                <a:chOff x="1087238" y="2783877"/>
                <a:chExt cx="1496586" cy="1421856"/>
              </a:xfrm>
            </p:grpSpPr>
            <p:sp>
              <p:nvSpPr>
                <p:cNvPr id="601" name="Google Shape;601;p29"/>
                <p:cNvSpPr/>
                <p:nvPr/>
              </p:nvSpPr>
              <p:spPr>
                <a:xfrm>
                  <a:off x="1125935" y="2807870"/>
                  <a:ext cx="1430376" cy="308489"/>
                </a:xfrm>
                <a:custGeom>
                  <a:rect b="b" l="l" r="r" t="t"/>
                  <a:pathLst>
                    <a:path extrusionOk="0" h="12021" w="55738">
                      <a:moveTo>
                        <a:pt x="32616" y="0"/>
                      </a:moveTo>
                      <a:cubicBezTo>
                        <a:pt x="32585" y="136"/>
                        <a:pt x="32526" y="271"/>
                        <a:pt x="32408" y="271"/>
                      </a:cubicBezTo>
                      <a:cubicBezTo>
                        <a:pt x="32392" y="271"/>
                        <a:pt x="32373" y="268"/>
                        <a:pt x="32354" y="262"/>
                      </a:cubicBezTo>
                      <a:cubicBezTo>
                        <a:pt x="32175" y="203"/>
                        <a:pt x="31997" y="197"/>
                        <a:pt x="31817" y="197"/>
                      </a:cubicBezTo>
                      <a:cubicBezTo>
                        <a:pt x="31772" y="197"/>
                        <a:pt x="31727" y="197"/>
                        <a:pt x="31681" y="197"/>
                      </a:cubicBezTo>
                      <a:cubicBezTo>
                        <a:pt x="31546" y="197"/>
                        <a:pt x="31409" y="194"/>
                        <a:pt x="31271" y="167"/>
                      </a:cubicBezTo>
                      <a:cubicBezTo>
                        <a:pt x="31185" y="146"/>
                        <a:pt x="31090" y="103"/>
                        <a:pt x="30985" y="103"/>
                      </a:cubicBezTo>
                      <a:cubicBezTo>
                        <a:pt x="30915" y="103"/>
                        <a:pt x="30839" y="122"/>
                        <a:pt x="30759" y="179"/>
                      </a:cubicBezTo>
                      <a:cubicBezTo>
                        <a:pt x="30719" y="208"/>
                        <a:pt x="30646" y="216"/>
                        <a:pt x="30558" y="216"/>
                      </a:cubicBezTo>
                      <a:cubicBezTo>
                        <a:pt x="30473" y="216"/>
                        <a:pt x="30374" y="209"/>
                        <a:pt x="30280" y="209"/>
                      </a:cubicBezTo>
                      <a:cubicBezTo>
                        <a:pt x="30235" y="209"/>
                        <a:pt x="30192" y="210"/>
                        <a:pt x="30151" y="215"/>
                      </a:cubicBezTo>
                      <a:cubicBezTo>
                        <a:pt x="30138" y="216"/>
                        <a:pt x="30125" y="217"/>
                        <a:pt x="30112" y="217"/>
                      </a:cubicBezTo>
                      <a:cubicBezTo>
                        <a:pt x="29962" y="217"/>
                        <a:pt x="29779" y="125"/>
                        <a:pt x="29650" y="125"/>
                      </a:cubicBezTo>
                      <a:cubicBezTo>
                        <a:pt x="29619" y="125"/>
                        <a:pt x="29591" y="130"/>
                        <a:pt x="29568" y="143"/>
                      </a:cubicBezTo>
                      <a:cubicBezTo>
                        <a:pt x="29327" y="282"/>
                        <a:pt x="29077" y="321"/>
                        <a:pt x="28831" y="321"/>
                      </a:cubicBezTo>
                      <a:cubicBezTo>
                        <a:pt x="28613" y="321"/>
                        <a:pt x="28400" y="291"/>
                        <a:pt x="28199" y="274"/>
                      </a:cubicBezTo>
                      <a:cubicBezTo>
                        <a:pt x="28065" y="261"/>
                        <a:pt x="27931" y="256"/>
                        <a:pt x="27798" y="256"/>
                      </a:cubicBezTo>
                      <a:cubicBezTo>
                        <a:pt x="27357" y="256"/>
                        <a:pt x="26918" y="311"/>
                        <a:pt x="26484" y="311"/>
                      </a:cubicBezTo>
                      <a:cubicBezTo>
                        <a:pt x="26453" y="311"/>
                        <a:pt x="26421" y="311"/>
                        <a:pt x="26389" y="310"/>
                      </a:cubicBezTo>
                      <a:cubicBezTo>
                        <a:pt x="26030" y="294"/>
                        <a:pt x="24254" y="286"/>
                        <a:pt x="22298" y="286"/>
                      </a:cubicBezTo>
                      <a:cubicBezTo>
                        <a:pt x="19772" y="286"/>
                        <a:pt x="16946" y="300"/>
                        <a:pt x="16483" y="334"/>
                      </a:cubicBezTo>
                      <a:cubicBezTo>
                        <a:pt x="16019" y="369"/>
                        <a:pt x="11089" y="369"/>
                        <a:pt x="10637" y="417"/>
                      </a:cubicBezTo>
                      <a:cubicBezTo>
                        <a:pt x="9958" y="488"/>
                        <a:pt x="9280" y="584"/>
                        <a:pt x="8589" y="631"/>
                      </a:cubicBezTo>
                      <a:cubicBezTo>
                        <a:pt x="8550" y="633"/>
                        <a:pt x="8510" y="634"/>
                        <a:pt x="8470" y="634"/>
                      </a:cubicBezTo>
                      <a:cubicBezTo>
                        <a:pt x="8210" y="634"/>
                        <a:pt x="7941" y="596"/>
                        <a:pt x="7687" y="596"/>
                      </a:cubicBezTo>
                      <a:cubicBezTo>
                        <a:pt x="7532" y="596"/>
                        <a:pt x="7383" y="610"/>
                        <a:pt x="7244" y="655"/>
                      </a:cubicBezTo>
                      <a:cubicBezTo>
                        <a:pt x="6613" y="858"/>
                        <a:pt x="5946" y="917"/>
                        <a:pt x="5315" y="1072"/>
                      </a:cubicBezTo>
                      <a:cubicBezTo>
                        <a:pt x="4803" y="1203"/>
                        <a:pt x="4243" y="1215"/>
                        <a:pt x="3719" y="1381"/>
                      </a:cubicBezTo>
                      <a:cubicBezTo>
                        <a:pt x="3196" y="1536"/>
                        <a:pt x="2696" y="1774"/>
                        <a:pt x="2219" y="2024"/>
                      </a:cubicBezTo>
                      <a:cubicBezTo>
                        <a:pt x="1457" y="2417"/>
                        <a:pt x="957" y="3096"/>
                        <a:pt x="636" y="3906"/>
                      </a:cubicBezTo>
                      <a:cubicBezTo>
                        <a:pt x="529" y="4168"/>
                        <a:pt x="588" y="4453"/>
                        <a:pt x="386" y="4727"/>
                      </a:cubicBezTo>
                      <a:cubicBezTo>
                        <a:pt x="219" y="4953"/>
                        <a:pt x="433" y="5394"/>
                        <a:pt x="124" y="5656"/>
                      </a:cubicBezTo>
                      <a:cubicBezTo>
                        <a:pt x="100" y="5680"/>
                        <a:pt x="112" y="5763"/>
                        <a:pt x="136" y="5811"/>
                      </a:cubicBezTo>
                      <a:cubicBezTo>
                        <a:pt x="207" y="6096"/>
                        <a:pt x="243" y="6406"/>
                        <a:pt x="231" y="6704"/>
                      </a:cubicBezTo>
                      <a:cubicBezTo>
                        <a:pt x="183" y="7489"/>
                        <a:pt x="207" y="8263"/>
                        <a:pt x="100" y="9049"/>
                      </a:cubicBezTo>
                      <a:cubicBezTo>
                        <a:pt x="5" y="9811"/>
                        <a:pt x="207" y="10585"/>
                        <a:pt x="64" y="11359"/>
                      </a:cubicBezTo>
                      <a:cubicBezTo>
                        <a:pt x="1" y="11731"/>
                        <a:pt x="214" y="12020"/>
                        <a:pt x="499" y="12020"/>
                      </a:cubicBezTo>
                      <a:cubicBezTo>
                        <a:pt x="587" y="12020"/>
                        <a:pt x="683" y="11992"/>
                        <a:pt x="779" y="11930"/>
                      </a:cubicBezTo>
                      <a:cubicBezTo>
                        <a:pt x="1033" y="11763"/>
                        <a:pt x="1298" y="11738"/>
                        <a:pt x="1566" y="11738"/>
                      </a:cubicBezTo>
                      <a:cubicBezTo>
                        <a:pt x="1678" y="11738"/>
                        <a:pt x="1791" y="11743"/>
                        <a:pt x="1904" y="11743"/>
                      </a:cubicBezTo>
                      <a:cubicBezTo>
                        <a:pt x="2077" y="11743"/>
                        <a:pt x="2251" y="11732"/>
                        <a:pt x="2422" y="11680"/>
                      </a:cubicBezTo>
                      <a:cubicBezTo>
                        <a:pt x="2922" y="11526"/>
                        <a:pt x="3565" y="11621"/>
                        <a:pt x="4124" y="11561"/>
                      </a:cubicBezTo>
                      <a:cubicBezTo>
                        <a:pt x="4874" y="11478"/>
                        <a:pt x="5636" y="11537"/>
                        <a:pt x="6375" y="11347"/>
                      </a:cubicBezTo>
                      <a:cubicBezTo>
                        <a:pt x="6450" y="11330"/>
                        <a:pt x="6580" y="11313"/>
                        <a:pt x="6683" y="11313"/>
                      </a:cubicBezTo>
                      <a:cubicBezTo>
                        <a:pt x="6725" y="11313"/>
                        <a:pt x="6763" y="11316"/>
                        <a:pt x="6791" y="11323"/>
                      </a:cubicBezTo>
                      <a:cubicBezTo>
                        <a:pt x="6925" y="11359"/>
                        <a:pt x="7059" y="11372"/>
                        <a:pt x="7192" y="11372"/>
                      </a:cubicBezTo>
                      <a:cubicBezTo>
                        <a:pt x="7548" y="11372"/>
                        <a:pt x="7902" y="11279"/>
                        <a:pt x="8259" y="11279"/>
                      </a:cubicBezTo>
                      <a:cubicBezTo>
                        <a:pt x="8349" y="11279"/>
                        <a:pt x="8439" y="11285"/>
                        <a:pt x="8530" y="11299"/>
                      </a:cubicBezTo>
                      <a:cubicBezTo>
                        <a:pt x="8598" y="11310"/>
                        <a:pt x="8667" y="11314"/>
                        <a:pt x="8737" y="11314"/>
                      </a:cubicBezTo>
                      <a:cubicBezTo>
                        <a:pt x="8989" y="11314"/>
                        <a:pt x="9249" y="11261"/>
                        <a:pt x="9500" y="11261"/>
                      </a:cubicBezTo>
                      <a:cubicBezTo>
                        <a:pt x="9571" y="11261"/>
                        <a:pt x="9640" y="11265"/>
                        <a:pt x="9708" y="11276"/>
                      </a:cubicBezTo>
                      <a:cubicBezTo>
                        <a:pt x="9970" y="11312"/>
                        <a:pt x="10872" y="11319"/>
                        <a:pt x="11928" y="11319"/>
                      </a:cubicBezTo>
                      <a:cubicBezTo>
                        <a:pt x="12605" y="11319"/>
                        <a:pt x="13345" y="11316"/>
                        <a:pt x="14021" y="11316"/>
                      </a:cubicBezTo>
                      <a:cubicBezTo>
                        <a:pt x="15077" y="11316"/>
                        <a:pt x="15976" y="11323"/>
                        <a:pt x="16233" y="11359"/>
                      </a:cubicBezTo>
                      <a:cubicBezTo>
                        <a:pt x="16396" y="11381"/>
                        <a:pt x="17282" y="11387"/>
                        <a:pt x="18441" y="11387"/>
                      </a:cubicBezTo>
                      <a:cubicBezTo>
                        <a:pt x="19850" y="11387"/>
                        <a:pt x="21662" y="11378"/>
                        <a:pt x="23069" y="11378"/>
                      </a:cubicBezTo>
                      <a:cubicBezTo>
                        <a:pt x="24227" y="11378"/>
                        <a:pt x="25111" y="11384"/>
                        <a:pt x="25270" y="11406"/>
                      </a:cubicBezTo>
                      <a:cubicBezTo>
                        <a:pt x="25969" y="11490"/>
                        <a:pt x="26687" y="11528"/>
                        <a:pt x="27391" y="11528"/>
                      </a:cubicBezTo>
                      <a:cubicBezTo>
                        <a:pt x="27490" y="11528"/>
                        <a:pt x="27589" y="11527"/>
                        <a:pt x="27687" y="11526"/>
                      </a:cubicBezTo>
                      <a:cubicBezTo>
                        <a:pt x="27893" y="11521"/>
                        <a:pt x="28098" y="11520"/>
                        <a:pt x="28304" y="11520"/>
                      </a:cubicBezTo>
                      <a:cubicBezTo>
                        <a:pt x="28814" y="11520"/>
                        <a:pt x="29324" y="11529"/>
                        <a:pt x="29834" y="11529"/>
                      </a:cubicBezTo>
                      <a:cubicBezTo>
                        <a:pt x="30238" y="11529"/>
                        <a:pt x="30641" y="11523"/>
                        <a:pt x="31044" y="11502"/>
                      </a:cubicBezTo>
                      <a:cubicBezTo>
                        <a:pt x="31445" y="11472"/>
                        <a:pt x="31849" y="11467"/>
                        <a:pt x="32255" y="11467"/>
                      </a:cubicBezTo>
                      <a:cubicBezTo>
                        <a:pt x="32462" y="11467"/>
                        <a:pt x="32671" y="11468"/>
                        <a:pt x="32878" y="11468"/>
                      </a:cubicBezTo>
                      <a:cubicBezTo>
                        <a:pt x="33241" y="11468"/>
                        <a:pt x="33603" y="11464"/>
                        <a:pt x="33961" y="11442"/>
                      </a:cubicBezTo>
                      <a:cubicBezTo>
                        <a:pt x="34102" y="11435"/>
                        <a:pt x="34719" y="11432"/>
                        <a:pt x="35621" y="11432"/>
                      </a:cubicBezTo>
                      <a:cubicBezTo>
                        <a:pt x="39231" y="11432"/>
                        <a:pt x="47413" y="11478"/>
                        <a:pt x="47975" y="11478"/>
                      </a:cubicBezTo>
                      <a:cubicBezTo>
                        <a:pt x="48324" y="11478"/>
                        <a:pt x="48684" y="11483"/>
                        <a:pt x="49037" y="11483"/>
                      </a:cubicBezTo>
                      <a:cubicBezTo>
                        <a:pt x="49213" y="11483"/>
                        <a:pt x="49388" y="11482"/>
                        <a:pt x="49559" y="11478"/>
                      </a:cubicBezTo>
                      <a:cubicBezTo>
                        <a:pt x="49606" y="11477"/>
                        <a:pt x="49653" y="11477"/>
                        <a:pt x="49700" y="11477"/>
                      </a:cubicBezTo>
                      <a:cubicBezTo>
                        <a:pt x="50096" y="11477"/>
                        <a:pt x="50491" y="11506"/>
                        <a:pt x="50883" y="11506"/>
                      </a:cubicBezTo>
                      <a:cubicBezTo>
                        <a:pt x="51034" y="11506"/>
                        <a:pt x="51183" y="11502"/>
                        <a:pt x="51333" y="11490"/>
                      </a:cubicBezTo>
                      <a:cubicBezTo>
                        <a:pt x="51486" y="11480"/>
                        <a:pt x="51655" y="11448"/>
                        <a:pt x="51820" y="11448"/>
                      </a:cubicBezTo>
                      <a:cubicBezTo>
                        <a:pt x="51860" y="11448"/>
                        <a:pt x="51900" y="11449"/>
                        <a:pt x="51940" y="11454"/>
                      </a:cubicBezTo>
                      <a:cubicBezTo>
                        <a:pt x="52511" y="11490"/>
                        <a:pt x="53071" y="11502"/>
                        <a:pt x="53642" y="11526"/>
                      </a:cubicBezTo>
                      <a:cubicBezTo>
                        <a:pt x="54095" y="11549"/>
                        <a:pt x="54547" y="11537"/>
                        <a:pt x="55000" y="11621"/>
                      </a:cubicBezTo>
                      <a:cubicBezTo>
                        <a:pt x="55073" y="11636"/>
                        <a:pt x="55162" y="11650"/>
                        <a:pt x="55250" y="11650"/>
                      </a:cubicBezTo>
                      <a:cubicBezTo>
                        <a:pt x="55433" y="11650"/>
                        <a:pt x="55607" y="11589"/>
                        <a:pt x="55607" y="11347"/>
                      </a:cubicBezTo>
                      <a:cubicBezTo>
                        <a:pt x="55607" y="11037"/>
                        <a:pt x="55678" y="10740"/>
                        <a:pt x="55655" y="10430"/>
                      </a:cubicBezTo>
                      <a:cubicBezTo>
                        <a:pt x="55631" y="9954"/>
                        <a:pt x="55547" y="9454"/>
                        <a:pt x="55631" y="9001"/>
                      </a:cubicBezTo>
                      <a:cubicBezTo>
                        <a:pt x="55738" y="8406"/>
                        <a:pt x="55643" y="7823"/>
                        <a:pt x="55666" y="7227"/>
                      </a:cubicBezTo>
                      <a:cubicBezTo>
                        <a:pt x="55702" y="6692"/>
                        <a:pt x="55464" y="6156"/>
                        <a:pt x="55559" y="5608"/>
                      </a:cubicBezTo>
                      <a:cubicBezTo>
                        <a:pt x="55559" y="5549"/>
                        <a:pt x="55559" y="5489"/>
                        <a:pt x="55464" y="5477"/>
                      </a:cubicBezTo>
                      <a:cubicBezTo>
                        <a:pt x="55309" y="5453"/>
                        <a:pt x="55345" y="5346"/>
                        <a:pt x="55369" y="5227"/>
                      </a:cubicBezTo>
                      <a:cubicBezTo>
                        <a:pt x="55393" y="5132"/>
                        <a:pt x="55488" y="5037"/>
                        <a:pt x="55428" y="4930"/>
                      </a:cubicBezTo>
                      <a:cubicBezTo>
                        <a:pt x="55190" y="4513"/>
                        <a:pt x="55143" y="4013"/>
                        <a:pt x="54797" y="3632"/>
                      </a:cubicBezTo>
                      <a:cubicBezTo>
                        <a:pt x="54559" y="3382"/>
                        <a:pt x="54321" y="3155"/>
                        <a:pt x="54047" y="2953"/>
                      </a:cubicBezTo>
                      <a:cubicBezTo>
                        <a:pt x="53690" y="2703"/>
                        <a:pt x="53392" y="2382"/>
                        <a:pt x="53047" y="2120"/>
                      </a:cubicBezTo>
                      <a:cubicBezTo>
                        <a:pt x="52714" y="1870"/>
                        <a:pt x="52392" y="1584"/>
                        <a:pt x="51940" y="1548"/>
                      </a:cubicBezTo>
                      <a:cubicBezTo>
                        <a:pt x="51868" y="1536"/>
                        <a:pt x="51904" y="1465"/>
                        <a:pt x="51880" y="1429"/>
                      </a:cubicBezTo>
                      <a:cubicBezTo>
                        <a:pt x="51838" y="1344"/>
                        <a:pt x="51801" y="1241"/>
                        <a:pt x="51723" y="1241"/>
                      </a:cubicBezTo>
                      <a:cubicBezTo>
                        <a:pt x="51692" y="1241"/>
                        <a:pt x="51654" y="1257"/>
                        <a:pt x="51606" y="1298"/>
                      </a:cubicBezTo>
                      <a:cubicBezTo>
                        <a:pt x="51559" y="1342"/>
                        <a:pt x="51520" y="1359"/>
                        <a:pt x="51488" y="1359"/>
                      </a:cubicBezTo>
                      <a:cubicBezTo>
                        <a:pt x="51415" y="1359"/>
                        <a:pt x="51374" y="1273"/>
                        <a:pt x="51333" y="1215"/>
                      </a:cubicBezTo>
                      <a:cubicBezTo>
                        <a:pt x="51273" y="1131"/>
                        <a:pt x="51249" y="1012"/>
                        <a:pt x="51106" y="977"/>
                      </a:cubicBezTo>
                      <a:lnTo>
                        <a:pt x="51106" y="977"/>
                      </a:lnTo>
                      <a:cubicBezTo>
                        <a:pt x="51130" y="1155"/>
                        <a:pt x="51071" y="1215"/>
                        <a:pt x="50868" y="1215"/>
                      </a:cubicBezTo>
                      <a:cubicBezTo>
                        <a:pt x="50689" y="1204"/>
                        <a:pt x="50605" y="1034"/>
                        <a:pt x="50486" y="1034"/>
                      </a:cubicBezTo>
                      <a:cubicBezTo>
                        <a:pt x="50479" y="1034"/>
                        <a:pt x="50471" y="1035"/>
                        <a:pt x="50463" y="1036"/>
                      </a:cubicBezTo>
                      <a:cubicBezTo>
                        <a:pt x="50403" y="1047"/>
                        <a:pt x="50345" y="1052"/>
                        <a:pt x="50288" y="1052"/>
                      </a:cubicBezTo>
                      <a:cubicBezTo>
                        <a:pt x="50097" y="1052"/>
                        <a:pt x="49918" y="999"/>
                        <a:pt x="49725" y="953"/>
                      </a:cubicBezTo>
                      <a:cubicBezTo>
                        <a:pt x="49284" y="851"/>
                        <a:pt x="48864" y="642"/>
                        <a:pt x="48394" y="642"/>
                      </a:cubicBezTo>
                      <a:cubicBezTo>
                        <a:pt x="48370" y="642"/>
                        <a:pt x="48345" y="642"/>
                        <a:pt x="48320" y="643"/>
                      </a:cubicBezTo>
                      <a:cubicBezTo>
                        <a:pt x="48307" y="644"/>
                        <a:pt x="48294" y="644"/>
                        <a:pt x="48280" y="644"/>
                      </a:cubicBezTo>
                      <a:cubicBezTo>
                        <a:pt x="47961" y="644"/>
                        <a:pt x="47653" y="512"/>
                        <a:pt x="47344" y="512"/>
                      </a:cubicBezTo>
                      <a:cubicBezTo>
                        <a:pt x="46951" y="500"/>
                        <a:pt x="34652" y="441"/>
                        <a:pt x="34259" y="417"/>
                      </a:cubicBezTo>
                      <a:cubicBezTo>
                        <a:pt x="34033" y="393"/>
                        <a:pt x="33818" y="358"/>
                        <a:pt x="33592" y="322"/>
                      </a:cubicBezTo>
                      <a:cubicBezTo>
                        <a:pt x="33411" y="303"/>
                        <a:pt x="33183" y="161"/>
                        <a:pt x="33045" y="161"/>
                      </a:cubicBezTo>
                      <a:cubicBezTo>
                        <a:pt x="33011" y="161"/>
                        <a:pt x="32982" y="170"/>
                        <a:pt x="32961" y="191"/>
                      </a:cubicBezTo>
                      <a:cubicBezTo>
                        <a:pt x="32864" y="294"/>
                        <a:pt x="32807" y="333"/>
                        <a:pt x="32771" y="333"/>
                      </a:cubicBezTo>
                      <a:cubicBezTo>
                        <a:pt x="32678" y="333"/>
                        <a:pt x="32727" y="77"/>
                        <a:pt x="32616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" sz="1800">
                      <a:solidFill>
                        <a:srgbClr val="FFFFFF"/>
                      </a:solidFill>
                      <a:latin typeface="Fira Sans Extra Condensed Medium"/>
                      <a:ea typeface="Fira Sans Extra Condensed Medium"/>
                      <a:cs typeface="Fira Sans Extra Condensed Medium"/>
                      <a:sym typeface="Fira Sans Extra Condensed Medium"/>
                    </a:rPr>
                    <a:t>Mercury</a:t>
                  </a:r>
                  <a:endParaRPr sz="1800">
                    <a:solidFill>
                      <a:srgbClr val="FFFFFF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endParaRPr>
                </a:p>
              </p:txBody>
            </p:sp>
            <p:sp>
              <p:nvSpPr>
                <p:cNvPr id="602" name="Google Shape;602;p29"/>
                <p:cNvSpPr/>
                <p:nvPr/>
              </p:nvSpPr>
              <p:spPr>
                <a:xfrm>
                  <a:off x="1087238" y="2783877"/>
                  <a:ext cx="1496586" cy="1421856"/>
                </a:xfrm>
                <a:custGeom>
                  <a:rect b="b" l="l" r="r" t="t"/>
                  <a:pathLst>
                    <a:path extrusionOk="0" h="55406" w="58318">
                      <a:moveTo>
                        <a:pt x="34124" y="935"/>
                      </a:moveTo>
                      <a:cubicBezTo>
                        <a:pt x="34235" y="1012"/>
                        <a:pt x="34186" y="1268"/>
                        <a:pt x="34279" y="1268"/>
                      </a:cubicBezTo>
                      <a:cubicBezTo>
                        <a:pt x="34315" y="1268"/>
                        <a:pt x="34372" y="1229"/>
                        <a:pt x="34469" y="1126"/>
                      </a:cubicBezTo>
                      <a:cubicBezTo>
                        <a:pt x="34490" y="1105"/>
                        <a:pt x="34519" y="1096"/>
                        <a:pt x="34553" y="1096"/>
                      </a:cubicBezTo>
                      <a:cubicBezTo>
                        <a:pt x="34691" y="1096"/>
                        <a:pt x="34919" y="1238"/>
                        <a:pt x="35100" y="1257"/>
                      </a:cubicBezTo>
                      <a:cubicBezTo>
                        <a:pt x="35326" y="1293"/>
                        <a:pt x="35541" y="1328"/>
                        <a:pt x="35767" y="1352"/>
                      </a:cubicBezTo>
                      <a:cubicBezTo>
                        <a:pt x="36160" y="1376"/>
                        <a:pt x="48459" y="1435"/>
                        <a:pt x="48852" y="1447"/>
                      </a:cubicBezTo>
                      <a:cubicBezTo>
                        <a:pt x="49161" y="1447"/>
                        <a:pt x="49469" y="1579"/>
                        <a:pt x="49788" y="1579"/>
                      </a:cubicBezTo>
                      <a:cubicBezTo>
                        <a:pt x="49802" y="1579"/>
                        <a:pt x="49815" y="1579"/>
                        <a:pt x="49828" y="1578"/>
                      </a:cubicBezTo>
                      <a:cubicBezTo>
                        <a:pt x="49853" y="1577"/>
                        <a:pt x="49878" y="1577"/>
                        <a:pt x="49902" y="1577"/>
                      </a:cubicBezTo>
                      <a:cubicBezTo>
                        <a:pt x="50372" y="1577"/>
                        <a:pt x="50792" y="1786"/>
                        <a:pt x="51233" y="1888"/>
                      </a:cubicBezTo>
                      <a:cubicBezTo>
                        <a:pt x="51426" y="1934"/>
                        <a:pt x="51605" y="1987"/>
                        <a:pt x="51796" y="1987"/>
                      </a:cubicBezTo>
                      <a:cubicBezTo>
                        <a:pt x="51853" y="1987"/>
                        <a:pt x="51911" y="1982"/>
                        <a:pt x="51971" y="1971"/>
                      </a:cubicBezTo>
                      <a:cubicBezTo>
                        <a:pt x="51979" y="1970"/>
                        <a:pt x="51987" y="1969"/>
                        <a:pt x="51994" y="1969"/>
                      </a:cubicBezTo>
                      <a:cubicBezTo>
                        <a:pt x="52113" y="1969"/>
                        <a:pt x="52197" y="2139"/>
                        <a:pt x="52376" y="2150"/>
                      </a:cubicBezTo>
                      <a:cubicBezTo>
                        <a:pt x="52579" y="2150"/>
                        <a:pt x="52638" y="2090"/>
                        <a:pt x="52614" y="1912"/>
                      </a:cubicBezTo>
                      <a:lnTo>
                        <a:pt x="52614" y="1912"/>
                      </a:lnTo>
                      <a:cubicBezTo>
                        <a:pt x="52757" y="1947"/>
                        <a:pt x="52781" y="2066"/>
                        <a:pt x="52841" y="2150"/>
                      </a:cubicBezTo>
                      <a:cubicBezTo>
                        <a:pt x="52882" y="2208"/>
                        <a:pt x="52923" y="2294"/>
                        <a:pt x="52996" y="2294"/>
                      </a:cubicBezTo>
                      <a:cubicBezTo>
                        <a:pt x="53028" y="2294"/>
                        <a:pt x="53067" y="2277"/>
                        <a:pt x="53114" y="2233"/>
                      </a:cubicBezTo>
                      <a:cubicBezTo>
                        <a:pt x="53162" y="2192"/>
                        <a:pt x="53200" y="2176"/>
                        <a:pt x="53231" y="2176"/>
                      </a:cubicBezTo>
                      <a:cubicBezTo>
                        <a:pt x="53309" y="2176"/>
                        <a:pt x="53346" y="2279"/>
                        <a:pt x="53388" y="2364"/>
                      </a:cubicBezTo>
                      <a:cubicBezTo>
                        <a:pt x="53412" y="2400"/>
                        <a:pt x="53376" y="2471"/>
                        <a:pt x="53448" y="2483"/>
                      </a:cubicBezTo>
                      <a:cubicBezTo>
                        <a:pt x="53900" y="2519"/>
                        <a:pt x="54222" y="2805"/>
                        <a:pt x="54555" y="3055"/>
                      </a:cubicBezTo>
                      <a:cubicBezTo>
                        <a:pt x="54900" y="3317"/>
                        <a:pt x="55198" y="3638"/>
                        <a:pt x="55555" y="3888"/>
                      </a:cubicBezTo>
                      <a:cubicBezTo>
                        <a:pt x="55829" y="4090"/>
                        <a:pt x="56067" y="4317"/>
                        <a:pt x="56305" y="4567"/>
                      </a:cubicBezTo>
                      <a:cubicBezTo>
                        <a:pt x="56651" y="4948"/>
                        <a:pt x="56698" y="5448"/>
                        <a:pt x="56936" y="5865"/>
                      </a:cubicBezTo>
                      <a:cubicBezTo>
                        <a:pt x="56996" y="5972"/>
                        <a:pt x="56901" y="6067"/>
                        <a:pt x="56877" y="6162"/>
                      </a:cubicBezTo>
                      <a:cubicBezTo>
                        <a:pt x="56853" y="6281"/>
                        <a:pt x="56817" y="6388"/>
                        <a:pt x="56972" y="6412"/>
                      </a:cubicBezTo>
                      <a:cubicBezTo>
                        <a:pt x="57067" y="6424"/>
                        <a:pt x="57067" y="6484"/>
                        <a:pt x="57067" y="6543"/>
                      </a:cubicBezTo>
                      <a:cubicBezTo>
                        <a:pt x="56972" y="7091"/>
                        <a:pt x="57210" y="7627"/>
                        <a:pt x="57174" y="8162"/>
                      </a:cubicBezTo>
                      <a:cubicBezTo>
                        <a:pt x="57151" y="8758"/>
                        <a:pt x="57246" y="9341"/>
                        <a:pt x="57139" y="9936"/>
                      </a:cubicBezTo>
                      <a:cubicBezTo>
                        <a:pt x="57055" y="10389"/>
                        <a:pt x="57139" y="10889"/>
                        <a:pt x="57163" y="11365"/>
                      </a:cubicBezTo>
                      <a:cubicBezTo>
                        <a:pt x="57186" y="11675"/>
                        <a:pt x="57115" y="11972"/>
                        <a:pt x="57115" y="12282"/>
                      </a:cubicBezTo>
                      <a:cubicBezTo>
                        <a:pt x="57115" y="12524"/>
                        <a:pt x="56941" y="12585"/>
                        <a:pt x="56758" y="12585"/>
                      </a:cubicBezTo>
                      <a:cubicBezTo>
                        <a:pt x="56670" y="12585"/>
                        <a:pt x="56581" y="12571"/>
                        <a:pt x="56508" y="12556"/>
                      </a:cubicBezTo>
                      <a:cubicBezTo>
                        <a:pt x="56055" y="12472"/>
                        <a:pt x="55603" y="12484"/>
                        <a:pt x="55150" y="12461"/>
                      </a:cubicBezTo>
                      <a:cubicBezTo>
                        <a:pt x="54579" y="12437"/>
                        <a:pt x="54019" y="12425"/>
                        <a:pt x="53448" y="12389"/>
                      </a:cubicBezTo>
                      <a:cubicBezTo>
                        <a:pt x="53408" y="12384"/>
                        <a:pt x="53368" y="12383"/>
                        <a:pt x="53328" y="12383"/>
                      </a:cubicBezTo>
                      <a:cubicBezTo>
                        <a:pt x="53163" y="12383"/>
                        <a:pt x="52994" y="12415"/>
                        <a:pt x="52841" y="12425"/>
                      </a:cubicBezTo>
                      <a:cubicBezTo>
                        <a:pt x="52691" y="12437"/>
                        <a:pt x="52542" y="12441"/>
                        <a:pt x="52391" y="12441"/>
                      </a:cubicBezTo>
                      <a:cubicBezTo>
                        <a:pt x="51999" y="12441"/>
                        <a:pt x="51604" y="12412"/>
                        <a:pt x="51208" y="12412"/>
                      </a:cubicBezTo>
                      <a:cubicBezTo>
                        <a:pt x="51161" y="12412"/>
                        <a:pt x="51114" y="12412"/>
                        <a:pt x="51067" y="12413"/>
                      </a:cubicBezTo>
                      <a:cubicBezTo>
                        <a:pt x="50896" y="12417"/>
                        <a:pt x="50721" y="12418"/>
                        <a:pt x="50545" y="12418"/>
                      </a:cubicBezTo>
                      <a:cubicBezTo>
                        <a:pt x="50192" y="12418"/>
                        <a:pt x="49832" y="12413"/>
                        <a:pt x="49483" y="12413"/>
                      </a:cubicBezTo>
                      <a:cubicBezTo>
                        <a:pt x="48921" y="12413"/>
                        <a:pt x="40739" y="12367"/>
                        <a:pt x="37129" y="12367"/>
                      </a:cubicBezTo>
                      <a:cubicBezTo>
                        <a:pt x="36227" y="12367"/>
                        <a:pt x="35610" y="12370"/>
                        <a:pt x="35469" y="12377"/>
                      </a:cubicBezTo>
                      <a:cubicBezTo>
                        <a:pt x="35111" y="12399"/>
                        <a:pt x="34749" y="12403"/>
                        <a:pt x="34386" y="12403"/>
                      </a:cubicBezTo>
                      <a:cubicBezTo>
                        <a:pt x="34179" y="12403"/>
                        <a:pt x="33970" y="12402"/>
                        <a:pt x="33763" y="12402"/>
                      </a:cubicBezTo>
                      <a:cubicBezTo>
                        <a:pt x="33357" y="12402"/>
                        <a:pt x="32953" y="12407"/>
                        <a:pt x="32552" y="12437"/>
                      </a:cubicBezTo>
                      <a:cubicBezTo>
                        <a:pt x="32149" y="12458"/>
                        <a:pt x="31746" y="12464"/>
                        <a:pt x="31342" y="12464"/>
                      </a:cubicBezTo>
                      <a:cubicBezTo>
                        <a:pt x="30832" y="12464"/>
                        <a:pt x="30322" y="12455"/>
                        <a:pt x="29812" y="12455"/>
                      </a:cubicBezTo>
                      <a:cubicBezTo>
                        <a:pt x="29606" y="12455"/>
                        <a:pt x="29401" y="12456"/>
                        <a:pt x="29195" y="12461"/>
                      </a:cubicBezTo>
                      <a:cubicBezTo>
                        <a:pt x="29097" y="12462"/>
                        <a:pt x="28998" y="12463"/>
                        <a:pt x="28899" y="12463"/>
                      </a:cubicBezTo>
                      <a:cubicBezTo>
                        <a:pt x="28195" y="12463"/>
                        <a:pt x="27477" y="12425"/>
                        <a:pt x="26778" y="12341"/>
                      </a:cubicBezTo>
                      <a:cubicBezTo>
                        <a:pt x="26619" y="12319"/>
                        <a:pt x="25735" y="12313"/>
                        <a:pt x="24577" y="12313"/>
                      </a:cubicBezTo>
                      <a:cubicBezTo>
                        <a:pt x="23170" y="12313"/>
                        <a:pt x="21358" y="12322"/>
                        <a:pt x="19949" y="12322"/>
                      </a:cubicBezTo>
                      <a:cubicBezTo>
                        <a:pt x="18790" y="12322"/>
                        <a:pt x="17904" y="12316"/>
                        <a:pt x="17741" y="12294"/>
                      </a:cubicBezTo>
                      <a:cubicBezTo>
                        <a:pt x="17484" y="12258"/>
                        <a:pt x="16585" y="12251"/>
                        <a:pt x="15529" y="12251"/>
                      </a:cubicBezTo>
                      <a:cubicBezTo>
                        <a:pt x="14853" y="12251"/>
                        <a:pt x="14113" y="12254"/>
                        <a:pt x="13436" y="12254"/>
                      </a:cubicBezTo>
                      <a:cubicBezTo>
                        <a:pt x="12380" y="12254"/>
                        <a:pt x="11478" y="12247"/>
                        <a:pt x="11216" y="12211"/>
                      </a:cubicBezTo>
                      <a:cubicBezTo>
                        <a:pt x="11148" y="12200"/>
                        <a:pt x="11079" y="12196"/>
                        <a:pt x="11008" y="12196"/>
                      </a:cubicBezTo>
                      <a:cubicBezTo>
                        <a:pt x="10757" y="12196"/>
                        <a:pt x="10497" y="12249"/>
                        <a:pt x="10245" y="12249"/>
                      </a:cubicBezTo>
                      <a:cubicBezTo>
                        <a:pt x="10175" y="12249"/>
                        <a:pt x="10106" y="12245"/>
                        <a:pt x="10038" y="12234"/>
                      </a:cubicBezTo>
                      <a:cubicBezTo>
                        <a:pt x="9947" y="12220"/>
                        <a:pt x="9857" y="12214"/>
                        <a:pt x="9767" y="12214"/>
                      </a:cubicBezTo>
                      <a:cubicBezTo>
                        <a:pt x="9410" y="12214"/>
                        <a:pt x="9056" y="12307"/>
                        <a:pt x="8700" y="12307"/>
                      </a:cubicBezTo>
                      <a:cubicBezTo>
                        <a:pt x="8567" y="12307"/>
                        <a:pt x="8433" y="12294"/>
                        <a:pt x="8299" y="12258"/>
                      </a:cubicBezTo>
                      <a:cubicBezTo>
                        <a:pt x="8271" y="12251"/>
                        <a:pt x="8233" y="12248"/>
                        <a:pt x="8191" y="12248"/>
                      </a:cubicBezTo>
                      <a:cubicBezTo>
                        <a:pt x="8088" y="12248"/>
                        <a:pt x="7958" y="12265"/>
                        <a:pt x="7883" y="12282"/>
                      </a:cubicBezTo>
                      <a:cubicBezTo>
                        <a:pt x="7144" y="12472"/>
                        <a:pt x="6382" y="12413"/>
                        <a:pt x="5632" y="12496"/>
                      </a:cubicBezTo>
                      <a:cubicBezTo>
                        <a:pt x="5073" y="12556"/>
                        <a:pt x="4430" y="12461"/>
                        <a:pt x="3930" y="12615"/>
                      </a:cubicBezTo>
                      <a:cubicBezTo>
                        <a:pt x="3759" y="12667"/>
                        <a:pt x="3585" y="12678"/>
                        <a:pt x="3412" y="12678"/>
                      </a:cubicBezTo>
                      <a:cubicBezTo>
                        <a:pt x="3299" y="12678"/>
                        <a:pt x="3186" y="12673"/>
                        <a:pt x="3074" y="12673"/>
                      </a:cubicBezTo>
                      <a:cubicBezTo>
                        <a:pt x="2806" y="12673"/>
                        <a:pt x="2541" y="12698"/>
                        <a:pt x="2287" y="12865"/>
                      </a:cubicBezTo>
                      <a:cubicBezTo>
                        <a:pt x="2191" y="12927"/>
                        <a:pt x="2095" y="12955"/>
                        <a:pt x="2007" y="12955"/>
                      </a:cubicBezTo>
                      <a:cubicBezTo>
                        <a:pt x="1722" y="12955"/>
                        <a:pt x="1509" y="12666"/>
                        <a:pt x="1572" y="12294"/>
                      </a:cubicBezTo>
                      <a:cubicBezTo>
                        <a:pt x="1715" y="11520"/>
                        <a:pt x="1513" y="10746"/>
                        <a:pt x="1608" y="9984"/>
                      </a:cubicBezTo>
                      <a:cubicBezTo>
                        <a:pt x="1715" y="9198"/>
                        <a:pt x="1691" y="8424"/>
                        <a:pt x="1739" y="7639"/>
                      </a:cubicBezTo>
                      <a:cubicBezTo>
                        <a:pt x="1751" y="7341"/>
                        <a:pt x="1715" y="7031"/>
                        <a:pt x="1644" y="6746"/>
                      </a:cubicBezTo>
                      <a:cubicBezTo>
                        <a:pt x="1620" y="6698"/>
                        <a:pt x="1608" y="6615"/>
                        <a:pt x="1632" y="6591"/>
                      </a:cubicBezTo>
                      <a:cubicBezTo>
                        <a:pt x="1941" y="6329"/>
                        <a:pt x="1727" y="5888"/>
                        <a:pt x="1894" y="5662"/>
                      </a:cubicBezTo>
                      <a:cubicBezTo>
                        <a:pt x="2096" y="5388"/>
                        <a:pt x="2037" y="5103"/>
                        <a:pt x="2144" y="4841"/>
                      </a:cubicBezTo>
                      <a:cubicBezTo>
                        <a:pt x="2465" y="4031"/>
                        <a:pt x="2965" y="3352"/>
                        <a:pt x="3727" y="2959"/>
                      </a:cubicBezTo>
                      <a:cubicBezTo>
                        <a:pt x="4204" y="2709"/>
                        <a:pt x="4704" y="2471"/>
                        <a:pt x="5227" y="2316"/>
                      </a:cubicBezTo>
                      <a:cubicBezTo>
                        <a:pt x="5751" y="2150"/>
                        <a:pt x="6311" y="2138"/>
                        <a:pt x="6823" y="2007"/>
                      </a:cubicBezTo>
                      <a:cubicBezTo>
                        <a:pt x="7454" y="1852"/>
                        <a:pt x="8121" y="1793"/>
                        <a:pt x="8752" y="1590"/>
                      </a:cubicBezTo>
                      <a:cubicBezTo>
                        <a:pt x="8891" y="1545"/>
                        <a:pt x="9040" y="1531"/>
                        <a:pt x="9195" y="1531"/>
                      </a:cubicBezTo>
                      <a:cubicBezTo>
                        <a:pt x="9449" y="1531"/>
                        <a:pt x="9718" y="1569"/>
                        <a:pt x="9978" y="1569"/>
                      </a:cubicBezTo>
                      <a:cubicBezTo>
                        <a:pt x="10018" y="1569"/>
                        <a:pt x="10058" y="1568"/>
                        <a:pt x="10097" y="1566"/>
                      </a:cubicBezTo>
                      <a:cubicBezTo>
                        <a:pt x="10788" y="1519"/>
                        <a:pt x="11466" y="1423"/>
                        <a:pt x="12145" y="1352"/>
                      </a:cubicBezTo>
                      <a:cubicBezTo>
                        <a:pt x="12597" y="1304"/>
                        <a:pt x="17527" y="1304"/>
                        <a:pt x="17991" y="1269"/>
                      </a:cubicBezTo>
                      <a:cubicBezTo>
                        <a:pt x="18454" y="1235"/>
                        <a:pt x="21280" y="1221"/>
                        <a:pt x="23806" y="1221"/>
                      </a:cubicBezTo>
                      <a:cubicBezTo>
                        <a:pt x="25762" y="1221"/>
                        <a:pt x="27538" y="1229"/>
                        <a:pt x="27897" y="1245"/>
                      </a:cubicBezTo>
                      <a:cubicBezTo>
                        <a:pt x="27929" y="1246"/>
                        <a:pt x="27961" y="1246"/>
                        <a:pt x="27992" y="1246"/>
                      </a:cubicBezTo>
                      <a:cubicBezTo>
                        <a:pt x="28426" y="1246"/>
                        <a:pt x="28865" y="1191"/>
                        <a:pt x="29306" y="1191"/>
                      </a:cubicBezTo>
                      <a:cubicBezTo>
                        <a:pt x="29439" y="1191"/>
                        <a:pt x="29573" y="1196"/>
                        <a:pt x="29707" y="1209"/>
                      </a:cubicBezTo>
                      <a:cubicBezTo>
                        <a:pt x="29908" y="1226"/>
                        <a:pt x="30121" y="1256"/>
                        <a:pt x="30339" y="1256"/>
                      </a:cubicBezTo>
                      <a:cubicBezTo>
                        <a:pt x="30585" y="1256"/>
                        <a:pt x="30835" y="1217"/>
                        <a:pt x="31076" y="1078"/>
                      </a:cubicBezTo>
                      <a:cubicBezTo>
                        <a:pt x="31099" y="1065"/>
                        <a:pt x="31127" y="1060"/>
                        <a:pt x="31158" y="1060"/>
                      </a:cubicBezTo>
                      <a:cubicBezTo>
                        <a:pt x="31287" y="1060"/>
                        <a:pt x="31470" y="1152"/>
                        <a:pt x="31620" y="1152"/>
                      </a:cubicBezTo>
                      <a:cubicBezTo>
                        <a:pt x="31633" y="1152"/>
                        <a:pt x="31646" y="1151"/>
                        <a:pt x="31659" y="1150"/>
                      </a:cubicBezTo>
                      <a:cubicBezTo>
                        <a:pt x="31700" y="1145"/>
                        <a:pt x="31743" y="1144"/>
                        <a:pt x="31788" y="1144"/>
                      </a:cubicBezTo>
                      <a:cubicBezTo>
                        <a:pt x="31882" y="1144"/>
                        <a:pt x="31981" y="1151"/>
                        <a:pt x="32066" y="1151"/>
                      </a:cubicBezTo>
                      <a:cubicBezTo>
                        <a:pt x="32154" y="1151"/>
                        <a:pt x="32227" y="1143"/>
                        <a:pt x="32267" y="1114"/>
                      </a:cubicBezTo>
                      <a:cubicBezTo>
                        <a:pt x="32347" y="1057"/>
                        <a:pt x="32423" y="1038"/>
                        <a:pt x="32493" y="1038"/>
                      </a:cubicBezTo>
                      <a:cubicBezTo>
                        <a:pt x="32598" y="1038"/>
                        <a:pt x="32693" y="1081"/>
                        <a:pt x="32779" y="1102"/>
                      </a:cubicBezTo>
                      <a:cubicBezTo>
                        <a:pt x="32917" y="1129"/>
                        <a:pt x="33054" y="1132"/>
                        <a:pt x="33189" y="1132"/>
                      </a:cubicBezTo>
                      <a:cubicBezTo>
                        <a:pt x="33235" y="1132"/>
                        <a:pt x="33280" y="1132"/>
                        <a:pt x="33325" y="1132"/>
                      </a:cubicBezTo>
                      <a:cubicBezTo>
                        <a:pt x="33505" y="1132"/>
                        <a:pt x="33683" y="1138"/>
                        <a:pt x="33862" y="1197"/>
                      </a:cubicBezTo>
                      <a:cubicBezTo>
                        <a:pt x="33881" y="1203"/>
                        <a:pt x="33900" y="1206"/>
                        <a:pt x="33916" y="1206"/>
                      </a:cubicBezTo>
                      <a:cubicBezTo>
                        <a:pt x="34034" y="1206"/>
                        <a:pt x="34093" y="1071"/>
                        <a:pt x="34124" y="935"/>
                      </a:cubicBezTo>
                      <a:close/>
                      <a:moveTo>
                        <a:pt x="11048" y="13120"/>
                      </a:moveTo>
                      <a:cubicBezTo>
                        <a:pt x="11204" y="13120"/>
                        <a:pt x="11359" y="13126"/>
                        <a:pt x="11514" y="13139"/>
                      </a:cubicBezTo>
                      <a:cubicBezTo>
                        <a:pt x="11907" y="13163"/>
                        <a:pt x="12312" y="13139"/>
                        <a:pt x="12705" y="13175"/>
                      </a:cubicBezTo>
                      <a:cubicBezTo>
                        <a:pt x="13502" y="13246"/>
                        <a:pt x="26230" y="13258"/>
                        <a:pt x="27040" y="13306"/>
                      </a:cubicBezTo>
                      <a:cubicBezTo>
                        <a:pt x="27397" y="13318"/>
                        <a:pt x="27766" y="13342"/>
                        <a:pt x="28123" y="13342"/>
                      </a:cubicBezTo>
                      <a:cubicBezTo>
                        <a:pt x="28280" y="13342"/>
                        <a:pt x="28437" y="13340"/>
                        <a:pt x="28595" y="13340"/>
                      </a:cubicBezTo>
                      <a:cubicBezTo>
                        <a:pt x="28830" y="13340"/>
                        <a:pt x="29066" y="13344"/>
                        <a:pt x="29302" y="13365"/>
                      </a:cubicBezTo>
                      <a:cubicBezTo>
                        <a:pt x="29418" y="13373"/>
                        <a:pt x="29534" y="13376"/>
                        <a:pt x="29650" y="13376"/>
                      </a:cubicBezTo>
                      <a:cubicBezTo>
                        <a:pt x="29978" y="13376"/>
                        <a:pt x="30306" y="13353"/>
                        <a:pt x="30633" y="13353"/>
                      </a:cubicBezTo>
                      <a:cubicBezTo>
                        <a:pt x="30880" y="13353"/>
                        <a:pt x="31127" y="13366"/>
                        <a:pt x="31374" y="13413"/>
                      </a:cubicBezTo>
                      <a:cubicBezTo>
                        <a:pt x="31409" y="13419"/>
                        <a:pt x="31443" y="13422"/>
                        <a:pt x="31476" y="13422"/>
                      </a:cubicBezTo>
                      <a:cubicBezTo>
                        <a:pt x="31682" y="13422"/>
                        <a:pt x="31859" y="13317"/>
                        <a:pt x="32081" y="13317"/>
                      </a:cubicBezTo>
                      <a:cubicBezTo>
                        <a:pt x="32091" y="13317"/>
                        <a:pt x="32102" y="13317"/>
                        <a:pt x="32112" y="13318"/>
                      </a:cubicBezTo>
                      <a:cubicBezTo>
                        <a:pt x="32333" y="13330"/>
                        <a:pt x="32556" y="13335"/>
                        <a:pt x="32779" y="13335"/>
                      </a:cubicBezTo>
                      <a:cubicBezTo>
                        <a:pt x="33282" y="13335"/>
                        <a:pt x="33788" y="13313"/>
                        <a:pt x="34289" y="13313"/>
                      </a:cubicBezTo>
                      <a:cubicBezTo>
                        <a:pt x="34417" y="13313"/>
                        <a:pt x="34544" y="13314"/>
                        <a:pt x="34672" y="13318"/>
                      </a:cubicBezTo>
                      <a:cubicBezTo>
                        <a:pt x="34777" y="13321"/>
                        <a:pt x="34882" y="13323"/>
                        <a:pt x="34987" y="13323"/>
                      </a:cubicBezTo>
                      <a:cubicBezTo>
                        <a:pt x="35356" y="13323"/>
                        <a:pt x="35723" y="13305"/>
                        <a:pt x="36091" y="13305"/>
                      </a:cubicBezTo>
                      <a:cubicBezTo>
                        <a:pt x="36304" y="13305"/>
                        <a:pt x="36517" y="13311"/>
                        <a:pt x="36731" y="13330"/>
                      </a:cubicBezTo>
                      <a:cubicBezTo>
                        <a:pt x="37052" y="13355"/>
                        <a:pt x="40689" y="13370"/>
                        <a:pt x="44147" y="13370"/>
                      </a:cubicBezTo>
                      <a:cubicBezTo>
                        <a:pt x="47244" y="13370"/>
                        <a:pt x="50197" y="13358"/>
                        <a:pt x="50495" y="13330"/>
                      </a:cubicBezTo>
                      <a:cubicBezTo>
                        <a:pt x="50571" y="13325"/>
                        <a:pt x="50648" y="13323"/>
                        <a:pt x="50726" y="13323"/>
                      </a:cubicBezTo>
                      <a:cubicBezTo>
                        <a:pt x="50986" y="13323"/>
                        <a:pt x="51256" y="13344"/>
                        <a:pt x="51518" y="13344"/>
                      </a:cubicBezTo>
                      <a:cubicBezTo>
                        <a:pt x="51562" y="13344"/>
                        <a:pt x="51606" y="13343"/>
                        <a:pt x="51650" y="13342"/>
                      </a:cubicBezTo>
                      <a:cubicBezTo>
                        <a:pt x="51773" y="13342"/>
                        <a:pt x="51897" y="13343"/>
                        <a:pt x="52022" y="13343"/>
                      </a:cubicBezTo>
                      <a:cubicBezTo>
                        <a:pt x="52272" y="13343"/>
                        <a:pt x="52523" y="13338"/>
                        <a:pt x="52769" y="13306"/>
                      </a:cubicBezTo>
                      <a:cubicBezTo>
                        <a:pt x="52894" y="13291"/>
                        <a:pt x="53023" y="13284"/>
                        <a:pt x="53150" y="13284"/>
                      </a:cubicBezTo>
                      <a:cubicBezTo>
                        <a:pt x="53328" y="13284"/>
                        <a:pt x="53503" y="13297"/>
                        <a:pt x="53662" y="13318"/>
                      </a:cubicBezTo>
                      <a:cubicBezTo>
                        <a:pt x="53811" y="13332"/>
                        <a:pt x="53959" y="13337"/>
                        <a:pt x="54105" y="13337"/>
                      </a:cubicBezTo>
                      <a:cubicBezTo>
                        <a:pt x="54354" y="13337"/>
                        <a:pt x="54600" y="13324"/>
                        <a:pt x="54846" y="13324"/>
                      </a:cubicBezTo>
                      <a:cubicBezTo>
                        <a:pt x="54931" y="13324"/>
                        <a:pt x="55017" y="13325"/>
                        <a:pt x="55103" y="13330"/>
                      </a:cubicBezTo>
                      <a:cubicBezTo>
                        <a:pt x="55270" y="13337"/>
                        <a:pt x="55447" y="13403"/>
                        <a:pt x="55637" y="13403"/>
                      </a:cubicBezTo>
                      <a:cubicBezTo>
                        <a:pt x="55745" y="13403"/>
                        <a:pt x="55856" y="13382"/>
                        <a:pt x="55972" y="13318"/>
                      </a:cubicBezTo>
                      <a:cubicBezTo>
                        <a:pt x="56027" y="13288"/>
                        <a:pt x="56103" y="13278"/>
                        <a:pt x="56192" y="13278"/>
                      </a:cubicBezTo>
                      <a:cubicBezTo>
                        <a:pt x="56391" y="13278"/>
                        <a:pt x="56651" y="13330"/>
                        <a:pt x="56865" y="13330"/>
                      </a:cubicBezTo>
                      <a:cubicBezTo>
                        <a:pt x="56924" y="13330"/>
                        <a:pt x="57127" y="13496"/>
                        <a:pt x="57103" y="13699"/>
                      </a:cubicBezTo>
                      <a:cubicBezTo>
                        <a:pt x="57055" y="14127"/>
                        <a:pt x="56960" y="14544"/>
                        <a:pt x="56984" y="14973"/>
                      </a:cubicBezTo>
                      <a:cubicBezTo>
                        <a:pt x="57008" y="15354"/>
                        <a:pt x="57032" y="15735"/>
                        <a:pt x="57032" y="16116"/>
                      </a:cubicBezTo>
                      <a:cubicBezTo>
                        <a:pt x="57032" y="16556"/>
                        <a:pt x="57020" y="16997"/>
                        <a:pt x="57008" y="17437"/>
                      </a:cubicBezTo>
                      <a:cubicBezTo>
                        <a:pt x="56996" y="17866"/>
                        <a:pt x="57020" y="18307"/>
                        <a:pt x="56984" y="18735"/>
                      </a:cubicBezTo>
                      <a:cubicBezTo>
                        <a:pt x="56960" y="19188"/>
                        <a:pt x="57103" y="19664"/>
                        <a:pt x="56877" y="20092"/>
                      </a:cubicBezTo>
                      <a:cubicBezTo>
                        <a:pt x="56782" y="20271"/>
                        <a:pt x="56889" y="20462"/>
                        <a:pt x="56877" y="20652"/>
                      </a:cubicBezTo>
                      <a:cubicBezTo>
                        <a:pt x="56841" y="20962"/>
                        <a:pt x="56853" y="21331"/>
                        <a:pt x="56901" y="21664"/>
                      </a:cubicBezTo>
                      <a:cubicBezTo>
                        <a:pt x="56960" y="22009"/>
                        <a:pt x="56948" y="22343"/>
                        <a:pt x="56865" y="22688"/>
                      </a:cubicBezTo>
                      <a:cubicBezTo>
                        <a:pt x="56782" y="23045"/>
                        <a:pt x="56865" y="23426"/>
                        <a:pt x="56865" y="23795"/>
                      </a:cubicBezTo>
                      <a:cubicBezTo>
                        <a:pt x="56853" y="24176"/>
                        <a:pt x="56972" y="24617"/>
                        <a:pt x="56877" y="24950"/>
                      </a:cubicBezTo>
                      <a:cubicBezTo>
                        <a:pt x="56746" y="25415"/>
                        <a:pt x="56948" y="25831"/>
                        <a:pt x="56889" y="26260"/>
                      </a:cubicBezTo>
                      <a:cubicBezTo>
                        <a:pt x="56829" y="26700"/>
                        <a:pt x="56936" y="27153"/>
                        <a:pt x="56889" y="27581"/>
                      </a:cubicBezTo>
                      <a:cubicBezTo>
                        <a:pt x="56841" y="28105"/>
                        <a:pt x="57043" y="28605"/>
                        <a:pt x="56924" y="29141"/>
                      </a:cubicBezTo>
                      <a:cubicBezTo>
                        <a:pt x="56841" y="29522"/>
                        <a:pt x="56948" y="29939"/>
                        <a:pt x="56996" y="30344"/>
                      </a:cubicBezTo>
                      <a:cubicBezTo>
                        <a:pt x="57055" y="30820"/>
                        <a:pt x="56960" y="31320"/>
                        <a:pt x="56960" y="31808"/>
                      </a:cubicBezTo>
                      <a:cubicBezTo>
                        <a:pt x="56960" y="32225"/>
                        <a:pt x="57103" y="32642"/>
                        <a:pt x="57055" y="33058"/>
                      </a:cubicBezTo>
                      <a:cubicBezTo>
                        <a:pt x="57020" y="33416"/>
                        <a:pt x="57115" y="33761"/>
                        <a:pt x="57043" y="34118"/>
                      </a:cubicBezTo>
                      <a:cubicBezTo>
                        <a:pt x="56996" y="34428"/>
                        <a:pt x="57103" y="34785"/>
                        <a:pt x="57174" y="35106"/>
                      </a:cubicBezTo>
                      <a:cubicBezTo>
                        <a:pt x="57246" y="35428"/>
                        <a:pt x="57174" y="35737"/>
                        <a:pt x="57186" y="36059"/>
                      </a:cubicBezTo>
                      <a:cubicBezTo>
                        <a:pt x="57186" y="36178"/>
                        <a:pt x="57174" y="36309"/>
                        <a:pt x="57222" y="36416"/>
                      </a:cubicBezTo>
                      <a:cubicBezTo>
                        <a:pt x="57377" y="36833"/>
                        <a:pt x="57234" y="37249"/>
                        <a:pt x="57293" y="37678"/>
                      </a:cubicBezTo>
                      <a:cubicBezTo>
                        <a:pt x="57377" y="38214"/>
                        <a:pt x="57401" y="38761"/>
                        <a:pt x="57353" y="39297"/>
                      </a:cubicBezTo>
                      <a:cubicBezTo>
                        <a:pt x="57282" y="39916"/>
                        <a:pt x="57413" y="40535"/>
                        <a:pt x="57317" y="41166"/>
                      </a:cubicBezTo>
                      <a:cubicBezTo>
                        <a:pt x="57246" y="41547"/>
                        <a:pt x="57317" y="41964"/>
                        <a:pt x="57365" y="42357"/>
                      </a:cubicBezTo>
                      <a:cubicBezTo>
                        <a:pt x="57413" y="42643"/>
                        <a:pt x="57222" y="42905"/>
                        <a:pt x="57305" y="43202"/>
                      </a:cubicBezTo>
                      <a:cubicBezTo>
                        <a:pt x="57413" y="43595"/>
                        <a:pt x="57329" y="44012"/>
                        <a:pt x="57329" y="44405"/>
                      </a:cubicBezTo>
                      <a:cubicBezTo>
                        <a:pt x="57329" y="44703"/>
                        <a:pt x="57484" y="45072"/>
                        <a:pt x="57258" y="45357"/>
                      </a:cubicBezTo>
                      <a:cubicBezTo>
                        <a:pt x="57139" y="45512"/>
                        <a:pt x="57234" y="45691"/>
                        <a:pt x="57270" y="45774"/>
                      </a:cubicBezTo>
                      <a:cubicBezTo>
                        <a:pt x="57413" y="46191"/>
                        <a:pt x="57091" y="46584"/>
                        <a:pt x="57258" y="46977"/>
                      </a:cubicBezTo>
                      <a:cubicBezTo>
                        <a:pt x="57282" y="47036"/>
                        <a:pt x="57282" y="47120"/>
                        <a:pt x="57246" y="47167"/>
                      </a:cubicBezTo>
                      <a:cubicBezTo>
                        <a:pt x="56912" y="47727"/>
                        <a:pt x="56972" y="48382"/>
                        <a:pt x="56782" y="48965"/>
                      </a:cubicBezTo>
                      <a:cubicBezTo>
                        <a:pt x="56662" y="49310"/>
                        <a:pt x="56567" y="49691"/>
                        <a:pt x="56520" y="50049"/>
                      </a:cubicBezTo>
                      <a:cubicBezTo>
                        <a:pt x="56436" y="50620"/>
                        <a:pt x="56031" y="50965"/>
                        <a:pt x="55698" y="51346"/>
                      </a:cubicBezTo>
                      <a:cubicBezTo>
                        <a:pt x="55377" y="51703"/>
                        <a:pt x="54948" y="51977"/>
                        <a:pt x="54555" y="52215"/>
                      </a:cubicBezTo>
                      <a:cubicBezTo>
                        <a:pt x="53805" y="52668"/>
                        <a:pt x="53055" y="53192"/>
                        <a:pt x="52198" y="53370"/>
                      </a:cubicBezTo>
                      <a:cubicBezTo>
                        <a:pt x="51602" y="53501"/>
                        <a:pt x="50995" y="53573"/>
                        <a:pt x="50376" y="53585"/>
                      </a:cubicBezTo>
                      <a:cubicBezTo>
                        <a:pt x="50043" y="53585"/>
                        <a:pt x="49697" y="53704"/>
                        <a:pt x="49376" y="53716"/>
                      </a:cubicBezTo>
                      <a:cubicBezTo>
                        <a:pt x="48864" y="53728"/>
                        <a:pt x="36446" y="53775"/>
                        <a:pt x="35946" y="53775"/>
                      </a:cubicBezTo>
                      <a:cubicBezTo>
                        <a:pt x="35434" y="53787"/>
                        <a:pt x="34934" y="53870"/>
                        <a:pt x="34422" y="53906"/>
                      </a:cubicBezTo>
                      <a:cubicBezTo>
                        <a:pt x="33600" y="53942"/>
                        <a:pt x="32790" y="54109"/>
                        <a:pt x="31957" y="54109"/>
                      </a:cubicBezTo>
                      <a:cubicBezTo>
                        <a:pt x="31207" y="54109"/>
                        <a:pt x="30445" y="54120"/>
                        <a:pt x="29695" y="54156"/>
                      </a:cubicBezTo>
                      <a:cubicBezTo>
                        <a:pt x="29004" y="54192"/>
                        <a:pt x="28302" y="54192"/>
                        <a:pt x="27611" y="54287"/>
                      </a:cubicBezTo>
                      <a:cubicBezTo>
                        <a:pt x="27449" y="54309"/>
                        <a:pt x="27273" y="54316"/>
                        <a:pt x="27093" y="54316"/>
                      </a:cubicBezTo>
                      <a:cubicBezTo>
                        <a:pt x="26875" y="54316"/>
                        <a:pt x="26653" y="54306"/>
                        <a:pt x="26444" y="54299"/>
                      </a:cubicBezTo>
                      <a:cubicBezTo>
                        <a:pt x="26219" y="54292"/>
                        <a:pt x="23528" y="54278"/>
                        <a:pt x="21199" y="54278"/>
                      </a:cubicBezTo>
                      <a:cubicBezTo>
                        <a:pt x="19471" y="54278"/>
                        <a:pt x="17942" y="54286"/>
                        <a:pt x="17765" y="54311"/>
                      </a:cubicBezTo>
                      <a:cubicBezTo>
                        <a:pt x="17653" y="54328"/>
                        <a:pt x="17346" y="54335"/>
                        <a:pt x="16927" y="54335"/>
                      </a:cubicBezTo>
                      <a:cubicBezTo>
                        <a:pt x="15336" y="54335"/>
                        <a:pt x="12119" y="54235"/>
                        <a:pt x="11704" y="54216"/>
                      </a:cubicBezTo>
                      <a:cubicBezTo>
                        <a:pt x="11400" y="54216"/>
                        <a:pt x="11118" y="54109"/>
                        <a:pt x="10810" y="54109"/>
                      </a:cubicBezTo>
                      <a:cubicBezTo>
                        <a:pt x="10733" y="54109"/>
                        <a:pt x="10654" y="54116"/>
                        <a:pt x="10573" y="54132"/>
                      </a:cubicBezTo>
                      <a:cubicBezTo>
                        <a:pt x="10546" y="54137"/>
                        <a:pt x="10517" y="54139"/>
                        <a:pt x="10488" y="54139"/>
                      </a:cubicBezTo>
                      <a:cubicBezTo>
                        <a:pt x="10284" y="54139"/>
                        <a:pt x="10028" y="54043"/>
                        <a:pt x="9799" y="54001"/>
                      </a:cubicBezTo>
                      <a:cubicBezTo>
                        <a:pt x="8847" y="53811"/>
                        <a:pt x="7894" y="53787"/>
                        <a:pt x="6918" y="53751"/>
                      </a:cubicBezTo>
                      <a:cubicBezTo>
                        <a:pt x="6216" y="53716"/>
                        <a:pt x="5454" y="53799"/>
                        <a:pt x="4799" y="53549"/>
                      </a:cubicBezTo>
                      <a:cubicBezTo>
                        <a:pt x="4192" y="53311"/>
                        <a:pt x="3561" y="53037"/>
                        <a:pt x="3025" y="52608"/>
                      </a:cubicBezTo>
                      <a:cubicBezTo>
                        <a:pt x="2537" y="52227"/>
                        <a:pt x="2299" y="51715"/>
                        <a:pt x="2013" y="51203"/>
                      </a:cubicBezTo>
                      <a:cubicBezTo>
                        <a:pt x="1429" y="50168"/>
                        <a:pt x="1548" y="48989"/>
                        <a:pt x="1382" y="47882"/>
                      </a:cubicBezTo>
                      <a:cubicBezTo>
                        <a:pt x="1263" y="46989"/>
                        <a:pt x="1275" y="46060"/>
                        <a:pt x="1286" y="45143"/>
                      </a:cubicBezTo>
                      <a:cubicBezTo>
                        <a:pt x="1298" y="44453"/>
                        <a:pt x="1227" y="43738"/>
                        <a:pt x="1227" y="43036"/>
                      </a:cubicBezTo>
                      <a:cubicBezTo>
                        <a:pt x="1215" y="42476"/>
                        <a:pt x="1191" y="41917"/>
                        <a:pt x="1191" y="41369"/>
                      </a:cubicBezTo>
                      <a:cubicBezTo>
                        <a:pt x="1203" y="40952"/>
                        <a:pt x="1191" y="40524"/>
                        <a:pt x="1179" y="40095"/>
                      </a:cubicBezTo>
                      <a:cubicBezTo>
                        <a:pt x="1132" y="38904"/>
                        <a:pt x="1036" y="37714"/>
                        <a:pt x="1025" y="36523"/>
                      </a:cubicBezTo>
                      <a:cubicBezTo>
                        <a:pt x="1013" y="35059"/>
                        <a:pt x="1096" y="33594"/>
                        <a:pt x="1108" y="32130"/>
                      </a:cubicBezTo>
                      <a:cubicBezTo>
                        <a:pt x="1120" y="31260"/>
                        <a:pt x="1156" y="30391"/>
                        <a:pt x="1167" y="29534"/>
                      </a:cubicBezTo>
                      <a:cubicBezTo>
                        <a:pt x="1167" y="28451"/>
                        <a:pt x="1275" y="27379"/>
                        <a:pt x="1275" y="26296"/>
                      </a:cubicBezTo>
                      <a:cubicBezTo>
                        <a:pt x="1286" y="25248"/>
                        <a:pt x="1334" y="24188"/>
                        <a:pt x="1382" y="23140"/>
                      </a:cubicBezTo>
                      <a:cubicBezTo>
                        <a:pt x="1417" y="22497"/>
                        <a:pt x="1417" y="21843"/>
                        <a:pt x="1382" y="21188"/>
                      </a:cubicBezTo>
                      <a:cubicBezTo>
                        <a:pt x="1358" y="20628"/>
                        <a:pt x="1394" y="20045"/>
                        <a:pt x="1441" y="19473"/>
                      </a:cubicBezTo>
                      <a:cubicBezTo>
                        <a:pt x="1477" y="19069"/>
                        <a:pt x="1417" y="18676"/>
                        <a:pt x="1441" y="18271"/>
                      </a:cubicBezTo>
                      <a:cubicBezTo>
                        <a:pt x="1465" y="17783"/>
                        <a:pt x="1525" y="17306"/>
                        <a:pt x="1513" y="16818"/>
                      </a:cubicBezTo>
                      <a:cubicBezTo>
                        <a:pt x="1513" y="16271"/>
                        <a:pt x="1548" y="15735"/>
                        <a:pt x="1513" y="15199"/>
                      </a:cubicBezTo>
                      <a:cubicBezTo>
                        <a:pt x="1489" y="14770"/>
                        <a:pt x="1656" y="14377"/>
                        <a:pt x="1596" y="13973"/>
                      </a:cubicBezTo>
                      <a:cubicBezTo>
                        <a:pt x="1584" y="13806"/>
                        <a:pt x="1763" y="13770"/>
                        <a:pt x="1846" y="13758"/>
                      </a:cubicBezTo>
                      <a:cubicBezTo>
                        <a:pt x="2560" y="13735"/>
                        <a:pt x="3251" y="13592"/>
                        <a:pt x="3953" y="13556"/>
                      </a:cubicBezTo>
                      <a:cubicBezTo>
                        <a:pt x="4787" y="13520"/>
                        <a:pt x="5620" y="13342"/>
                        <a:pt x="6454" y="13318"/>
                      </a:cubicBezTo>
                      <a:cubicBezTo>
                        <a:pt x="7266" y="13307"/>
                        <a:pt x="8089" y="13210"/>
                        <a:pt x="8902" y="13210"/>
                      </a:cubicBezTo>
                      <a:cubicBezTo>
                        <a:pt x="8947" y="13210"/>
                        <a:pt x="8992" y="13210"/>
                        <a:pt x="9037" y="13211"/>
                      </a:cubicBezTo>
                      <a:cubicBezTo>
                        <a:pt x="9069" y="13211"/>
                        <a:pt x="9100" y="13211"/>
                        <a:pt x="9131" y="13211"/>
                      </a:cubicBezTo>
                      <a:cubicBezTo>
                        <a:pt x="9775" y="13211"/>
                        <a:pt x="10412" y="13120"/>
                        <a:pt x="11048" y="13120"/>
                      </a:cubicBezTo>
                      <a:close/>
                      <a:moveTo>
                        <a:pt x="32967" y="0"/>
                      </a:moveTo>
                      <a:cubicBezTo>
                        <a:pt x="32866" y="0"/>
                        <a:pt x="32762" y="15"/>
                        <a:pt x="32671" y="30"/>
                      </a:cubicBezTo>
                      <a:cubicBezTo>
                        <a:pt x="32414" y="73"/>
                        <a:pt x="32153" y="82"/>
                        <a:pt x="31892" y="82"/>
                      </a:cubicBezTo>
                      <a:cubicBezTo>
                        <a:pt x="31718" y="82"/>
                        <a:pt x="31545" y="78"/>
                        <a:pt x="31374" y="78"/>
                      </a:cubicBezTo>
                      <a:cubicBezTo>
                        <a:pt x="30979" y="78"/>
                        <a:pt x="30579" y="134"/>
                        <a:pt x="30185" y="134"/>
                      </a:cubicBezTo>
                      <a:cubicBezTo>
                        <a:pt x="30032" y="134"/>
                        <a:pt x="29881" y="125"/>
                        <a:pt x="29731" y="102"/>
                      </a:cubicBezTo>
                      <a:cubicBezTo>
                        <a:pt x="29689" y="96"/>
                        <a:pt x="29648" y="94"/>
                        <a:pt x="29607" y="94"/>
                      </a:cubicBezTo>
                      <a:cubicBezTo>
                        <a:pt x="29265" y="94"/>
                        <a:pt x="28932" y="261"/>
                        <a:pt x="28598" y="261"/>
                      </a:cubicBezTo>
                      <a:cubicBezTo>
                        <a:pt x="28440" y="261"/>
                        <a:pt x="28282" y="223"/>
                        <a:pt x="28123" y="114"/>
                      </a:cubicBezTo>
                      <a:cubicBezTo>
                        <a:pt x="28111" y="102"/>
                        <a:pt x="28090" y="96"/>
                        <a:pt x="28068" y="96"/>
                      </a:cubicBezTo>
                      <a:cubicBezTo>
                        <a:pt x="28046" y="96"/>
                        <a:pt x="28022" y="102"/>
                        <a:pt x="28004" y="114"/>
                      </a:cubicBezTo>
                      <a:cubicBezTo>
                        <a:pt x="27806" y="211"/>
                        <a:pt x="27601" y="235"/>
                        <a:pt x="27394" y="235"/>
                      </a:cubicBezTo>
                      <a:cubicBezTo>
                        <a:pt x="27191" y="235"/>
                        <a:pt x="26984" y="211"/>
                        <a:pt x="26778" y="211"/>
                      </a:cubicBezTo>
                      <a:cubicBezTo>
                        <a:pt x="26679" y="211"/>
                        <a:pt x="26579" y="217"/>
                        <a:pt x="26480" y="233"/>
                      </a:cubicBezTo>
                      <a:cubicBezTo>
                        <a:pt x="26218" y="269"/>
                        <a:pt x="18491" y="292"/>
                        <a:pt x="18217" y="304"/>
                      </a:cubicBezTo>
                      <a:cubicBezTo>
                        <a:pt x="18126" y="306"/>
                        <a:pt x="17919" y="307"/>
                        <a:pt x="17635" y="307"/>
                      </a:cubicBezTo>
                      <a:cubicBezTo>
                        <a:pt x="16913" y="307"/>
                        <a:pt x="15691" y="302"/>
                        <a:pt x="14567" y="302"/>
                      </a:cubicBezTo>
                      <a:cubicBezTo>
                        <a:pt x="13370" y="302"/>
                        <a:pt x="12285" y="307"/>
                        <a:pt x="12038" y="328"/>
                      </a:cubicBezTo>
                      <a:cubicBezTo>
                        <a:pt x="11865" y="346"/>
                        <a:pt x="11693" y="346"/>
                        <a:pt x="11520" y="346"/>
                      </a:cubicBezTo>
                      <a:cubicBezTo>
                        <a:pt x="11347" y="346"/>
                        <a:pt x="11175" y="346"/>
                        <a:pt x="11002" y="364"/>
                      </a:cubicBezTo>
                      <a:cubicBezTo>
                        <a:pt x="10805" y="388"/>
                        <a:pt x="10613" y="487"/>
                        <a:pt x="10416" y="487"/>
                      </a:cubicBezTo>
                      <a:cubicBezTo>
                        <a:pt x="10327" y="487"/>
                        <a:pt x="10237" y="467"/>
                        <a:pt x="10145" y="411"/>
                      </a:cubicBezTo>
                      <a:cubicBezTo>
                        <a:pt x="10130" y="401"/>
                        <a:pt x="10108" y="398"/>
                        <a:pt x="10085" y="398"/>
                      </a:cubicBezTo>
                      <a:cubicBezTo>
                        <a:pt x="10053" y="398"/>
                        <a:pt x="10017" y="405"/>
                        <a:pt x="9990" y="411"/>
                      </a:cubicBezTo>
                      <a:cubicBezTo>
                        <a:pt x="9430" y="590"/>
                        <a:pt x="8823" y="638"/>
                        <a:pt x="8264" y="673"/>
                      </a:cubicBezTo>
                      <a:cubicBezTo>
                        <a:pt x="7754" y="715"/>
                        <a:pt x="7280" y="939"/>
                        <a:pt x="6779" y="939"/>
                      </a:cubicBezTo>
                      <a:cubicBezTo>
                        <a:pt x="6707" y="939"/>
                        <a:pt x="6634" y="934"/>
                        <a:pt x="6561" y="923"/>
                      </a:cubicBezTo>
                      <a:cubicBezTo>
                        <a:pt x="6557" y="923"/>
                        <a:pt x="6553" y="922"/>
                        <a:pt x="6549" y="922"/>
                      </a:cubicBezTo>
                      <a:cubicBezTo>
                        <a:pt x="6496" y="922"/>
                        <a:pt x="6394" y="986"/>
                        <a:pt x="6394" y="1019"/>
                      </a:cubicBezTo>
                      <a:cubicBezTo>
                        <a:pt x="6394" y="1161"/>
                        <a:pt x="6331" y="1187"/>
                        <a:pt x="6256" y="1187"/>
                      </a:cubicBezTo>
                      <a:cubicBezTo>
                        <a:pt x="6212" y="1187"/>
                        <a:pt x="6165" y="1179"/>
                        <a:pt x="6123" y="1179"/>
                      </a:cubicBezTo>
                      <a:cubicBezTo>
                        <a:pt x="6105" y="1179"/>
                        <a:pt x="6088" y="1180"/>
                        <a:pt x="6073" y="1185"/>
                      </a:cubicBezTo>
                      <a:cubicBezTo>
                        <a:pt x="5728" y="1293"/>
                        <a:pt x="5358" y="1197"/>
                        <a:pt x="5013" y="1400"/>
                      </a:cubicBezTo>
                      <a:cubicBezTo>
                        <a:pt x="4927" y="1454"/>
                        <a:pt x="4841" y="1595"/>
                        <a:pt x="4693" y="1595"/>
                      </a:cubicBezTo>
                      <a:cubicBezTo>
                        <a:pt x="4677" y="1595"/>
                        <a:pt x="4661" y="1594"/>
                        <a:pt x="4644" y="1590"/>
                      </a:cubicBezTo>
                      <a:cubicBezTo>
                        <a:pt x="4598" y="1580"/>
                        <a:pt x="4553" y="1576"/>
                        <a:pt x="4509" y="1576"/>
                      </a:cubicBezTo>
                      <a:cubicBezTo>
                        <a:pt x="4228" y="1576"/>
                        <a:pt x="3975" y="1753"/>
                        <a:pt x="3811" y="1876"/>
                      </a:cubicBezTo>
                      <a:cubicBezTo>
                        <a:pt x="3394" y="2174"/>
                        <a:pt x="2894" y="2352"/>
                        <a:pt x="2525" y="2769"/>
                      </a:cubicBezTo>
                      <a:cubicBezTo>
                        <a:pt x="2179" y="3150"/>
                        <a:pt x="1787" y="3471"/>
                        <a:pt x="1572" y="3948"/>
                      </a:cubicBezTo>
                      <a:cubicBezTo>
                        <a:pt x="1144" y="4912"/>
                        <a:pt x="965" y="5936"/>
                        <a:pt x="1013" y="6996"/>
                      </a:cubicBezTo>
                      <a:cubicBezTo>
                        <a:pt x="1036" y="7281"/>
                        <a:pt x="1096" y="7615"/>
                        <a:pt x="977" y="7853"/>
                      </a:cubicBezTo>
                      <a:cubicBezTo>
                        <a:pt x="798" y="8234"/>
                        <a:pt x="1072" y="8615"/>
                        <a:pt x="870" y="9008"/>
                      </a:cubicBezTo>
                      <a:cubicBezTo>
                        <a:pt x="763" y="9222"/>
                        <a:pt x="858" y="9567"/>
                        <a:pt x="905" y="9853"/>
                      </a:cubicBezTo>
                      <a:cubicBezTo>
                        <a:pt x="965" y="10139"/>
                        <a:pt x="679" y="10329"/>
                        <a:pt x="739" y="10567"/>
                      </a:cubicBezTo>
                      <a:cubicBezTo>
                        <a:pt x="870" y="11163"/>
                        <a:pt x="667" y="11758"/>
                        <a:pt x="775" y="12353"/>
                      </a:cubicBezTo>
                      <a:cubicBezTo>
                        <a:pt x="822" y="12639"/>
                        <a:pt x="810" y="12996"/>
                        <a:pt x="620" y="13223"/>
                      </a:cubicBezTo>
                      <a:cubicBezTo>
                        <a:pt x="417" y="13461"/>
                        <a:pt x="465" y="13604"/>
                        <a:pt x="632" y="13782"/>
                      </a:cubicBezTo>
                      <a:cubicBezTo>
                        <a:pt x="691" y="13842"/>
                        <a:pt x="667" y="13913"/>
                        <a:pt x="691" y="13961"/>
                      </a:cubicBezTo>
                      <a:cubicBezTo>
                        <a:pt x="834" y="14211"/>
                        <a:pt x="560" y="14413"/>
                        <a:pt x="608" y="14592"/>
                      </a:cubicBezTo>
                      <a:cubicBezTo>
                        <a:pt x="751" y="15187"/>
                        <a:pt x="644" y="15759"/>
                        <a:pt x="620" y="16330"/>
                      </a:cubicBezTo>
                      <a:cubicBezTo>
                        <a:pt x="596" y="16866"/>
                        <a:pt x="715" y="17414"/>
                        <a:pt x="572" y="17937"/>
                      </a:cubicBezTo>
                      <a:cubicBezTo>
                        <a:pt x="501" y="18235"/>
                        <a:pt x="620" y="18533"/>
                        <a:pt x="572" y="18830"/>
                      </a:cubicBezTo>
                      <a:cubicBezTo>
                        <a:pt x="560" y="18985"/>
                        <a:pt x="501" y="19164"/>
                        <a:pt x="524" y="19342"/>
                      </a:cubicBezTo>
                      <a:cubicBezTo>
                        <a:pt x="572" y="19580"/>
                        <a:pt x="620" y="19842"/>
                        <a:pt x="584" y="20081"/>
                      </a:cubicBezTo>
                      <a:cubicBezTo>
                        <a:pt x="513" y="20545"/>
                        <a:pt x="441" y="21021"/>
                        <a:pt x="489" y="21450"/>
                      </a:cubicBezTo>
                      <a:cubicBezTo>
                        <a:pt x="536" y="21890"/>
                        <a:pt x="417" y="22307"/>
                        <a:pt x="477" y="22736"/>
                      </a:cubicBezTo>
                      <a:cubicBezTo>
                        <a:pt x="536" y="23164"/>
                        <a:pt x="394" y="23617"/>
                        <a:pt x="453" y="24010"/>
                      </a:cubicBezTo>
                      <a:cubicBezTo>
                        <a:pt x="501" y="24367"/>
                        <a:pt x="286" y="24724"/>
                        <a:pt x="465" y="25093"/>
                      </a:cubicBezTo>
                      <a:cubicBezTo>
                        <a:pt x="513" y="25176"/>
                        <a:pt x="548" y="25403"/>
                        <a:pt x="477" y="25569"/>
                      </a:cubicBezTo>
                      <a:cubicBezTo>
                        <a:pt x="298" y="26034"/>
                        <a:pt x="501" y="26534"/>
                        <a:pt x="370" y="27010"/>
                      </a:cubicBezTo>
                      <a:cubicBezTo>
                        <a:pt x="298" y="27284"/>
                        <a:pt x="429" y="27581"/>
                        <a:pt x="394" y="27891"/>
                      </a:cubicBezTo>
                      <a:cubicBezTo>
                        <a:pt x="358" y="28129"/>
                        <a:pt x="215" y="28343"/>
                        <a:pt x="239" y="28593"/>
                      </a:cubicBezTo>
                      <a:cubicBezTo>
                        <a:pt x="310" y="29201"/>
                        <a:pt x="203" y="29796"/>
                        <a:pt x="227" y="30391"/>
                      </a:cubicBezTo>
                      <a:cubicBezTo>
                        <a:pt x="263" y="31058"/>
                        <a:pt x="179" y="31737"/>
                        <a:pt x="203" y="32415"/>
                      </a:cubicBezTo>
                      <a:cubicBezTo>
                        <a:pt x="215" y="32939"/>
                        <a:pt x="286" y="33475"/>
                        <a:pt x="215" y="33987"/>
                      </a:cubicBezTo>
                      <a:cubicBezTo>
                        <a:pt x="143" y="34487"/>
                        <a:pt x="215" y="34963"/>
                        <a:pt x="191" y="35440"/>
                      </a:cubicBezTo>
                      <a:cubicBezTo>
                        <a:pt x="179" y="35582"/>
                        <a:pt x="263" y="35690"/>
                        <a:pt x="227" y="35785"/>
                      </a:cubicBezTo>
                      <a:cubicBezTo>
                        <a:pt x="48" y="36273"/>
                        <a:pt x="143" y="36785"/>
                        <a:pt x="143" y="37261"/>
                      </a:cubicBezTo>
                      <a:cubicBezTo>
                        <a:pt x="155" y="38273"/>
                        <a:pt x="203" y="39297"/>
                        <a:pt x="298" y="40321"/>
                      </a:cubicBezTo>
                      <a:cubicBezTo>
                        <a:pt x="322" y="40476"/>
                        <a:pt x="465" y="40666"/>
                        <a:pt x="405" y="40690"/>
                      </a:cubicBezTo>
                      <a:cubicBezTo>
                        <a:pt x="1" y="40869"/>
                        <a:pt x="632" y="41274"/>
                        <a:pt x="227" y="41440"/>
                      </a:cubicBezTo>
                      <a:cubicBezTo>
                        <a:pt x="191" y="41452"/>
                        <a:pt x="334" y="41631"/>
                        <a:pt x="382" y="41738"/>
                      </a:cubicBezTo>
                      <a:cubicBezTo>
                        <a:pt x="432" y="41839"/>
                        <a:pt x="420" y="41868"/>
                        <a:pt x="387" y="41868"/>
                      </a:cubicBezTo>
                      <a:cubicBezTo>
                        <a:pt x="339" y="41868"/>
                        <a:pt x="246" y="41805"/>
                        <a:pt x="231" y="41805"/>
                      </a:cubicBezTo>
                      <a:cubicBezTo>
                        <a:pt x="227" y="41805"/>
                        <a:pt x="229" y="41810"/>
                        <a:pt x="239" y="41821"/>
                      </a:cubicBezTo>
                      <a:cubicBezTo>
                        <a:pt x="441" y="42059"/>
                        <a:pt x="263" y="42321"/>
                        <a:pt x="322" y="42524"/>
                      </a:cubicBezTo>
                      <a:cubicBezTo>
                        <a:pt x="429" y="42917"/>
                        <a:pt x="382" y="43310"/>
                        <a:pt x="417" y="43702"/>
                      </a:cubicBezTo>
                      <a:cubicBezTo>
                        <a:pt x="489" y="44536"/>
                        <a:pt x="453" y="45393"/>
                        <a:pt x="417" y="46239"/>
                      </a:cubicBezTo>
                      <a:cubicBezTo>
                        <a:pt x="382" y="46929"/>
                        <a:pt x="536" y="47596"/>
                        <a:pt x="560" y="48274"/>
                      </a:cubicBezTo>
                      <a:cubicBezTo>
                        <a:pt x="572" y="48560"/>
                        <a:pt x="715" y="48834"/>
                        <a:pt x="715" y="49072"/>
                      </a:cubicBezTo>
                      <a:cubicBezTo>
                        <a:pt x="679" y="50037"/>
                        <a:pt x="929" y="50906"/>
                        <a:pt x="1370" y="51739"/>
                      </a:cubicBezTo>
                      <a:cubicBezTo>
                        <a:pt x="1501" y="51977"/>
                        <a:pt x="1727" y="52239"/>
                        <a:pt x="1763" y="52406"/>
                      </a:cubicBezTo>
                      <a:cubicBezTo>
                        <a:pt x="1834" y="52811"/>
                        <a:pt x="2132" y="53001"/>
                        <a:pt x="2346" y="53192"/>
                      </a:cubicBezTo>
                      <a:cubicBezTo>
                        <a:pt x="2632" y="53454"/>
                        <a:pt x="3013" y="53668"/>
                        <a:pt x="3358" y="53882"/>
                      </a:cubicBezTo>
                      <a:cubicBezTo>
                        <a:pt x="3420" y="53919"/>
                        <a:pt x="3479" y="53926"/>
                        <a:pt x="3537" y="53926"/>
                      </a:cubicBezTo>
                      <a:cubicBezTo>
                        <a:pt x="3575" y="53926"/>
                        <a:pt x="3612" y="53923"/>
                        <a:pt x="3647" y="53923"/>
                      </a:cubicBezTo>
                      <a:cubicBezTo>
                        <a:pt x="3715" y="53923"/>
                        <a:pt x="3778" y="53935"/>
                        <a:pt x="3834" y="54001"/>
                      </a:cubicBezTo>
                      <a:cubicBezTo>
                        <a:pt x="4275" y="54549"/>
                        <a:pt x="4966" y="54418"/>
                        <a:pt x="5537" y="54597"/>
                      </a:cubicBezTo>
                      <a:cubicBezTo>
                        <a:pt x="5606" y="54617"/>
                        <a:pt x="5676" y="54625"/>
                        <a:pt x="5749" y="54625"/>
                      </a:cubicBezTo>
                      <a:cubicBezTo>
                        <a:pt x="5994" y="54625"/>
                        <a:pt x="6257" y="54535"/>
                        <a:pt x="6516" y="54535"/>
                      </a:cubicBezTo>
                      <a:cubicBezTo>
                        <a:pt x="6539" y="54535"/>
                        <a:pt x="6562" y="54536"/>
                        <a:pt x="6585" y="54537"/>
                      </a:cubicBezTo>
                      <a:cubicBezTo>
                        <a:pt x="6971" y="54559"/>
                        <a:pt x="7357" y="54648"/>
                        <a:pt x="7761" y="54648"/>
                      </a:cubicBezTo>
                      <a:cubicBezTo>
                        <a:pt x="7805" y="54648"/>
                        <a:pt x="7850" y="54647"/>
                        <a:pt x="7894" y="54644"/>
                      </a:cubicBezTo>
                      <a:cubicBezTo>
                        <a:pt x="7935" y="54642"/>
                        <a:pt x="7976" y="54640"/>
                        <a:pt x="8016" y="54640"/>
                      </a:cubicBezTo>
                      <a:cubicBezTo>
                        <a:pt x="8535" y="54640"/>
                        <a:pt x="9055" y="54838"/>
                        <a:pt x="9585" y="54882"/>
                      </a:cubicBezTo>
                      <a:cubicBezTo>
                        <a:pt x="9767" y="54905"/>
                        <a:pt x="9917" y="55026"/>
                        <a:pt x="10034" y="55026"/>
                      </a:cubicBezTo>
                      <a:cubicBezTo>
                        <a:pt x="10039" y="55026"/>
                        <a:pt x="10044" y="55026"/>
                        <a:pt x="10049" y="55025"/>
                      </a:cubicBezTo>
                      <a:cubicBezTo>
                        <a:pt x="10218" y="55016"/>
                        <a:pt x="10390" y="55010"/>
                        <a:pt x="10561" y="55010"/>
                      </a:cubicBezTo>
                      <a:cubicBezTo>
                        <a:pt x="11028" y="55010"/>
                        <a:pt x="11491" y="55056"/>
                        <a:pt x="11883" y="55204"/>
                      </a:cubicBezTo>
                      <a:cubicBezTo>
                        <a:pt x="11991" y="55242"/>
                        <a:pt x="12298" y="55254"/>
                        <a:pt x="12720" y="55254"/>
                      </a:cubicBezTo>
                      <a:cubicBezTo>
                        <a:pt x="13596" y="55254"/>
                        <a:pt x="14965" y="55199"/>
                        <a:pt x="16064" y="55199"/>
                      </a:cubicBezTo>
                      <a:cubicBezTo>
                        <a:pt x="16937" y="55199"/>
                        <a:pt x="17639" y="55234"/>
                        <a:pt x="17789" y="55359"/>
                      </a:cubicBezTo>
                      <a:cubicBezTo>
                        <a:pt x="17800" y="55359"/>
                        <a:pt x="17848" y="55335"/>
                        <a:pt x="17860" y="55323"/>
                      </a:cubicBezTo>
                      <a:cubicBezTo>
                        <a:pt x="17919" y="55272"/>
                        <a:pt x="18397" y="55255"/>
                        <a:pt x="19096" y="55255"/>
                      </a:cubicBezTo>
                      <a:cubicBezTo>
                        <a:pt x="20624" y="55255"/>
                        <a:pt x="23207" y="55338"/>
                        <a:pt x="24774" y="55338"/>
                      </a:cubicBezTo>
                      <a:cubicBezTo>
                        <a:pt x="25521" y="55338"/>
                        <a:pt x="26037" y="55319"/>
                        <a:pt x="26099" y="55263"/>
                      </a:cubicBezTo>
                      <a:cubicBezTo>
                        <a:pt x="26129" y="55315"/>
                        <a:pt x="26159" y="55332"/>
                        <a:pt x="26190" y="55332"/>
                      </a:cubicBezTo>
                      <a:cubicBezTo>
                        <a:pt x="26259" y="55332"/>
                        <a:pt x="26331" y="55243"/>
                        <a:pt x="26412" y="55243"/>
                      </a:cubicBezTo>
                      <a:cubicBezTo>
                        <a:pt x="26438" y="55243"/>
                        <a:pt x="26464" y="55252"/>
                        <a:pt x="26492" y="55275"/>
                      </a:cubicBezTo>
                      <a:cubicBezTo>
                        <a:pt x="26594" y="55366"/>
                        <a:pt x="26703" y="55405"/>
                        <a:pt x="26815" y="55405"/>
                      </a:cubicBezTo>
                      <a:cubicBezTo>
                        <a:pt x="26938" y="55405"/>
                        <a:pt x="27064" y="55357"/>
                        <a:pt x="27183" y="55275"/>
                      </a:cubicBezTo>
                      <a:cubicBezTo>
                        <a:pt x="27268" y="55211"/>
                        <a:pt x="27375" y="55172"/>
                        <a:pt x="27471" y="55172"/>
                      </a:cubicBezTo>
                      <a:cubicBezTo>
                        <a:pt x="27534" y="55172"/>
                        <a:pt x="27592" y="55190"/>
                        <a:pt x="27635" y="55228"/>
                      </a:cubicBezTo>
                      <a:cubicBezTo>
                        <a:pt x="27718" y="55300"/>
                        <a:pt x="27793" y="55323"/>
                        <a:pt x="27867" y="55323"/>
                      </a:cubicBezTo>
                      <a:cubicBezTo>
                        <a:pt x="27964" y="55323"/>
                        <a:pt x="28058" y="55284"/>
                        <a:pt x="28159" y="55263"/>
                      </a:cubicBezTo>
                      <a:cubicBezTo>
                        <a:pt x="28248" y="55241"/>
                        <a:pt x="28359" y="55214"/>
                        <a:pt x="28451" y="55214"/>
                      </a:cubicBezTo>
                      <a:cubicBezTo>
                        <a:pt x="28507" y="55214"/>
                        <a:pt x="28556" y="55224"/>
                        <a:pt x="28588" y="55252"/>
                      </a:cubicBezTo>
                      <a:cubicBezTo>
                        <a:pt x="28656" y="55308"/>
                        <a:pt x="28718" y="55329"/>
                        <a:pt x="28775" y="55329"/>
                      </a:cubicBezTo>
                      <a:cubicBezTo>
                        <a:pt x="28887" y="55329"/>
                        <a:pt x="28977" y="55247"/>
                        <a:pt x="29040" y="55192"/>
                      </a:cubicBezTo>
                      <a:cubicBezTo>
                        <a:pt x="29127" y="55110"/>
                        <a:pt x="29212" y="55081"/>
                        <a:pt x="29294" y="55081"/>
                      </a:cubicBezTo>
                      <a:cubicBezTo>
                        <a:pt x="29404" y="55081"/>
                        <a:pt x="29510" y="55133"/>
                        <a:pt x="29611" y="55180"/>
                      </a:cubicBezTo>
                      <a:cubicBezTo>
                        <a:pt x="29838" y="55263"/>
                        <a:pt x="30076" y="55204"/>
                        <a:pt x="30302" y="55252"/>
                      </a:cubicBezTo>
                      <a:cubicBezTo>
                        <a:pt x="30243" y="55067"/>
                        <a:pt x="30322" y="55021"/>
                        <a:pt x="30409" y="55021"/>
                      </a:cubicBezTo>
                      <a:cubicBezTo>
                        <a:pt x="30479" y="55021"/>
                        <a:pt x="30553" y="55050"/>
                        <a:pt x="30564" y="55061"/>
                      </a:cubicBezTo>
                      <a:cubicBezTo>
                        <a:pt x="30639" y="55146"/>
                        <a:pt x="30733" y="55160"/>
                        <a:pt x="30830" y="55160"/>
                      </a:cubicBezTo>
                      <a:cubicBezTo>
                        <a:pt x="30878" y="55160"/>
                        <a:pt x="30928" y="55156"/>
                        <a:pt x="30976" y="55156"/>
                      </a:cubicBezTo>
                      <a:cubicBezTo>
                        <a:pt x="31075" y="55156"/>
                        <a:pt x="31170" y="55171"/>
                        <a:pt x="31243" y="55263"/>
                      </a:cubicBezTo>
                      <a:cubicBezTo>
                        <a:pt x="31246" y="55265"/>
                        <a:pt x="31252" y="55266"/>
                        <a:pt x="31259" y="55266"/>
                      </a:cubicBezTo>
                      <a:cubicBezTo>
                        <a:pt x="31301" y="55266"/>
                        <a:pt x="31396" y="55232"/>
                        <a:pt x="31385" y="55121"/>
                      </a:cubicBezTo>
                      <a:cubicBezTo>
                        <a:pt x="31385" y="55085"/>
                        <a:pt x="31399" y="55023"/>
                        <a:pt x="31449" y="55023"/>
                      </a:cubicBezTo>
                      <a:cubicBezTo>
                        <a:pt x="31467" y="55023"/>
                        <a:pt x="31489" y="55031"/>
                        <a:pt x="31516" y="55049"/>
                      </a:cubicBezTo>
                      <a:cubicBezTo>
                        <a:pt x="31663" y="55151"/>
                        <a:pt x="31818" y="55184"/>
                        <a:pt x="31975" y="55184"/>
                      </a:cubicBezTo>
                      <a:cubicBezTo>
                        <a:pt x="32239" y="55184"/>
                        <a:pt x="32508" y="55092"/>
                        <a:pt x="32755" y="55085"/>
                      </a:cubicBezTo>
                      <a:cubicBezTo>
                        <a:pt x="33279" y="55073"/>
                        <a:pt x="33826" y="55061"/>
                        <a:pt x="34362" y="54990"/>
                      </a:cubicBezTo>
                      <a:cubicBezTo>
                        <a:pt x="34475" y="54969"/>
                        <a:pt x="34587" y="54913"/>
                        <a:pt x="34692" y="54913"/>
                      </a:cubicBezTo>
                      <a:cubicBezTo>
                        <a:pt x="34710" y="54913"/>
                        <a:pt x="34726" y="54915"/>
                        <a:pt x="34743" y="54918"/>
                      </a:cubicBezTo>
                      <a:cubicBezTo>
                        <a:pt x="34818" y="54936"/>
                        <a:pt x="34892" y="54943"/>
                        <a:pt x="34964" y="54943"/>
                      </a:cubicBezTo>
                      <a:cubicBezTo>
                        <a:pt x="35336" y="54943"/>
                        <a:pt x="35672" y="54748"/>
                        <a:pt x="36041" y="54728"/>
                      </a:cubicBezTo>
                      <a:cubicBezTo>
                        <a:pt x="36094" y="54721"/>
                        <a:pt x="36137" y="54688"/>
                        <a:pt x="36174" y="54688"/>
                      </a:cubicBezTo>
                      <a:cubicBezTo>
                        <a:pt x="36203" y="54688"/>
                        <a:pt x="36229" y="54708"/>
                        <a:pt x="36255" y="54775"/>
                      </a:cubicBezTo>
                      <a:cubicBezTo>
                        <a:pt x="36277" y="54849"/>
                        <a:pt x="36318" y="54882"/>
                        <a:pt x="36371" y="54882"/>
                      </a:cubicBezTo>
                      <a:cubicBezTo>
                        <a:pt x="36403" y="54882"/>
                        <a:pt x="36441" y="54869"/>
                        <a:pt x="36481" y="54847"/>
                      </a:cubicBezTo>
                      <a:cubicBezTo>
                        <a:pt x="36412" y="54729"/>
                        <a:pt x="36431" y="54703"/>
                        <a:pt x="36476" y="54703"/>
                      </a:cubicBezTo>
                      <a:cubicBezTo>
                        <a:pt x="36514" y="54703"/>
                        <a:pt x="36570" y="54721"/>
                        <a:pt x="36608" y="54721"/>
                      </a:cubicBezTo>
                      <a:cubicBezTo>
                        <a:pt x="36627" y="54721"/>
                        <a:pt x="36642" y="54717"/>
                        <a:pt x="36648" y="54704"/>
                      </a:cubicBezTo>
                      <a:cubicBezTo>
                        <a:pt x="36714" y="54743"/>
                        <a:pt x="40394" y="54790"/>
                        <a:pt x="43702" y="54790"/>
                      </a:cubicBezTo>
                      <a:cubicBezTo>
                        <a:pt x="46394" y="54790"/>
                        <a:pt x="48840" y="54759"/>
                        <a:pt x="48888" y="54668"/>
                      </a:cubicBezTo>
                      <a:cubicBezTo>
                        <a:pt x="48904" y="54643"/>
                        <a:pt x="48977" y="54602"/>
                        <a:pt x="49064" y="54602"/>
                      </a:cubicBezTo>
                      <a:cubicBezTo>
                        <a:pt x="49103" y="54602"/>
                        <a:pt x="49145" y="54610"/>
                        <a:pt x="49185" y="54632"/>
                      </a:cubicBezTo>
                      <a:cubicBezTo>
                        <a:pt x="49265" y="54685"/>
                        <a:pt x="49349" y="54702"/>
                        <a:pt x="49436" y="54702"/>
                      </a:cubicBezTo>
                      <a:cubicBezTo>
                        <a:pt x="49605" y="54702"/>
                        <a:pt x="49783" y="54636"/>
                        <a:pt x="49957" y="54636"/>
                      </a:cubicBezTo>
                      <a:cubicBezTo>
                        <a:pt x="50039" y="54636"/>
                        <a:pt x="50119" y="54650"/>
                        <a:pt x="50197" y="54692"/>
                      </a:cubicBezTo>
                      <a:cubicBezTo>
                        <a:pt x="50198" y="54692"/>
                        <a:pt x="50199" y="54692"/>
                        <a:pt x="50199" y="54692"/>
                      </a:cubicBezTo>
                      <a:cubicBezTo>
                        <a:pt x="50223" y="54692"/>
                        <a:pt x="50182" y="54527"/>
                        <a:pt x="50269" y="54527"/>
                      </a:cubicBezTo>
                      <a:cubicBezTo>
                        <a:pt x="50293" y="54527"/>
                        <a:pt x="50328" y="54540"/>
                        <a:pt x="50376" y="54573"/>
                      </a:cubicBezTo>
                      <a:cubicBezTo>
                        <a:pt x="50428" y="54608"/>
                        <a:pt x="50479" y="54624"/>
                        <a:pt x="50533" y="54624"/>
                      </a:cubicBezTo>
                      <a:cubicBezTo>
                        <a:pt x="50625" y="54624"/>
                        <a:pt x="50724" y="54577"/>
                        <a:pt x="50852" y="54501"/>
                      </a:cubicBezTo>
                      <a:cubicBezTo>
                        <a:pt x="50885" y="54482"/>
                        <a:pt x="50940" y="54455"/>
                        <a:pt x="50989" y="54455"/>
                      </a:cubicBezTo>
                      <a:cubicBezTo>
                        <a:pt x="51028" y="54455"/>
                        <a:pt x="51062" y="54472"/>
                        <a:pt x="51078" y="54525"/>
                      </a:cubicBezTo>
                      <a:cubicBezTo>
                        <a:pt x="51099" y="54566"/>
                        <a:pt x="50987" y="54651"/>
                        <a:pt x="51092" y="54651"/>
                      </a:cubicBezTo>
                      <a:cubicBezTo>
                        <a:pt x="51109" y="54651"/>
                        <a:pt x="51132" y="54649"/>
                        <a:pt x="51162" y="54644"/>
                      </a:cubicBezTo>
                      <a:cubicBezTo>
                        <a:pt x="51369" y="54617"/>
                        <a:pt x="51549" y="54433"/>
                        <a:pt x="51759" y="54433"/>
                      </a:cubicBezTo>
                      <a:cubicBezTo>
                        <a:pt x="51826" y="54433"/>
                        <a:pt x="51896" y="54452"/>
                        <a:pt x="51971" y="54501"/>
                      </a:cubicBezTo>
                      <a:cubicBezTo>
                        <a:pt x="52027" y="54296"/>
                        <a:pt x="52145" y="54243"/>
                        <a:pt x="52277" y="54243"/>
                      </a:cubicBezTo>
                      <a:cubicBezTo>
                        <a:pt x="52414" y="54243"/>
                        <a:pt x="52567" y="54301"/>
                        <a:pt x="52679" y="54301"/>
                      </a:cubicBezTo>
                      <a:cubicBezTo>
                        <a:pt x="52690" y="54301"/>
                        <a:pt x="52700" y="54300"/>
                        <a:pt x="52710" y="54299"/>
                      </a:cubicBezTo>
                      <a:cubicBezTo>
                        <a:pt x="53233" y="54228"/>
                        <a:pt x="53650" y="53942"/>
                        <a:pt x="54091" y="53739"/>
                      </a:cubicBezTo>
                      <a:cubicBezTo>
                        <a:pt x="54650" y="53501"/>
                        <a:pt x="55138" y="53085"/>
                        <a:pt x="55650" y="52739"/>
                      </a:cubicBezTo>
                      <a:cubicBezTo>
                        <a:pt x="55972" y="52525"/>
                        <a:pt x="56305" y="52346"/>
                        <a:pt x="56567" y="52061"/>
                      </a:cubicBezTo>
                      <a:cubicBezTo>
                        <a:pt x="56984" y="51596"/>
                        <a:pt x="57163" y="51013"/>
                        <a:pt x="57365" y="50441"/>
                      </a:cubicBezTo>
                      <a:cubicBezTo>
                        <a:pt x="57698" y="49453"/>
                        <a:pt x="57841" y="48441"/>
                        <a:pt x="57936" y="47405"/>
                      </a:cubicBezTo>
                      <a:cubicBezTo>
                        <a:pt x="57972" y="46953"/>
                        <a:pt x="57948" y="46489"/>
                        <a:pt x="58044" y="46036"/>
                      </a:cubicBezTo>
                      <a:cubicBezTo>
                        <a:pt x="58127" y="45691"/>
                        <a:pt x="58020" y="45346"/>
                        <a:pt x="58079" y="44988"/>
                      </a:cubicBezTo>
                      <a:cubicBezTo>
                        <a:pt x="58139" y="44691"/>
                        <a:pt x="58032" y="44369"/>
                        <a:pt x="58044" y="44060"/>
                      </a:cubicBezTo>
                      <a:cubicBezTo>
                        <a:pt x="58055" y="43619"/>
                        <a:pt x="58175" y="43179"/>
                        <a:pt x="58139" y="42750"/>
                      </a:cubicBezTo>
                      <a:cubicBezTo>
                        <a:pt x="58091" y="42000"/>
                        <a:pt x="58175" y="41262"/>
                        <a:pt x="58151" y="40524"/>
                      </a:cubicBezTo>
                      <a:cubicBezTo>
                        <a:pt x="58151" y="40357"/>
                        <a:pt x="58067" y="40154"/>
                        <a:pt x="58091" y="40083"/>
                      </a:cubicBezTo>
                      <a:cubicBezTo>
                        <a:pt x="58317" y="39559"/>
                        <a:pt x="58115" y="39011"/>
                        <a:pt x="58163" y="38476"/>
                      </a:cubicBezTo>
                      <a:cubicBezTo>
                        <a:pt x="58210" y="37916"/>
                        <a:pt x="58079" y="37333"/>
                        <a:pt x="58103" y="36749"/>
                      </a:cubicBezTo>
                      <a:cubicBezTo>
                        <a:pt x="58127" y="36083"/>
                        <a:pt x="57925" y="35404"/>
                        <a:pt x="57948" y="34749"/>
                      </a:cubicBezTo>
                      <a:cubicBezTo>
                        <a:pt x="57972" y="33927"/>
                        <a:pt x="57782" y="33118"/>
                        <a:pt x="57853" y="32296"/>
                      </a:cubicBezTo>
                      <a:cubicBezTo>
                        <a:pt x="57913" y="31618"/>
                        <a:pt x="57805" y="30939"/>
                        <a:pt x="57805" y="30260"/>
                      </a:cubicBezTo>
                      <a:cubicBezTo>
                        <a:pt x="57794" y="29891"/>
                        <a:pt x="57770" y="29510"/>
                        <a:pt x="57794" y="29141"/>
                      </a:cubicBezTo>
                      <a:cubicBezTo>
                        <a:pt x="57829" y="28486"/>
                        <a:pt x="57805" y="27843"/>
                        <a:pt x="57746" y="27189"/>
                      </a:cubicBezTo>
                      <a:cubicBezTo>
                        <a:pt x="57710" y="26748"/>
                        <a:pt x="57591" y="26307"/>
                        <a:pt x="57829" y="25891"/>
                      </a:cubicBezTo>
                      <a:cubicBezTo>
                        <a:pt x="57877" y="25807"/>
                        <a:pt x="57817" y="25712"/>
                        <a:pt x="57746" y="25688"/>
                      </a:cubicBezTo>
                      <a:cubicBezTo>
                        <a:pt x="57603" y="25629"/>
                        <a:pt x="57674" y="25581"/>
                        <a:pt x="57698" y="25486"/>
                      </a:cubicBezTo>
                      <a:cubicBezTo>
                        <a:pt x="57734" y="25272"/>
                        <a:pt x="57698" y="25034"/>
                        <a:pt x="57758" y="24843"/>
                      </a:cubicBezTo>
                      <a:cubicBezTo>
                        <a:pt x="57865" y="24557"/>
                        <a:pt x="57591" y="24319"/>
                        <a:pt x="57674" y="24057"/>
                      </a:cubicBezTo>
                      <a:cubicBezTo>
                        <a:pt x="57817" y="23640"/>
                        <a:pt x="57722" y="23200"/>
                        <a:pt x="57782" y="22771"/>
                      </a:cubicBezTo>
                      <a:cubicBezTo>
                        <a:pt x="57841" y="22319"/>
                        <a:pt x="57853" y="21807"/>
                        <a:pt x="57746" y="21319"/>
                      </a:cubicBezTo>
                      <a:cubicBezTo>
                        <a:pt x="57686" y="21033"/>
                        <a:pt x="57674" y="20676"/>
                        <a:pt x="57782" y="20402"/>
                      </a:cubicBezTo>
                      <a:cubicBezTo>
                        <a:pt x="57925" y="20045"/>
                        <a:pt x="57758" y="19664"/>
                        <a:pt x="57913" y="19319"/>
                      </a:cubicBezTo>
                      <a:cubicBezTo>
                        <a:pt x="57496" y="18818"/>
                        <a:pt x="58055" y="18235"/>
                        <a:pt x="57746" y="17723"/>
                      </a:cubicBezTo>
                      <a:cubicBezTo>
                        <a:pt x="57984" y="17509"/>
                        <a:pt x="57936" y="17140"/>
                        <a:pt x="57901" y="16949"/>
                      </a:cubicBezTo>
                      <a:cubicBezTo>
                        <a:pt x="57817" y="16473"/>
                        <a:pt x="57948" y="16021"/>
                        <a:pt x="57877" y="15580"/>
                      </a:cubicBezTo>
                      <a:cubicBezTo>
                        <a:pt x="57758" y="14901"/>
                        <a:pt x="57925" y="14246"/>
                        <a:pt x="57913" y="13592"/>
                      </a:cubicBezTo>
                      <a:cubicBezTo>
                        <a:pt x="57901" y="13068"/>
                        <a:pt x="57960" y="12532"/>
                        <a:pt x="58032" y="12008"/>
                      </a:cubicBezTo>
                      <a:cubicBezTo>
                        <a:pt x="58091" y="11615"/>
                        <a:pt x="57889" y="11198"/>
                        <a:pt x="57996" y="10794"/>
                      </a:cubicBezTo>
                      <a:cubicBezTo>
                        <a:pt x="58139" y="10234"/>
                        <a:pt x="57996" y="9674"/>
                        <a:pt x="58091" y="9103"/>
                      </a:cubicBezTo>
                      <a:cubicBezTo>
                        <a:pt x="58163" y="8722"/>
                        <a:pt x="57817" y="8305"/>
                        <a:pt x="58115" y="7900"/>
                      </a:cubicBezTo>
                      <a:cubicBezTo>
                        <a:pt x="58127" y="7889"/>
                        <a:pt x="58103" y="7853"/>
                        <a:pt x="58091" y="7829"/>
                      </a:cubicBezTo>
                      <a:cubicBezTo>
                        <a:pt x="57853" y="7341"/>
                        <a:pt x="58079" y="6805"/>
                        <a:pt x="57925" y="6305"/>
                      </a:cubicBezTo>
                      <a:cubicBezTo>
                        <a:pt x="57698" y="5650"/>
                        <a:pt x="57698" y="4924"/>
                        <a:pt x="57282" y="4317"/>
                      </a:cubicBezTo>
                      <a:cubicBezTo>
                        <a:pt x="56984" y="3876"/>
                        <a:pt x="56579" y="3543"/>
                        <a:pt x="56258" y="3126"/>
                      </a:cubicBezTo>
                      <a:cubicBezTo>
                        <a:pt x="55900" y="2686"/>
                        <a:pt x="55424" y="2328"/>
                        <a:pt x="54972" y="2043"/>
                      </a:cubicBezTo>
                      <a:cubicBezTo>
                        <a:pt x="54561" y="1784"/>
                        <a:pt x="54184" y="1364"/>
                        <a:pt x="53626" y="1364"/>
                      </a:cubicBezTo>
                      <a:cubicBezTo>
                        <a:pt x="53618" y="1364"/>
                        <a:pt x="53610" y="1364"/>
                        <a:pt x="53603" y="1364"/>
                      </a:cubicBezTo>
                      <a:cubicBezTo>
                        <a:pt x="53567" y="1364"/>
                        <a:pt x="53519" y="1340"/>
                        <a:pt x="53495" y="1328"/>
                      </a:cubicBezTo>
                      <a:cubicBezTo>
                        <a:pt x="53055" y="1031"/>
                        <a:pt x="52555" y="876"/>
                        <a:pt x="52043" y="876"/>
                      </a:cubicBezTo>
                      <a:cubicBezTo>
                        <a:pt x="51209" y="876"/>
                        <a:pt x="50447" y="531"/>
                        <a:pt x="49626" y="519"/>
                      </a:cubicBezTo>
                      <a:cubicBezTo>
                        <a:pt x="49090" y="507"/>
                        <a:pt x="36660" y="304"/>
                        <a:pt x="36112" y="257"/>
                      </a:cubicBezTo>
                      <a:cubicBezTo>
                        <a:pt x="36099" y="255"/>
                        <a:pt x="36085" y="255"/>
                        <a:pt x="36071" y="255"/>
                      </a:cubicBezTo>
                      <a:cubicBezTo>
                        <a:pt x="35929" y="255"/>
                        <a:pt x="35776" y="314"/>
                        <a:pt x="35630" y="314"/>
                      </a:cubicBezTo>
                      <a:cubicBezTo>
                        <a:pt x="35517" y="314"/>
                        <a:pt x="35409" y="278"/>
                        <a:pt x="35315" y="150"/>
                      </a:cubicBezTo>
                      <a:cubicBezTo>
                        <a:pt x="35310" y="141"/>
                        <a:pt x="35299" y="138"/>
                        <a:pt x="35285" y="138"/>
                      </a:cubicBezTo>
                      <a:cubicBezTo>
                        <a:pt x="35270" y="138"/>
                        <a:pt x="35252" y="141"/>
                        <a:pt x="35234" y="141"/>
                      </a:cubicBezTo>
                      <a:cubicBezTo>
                        <a:pt x="35225" y="141"/>
                        <a:pt x="35215" y="140"/>
                        <a:pt x="35207" y="138"/>
                      </a:cubicBezTo>
                      <a:cubicBezTo>
                        <a:pt x="35016" y="115"/>
                        <a:pt x="34824" y="109"/>
                        <a:pt x="34633" y="109"/>
                      </a:cubicBezTo>
                      <a:cubicBezTo>
                        <a:pt x="34445" y="109"/>
                        <a:pt x="34258" y="114"/>
                        <a:pt x="34070" y="114"/>
                      </a:cubicBezTo>
                      <a:cubicBezTo>
                        <a:pt x="33759" y="114"/>
                        <a:pt x="33447" y="99"/>
                        <a:pt x="33136" y="19"/>
                      </a:cubicBezTo>
                      <a:cubicBezTo>
                        <a:pt x="33083" y="5"/>
                        <a:pt x="33026" y="0"/>
                        <a:pt x="32967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182875" spcFirstLastPara="1" rIns="182875" wrap="square" tIns="2743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" sz="1200">
                      <a:solidFill>
                        <a:schemeClr val="dk1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Mercury is the closest planet to the great Sun</a:t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</p:grpSp>
          <p:sp>
            <p:nvSpPr>
              <p:cNvPr id="603" name="Google Shape;603;p29"/>
              <p:cNvSpPr/>
              <p:nvPr/>
            </p:nvSpPr>
            <p:spPr>
              <a:xfrm>
                <a:off x="1663859" y="2264539"/>
                <a:ext cx="132793" cy="393862"/>
              </a:xfrm>
              <a:custGeom>
                <a:rect b="b" l="l" r="r" t="t"/>
                <a:pathLst>
                  <a:path extrusionOk="0" h="19887" w="6705">
                    <a:moveTo>
                      <a:pt x="2073" y="0"/>
                    </a:moveTo>
                    <a:cubicBezTo>
                      <a:pt x="2025" y="84"/>
                      <a:pt x="1966" y="155"/>
                      <a:pt x="1954" y="238"/>
                    </a:cubicBezTo>
                    <a:cubicBezTo>
                      <a:pt x="1811" y="762"/>
                      <a:pt x="1525" y="1238"/>
                      <a:pt x="1299" y="1727"/>
                    </a:cubicBezTo>
                    <a:cubicBezTo>
                      <a:pt x="989" y="2417"/>
                      <a:pt x="775" y="3132"/>
                      <a:pt x="584" y="3858"/>
                    </a:cubicBezTo>
                    <a:cubicBezTo>
                      <a:pt x="442" y="4417"/>
                      <a:pt x="334" y="4989"/>
                      <a:pt x="263" y="5560"/>
                    </a:cubicBezTo>
                    <a:cubicBezTo>
                      <a:pt x="215" y="5941"/>
                      <a:pt x="132" y="6334"/>
                      <a:pt x="84" y="6715"/>
                    </a:cubicBezTo>
                    <a:cubicBezTo>
                      <a:pt x="1" y="7465"/>
                      <a:pt x="37" y="8204"/>
                      <a:pt x="84" y="8954"/>
                    </a:cubicBezTo>
                    <a:cubicBezTo>
                      <a:pt x="132" y="9656"/>
                      <a:pt x="239" y="10347"/>
                      <a:pt x="394" y="11037"/>
                    </a:cubicBezTo>
                    <a:cubicBezTo>
                      <a:pt x="549" y="11704"/>
                      <a:pt x="751" y="12347"/>
                      <a:pt x="989" y="12990"/>
                    </a:cubicBezTo>
                    <a:cubicBezTo>
                      <a:pt x="1227" y="13633"/>
                      <a:pt x="1418" y="14276"/>
                      <a:pt x="1704" y="14907"/>
                    </a:cubicBezTo>
                    <a:cubicBezTo>
                      <a:pt x="1894" y="15324"/>
                      <a:pt x="2001" y="15776"/>
                      <a:pt x="2287" y="16169"/>
                    </a:cubicBezTo>
                    <a:cubicBezTo>
                      <a:pt x="2430" y="16371"/>
                      <a:pt x="2489" y="16657"/>
                      <a:pt x="2585" y="16895"/>
                    </a:cubicBezTo>
                    <a:cubicBezTo>
                      <a:pt x="2656" y="17098"/>
                      <a:pt x="2668" y="17312"/>
                      <a:pt x="2799" y="17490"/>
                    </a:cubicBezTo>
                    <a:cubicBezTo>
                      <a:pt x="2858" y="17574"/>
                      <a:pt x="2799" y="17609"/>
                      <a:pt x="2728" y="17645"/>
                    </a:cubicBezTo>
                    <a:cubicBezTo>
                      <a:pt x="2382" y="17824"/>
                      <a:pt x="2168" y="18157"/>
                      <a:pt x="1858" y="18371"/>
                    </a:cubicBezTo>
                    <a:cubicBezTo>
                      <a:pt x="1608" y="18550"/>
                      <a:pt x="1680" y="18681"/>
                      <a:pt x="1858" y="18836"/>
                    </a:cubicBezTo>
                    <a:cubicBezTo>
                      <a:pt x="2156" y="19098"/>
                      <a:pt x="2549" y="19205"/>
                      <a:pt x="2906" y="19336"/>
                    </a:cubicBezTo>
                    <a:cubicBezTo>
                      <a:pt x="3644" y="19598"/>
                      <a:pt x="4430" y="19705"/>
                      <a:pt x="5204" y="19872"/>
                    </a:cubicBezTo>
                    <a:cubicBezTo>
                      <a:pt x="5254" y="19882"/>
                      <a:pt x="5305" y="19886"/>
                      <a:pt x="5359" y="19886"/>
                    </a:cubicBezTo>
                    <a:cubicBezTo>
                      <a:pt x="5549" y="19886"/>
                      <a:pt x="5759" y="19833"/>
                      <a:pt x="5954" y="19824"/>
                    </a:cubicBezTo>
                    <a:cubicBezTo>
                      <a:pt x="6061" y="19812"/>
                      <a:pt x="6073" y="19741"/>
                      <a:pt x="6097" y="19669"/>
                    </a:cubicBezTo>
                    <a:cubicBezTo>
                      <a:pt x="6383" y="18967"/>
                      <a:pt x="6585" y="18241"/>
                      <a:pt x="6657" y="17490"/>
                    </a:cubicBezTo>
                    <a:cubicBezTo>
                      <a:pt x="6704" y="16967"/>
                      <a:pt x="6692" y="16443"/>
                      <a:pt x="6692" y="15931"/>
                    </a:cubicBezTo>
                    <a:cubicBezTo>
                      <a:pt x="6692" y="15746"/>
                      <a:pt x="6590" y="15625"/>
                      <a:pt x="6436" y="15625"/>
                    </a:cubicBezTo>
                    <a:cubicBezTo>
                      <a:pt x="6401" y="15625"/>
                      <a:pt x="6363" y="15632"/>
                      <a:pt x="6323" y="15645"/>
                    </a:cubicBezTo>
                    <a:cubicBezTo>
                      <a:pt x="6109" y="15728"/>
                      <a:pt x="5859" y="15788"/>
                      <a:pt x="5692" y="15978"/>
                    </a:cubicBezTo>
                    <a:cubicBezTo>
                      <a:pt x="5581" y="16101"/>
                      <a:pt x="5485" y="16161"/>
                      <a:pt x="5393" y="16161"/>
                    </a:cubicBezTo>
                    <a:cubicBezTo>
                      <a:pt x="5288" y="16161"/>
                      <a:pt x="5187" y="16083"/>
                      <a:pt x="5073" y="15931"/>
                    </a:cubicBezTo>
                    <a:cubicBezTo>
                      <a:pt x="4680" y="15407"/>
                      <a:pt x="4430" y="14800"/>
                      <a:pt x="4156" y="14216"/>
                    </a:cubicBezTo>
                    <a:cubicBezTo>
                      <a:pt x="3871" y="13597"/>
                      <a:pt x="3704" y="12954"/>
                      <a:pt x="3609" y="12299"/>
                    </a:cubicBezTo>
                    <a:cubicBezTo>
                      <a:pt x="3549" y="11930"/>
                      <a:pt x="3370" y="11585"/>
                      <a:pt x="3370" y="11204"/>
                    </a:cubicBezTo>
                    <a:cubicBezTo>
                      <a:pt x="3370" y="10954"/>
                      <a:pt x="3335" y="10704"/>
                      <a:pt x="3275" y="10466"/>
                    </a:cubicBezTo>
                    <a:cubicBezTo>
                      <a:pt x="3120" y="9811"/>
                      <a:pt x="3239" y="9156"/>
                      <a:pt x="3204" y="8501"/>
                    </a:cubicBezTo>
                    <a:cubicBezTo>
                      <a:pt x="3168" y="7954"/>
                      <a:pt x="3192" y="7406"/>
                      <a:pt x="3275" y="6858"/>
                    </a:cubicBezTo>
                    <a:cubicBezTo>
                      <a:pt x="3335" y="6477"/>
                      <a:pt x="3263" y="6060"/>
                      <a:pt x="3394" y="5703"/>
                    </a:cubicBezTo>
                    <a:cubicBezTo>
                      <a:pt x="3561" y="5203"/>
                      <a:pt x="3620" y="4679"/>
                      <a:pt x="3823" y="4191"/>
                    </a:cubicBezTo>
                    <a:cubicBezTo>
                      <a:pt x="4156" y="3393"/>
                      <a:pt x="4382" y="2560"/>
                      <a:pt x="4775" y="1774"/>
                    </a:cubicBezTo>
                    <a:cubicBezTo>
                      <a:pt x="4930" y="1477"/>
                      <a:pt x="5049" y="1155"/>
                      <a:pt x="5180" y="846"/>
                    </a:cubicBezTo>
                    <a:cubicBezTo>
                      <a:pt x="5141" y="827"/>
                      <a:pt x="5105" y="820"/>
                      <a:pt x="5072" y="820"/>
                    </a:cubicBezTo>
                    <a:cubicBezTo>
                      <a:pt x="4958" y="820"/>
                      <a:pt x="4877" y="910"/>
                      <a:pt x="4775" y="929"/>
                    </a:cubicBezTo>
                    <a:cubicBezTo>
                      <a:pt x="4347" y="1036"/>
                      <a:pt x="3894" y="1060"/>
                      <a:pt x="3537" y="1393"/>
                    </a:cubicBezTo>
                    <a:cubicBezTo>
                      <a:pt x="3415" y="1510"/>
                      <a:pt x="3245" y="1577"/>
                      <a:pt x="3078" y="1577"/>
                    </a:cubicBezTo>
                    <a:cubicBezTo>
                      <a:pt x="2837" y="1577"/>
                      <a:pt x="2602" y="1438"/>
                      <a:pt x="2525" y="1107"/>
                    </a:cubicBezTo>
                    <a:cubicBezTo>
                      <a:pt x="2430" y="726"/>
                      <a:pt x="2216" y="393"/>
                      <a:pt x="20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29"/>
              <p:cNvSpPr/>
              <p:nvPr/>
            </p:nvSpPr>
            <p:spPr>
              <a:xfrm>
                <a:off x="1524504" y="1468520"/>
                <a:ext cx="617342" cy="743500"/>
              </a:xfrm>
              <a:custGeom>
                <a:rect b="b" l="l" r="r" t="t"/>
                <a:pathLst>
                  <a:path extrusionOk="0" h="37541" w="31171">
                    <a:moveTo>
                      <a:pt x="15652" y="0"/>
                    </a:moveTo>
                    <a:cubicBezTo>
                      <a:pt x="15424" y="0"/>
                      <a:pt x="15199" y="25"/>
                      <a:pt x="14990" y="43"/>
                    </a:cubicBezTo>
                    <a:cubicBezTo>
                      <a:pt x="14466" y="103"/>
                      <a:pt x="13931" y="79"/>
                      <a:pt x="13395" y="222"/>
                    </a:cubicBezTo>
                    <a:cubicBezTo>
                      <a:pt x="12978" y="353"/>
                      <a:pt x="12502" y="329"/>
                      <a:pt x="12050" y="436"/>
                    </a:cubicBezTo>
                    <a:cubicBezTo>
                      <a:pt x="11645" y="532"/>
                      <a:pt x="11216" y="615"/>
                      <a:pt x="10871" y="770"/>
                    </a:cubicBezTo>
                    <a:cubicBezTo>
                      <a:pt x="10347" y="1008"/>
                      <a:pt x="9740" y="1103"/>
                      <a:pt x="9275" y="1472"/>
                    </a:cubicBezTo>
                    <a:cubicBezTo>
                      <a:pt x="8918" y="1746"/>
                      <a:pt x="8406" y="1794"/>
                      <a:pt x="8132" y="2187"/>
                    </a:cubicBezTo>
                    <a:cubicBezTo>
                      <a:pt x="8109" y="2222"/>
                      <a:pt x="8073" y="2270"/>
                      <a:pt x="8025" y="2282"/>
                    </a:cubicBezTo>
                    <a:cubicBezTo>
                      <a:pt x="7585" y="2377"/>
                      <a:pt x="7299" y="2687"/>
                      <a:pt x="6954" y="2925"/>
                    </a:cubicBezTo>
                    <a:cubicBezTo>
                      <a:pt x="6763" y="3056"/>
                      <a:pt x="6644" y="3330"/>
                      <a:pt x="6513" y="3365"/>
                    </a:cubicBezTo>
                    <a:cubicBezTo>
                      <a:pt x="6049" y="3508"/>
                      <a:pt x="5858" y="3925"/>
                      <a:pt x="5549" y="4199"/>
                    </a:cubicBezTo>
                    <a:cubicBezTo>
                      <a:pt x="5037" y="4663"/>
                      <a:pt x="4668" y="5258"/>
                      <a:pt x="4179" y="5758"/>
                    </a:cubicBezTo>
                    <a:cubicBezTo>
                      <a:pt x="4049" y="5901"/>
                      <a:pt x="4168" y="6068"/>
                      <a:pt x="4013" y="6151"/>
                    </a:cubicBezTo>
                    <a:cubicBezTo>
                      <a:pt x="3560" y="6389"/>
                      <a:pt x="3429" y="6842"/>
                      <a:pt x="3239" y="7247"/>
                    </a:cubicBezTo>
                    <a:cubicBezTo>
                      <a:pt x="3195" y="7346"/>
                      <a:pt x="3161" y="7381"/>
                      <a:pt x="3117" y="7381"/>
                    </a:cubicBezTo>
                    <a:cubicBezTo>
                      <a:pt x="3076" y="7381"/>
                      <a:pt x="3027" y="7352"/>
                      <a:pt x="2953" y="7318"/>
                    </a:cubicBezTo>
                    <a:lnTo>
                      <a:pt x="2953" y="7318"/>
                    </a:lnTo>
                    <a:cubicBezTo>
                      <a:pt x="3287" y="7687"/>
                      <a:pt x="2644" y="7782"/>
                      <a:pt x="2786" y="8068"/>
                    </a:cubicBezTo>
                    <a:cubicBezTo>
                      <a:pt x="2429" y="8318"/>
                      <a:pt x="2405" y="8747"/>
                      <a:pt x="2215" y="9092"/>
                    </a:cubicBezTo>
                    <a:cubicBezTo>
                      <a:pt x="2072" y="9330"/>
                      <a:pt x="1834" y="9592"/>
                      <a:pt x="1834" y="9795"/>
                    </a:cubicBezTo>
                    <a:cubicBezTo>
                      <a:pt x="1834" y="10116"/>
                      <a:pt x="1679" y="10414"/>
                      <a:pt x="1572" y="10592"/>
                    </a:cubicBezTo>
                    <a:cubicBezTo>
                      <a:pt x="1358" y="10914"/>
                      <a:pt x="1370" y="11295"/>
                      <a:pt x="1155" y="11628"/>
                    </a:cubicBezTo>
                    <a:cubicBezTo>
                      <a:pt x="1024" y="11831"/>
                      <a:pt x="881" y="12188"/>
                      <a:pt x="905" y="12462"/>
                    </a:cubicBezTo>
                    <a:cubicBezTo>
                      <a:pt x="917" y="12712"/>
                      <a:pt x="465" y="12878"/>
                      <a:pt x="810" y="13140"/>
                    </a:cubicBezTo>
                    <a:cubicBezTo>
                      <a:pt x="790" y="13150"/>
                      <a:pt x="760" y="13178"/>
                      <a:pt x="737" y="13178"/>
                    </a:cubicBezTo>
                    <a:cubicBezTo>
                      <a:pt x="734" y="13178"/>
                      <a:pt x="730" y="13178"/>
                      <a:pt x="727" y="13176"/>
                    </a:cubicBezTo>
                    <a:cubicBezTo>
                      <a:pt x="584" y="13176"/>
                      <a:pt x="584" y="13295"/>
                      <a:pt x="584" y="13355"/>
                    </a:cubicBezTo>
                    <a:cubicBezTo>
                      <a:pt x="584" y="13950"/>
                      <a:pt x="584" y="13950"/>
                      <a:pt x="334" y="14367"/>
                    </a:cubicBezTo>
                    <a:cubicBezTo>
                      <a:pt x="322" y="14390"/>
                      <a:pt x="322" y="14414"/>
                      <a:pt x="322" y="14438"/>
                    </a:cubicBezTo>
                    <a:cubicBezTo>
                      <a:pt x="453" y="14771"/>
                      <a:pt x="346" y="15129"/>
                      <a:pt x="286" y="15426"/>
                    </a:cubicBezTo>
                    <a:cubicBezTo>
                      <a:pt x="179" y="16022"/>
                      <a:pt x="322" y="16629"/>
                      <a:pt x="108" y="17200"/>
                    </a:cubicBezTo>
                    <a:cubicBezTo>
                      <a:pt x="72" y="17331"/>
                      <a:pt x="96" y="17510"/>
                      <a:pt x="108" y="17653"/>
                    </a:cubicBezTo>
                    <a:cubicBezTo>
                      <a:pt x="143" y="18058"/>
                      <a:pt x="286" y="18474"/>
                      <a:pt x="60" y="18867"/>
                    </a:cubicBezTo>
                    <a:cubicBezTo>
                      <a:pt x="12" y="18950"/>
                      <a:pt x="60" y="18962"/>
                      <a:pt x="131" y="18986"/>
                    </a:cubicBezTo>
                    <a:cubicBezTo>
                      <a:pt x="179" y="19010"/>
                      <a:pt x="227" y="19058"/>
                      <a:pt x="262" y="19093"/>
                    </a:cubicBezTo>
                    <a:cubicBezTo>
                      <a:pt x="0" y="19343"/>
                      <a:pt x="334" y="19582"/>
                      <a:pt x="322" y="19832"/>
                    </a:cubicBezTo>
                    <a:cubicBezTo>
                      <a:pt x="310" y="20082"/>
                      <a:pt x="227" y="20403"/>
                      <a:pt x="489" y="20641"/>
                    </a:cubicBezTo>
                    <a:cubicBezTo>
                      <a:pt x="524" y="20677"/>
                      <a:pt x="524" y="20772"/>
                      <a:pt x="512" y="20844"/>
                    </a:cubicBezTo>
                    <a:cubicBezTo>
                      <a:pt x="512" y="21201"/>
                      <a:pt x="774" y="21558"/>
                      <a:pt x="536" y="21915"/>
                    </a:cubicBezTo>
                    <a:cubicBezTo>
                      <a:pt x="774" y="22070"/>
                      <a:pt x="762" y="22332"/>
                      <a:pt x="858" y="22558"/>
                    </a:cubicBezTo>
                    <a:cubicBezTo>
                      <a:pt x="1060" y="23011"/>
                      <a:pt x="1012" y="23511"/>
                      <a:pt x="1298" y="23951"/>
                    </a:cubicBezTo>
                    <a:cubicBezTo>
                      <a:pt x="1477" y="24225"/>
                      <a:pt x="1512" y="24594"/>
                      <a:pt x="1643" y="24892"/>
                    </a:cubicBezTo>
                    <a:cubicBezTo>
                      <a:pt x="1751" y="25166"/>
                      <a:pt x="1905" y="25463"/>
                      <a:pt x="2013" y="25737"/>
                    </a:cubicBezTo>
                    <a:cubicBezTo>
                      <a:pt x="2191" y="26201"/>
                      <a:pt x="2453" y="26630"/>
                      <a:pt x="2644" y="27082"/>
                    </a:cubicBezTo>
                    <a:cubicBezTo>
                      <a:pt x="2810" y="27475"/>
                      <a:pt x="3001" y="27880"/>
                      <a:pt x="3298" y="28225"/>
                    </a:cubicBezTo>
                    <a:cubicBezTo>
                      <a:pt x="3560" y="28547"/>
                      <a:pt x="3739" y="28952"/>
                      <a:pt x="3953" y="29321"/>
                    </a:cubicBezTo>
                    <a:cubicBezTo>
                      <a:pt x="4346" y="29988"/>
                      <a:pt x="4787" y="30607"/>
                      <a:pt x="5263" y="31214"/>
                    </a:cubicBezTo>
                    <a:cubicBezTo>
                      <a:pt x="5715" y="31809"/>
                      <a:pt x="6227" y="32369"/>
                      <a:pt x="6727" y="32940"/>
                    </a:cubicBezTo>
                    <a:cubicBezTo>
                      <a:pt x="7001" y="33250"/>
                      <a:pt x="7311" y="33536"/>
                      <a:pt x="7620" y="33821"/>
                    </a:cubicBezTo>
                    <a:cubicBezTo>
                      <a:pt x="8085" y="34238"/>
                      <a:pt x="8513" y="34702"/>
                      <a:pt x="8990" y="35107"/>
                    </a:cubicBezTo>
                    <a:cubicBezTo>
                      <a:pt x="9383" y="35441"/>
                      <a:pt x="9775" y="35762"/>
                      <a:pt x="10192" y="36060"/>
                    </a:cubicBezTo>
                    <a:cubicBezTo>
                      <a:pt x="10907" y="36560"/>
                      <a:pt x="11704" y="36965"/>
                      <a:pt x="12431" y="37453"/>
                    </a:cubicBezTo>
                    <a:cubicBezTo>
                      <a:pt x="12491" y="37495"/>
                      <a:pt x="12558" y="37541"/>
                      <a:pt x="12623" y="37541"/>
                    </a:cubicBezTo>
                    <a:cubicBezTo>
                      <a:pt x="12686" y="37541"/>
                      <a:pt x="12747" y="37498"/>
                      <a:pt x="12800" y="37369"/>
                    </a:cubicBezTo>
                    <a:cubicBezTo>
                      <a:pt x="13097" y="36679"/>
                      <a:pt x="13169" y="35929"/>
                      <a:pt x="13323" y="35214"/>
                    </a:cubicBezTo>
                    <a:cubicBezTo>
                      <a:pt x="13478" y="34512"/>
                      <a:pt x="13681" y="33833"/>
                      <a:pt x="13883" y="33155"/>
                    </a:cubicBezTo>
                    <a:cubicBezTo>
                      <a:pt x="13919" y="33000"/>
                      <a:pt x="13800" y="32869"/>
                      <a:pt x="13907" y="32750"/>
                    </a:cubicBezTo>
                    <a:cubicBezTo>
                      <a:pt x="14097" y="32535"/>
                      <a:pt x="14074" y="32250"/>
                      <a:pt x="14169" y="32000"/>
                    </a:cubicBezTo>
                    <a:cubicBezTo>
                      <a:pt x="14312" y="31631"/>
                      <a:pt x="14300" y="31202"/>
                      <a:pt x="14621" y="30881"/>
                    </a:cubicBezTo>
                    <a:cubicBezTo>
                      <a:pt x="14701" y="30801"/>
                      <a:pt x="14747" y="30743"/>
                      <a:pt x="14794" y="30743"/>
                    </a:cubicBezTo>
                    <a:cubicBezTo>
                      <a:pt x="14830" y="30743"/>
                      <a:pt x="14866" y="30779"/>
                      <a:pt x="14919" y="30869"/>
                    </a:cubicBezTo>
                    <a:cubicBezTo>
                      <a:pt x="14981" y="30972"/>
                      <a:pt x="15079" y="31040"/>
                      <a:pt x="15175" y="31040"/>
                    </a:cubicBezTo>
                    <a:cubicBezTo>
                      <a:pt x="15189" y="31040"/>
                      <a:pt x="15203" y="31038"/>
                      <a:pt x="15217" y="31035"/>
                    </a:cubicBezTo>
                    <a:cubicBezTo>
                      <a:pt x="15740" y="30916"/>
                      <a:pt x="16276" y="30857"/>
                      <a:pt x="16812" y="30821"/>
                    </a:cubicBezTo>
                    <a:cubicBezTo>
                      <a:pt x="16841" y="30818"/>
                      <a:pt x="16871" y="30817"/>
                      <a:pt x="16900" y="30817"/>
                    </a:cubicBezTo>
                    <a:cubicBezTo>
                      <a:pt x="17043" y="30817"/>
                      <a:pt x="17186" y="30844"/>
                      <a:pt x="17318" y="30844"/>
                    </a:cubicBezTo>
                    <a:cubicBezTo>
                      <a:pt x="17392" y="30844"/>
                      <a:pt x="17462" y="30836"/>
                      <a:pt x="17526" y="30809"/>
                    </a:cubicBezTo>
                    <a:cubicBezTo>
                      <a:pt x="18050" y="30619"/>
                      <a:pt x="18610" y="30714"/>
                      <a:pt x="19146" y="30607"/>
                    </a:cubicBezTo>
                    <a:cubicBezTo>
                      <a:pt x="19479" y="30535"/>
                      <a:pt x="19884" y="30523"/>
                      <a:pt x="20217" y="30428"/>
                    </a:cubicBezTo>
                    <a:cubicBezTo>
                      <a:pt x="20646" y="30309"/>
                      <a:pt x="21086" y="30202"/>
                      <a:pt x="21503" y="29999"/>
                    </a:cubicBezTo>
                    <a:cubicBezTo>
                      <a:pt x="21801" y="29857"/>
                      <a:pt x="22182" y="29785"/>
                      <a:pt x="22527" y="29654"/>
                    </a:cubicBezTo>
                    <a:cubicBezTo>
                      <a:pt x="22908" y="29499"/>
                      <a:pt x="23241" y="29285"/>
                      <a:pt x="23610" y="29106"/>
                    </a:cubicBezTo>
                    <a:cubicBezTo>
                      <a:pt x="23956" y="28940"/>
                      <a:pt x="24194" y="28618"/>
                      <a:pt x="24539" y="28452"/>
                    </a:cubicBezTo>
                    <a:cubicBezTo>
                      <a:pt x="25004" y="28225"/>
                      <a:pt x="25396" y="27880"/>
                      <a:pt x="25730" y="27535"/>
                    </a:cubicBezTo>
                    <a:cubicBezTo>
                      <a:pt x="26182" y="27059"/>
                      <a:pt x="26635" y="26547"/>
                      <a:pt x="27111" y="26082"/>
                    </a:cubicBezTo>
                    <a:cubicBezTo>
                      <a:pt x="27659" y="25558"/>
                      <a:pt x="28028" y="24904"/>
                      <a:pt x="28540" y="24356"/>
                    </a:cubicBezTo>
                    <a:cubicBezTo>
                      <a:pt x="28944" y="23915"/>
                      <a:pt x="29111" y="23284"/>
                      <a:pt x="29456" y="22772"/>
                    </a:cubicBezTo>
                    <a:cubicBezTo>
                      <a:pt x="29754" y="22332"/>
                      <a:pt x="29921" y="21796"/>
                      <a:pt x="30123" y="21296"/>
                    </a:cubicBezTo>
                    <a:cubicBezTo>
                      <a:pt x="30314" y="20796"/>
                      <a:pt x="30373" y="20248"/>
                      <a:pt x="30564" y="19760"/>
                    </a:cubicBezTo>
                    <a:cubicBezTo>
                      <a:pt x="30730" y="19355"/>
                      <a:pt x="30707" y="18927"/>
                      <a:pt x="30826" y="18522"/>
                    </a:cubicBezTo>
                    <a:cubicBezTo>
                      <a:pt x="30921" y="18224"/>
                      <a:pt x="30980" y="17891"/>
                      <a:pt x="30992" y="17605"/>
                    </a:cubicBezTo>
                    <a:cubicBezTo>
                      <a:pt x="31004" y="17153"/>
                      <a:pt x="31088" y="16712"/>
                      <a:pt x="31111" y="16272"/>
                    </a:cubicBezTo>
                    <a:cubicBezTo>
                      <a:pt x="31171" y="15426"/>
                      <a:pt x="31052" y="14593"/>
                      <a:pt x="31088" y="13747"/>
                    </a:cubicBezTo>
                    <a:cubicBezTo>
                      <a:pt x="31111" y="13247"/>
                      <a:pt x="30778" y="12712"/>
                      <a:pt x="30838" y="12164"/>
                    </a:cubicBezTo>
                    <a:cubicBezTo>
                      <a:pt x="30861" y="11938"/>
                      <a:pt x="30635" y="11866"/>
                      <a:pt x="30611" y="11712"/>
                    </a:cubicBezTo>
                    <a:cubicBezTo>
                      <a:pt x="30540" y="11295"/>
                      <a:pt x="30397" y="10902"/>
                      <a:pt x="30254" y="10497"/>
                    </a:cubicBezTo>
                    <a:cubicBezTo>
                      <a:pt x="30171" y="10259"/>
                      <a:pt x="30123" y="10009"/>
                      <a:pt x="29980" y="9783"/>
                    </a:cubicBezTo>
                    <a:cubicBezTo>
                      <a:pt x="29849" y="9568"/>
                      <a:pt x="29683" y="9342"/>
                      <a:pt x="29826" y="9056"/>
                    </a:cubicBezTo>
                    <a:cubicBezTo>
                      <a:pt x="29861" y="9009"/>
                      <a:pt x="29814" y="8937"/>
                      <a:pt x="29754" y="8914"/>
                    </a:cubicBezTo>
                    <a:cubicBezTo>
                      <a:pt x="29492" y="8783"/>
                      <a:pt x="29468" y="8533"/>
                      <a:pt x="29385" y="8318"/>
                    </a:cubicBezTo>
                    <a:cubicBezTo>
                      <a:pt x="29361" y="8259"/>
                      <a:pt x="29373" y="8187"/>
                      <a:pt x="29337" y="8152"/>
                    </a:cubicBezTo>
                    <a:cubicBezTo>
                      <a:pt x="29147" y="7973"/>
                      <a:pt x="29040" y="7747"/>
                      <a:pt x="29004" y="7521"/>
                    </a:cubicBezTo>
                    <a:cubicBezTo>
                      <a:pt x="28992" y="7449"/>
                      <a:pt x="28956" y="7342"/>
                      <a:pt x="28909" y="7330"/>
                    </a:cubicBezTo>
                    <a:cubicBezTo>
                      <a:pt x="28611" y="7247"/>
                      <a:pt x="28575" y="6985"/>
                      <a:pt x="28456" y="6770"/>
                    </a:cubicBezTo>
                    <a:cubicBezTo>
                      <a:pt x="28385" y="6616"/>
                      <a:pt x="28242" y="6378"/>
                      <a:pt x="28182" y="6354"/>
                    </a:cubicBezTo>
                    <a:cubicBezTo>
                      <a:pt x="27682" y="6104"/>
                      <a:pt x="27599" y="5544"/>
                      <a:pt x="27194" y="5199"/>
                    </a:cubicBezTo>
                    <a:cubicBezTo>
                      <a:pt x="26718" y="4794"/>
                      <a:pt x="26349" y="4222"/>
                      <a:pt x="25861" y="3794"/>
                    </a:cubicBezTo>
                    <a:cubicBezTo>
                      <a:pt x="25670" y="3615"/>
                      <a:pt x="25373" y="3484"/>
                      <a:pt x="25242" y="3318"/>
                    </a:cubicBezTo>
                    <a:cubicBezTo>
                      <a:pt x="24849" y="2829"/>
                      <a:pt x="24230" y="2663"/>
                      <a:pt x="23813" y="2234"/>
                    </a:cubicBezTo>
                    <a:cubicBezTo>
                      <a:pt x="23765" y="2175"/>
                      <a:pt x="23670" y="2139"/>
                      <a:pt x="23587" y="2127"/>
                    </a:cubicBezTo>
                    <a:cubicBezTo>
                      <a:pt x="23313" y="2103"/>
                      <a:pt x="23087" y="1925"/>
                      <a:pt x="22872" y="1794"/>
                    </a:cubicBezTo>
                    <a:cubicBezTo>
                      <a:pt x="22206" y="1365"/>
                      <a:pt x="21444" y="1151"/>
                      <a:pt x="20741" y="805"/>
                    </a:cubicBezTo>
                    <a:cubicBezTo>
                      <a:pt x="20432" y="651"/>
                      <a:pt x="20122" y="734"/>
                      <a:pt x="19836" y="579"/>
                    </a:cubicBezTo>
                    <a:cubicBezTo>
                      <a:pt x="19277" y="270"/>
                      <a:pt x="18586" y="472"/>
                      <a:pt x="18026" y="151"/>
                    </a:cubicBezTo>
                    <a:cubicBezTo>
                      <a:pt x="17924" y="200"/>
                      <a:pt x="17823" y="218"/>
                      <a:pt x="17723" y="218"/>
                    </a:cubicBezTo>
                    <a:cubicBezTo>
                      <a:pt x="17455" y="218"/>
                      <a:pt x="17191" y="90"/>
                      <a:pt x="16911" y="90"/>
                    </a:cubicBezTo>
                    <a:cubicBezTo>
                      <a:pt x="16894" y="90"/>
                      <a:pt x="16877" y="90"/>
                      <a:pt x="16860" y="91"/>
                    </a:cubicBezTo>
                    <a:cubicBezTo>
                      <a:pt x="16754" y="99"/>
                      <a:pt x="16630" y="120"/>
                      <a:pt x="16505" y="120"/>
                    </a:cubicBezTo>
                    <a:cubicBezTo>
                      <a:pt x="16432" y="120"/>
                      <a:pt x="16358" y="113"/>
                      <a:pt x="16288" y="91"/>
                    </a:cubicBezTo>
                    <a:cubicBezTo>
                      <a:pt x="16081" y="22"/>
                      <a:pt x="15865" y="0"/>
                      <a:pt x="1565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29"/>
              <p:cNvSpPr/>
              <p:nvPr/>
            </p:nvSpPr>
            <p:spPr>
              <a:xfrm>
                <a:off x="1506104" y="1452358"/>
                <a:ext cx="658853" cy="778495"/>
              </a:xfrm>
              <a:custGeom>
                <a:rect b="b" l="l" r="r" t="t"/>
                <a:pathLst>
                  <a:path extrusionOk="0" h="39308" w="33267">
                    <a:moveTo>
                      <a:pt x="16581" y="816"/>
                    </a:moveTo>
                    <a:cubicBezTo>
                      <a:pt x="16794" y="816"/>
                      <a:pt x="17010" y="838"/>
                      <a:pt x="17217" y="907"/>
                    </a:cubicBezTo>
                    <a:cubicBezTo>
                      <a:pt x="17287" y="929"/>
                      <a:pt x="17361" y="936"/>
                      <a:pt x="17434" y="936"/>
                    </a:cubicBezTo>
                    <a:cubicBezTo>
                      <a:pt x="17559" y="936"/>
                      <a:pt x="17683" y="915"/>
                      <a:pt x="17789" y="907"/>
                    </a:cubicBezTo>
                    <a:cubicBezTo>
                      <a:pt x="17806" y="906"/>
                      <a:pt x="17823" y="906"/>
                      <a:pt x="17840" y="906"/>
                    </a:cubicBezTo>
                    <a:cubicBezTo>
                      <a:pt x="18120" y="906"/>
                      <a:pt x="18384" y="1034"/>
                      <a:pt x="18652" y="1034"/>
                    </a:cubicBezTo>
                    <a:cubicBezTo>
                      <a:pt x="18752" y="1034"/>
                      <a:pt x="18853" y="1016"/>
                      <a:pt x="18955" y="967"/>
                    </a:cubicBezTo>
                    <a:cubicBezTo>
                      <a:pt x="19515" y="1288"/>
                      <a:pt x="20206" y="1086"/>
                      <a:pt x="20765" y="1395"/>
                    </a:cubicBezTo>
                    <a:cubicBezTo>
                      <a:pt x="21051" y="1550"/>
                      <a:pt x="21361" y="1467"/>
                      <a:pt x="21670" y="1621"/>
                    </a:cubicBezTo>
                    <a:cubicBezTo>
                      <a:pt x="22373" y="1967"/>
                      <a:pt x="23135" y="2181"/>
                      <a:pt x="23801" y="2610"/>
                    </a:cubicBezTo>
                    <a:cubicBezTo>
                      <a:pt x="24016" y="2741"/>
                      <a:pt x="24242" y="2919"/>
                      <a:pt x="24516" y="2943"/>
                    </a:cubicBezTo>
                    <a:cubicBezTo>
                      <a:pt x="24599" y="2955"/>
                      <a:pt x="24694" y="2991"/>
                      <a:pt x="24742" y="3050"/>
                    </a:cubicBezTo>
                    <a:cubicBezTo>
                      <a:pt x="25159" y="3479"/>
                      <a:pt x="25778" y="3645"/>
                      <a:pt x="26171" y="4134"/>
                    </a:cubicBezTo>
                    <a:cubicBezTo>
                      <a:pt x="26302" y="4300"/>
                      <a:pt x="26599" y="4431"/>
                      <a:pt x="26790" y="4610"/>
                    </a:cubicBezTo>
                    <a:cubicBezTo>
                      <a:pt x="27278" y="5038"/>
                      <a:pt x="27647" y="5610"/>
                      <a:pt x="28123" y="6015"/>
                    </a:cubicBezTo>
                    <a:cubicBezTo>
                      <a:pt x="28528" y="6360"/>
                      <a:pt x="28611" y="6920"/>
                      <a:pt x="29111" y="7170"/>
                    </a:cubicBezTo>
                    <a:cubicBezTo>
                      <a:pt x="29171" y="7194"/>
                      <a:pt x="29314" y="7432"/>
                      <a:pt x="29385" y="7586"/>
                    </a:cubicBezTo>
                    <a:cubicBezTo>
                      <a:pt x="29504" y="7801"/>
                      <a:pt x="29540" y="8063"/>
                      <a:pt x="29838" y="8146"/>
                    </a:cubicBezTo>
                    <a:cubicBezTo>
                      <a:pt x="29885" y="8158"/>
                      <a:pt x="29921" y="8265"/>
                      <a:pt x="29933" y="8337"/>
                    </a:cubicBezTo>
                    <a:cubicBezTo>
                      <a:pt x="29969" y="8563"/>
                      <a:pt x="30076" y="8789"/>
                      <a:pt x="30266" y="8968"/>
                    </a:cubicBezTo>
                    <a:cubicBezTo>
                      <a:pt x="30302" y="9003"/>
                      <a:pt x="30290" y="9075"/>
                      <a:pt x="30314" y="9134"/>
                    </a:cubicBezTo>
                    <a:cubicBezTo>
                      <a:pt x="30397" y="9349"/>
                      <a:pt x="30421" y="9599"/>
                      <a:pt x="30683" y="9730"/>
                    </a:cubicBezTo>
                    <a:cubicBezTo>
                      <a:pt x="30743" y="9753"/>
                      <a:pt x="30790" y="9825"/>
                      <a:pt x="30755" y="9872"/>
                    </a:cubicBezTo>
                    <a:cubicBezTo>
                      <a:pt x="30612" y="10158"/>
                      <a:pt x="30778" y="10384"/>
                      <a:pt x="30909" y="10599"/>
                    </a:cubicBezTo>
                    <a:cubicBezTo>
                      <a:pt x="31052" y="10825"/>
                      <a:pt x="31100" y="11075"/>
                      <a:pt x="31183" y="11313"/>
                    </a:cubicBezTo>
                    <a:cubicBezTo>
                      <a:pt x="31326" y="11718"/>
                      <a:pt x="31469" y="12111"/>
                      <a:pt x="31540" y="12528"/>
                    </a:cubicBezTo>
                    <a:cubicBezTo>
                      <a:pt x="31564" y="12682"/>
                      <a:pt x="31790" y="12754"/>
                      <a:pt x="31767" y="12980"/>
                    </a:cubicBezTo>
                    <a:cubicBezTo>
                      <a:pt x="31707" y="13528"/>
                      <a:pt x="32040" y="14063"/>
                      <a:pt x="32017" y="14563"/>
                    </a:cubicBezTo>
                    <a:cubicBezTo>
                      <a:pt x="31981" y="15409"/>
                      <a:pt x="32100" y="16242"/>
                      <a:pt x="32040" y="17088"/>
                    </a:cubicBezTo>
                    <a:cubicBezTo>
                      <a:pt x="32017" y="17528"/>
                      <a:pt x="31933" y="17969"/>
                      <a:pt x="31921" y="18421"/>
                    </a:cubicBezTo>
                    <a:cubicBezTo>
                      <a:pt x="31909" y="18707"/>
                      <a:pt x="31850" y="19040"/>
                      <a:pt x="31755" y="19338"/>
                    </a:cubicBezTo>
                    <a:cubicBezTo>
                      <a:pt x="31636" y="19743"/>
                      <a:pt x="31659" y="20171"/>
                      <a:pt x="31493" y="20576"/>
                    </a:cubicBezTo>
                    <a:cubicBezTo>
                      <a:pt x="31302" y="21064"/>
                      <a:pt x="31243" y="21612"/>
                      <a:pt x="31052" y="22112"/>
                    </a:cubicBezTo>
                    <a:cubicBezTo>
                      <a:pt x="30850" y="22612"/>
                      <a:pt x="30683" y="23148"/>
                      <a:pt x="30385" y="23588"/>
                    </a:cubicBezTo>
                    <a:cubicBezTo>
                      <a:pt x="30040" y="24100"/>
                      <a:pt x="29873" y="24731"/>
                      <a:pt x="29469" y="25172"/>
                    </a:cubicBezTo>
                    <a:cubicBezTo>
                      <a:pt x="28957" y="25720"/>
                      <a:pt x="28588" y="26374"/>
                      <a:pt x="28040" y="26898"/>
                    </a:cubicBezTo>
                    <a:cubicBezTo>
                      <a:pt x="27564" y="27363"/>
                      <a:pt x="27111" y="27875"/>
                      <a:pt x="26659" y="28351"/>
                    </a:cubicBezTo>
                    <a:cubicBezTo>
                      <a:pt x="26325" y="28696"/>
                      <a:pt x="25933" y="29041"/>
                      <a:pt x="25468" y="29268"/>
                    </a:cubicBezTo>
                    <a:cubicBezTo>
                      <a:pt x="25123" y="29434"/>
                      <a:pt x="24885" y="29756"/>
                      <a:pt x="24539" y="29922"/>
                    </a:cubicBezTo>
                    <a:cubicBezTo>
                      <a:pt x="24170" y="30101"/>
                      <a:pt x="23837" y="30315"/>
                      <a:pt x="23456" y="30470"/>
                    </a:cubicBezTo>
                    <a:cubicBezTo>
                      <a:pt x="23111" y="30601"/>
                      <a:pt x="22730" y="30673"/>
                      <a:pt x="22432" y="30815"/>
                    </a:cubicBezTo>
                    <a:cubicBezTo>
                      <a:pt x="22015" y="31018"/>
                      <a:pt x="21575" y="31125"/>
                      <a:pt x="21146" y="31244"/>
                    </a:cubicBezTo>
                    <a:cubicBezTo>
                      <a:pt x="20813" y="31339"/>
                      <a:pt x="20408" y="31351"/>
                      <a:pt x="20075" y="31423"/>
                    </a:cubicBezTo>
                    <a:cubicBezTo>
                      <a:pt x="19539" y="31530"/>
                      <a:pt x="18979" y="31435"/>
                      <a:pt x="18455" y="31625"/>
                    </a:cubicBezTo>
                    <a:cubicBezTo>
                      <a:pt x="18391" y="31652"/>
                      <a:pt x="18321" y="31660"/>
                      <a:pt x="18247" y="31660"/>
                    </a:cubicBezTo>
                    <a:cubicBezTo>
                      <a:pt x="18115" y="31660"/>
                      <a:pt x="17972" y="31633"/>
                      <a:pt x="17829" y="31633"/>
                    </a:cubicBezTo>
                    <a:cubicBezTo>
                      <a:pt x="17800" y="31633"/>
                      <a:pt x="17770" y="31634"/>
                      <a:pt x="17741" y="31637"/>
                    </a:cubicBezTo>
                    <a:cubicBezTo>
                      <a:pt x="17205" y="31673"/>
                      <a:pt x="16669" y="31732"/>
                      <a:pt x="16146" y="31851"/>
                    </a:cubicBezTo>
                    <a:cubicBezTo>
                      <a:pt x="16132" y="31854"/>
                      <a:pt x="16118" y="31856"/>
                      <a:pt x="16104" y="31856"/>
                    </a:cubicBezTo>
                    <a:cubicBezTo>
                      <a:pt x="16008" y="31856"/>
                      <a:pt x="15910" y="31788"/>
                      <a:pt x="15848" y="31685"/>
                    </a:cubicBezTo>
                    <a:cubicBezTo>
                      <a:pt x="15795" y="31595"/>
                      <a:pt x="15759" y="31559"/>
                      <a:pt x="15723" y="31559"/>
                    </a:cubicBezTo>
                    <a:cubicBezTo>
                      <a:pt x="15676" y="31559"/>
                      <a:pt x="15630" y="31617"/>
                      <a:pt x="15550" y="31697"/>
                    </a:cubicBezTo>
                    <a:cubicBezTo>
                      <a:pt x="15229" y="32018"/>
                      <a:pt x="15241" y="32447"/>
                      <a:pt x="15098" y="32816"/>
                    </a:cubicBezTo>
                    <a:cubicBezTo>
                      <a:pt x="15003" y="33066"/>
                      <a:pt x="15026" y="33351"/>
                      <a:pt x="14836" y="33566"/>
                    </a:cubicBezTo>
                    <a:cubicBezTo>
                      <a:pt x="14729" y="33685"/>
                      <a:pt x="14848" y="33816"/>
                      <a:pt x="14812" y="33971"/>
                    </a:cubicBezTo>
                    <a:cubicBezTo>
                      <a:pt x="14610" y="34649"/>
                      <a:pt x="14407" y="35328"/>
                      <a:pt x="14252" y="36030"/>
                    </a:cubicBezTo>
                    <a:cubicBezTo>
                      <a:pt x="14098" y="36745"/>
                      <a:pt x="14026" y="37495"/>
                      <a:pt x="13729" y="38185"/>
                    </a:cubicBezTo>
                    <a:cubicBezTo>
                      <a:pt x="13676" y="38314"/>
                      <a:pt x="13615" y="38357"/>
                      <a:pt x="13552" y="38357"/>
                    </a:cubicBezTo>
                    <a:cubicBezTo>
                      <a:pt x="13487" y="38357"/>
                      <a:pt x="13420" y="38311"/>
                      <a:pt x="13360" y="38269"/>
                    </a:cubicBezTo>
                    <a:cubicBezTo>
                      <a:pt x="12633" y="37781"/>
                      <a:pt x="11836" y="37376"/>
                      <a:pt x="11121" y="36876"/>
                    </a:cubicBezTo>
                    <a:cubicBezTo>
                      <a:pt x="10704" y="36578"/>
                      <a:pt x="10312" y="36257"/>
                      <a:pt x="9919" y="35923"/>
                    </a:cubicBezTo>
                    <a:cubicBezTo>
                      <a:pt x="9442" y="35518"/>
                      <a:pt x="9014" y="35054"/>
                      <a:pt x="8549" y="34637"/>
                    </a:cubicBezTo>
                    <a:cubicBezTo>
                      <a:pt x="8240" y="34352"/>
                      <a:pt x="7930" y="34066"/>
                      <a:pt x="7656" y="33756"/>
                    </a:cubicBezTo>
                    <a:cubicBezTo>
                      <a:pt x="7156" y="33185"/>
                      <a:pt x="6644" y="32625"/>
                      <a:pt x="6192" y="32030"/>
                    </a:cubicBezTo>
                    <a:cubicBezTo>
                      <a:pt x="5716" y="31423"/>
                      <a:pt x="5275" y="30804"/>
                      <a:pt x="4882" y="30137"/>
                    </a:cubicBezTo>
                    <a:cubicBezTo>
                      <a:pt x="4668" y="29768"/>
                      <a:pt x="4489" y="29363"/>
                      <a:pt x="4227" y="29041"/>
                    </a:cubicBezTo>
                    <a:cubicBezTo>
                      <a:pt x="3930" y="28696"/>
                      <a:pt x="3739" y="28291"/>
                      <a:pt x="3573" y="27898"/>
                    </a:cubicBezTo>
                    <a:cubicBezTo>
                      <a:pt x="3382" y="27446"/>
                      <a:pt x="3120" y="27017"/>
                      <a:pt x="2942" y="26553"/>
                    </a:cubicBezTo>
                    <a:cubicBezTo>
                      <a:pt x="2834" y="26279"/>
                      <a:pt x="2680" y="25982"/>
                      <a:pt x="2572" y="25708"/>
                    </a:cubicBezTo>
                    <a:cubicBezTo>
                      <a:pt x="2441" y="25410"/>
                      <a:pt x="2406" y="25041"/>
                      <a:pt x="2227" y="24767"/>
                    </a:cubicBezTo>
                    <a:cubicBezTo>
                      <a:pt x="1941" y="24327"/>
                      <a:pt x="1989" y="23827"/>
                      <a:pt x="1787" y="23374"/>
                    </a:cubicBezTo>
                    <a:cubicBezTo>
                      <a:pt x="1691" y="23148"/>
                      <a:pt x="1703" y="22886"/>
                      <a:pt x="1465" y="22731"/>
                    </a:cubicBezTo>
                    <a:cubicBezTo>
                      <a:pt x="1703" y="22374"/>
                      <a:pt x="1441" y="22017"/>
                      <a:pt x="1441" y="21660"/>
                    </a:cubicBezTo>
                    <a:cubicBezTo>
                      <a:pt x="1453" y="21588"/>
                      <a:pt x="1453" y="21493"/>
                      <a:pt x="1418" y="21457"/>
                    </a:cubicBezTo>
                    <a:cubicBezTo>
                      <a:pt x="1156" y="21219"/>
                      <a:pt x="1239" y="20898"/>
                      <a:pt x="1251" y="20648"/>
                    </a:cubicBezTo>
                    <a:cubicBezTo>
                      <a:pt x="1263" y="20398"/>
                      <a:pt x="929" y="20159"/>
                      <a:pt x="1191" y="19909"/>
                    </a:cubicBezTo>
                    <a:cubicBezTo>
                      <a:pt x="1156" y="19874"/>
                      <a:pt x="1108" y="19826"/>
                      <a:pt x="1060" y="19802"/>
                    </a:cubicBezTo>
                    <a:cubicBezTo>
                      <a:pt x="989" y="19778"/>
                      <a:pt x="941" y="19766"/>
                      <a:pt x="989" y="19683"/>
                    </a:cubicBezTo>
                    <a:cubicBezTo>
                      <a:pt x="1215" y="19290"/>
                      <a:pt x="1072" y="18874"/>
                      <a:pt x="1037" y="18469"/>
                    </a:cubicBezTo>
                    <a:cubicBezTo>
                      <a:pt x="1025" y="18326"/>
                      <a:pt x="1001" y="18147"/>
                      <a:pt x="1037" y="18016"/>
                    </a:cubicBezTo>
                    <a:cubicBezTo>
                      <a:pt x="1251" y="17445"/>
                      <a:pt x="1108" y="16838"/>
                      <a:pt x="1215" y="16242"/>
                    </a:cubicBezTo>
                    <a:cubicBezTo>
                      <a:pt x="1275" y="15945"/>
                      <a:pt x="1382" y="15587"/>
                      <a:pt x="1251" y="15254"/>
                    </a:cubicBezTo>
                    <a:cubicBezTo>
                      <a:pt x="1251" y="15230"/>
                      <a:pt x="1251" y="15206"/>
                      <a:pt x="1263" y="15183"/>
                    </a:cubicBezTo>
                    <a:cubicBezTo>
                      <a:pt x="1513" y="14766"/>
                      <a:pt x="1513" y="14766"/>
                      <a:pt x="1513" y="14171"/>
                    </a:cubicBezTo>
                    <a:cubicBezTo>
                      <a:pt x="1513" y="14111"/>
                      <a:pt x="1513" y="13992"/>
                      <a:pt x="1656" y="13992"/>
                    </a:cubicBezTo>
                    <a:cubicBezTo>
                      <a:pt x="1659" y="13994"/>
                      <a:pt x="1663" y="13994"/>
                      <a:pt x="1666" y="13994"/>
                    </a:cubicBezTo>
                    <a:cubicBezTo>
                      <a:pt x="1689" y="13994"/>
                      <a:pt x="1719" y="13966"/>
                      <a:pt x="1739" y="13956"/>
                    </a:cubicBezTo>
                    <a:cubicBezTo>
                      <a:pt x="1394" y="13694"/>
                      <a:pt x="1846" y="13528"/>
                      <a:pt x="1834" y="13278"/>
                    </a:cubicBezTo>
                    <a:cubicBezTo>
                      <a:pt x="1810" y="13004"/>
                      <a:pt x="1953" y="12647"/>
                      <a:pt x="2084" y="12444"/>
                    </a:cubicBezTo>
                    <a:cubicBezTo>
                      <a:pt x="2299" y="12111"/>
                      <a:pt x="2287" y="11730"/>
                      <a:pt x="2501" y="11408"/>
                    </a:cubicBezTo>
                    <a:cubicBezTo>
                      <a:pt x="2608" y="11230"/>
                      <a:pt x="2763" y="10932"/>
                      <a:pt x="2763" y="10611"/>
                    </a:cubicBezTo>
                    <a:cubicBezTo>
                      <a:pt x="2763" y="10408"/>
                      <a:pt x="3001" y="10146"/>
                      <a:pt x="3144" y="9908"/>
                    </a:cubicBezTo>
                    <a:cubicBezTo>
                      <a:pt x="3334" y="9563"/>
                      <a:pt x="3358" y="9134"/>
                      <a:pt x="3715" y="8884"/>
                    </a:cubicBezTo>
                    <a:cubicBezTo>
                      <a:pt x="3573" y="8598"/>
                      <a:pt x="4216" y="8503"/>
                      <a:pt x="3882" y="8134"/>
                    </a:cubicBezTo>
                    <a:lnTo>
                      <a:pt x="3882" y="8134"/>
                    </a:lnTo>
                    <a:cubicBezTo>
                      <a:pt x="3956" y="8168"/>
                      <a:pt x="4005" y="8197"/>
                      <a:pt x="4046" y="8197"/>
                    </a:cubicBezTo>
                    <a:cubicBezTo>
                      <a:pt x="4090" y="8197"/>
                      <a:pt x="4124" y="8162"/>
                      <a:pt x="4168" y="8063"/>
                    </a:cubicBezTo>
                    <a:cubicBezTo>
                      <a:pt x="4358" y="7658"/>
                      <a:pt x="4489" y="7205"/>
                      <a:pt x="4942" y="6967"/>
                    </a:cubicBezTo>
                    <a:cubicBezTo>
                      <a:pt x="5097" y="6884"/>
                      <a:pt x="4978" y="6717"/>
                      <a:pt x="5108" y="6574"/>
                    </a:cubicBezTo>
                    <a:cubicBezTo>
                      <a:pt x="5597" y="6074"/>
                      <a:pt x="5966" y="5479"/>
                      <a:pt x="6478" y="5015"/>
                    </a:cubicBezTo>
                    <a:cubicBezTo>
                      <a:pt x="6787" y="4741"/>
                      <a:pt x="6978" y="4324"/>
                      <a:pt x="7442" y="4181"/>
                    </a:cubicBezTo>
                    <a:cubicBezTo>
                      <a:pt x="7573" y="4146"/>
                      <a:pt x="7692" y="3872"/>
                      <a:pt x="7883" y="3741"/>
                    </a:cubicBezTo>
                    <a:cubicBezTo>
                      <a:pt x="8228" y="3503"/>
                      <a:pt x="8514" y="3193"/>
                      <a:pt x="8954" y="3098"/>
                    </a:cubicBezTo>
                    <a:cubicBezTo>
                      <a:pt x="9002" y="3086"/>
                      <a:pt x="9038" y="3038"/>
                      <a:pt x="9061" y="3003"/>
                    </a:cubicBezTo>
                    <a:cubicBezTo>
                      <a:pt x="9335" y="2610"/>
                      <a:pt x="9847" y="2562"/>
                      <a:pt x="10204" y="2288"/>
                    </a:cubicBezTo>
                    <a:cubicBezTo>
                      <a:pt x="10669" y="1919"/>
                      <a:pt x="11276" y="1824"/>
                      <a:pt x="11800" y="1586"/>
                    </a:cubicBezTo>
                    <a:cubicBezTo>
                      <a:pt x="12145" y="1431"/>
                      <a:pt x="12574" y="1348"/>
                      <a:pt x="12979" y="1252"/>
                    </a:cubicBezTo>
                    <a:cubicBezTo>
                      <a:pt x="13431" y="1145"/>
                      <a:pt x="13907" y="1169"/>
                      <a:pt x="14324" y="1038"/>
                    </a:cubicBezTo>
                    <a:cubicBezTo>
                      <a:pt x="14860" y="895"/>
                      <a:pt x="15395" y="919"/>
                      <a:pt x="15919" y="859"/>
                    </a:cubicBezTo>
                    <a:cubicBezTo>
                      <a:pt x="16128" y="841"/>
                      <a:pt x="16353" y="816"/>
                      <a:pt x="16581" y="816"/>
                    </a:cubicBezTo>
                    <a:close/>
                    <a:moveTo>
                      <a:pt x="15490" y="0"/>
                    </a:moveTo>
                    <a:cubicBezTo>
                      <a:pt x="15472" y="0"/>
                      <a:pt x="15453" y="4"/>
                      <a:pt x="15443" y="14"/>
                    </a:cubicBezTo>
                    <a:cubicBezTo>
                      <a:pt x="15003" y="276"/>
                      <a:pt x="14479" y="50"/>
                      <a:pt x="14038" y="252"/>
                    </a:cubicBezTo>
                    <a:cubicBezTo>
                      <a:pt x="13930" y="308"/>
                      <a:pt x="13809" y="320"/>
                      <a:pt x="13684" y="320"/>
                    </a:cubicBezTo>
                    <a:cubicBezTo>
                      <a:pt x="13591" y="320"/>
                      <a:pt x="13495" y="313"/>
                      <a:pt x="13402" y="313"/>
                    </a:cubicBezTo>
                    <a:cubicBezTo>
                      <a:pt x="13193" y="313"/>
                      <a:pt x="12993" y="346"/>
                      <a:pt x="12848" y="562"/>
                    </a:cubicBezTo>
                    <a:cubicBezTo>
                      <a:pt x="12848" y="563"/>
                      <a:pt x="12847" y="564"/>
                      <a:pt x="12845" y="564"/>
                    </a:cubicBezTo>
                    <a:cubicBezTo>
                      <a:pt x="12835" y="564"/>
                      <a:pt x="12784" y="526"/>
                      <a:pt x="12752" y="526"/>
                    </a:cubicBezTo>
                    <a:cubicBezTo>
                      <a:pt x="12733" y="526"/>
                      <a:pt x="12713" y="525"/>
                      <a:pt x="12694" y="525"/>
                    </a:cubicBezTo>
                    <a:cubicBezTo>
                      <a:pt x="12175" y="525"/>
                      <a:pt x="11776" y="681"/>
                      <a:pt x="11455" y="1014"/>
                    </a:cubicBezTo>
                    <a:cubicBezTo>
                      <a:pt x="11433" y="1036"/>
                      <a:pt x="11407" y="1043"/>
                      <a:pt x="11383" y="1043"/>
                    </a:cubicBezTo>
                    <a:cubicBezTo>
                      <a:pt x="11342" y="1043"/>
                      <a:pt x="11303" y="1022"/>
                      <a:pt x="11288" y="1014"/>
                    </a:cubicBezTo>
                    <a:cubicBezTo>
                      <a:pt x="11215" y="968"/>
                      <a:pt x="11147" y="946"/>
                      <a:pt x="11084" y="946"/>
                    </a:cubicBezTo>
                    <a:cubicBezTo>
                      <a:pt x="11001" y="946"/>
                      <a:pt x="10926" y="983"/>
                      <a:pt x="10859" y="1050"/>
                    </a:cubicBezTo>
                    <a:cubicBezTo>
                      <a:pt x="10633" y="1252"/>
                      <a:pt x="10323" y="1252"/>
                      <a:pt x="10061" y="1395"/>
                    </a:cubicBezTo>
                    <a:cubicBezTo>
                      <a:pt x="9550" y="1681"/>
                      <a:pt x="9026" y="1943"/>
                      <a:pt x="8526" y="2276"/>
                    </a:cubicBezTo>
                    <a:cubicBezTo>
                      <a:pt x="7835" y="2741"/>
                      <a:pt x="7097" y="3133"/>
                      <a:pt x="6525" y="3729"/>
                    </a:cubicBezTo>
                    <a:cubicBezTo>
                      <a:pt x="6442" y="3824"/>
                      <a:pt x="6299" y="3860"/>
                      <a:pt x="6228" y="3979"/>
                    </a:cubicBezTo>
                    <a:cubicBezTo>
                      <a:pt x="6061" y="4288"/>
                      <a:pt x="5704" y="4443"/>
                      <a:pt x="5513" y="4717"/>
                    </a:cubicBezTo>
                    <a:cubicBezTo>
                      <a:pt x="5347" y="4979"/>
                      <a:pt x="5049" y="5146"/>
                      <a:pt x="4894" y="5396"/>
                    </a:cubicBezTo>
                    <a:cubicBezTo>
                      <a:pt x="4668" y="5765"/>
                      <a:pt x="4382" y="6098"/>
                      <a:pt x="4108" y="6420"/>
                    </a:cubicBezTo>
                    <a:cubicBezTo>
                      <a:pt x="3620" y="6991"/>
                      <a:pt x="3323" y="7658"/>
                      <a:pt x="2918" y="8265"/>
                    </a:cubicBezTo>
                    <a:cubicBezTo>
                      <a:pt x="2632" y="8694"/>
                      <a:pt x="2465" y="9182"/>
                      <a:pt x="2215" y="9622"/>
                    </a:cubicBezTo>
                    <a:cubicBezTo>
                      <a:pt x="1787" y="10337"/>
                      <a:pt x="1584" y="11134"/>
                      <a:pt x="1298" y="11896"/>
                    </a:cubicBezTo>
                    <a:cubicBezTo>
                      <a:pt x="1191" y="12194"/>
                      <a:pt x="1168" y="12516"/>
                      <a:pt x="1013" y="12766"/>
                    </a:cubicBezTo>
                    <a:cubicBezTo>
                      <a:pt x="798" y="13075"/>
                      <a:pt x="679" y="13444"/>
                      <a:pt x="691" y="13754"/>
                    </a:cubicBezTo>
                    <a:cubicBezTo>
                      <a:pt x="691" y="14492"/>
                      <a:pt x="275" y="15123"/>
                      <a:pt x="310" y="15873"/>
                    </a:cubicBezTo>
                    <a:cubicBezTo>
                      <a:pt x="334" y="16349"/>
                      <a:pt x="227" y="16861"/>
                      <a:pt x="132" y="17361"/>
                    </a:cubicBezTo>
                    <a:cubicBezTo>
                      <a:pt x="1" y="18100"/>
                      <a:pt x="144" y="18850"/>
                      <a:pt x="144" y="19600"/>
                    </a:cubicBezTo>
                    <a:cubicBezTo>
                      <a:pt x="144" y="20362"/>
                      <a:pt x="310" y="21100"/>
                      <a:pt x="441" y="21850"/>
                    </a:cubicBezTo>
                    <a:cubicBezTo>
                      <a:pt x="584" y="22672"/>
                      <a:pt x="787" y="23505"/>
                      <a:pt x="1084" y="24315"/>
                    </a:cubicBezTo>
                    <a:cubicBezTo>
                      <a:pt x="1358" y="25017"/>
                      <a:pt x="1620" y="25720"/>
                      <a:pt x="1882" y="26422"/>
                    </a:cubicBezTo>
                    <a:cubicBezTo>
                      <a:pt x="2060" y="26875"/>
                      <a:pt x="2382" y="27244"/>
                      <a:pt x="2572" y="27684"/>
                    </a:cubicBezTo>
                    <a:cubicBezTo>
                      <a:pt x="2680" y="27946"/>
                      <a:pt x="2656" y="28279"/>
                      <a:pt x="2858" y="28494"/>
                    </a:cubicBezTo>
                    <a:cubicBezTo>
                      <a:pt x="3132" y="28756"/>
                      <a:pt x="3287" y="29101"/>
                      <a:pt x="3442" y="29411"/>
                    </a:cubicBezTo>
                    <a:cubicBezTo>
                      <a:pt x="3715" y="29958"/>
                      <a:pt x="4168" y="30375"/>
                      <a:pt x="4406" y="30923"/>
                    </a:cubicBezTo>
                    <a:cubicBezTo>
                      <a:pt x="4549" y="31244"/>
                      <a:pt x="4858" y="31446"/>
                      <a:pt x="4989" y="31732"/>
                    </a:cubicBezTo>
                    <a:cubicBezTo>
                      <a:pt x="5120" y="32030"/>
                      <a:pt x="5370" y="32220"/>
                      <a:pt x="5537" y="32482"/>
                    </a:cubicBezTo>
                    <a:cubicBezTo>
                      <a:pt x="5704" y="32744"/>
                      <a:pt x="5954" y="32994"/>
                      <a:pt x="6168" y="33256"/>
                    </a:cubicBezTo>
                    <a:cubicBezTo>
                      <a:pt x="6668" y="33875"/>
                      <a:pt x="7359" y="34328"/>
                      <a:pt x="7823" y="34995"/>
                    </a:cubicBezTo>
                    <a:cubicBezTo>
                      <a:pt x="8073" y="35352"/>
                      <a:pt x="8490" y="35530"/>
                      <a:pt x="8799" y="35840"/>
                    </a:cubicBezTo>
                    <a:cubicBezTo>
                      <a:pt x="8966" y="36018"/>
                      <a:pt x="9192" y="36173"/>
                      <a:pt x="9371" y="36364"/>
                    </a:cubicBezTo>
                    <a:cubicBezTo>
                      <a:pt x="9728" y="36769"/>
                      <a:pt x="10204" y="37007"/>
                      <a:pt x="10633" y="37316"/>
                    </a:cubicBezTo>
                    <a:cubicBezTo>
                      <a:pt x="11133" y="37685"/>
                      <a:pt x="11669" y="38019"/>
                      <a:pt x="12193" y="38364"/>
                    </a:cubicBezTo>
                    <a:cubicBezTo>
                      <a:pt x="12562" y="38602"/>
                      <a:pt x="13074" y="38638"/>
                      <a:pt x="13371" y="38983"/>
                    </a:cubicBezTo>
                    <a:cubicBezTo>
                      <a:pt x="13610" y="39269"/>
                      <a:pt x="13919" y="39257"/>
                      <a:pt x="14217" y="39305"/>
                    </a:cubicBezTo>
                    <a:cubicBezTo>
                      <a:pt x="14232" y="39307"/>
                      <a:pt x="14248" y="39307"/>
                      <a:pt x="14263" y="39307"/>
                    </a:cubicBezTo>
                    <a:cubicBezTo>
                      <a:pt x="14435" y="39307"/>
                      <a:pt x="14581" y="39193"/>
                      <a:pt x="14526" y="39138"/>
                    </a:cubicBezTo>
                    <a:cubicBezTo>
                      <a:pt x="14312" y="38936"/>
                      <a:pt x="14729" y="38757"/>
                      <a:pt x="14514" y="38578"/>
                    </a:cubicBezTo>
                    <a:cubicBezTo>
                      <a:pt x="14931" y="38447"/>
                      <a:pt x="14550" y="37947"/>
                      <a:pt x="14907" y="37793"/>
                    </a:cubicBezTo>
                    <a:cubicBezTo>
                      <a:pt x="14657" y="37507"/>
                      <a:pt x="15050" y="37340"/>
                      <a:pt x="15026" y="37090"/>
                    </a:cubicBezTo>
                    <a:cubicBezTo>
                      <a:pt x="14991" y="36650"/>
                      <a:pt x="15134" y="36197"/>
                      <a:pt x="15265" y="35816"/>
                    </a:cubicBezTo>
                    <a:cubicBezTo>
                      <a:pt x="15395" y="35435"/>
                      <a:pt x="15360" y="35018"/>
                      <a:pt x="15550" y="34673"/>
                    </a:cubicBezTo>
                    <a:cubicBezTo>
                      <a:pt x="15693" y="34399"/>
                      <a:pt x="15491" y="34185"/>
                      <a:pt x="15550" y="33923"/>
                    </a:cubicBezTo>
                    <a:cubicBezTo>
                      <a:pt x="15646" y="33578"/>
                      <a:pt x="15753" y="33221"/>
                      <a:pt x="15848" y="32875"/>
                    </a:cubicBezTo>
                    <a:cubicBezTo>
                      <a:pt x="15982" y="32308"/>
                      <a:pt x="15991" y="32241"/>
                      <a:pt x="16417" y="32241"/>
                    </a:cubicBezTo>
                    <a:cubicBezTo>
                      <a:pt x="16483" y="32241"/>
                      <a:pt x="16558" y="32243"/>
                      <a:pt x="16646" y="32244"/>
                    </a:cubicBezTo>
                    <a:cubicBezTo>
                      <a:pt x="16720" y="32244"/>
                      <a:pt x="16756" y="32319"/>
                      <a:pt x="16839" y="32319"/>
                    </a:cubicBezTo>
                    <a:cubicBezTo>
                      <a:pt x="16849" y="32319"/>
                      <a:pt x="16860" y="32318"/>
                      <a:pt x="16872" y="32316"/>
                    </a:cubicBezTo>
                    <a:cubicBezTo>
                      <a:pt x="17253" y="32363"/>
                      <a:pt x="17640" y="32381"/>
                      <a:pt x="18031" y="32381"/>
                    </a:cubicBezTo>
                    <a:cubicBezTo>
                      <a:pt x="18423" y="32381"/>
                      <a:pt x="18819" y="32363"/>
                      <a:pt x="19217" y="32339"/>
                    </a:cubicBezTo>
                    <a:cubicBezTo>
                      <a:pt x="19919" y="32296"/>
                      <a:pt x="20601" y="32057"/>
                      <a:pt x="21316" y="32057"/>
                    </a:cubicBezTo>
                    <a:cubicBezTo>
                      <a:pt x="21390" y="32057"/>
                      <a:pt x="21464" y="32060"/>
                      <a:pt x="21539" y="32066"/>
                    </a:cubicBezTo>
                    <a:cubicBezTo>
                      <a:pt x="21670" y="32066"/>
                      <a:pt x="21861" y="32018"/>
                      <a:pt x="21956" y="31863"/>
                    </a:cubicBezTo>
                    <a:cubicBezTo>
                      <a:pt x="21987" y="31812"/>
                      <a:pt x="22053" y="31751"/>
                      <a:pt x="22101" y="31751"/>
                    </a:cubicBezTo>
                    <a:cubicBezTo>
                      <a:pt x="22109" y="31751"/>
                      <a:pt x="22116" y="31753"/>
                      <a:pt x="22123" y="31756"/>
                    </a:cubicBezTo>
                    <a:cubicBezTo>
                      <a:pt x="22200" y="31789"/>
                      <a:pt x="22274" y="31803"/>
                      <a:pt x="22343" y="31803"/>
                    </a:cubicBezTo>
                    <a:cubicBezTo>
                      <a:pt x="22699" y="31803"/>
                      <a:pt x="22965" y="31444"/>
                      <a:pt x="23316" y="31444"/>
                    </a:cubicBezTo>
                    <a:cubicBezTo>
                      <a:pt x="23368" y="31444"/>
                      <a:pt x="23423" y="31452"/>
                      <a:pt x="23480" y="31470"/>
                    </a:cubicBezTo>
                    <a:cubicBezTo>
                      <a:pt x="23486" y="31472"/>
                      <a:pt x="23492" y="31473"/>
                      <a:pt x="23498" y="31473"/>
                    </a:cubicBezTo>
                    <a:cubicBezTo>
                      <a:pt x="23526" y="31473"/>
                      <a:pt x="23549" y="31450"/>
                      <a:pt x="23539" y="31411"/>
                    </a:cubicBezTo>
                    <a:cubicBezTo>
                      <a:pt x="23504" y="31208"/>
                      <a:pt x="23694" y="31220"/>
                      <a:pt x="23801" y="31196"/>
                    </a:cubicBezTo>
                    <a:cubicBezTo>
                      <a:pt x="24182" y="31113"/>
                      <a:pt x="24528" y="30911"/>
                      <a:pt x="24813" y="30708"/>
                    </a:cubicBezTo>
                    <a:cubicBezTo>
                      <a:pt x="25528" y="30208"/>
                      <a:pt x="26373" y="29863"/>
                      <a:pt x="26945" y="29172"/>
                    </a:cubicBezTo>
                    <a:cubicBezTo>
                      <a:pt x="27004" y="29101"/>
                      <a:pt x="27076" y="29125"/>
                      <a:pt x="27147" y="29101"/>
                    </a:cubicBezTo>
                    <a:cubicBezTo>
                      <a:pt x="27230" y="29077"/>
                      <a:pt x="27314" y="29065"/>
                      <a:pt x="27349" y="28970"/>
                    </a:cubicBezTo>
                    <a:cubicBezTo>
                      <a:pt x="27445" y="28684"/>
                      <a:pt x="27766" y="28577"/>
                      <a:pt x="27921" y="28315"/>
                    </a:cubicBezTo>
                    <a:cubicBezTo>
                      <a:pt x="28099" y="28029"/>
                      <a:pt x="28528" y="27934"/>
                      <a:pt x="28659" y="27565"/>
                    </a:cubicBezTo>
                    <a:cubicBezTo>
                      <a:pt x="28671" y="27529"/>
                      <a:pt x="28730" y="27506"/>
                      <a:pt x="28766" y="27482"/>
                    </a:cubicBezTo>
                    <a:cubicBezTo>
                      <a:pt x="29147" y="27267"/>
                      <a:pt x="29254" y="26839"/>
                      <a:pt x="29564" y="26541"/>
                    </a:cubicBezTo>
                    <a:cubicBezTo>
                      <a:pt x="29873" y="26255"/>
                      <a:pt x="30183" y="25862"/>
                      <a:pt x="30385" y="25458"/>
                    </a:cubicBezTo>
                    <a:cubicBezTo>
                      <a:pt x="30433" y="25374"/>
                      <a:pt x="30290" y="25208"/>
                      <a:pt x="30493" y="25184"/>
                    </a:cubicBezTo>
                    <a:cubicBezTo>
                      <a:pt x="30707" y="25172"/>
                      <a:pt x="30719" y="25029"/>
                      <a:pt x="30707" y="24850"/>
                    </a:cubicBezTo>
                    <a:cubicBezTo>
                      <a:pt x="30707" y="24773"/>
                      <a:pt x="30759" y="24561"/>
                      <a:pt x="30804" y="24561"/>
                    </a:cubicBezTo>
                    <a:cubicBezTo>
                      <a:pt x="30807" y="24561"/>
                      <a:pt x="30811" y="24562"/>
                      <a:pt x="30814" y="24565"/>
                    </a:cubicBezTo>
                    <a:cubicBezTo>
                      <a:pt x="30890" y="24617"/>
                      <a:pt x="30937" y="24638"/>
                      <a:pt x="30966" y="24638"/>
                    </a:cubicBezTo>
                    <a:cubicBezTo>
                      <a:pt x="31054" y="24638"/>
                      <a:pt x="30966" y="24446"/>
                      <a:pt x="30993" y="24410"/>
                    </a:cubicBezTo>
                    <a:cubicBezTo>
                      <a:pt x="31100" y="24279"/>
                      <a:pt x="31088" y="24053"/>
                      <a:pt x="31290" y="23946"/>
                    </a:cubicBezTo>
                    <a:cubicBezTo>
                      <a:pt x="31338" y="23922"/>
                      <a:pt x="31374" y="23779"/>
                      <a:pt x="31350" y="23767"/>
                    </a:cubicBezTo>
                    <a:cubicBezTo>
                      <a:pt x="31195" y="23636"/>
                      <a:pt x="31290" y="23541"/>
                      <a:pt x="31386" y="23469"/>
                    </a:cubicBezTo>
                    <a:cubicBezTo>
                      <a:pt x="31671" y="23291"/>
                      <a:pt x="31719" y="22969"/>
                      <a:pt x="31778" y="22707"/>
                    </a:cubicBezTo>
                    <a:cubicBezTo>
                      <a:pt x="31886" y="22279"/>
                      <a:pt x="32183" y="21910"/>
                      <a:pt x="32112" y="21445"/>
                    </a:cubicBezTo>
                    <a:cubicBezTo>
                      <a:pt x="32112" y="21374"/>
                      <a:pt x="32159" y="21290"/>
                      <a:pt x="32207" y="21219"/>
                    </a:cubicBezTo>
                    <a:cubicBezTo>
                      <a:pt x="32564" y="20707"/>
                      <a:pt x="32624" y="20100"/>
                      <a:pt x="32743" y="19516"/>
                    </a:cubicBezTo>
                    <a:cubicBezTo>
                      <a:pt x="32910" y="18707"/>
                      <a:pt x="33052" y="17885"/>
                      <a:pt x="33041" y="17040"/>
                    </a:cubicBezTo>
                    <a:cubicBezTo>
                      <a:pt x="33041" y="16885"/>
                      <a:pt x="33124" y="16754"/>
                      <a:pt x="32969" y="16623"/>
                    </a:cubicBezTo>
                    <a:cubicBezTo>
                      <a:pt x="32945" y="16611"/>
                      <a:pt x="32957" y="16540"/>
                      <a:pt x="32969" y="16528"/>
                    </a:cubicBezTo>
                    <a:cubicBezTo>
                      <a:pt x="33267" y="16385"/>
                      <a:pt x="32993" y="16135"/>
                      <a:pt x="33088" y="15933"/>
                    </a:cubicBezTo>
                    <a:cubicBezTo>
                      <a:pt x="33172" y="15718"/>
                      <a:pt x="33088" y="15433"/>
                      <a:pt x="33041" y="15183"/>
                    </a:cubicBezTo>
                    <a:cubicBezTo>
                      <a:pt x="32993" y="14968"/>
                      <a:pt x="33052" y="14766"/>
                      <a:pt x="33029" y="14552"/>
                    </a:cubicBezTo>
                    <a:cubicBezTo>
                      <a:pt x="32945" y="13932"/>
                      <a:pt x="32695" y="13349"/>
                      <a:pt x="32660" y="12742"/>
                    </a:cubicBezTo>
                    <a:cubicBezTo>
                      <a:pt x="32624" y="12158"/>
                      <a:pt x="32207" y="11682"/>
                      <a:pt x="32267" y="11099"/>
                    </a:cubicBezTo>
                    <a:cubicBezTo>
                      <a:pt x="32267" y="11039"/>
                      <a:pt x="32219" y="10980"/>
                      <a:pt x="32171" y="10932"/>
                    </a:cubicBezTo>
                    <a:cubicBezTo>
                      <a:pt x="31874" y="10611"/>
                      <a:pt x="31898" y="10158"/>
                      <a:pt x="31636" y="9777"/>
                    </a:cubicBezTo>
                    <a:cubicBezTo>
                      <a:pt x="31409" y="9456"/>
                      <a:pt x="31278" y="8991"/>
                      <a:pt x="31088" y="8610"/>
                    </a:cubicBezTo>
                    <a:cubicBezTo>
                      <a:pt x="30695" y="7860"/>
                      <a:pt x="30219" y="7134"/>
                      <a:pt x="29695" y="6467"/>
                    </a:cubicBezTo>
                    <a:cubicBezTo>
                      <a:pt x="29290" y="5955"/>
                      <a:pt x="28873" y="5419"/>
                      <a:pt x="28397" y="4967"/>
                    </a:cubicBezTo>
                    <a:cubicBezTo>
                      <a:pt x="27587" y="4217"/>
                      <a:pt x="26778" y="3455"/>
                      <a:pt x="25837" y="2836"/>
                    </a:cubicBezTo>
                    <a:cubicBezTo>
                      <a:pt x="25206" y="2431"/>
                      <a:pt x="24623" y="1979"/>
                      <a:pt x="23932" y="1693"/>
                    </a:cubicBezTo>
                    <a:cubicBezTo>
                      <a:pt x="23408" y="1479"/>
                      <a:pt x="22908" y="1205"/>
                      <a:pt x="22373" y="1026"/>
                    </a:cubicBezTo>
                    <a:cubicBezTo>
                      <a:pt x="21706" y="812"/>
                      <a:pt x="21027" y="681"/>
                      <a:pt x="20372" y="466"/>
                    </a:cubicBezTo>
                    <a:cubicBezTo>
                      <a:pt x="19860" y="300"/>
                      <a:pt x="19301" y="264"/>
                      <a:pt x="18777" y="216"/>
                    </a:cubicBezTo>
                    <a:cubicBezTo>
                      <a:pt x="18348" y="181"/>
                      <a:pt x="17896" y="145"/>
                      <a:pt x="17479" y="85"/>
                    </a:cubicBezTo>
                    <a:cubicBezTo>
                      <a:pt x="17358" y="67"/>
                      <a:pt x="17237" y="60"/>
                      <a:pt x="17117" y="60"/>
                    </a:cubicBezTo>
                    <a:cubicBezTo>
                      <a:pt x="16826" y="60"/>
                      <a:pt x="16538" y="99"/>
                      <a:pt x="16251" y="99"/>
                    </a:cubicBezTo>
                    <a:cubicBezTo>
                      <a:pt x="16132" y="99"/>
                      <a:pt x="16014" y="92"/>
                      <a:pt x="15896" y="74"/>
                    </a:cubicBezTo>
                    <a:cubicBezTo>
                      <a:pt x="15889" y="72"/>
                      <a:pt x="15883" y="72"/>
                      <a:pt x="15877" y="72"/>
                    </a:cubicBezTo>
                    <a:cubicBezTo>
                      <a:pt x="15807" y="72"/>
                      <a:pt x="15731" y="142"/>
                      <a:pt x="15662" y="142"/>
                    </a:cubicBezTo>
                    <a:cubicBezTo>
                      <a:pt x="15616" y="142"/>
                      <a:pt x="15574" y="112"/>
                      <a:pt x="15538" y="14"/>
                    </a:cubicBezTo>
                    <a:cubicBezTo>
                      <a:pt x="15538" y="7"/>
                      <a:pt x="15515" y="0"/>
                      <a:pt x="15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29"/>
              <p:cNvSpPr/>
              <p:nvPr/>
            </p:nvSpPr>
            <p:spPr>
              <a:xfrm>
                <a:off x="1650668" y="2243584"/>
                <a:ext cx="162243" cy="427986"/>
              </a:xfrm>
              <a:custGeom>
                <a:rect b="b" l="l" r="r" t="t"/>
                <a:pathLst>
                  <a:path extrusionOk="0" h="21610" w="8192">
                    <a:moveTo>
                      <a:pt x="2739" y="1058"/>
                    </a:moveTo>
                    <a:cubicBezTo>
                      <a:pt x="2882" y="1451"/>
                      <a:pt x="3096" y="1784"/>
                      <a:pt x="3191" y="2165"/>
                    </a:cubicBezTo>
                    <a:cubicBezTo>
                      <a:pt x="3268" y="2496"/>
                      <a:pt x="3503" y="2635"/>
                      <a:pt x="3744" y="2635"/>
                    </a:cubicBezTo>
                    <a:cubicBezTo>
                      <a:pt x="3911" y="2635"/>
                      <a:pt x="4081" y="2568"/>
                      <a:pt x="4203" y="2451"/>
                    </a:cubicBezTo>
                    <a:cubicBezTo>
                      <a:pt x="4560" y="2118"/>
                      <a:pt x="5013" y="2094"/>
                      <a:pt x="5441" y="1987"/>
                    </a:cubicBezTo>
                    <a:cubicBezTo>
                      <a:pt x="5543" y="1968"/>
                      <a:pt x="5624" y="1878"/>
                      <a:pt x="5738" y="1878"/>
                    </a:cubicBezTo>
                    <a:cubicBezTo>
                      <a:pt x="5771" y="1878"/>
                      <a:pt x="5807" y="1885"/>
                      <a:pt x="5846" y="1904"/>
                    </a:cubicBezTo>
                    <a:cubicBezTo>
                      <a:pt x="5715" y="2213"/>
                      <a:pt x="5596" y="2535"/>
                      <a:pt x="5441" y="2832"/>
                    </a:cubicBezTo>
                    <a:cubicBezTo>
                      <a:pt x="5048" y="3618"/>
                      <a:pt x="4822" y="4451"/>
                      <a:pt x="4489" y="5249"/>
                    </a:cubicBezTo>
                    <a:cubicBezTo>
                      <a:pt x="4286" y="5737"/>
                      <a:pt x="4227" y="6261"/>
                      <a:pt x="4060" y="6761"/>
                    </a:cubicBezTo>
                    <a:cubicBezTo>
                      <a:pt x="3929" y="7118"/>
                      <a:pt x="4001" y="7535"/>
                      <a:pt x="3941" y="7916"/>
                    </a:cubicBezTo>
                    <a:cubicBezTo>
                      <a:pt x="3858" y="8464"/>
                      <a:pt x="3834" y="9012"/>
                      <a:pt x="3870" y="9559"/>
                    </a:cubicBezTo>
                    <a:cubicBezTo>
                      <a:pt x="3905" y="10214"/>
                      <a:pt x="3786" y="10869"/>
                      <a:pt x="3941" y="11524"/>
                    </a:cubicBezTo>
                    <a:cubicBezTo>
                      <a:pt x="4001" y="11762"/>
                      <a:pt x="4036" y="12012"/>
                      <a:pt x="4036" y="12262"/>
                    </a:cubicBezTo>
                    <a:cubicBezTo>
                      <a:pt x="4036" y="12643"/>
                      <a:pt x="4215" y="12988"/>
                      <a:pt x="4275" y="13357"/>
                    </a:cubicBezTo>
                    <a:cubicBezTo>
                      <a:pt x="4370" y="14012"/>
                      <a:pt x="4537" y="14655"/>
                      <a:pt x="4822" y="15274"/>
                    </a:cubicBezTo>
                    <a:cubicBezTo>
                      <a:pt x="5096" y="15858"/>
                      <a:pt x="5346" y="16465"/>
                      <a:pt x="5739" y="16989"/>
                    </a:cubicBezTo>
                    <a:cubicBezTo>
                      <a:pt x="5853" y="17141"/>
                      <a:pt x="5954" y="17219"/>
                      <a:pt x="6059" y="17219"/>
                    </a:cubicBezTo>
                    <a:cubicBezTo>
                      <a:pt x="6151" y="17219"/>
                      <a:pt x="6247" y="17159"/>
                      <a:pt x="6358" y="17036"/>
                    </a:cubicBezTo>
                    <a:cubicBezTo>
                      <a:pt x="6525" y="16846"/>
                      <a:pt x="6775" y="16786"/>
                      <a:pt x="6989" y="16703"/>
                    </a:cubicBezTo>
                    <a:cubicBezTo>
                      <a:pt x="7029" y="16690"/>
                      <a:pt x="7067" y="16683"/>
                      <a:pt x="7102" y="16683"/>
                    </a:cubicBezTo>
                    <a:cubicBezTo>
                      <a:pt x="7256" y="16683"/>
                      <a:pt x="7358" y="16804"/>
                      <a:pt x="7358" y="16989"/>
                    </a:cubicBezTo>
                    <a:cubicBezTo>
                      <a:pt x="7358" y="17501"/>
                      <a:pt x="7370" y="18025"/>
                      <a:pt x="7323" y="18548"/>
                    </a:cubicBezTo>
                    <a:cubicBezTo>
                      <a:pt x="7251" y="19299"/>
                      <a:pt x="7049" y="20025"/>
                      <a:pt x="6763" y="20727"/>
                    </a:cubicBezTo>
                    <a:cubicBezTo>
                      <a:pt x="6739" y="20799"/>
                      <a:pt x="6727" y="20870"/>
                      <a:pt x="6620" y="20882"/>
                    </a:cubicBezTo>
                    <a:cubicBezTo>
                      <a:pt x="6425" y="20891"/>
                      <a:pt x="6215" y="20944"/>
                      <a:pt x="6025" y="20944"/>
                    </a:cubicBezTo>
                    <a:cubicBezTo>
                      <a:pt x="5971" y="20944"/>
                      <a:pt x="5920" y="20940"/>
                      <a:pt x="5870" y="20930"/>
                    </a:cubicBezTo>
                    <a:cubicBezTo>
                      <a:pt x="5096" y="20763"/>
                      <a:pt x="4310" y="20656"/>
                      <a:pt x="3572" y="20394"/>
                    </a:cubicBezTo>
                    <a:cubicBezTo>
                      <a:pt x="3215" y="20263"/>
                      <a:pt x="2822" y="20156"/>
                      <a:pt x="2524" y="19894"/>
                    </a:cubicBezTo>
                    <a:cubicBezTo>
                      <a:pt x="2346" y="19739"/>
                      <a:pt x="2274" y="19608"/>
                      <a:pt x="2524" y="19429"/>
                    </a:cubicBezTo>
                    <a:cubicBezTo>
                      <a:pt x="2834" y="19215"/>
                      <a:pt x="3048" y="18882"/>
                      <a:pt x="3394" y="18703"/>
                    </a:cubicBezTo>
                    <a:cubicBezTo>
                      <a:pt x="3465" y="18667"/>
                      <a:pt x="3524" y="18632"/>
                      <a:pt x="3465" y="18548"/>
                    </a:cubicBezTo>
                    <a:cubicBezTo>
                      <a:pt x="3334" y="18370"/>
                      <a:pt x="3322" y="18156"/>
                      <a:pt x="3251" y="17953"/>
                    </a:cubicBezTo>
                    <a:cubicBezTo>
                      <a:pt x="3155" y="17715"/>
                      <a:pt x="3096" y="17429"/>
                      <a:pt x="2953" y="17227"/>
                    </a:cubicBezTo>
                    <a:cubicBezTo>
                      <a:pt x="2667" y="16834"/>
                      <a:pt x="2560" y="16382"/>
                      <a:pt x="2370" y="15965"/>
                    </a:cubicBezTo>
                    <a:cubicBezTo>
                      <a:pt x="2084" y="15334"/>
                      <a:pt x="1893" y="14691"/>
                      <a:pt x="1655" y="14048"/>
                    </a:cubicBezTo>
                    <a:cubicBezTo>
                      <a:pt x="1417" y="13405"/>
                      <a:pt x="1215" y="12762"/>
                      <a:pt x="1060" y="12095"/>
                    </a:cubicBezTo>
                    <a:cubicBezTo>
                      <a:pt x="905" y="11405"/>
                      <a:pt x="798" y="10714"/>
                      <a:pt x="750" y="10012"/>
                    </a:cubicBezTo>
                    <a:cubicBezTo>
                      <a:pt x="703" y="9262"/>
                      <a:pt x="667" y="8523"/>
                      <a:pt x="750" y="7773"/>
                    </a:cubicBezTo>
                    <a:cubicBezTo>
                      <a:pt x="798" y="7392"/>
                      <a:pt x="881" y="6999"/>
                      <a:pt x="929" y="6618"/>
                    </a:cubicBezTo>
                    <a:cubicBezTo>
                      <a:pt x="1000" y="6047"/>
                      <a:pt x="1108" y="5475"/>
                      <a:pt x="1250" y="4916"/>
                    </a:cubicBezTo>
                    <a:cubicBezTo>
                      <a:pt x="1441" y="4190"/>
                      <a:pt x="1655" y="3475"/>
                      <a:pt x="1965" y="2785"/>
                    </a:cubicBezTo>
                    <a:cubicBezTo>
                      <a:pt x="2191" y="2296"/>
                      <a:pt x="2477" y="1820"/>
                      <a:pt x="2620" y="1296"/>
                    </a:cubicBezTo>
                    <a:cubicBezTo>
                      <a:pt x="2632" y="1213"/>
                      <a:pt x="2691" y="1142"/>
                      <a:pt x="2739" y="1058"/>
                    </a:cubicBezTo>
                    <a:close/>
                    <a:moveTo>
                      <a:pt x="2869" y="0"/>
                    </a:moveTo>
                    <a:cubicBezTo>
                      <a:pt x="2840" y="0"/>
                      <a:pt x="2809" y="10"/>
                      <a:pt x="2774" y="34"/>
                    </a:cubicBezTo>
                    <a:cubicBezTo>
                      <a:pt x="2608" y="153"/>
                      <a:pt x="2405" y="249"/>
                      <a:pt x="2322" y="451"/>
                    </a:cubicBezTo>
                    <a:cubicBezTo>
                      <a:pt x="2191" y="772"/>
                      <a:pt x="1977" y="1058"/>
                      <a:pt x="1810" y="1368"/>
                    </a:cubicBezTo>
                    <a:cubicBezTo>
                      <a:pt x="1619" y="1737"/>
                      <a:pt x="1477" y="2106"/>
                      <a:pt x="1286" y="2475"/>
                    </a:cubicBezTo>
                    <a:cubicBezTo>
                      <a:pt x="1060" y="2939"/>
                      <a:pt x="941" y="3439"/>
                      <a:pt x="846" y="3951"/>
                    </a:cubicBezTo>
                    <a:cubicBezTo>
                      <a:pt x="750" y="4463"/>
                      <a:pt x="560" y="4952"/>
                      <a:pt x="476" y="5475"/>
                    </a:cubicBezTo>
                    <a:cubicBezTo>
                      <a:pt x="369" y="6249"/>
                      <a:pt x="179" y="6999"/>
                      <a:pt x="143" y="7797"/>
                    </a:cubicBezTo>
                    <a:cubicBezTo>
                      <a:pt x="107" y="8333"/>
                      <a:pt x="84" y="8881"/>
                      <a:pt x="60" y="9428"/>
                    </a:cubicBezTo>
                    <a:cubicBezTo>
                      <a:pt x="60" y="9571"/>
                      <a:pt x="167" y="9690"/>
                      <a:pt x="131" y="9845"/>
                    </a:cubicBezTo>
                    <a:cubicBezTo>
                      <a:pt x="0" y="10333"/>
                      <a:pt x="215" y="10797"/>
                      <a:pt x="238" y="11274"/>
                    </a:cubicBezTo>
                    <a:cubicBezTo>
                      <a:pt x="262" y="11631"/>
                      <a:pt x="346" y="11988"/>
                      <a:pt x="393" y="12345"/>
                    </a:cubicBezTo>
                    <a:cubicBezTo>
                      <a:pt x="441" y="12726"/>
                      <a:pt x="524" y="13119"/>
                      <a:pt x="631" y="13464"/>
                    </a:cubicBezTo>
                    <a:cubicBezTo>
                      <a:pt x="786" y="13976"/>
                      <a:pt x="965" y="14488"/>
                      <a:pt x="1143" y="14988"/>
                    </a:cubicBezTo>
                    <a:cubicBezTo>
                      <a:pt x="1215" y="15203"/>
                      <a:pt x="1250" y="15429"/>
                      <a:pt x="1346" y="15631"/>
                    </a:cubicBezTo>
                    <a:cubicBezTo>
                      <a:pt x="1512" y="15989"/>
                      <a:pt x="1631" y="16382"/>
                      <a:pt x="1858" y="16727"/>
                    </a:cubicBezTo>
                    <a:cubicBezTo>
                      <a:pt x="2143" y="17167"/>
                      <a:pt x="2298" y="17703"/>
                      <a:pt x="2679" y="18084"/>
                    </a:cubicBezTo>
                    <a:cubicBezTo>
                      <a:pt x="2941" y="18358"/>
                      <a:pt x="2846" y="18453"/>
                      <a:pt x="2608" y="18632"/>
                    </a:cubicBezTo>
                    <a:cubicBezTo>
                      <a:pt x="2334" y="18846"/>
                      <a:pt x="1977" y="18977"/>
                      <a:pt x="1822" y="19299"/>
                    </a:cubicBezTo>
                    <a:cubicBezTo>
                      <a:pt x="1500" y="19906"/>
                      <a:pt x="1846" y="20406"/>
                      <a:pt x="2501" y="20656"/>
                    </a:cubicBezTo>
                    <a:cubicBezTo>
                      <a:pt x="2822" y="20775"/>
                      <a:pt x="3155" y="20858"/>
                      <a:pt x="3465" y="20977"/>
                    </a:cubicBezTo>
                    <a:cubicBezTo>
                      <a:pt x="3952" y="21175"/>
                      <a:pt x="5242" y="21609"/>
                      <a:pt x="6167" y="21609"/>
                    </a:cubicBezTo>
                    <a:cubicBezTo>
                      <a:pt x="6191" y="21609"/>
                      <a:pt x="6215" y="21609"/>
                      <a:pt x="6239" y="21608"/>
                    </a:cubicBezTo>
                    <a:cubicBezTo>
                      <a:pt x="6561" y="21596"/>
                      <a:pt x="6834" y="21525"/>
                      <a:pt x="7013" y="21358"/>
                    </a:cubicBezTo>
                    <a:cubicBezTo>
                      <a:pt x="7489" y="20918"/>
                      <a:pt x="7858" y="19822"/>
                      <a:pt x="7942" y="19191"/>
                    </a:cubicBezTo>
                    <a:cubicBezTo>
                      <a:pt x="8073" y="18251"/>
                      <a:pt x="8192" y="17310"/>
                      <a:pt x="8013" y="16370"/>
                    </a:cubicBezTo>
                    <a:cubicBezTo>
                      <a:pt x="7966" y="16108"/>
                      <a:pt x="7823" y="15917"/>
                      <a:pt x="7620" y="15834"/>
                    </a:cubicBezTo>
                    <a:cubicBezTo>
                      <a:pt x="7544" y="15805"/>
                      <a:pt x="7464" y="15792"/>
                      <a:pt x="7384" y="15792"/>
                    </a:cubicBezTo>
                    <a:cubicBezTo>
                      <a:pt x="7168" y="15792"/>
                      <a:pt x="6956" y="15891"/>
                      <a:pt x="6834" y="16048"/>
                    </a:cubicBezTo>
                    <a:cubicBezTo>
                      <a:pt x="6692" y="16227"/>
                      <a:pt x="6453" y="16215"/>
                      <a:pt x="6346" y="16405"/>
                    </a:cubicBezTo>
                    <a:cubicBezTo>
                      <a:pt x="6335" y="16428"/>
                      <a:pt x="6311" y="16438"/>
                      <a:pt x="6285" y="16438"/>
                    </a:cubicBezTo>
                    <a:cubicBezTo>
                      <a:pt x="6228" y="16438"/>
                      <a:pt x="6156" y="16394"/>
                      <a:pt x="6156" y="16346"/>
                    </a:cubicBezTo>
                    <a:cubicBezTo>
                      <a:pt x="6096" y="16001"/>
                      <a:pt x="5775" y="15798"/>
                      <a:pt x="5656" y="15477"/>
                    </a:cubicBezTo>
                    <a:cubicBezTo>
                      <a:pt x="5465" y="14941"/>
                      <a:pt x="5239" y="14417"/>
                      <a:pt x="5072" y="13869"/>
                    </a:cubicBezTo>
                    <a:cubicBezTo>
                      <a:pt x="4906" y="13274"/>
                      <a:pt x="4834" y="12667"/>
                      <a:pt x="4667" y="12071"/>
                    </a:cubicBezTo>
                    <a:cubicBezTo>
                      <a:pt x="4548" y="11595"/>
                      <a:pt x="4620" y="11107"/>
                      <a:pt x="4537" y="10655"/>
                    </a:cubicBezTo>
                    <a:cubicBezTo>
                      <a:pt x="4417" y="9916"/>
                      <a:pt x="4537" y="9202"/>
                      <a:pt x="4548" y="8488"/>
                    </a:cubicBezTo>
                    <a:cubicBezTo>
                      <a:pt x="4560" y="7738"/>
                      <a:pt x="4727" y="6999"/>
                      <a:pt x="4858" y="6261"/>
                    </a:cubicBezTo>
                    <a:cubicBezTo>
                      <a:pt x="4941" y="5821"/>
                      <a:pt x="5037" y="5380"/>
                      <a:pt x="5227" y="4987"/>
                    </a:cubicBezTo>
                    <a:cubicBezTo>
                      <a:pt x="5418" y="4606"/>
                      <a:pt x="5549" y="4201"/>
                      <a:pt x="5703" y="3809"/>
                    </a:cubicBezTo>
                    <a:cubicBezTo>
                      <a:pt x="5989" y="3118"/>
                      <a:pt x="6251" y="2415"/>
                      <a:pt x="6561" y="1725"/>
                    </a:cubicBezTo>
                    <a:cubicBezTo>
                      <a:pt x="6671" y="1472"/>
                      <a:pt x="6526" y="1086"/>
                      <a:pt x="6268" y="1086"/>
                    </a:cubicBezTo>
                    <a:cubicBezTo>
                      <a:pt x="6247" y="1086"/>
                      <a:pt x="6226" y="1089"/>
                      <a:pt x="6203" y="1094"/>
                    </a:cubicBezTo>
                    <a:cubicBezTo>
                      <a:pt x="5549" y="1225"/>
                      <a:pt x="4870" y="1380"/>
                      <a:pt x="4263" y="1654"/>
                    </a:cubicBezTo>
                    <a:cubicBezTo>
                      <a:pt x="4068" y="1740"/>
                      <a:pt x="3960" y="1797"/>
                      <a:pt x="3885" y="1797"/>
                    </a:cubicBezTo>
                    <a:cubicBezTo>
                      <a:pt x="3785" y="1797"/>
                      <a:pt x="3745" y="1697"/>
                      <a:pt x="3644" y="1439"/>
                    </a:cubicBezTo>
                    <a:cubicBezTo>
                      <a:pt x="3489" y="999"/>
                      <a:pt x="3405" y="511"/>
                      <a:pt x="3060" y="130"/>
                    </a:cubicBezTo>
                    <a:cubicBezTo>
                      <a:pt x="3001" y="62"/>
                      <a:pt x="2942" y="0"/>
                      <a:pt x="286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29"/>
              <p:cNvSpPr/>
              <p:nvPr/>
            </p:nvSpPr>
            <p:spPr>
              <a:xfrm>
                <a:off x="1665809" y="1610862"/>
                <a:ext cx="350615" cy="292600"/>
              </a:xfrm>
              <a:custGeom>
                <a:rect b="b" l="l" r="r" t="t"/>
                <a:pathLst>
                  <a:path extrusionOk="0" h="9391" w="11253">
                    <a:moveTo>
                      <a:pt x="5979" y="804"/>
                    </a:moveTo>
                    <a:cubicBezTo>
                      <a:pt x="6079" y="804"/>
                      <a:pt x="6179" y="811"/>
                      <a:pt x="6275" y="827"/>
                    </a:cubicBezTo>
                    <a:cubicBezTo>
                      <a:pt x="6728" y="862"/>
                      <a:pt x="6787" y="1077"/>
                      <a:pt x="6799" y="1482"/>
                    </a:cubicBezTo>
                    <a:lnTo>
                      <a:pt x="6799" y="1493"/>
                    </a:lnTo>
                    <a:cubicBezTo>
                      <a:pt x="6633" y="1493"/>
                      <a:pt x="6478" y="1482"/>
                      <a:pt x="6311" y="1482"/>
                    </a:cubicBezTo>
                    <a:cubicBezTo>
                      <a:pt x="6133" y="1485"/>
                      <a:pt x="5954" y="1487"/>
                      <a:pt x="5775" y="1487"/>
                    </a:cubicBezTo>
                    <a:cubicBezTo>
                      <a:pt x="5418" y="1487"/>
                      <a:pt x="5061" y="1482"/>
                      <a:pt x="4704" y="1482"/>
                    </a:cubicBezTo>
                    <a:cubicBezTo>
                      <a:pt x="4728" y="1351"/>
                      <a:pt x="4763" y="1196"/>
                      <a:pt x="4835" y="1089"/>
                    </a:cubicBezTo>
                    <a:cubicBezTo>
                      <a:pt x="5001" y="850"/>
                      <a:pt x="5347" y="839"/>
                      <a:pt x="5609" y="827"/>
                    </a:cubicBezTo>
                    <a:cubicBezTo>
                      <a:pt x="5733" y="814"/>
                      <a:pt x="5857" y="804"/>
                      <a:pt x="5979" y="804"/>
                    </a:cubicBezTo>
                    <a:close/>
                    <a:moveTo>
                      <a:pt x="6357" y="365"/>
                    </a:moveTo>
                    <a:cubicBezTo>
                      <a:pt x="6686" y="365"/>
                      <a:pt x="7011" y="428"/>
                      <a:pt x="7145" y="696"/>
                    </a:cubicBezTo>
                    <a:cubicBezTo>
                      <a:pt x="7252" y="910"/>
                      <a:pt x="7264" y="1243"/>
                      <a:pt x="7204" y="1505"/>
                    </a:cubicBezTo>
                    <a:cubicBezTo>
                      <a:pt x="7145" y="1505"/>
                      <a:pt x="7073" y="1505"/>
                      <a:pt x="7014" y="1493"/>
                    </a:cubicBezTo>
                    <a:cubicBezTo>
                      <a:pt x="7318" y="715"/>
                      <a:pt x="6416" y="503"/>
                      <a:pt x="5814" y="503"/>
                    </a:cubicBezTo>
                    <a:cubicBezTo>
                      <a:pt x="5780" y="503"/>
                      <a:pt x="5747" y="504"/>
                      <a:pt x="5716" y="505"/>
                    </a:cubicBezTo>
                    <a:cubicBezTo>
                      <a:pt x="5061" y="541"/>
                      <a:pt x="4406" y="791"/>
                      <a:pt x="4466" y="1458"/>
                    </a:cubicBezTo>
                    <a:lnTo>
                      <a:pt x="4370" y="1458"/>
                    </a:lnTo>
                    <a:cubicBezTo>
                      <a:pt x="4275" y="1172"/>
                      <a:pt x="4216" y="910"/>
                      <a:pt x="4597" y="708"/>
                    </a:cubicBezTo>
                    <a:cubicBezTo>
                      <a:pt x="4930" y="517"/>
                      <a:pt x="5359" y="458"/>
                      <a:pt x="5728" y="410"/>
                    </a:cubicBezTo>
                    <a:cubicBezTo>
                      <a:pt x="5898" y="395"/>
                      <a:pt x="6129" y="365"/>
                      <a:pt x="6357" y="365"/>
                    </a:cubicBezTo>
                    <a:close/>
                    <a:moveTo>
                      <a:pt x="5251" y="1874"/>
                    </a:moveTo>
                    <a:cubicBezTo>
                      <a:pt x="6268" y="1898"/>
                      <a:pt x="7290" y="1958"/>
                      <a:pt x="8310" y="1958"/>
                    </a:cubicBezTo>
                    <a:cubicBezTo>
                      <a:pt x="8831" y="1958"/>
                      <a:pt x="9352" y="1943"/>
                      <a:pt x="9871" y="1898"/>
                    </a:cubicBezTo>
                    <a:cubicBezTo>
                      <a:pt x="9943" y="1898"/>
                      <a:pt x="10026" y="1886"/>
                      <a:pt x="10085" y="1886"/>
                    </a:cubicBezTo>
                    <a:cubicBezTo>
                      <a:pt x="10120" y="1907"/>
                      <a:pt x="10167" y="1920"/>
                      <a:pt x="10214" y="1920"/>
                    </a:cubicBezTo>
                    <a:cubicBezTo>
                      <a:pt x="10248" y="1920"/>
                      <a:pt x="10282" y="1913"/>
                      <a:pt x="10312" y="1898"/>
                    </a:cubicBezTo>
                    <a:cubicBezTo>
                      <a:pt x="10478" y="1922"/>
                      <a:pt x="10609" y="2029"/>
                      <a:pt x="10705" y="2244"/>
                    </a:cubicBezTo>
                    <a:cubicBezTo>
                      <a:pt x="10788" y="2458"/>
                      <a:pt x="10764" y="2755"/>
                      <a:pt x="10740" y="2982"/>
                    </a:cubicBezTo>
                    <a:cubicBezTo>
                      <a:pt x="10728" y="3220"/>
                      <a:pt x="10705" y="3458"/>
                      <a:pt x="10669" y="3696"/>
                    </a:cubicBezTo>
                    <a:cubicBezTo>
                      <a:pt x="10621" y="3732"/>
                      <a:pt x="10574" y="3768"/>
                      <a:pt x="10562" y="3827"/>
                    </a:cubicBezTo>
                    <a:cubicBezTo>
                      <a:pt x="10526" y="3756"/>
                      <a:pt x="10490" y="3672"/>
                      <a:pt x="10455" y="3577"/>
                    </a:cubicBezTo>
                    <a:cubicBezTo>
                      <a:pt x="10450" y="3558"/>
                      <a:pt x="10435" y="3550"/>
                      <a:pt x="10421" y="3550"/>
                    </a:cubicBezTo>
                    <a:cubicBezTo>
                      <a:pt x="10399" y="3550"/>
                      <a:pt x="10376" y="3567"/>
                      <a:pt x="10383" y="3589"/>
                    </a:cubicBezTo>
                    <a:cubicBezTo>
                      <a:pt x="10419" y="3684"/>
                      <a:pt x="10443" y="3756"/>
                      <a:pt x="10490" y="3827"/>
                    </a:cubicBezTo>
                    <a:cubicBezTo>
                      <a:pt x="10502" y="3875"/>
                      <a:pt x="10538" y="3922"/>
                      <a:pt x="10562" y="3946"/>
                    </a:cubicBezTo>
                    <a:cubicBezTo>
                      <a:pt x="10526" y="4065"/>
                      <a:pt x="10443" y="4184"/>
                      <a:pt x="10324" y="4291"/>
                    </a:cubicBezTo>
                    <a:cubicBezTo>
                      <a:pt x="10312" y="4232"/>
                      <a:pt x="10276" y="4184"/>
                      <a:pt x="10276" y="4149"/>
                    </a:cubicBezTo>
                    <a:lnTo>
                      <a:pt x="10145" y="3696"/>
                    </a:lnTo>
                    <a:cubicBezTo>
                      <a:pt x="10135" y="3671"/>
                      <a:pt x="10113" y="3659"/>
                      <a:pt x="10091" y="3659"/>
                    </a:cubicBezTo>
                    <a:cubicBezTo>
                      <a:pt x="10060" y="3659"/>
                      <a:pt x="10031" y="3683"/>
                      <a:pt x="10038" y="3732"/>
                    </a:cubicBezTo>
                    <a:cubicBezTo>
                      <a:pt x="10085" y="3887"/>
                      <a:pt x="10121" y="4041"/>
                      <a:pt x="10157" y="4208"/>
                    </a:cubicBezTo>
                    <a:cubicBezTo>
                      <a:pt x="10181" y="4268"/>
                      <a:pt x="10181" y="4339"/>
                      <a:pt x="10204" y="4399"/>
                    </a:cubicBezTo>
                    <a:cubicBezTo>
                      <a:pt x="10097" y="4470"/>
                      <a:pt x="10002" y="4530"/>
                      <a:pt x="9883" y="4601"/>
                    </a:cubicBezTo>
                    <a:cubicBezTo>
                      <a:pt x="9883" y="4399"/>
                      <a:pt x="9788" y="4172"/>
                      <a:pt x="9728" y="3982"/>
                    </a:cubicBezTo>
                    <a:cubicBezTo>
                      <a:pt x="9723" y="3952"/>
                      <a:pt x="9699" y="3939"/>
                      <a:pt x="9674" y="3939"/>
                    </a:cubicBezTo>
                    <a:cubicBezTo>
                      <a:pt x="9640" y="3939"/>
                      <a:pt x="9602" y="3964"/>
                      <a:pt x="9609" y="4006"/>
                    </a:cubicBezTo>
                    <a:cubicBezTo>
                      <a:pt x="9645" y="4125"/>
                      <a:pt x="9669" y="4268"/>
                      <a:pt x="9681" y="4387"/>
                    </a:cubicBezTo>
                    <a:cubicBezTo>
                      <a:pt x="9704" y="4470"/>
                      <a:pt x="9716" y="4577"/>
                      <a:pt x="9728" y="4660"/>
                    </a:cubicBezTo>
                    <a:cubicBezTo>
                      <a:pt x="9657" y="4708"/>
                      <a:pt x="9585" y="4744"/>
                      <a:pt x="9490" y="4768"/>
                    </a:cubicBezTo>
                    <a:lnTo>
                      <a:pt x="9490" y="4744"/>
                    </a:lnTo>
                    <a:cubicBezTo>
                      <a:pt x="9478" y="4696"/>
                      <a:pt x="9442" y="4660"/>
                      <a:pt x="9419" y="4625"/>
                    </a:cubicBezTo>
                    <a:cubicBezTo>
                      <a:pt x="9359" y="4506"/>
                      <a:pt x="9312" y="4387"/>
                      <a:pt x="9288" y="4244"/>
                    </a:cubicBezTo>
                    <a:cubicBezTo>
                      <a:pt x="9278" y="4220"/>
                      <a:pt x="9259" y="4209"/>
                      <a:pt x="9239" y="4209"/>
                    </a:cubicBezTo>
                    <a:cubicBezTo>
                      <a:pt x="9210" y="4209"/>
                      <a:pt x="9181" y="4232"/>
                      <a:pt x="9181" y="4268"/>
                    </a:cubicBezTo>
                    <a:cubicBezTo>
                      <a:pt x="9192" y="4410"/>
                      <a:pt x="9228" y="4565"/>
                      <a:pt x="9288" y="4708"/>
                    </a:cubicBezTo>
                    <a:cubicBezTo>
                      <a:pt x="9300" y="4756"/>
                      <a:pt x="9312" y="4803"/>
                      <a:pt x="9347" y="4827"/>
                    </a:cubicBezTo>
                    <a:lnTo>
                      <a:pt x="9121" y="4922"/>
                    </a:lnTo>
                    <a:cubicBezTo>
                      <a:pt x="9109" y="4887"/>
                      <a:pt x="9073" y="4863"/>
                      <a:pt x="9050" y="4827"/>
                    </a:cubicBezTo>
                    <a:cubicBezTo>
                      <a:pt x="8966" y="4744"/>
                      <a:pt x="8907" y="4660"/>
                      <a:pt x="8895" y="4541"/>
                    </a:cubicBezTo>
                    <a:cubicBezTo>
                      <a:pt x="8889" y="4504"/>
                      <a:pt x="8856" y="4486"/>
                      <a:pt x="8824" y="4486"/>
                    </a:cubicBezTo>
                    <a:cubicBezTo>
                      <a:pt x="8794" y="4486"/>
                      <a:pt x="8763" y="4501"/>
                      <a:pt x="8752" y="4530"/>
                    </a:cubicBezTo>
                    <a:cubicBezTo>
                      <a:pt x="8752" y="4541"/>
                      <a:pt x="8692" y="4565"/>
                      <a:pt x="8692" y="4577"/>
                    </a:cubicBezTo>
                    <a:cubicBezTo>
                      <a:pt x="8657" y="4601"/>
                      <a:pt x="8633" y="4625"/>
                      <a:pt x="8585" y="4649"/>
                    </a:cubicBezTo>
                    <a:cubicBezTo>
                      <a:pt x="8548" y="4677"/>
                      <a:pt x="8569" y="4719"/>
                      <a:pt x="8603" y="4719"/>
                    </a:cubicBezTo>
                    <a:cubicBezTo>
                      <a:pt x="8612" y="4719"/>
                      <a:pt x="8623" y="4716"/>
                      <a:pt x="8633" y="4708"/>
                    </a:cubicBezTo>
                    <a:cubicBezTo>
                      <a:pt x="8669" y="4684"/>
                      <a:pt x="8716" y="4649"/>
                      <a:pt x="8764" y="4637"/>
                    </a:cubicBezTo>
                    <a:cubicBezTo>
                      <a:pt x="8764" y="4649"/>
                      <a:pt x="8776" y="4684"/>
                      <a:pt x="8776" y="4696"/>
                    </a:cubicBezTo>
                    <a:cubicBezTo>
                      <a:pt x="8788" y="4720"/>
                      <a:pt x="8788" y="4744"/>
                      <a:pt x="8811" y="4768"/>
                    </a:cubicBezTo>
                    <a:lnTo>
                      <a:pt x="8895" y="4899"/>
                    </a:lnTo>
                    <a:cubicBezTo>
                      <a:pt x="8907" y="4934"/>
                      <a:pt x="8942" y="4946"/>
                      <a:pt x="8954" y="4982"/>
                    </a:cubicBezTo>
                    <a:cubicBezTo>
                      <a:pt x="8835" y="5018"/>
                      <a:pt x="8716" y="5065"/>
                      <a:pt x="8633" y="5101"/>
                    </a:cubicBezTo>
                    <a:cubicBezTo>
                      <a:pt x="8609" y="5077"/>
                      <a:pt x="8597" y="5053"/>
                      <a:pt x="8597" y="5041"/>
                    </a:cubicBezTo>
                    <a:cubicBezTo>
                      <a:pt x="8573" y="4958"/>
                      <a:pt x="8550" y="4887"/>
                      <a:pt x="8538" y="4803"/>
                    </a:cubicBezTo>
                    <a:cubicBezTo>
                      <a:pt x="8532" y="4766"/>
                      <a:pt x="8506" y="4751"/>
                      <a:pt x="8478" y="4751"/>
                    </a:cubicBezTo>
                    <a:cubicBezTo>
                      <a:pt x="8444" y="4751"/>
                      <a:pt x="8407" y="4776"/>
                      <a:pt x="8407" y="4815"/>
                    </a:cubicBezTo>
                    <a:cubicBezTo>
                      <a:pt x="8407" y="4899"/>
                      <a:pt x="8419" y="4994"/>
                      <a:pt x="8454" y="5077"/>
                    </a:cubicBezTo>
                    <a:cubicBezTo>
                      <a:pt x="8454" y="5101"/>
                      <a:pt x="8466" y="5125"/>
                      <a:pt x="8478" y="5161"/>
                    </a:cubicBezTo>
                    <a:cubicBezTo>
                      <a:pt x="8407" y="5184"/>
                      <a:pt x="8311" y="5220"/>
                      <a:pt x="8240" y="5244"/>
                    </a:cubicBezTo>
                    <a:cubicBezTo>
                      <a:pt x="8228" y="5232"/>
                      <a:pt x="8228" y="5220"/>
                      <a:pt x="8216" y="5196"/>
                    </a:cubicBezTo>
                    <a:cubicBezTo>
                      <a:pt x="8180" y="5125"/>
                      <a:pt x="8180" y="5053"/>
                      <a:pt x="8180" y="4982"/>
                    </a:cubicBezTo>
                    <a:cubicBezTo>
                      <a:pt x="8180" y="4946"/>
                      <a:pt x="8142" y="4924"/>
                      <a:pt x="8112" y="4924"/>
                    </a:cubicBezTo>
                    <a:cubicBezTo>
                      <a:pt x="8091" y="4924"/>
                      <a:pt x="8073" y="4934"/>
                      <a:pt x="8073" y="4958"/>
                    </a:cubicBezTo>
                    <a:cubicBezTo>
                      <a:pt x="8061" y="5065"/>
                      <a:pt x="8061" y="5196"/>
                      <a:pt x="8109" y="5292"/>
                    </a:cubicBezTo>
                    <a:cubicBezTo>
                      <a:pt x="8014" y="5315"/>
                      <a:pt x="7930" y="5339"/>
                      <a:pt x="7859" y="5363"/>
                    </a:cubicBezTo>
                    <a:cubicBezTo>
                      <a:pt x="7835" y="5351"/>
                      <a:pt x="7823" y="5315"/>
                      <a:pt x="7811" y="5303"/>
                    </a:cubicBezTo>
                    <a:cubicBezTo>
                      <a:pt x="7752" y="5220"/>
                      <a:pt x="7716" y="5125"/>
                      <a:pt x="7692" y="5041"/>
                    </a:cubicBezTo>
                    <a:cubicBezTo>
                      <a:pt x="7687" y="5017"/>
                      <a:pt x="7669" y="5007"/>
                      <a:pt x="7650" y="5007"/>
                    </a:cubicBezTo>
                    <a:cubicBezTo>
                      <a:pt x="7621" y="5007"/>
                      <a:pt x="7590" y="5030"/>
                      <a:pt x="7597" y="5065"/>
                    </a:cubicBezTo>
                    <a:cubicBezTo>
                      <a:pt x="7633" y="5172"/>
                      <a:pt x="7680" y="5292"/>
                      <a:pt x="7740" y="5399"/>
                    </a:cubicBezTo>
                    <a:lnTo>
                      <a:pt x="7514" y="5434"/>
                    </a:lnTo>
                    <a:cubicBezTo>
                      <a:pt x="7442" y="5351"/>
                      <a:pt x="7383" y="5256"/>
                      <a:pt x="7335" y="5161"/>
                    </a:cubicBezTo>
                    <a:cubicBezTo>
                      <a:pt x="7328" y="5138"/>
                      <a:pt x="7310" y="5130"/>
                      <a:pt x="7296" y="5130"/>
                    </a:cubicBezTo>
                    <a:cubicBezTo>
                      <a:pt x="7287" y="5130"/>
                      <a:pt x="7280" y="5132"/>
                      <a:pt x="7276" y="5137"/>
                    </a:cubicBezTo>
                    <a:cubicBezTo>
                      <a:pt x="7276" y="5125"/>
                      <a:pt x="7287" y="5125"/>
                      <a:pt x="7287" y="5113"/>
                    </a:cubicBezTo>
                    <a:cubicBezTo>
                      <a:pt x="7287" y="5079"/>
                      <a:pt x="7252" y="5046"/>
                      <a:pt x="7218" y="5046"/>
                    </a:cubicBezTo>
                    <a:cubicBezTo>
                      <a:pt x="7204" y="5046"/>
                      <a:pt x="7191" y="5051"/>
                      <a:pt x="7180" y="5065"/>
                    </a:cubicBezTo>
                    <a:cubicBezTo>
                      <a:pt x="7156" y="5113"/>
                      <a:pt x="7097" y="5125"/>
                      <a:pt x="7061" y="5161"/>
                    </a:cubicBezTo>
                    <a:cubicBezTo>
                      <a:pt x="7053" y="5177"/>
                      <a:pt x="7068" y="5199"/>
                      <a:pt x="7082" y="5199"/>
                    </a:cubicBezTo>
                    <a:cubicBezTo>
                      <a:pt x="7088" y="5199"/>
                      <a:pt x="7093" y="5195"/>
                      <a:pt x="7097" y="5184"/>
                    </a:cubicBezTo>
                    <a:cubicBezTo>
                      <a:pt x="7108" y="5174"/>
                      <a:pt x="7146" y="5135"/>
                      <a:pt x="7163" y="5135"/>
                    </a:cubicBezTo>
                    <a:cubicBezTo>
                      <a:pt x="7165" y="5135"/>
                      <a:pt x="7167" y="5135"/>
                      <a:pt x="7168" y="5137"/>
                    </a:cubicBezTo>
                    <a:cubicBezTo>
                      <a:pt x="7180" y="5161"/>
                      <a:pt x="7216" y="5161"/>
                      <a:pt x="7228" y="5161"/>
                    </a:cubicBezTo>
                    <a:lnTo>
                      <a:pt x="7228" y="5184"/>
                    </a:lnTo>
                    <a:lnTo>
                      <a:pt x="7359" y="5458"/>
                    </a:lnTo>
                    <a:cubicBezTo>
                      <a:pt x="7299" y="5470"/>
                      <a:pt x="7240" y="5482"/>
                      <a:pt x="7168" y="5482"/>
                    </a:cubicBezTo>
                    <a:cubicBezTo>
                      <a:pt x="7097" y="5399"/>
                      <a:pt x="7026" y="5303"/>
                      <a:pt x="6966" y="5220"/>
                    </a:cubicBezTo>
                    <a:cubicBezTo>
                      <a:pt x="6955" y="5206"/>
                      <a:pt x="6940" y="5200"/>
                      <a:pt x="6925" y="5200"/>
                    </a:cubicBezTo>
                    <a:cubicBezTo>
                      <a:pt x="6890" y="5200"/>
                      <a:pt x="6854" y="5231"/>
                      <a:pt x="6871" y="5256"/>
                    </a:cubicBezTo>
                    <a:cubicBezTo>
                      <a:pt x="6871" y="5351"/>
                      <a:pt x="6883" y="5470"/>
                      <a:pt x="6978" y="5482"/>
                    </a:cubicBezTo>
                    <a:cubicBezTo>
                      <a:pt x="6990" y="5482"/>
                      <a:pt x="7002" y="5482"/>
                      <a:pt x="7026" y="5470"/>
                    </a:cubicBezTo>
                    <a:cubicBezTo>
                      <a:pt x="7026" y="5482"/>
                      <a:pt x="7037" y="5482"/>
                      <a:pt x="7037" y="5494"/>
                    </a:cubicBezTo>
                    <a:lnTo>
                      <a:pt x="6633" y="5542"/>
                    </a:lnTo>
                    <a:cubicBezTo>
                      <a:pt x="6573" y="5470"/>
                      <a:pt x="6514" y="5411"/>
                      <a:pt x="6442" y="5351"/>
                    </a:cubicBezTo>
                    <a:cubicBezTo>
                      <a:pt x="6433" y="5342"/>
                      <a:pt x="6424" y="5338"/>
                      <a:pt x="6416" y="5338"/>
                    </a:cubicBezTo>
                    <a:cubicBezTo>
                      <a:pt x="6392" y="5338"/>
                      <a:pt x="6377" y="5372"/>
                      <a:pt x="6394" y="5399"/>
                    </a:cubicBezTo>
                    <a:cubicBezTo>
                      <a:pt x="6454" y="5434"/>
                      <a:pt x="6502" y="5494"/>
                      <a:pt x="6549" y="5553"/>
                    </a:cubicBezTo>
                    <a:cubicBezTo>
                      <a:pt x="6394" y="5577"/>
                      <a:pt x="6228" y="5589"/>
                      <a:pt x="6085" y="5589"/>
                    </a:cubicBezTo>
                    <a:cubicBezTo>
                      <a:pt x="6013" y="5518"/>
                      <a:pt x="5954" y="5434"/>
                      <a:pt x="5906" y="5351"/>
                    </a:cubicBezTo>
                    <a:cubicBezTo>
                      <a:pt x="5896" y="5333"/>
                      <a:pt x="5881" y="5326"/>
                      <a:pt x="5866" y="5326"/>
                    </a:cubicBezTo>
                    <a:cubicBezTo>
                      <a:pt x="5830" y="5326"/>
                      <a:pt x="5794" y="5365"/>
                      <a:pt x="5811" y="5399"/>
                    </a:cubicBezTo>
                    <a:cubicBezTo>
                      <a:pt x="5847" y="5458"/>
                      <a:pt x="5894" y="5530"/>
                      <a:pt x="5930" y="5589"/>
                    </a:cubicBezTo>
                    <a:lnTo>
                      <a:pt x="5716" y="5589"/>
                    </a:lnTo>
                    <a:lnTo>
                      <a:pt x="5537" y="5411"/>
                    </a:lnTo>
                    <a:cubicBezTo>
                      <a:pt x="5526" y="5402"/>
                      <a:pt x="5514" y="5398"/>
                      <a:pt x="5504" y="5398"/>
                    </a:cubicBezTo>
                    <a:cubicBezTo>
                      <a:pt x="5471" y="5398"/>
                      <a:pt x="5451" y="5434"/>
                      <a:pt x="5478" y="5470"/>
                    </a:cubicBezTo>
                    <a:cubicBezTo>
                      <a:pt x="5502" y="5518"/>
                      <a:pt x="5549" y="5542"/>
                      <a:pt x="5573" y="5589"/>
                    </a:cubicBezTo>
                    <a:lnTo>
                      <a:pt x="5275" y="5589"/>
                    </a:lnTo>
                    <a:lnTo>
                      <a:pt x="5263" y="5577"/>
                    </a:lnTo>
                    <a:cubicBezTo>
                      <a:pt x="5204" y="5470"/>
                      <a:pt x="5144" y="5351"/>
                      <a:pt x="5121" y="5232"/>
                    </a:cubicBezTo>
                    <a:cubicBezTo>
                      <a:pt x="5111" y="5208"/>
                      <a:pt x="5090" y="5197"/>
                      <a:pt x="5069" y="5197"/>
                    </a:cubicBezTo>
                    <a:cubicBezTo>
                      <a:pt x="5039" y="5197"/>
                      <a:pt x="5011" y="5220"/>
                      <a:pt x="5025" y="5256"/>
                    </a:cubicBezTo>
                    <a:cubicBezTo>
                      <a:pt x="5061" y="5363"/>
                      <a:pt x="5097" y="5482"/>
                      <a:pt x="5144" y="5589"/>
                    </a:cubicBezTo>
                    <a:lnTo>
                      <a:pt x="5121" y="5589"/>
                    </a:lnTo>
                    <a:cubicBezTo>
                      <a:pt x="5109" y="5565"/>
                      <a:pt x="5088" y="5553"/>
                      <a:pt x="5068" y="5553"/>
                    </a:cubicBezTo>
                    <a:cubicBezTo>
                      <a:pt x="5049" y="5553"/>
                      <a:pt x="5031" y="5565"/>
                      <a:pt x="5025" y="5589"/>
                    </a:cubicBezTo>
                    <a:lnTo>
                      <a:pt x="4918" y="5589"/>
                    </a:lnTo>
                    <a:cubicBezTo>
                      <a:pt x="4882" y="5530"/>
                      <a:pt x="4847" y="5470"/>
                      <a:pt x="4835" y="5375"/>
                    </a:cubicBezTo>
                    <a:cubicBezTo>
                      <a:pt x="4829" y="5353"/>
                      <a:pt x="4810" y="5342"/>
                      <a:pt x="4789" y="5342"/>
                    </a:cubicBezTo>
                    <a:cubicBezTo>
                      <a:pt x="4765" y="5342"/>
                      <a:pt x="4740" y="5359"/>
                      <a:pt x="4740" y="5399"/>
                    </a:cubicBezTo>
                    <a:cubicBezTo>
                      <a:pt x="4740" y="5458"/>
                      <a:pt x="4763" y="5518"/>
                      <a:pt x="4775" y="5577"/>
                    </a:cubicBezTo>
                    <a:lnTo>
                      <a:pt x="4668" y="5577"/>
                    </a:lnTo>
                    <a:cubicBezTo>
                      <a:pt x="4656" y="5553"/>
                      <a:pt x="4644" y="5530"/>
                      <a:pt x="4609" y="5518"/>
                    </a:cubicBezTo>
                    <a:lnTo>
                      <a:pt x="4382" y="5292"/>
                    </a:lnTo>
                    <a:cubicBezTo>
                      <a:pt x="4376" y="5279"/>
                      <a:pt x="4367" y="5274"/>
                      <a:pt x="4358" y="5274"/>
                    </a:cubicBezTo>
                    <a:cubicBezTo>
                      <a:pt x="4332" y="5274"/>
                      <a:pt x="4302" y="5313"/>
                      <a:pt x="4311" y="5339"/>
                    </a:cubicBezTo>
                    <a:cubicBezTo>
                      <a:pt x="4323" y="5363"/>
                      <a:pt x="4359" y="5458"/>
                      <a:pt x="4418" y="5542"/>
                    </a:cubicBezTo>
                    <a:cubicBezTo>
                      <a:pt x="4323" y="5530"/>
                      <a:pt x="4239" y="5530"/>
                      <a:pt x="4144" y="5518"/>
                    </a:cubicBezTo>
                    <a:cubicBezTo>
                      <a:pt x="4132" y="5482"/>
                      <a:pt x="4108" y="5458"/>
                      <a:pt x="4085" y="5422"/>
                    </a:cubicBezTo>
                    <a:cubicBezTo>
                      <a:pt x="4025" y="5351"/>
                      <a:pt x="3966" y="5280"/>
                      <a:pt x="3930" y="5220"/>
                    </a:cubicBezTo>
                    <a:cubicBezTo>
                      <a:pt x="3914" y="5200"/>
                      <a:pt x="3890" y="5191"/>
                      <a:pt x="3869" y="5191"/>
                    </a:cubicBezTo>
                    <a:cubicBezTo>
                      <a:pt x="3827" y="5191"/>
                      <a:pt x="3791" y="5225"/>
                      <a:pt x="3823" y="5280"/>
                    </a:cubicBezTo>
                    <a:cubicBezTo>
                      <a:pt x="3870" y="5351"/>
                      <a:pt x="3894" y="5411"/>
                      <a:pt x="3942" y="5482"/>
                    </a:cubicBezTo>
                    <a:cubicBezTo>
                      <a:pt x="3882" y="5470"/>
                      <a:pt x="3823" y="5470"/>
                      <a:pt x="3763" y="5458"/>
                    </a:cubicBezTo>
                    <a:cubicBezTo>
                      <a:pt x="3716" y="5327"/>
                      <a:pt x="3692" y="5208"/>
                      <a:pt x="3656" y="5077"/>
                    </a:cubicBezTo>
                    <a:cubicBezTo>
                      <a:pt x="3651" y="5046"/>
                      <a:pt x="3627" y="5030"/>
                      <a:pt x="3602" y="5030"/>
                    </a:cubicBezTo>
                    <a:cubicBezTo>
                      <a:pt x="3570" y="5030"/>
                      <a:pt x="3537" y="5055"/>
                      <a:pt x="3537" y="5101"/>
                    </a:cubicBezTo>
                    <a:cubicBezTo>
                      <a:pt x="3537" y="5196"/>
                      <a:pt x="3549" y="5315"/>
                      <a:pt x="3585" y="5422"/>
                    </a:cubicBezTo>
                    <a:lnTo>
                      <a:pt x="3358" y="5375"/>
                    </a:lnTo>
                    <a:cubicBezTo>
                      <a:pt x="3346" y="5351"/>
                      <a:pt x="3335" y="5315"/>
                      <a:pt x="3335" y="5292"/>
                    </a:cubicBezTo>
                    <a:cubicBezTo>
                      <a:pt x="3287" y="5172"/>
                      <a:pt x="3227" y="5030"/>
                      <a:pt x="3168" y="4934"/>
                    </a:cubicBezTo>
                    <a:cubicBezTo>
                      <a:pt x="3156" y="4914"/>
                      <a:pt x="3138" y="4905"/>
                      <a:pt x="3121" y="4905"/>
                    </a:cubicBezTo>
                    <a:cubicBezTo>
                      <a:pt x="3088" y="4905"/>
                      <a:pt x="3057" y="4939"/>
                      <a:pt x="3073" y="4994"/>
                    </a:cubicBezTo>
                    <a:cubicBezTo>
                      <a:pt x="3120" y="5113"/>
                      <a:pt x="3168" y="5232"/>
                      <a:pt x="3192" y="5351"/>
                    </a:cubicBezTo>
                    <a:cubicBezTo>
                      <a:pt x="3096" y="5315"/>
                      <a:pt x="2977" y="5303"/>
                      <a:pt x="2870" y="5268"/>
                    </a:cubicBezTo>
                    <a:cubicBezTo>
                      <a:pt x="2858" y="5149"/>
                      <a:pt x="2823" y="5018"/>
                      <a:pt x="2823" y="4899"/>
                    </a:cubicBezTo>
                    <a:cubicBezTo>
                      <a:pt x="2823" y="4857"/>
                      <a:pt x="2790" y="4836"/>
                      <a:pt x="2757" y="4836"/>
                    </a:cubicBezTo>
                    <a:cubicBezTo>
                      <a:pt x="2724" y="4836"/>
                      <a:pt x="2692" y="4857"/>
                      <a:pt x="2692" y="4899"/>
                    </a:cubicBezTo>
                    <a:cubicBezTo>
                      <a:pt x="2692" y="5006"/>
                      <a:pt x="2680" y="5113"/>
                      <a:pt x="2692" y="5232"/>
                    </a:cubicBezTo>
                    <a:cubicBezTo>
                      <a:pt x="2573" y="5196"/>
                      <a:pt x="2465" y="5149"/>
                      <a:pt x="2346" y="5113"/>
                    </a:cubicBezTo>
                    <a:cubicBezTo>
                      <a:pt x="2323" y="5018"/>
                      <a:pt x="2275" y="4911"/>
                      <a:pt x="2239" y="4815"/>
                    </a:cubicBezTo>
                    <a:cubicBezTo>
                      <a:pt x="2234" y="4781"/>
                      <a:pt x="2214" y="4767"/>
                      <a:pt x="2192" y="4767"/>
                    </a:cubicBezTo>
                    <a:cubicBezTo>
                      <a:pt x="2162" y="4767"/>
                      <a:pt x="2130" y="4797"/>
                      <a:pt x="2144" y="4839"/>
                    </a:cubicBezTo>
                    <a:cubicBezTo>
                      <a:pt x="2156" y="4899"/>
                      <a:pt x="2168" y="4970"/>
                      <a:pt x="2180" y="5053"/>
                    </a:cubicBezTo>
                    <a:cubicBezTo>
                      <a:pt x="2144" y="5030"/>
                      <a:pt x="2096" y="5006"/>
                      <a:pt x="2037" y="4994"/>
                    </a:cubicBezTo>
                    <a:cubicBezTo>
                      <a:pt x="2037" y="4958"/>
                      <a:pt x="2025" y="4946"/>
                      <a:pt x="2025" y="4911"/>
                    </a:cubicBezTo>
                    <a:cubicBezTo>
                      <a:pt x="1977" y="4768"/>
                      <a:pt x="1942" y="4613"/>
                      <a:pt x="1906" y="4470"/>
                    </a:cubicBezTo>
                    <a:cubicBezTo>
                      <a:pt x="1896" y="4440"/>
                      <a:pt x="1869" y="4427"/>
                      <a:pt x="1843" y="4427"/>
                    </a:cubicBezTo>
                    <a:cubicBezTo>
                      <a:pt x="1807" y="4427"/>
                      <a:pt x="1773" y="4452"/>
                      <a:pt x="1787" y="4494"/>
                    </a:cubicBezTo>
                    <a:cubicBezTo>
                      <a:pt x="1811" y="4637"/>
                      <a:pt x="1846" y="4768"/>
                      <a:pt x="1870" y="4911"/>
                    </a:cubicBezTo>
                    <a:cubicBezTo>
                      <a:pt x="1763" y="4875"/>
                      <a:pt x="1680" y="4815"/>
                      <a:pt x="1584" y="4756"/>
                    </a:cubicBezTo>
                    <a:cubicBezTo>
                      <a:pt x="1549" y="4589"/>
                      <a:pt x="1513" y="4422"/>
                      <a:pt x="1465" y="4256"/>
                    </a:cubicBezTo>
                    <a:cubicBezTo>
                      <a:pt x="1461" y="4234"/>
                      <a:pt x="1447" y="4225"/>
                      <a:pt x="1432" y="4225"/>
                    </a:cubicBezTo>
                    <a:cubicBezTo>
                      <a:pt x="1406" y="4225"/>
                      <a:pt x="1374" y="4253"/>
                      <a:pt x="1382" y="4291"/>
                    </a:cubicBezTo>
                    <a:cubicBezTo>
                      <a:pt x="1406" y="4410"/>
                      <a:pt x="1430" y="4541"/>
                      <a:pt x="1453" y="4660"/>
                    </a:cubicBezTo>
                    <a:cubicBezTo>
                      <a:pt x="1311" y="4577"/>
                      <a:pt x="1168" y="4470"/>
                      <a:pt x="1037" y="4351"/>
                    </a:cubicBezTo>
                    <a:cubicBezTo>
                      <a:pt x="1037" y="4232"/>
                      <a:pt x="1013" y="4101"/>
                      <a:pt x="977" y="3982"/>
                    </a:cubicBezTo>
                    <a:cubicBezTo>
                      <a:pt x="972" y="3958"/>
                      <a:pt x="954" y="3947"/>
                      <a:pt x="935" y="3947"/>
                    </a:cubicBezTo>
                    <a:cubicBezTo>
                      <a:pt x="908" y="3947"/>
                      <a:pt x="880" y="3970"/>
                      <a:pt x="894" y="4006"/>
                    </a:cubicBezTo>
                    <a:cubicBezTo>
                      <a:pt x="918" y="4101"/>
                      <a:pt x="930" y="4184"/>
                      <a:pt x="953" y="4279"/>
                    </a:cubicBezTo>
                    <a:cubicBezTo>
                      <a:pt x="894" y="4220"/>
                      <a:pt x="834" y="4160"/>
                      <a:pt x="775" y="4077"/>
                    </a:cubicBezTo>
                    <a:cubicBezTo>
                      <a:pt x="775" y="3696"/>
                      <a:pt x="751" y="3291"/>
                      <a:pt x="727" y="2910"/>
                    </a:cubicBezTo>
                    <a:cubicBezTo>
                      <a:pt x="739" y="2613"/>
                      <a:pt x="751" y="2291"/>
                      <a:pt x="775" y="1993"/>
                    </a:cubicBezTo>
                    <a:cubicBezTo>
                      <a:pt x="2263" y="1898"/>
                      <a:pt x="3751" y="1874"/>
                      <a:pt x="5251" y="1874"/>
                    </a:cubicBezTo>
                    <a:close/>
                    <a:moveTo>
                      <a:pt x="4930" y="6018"/>
                    </a:moveTo>
                    <a:cubicBezTo>
                      <a:pt x="5228" y="6054"/>
                      <a:pt x="5490" y="6054"/>
                      <a:pt x="5763" y="6054"/>
                    </a:cubicBezTo>
                    <a:cubicBezTo>
                      <a:pt x="5847" y="6292"/>
                      <a:pt x="5728" y="6601"/>
                      <a:pt x="5466" y="6649"/>
                    </a:cubicBezTo>
                    <a:cubicBezTo>
                      <a:pt x="5441" y="6652"/>
                      <a:pt x="5416" y="6653"/>
                      <a:pt x="5391" y="6653"/>
                    </a:cubicBezTo>
                    <a:cubicBezTo>
                      <a:pt x="5213" y="6653"/>
                      <a:pt x="5039" y="6578"/>
                      <a:pt x="4966" y="6411"/>
                    </a:cubicBezTo>
                    <a:cubicBezTo>
                      <a:pt x="4930" y="6292"/>
                      <a:pt x="4930" y="6149"/>
                      <a:pt x="4930" y="6018"/>
                    </a:cubicBezTo>
                    <a:close/>
                    <a:moveTo>
                      <a:pt x="775" y="4518"/>
                    </a:moveTo>
                    <a:cubicBezTo>
                      <a:pt x="1620" y="5553"/>
                      <a:pt x="3216" y="5899"/>
                      <a:pt x="4644" y="6006"/>
                    </a:cubicBezTo>
                    <a:cubicBezTo>
                      <a:pt x="4597" y="6244"/>
                      <a:pt x="4656" y="6530"/>
                      <a:pt x="4763" y="6708"/>
                    </a:cubicBezTo>
                    <a:cubicBezTo>
                      <a:pt x="4893" y="6899"/>
                      <a:pt x="5144" y="7002"/>
                      <a:pt x="5385" y="7002"/>
                    </a:cubicBezTo>
                    <a:cubicBezTo>
                      <a:pt x="5475" y="7002"/>
                      <a:pt x="5564" y="6987"/>
                      <a:pt x="5644" y="6958"/>
                    </a:cubicBezTo>
                    <a:cubicBezTo>
                      <a:pt x="5906" y="6863"/>
                      <a:pt x="6085" y="6613"/>
                      <a:pt x="6133" y="6327"/>
                    </a:cubicBezTo>
                    <a:cubicBezTo>
                      <a:pt x="6144" y="6244"/>
                      <a:pt x="6144" y="6137"/>
                      <a:pt x="6133" y="6030"/>
                    </a:cubicBezTo>
                    <a:cubicBezTo>
                      <a:pt x="7216" y="6006"/>
                      <a:pt x="8252" y="5756"/>
                      <a:pt x="9252" y="5315"/>
                    </a:cubicBezTo>
                    <a:cubicBezTo>
                      <a:pt x="9609" y="5172"/>
                      <a:pt x="10193" y="4934"/>
                      <a:pt x="10574" y="4601"/>
                    </a:cubicBezTo>
                    <a:lnTo>
                      <a:pt x="10574" y="4601"/>
                    </a:lnTo>
                    <a:cubicBezTo>
                      <a:pt x="10538" y="5280"/>
                      <a:pt x="10657" y="5958"/>
                      <a:pt x="10716" y="6625"/>
                    </a:cubicBezTo>
                    <a:cubicBezTo>
                      <a:pt x="10716" y="7006"/>
                      <a:pt x="10716" y="7387"/>
                      <a:pt x="10752" y="7756"/>
                    </a:cubicBezTo>
                    <a:cubicBezTo>
                      <a:pt x="10752" y="7899"/>
                      <a:pt x="10740" y="8030"/>
                      <a:pt x="10716" y="8161"/>
                    </a:cubicBezTo>
                    <a:cubicBezTo>
                      <a:pt x="7820" y="8263"/>
                      <a:pt x="4950" y="8583"/>
                      <a:pt x="2068" y="8583"/>
                    </a:cubicBezTo>
                    <a:cubicBezTo>
                      <a:pt x="1586" y="8583"/>
                      <a:pt x="1103" y="8574"/>
                      <a:pt x="620" y="8554"/>
                    </a:cubicBezTo>
                    <a:cubicBezTo>
                      <a:pt x="537" y="7566"/>
                      <a:pt x="679" y="6601"/>
                      <a:pt x="739" y="5613"/>
                    </a:cubicBezTo>
                    <a:cubicBezTo>
                      <a:pt x="763" y="5256"/>
                      <a:pt x="775" y="4887"/>
                      <a:pt x="775" y="4518"/>
                    </a:cubicBezTo>
                    <a:close/>
                    <a:moveTo>
                      <a:pt x="10740" y="8566"/>
                    </a:moveTo>
                    <a:cubicBezTo>
                      <a:pt x="10764" y="8613"/>
                      <a:pt x="10776" y="8637"/>
                      <a:pt x="10800" y="8673"/>
                    </a:cubicBezTo>
                    <a:cubicBezTo>
                      <a:pt x="10645" y="8709"/>
                      <a:pt x="10466" y="8732"/>
                      <a:pt x="10288" y="8744"/>
                    </a:cubicBezTo>
                    <a:lnTo>
                      <a:pt x="10193" y="8649"/>
                    </a:lnTo>
                    <a:cubicBezTo>
                      <a:pt x="10181" y="8637"/>
                      <a:pt x="10169" y="8601"/>
                      <a:pt x="10145" y="8590"/>
                    </a:cubicBezTo>
                    <a:cubicBezTo>
                      <a:pt x="10347" y="8578"/>
                      <a:pt x="10550" y="8578"/>
                      <a:pt x="10740" y="8566"/>
                    </a:cubicBezTo>
                    <a:close/>
                    <a:moveTo>
                      <a:pt x="9978" y="8625"/>
                    </a:moveTo>
                    <a:cubicBezTo>
                      <a:pt x="10014" y="8685"/>
                      <a:pt x="10062" y="8744"/>
                      <a:pt x="10085" y="8792"/>
                    </a:cubicBezTo>
                    <a:cubicBezTo>
                      <a:pt x="10050" y="8792"/>
                      <a:pt x="9978" y="8804"/>
                      <a:pt x="9943" y="8816"/>
                    </a:cubicBezTo>
                    <a:cubicBezTo>
                      <a:pt x="9943" y="8756"/>
                      <a:pt x="9907" y="8709"/>
                      <a:pt x="9895" y="8685"/>
                    </a:cubicBezTo>
                    <a:cubicBezTo>
                      <a:pt x="9883" y="8673"/>
                      <a:pt x="9883" y="8637"/>
                      <a:pt x="9871" y="8625"/>
                    </a:cubicBezTo>
                    <a:close/>
                    <a:moveTo>
                      <a:pt x="9716" y="8625"/>
                    </a:moveTo>
                    <a:cubicBezTo>
                      <a:pt x="9728" y="8673"/>
                      <a:pt x="9728" y="8697"/>
                      <a:pt x="9752" y="8744"/>
                    </a:cubicBezTo>
                    <a:cubicBezTo>
                      <a:pt x="9764" y="8768"/>
                      <a:pt x="9764" y="8804"/>
                      <a:pt x="9776" y="8828"/>
                    </a:cubicBezTo>
                    <a:cubicBezTo>
                      <a:pt x="9693" y="8851"/>
                      <a:pt x="9585" y="8863"/>
                      <a:pt x="9490" y="8875"/>
                    </a:cubicBezTo>
                    <a:cubicBezTo>
                      <a:pt x="9478" y="8804"/>
                      <a:pt x="9431" y="8732"/>
                      <a:pt x="9407" y="8673"/>
                    </a:cubicBezTo>
                    <a:cubicBezTo>
                      <a:pt x="9407" y="8649"/>
                      <a:pt x="9395" y="8649"/>
                      <a:pt x="9395" y="8637"/>
                    </a:cubicBezTo>
                    <a:cubicBezTo>
                      <a:pt x="9490" y="8637"/>
                      <a:pt x="9597" y="8625"/>
                      <a:pt x="9716" y="8625"/>
                    </a:cubicBezTo>
                    <a:close/>
                    <a:moveTo>
                      <a:pt x="9240" y="8649"/>
                    </a:moveTo>
                    <a:lnTo>
                      <a:pt x="9288" y="8744"/>
                    </a:lnTo>
                    <a:cubicBezTo>
                      <a:pt x="9300" y="8792"/>
                      <a:pt x="9312" y="8863"/>
                      <a:pt x="9347" y="8911"/>
                    </a:cubicBezTo>
                    <a:cubicBezTo>
                      <a:pt x="9240" y="8923"/>
                      <a:pt x="9121" y="8947"/>
                      <a:pt x="9014" y="8971"/>
                    </a:cubicBezTo>
                    <a:cubicBezTo>
                      <a:pt x="8978" y="8923"/>
                      <a:pt x="8942" y="8875"/>
                      <a:pt x="8931" y="8828"/>
                    </a:cubicBezTo>
                    <a:cubicBezTo>
                      <a:pt x="8895" y="8768"/>
                      <a:pt x="8871" y="8732"/>
                      <a:pt x="8835" y="8673"/>
                    </a:cubicBezTo>
                    <a:cubicBezTo>
                      <a:pt x="8978" y="8673"/>
                      <a:pt x="9109" y="8649"/>
                      <a:pt x="9240" y="8649"/>
                    </a:cubicBezTo>
                    <a:close/>
                    <a:moveTo>
                      <a:pt x="906" y="8911"/>
                    </a:moveTo>
                    <a:lnTo>
                      <a:pt x="906" y="8911"/>
                    </a:lnTo>
                    <a:cubicBezTo>
                      <a:pt x="1537" y="8935"/>
                      <a:pt x="2156" y="8935"/>
                      <a:pt x="2787" y="8935"/>
                    </a:cubicBezTo>
                    <a:cubicBezTo>
                      <a:pt x="2846" y="8971"/>
                      <a:pt x="2882" y="8994"/>
                      <a:pt x="2942" y="9030"/>
                    </a:cubicBezTo>
                    <a:cubicBezTo>
                      <a:pt x="2489" y="8994"/>
                      <a:pt x="2013" y="8982"/>
                      <a:pt x="1513" y="8971"/>
                    </a:cubicBezTo>
                    <a:cubicBezTo>
                      <a:pt x="1334" y="8971"/>
                      <a:pt x="1120" y="8971"/>
                      <a:pt x="906" y="8911"/>
                    </a:cubicBezTo>
                    <a:close/>
                    <a:moveTo>
                      <a:pt x="8704" y="8673"/>
                    </a:moveTo>
                    <a:cubicBezTo>
                      <a:pt x="8716" y="8744"/>
                      <a:pt x="8752" y="8816"/>
                      <a:pt x="8776" y="8887"/>
                    </a:cubicBezTo>
                    <a:lnTo>
                      <a:pt x="8823" y="8982"/>
                    </a:lnTo>
                    <a:cubicBezTo>
                      <a:pt x="8716" y="8994"/>
                      <a:pt x="8633" y="9006"/>
                      <a:pt x="8526" y="9030"/>
                    </a:cubicBezTo>
                    <a:cubicBezTo>
                      <a:pt x="8502" y="8982"/>
                      <a:pt x="8454" y="8935"/>
                      <a:pt x="8419" y="8887"/>
                    </a:cubicBezTo>
                    <a:cubicBezTo>
                      <a:pt x="8383" y="8828"/>
                      <a:pt x="8335" y="8756"/>
                      <a:pt x="8288" y="8697"/>
                    </a:cubicBezTo>
                    <a:cubicBezTo>
                      <a:pt x="8419" y="8685"/>
                      <a:pt x="8573" y="8685"/>
                      <a:pt x="8704" y="8673"/>
                    </a:cubicBezTo>
                    <a:close/>
                    <a:moveTo>
                      <a:pt x="3525" y="8923"/>
                    </a:moveTo>
                    <a:lnTo>
                      <a:pt x="3620" y="9054"/>
                    </a:lnTo>
                    <a:cubicBezTo>
                      <a:pt x="3466" y="9042"/>
                      <a:pt x="3287" y="9042"/>
                      <a:pt x="3108" y="9030"/>
                    </a:cubicBezTo>
                    <a:cubicBezTo>
                      <a:pt x="3085" y="8982"/>
                      <a:pt x="3037" y="8947"/>
                      <a:pt x="2989" y="8935"/>
                    </a:cubicBezTo>
                    <a:cubicBezTo>
                      <a:pt x="3168" y="8935"/>
                      <a:pt x="3346" y="8935"/>
                      <a:pt x="3525" y="8923"/>
                    </a:cubicBezTo>
                    <a:close/>
                    <a:moveTo>
                      <a:pt x="4216" y="8911"/>
                    </a:moveTo>
                    <a:lnTo>
                      <a:pt x="4406" y="9102"/>
                    </a:lnTo>
                    <a:cubicBezTo>
                      <a:pt x="4192" y="9090"/>
                      <a:pt x="3989" y="9066"/>
                      <a:pt x="3763" y="9054"/>
                    </a:cubicBezTo>
                    <a:cubicBezTo>
                      <a:pt x="3716" y="9006"/>
                      <a:pt x="3692" y="8971"/>
                      <a:pt x="3644" y="8923"/>
                    </a:cubicBezTo>
                    <a:cubicBezTo>
                      <a:pt x="3835" y="8923"/>
                      <a:pt x="4013" y="8911"/>
                      <a:pt x="4216" y="8911"/>
                    </a:cubicBezTo>
                    <a:close/>
                    <a:moveTo>
                      <a:pt x="8157" y="8697"/>
                    </a:moveTo>
                    <a:cubicBezTo>
                      <a:pt x="8192" y="8792"/>
                      <a:pt x="8228" y="8875"/>
                      <a:pt x="8288" y="8947"/>
                    </a:cubicBezTo>
                    <a:cubicBezTo>
                      <a:pt x="8299" y="8982"/>
                      <a:pt x="8323" y="9006"/>
                      <a:pt x="8347" y="9054"/>
                    </a:cubicBezTo>
                    <a:cubicBezTo>
                      <a:pt x="8252" y="9066"/>
                      <a:pt x="8157" y="9078"/>
                      <a:pt x="8061" y="9102"/>
                    </a:cubicBezTo>
                    <a:cubicBezTo>
                      <a:pt x="8049" y="9042"/>
                      <a:pt x="7990" y="8994"/>
                      <a:pt x="7966" y="8935"/>
                    </a:cubicBezTo>
                    <a:lnTo>
                      <a:pt x="7871" y="8709"/>
                    </a:lnTo>
                    <a:cubicBezTo>
                      <a:pt x="7966" y="8709"/>
                      <a:pt x="8061" y="8697"/>
                      <a:pt x="8157" y="8697"/>
                    </a:cubicBezTo>
                    <a:close/>
                    <a:moveTo>
                      <a:pt x="4751" y="8875"/>
                    </a:moveTo>
                    <a:cubicBezTo>
                      <a:pt x="4775" y="8947"/>
                      <a:pt x="4811" y="9030"/>
                      <a:pt x="4835" y="9113"/>
                    </a:cubicBezTo>
                    <a:cubicBezTo>
                      <a:pt x="4728" y="9102"/>
                      <a:pt x="4597" y="9102"/>
                      <a:pt x="4466" y="9090"/>
                    </a:cubicBezTo>
                    <a:cubicBezTo>
                      <a:pt x="4466" y="9066"/>
                      <a:pt x="4478" y="9054"/>
                      <a:pt x="4466" y="9042"/>
                    </a:cubicBezTo>
                    <a:cubicBezTo>
                      <a:pt x="4418" y="8982"/>
                      <a:pt x="4359" y="8935"/>
                      <a:pt x="4311" y="8887"/>
                    </a:cubicBezTo>
                    <a:cubicBezTo>
                      <a:pt x="4466" y="8887"/>
                      <a:pt x="4609" y="8875"/>
                      <a:pt x="4751" y="8875"/>
                    </a:cubicBezTo>
                    <a:close/>
                    <a:moveTo>
                      <a:pt x="5251" y="8863"/>
                    </a:moveTo>
                    <a:lnTo>
                      <a:pt x="5251" y="8875"/>
                    </a:lnTo>
                    <a:cubicBezTo>
                      <a:pt x="5299" y="8971"/>
                      <a:pt x="5347" y="9066"/>
                      <a:pt x="5406" y="9149"/>
                    </a:cubicBezTo>
                    <a:cubicBezTo>
                      <a:pt x="5251" y="9149"/>
                      <a:pt x="5109" y="9125"/>
                      <a:pt x="4954" y="9113"/>
                    </a:cubicBezTo>
                    <a:cubicBezTo>
                      <a:pt x="4906" y="9042"/>
                      <a:pt x="4882" y="8947"/>
                      <a:pt x="4835" y="8875"/>
                    </a:cubicBezTo>
                    <a:cubicBezTo>
                      <a:pt x="4966" y="8875"/>
                      <a:pt x="5109" y="8863"/>
                      <a:pt x="5251" y="8863"/>
                    </a:cubicBezTo>
                    <a:close/>
                    <a:moveTo>
                      <a:pt x="7788" y="8732"/>
                    </a:moveTo>
                    <a:cubicBezTo>
                      <a:pt x="7799" y="8816"/>
                      <a:pt x="7823" y="8899"/>
                      <a:pt x="7859" y="8994"/>
                    </a:cubicBezTo>
                    <a:cubicBezTo>
                      <a:pt x="7871" y="9042"/>
                      <a:pt x="7883" y="9090"/>
                      <a:pt x="7918" y="9125"/>
                    </a:cubicBezTo>
                    <a:cubicBezTo>
                      <a:pt x="7799" y="9149"/>
                      <a:pt x="7680" y="9149"/>
                      <a:pt x="7561" y="9161"/>
                    </a:cubicBezTo>
                    <a:cubicBezTo>
                      <a:pt x="7526" y="9102"/>
                      <a:pt x="7502" y="9054"/>
                      <a:pt x="7454" y="8994"/>
                    </a:cubicBezTo>
                    <a:cubicBezTo>
                      <a:pt x="7407" y="8923"/>
                      <a:pt x="7359" y="8828"/>
                      <a:pt x="7335" y="8756"/>
                    </a:cubicBezTo>
                    <a:cubicBezTo>
                      <a:pt x="7490" y="8744"/>
                      <a:pt x="7633" y="8744"/>
                      <a:pt x="7788" y="8732"/>
                    </a:cubicBezTo>
                    <a:close/>
                    <a:moveTo>
                      <a:pt x="5895" y="8836"/>
                    </a:moveTo>
                    <a:cubicBezTo>
                      <a:pt x="5888" y="8842"/>
                      <a:pt x="5886" y="8851"/>
                      <a:pt x="5894" y="8863"/>
                    </a:cubicBezTo>
                    <a:cubicBezTo>
                      <a:pt x="5918" y="8971"/>
                      <a:pt x="5978" y="9066"/>
                      <a:pt x="6037" y="9173"/>
                    </a:cubicBezTo>
                    <a:cubicBezTo>
                      <a:pt x="5847" y="9173"/>
                      <a:pt x="5668" y="9161"/>
                      <a:pt x="5490" y="9161"/>
                    </a:cubicBezTo>
                    <a:cubicBezTo>
                      <a:pt x="5418" y="9066"/>
                      <a:pt x="5371" y="8971"/>
                      <a:pt x="5323" y="8863"/>
                    </a:cubicBezTo>
                    <a:cubicBezTo>
                      <a:pt x="5513" y="8857"/>
                      <a:pt x="5704" y="8847"/>
                      <a:pt x="5895" y="8836"/>
                    </a:cubicBezTo>
                    <a:close/>
                    <a:moveTo>
                      <a:pt x="7252" y="8756"/>
                    </a:moveTo>
                    <a:cubicBezTo>
                      <a:pt x="7276" y="8863"/>
                      <a:pt x="7323" y="8947"/>
                      <a:pt x="7359" y="9054"/>
                    </a:cubicBezTo>
                    <a:cubicBezTo>
                      <a:pt x="7383" y="9102"/>
                      <a:pt x="7407" y="9149"/>
                      <a:pt x="7418" y="9173"/>
                    </a:cubicBezTo>
                    <a:cubicBezTo>
                      <a:pt x="7299" y="9185"/>
                      <a:pt x="7168" y="9185"/>
                      <a:pt x="7049" y="9197"/>
                    </a:cubicBezTo>
                    <a:cubicBezTo>
                      <a:pt x="7037" y="9125"/>
                      <a:pt x="6990" y="9066"/>
                      <a:pt x="6966" y="8994"/>
                    </a:cubicBezTo>
                    <a:cubicBezTo>
                      <a:pt x="6930" y="8923"/>
                      <a:pt x="6906" y="8851"/>
                      <a:pt x="6895" y="8768"/>
                    </a:cubicBezTo>
                    <a:cubicBezTo>
                      <a:pt x="7002" y="8768"/>
                      <a:pt x="7133" y="8756"/>
                      <a:pt x="7252" y="8756"/>
                    </a:cubicBezTo>
                    <a:close/>
                    <a:moveTo>
                      <a:pt x="6394" y="8804"/>
                    </a:moveTo>
                    <a:cubicBezTo>
                      <a:pt x="6430" y="8935"/>
                      <a:pt x="6478" y="9090"/>
                      <a:pt x="6537" y="9209"/>
                    </a:cubicBezTo>
                    <a:cubicBezTo>
                      <a:pt x="6394" y="9209"/>
                      <a:pt x="6275" y="9209"/>
                      <a:pt x="6144" y="9185"/>
                    </a:cubicBezTo>
                    <a:lnTo>
                      <a:pt x="6109" y="9185"/>
                    </a:lnTo>
                    <a:cubicBezTo>
                      <a:pt x="6037" y="9090"/>
                      <a:pt x="6002" y="8971"/>
                      <a:pt x="5954" y="8851"/>
                    </a:cubicBezTo>
                    <a:cubicBezTo>
                      <a:pt x="5948" y="8843"/>
                      <a:pt x="5941" y="8837"/>
                      <a:pt x="5932" y="8834"/>
                    </a:cubicBezTo>
                    <a:lnTo>
                      <a:pt x="5932" y="8834"/>
                    </a:lnTo>
                    <a:cubicBezTo>
                      <a:pt x="6086" y="8824"/>
                      <a:pt x="6240" y="8814"/>
                      <a:pt x="6394" y="8804"/>
                    </a:cubicBezTo>
                    <a:close/>
                    <a:moveTo>
                      <a:pt x="6811" y="8768"/>
                    </a:moveTo>
                    <a:cubicBezTo>
                      <a:pt x="6847" y="8899"/>
                      <a:pt x="6895" y="9066"/>
                      <a:pt x="6966" y="9185"/>
                    </a:cubicBezTo>
                    <a:cubicBezTo>
                      <a:pt x="6847" y="9209"/>
                      <a:pt x="6740" y="9209"/>
                      <a:pt x="6656" y="9209"/>
                    </a:cubicBezTo>
                    <a:cubicBezTo>
                      <a:pt x="6621" y="9113"/>
                      <a:pt x="6573" y="9042"/>
                      <a:pt x="6549" y="8947"/>
                    </a:cubicBezTo>
                    <a:cubicBezTo>
                      <a:pt x="6537" y="8887"/>
                      <a:pt x="6514" y="8851"/>
                      <a:pt x="6502" y="8792"/>
                    </a:cubicBezTo>
                    <a:cubicBezTo>
                      <a:pt x="6609" y="8792"/>
                      <a:pt x="6716" y="8768"/>
                      <a:pt x="6811" y="8768"/>
                    </a:cubicBezTo>
                    <a:close/>
                    <a:moveTo>
                      <a:pt x="6449" y="0"/>
                    </a:moveTo>
                    <a:cubicBezTo>
                      <a:pt x="6179" y="0"/>
                      <a:pt x="5900" y="41"/>
                      <a:pt x="5668" y="65"/>
                    </a:cubicBezTo>
                    <a:cubicBezTo>
                      <a:pt x="5168" y="112"/>
                      <a:pt x="4525" y="219"/>
                      <a:pt x="4156" y="600"/>
                    </a:cubicBezTo>
                    <a:cubicBezTo>
                      <a:pt x="3894" y="874"/>
                      <a:pt x="3882" y="1208"/>
                      <a:pt x="4049" y="1493"/>
                    </a:cubicBezTo>
                    <a:cubicBezTo>
                      <a:pt x="2882" y="1493"/>
                      <a:pt x="1727" y="1541"/>
                      <a:pt x="560" y="1660"/>
                    </a:cubicBezTo>
                    <a:cubicBezTo>
                      <a:pt x="465" y="1672"/>
                      <a:pt x="382" y="1732"/>
                      <a:pt x="370" y="1851"/>
                    </a:cubicBezTo>
                    <a:cubicBezTo>
                      <a:pt x="310" y="3458"/>
                      <a:pt x="310" y="5077"/>
                      <a:pt x="191" y="6685"/>
                    </a:cubicBezTo>
                    <a:cubicBezTo>
                      <a:pt x="144" y="7197"/>
                      <a:pt x="1" y="8113"/>
                      <a:pt x="263" y="8685"/>
                    </a:cubicBezTo>
                    <a:lnTo>
                      <a:pt x="263" y="8709"/>
                    </a:lnTo>
                    <a:cubicBezTo>
                      <a:pt x="287" y="8792"/>
                      <a:pt x="322" y="8851"/>
                      <a:pt x="406" y="8875"/>
                    </a:cubicBezTo>
                    <a:cubicBezTo>
                      <a:pt x="477" y="8971"/>
                      <a:pt x="584" y="9042"/>
                      <a:pt x="703" y="9090"/>
                    </a:cubicBezTo>
                    <a:cubicBezTo>
                      <a:pt x="951" y="9189"/>
                      <a:pt x="1238" y="9207"/>
                      <a:pt x="1528" y="9207"/>
                    </a:cubicBezTo>
                    <a:cubicBezTo>
                      <a:pt x="1701" y="9207"/>
                      <a:pt x="1875" y="9201"/>
                      <a:pt x="2043" y="9201"/>
                    </a:cubicBezTo>
                    <a:cubicBezTo>
                      <a:pt x="2134" y="9201"/>
                      <a:pt x="2224" y="9203"/>
                      <a:pt x="2311" y="9209"/>
                    </a:cubicBezTo>
                    <a:cubicBezTo>
                      <a:pt x="2745" y="9227"/>
                      <a:pt x="3180" y="9227"/>
                      <a:pt x="3613" y="9227"/>
                    </a:cubicBezTo>
                    <a:cubicBezTo>
                      <a:pt x="4046" y="9227"/>
                      <a:pt x="4478" y="9227"/>
                      <a:pt x="4906" y="9244"/>
                    </a:cubicBezTo>
                    <a:cubicBezTo>
                      <a:pt x="4930" y="9268"/>
                      <a:pt x="4942" y="9292"/>
                      <a:pt x="4954" y="9304"/>
                    </a:cubicBezTo>
                    <a:cubicBezTo>
                      <a:pt x="4963" y="9313"/>
                      <a:pt x="4972" y="9317"/>
                      <a:pt x="4981" y="9317"/>
                    </a:cubicBezTo>
                    <a:cubicBezTo>
                      <a:pt x="5005" y="9317"/>
                      <a:pt x="5022" y="9286"/>
                      <a:pt x="5013" y="9268"/>
                    </a:cubicBezTo>
                    <a:lnTo>
                      <a:pt x="5013" y="9244"/>
                    </a:lnTo>
                    <a:cubicBezTo>
                      <a:pt x="5085" y="9244"/>
                      <a:pt x="5144" y="9244"/>
                      <a:pt x="5216" y="9268"/>
                    </a:cubicBezTo>
                    <a:cubicBezTo>
                      <a:pt x="5537" y="9292"/>
                      <a:pt x="5847" y="9328"/>
                      <a:pt x="6144" y="9340"/>
                    </a:cubicBezTo>
                    <a:lnTo>
                      <a:pt x="6180" y="9363"/>
                    </a:lnTo>
                    <a:cubicBezTo>
                      <a:pt x="6184" y="9371"/>
                      <a:pt x="6189" y="9374"/>
                      <a:pt x="6194" y="9374"/>
                    </a:cubicBezTo>
                    <a:cubicBezTo>
                      <a:pt x="6205" y="9374"/>
                      <a:pt x="6216" y="9360"/>
                      <a:pt x="6216" y="9352"/>
                    </a:cubicBezTo>
                    <a:cubicBezTo>
                      <a:pt x="6508" y="9375"/>
                      <a:pt x="6796" y="9390"/>
                      <a:pt x="7084" y="9390"/>
                    </a:cubicBezTo>
                    <a:cubicBezTo>
                      <a:pt x="7371" y="9390"/>
                      <a:pt x="7657" y="9375"/>
                      <a:pt x="7942" y="9340"/>
                    </a:cubicBezTo>
                    <a:cubicBezTo>
                      <a:pt x="8990" y="9221"/>
                      <a:pt x="9990" y="8923"/>
                      <a:pt x="11038" y="8887"/>
                    </a:cubicBezTo>
                    <a:cubicBezTo>
                      <a:pt x="11121" y="8887"/>
                      <a:pt x="11157" y="8816"/>
                      <a:pt x="11145" y="8744"/>
                    </a:cubicBezTo>
                    <a:cubicBezTo>
                      <a:pt x="11121" y="8637"/>
                      <a:pt x="11097" y="8518"/>
                      <a:pt x="11086" y="8399"/>
                    </a:cubicBezTo>
                    <a:cubicBezTo>
                      <a:pt x="11252" y="7542"/>
                      <a:pt x="11121" y="6661"/>
                      <a:pt x="11038" y="5780"/>
                    </a:cubicBezTo>
                    <a:cubicBezTo>
                      <a:pt x="11097" y="4899"/>
                      <a:pt x="11205" y="4029"/>
                      <a:pt x="11205" y="3160"/>
                    </a:cubicBezTo>
                    <a:cubicBezTo>
                      <a:pt x="11205" y="3089"/>
                      <a:pt x="11205" y="2982"/>
                      <a:pt x="11193" y="2875"/>
                    </a:cubicBezTo>
                    <a:cubicBezTo>
                      <a:pt x="11205" y="2553"/>
                      <a:pt x="11181" y="2220"/>
                      <a:pt x="11062" y="1958"/>
                    </a:cubicBezTo>
                    <a:cubicBezTo>
                      <a:pt x="10963" y="1653"/>
                      <a:pt x="10808" y="1413"/>
                      <a:pt x="10555" y="1413"/>
                    </a:cubicBezTo>
                    <a:cubicBezTo>
                      <a:pt x="10502" y="1413"/>
                      <a:pt x="10445" y="1423"/>
                      <a:pt x="10383" y="1446"/>
                    </a:cubicBezTo>
                    <a:cubicBezTo>
                      <a:pt x="10318" y="1436"/>
                      <a:pt x="10250" y="1431"/>
                      <a:pt x="10181" y="1431"/>
                    </a:cubicBezTo>
                    <a:cubicBezTo>
                      <a:pt x="9846" y="1431"/>
                      <a:pt x="9475" y="1531"/>
                      <a:pt x="9169" y="1541"/>
                    </a:cubicBezTo>
                    <a:cubicBezTo>
                      <a:pt x="9002" y="1548"/>
                      <a:pt x="8836" y="1551"/>
                      <a:pt x="8670" y="1551"/>
                    </a:cubicBezTo>
                    <a:cubicBezTo>
                      <a:pt x="8301" y="1551"/>
                      <a:pt x="7931" y="1537"/>
                      <a:pt x="7561" y="1529"/>
                    </a:cubicBezTo>
                    <a:cubicBezTo>
                      <a:pt x="7633" y="1184"/>
                      <a:pt x="7549" y="708"/>
                      <a:pt x="7430" y="481"/>
                    </a:cubicBezTo>
                    <a:cubicBezTo>
                      <a:pt x="7251" y="94"/>
                      <a:pt x="6860" y="0"/>
                      <a:pt x="644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8" name="Google Shape;608;p29"/>
            <p:cNvGrpSpPr/>
            <p:nvPr/>
          </p:nvGrpSpPr>
          <p:grpSpPr>
            <a:xfrm>
              <a:off x="2908514" y="1467054"/>
              <a:ext cx="1508493" cy="2758774"/>
              <a:chOff x="2908514" y="1467054"/>
              <a:chExt cx="1508493" cy="2758774"/>
            </a:xfrm>
          </p:grpSpPr>
          <p:grpSp>
            <p:nvGrpSpPr>
              <p:cNvPr id="609" name="Google Shape;609;p29"/>
              <p:cNvGrpSpPr/>
              <p:nvPr/>
            </p:nvGrpSpPr>
            <p:grpSpPr>
              <a:xfrm>
                <a:off x="2908514" y="2756650"/>
                <a:ext cx="1508493" cy="1469178"/>
                <a:chOff x="2908514" y="2756650"/>
                <a:chExt cx="1508493" cy="1469178"/>
              </a:xfrm>
            </p:grpSpPr>
            <p:sp>
              <p:nvSpPr>
                <p:cNvPr id="610" name="Google Shape;610;p29"/>
                <p:cNvSpPr/>
                <p:nvPr/>
              </p:nvSpPr>
              <p:spPr>
                <a:xfrm>
                  <a:off x="2908514" y="2756650"/>
                  <a:ext cx="1508493" cy="1469178"/>
                </a:xfrm>
                <a:custGeom>
                  <a:rect b="b" l="l" r="r" t="t"/>
                  <a:pathLst>
                    <a:path extrusionOk="0" h="57250" w="58782">
                      <a:moveTo>
                        <a:pt x="33252" y="1059"/>
                      </a:moveTo>
                      <a:cubicBezTo>
                        <a:pt x="33276" y="1059"/>
                        <a:pt x="33297" y="1068"/>
                        <a:pt x="33314" y="1091"/>
                      </a:cubicBezTo>
                      <a:cubicBezTo>
                        <a:pt x="33427" y="1232"/>
                        <a:pt x="33582" y="1273"/>
                        <a:pt x="33726" y="1273"/>
                      </a:cubicBezTo>
                      <a:cubicBezTo>
                        <a:pt x="33825" y="1273"/>
                        <a:pt x="33920" y="1254"/>
                        <a:pt x="33993" y="1234"/>
                      </a:cubicBezTo>
                      <a:cubicBezTo>
                        <a:pt x="34118" y="1191"/>
                        <a:pt x="34240" y="1177"/>
                        <a:pt x="34361" y="1177"/>
                      </a:cubicBezTo>
                      <a:cubicBezTo>
                        <a:pt x="34539" y="1177"/>
                        <a:pt x="34711" y="1208"/>
                        <a:pt x="34874" y="1222"/>
                      </a:cubicBezTo>
                      <a:cubicBezTo>
                        <a:pt x="35017" y="1233"/>
                        <a:pt x="35160" y="1237"/>
                        <a:pt x="35303" y="1237"/>
                      </a:cubicBezTo>
                      <a:cubicBezTo>
                        <a:pt x="35588" y="1237"/>
                        <a:pt x="35872" y="1222"/>
                        <a:pt x="36153" y="1222"/>
                      </a:cubicBezTo>
                      <a:cubicBezTo>
                        <a:pt x="36364" y="1222"/>
                        <a:pt x="36573" y="1230"/>
                        <a:pt x="36779" y="1258"/>
                      </a:cubicBezTo>
                      <a:cubicBezTo>
                        <a:pt x="36893" y="1270"/>
                        <a:pt x="37606" y="1273"/>
                        <a:pt x="38608" y="1273"/>
                      </a:cubicBezTo>
                      <a:cubicBezTo>
                        <a:pt x="39422" y="1273"/>
                        <a:pt x="40426" y="1271"/>
                        <a:pt x="41455" y="1271"/>
                      </a:cubicBezTo>
                      <a:cubicBezTo>
                        <a:pt x="44060" y="1271"/>
                        <a:pt x="46826" y="1283"/>
                        <a:pt x="47066" y="1365"/>
                      </a:cubicBezTo>
                      <a:cubicBezTo>
                        <a:pt x="47387" y="1489"/>
                        <a:pt x="47726" y="1524"/>
                        <a:pt x="48069" y="1524"/>
                      </a:cubicBezTo>
                      <a:cubicBezTo>
                        <a:pt x="48286" y="1524"/>
                        <a:pt x="48504" y="1510"/>
                        <a:pt x="48721" y="1496"/>
                      </a:cubicBezTo>
                      <a:cubicBezTo>
                        <a:pt x="48764" y="1490"/>
                        <a:pt x="48838" y="1459"/>
                        <a:pt x="48908" y="1459"/>
                      </a:cubicBezTo>
                      <a:cubicBezTo>
                        <a:pt x="48975" y="1459"/>
                        <a:pt x="49037" y="1487"/>
                        <a:pt x="49066" y="1592"/>
                      </a:cubicBezTo>
                      <a:cubicBezTo>
                        <a:pt x="49075" y="1609"/>
                        <a:pt x="49116" y="1620"/>
                        <a:pt x="49142" y="1620"/>
                      </a:cubicBezTo>
                      <a:cubicBezTo>
                        <a:pt x="49151" y="1620"/>
                        <a:pt x="49158" y="1619"/>
                        <a:pt x="49162" y="1615"/>
                      </a:cubicBezTo>
                      <a:cubicBezTo>
                        <a:pt x="49263" y="1529"/>
                        <a:pt x="49362" y="1499"/>
                        <a:pt x="49459" y="1499"/>
                      </a:cubicBezTo>
                      <a:cubicBezTo>
                        <a:pt x="49673" y="1499"/>
                        <a:pt x="49880" y="1640"/>
                        <a:pt x="50092" y="1640"/>
                      </a:cubicBezTo>
                      <a:cubicBezTo>
                        <a:pt x="50104" y="1640"/>
                        <a:pt x="50115" y="1640"/>
                        <a:pt x="50126" y="1639"/>
                      </a:cubicBezTo>
                      <a:cubicBezTo>
                        <a:pt x="50181" y="1635"/>
                        <a:pt x="50235" y="1631"/>
                        <a:pt x="50287" y="1631"/>
                      </a:cubicBezTo>
                      <a:cubicBezTo>
                        <a:pt x="50404" y="1631"/>
                        <a:pt x="50512" y="1655"/>
                        <a:pt x="50602" y="1770"/>
                      </a:cubicBezTo>
                      <a:cubicBezTo>
                        <a:pt x="50636" y="1816"/>
                        <a:pt x="50679" y="1831"/>
                        <a:pt x="50725" y="1831"/>
                      </a:cubicBezTo>
                      <a:cubicBezTo>
                        <a:pt x="50776" y="1831"/>
                        <a:pt x="50832" y="1813"/>
                        <a:pt x="50888" y="1794"/>
                      </a:cubicBezTo>
                      <a:cubicBezTo>
                        <a:pt x="50982" y="1760"/>
                        <a:pt x="51074" y="1746"/>
                        <a:pt x="51163" y="1746"/>
                      </a:cubicBezTo>
                      <a:cubicBezTo>
                        <a:pt x="51513" y="1746"/>
                        <a:pt x="51832" y="1958"/>
                        <a:pt x="52174" y="1996"/>
                      </a:cubicBezTo>
                      <a:cubicBezTo>
                        <a:pt x="52273" y="2007"/>
                        <a:pt x="52382" y="2069"/>
                        <a:pt x="52501" y="2069"/>
                      </a:cubicBezTo>
                      <a:cubicBezTo>
                        <a:pt x="52511" y="2069"/>
                        <a:pt x="52521" y="2069"/>
                        <a:pt x="52531" y="2068"/>
                      </a:cubicBezTo>
                      <a:cubicBezTo>
                        <a:pt x="52570" y="2064"/>
                        <a:pt x="52607" y="2062"/>
                        <a:pt x="52643" y="2062"/>
                      </a:cubicBezTo>
                      <a:cubicBezTo>
                        <a:pt x="52841" y="2062"/>
                        <a:pt x="53007" y="2121"/>
                        <a:pt x="53198" y="2282"/>
                      </a:cubicBezTo>
                      <a:cubicBezTo>
                        <a:pt x="53378" y="2454"/>
                        <a:pt x="53640" y="2513"/>
                        <a:pt x="53886" y="2513"/>
                      </a:cubicBezTo>
                      <a:cubicBezTo>
                        <a:pt x="54015" y="2513"/>
                        <a:pt x="54139" y="2497"/>
                        <a:pt x="54246" y="2473"/>
                      </a:cubicBezTo>
                      <a:cubicBezTo>
                        <a:pt x="54313" y="2457"/>
                        <a:pt x="54378" y="2450"/>
                        <a:pt x="54440" y="2450"/>
                      </a:cubicBezTo>
                      <a:cubicBezTo>
                        <a:pt x="54703" y="2450"/>
                        <a:pt x="54911" y="2574"/>
                        <a:pt x="55055" y="2651"/>
                      </a:cubicBezTo>
                      <a:cubicBezTo>
                        <a:pt x="55460" y="2877"/>
                        <a:pt x="55913" y="3068"/>
                        <a:pt x="56234" y="3449"/>
                      </a:cubicBezTo>
                      <a:cubicBezTo>
                        <a:pt x="56508" y="3770"/>
                        <a:pt x="56782" y="4080"/>
                        <a:pt x="56829" y="4532"/>
                      </a:cubicBezTo>
                      <a:cubicBezTo>
                        <a:pt x="56841" y="4604"/>
                        <a:pt x="56901" y="4675"/>
                        <a:pt x="56948" y="4735"/>
                      </a:cubicBezTo>
                      <a:cubicBezTo>
                        <a:pt x="57413" y="5259"/>
                        <a:pt x="57329" y="5913"/>
                        <a:pt x="57484" y="6759"/>
                      </a:cubicBezTo>
                      <a:cubicBezTo>
                        <a:pt x="57722" y="7164"/>
                        <a:pt x="57246" y="7771"/>
                        <a:pt x="57377" y="8414"/>
                      </a:cubicBezTo>
                      <a:cubicBezTo>
                        <a:pt x="57448" y="8747"/>
                        <a:pt x="57270" y="9152"/>
                        <a:pt x="57353" y="9509"/>
                      </a:cubicBezTo>
                      <a:cubicBezTo>
                        <a:pt x="57496" y="10152"/>
                        <a:pt x="57246" y="10795"/>
                        <a:pt x="57413" y="11426"/>
                      </a:cubicBezTo>
                      <a:cubicBezTo>
                        <a:pt x="57448" y="11617"/>
                        <a:pt x="57341" y="11819"/>
                        <a:pt x="57365" y="12021"/>
                      </a:cubicBezTo>
                      <a:cubicBezTo>
                        <a:pt x="57389" y="12200"/>
                        <a:pt x="57198" y="12176"/>
                        <a:pt x="57103" y="12188"/>
                      </a:cubicBezTo>
                      <a:cubicBezTo>
                        <a:pt x="56729" y="12259"/>
                        <a:pt x="56322" y="12337"/>
                        <a:pt x="55957" y="12337"/>
                      </a:cubicBezTo>
                      <a:cubicBezTo>
                        <a:pt x="55833" y="12337"/>
                        <a:pt x="55714" y="12328"/>
                        <a:pt x="55603" y="12307"/>
                      </a:cubicBezTo>
                      <a:cubicBezTo>
                        <a:pt x="55525" y="12293"/>
                        <a:pt x="55447" y="12289"/>
                        <a:pt x="55367" y="12289"/>
                      </a:cubicBezTo>
                      <a:cubicBezTo>
                        <a:pt x="55216" y="12289"/>
                        <a:pt x="55062" y="12305"/>
                        <a:pt x="54907" y="12305"/>
                      </a:cubicBezTo>
                      <a:cubicBezTo>
                        <a:pt x="54720" y="12305"/>
                        <a:pt x="54530" y="12281"/>
                        <a:pt x="54341" y="12176"/>
                      </a:cubicBezTo>
                      <a:cubicBezTo>
                        <a:pt x="54213" y="12101"/>
                        <a:pt x="54046" y="12082"/>
                        <a:pt x="53866" y="12082"/>
                      </a:cubicBezTo>
                      <a:cubicBezTo>
                        <a:pt x="53666" y="12082"/>
                        <a:pt x="53451" y="12106"/>
                        <a:pt x="53252" y="12106"/>
                      </a:cubicBezTo>
                      <a:cubicBezTo>
                        <a:pt x="53229" y="12106"/>
                        <a:pt x="53208" y="12105"/>
                        <a:pt x="53186" y="12105"/>
                      </a:cubicBezTo>
                      <a:cubicBezTo>
                        <a:pt x="53051" y="12097"/>
                        <a:pt x="52913" y="12093"/>
                        <a:pt x="52775" y="12093"/>
                      </a:cubicBezTo>
                      <a:cubicBezTo>
                        <a:pt x="52499" y="12093"/>
                        <a:pt x="52222" y="12109"/>
                        <a:pt x="51960" y="12140"/>
                      </a:cubicBezTo>
                      <a:cubicBezTo>
                        <a:pt x="51388" y="12212"/>
                        <a:pt x="50817" y="12200"/>
                        <a:pt x="50245" y="12259"/>
                      </a:cubicBezTo>
                      <a:cubicBezTo>
                        <a:pt x="49447" y="12343"/>
                        <a:pt x="48638" y="12343"/>
                        <a:pt x="47828" y="12414"/>
                      </a:cubicBezTo>
                      <a:cubicBezTo>
                        <a:pt x="46947" y="12474"/>
                        <a:pt x="37148" y="12557"/>
                        <a:pt x="36279" y="12605"/>
                      </a:cubicBezTo>
                      <a:cubicBezTo>
                        <a:pt x="36338" y="12602"/>
                        <a:pt x="36376" y="12601"/>
                        <a:pt x="36393" y="12601"/>
                      </a:cubicBezTo>
                      <a:cubicBezTo>
                        <a:pt x="36657" y="12601"/>
                        <a:pt x="32014" y="12927"/>
                        <a:pt x="27349" y="12938"/>
                      </a:cubicBezTo>
                      <a:cubicBezTo>
                        <a:pt x="26943" y="12938"/>
                        <a:pt x="26527" y="13034"/>
                        <a:pt x="26140" y="13034"/>
                      </a:cubicBezTo>
                      <a:cubicBezTo>
                        <a:pt x="26118" y="13034"/>
                        <a:pt x="26097" y="13034"/>
                        <a:pt x="26075" y="13033"/>
                      </a:cubicBezTo>
                      <a:cubicBezTo>
                        <a:pt x="26003" y="13032"/>
                        <a:pt x="25809" y="13032"/>
                        <a:pt x="25519" y="13032"/>
                      </a:cubicBezTo>
                      <a:cubicBezTo>
                        <a:pt x="23130" y="13032"/>
                        <a:pt x="14240" y="13072"/>
                        <a:pt x="13645" y="13093"/>
                      </a:cubicBezTo>
                      <a:cubicBezTo>
                        <a:pt x="13110" y="13117"/>
                        <a:pt x="12562" y="13069"/>
                        <a:pt x="12014" y="13176"/>
                      </a:cubicBezTo>
                      <a:cubicBezTo>
                        <a:pt x="11916" y="13198"/>
                        <a:pt x="11809" y="13206"/>
                        <a:pt x="11699" y="13206"/>
                      </a:cubicBezTo>
                      <a:cubicBezTo>
                        <a:pt x="11474" y="13206"/>
                        <a:pt x="11232" y="13175"/>
                        <a:pt x="11005" y="13175"/>
                      </a:cubicBezTo>
                      <a:cubicBezTo>
                        <a:pt x="10980" y="13175"/>
                        <a:pt x="10955" y="13175"/>
                        <a:pt x="10931" y="13176"/>
                      </a:cubicBezTo>
                      <a:cubicBezTo>
                        <a:pt x="10881" y="13179"/>
                        <a:pt x="10831" y="13180"/>
                        <a:pt x="10782" y="13180"/>
                      </a:cubicBezTo>
                      <a:cubicBezTo>
                        <a:pt x="10493" y="13180"/>
                        <a:pt x="10204" y="13144"/>
                        <a:pt x="9911" y="13144"/>
                      </a:cubicBezTo>
                      <a:cubicBezTo>
                        <a:pt x="9772" y="13144"/>
                        <a:pt x="9631" y="13152"/>
                        <a:pt x="9490" y="13176"/>
                      </a:cubicBezTo>
                      <a:cubicBezTo>
                        <a:pt x="9270" y="13218"/>
                        <a:pt x="9035" y="13227"/>
                        <a:pt x="8796" y="13227"/>
                      </a:cubicBezTo>
                      <a:cubicBezTo>
                        <a:pt x="8618" y="13227"/>
                        <a:pt x="8438" y="13222"/>
                        <a:pt x="8261" y="13222"/>
                      </a:cubicBezTo>
                      <a:cubicBezTo>
                        <a:pt x="8202" y="13222"/>
                        <a:pt x="8143" y="13222"/>
                        <a:pt x="8085" y="13224"/>
                      </a:cubicBezTo>
                      <a:cubicBezTo>
                        <a:pt x="7690" y="13234"/>
                        <a:pt x="7295" y="13251"/>
                        <a:pt x="6894" y="13251"/>
                      </a:cubicBezTo>
                      <a:cubicBezTo>
                        <a:pt x="6799" y="13251"/>
                        <a:pt x="6704" y="13250"/>
                        <a:pt x="6609" y="13248"/>
                      </a:cubicBezTo>
                      <a:cubicBezTo>
                        <a:pt x="5990" y="13230"/>
                        <a:pt x="5371" y="13219"/>
                        <a:pt x="4752" y="13219"/>
                      </a:cubicBezTo>
                      <a:cubicBezTo>
                        <a:pt x="4526" y="13219"/>
                        <a:pt x="4299" y="13221"/>
                        <a:pt x="4073" y="13224"/>
                      </a:cubicBezTo>
                      <a:cubicBezTo>
                        <a:pt x="4012" y="13225"/>
                        <a:pt x="3951" y="13225"/>
                        <a:pt x="3891" y="13225"/>
                      </a:cubicBezTo>
                      <a:cubicBezTo>
                        <a:pt x="3661" y="13225"/>
                        <a:pt x="3431" y="13219"/>
                        <a:pt x="3201" y="13219"/>
                      </a:cubicBezTo>
                      <a:cubicBezTo>
                        <a:pt x="2789" y="13219"/>
                        <a:pt x="2377" y="13238"/>
                        <a:pt x="1965" y="13343"/>
                      </a:cubicBezTo>
                      <a:cubicBezTo>
                        <a:pt x="1918" y="13356"/>
                        <a:pt x="1874" y="13363"/>
                        <a:pt x="1835" y="13363"/>
                      </a:cubicBezTo>
                      <a:cubicBezTo>
                        <a:pt x="1664" y="13363"/>
                        <a:pt x="1567" y="13239"/>
                        <a:pt x="1596" y="12998"/>
                      </a:cubicBezTo>
                      <a:cubicBezTo>
                        <a:pt x="1703" y="11878"/>
                        <a:pt x="1608" y="10759"/>
                        <a:pt x="1644" y="9640"/>
                      </a:cubicBezTo>
                      <a:cubicBezTo>
                        <a:pt x="1680" y="8890"/>
                        <a:pt x="1584" y="8116"/>
                        <a:pt x="1799" y="7402"/>
                      </a:cubicBezTo>
                      <a:cubicBezTo>
                        <a:pt x="1965" y="6842"/>
                        <a:pt x="1953" y="6294"/>
                        <a:pt x="2049" y="5747"/>
                      </a:cubicBezTo>
                      <a:cubicBezTo>
                        <a:pt x="2132" y="5235"/>
                        <a:pt x="2537" y="4890"/>
                        <a:pt x="2918" y="4568"/>
                      </a:cubicBezTo>
                      <a:cubicBezTo>
                        <a:pt x="3323" y="4211"/>
                        <a:pt x="3727" y="3854"/>
                        <a:pt x="4132" y="3485"/>
                      </a:cubicBezTo>
                      <a:cubicBezTo>
                        <a:pt x="4406" y="3246"/>
                        <a:pt x="4775" y="3199"/>
                        <a:pt x="5073" y="3008"/>
                      </a:cubicBezTo>
                      <a:cubicBezTo>
                        <a:pt x="5525" y="2723"/>
                        <a:pt x="6049" y="2592"/>
                        <a:pt x="6549" y="2544"/>
                      </a:cubicBezTo>
                      <a:cubicBezTo>
                        <a:pt x="7238" y="2487"/>
                        <a:pt x="7872" y="2186"/>
                        <a:pt x="8557" y="2186"/>
                      </a:cubicBezTo>
                      <a:cubicBezTo>
                        <a:pt x="8582" y="2186"/>
                        <a:pt x="8607" y="2186"/>
                        <a:pt x="8633" y="2187"/>
                      </a:cubicBezTo>
                      <a:cubicBezTo>
                        <a:pt x="8655" y="2187"/>
                        <a:pt x="8676" y="2187"/>
                        <a:pt x="8695" y="2187"/>
                      </a:cubicBezTo>
                      <a:cubicBezTo>
                        <a:pt x="8811" y="2187"/>
                        <a:pt x="8881" y="2178"/>
                        <a:pt x="8942" y="2056"/>
                      </a:cubicBezTo>
                      <a:cubicBezTo>
                        <a:pt x="8953" y="2024"/>
                        <a:pt x="9002" y="1983"/>
                        <a:pt x="9020" y="1983"/>
                      </a:cubicBezTo>
                      <a:cubicBezTo>
                        <a:pt x="9023" y="1983"/>
                        <a:pt x="9024" y="1983"/>
                        <a:pt x="9026" y="1984"/>
                      </a:cubicBezTo>
                      <a:cubicBezTo>
                        <a:pt x="9145" y="2069"/>
                        <a:pt x="9265" y="2097"/>
                        <a:pt x="9386" y="2097"/>
                      </a:cubicBezTo>
                      <a:cubicBezTo>
                        <a:pt x="9636" y="2097"/>
                        <a:pt x="9888" y="1975"/>
                        <a:pt x="10137" y="1975"/>
                      </a:cubicBezTo>
                      <a:cubicBezTo>
                        <a:pt x="10175" y="1975"/>
                        <a:pt x="10214" y="1978"/>
                        <a:pt x="10252" y="1984"/>
                      </a:cubicBezTo>
                      <a:cubicBezTo>
                        <a:pt x="10277" y="1993"/>
                        <a:pt x="10313" y="2007"/>
                        <a:pt x="10337" y="2007"/>
                      </a:cubicBezTo>
                      <a:cubicBezTo>
                        <a:pt x="10347" y="2007"/>
                        <a:pt x="10355" y="2004"/>
                        <a:pt x="10359" y="1996"/>
                      </a:cubicBezTo>
                      <a:cubicBezTo>
                        <a:pt x="10504" y="1846"/>
                        <a:pt x="10674" y="1823"/>
                        <a:pt x="10848" y="1823"/>
                      </a:cubicBezTo>
                      <a:cubicBezTo>
                        <a:pt x="10926" y="1823"/>
                        <a:pt x="11004" y="1828"/>
                        <a:pt x="11081" y="1828"/>
                      </a:cubicBezTo>
                      <a:cubicBezTo>
                        <a:pt x="11203" y="1828"/>
                        <a:pt x="11322" y="1817"/>
                        <a:pt x="11431" y="1758"/>
                      </a:cubicBezTo>
                      <a:cubicBezTo>
                        <a:pt x="11610" y="1657"/>
                        <a:pt x="11801" y="1634"/>
                        <a:pt x="11994" y="1634"/>
                      </a:cubicBezTo>
                      <a:cubicBezTo>
                        <a:pt x="12161" y="1634"/>
                        <a:pt x="12330" y="1652"/>
                        <a:pt x="12493" y="1652"/>
                      </a:cubicBezTo>
                      <a:cubicBezTo>
                        <a:pt x="12654" y="1652"/>
                        <a:pt x="12809" y="1635"/>
                        <a:pt x="12955" y="1568"/>
                      </a:cubicBezTo>
                      <a:cubicBezTo>
                        <a:pt x="13407" y="1353"/>
                        <a:pt x="13872" y="1532"/>
                        <a:pt x="14324" y="1341"/>
                      </a:cubicBezTo>
                      <a:cubicBezTo>
                        <a:pt x="14361" y="1328"/>
                        <a:pt x="15266" y="1324"/>
                        <a:pt x="16543" y="1324"/>
                      </a:cubicBezTo>
                      <a:cubicBezTo>
                        <a:pt x="18247" y="1324"/>
                        <a:pt x="20614" y="1331"/>
                        <a:pt x="22474" y="1331"/>
                      </a:cubicBezTo>
                      <a:cubicBezTo>
                        <a:pt x="24102" y="1331"/>
                        <a:pt x="25341" y="1326"/>
                        <a:pt x="25409" y="1306"/>
                      </a:cubicBezTo>
                      <a:cubicBezTo>
                        <a:pt x="25472" y="1288"/>
                        <a:pt x="25536" y="1281"/>
                        <a:pt x="25601" y="1281"/>
                      </a:cubicBezTo>
                      <a:cubicBezTo>
                        <a:pt x="25785" y="1281"/>
                        <a:pt x="25972" y="1335"/>
                        <a:pt x="26154" y="1335"/>
                      </a:cubicBezTo>
                      <a:cubicBezTo>
                        <a:pt x="26290" y="1335"/>
                        <a:pt x="26424" y="1305"/>
                        <a:pt x="26552" y="1199"/>
                      </a:cubicBezTo>
                      <a:cubicBezTo>
                        <a:pt x="26572" y="1182"/>
                        <a:pt x="26600" y="1175"/>
                        <a:pt x="26634" y="1175"/>
                      </a:cubicBezTo>
                      <a:cubicBezTo>
                        <a:pt x="26720" y="1175"/>
                        <a:pt x="26839" y="1217"/>
                        <a:pt x="26933" y="1234"/>
                      </a:cubicBezTo>
                      <a:cubicBezTo>
                        <a:pt x="27088" y="1260"/>
                        <a:pt x="27235" y="1293"/>
                        <a:pt x="27386" y="1293"/>
                      </a:cubicBezTo>
                      <a:cubicBezTo>
                        <a:pt x="27513" y="1293"/>
                        <a:pt x="27642" y="1270"/>
                        <a:pt x="27778" y="1199"/>
                      </a:cubicBezTo>
                      <a:cubicBezTo>
                        <a:pt x="27824" y="1177"/>
                        <a:pt x="27877" y="1170"/>
                        <a:pt x="27934" y="1170"/>
                      </a:cubicBezTo>
                      <a:cubicBezTo>
                        <a:pt x="28065" y="1170"/>
                        <a:pt x="28216" y="1211"/>
                        <a:pt x="28350" y="1211"/>
                      </a:cubicBezTo>
                      <a:cubicBezTo>
                        <a:pt x="28613" y="1226"/>
                        <a:pt x="29416" y="1245"/>
                        <a:pt x="30299" y="1245"/>
                      </a:cubicBezTo>
                      <a:cubicBezTo>
                        <a:pt x="31492" y="1245"/>
                        <a:pt x="32829" y="1210"/>
                        <a:pt x="33172" y="1080"/>
                      </a:cubicBezTo>
                      <a:cubicBezTo>
                        <a:pt x="33201" y="1068"/>
                        <a:pt x="33228" y="1059"/>
                        <a:pt x="33252" y="1059"/>
                      </a:cubicBezTo>
                      <a:close/>
                      <a:moveTo>
                        <a:pt x="52258" y="13048"/>
                      </a:moveTo>
                      <a:cubicBezTo>
                        <a:pt x="52330" y="13048"/>
                        <a:pt x="52418" y="13093"/>
                        <a:pt x="52495" y="13093"/>
                      </a:cubicBezTo>
                      <a:cubicBezTo>
                        <a:pt x="52630" y="13070"/>
                        <a:pt x="52764" y="13061"/>
                        <a:pt x="52898" y="13061"/>
                      </a:cubicBezTo>
                      <a:cubicBezTo>
                        <a:pt x="53260" y="13061"/>
                        <a:pt x="53619" y="13131"/>
                        <a:pt x="53984" y="13200"/>
                      </a:cubicBezTo>
                      <a:cubicBezTo>
                        <a:pt x="54157" y="13230"/>
                        <a:pt x="54340" y="13235"/>
                        <a:pt x="54524" y="13235"/>
                      </a:cubicBezTo>
                      <a:cubicBezTo>
                        <a:pt x="54619" y="13235"/>
                        <a:pt x="54713" y="13233"/>
                        <a:pt x="54807" y="13233"/>
                      </a:cubicBezTo>
                      <a:cubicBezTo>
                        <a:pt x="54971" y="13233"/>
                        <a:pt x="55131" y="13237"/>
                        <a:pt x="55281" y="13260"/>
                      </a:cubicBezTo>
                      <a:cubicBezTo>
                        <a:pt x="55307" y="13262"/>
                        <a:pt x="55333" y="13264"/>
                        <a:pt x="55358" y="13264"/>
                      </a:cubicBezTo>
                      <a:cubicBezTo>
                        <a:pt x="55556" y="13264"/>
                        <a:pt x="55750" y="13188"/>
                        <a:pt x="55946" y="13188"/>
                      </a:cubicBezTo>
                      <a:cubicBezTo>
                        <a:pt x="56041" y="13188"/>
                        <a:pt x="56137" y="13206"/>
                        <a:pt x="56234" y="13260"/>
                      </a:cubicBezTo>
                      <a:cubicBezTo>
                        <a:pt x="56275" y="13284"/>
                        <a:pt x="56329" y="13294"/>
                        <a:pt x="56390" y="13294"/>
                      </a:cubicBezTo>
                      <a:cubicBezTo>
                        <a:pt x="56508" y="13294"/>
                        <a:pt x="56652" y="13255"/>
                        <a:pt x="56770" y="13200"/>
                      </a:cubicBezTo>
                      <a:cubicBezTo>
                        <a:pt x="56843" y="13169"/>
                        <a:pt x="56918" y="13154"/>
                        <a:pt x="56990" y="13154"/>
                      </a:cubicBezTo>
                      <a:cubicBezTo>
                        <a:pt x="57244" y="13154"/>
                        <a:pt x="57466" y="13338"/>
                        <a:pt x="57484" y="13617"/>
                      </a:cubicBezTo>
                      <a:cubicBezTo>
                        <a:pt x="57532" y="14212"/>
                        <a:pt x="57508" y="14819"/>
                        <a:pt x="57567" y="15415"/>
                      </a:cubicBezTo>
                      <a:cubicBezTo>
                        <a:pt x="57651" y="16379"/>
                        <a:pt x="57520" y="17332"/>
                        <a:pt x="57591" y="18296"/>
                      </a:cubicBezTo>
                      <a:cubicBezTo>
                        <a:pt x="57615" y="18725"/>
                        <a:pt x="57591" y="19201"/>
                        <a:pt x="57496" y="19629"/>
                      </a:cubicBezTo>
                      <a:cubicBezTo>
                        <a:pt x="57437" y="19915"/>
                        <a:pt x="57508" y="20177"/>
                        <a:pt x="57496" y="20439"/>
                      </a:cubicBezTo>
                      <a:cubicBezTo>
                        <a:pt x="57448" y="21237"/>
                        <a:pt x="57508" y="22035"/>
                        <a:pt x="57496" y="22820"/>
                      </a:cubicBezTo>
                      <a:cubicBezTo>
                        <a:pt x="57496" y="23475"/>
                        <a:pt x="57389" y="24142"/>
                        <a:pt x="57448" y="24785"/>
                      </a:cubicBezTo>
                      <a:cubicBezTo>
                        <a:pt x="57508" y="25571"/>
                        <a:pt x="57401" y="26345"/>
                        <a:pt x="57401" y="27118"/>
                      </a:cubicBezTo>
                      <a:cubicBezTo>
                        <a:pt x="57413" y="27857"/>
                        <a:pt x="57532" y="28619"/>
                        <a:pt x="57413" y="29357"/>
                      </a:cubicBezTo>
                      <a:cubicBezTo>
                        <a:pt x="57353" y="29797"/>
                        <a:pt x="57294" y="30262"/>
                        <a:pt x="57365" y="30667"/>
                      </a:cubicBezTo>
                      <a:cubicBezTo>
                        <a:pt x="57472" y="31274"/>
                        <a:pt x="57306" y="31857"/>
                        <a:pt x="57377" y="32452"/>
                      </a:cubicBezTo>
                      <a:cubicBezTo>
                        <a:pt x="57425" y="32845"/>
                        <a:pt x="57377" y="33310"/>
                        <a:pt x="57329" y="33738"/>
                      </a:cubicBezTo>
                      <a:cubicBezTo>
                        <a:pt x="57282" y="34143"/>
                        <a:pt x="57341" y="34548"/>
                        <a:pt x="57341" y="34941"/>
                      </a:cubicBezTo>
                      <a:cubicBezTo>
                        <a:pt x="57341" y="35441"/>
                        <a:pt x="57353" y="35941"/>
                        <a:pt x="57341" y="36441"/>
                      </a:cubicBezTo>
                      <a:cubicBezTo>
                        <a:pt x="57329" y="36834"/>
                        <a:pt x="57413" y="37239"/>
                        <a:pt x="57401" y="37608"/>
                      </a:cubicBezTo>
                      <a:cubicBezTo>
                        <a:pt x="57377" y="38036"/>
                        <a:pt x="57341" y="38465"/>
                        <a:pt x="57365" y="38906"/>
                      </a:cubicBezTo>
                      <a:cubicBezTo>
                        <a:pt x="57389" y="39560"/>
                        <a:pt x="57341" y="40227"/>
                        <a:pt x="57389" y="40894"/>
                      </a:cubicBezTo>
                      <a:cubicBezTo>
                        <a:pt x="57425" y="41263"/>
                        <a:pt x="57484" y="41668"/>
                        <a:pt x="57401" y="42073"/>
                      </a:cubicBezTo>
                      <a:cubicBezTo>
                        <a:pt x="57353" y="42311"/>
                        <a:pt x="57317" y="42644"/>
                        <a:pt x="57425" y="42942"/>
                      </a:cubicBezTo>
                      <a:cubicBezTo>
                        <a:pt x="57508" y="43180"/>
                        <a:pt x="57496" y="43478"/>
                        <a:pt x="57425" y="43751"/>
                      </a:cubicBezTo>
                      <a:cubicBezTo>
                        <a:pt x="57341" y="44073"/>
                        <a:pt x="57401" y="44430"/>
                        <a:pt x="57389" y="44775"/>
                      </a:cubicBezTo>
                      <a:cubicBezTo>
                        <a:pt x="57365" y="45311"/>
                        <a:pt x="57270" y="45871"/>
                        <a:pt x="57329" y="46395"/>
                      </a:cubicBezTo>
                      <a:cubicBezTo>
                        <a:pt x="57389" y="46895"/>
                        <a:pt x="57234" y="47359"/>
                        <a:pt x="57210" y="47835"/>
                      </a:cubicBezTo>
                      <a:cubicBezTo>
                        <a:pt x="57186" y="48300"/>
                        <a:pt x="57198" y="48776"/>
                        <a:pt x="57020" y="49228"/>
                      </a:cubicBezTo>
                      <a:cubicBezTo>
                        <a:pt x="56936" y="49455"/>
                        <a:pt x="57079" y="49716"/>
                        <a:pt x="56972" y="49967"/>
                      </a:cubicBezTo>
                      <a:cubicBezTo>
                        <a:pt x="56925" y="50097"/>
                        <a:pt x="56972" y="50276"/>
                        <a:pt x="56794" y="50359"/>
                      </a:cubicBezTo>
                      <a:cubicBezTo>
                        <a:pt x="56734" y="50395"/>
                        <a:pt x="56746" y="50443"/>
                        <a:pt x="56805" y="50514"/>
                      </a:cubicBezTo>
                      <a:cubicBezTo>
                        <a:pt x="56865" y="50621"/>
                        <a:pt x="56841" y="50705"/>
                        <a:pt x="56746" y="50859"/>
                      </a:cubicBezTo>
                      <a:cubicBezTo>
                        <a:pt x="56496" y="51288"/>
                        <a:pt x="56127" y="51610"/>
                        <a:pt x="55841" y="51991"/>
                      </a:cubicBezTo>
                      <a:cubicBezTo>
                        <a:pt x="55460" y="52503"/>
                        <a:pt x="55103" y="53026"/>
                        <a:pt x="54555" y="53407"/>
                      </a:cubicBezTo>
                      <a:cubicBezTo>
                        <a:pt x="54162" y="53681"/>
                        <a:pt x="53746" y="53907"/>
                        <a:pt x="53353" y="54157"/>
                      </a:cubicBezTo>
                      <a:cubicBezTo>
                        <a:pt x="53126" y="54300"/>
                        <a:pt x="52817" y="54431"/>
                        <a:pt x="52495" y="54443"/>
                      </a:cubicBezTo>
                      <a:cubicBezTo>
                        <a:pt x="52186" y="54467"/>
                        <a:pt x="51864" y="54610"/>
                        <a:pt x="51579" y="54741"/>
                      </a:cubicBezTo>
                      <a:cubicBezTo>
                        <a:pt x="50936" y="55062"/>
                        <a:pt x="50209" y="55134"/>
                        <a:pt x="49519" y="55277"/>
                      </a:cubicBezTo>
                      <a:cubicBezTo>
                        <a:pt x="48507" y="55479"/>
                        <a:pt x="47483" y="55705"/>
                        <a:pt x="46459" y="55836"/>
                      </a:cubicBezTo>
                      <a:cubicBezTo>
                        <a:pt x="46007" y="55908"/>
                        <a:pt x="36601" y="55848"/>
                        <a:pt x="36148" y="55943"/>
                      </a:cubicBezTo>
                      <a:cubicBezTo>
                        <a:pt x="36040" y="55962"/>
                        <a:pt x="35931" y="55968"/>
                        <a:pt x="35821" y="55968"/>
                      </a:cubicBezTo>
                      <a:cubicBezTo>
                        <a:pt x="35651" y="55968"/>
                        <a:pt x="35481" y="55954"/>
                        <a:pt x="35312" y="55954"/>
                      </a:cubicBezTo>
                      <a:cubicBezTo>
                        <a:pt x="35097" y="55954"/>
                        <a:pt x="34886" y="55976"/>
                        <a:pt x="34684" y="56074"/>
                      </a:cubicBezTo>
                      <a:cubicBezTo>
                        <a:pt x="34668" y="56081"/>
                        <a:pt x="34652" y="56084"/>
                        <a:pt x="34636" y="56084"/>
                      </a:cubicBezTo>
                      <a:cubicBezTo>
                        <a:pt x="34550" y="56084"/>
                        <a:pt x="34462" y="56006"/>
                        <a:pt x="34378" y="56006"/>
                      </a:cubicBezTo>
                      <a:cubicBezTo>
                        <a:pt x="34335" y="56006"/>
                        <a:pt x="34294" y="56026"/>
                        <a:pt x="34255" y="56086"/>
                      </a:cubicBezTo>
                      <a:cubicBezTo>
                        <a:pt x="34140" y="56014"/>
                        <a:pt x="34025" y="55989"/>
                        <a:pt x="33911" y="55989"/>
                      </a:cubicBezTo>
                      <a:cubicBezTo>
                        <a:pt x="33649" y="55989"/>
                        <a:pt x="33389" y="56122"/>
                        <a:pt x="33124" y="56122"/>
                      </a:cubicBezTo>
                      <a:cubicBezTo>
                        <a:pt x="32540" y="56131"/>
                        <a:pt x="30266" y="56174"/>
                        <a:pt x="28853" y="56174"/>
                      </a:cubicBezTo>
                      <a:cubicBezTo>
                        <a:pt x="28395" y="56174"/>
                        <a:pt x="28027" y="56169"/>
                        <a:pt x="27838" y="56158"/>
                      </a:cubicBezTo>
                      <a:cubicBezTo>
                        <a:pt x="27752" y="56152"/>
                        <a:pt x="27666" y="56150"/>
                        <a:pt x="27580" y="56150"/>
                      </a:cubicBezTo>
                      <a:cubicBezTo>
                        <a:pt x="27328" y="56150"/>
                        <a:pt x="27075" y="56168"/>
                        <a:pt x="26823" y="56168"/>
                      </a:cubicBezTo>
                      <a:cubicBezTo>
                        <a:pt x="26614" y="56168"/>
                        <a:pt x="26404" y="56156"/>
                        <a:pt x="26195" y="56110"/>
                      </a:cubicBezTo>
                      <a:cubicBezTo>
                        <a:pt x="25742" y="56015"/>
                        <a:pt x="14848" y="56051"/>
                        <a:pt x="14384" y="55991"/>
                      </a:cubicBezTo>
                      <a:cubicBezTo>
                        <a:pt x="13729" y="55896"/>
                        <a:pt x="13050" y="55836"/>
                        <a:pt x="12407" y="55824"/>
                      </a:cubicBezTo>
                      <a:cubicBezTo>
                        <a:pt x="12002" y="55812"/>
                        <a:pt x="11609" y="55741"/>
                        <a:pt x="11228" y="55693"/>
                      </a:cubicBezTo>
                      <a:cubicBezTo>
                        <a:pt x="10883" y="55658"/>
                        <a:pt x="10514" y="55562"/>
                        <a:pt x="10169" y="55551"/>
                      </a:cubicBezTo>
                      <a:cubicBezTo>
                        <a:pt x="9800" y="55539"/>
                        <a:pt x="9454" y="55396"/>
                        <a:pt x="9085" y="55396"/>
                      </a:cubicBezTo>
                      <a:cubicBezTo>
                        <a:pt x="9082" y="55396"/>
                        <a:pt x="9078" y="55396"/>
                        <a:pt x="9074" y="55396"/>
                      </a:cubicBezTo>
                      <a:cubicBezTo>
                        <a:pt x="8963" y="55396"/>
                        <a:pt x="8851" y="55229"/>
                        <a:pt x="8739" y="55229"/>
                      </a:cubicBezTo>
                      <a:cubicBezTo>
                        <a:pt x="8735" y="55229"/>
                        <a:pt x="8732" y="55229"/>
                        <a:pt x="8728" y="55229"/>
                      </a:cubicBezTo>
                      <a:cubicBezTo>
                        <a:pt x="8694" y="55231"/>
                        <a:pt x="8659" y="55231"/>
                        <a:pt x="8625" y="55231"/>
                      </a:cubicBezTo>
                      <a:cubicBezTo>
                        <a:pt x="7891" y="55231"/>
                        <a:pt x="7219" y="54881"/>
                        <a:pt x="6513" y="54824"/>
                      </a:cubicBezTo>
                      <a:cubicBezTo>
                        <a:pt x="5927" y="54789"/>
                        <a:pt x="5467" y="54383"/>
                        <a:pt x="4918" y="54383"/>
                      </a:cubicBezTo>
                      <a:cubicBezTo>
                        <a:pt x="4910" y="54383"/>
                        <a:pt x="4902" y="54384"/>
                        <a:pt x="4894" y="54384"/>
                      </a:cubicBezTo>
                      <a:cubicBezTo>
                        <a:pt x="4466" y="54384"/>
                        <a:pt x="4251" y="53967"/>
                        <a:pt x="3870" y="53943"/>
                      </a:cubicBezTo>
                      <a:cubicBezTo>
                        <a:pt x="3418" y="53919"/>
                        <a:pt x="3037" y="53634"/>
                        <a:pt x="2799" y="53384"/>
                      </a:cubicBezTo>
                      <a:cubicBezTo>
                        <a:pt x="2394" y="52955"/>
                        <a:pt x="2025" y="52491"/>
                        <a:pt x="1834" y="51836"/>
                      </a:cubicBezTo>
                      <a:cubicBezTo>
                        <a:pt x="1549" y="50848"/>
                        <a:pt x="1549" y="49836"/>
                        <a:pt x="1346" y="48859"/>
                      </a:cubicBezTo>
                      <a:cubicBezTo>
                        <a:pt x="1120" y="47728"/>
                        <a:pt x="1191" y="46597"/>
                        <a:pt x="1215" y="45478"/>
                      </a:cubicBezTo>
                      <a:cubicBezTo>
                        <a:pt x="1215" y="44954"/>
                        <a:pt x="1227" y="44430"/>
                        <a:pt x="1275" y="43918"/>
                      </a:cubicBezTo>
                      <a:cubicBezTo>
                        <a:pt x="1310" y="43513"/>
                        <a:pt x="1239" y="43097"/>
                        <a:pt x="1406" y="42704"/>
                      </a:cubicBezTo>
                      <a:cubicBezTo>
                        <a:pt x="1477" y="42549"/>
                        <a:pt x="1370" y="42335"/>
                        <a:pt x="1394" y="42156"/>
                      </a:cubicBezTo>
                      <a:cubicBezTo>
                        <a:pt x="1513" y="41108"/>
                        <a:pt x="1525" y="40037"/>
                        <a:pt x="1453" y="38989"/>
                      </a:cubicBezTo>
                      <a:cubicBezTo>
                        <a:pt x="1382" y="38156"/>
                        <a:pt x="1430" y="37322"/>
                        <a:pt x="1275" y="36489"/>
                      </a:cubicBezTo>
                      <a:cubicBezTo>
                        <a:pt x="1156" y="35858"/>
                        <a:pt x="1287" y="35191"/>
                        <a:pt x="1227" y="34536"/>
                      </a:cubicBezTo>
                      <a:cubicBezTo>
                        <a:pt x="1156" y="33774"/>
                        <a:pt x="1239" y="33000"/>
                        <a:pt x="1084" y="32238"/>
                      </a:cubicBezTo>
                      <a:cubicBezTo>
                        <a:pt x="1060" y="32155"/>
                        <a:pt x="1037" y="32048"/>
                        <a:pt x="1072" y="31964"/>
                      </a:cubicBezTo>
                      <a:cubicBezTo>
                        <a:pt x="1263" y="31500"/>
                        <a:pt x="1013" y="31036"/>
                        <a:pt x="1037" y="30571"/>
                      </a:cubicBezTo>
                      <a:cubicBezTo>
                        <a:pt x="1072" y="30155"/>
                        <a:pt x="989" y="29726"/>
                        <a:pt x="1037" y="29309"/>
                      </a:cubicBezTo>
                      <a:cubicBezTo>
                        <a:pt x="1072" y="28928"/>
                        <a:pt x="1060" y="28523"/>
                        <a:pt x="1013" y="28154"/>
                      </a:cubicBezTo>
                      <a:cubicBezTo>
                        <a:pt x="929" y="27535"/>
                        <a:pt x="1049" y="26952"/>
                        <a:pt x="1096" y="26345"/>
                      </a:cubicBezTo>
                      <a:cubicBezTo>
                        <a:pt x="1120" y="26023"/>
                        <a:pt x="1108" y="25690"/>
                        <a:pt x="1072" y="25392"/>
                      </a:cubicBezTo>
                      <a:cubicBezTo>
                        <a:pt x="965" y="24440"/>
                        <a:pt x="1060" y="23487"/>
                        <a:pt x="1013" y="22535"/>
                      </a:cubicBezTo>
                      <a:cubicBezTo>
                        <a:pt x="965" y="21808"/>
                        <a:pt x="1144" y="21082"/>
                        <a:pt x="1168" y="20344"/>
                      </a:cubicBezTo>
                      <a:cubicBezTo>
                        <a:pt x="1179" y="19868"/>
                        <a:pt x="1179" y="19391"/>
                        <a:pt x="1239" y="18915"/>
                      </a:cubicBezTo>
                      <a:cubicBezTo>
                        <a:pt x="1322" y="18225"/>
                        <a:pt x="1334" y="17522"/>
                        <a:pt x="1382" y="16831"/>
                      </a:cubicBezTo>
                      <a:cubicBezTo>
                        <a:pt x="1430" y="16141"/>
                        <a:pt x="1513" y="15462"/>
                        <a:pt x="1525" y="14784"/>
                      </a:cubicBezTo>
                      <a:cubicBezTo>
                        <a:pt x="1537" y="14641"/>
                        <a:pt x="1751" y="14474"/>
                        <a:pt x="1525" y="14343"/>
                      </a:cubicBezTo>
                      <a:cubicBezTo>
                        <a:pt x="1546" y="14321"/>
                        <a:pt x="1588" y="14270"/>
                        <a:pt x="1595" y="14270"/>
                      </a:cubicBezTo>
                      <a:cubicBezTo>
                        <a:pt x="1596" y="14270"/>
                        <a:pt x="1596" y="14271"/>
                        <a:pt x="1596" y="14272"/>
                      </a:cubicBezTo>
                      <a:cubicBezTo>
                        <a:pt x="1651" y="14313"/>
                        <a:pt x="1706" y="14328"/>
                        <a:pt x="1761" y="14328"/>
                      </a:cubicBezTo>
                      <a:cubicBezTo>
                        <a:pt x="1917" y="14328"/>
                        <a:pt x="2072" y="14204"/>
                        <a:pt x="2232" y="14204"/>
                      </a:cubicBezTo>
                      <a:cubicBezTo>
                        <a:pt x="2293" y="14204"/>
                        <a:pt x="2355" y="14222"/>
                        <a:pt x="2418" y="14272"/>
                      </a:cubicBezTo>
                      <a:cubicBezTo>
                        <a:pt x="2433" y="14285"/>
                        <a:pt x="2446" y="14291"/>
                        <a:pt x="2457" y="14291"/>
                      </a:cubicBezTo>
                      <a:cubicBezTo>
                        <a:pt x="2516" y="14291"/>
                        <a:pt x="2534" y="14137"/>
                        <a:pt x="2644" y="14117"/>
                      </a:cubicBezTo>
                      <a:cubicBezTo>
                        <a:pt x="2722" y="14105"/>
                        <a:pt x="2799" y="14101"/>
                        <a:pt x="2876" y="14101"/>
                      </a:cubicBezTo>
                      <a:cubicBezTo>
                        <a:pt x="3136" y="14101"/>
                        <a:pt x="3393" y="14151"/>
                        <a:pt x="3653" y="14151"/>
                      </a:cubicBezTo>
                      <a:cubicBezTo>
                        <a:pt x="3717" y="14151"/>
                        <a:pt x="3782" y="14148"/>
                        <a:pt x="3846" y="14141"/>
                      </a:cubicBezTo>
                      <a:cubicBezTo>
                        <a:pt x="4001" y="14117"/>
                        <a:pt x="4156" y="14109"/>
                        <a:pt x="4311" y="14109"/>
                      </a:cubicBezTo>
                      <a:cubicBezTo>
                        <a:pt x="4620" y="14109"/>
                        <a:pt x="4930" y="14141"/>
                        <a:pt x="5240" y="14141"/>
                      </a:cubicBezTo>
                      <a:cubicBezTo>
                        <a:pt x="5632" y="14141"/>
                        <a:pt x="6037" y="14141"/>
                        <a:pt x="6430" y="14164"/>
                      </a:cubicBezTo>
                      <a:cubicBezTo>
                        <a:pt x="6556" y="14172"/>
                        <a:pt x="6682" y="14175"/>
                        <a:pt x="6808" y="14175"/>
                      </a:cubicBezTo>
                      <a:cubicBezTo>
                        <a:pt x="7252" y="14175"/>
                        <a:pt x="7695" y="14139"/>
                        <a:pt x="8132" y="14139"/>
                      </a:cubicBezTo>
                      <a:cubicBezTo>
                        <a:pt x="8180" y="14139"/>
                        <a:pt x="8228" y="14140"/>
                        <a:pt x="8276" y="14141"/>
                      </a:cubicBezTo>
                      <a:cubicBezTo>
                        <a:pt x="8291" y="14141"/>
                        <a:pt x="8307" y="14141"/>
                        <a:pt x="8323" y="14141"/>
                      </a:cubicBezTo>
                      <a:cubicBezTo>
                        <a:pt x="8550" y="14141"/>
                        <a:pt x="8768" y="14090"/>
                        <a:pt x="8997" y="14090"/>
                      </a:cubicBezTo>
                      <a:cubicBezTo>
                        <a:pt x="9110" y="14090"/>
                        <a:pt x="9226" y="14103"/>
                        <a:pt x="9347" y="14141"/>
                      </a:cubicBezTo>
                      <a:cubicBezTo>
                        <a:pt x="9435" y="14167"/>
                        <a:pt x="9530" y="14177"/>
                        <a:pt x="9631" y="14177"/>
                      </a:cubicBezTo>
                      <a:cubicBezTo>
                        <a:pt x="9844" y="14177"/>
                        <a:pt x="10077" y="14133"/>
                        <a:pt x="10288" y="14117"/>
                      </a:cubicBezTo>
                      <a:cubicBezTo>
                        <a:pt x="10552" y="14095"/>
                        <a:pt x="10812" y="14091"/>
                        <a:pt x="11070" y="14091"/>
                      </a:cubicBezTo>
                      <a:cubicBezTo>
                        <a:pt x="11243" y="14091"/>
                        <a:pt x="11414" y="14093"/>
                        <a:pt x="11586" y="14093"/>
                      </a:cubicBezTo>
                      <a:cubicBezTo>
                        <a:pt x="11827" y="14086"/>
                        <a:pt x="12077" y="14038"/>
                        <a:pt x="12327" y="14038"/>
                      </a:cubicBezTo>
                      <a:cubicBezTo>
                        <a:pt x="12485" y="14038"/>
                        <a:pt x="12643" y="14057"/>
                        <a:pt x="12800" y="14117"/>
                      </a:cubicBezTo>
                      <a:cubicBezTo>
                        <a:pt x="12861" y="14139"/>
                        <a:pt x="12922" y="14147"/>
                        <a:pt x="12982" y="14147"/>
                      </a:cubicBezTo>
                      <a:cubicBezTo>
                        <a:pt x="13213" y="14147"/>
                        <a:pt x="13444" y="14021"/>
                        <a:pt x="13695" y="14021"/>
                      </a:cubicBezTo>
                      <a:cubicBezTo>
                        <a:pt x="13737" y="14021"/>
                        <a:pt x="13780" y="14025"/>
                        <a:pt x="13824" y="14034"/>
                      </a:cubicBezTo>
                      <a:cubicBezTo>
                        <a:pt x="14025" y="14077"/>
                        <a:pt x="16397" y="14098"/>
                        <a:pt x="18960" y="14098"/>
                      </a:cubicBezTo>
                      <a:cubicBezTo>
                        <a:pt x="22018" y="14098"/>
                        <a:pt x="25348" y="14068"/>
                        <a:pt x="25587" y="14010"/>
                      </a:cubicBezTo>
                      <a:cubicBezTo>
                        <a:pt x="25644" y="13994"/>
                        <a:pt x="25701" y="13988"/>
                        <a:pt x="25759" y="13988"/>
                      </a:cubicBezTo>
                      <a:cubicBezTo>
                        <a:pt x="25883" y="13988"/>
                        <a:pt x="26006" y="14014"/>
                        <a:pt x="26130" y="14014"/>
                      </a:cubicBezTo>
                      <a:cubicBezTo>
                        <a:pt x="26247" y="14014"/>
                        <a:pt x="26364" y="13991"/>
                        <a:pt x="26480" y="13903"/>
                      </a:cubicBezTo>
                      <a:cubicBezTo>
                        <a:pt x="26484" y="13900"/>
                        <a:pt x="26490" y="13898"/>
                        <a:pt x="26497" y="13898"/>
                      </a:cubicBezTo>
                      <a:cubicBezTo>
                        <a:pt x="26565" y="13898"/>
                        <a:pt x="26767" y="14013"/>
                        <a:pt x="26934" y="14013"/>
                      </a:cubicBezTo>
                      <a:cubicBezTo>
                        <a:pt x="26967" y="14013"/>
                        <a:pt x="26999" y="14009"/>
                        <a:pt x="27028" y="13998"/>
                      </a:cubicBezTo>
                      <a:cubicBezTo>
                        <a:pt x="27683" y="13772"/>
                        <a:pt x="28361" y="13867"/>
                        <a:pt x="29040" y="13795"/>
                      </a:cubicBezTo>
                      <a:cubicBezTo>
                        <a:pt x="29909" y="13700"/>
                        <a:pt x="33779" y="13700"/>
                        <a:pt x="34660" y="13653"/>
                      </a:cubicBezTo>
                      <a:cubicBezTo>
                        <a:pt x="35124" y="13629"/>
                        <a:pt x="35577" y="13629"/>
                        <a:pt x="36041" y="13545"/>
                      </a:cubicBezTo>
                      <a:cubicBezTo>
                        <a:pt x="36255" y="13498"/>
                        <a:pt x="36529" y="13522"/>
                        <a:pt x="36767" y="13486"/>
                      </a:cubicBezTo>
                      <a:cubicBezTo>
                        <a:pt x="36832" y="13475"/>
                        <a:pt x="37319" y="13472"/>
                        <a:pt x="38046" y="13472"/>
                      </a:cubicBezTo>
                      <a:cubicBezTo>
                        <a:pt x="39073" y="13472"/>
                        <a:pt x="40579" y="13479"/>
                        <a:pt x="42043" y="13479"/>
                      </a:cubicBezTo>
                      <a:cubicBezTo>
                        <a:pt x="44302" y="13479"/>
                        <a:pt x="46461" y="13464"/>
                        <a:pt x="46614" y="13391"/>
                      </a:cubicBezTo>
                      <a:cubicBezTo>
                        <a:pt x="46730" y="13329"/>
                        <a:pt x="46877" y="13311"/>
                        <a:pt x="47031" y="13311"/>
                      </a:cubicBezTo>
                      <a:cubicBezTo>
                        <a:pt x="47146" y="13311"/>
                        <a:pt x="47264" y="13321"/>
                        <a:pt x="47376" y="13331"/>
                      </a:cubicBezTo>
                      <a:cubicBezTo>
                        <a:pt x="47492" y="13343"/>
                        <a:pt x="47614" y="13374"/>
                        <a:pt x="47735" y="13374"/>
                      </a:cubicBezTo>
                      <a:cubicBezTo>
                        <a:pt x="47849" y="13374"/>
                        <a:pt x="47962" y="13346"/>
                        <a:pt x="48066" y="13248"/>
                      </a:cubicBezTo>
                      <a:cubicBezTo>
                        <a:pt x="48084" y="13221"/>
                        <a:pt x="48129" y="13208"/>
                        <a:pt x="48170" y="13208"/>
                      </a:cubicBezTo>
                      <a:cubicBezTo>
                        <a:pt x="48184" y="13208"/>
                        <a:pt x="48197" y="13209"/>
                        <a:pt x="48209" y="13212"/>
                      </a:cubicBezTo>
                      <a:cubicBezTo>
                        <a:pt x="48390" y="13275"/>
                        <a:pt x="48574" y="13295"/>
                        <a:pt x="48758" y="13295"/>
                      </a:cubicBezTo>
                      <a:cubicBezTo>
                        <a:pt x="49098" y="13295"/>
                        <a:pt x="49441" y="13226"/>
                        <a:pt x="49778" y="13226"/>
                      </a:cubicBezTo>
                      <a:cubicBezTo>
                        <a:pt x="49846" y="13226"/>
                        <a:pt x="49915" y="13229"/>
                        <a:pt x="49983" y="13236"/>
                      </a:cubicBezTo>
                      <a:cubicBezTo>
                        <a:pt x="50026" y="13239"/>
                        <a:pt x="50070" y="13241"/>
                        <a:pt x="50112" y="13241"/>
                      </a:cubicBezTo>
                      <a:cubicBezTo>
                        <a:pt x="50431" y="13241"/>
                        <a:pt x="50741" y="13160"/>
                        <a:pt x="51061" y="13160"/>
                      </a:cubicBezTo>
                      <a:cubicBezTo>
                        <a:pt x="51161" y="13160"/>
                        <a:pt x="51262" y="13168"/>
                        <a:pt x="51364" y="13188"/>
                      </a:cubicBezTo>
                      <a:cubicBezTo>
                        <a:pt x="51389" y="13193"/>
                        <a:pt x="51414" y="13195"/>
                        <a:pt x="51440" y="13195"/>
                      </a:cubicBezTo>
                      <a:cubicBezTo>
                        <a:pt x="51583" y="13195"/>
                        <a:pt x="51734" y="13128"/>
                        <a:pt x="51888" y="13128"/>
                      </a:cubicBezTo>
                      <a:cubicBezTo>
                        <a:pt x="51967" y="13128"/>
                        <a:pt x="52047" y="13146"/>
                        <a:pt x="52126" y="13200"/>
                      </a:cubicBezTo>
                      <a:cubicBezTo>
                        <a:pt x="52148" y="13080"/>
                        <a:pt x="52197" y="13048"/>
                        <a:pt x="52258" y="13048"/>
                      </a:cubicBezTo>
                      <a:close/>
                      <a:moveTo>
                        <a:pt x="32985" y="1"/>
                      </a:moveTo>
                      <a:cubicBezTo>
                        <a:pt x="32812" y="1"/>
                        <a:pt x="32639" y="16"/>
                        <a:pt x="32469" y="32"/>
                      </a:cubicBezTo>
                      <a:cubicBezTo>
                        <a:pt x="31612" y="127"/>
                        <a:pt x="27778" y="56"/>
                        <a:pt x="26933" y="127"/>
                      </a:cubicBezTo>
                      <a:cubicBezTo>
                        <a:pt x="26908" y="128"/>
                        <a:pt x="26883" y="129"/>
                        <a:pt x="26859" y="129"/>
                      </a:cubicBezTo>
                      <a:cubicBezTo>
                        <a:pt x="26804" y="129"/>
                        <a:pt x="26749" y="127"/>
                        <a:pt x="26695" y="127"/>
                      </a:cubicBezTo>
                      <a:cubicBezTo>
                        <a:pt x="26551" y="127"/>
                        <a:pt x="26413" y="142"/>
                        <a:pt x="26290" y="258"/>
                      </a:cubicBezTo>
                      <a:cubicBezTo>
                        <a:pt x="26256" y="291"/>
                        <a:pt x="26219" y="325"/>
                        <a:pt x="26185" y="325"/>
                      </a:cubicBezTo>
                      <a:cubicBezTo>
                        <a:pt x="26158" y="325"/>
                        <a:pt x="26132" y="304"/>
                        <a:pt x="26111" y="246"/>
                      </a:cubicBezTo>
                      <a:cubicBezTo>
                        <a:pt x="26075" y="139"/>
                        <a:pt x="26016" y="109"/>
                        <a:pt x="25950" y="109"/>
                      </a:cubicBezTo>
                      <a:cubicBezTo>
                        <a:pt x="25885" y="109"/>
                        <a:pt x="25814" y="139"/>
                        <a:pt x="25754" y="151"/>
                      </a:cubicBezTo>
                      <a:cubicBezTo>
                        <a:pt x="25266" y="246"/>
                        <a:pt x="14348" y="270"/>
                        <a:pt x="13860" y="341"/>
                      </a:cubicBezTo>
                      <a:cubicBezTo>
                        <a:pt x="13276" y="413"/>
                        <a:pt x="12681" y="437"/>
                        <a:pt x="12086" y="556"/>
                      </a:cubicBezTo>
                      <a:cubicBezTo>
                        <a:pt x="11688" y="624"/>
                        <a:pt x="11270" y="735"/>
                        <a:pt x="10860" y="735"/>
                      </a:cubicBezTo>
                      <a:cubicBezTo>
                        <a:pt x="10840" y="735"/>
                        <a:pt x="10820" y="735"/>
                        <a:pt x="10800" y="734"/>
                      </a:cubicBezTo>
                      <a:cubicBezTo>
                        <a:pt x="10334" y="734"/>
                        <a:pt x="9908" y="931"/>
                        <a:pt x="9441" y="931"/>
                      </a:cubicBezTo>
                      <a:cubicBezTo>
                        <a:pt x="9394" y="931"/>
                        <a:pt x="9347" y="929"/>
                        <a:pt x="9300" y="925"/>
                      </a:cubicBezTo>
                      <a:cubicBezTo>
                        <a:pt x="9265" y="922"/>
                        <a:pt x="9230" y="921"/>
                        <a:pt x="9195" y="921"/>
                      </a:cubicBezTo>
                      <a:cubicBezTo>
                        <a:pt x="8800" y="921"/>
                        <a:pt x="8395" y="1092"/>
                        <a:pt x="7990" y="1103"/>
                      </a:cubicBezTo>
                      <a:cubicBezTo>
                        <a:pt x="7787" y="1103"/>
                        <a:pt x="7740" y="1294"/>
                        <a:pt x="7514" y="1294"/>
                      </a:cubicBezTo>
                      <a:cubicBezTo>
                        <a:pt x="6835" y="1318"/>
                        <a:pt x="6061" y="1234"/>
                        <a:pt x="5525" y="1865"/>
                      </a:cubicBezTo>
                      <a:cubicBezTo>
                        <a:pt x="5518" y="1879"/>
                        <a:pt x="5495" y="1885"/>
                        <a:pt x="5470" y="1885"/>
                      </a:cubicBezTo>
                      <a:cubicBezTo>
                        <a:pt x="5452" y="1885"/>
                        <a:pt x="5433" y="1882"/>
                        <a:pt x="5418" y="1877"/>
                      </a:cubicBezTo>
                      <a:cubicBezTo>
                        <a:pt x="5311" y="1846"/>
                        <a:pt x="5210" y="1833"/>
                        <a:pt x="5114" y="1833"/>
                      </a:cubicBezTo>
                      <a:cubicBezTo>
                        <a:pt x="4655" y="1833"/>
                        <a:pt x="4308" y="2149"/>
                        <a:pt x="3954" y="2425"/>
                      </a:cubicBezTo>
                      <a:cubicBezTo>
                        <a:pt x="3549" y="2735"/>
                        <a:pt x="3227" y="3151"/>
                        <a:pt x="2846" y="3473"/>
                      </a:cubicBezTo>
                      <a:cubicBezTo>
                        <a:pt x="2418" y="3830"/>
                        <a:pt x="1977" y="4139"/>
                        <a:pt x="1668" y="4604"/>
                      </a:cubicBezTo>
                      <a:cubicBezTo>
                        <a:pt x="1608" y="4699"/>
                        <a:pt x="1418" y="4782"/>
                        <a:pt x="1430" y="4842"/>
                      </a:cubicBezTo>
                      <a:cubicBezTo>
                        <a:pt x="1501" y="5211"/>
                        <a:pt x="1263" y="5485"/>
                        <a:pt x="1132" y="5783"/>
                      </a:cubicBezTo>
                      <a:cubicBezTo>
                        <a:pt x="882" y="6390"/>
                        <a:pt x="1037" y="7068"/>
                        <a:pt x="787" y="7699"/>
                      </a:cubicBezTo>
                      <a:cubicBezTo>
                        <a:pt x="751" y="7795"/>
                        <a:pt x="608" y="8069"/>
                        <a:pt x="679" y="8116"/>
                      </a:cubicBezTo>
                      <a:cubicBezTo>
                        <a:pt x="918" y="8235"/>
                        <a:pt x="775" y="8390"/>
                        <a:pt x="763" y="8521"/>
                      </a:cubicBezTo>
                      <a:cubicBezTo>
                        <a:pt x="739" y="8831"/>
                        <a:pt x="632" y="9140"/>
                        <a:pt x="668" y="9438"/>
                      </a:cubicBezTo>
                      <a:cubicBezTo>
                        <a:pt x="703" y="9688"/>
                        <a:pt x="668" y="9914"/>
                        <a:pt x="656" y="10152"/>
                      </a:cubicBezTo>
                      <a:cubicBezTo>
                        <a:pt x="644" y="10331"/>
                        <a:pt x="798" y="10521"/>
                        <a:pt x="608" y="10688"/>
                      </a:cubicBezTo>
                      <a:cubicBezTo>
                        <a:pt x="941" y="10938"/>
                        <a:pt x="739" y="11247"/>
                        <a:pt x="668" y="11509"/>
                      </a:cubicBezTo>
                      <a:cubicBezTo>
                        <a:pt x="584" y="11819"/>
                        <a:pt x="679" y="12129"/>
                        <a:pt x="668" y="12426"/>
                      </a:cubicBezTo>
                      <a:cubicBezTo>
                        <a:pt x="644" y="12950"/>
                        <a:pt x="656" y="13498"/>
                        <a:pt x="668" y="14022"/>
                      </a:cubicBezTo>
                      <a:cubicBezTo>
                        <a:pt x="668" y="14212"/>
                        <a:pt x="453" y="14319"/>
                        <a:pt x="537" y="14486"/>
                      </a:cubicBezTo>
                      <a:cubicBezTo>
                        <a:pt x="715" y="14843"/>
                        <a:pt x="560" y="15200"/>
                        <a:pt x="513" y="15534"/>
                      </a:cubicBezTo>
                      <a:cubicBezTo>
                        <a:pt x="465" y="15903"/>
                        <a:pt x="394" y="16248"/>
                        <a:pt x="429" y="16629"/>
                      </a:cubicBezTo>
                      <a:cubicBezTo>
                        <a:pt x="453" y="16891"/>
                        <a:pt x="441" y="17177"/>
                        <a:pt x="441" y="17439"/>
                      </a:cubicBezTo>
                      <a:cubicBezTo>
                        <a:pt x="429" y="17820"/>
                        <a:pt x="310" y="18177"/>
                        <a:pt x="298" y="18570"/>
                      </a:cubicBezTo>
                      <a:cubicBezTo>
                        <a:pt x="263" y="19296"/>
                        <a:pt x="215" y="20022"/>
                        <a:pt x="203" y="20749"/>
                      </a:cubicBezTo>
                      <a:cubicBezTo>
                        <a:pt x="191" y="21606"/>
                        <a:pt x="144" y="22463"/>
                        <a:pt x="132" y="23320"/>
                      </a:cubicBezTo>
                      <a:cubicBezTo>
                        <a:pt x="120" y="24249"/>
                        <a:pt x="108" y="25190"/>
                        <a:pt x="179" y="26106"/>
                      </a:cubicBezTo>
                      <a:cubicBezTo>
                        <a:pt x="203" y="26368"/>
                        <a:pt x="84" y="26559"/>
                        <a:pt x="96" y="26797"/>
                      </a:cubicBezTo>
                      <a:cubicBezTo>
                        <a:pt x="144" y="27630"/>
                        <a:pt x="60" y="28476"/>
                        <a:pt x="108" y="29309"/>
                      </a:cubicBezTo>
                      <a:cubicBezTo>
                        <a:pt x="132" y="29869"/>
                        <a:pt x="1" y="30428"/>
                        <a:pt x="144" y="31000"/>
                      </a:cubicBezTo>
                      <a:cubicBezTo>
                        <a:pt x="227" y="31357"/>
                        <a:pt x="298" y="31738"/>
                        <a:pt x="298" y="32095"/>
                      </a:cubicBezTo>
                      <a:cubicBezTo>
                        <a:pt x="310" y="32762"/>
                        <a:pt x="358" y="33429"/>
                        <a:pt x="406" y="34084"/>
                      </a:cubicBezTo>
                      <a:cubicBezTo>
                        <a:pt x="465" y="34750"/>
                        <a:pt x="453" y="35417"/>
                        <a:pt x="465" y="36084"/>
                      </a:cubicBezTo>
                      <a:cubicBezTo>
                        <a:pt x="477" y="36512"/>
                        <a:pt x="572" y="36965"/>
                        <a:pt x="525" y="37405"/>
                      </a:cubicBezTo>
                      <a:cubicBezTo>
                        <a:pt x="501" y="37632"/>
                        <a:pt x="429" y="37917"/>
                        <a:pt x="513" y="38132"/>
                      </a:cubicBezTo>
                      <a:cubicBezTo>
                        <a:pt x="608" y="38358"/>
                        <a:pt x="596" y="38584"/>
                        <a:pt x="608" y="38798"/>
                      </a:cubicBezTo>
                      <a:cubicBezTo>
                        <a:pt x="620" y="39239"/>
                        <a:pt x="560" y="39691"/>
                        <a:pt x="560" y="40120"/>
                      </a:cubicBezTo>
                      <a:cubicBezTo>
                        <a:pt x="572" y="40739"/>
                        <a:pt x="572" y="41370"/>
                        <a:pt x="596" y="41989"/>
                      </a:cubicBezTo>
                      <a:cubicBezTo>
                        <a:pt x="596" y="42204"/>
                        <a:pt x="441" y="42430"/>
                        <a:pt x="465" y="42632"/>
                      </a:cubicBezTo>
                      <a:cubicBezTo>
                        <a:pt x="525" y="43049"/>
                        <a:pt x="441" y="43454"/>
                        <a:pt x="441" y="43871"/>
                      </a:cubicBezTo>
                      <a:cubicBezTo>
                        <a:pt x="453" y="44311"/>
                        <a:pt x="370" y="44763"/>
                        <a:pt x="394" y="45204"/>
                      </a:cubicBezTo>
                      <a:cubicBezTo>
                        <a:pt x="417" y="45621"/>
                        <a:pt x="382" y="46049"/>
                        <a:pt x="358" y="46454"/>
                      </a:cubicBezTo>
                      <a:cubicBezTo>
                        <a:pt x="322" y="46871"/>
                        <a:pt x="358" y="47288"/>
                        <a:pt x="334" y="47704"/>
                      </a:cubicBezTo>
                      <a:cubicBezTo>
                        <a:pt x="275" y="48526"/>
                        <a:pt x="417" y="49371"/>
                        <a:pt x="501" y="50193"/>
                      </a:cubicBezTo>
                      <a:cubicBezTo>
                        <a:pt x="584" y="51062"/>
                        <a:pt x="739" y="51931"/>
                        <a:pt x="965" y="52776"/>
                      </a:cubicBezTo>
                      <a:cubicBezTo>
                        <a:pt x="989" y="52884"/>
                        <a:pt x="1001" y="53003"/>
                        <a:pt x="1060" y="53074"/>
                      </a:cubicBezTo>
                      <a:cubicBezTo>
                        <a:pt x="1358" y="53479"/>
                        <a:pt x="1703" y="53848"/>
                        <a:pt x="2049" y="54205"/>
                      </a:cubicBezTo>
                      <a:cubicBezTo>
                        <a:pt x="2489" y="54658"/>
                        <a:pt x="3037" y="54824"/>
                        <a:pt x="3561" y="55062"/>
                      </a:cubicBezTo>
                      <a:cubicBezTo>
                        <a:pt x="4251" y="55372"/>
                        <a:pt x="4966" y="55658"/>
                        <a:pt x="5763" y="55741"/>
                      </a:cubicBezTo>
                      <a:cubicBezTo>
                        <a:pt x="6061" y="55765"/>
                        <a:pt x="6430" y="55836"/>
                        <a:pt x="6728" y="55991"/>
                      </a:cubicBezTo>
                      <a:cubicBezTo>
                        <a:pt x="7061" y="56170"/>
                        <a:pt x="7418" y="56098"/>
                        <a:pt x="7764" y="56205"/>
                      </a:cubicBezTo>
                      <a:cubicBezTo>
                        <a:pt x="7822" y="56224"/>
                        <a:pt x="7883" y="56229"/>
                        <a:pt x="7945" y="56229"/>
                      </a:cubicBezTo>
                      <a:cubicBezTo>
                        <a:pt x="8019" y="56229"/>
                        <a:pt x="8094" y="56222"/>
                        <a:pt x="8167" y="56222"/>
                      </a:cubicBezTo>
                      <a:cubicBezTo>
                        <a:pt x="8310" y="56222"/>
                        <a:pt x="8445" y="56249"/>
                        <a:pt x="8549" y="56408"/>
                      </a:cubicBezTo>
                      <a:cubicBezTo>
                        <a:pt x="8558" y="56416"/>
                        <a:pt x="8572" y="56425"/>
                        <a:pt x="8584" y="56425"/>
                      </a:cubicBezTo>
                      <a:cubicBezTo>
                        <a:pt x="8589" y="56425"/>
                        <a:pt x="8594" y="56423"/>
                        <a:pt x="8597" y="56420"/>
                      </a:cubicBezTo>
                      <a:cubicBezTo>
                        <a:pt x="8635" y="56409"/>
                        <a:pt x="8672" y="56404"/>
                        <a:pt x="8709" y="56404"/>
                      </a:cubicBezTo>
                      <a:cubicBezTo>
                        <a:pt x="8894" y="56404"/>
                        <a:pt x="9066" y="56519"/>
                        <a:pt x="9269" y="56519"/>
                      </a:cubicBezTo>
                      <a:cubicBezTo>
                        <a:pt x="9291" y="56519"/>
                        <a:pt x="9313" y="56518"/>
                        <a:pt x="9335" y="56515"/>
                      </a:cubicBezTo>
                      <a:cubicBezTo>
                        <a:pt x="9404" y="56502"/>
                        <a:pt x="9503" y="56487"/>
                        <a:pt x="9600" y="56487"/>
                      </a:cubicBezTo>
                      <a:cubicBezTo>
                        <a:pt x="9687" y="56487"/>
                        <a:pt x="9773" y="56499"/>
                        <a:pt x="9835" y="56539"/>
                      </a:cubicBezTo>
                      <a:cubicBezTo>
                        <a:pt x="10300" y="56777"/>
                        <a:pt x="10812" y="56670"/>
                        <a:pt x="11288" y="56741"/>
                      </a:cubicBezTo>
                      <a:cubicBezTo>
                        <a:pt x="11510" y="56778"/>
                        <a:pt x="11741" y="56880"/>
                        <a:pt x="11970" y="56880"/>
                      </a:cubicBezTo>
                      <a:cubicBezTo>
                        <a:pt x="12109" y="56880"/>
                        <a:pt x="12248" y="56842"/>
                        <a:pt x="12383" y="56729"/>
                      </a:cubicBezTo>
                      <a:cubicBezTo>
                        <a:pt x="12383" y="56726"/>
                        <a:pt x="12385" y="56724"/>
                        <a:pt x="12388" y="56724"/>
                      </a:cubicBezTo>
                      <a:cubicBezTo>
                        <a:pt x="12396" y="56724"/>
                        <a:pt x="12411" y="56733"/>
                        <a:pt x="12419" y="56741"/>
                      </a:cubicBezTo>
                      <a:cubicBezTo>
                        <a:pt x="12476" y="56856"/>
                        <a:pt x="12557" y="56878"/>
                        <a:pt x="12647" y="56878"/>
                      </a:cubicBezTo>
                      <a:cubicBezTo>
                        <a:pt x="12707" y="56878"/>
                        <a:pt x="12771" y="56868"/>
                        <a:pt x="12834" y="56868"/>
                      </a:cubicBezTo>
                      <a:cubicBezTo>
                        <a:pt x="12855" y="56868"/>
                        <a:pt x="12875" y="56869"/>
                        <a:pt x="12895" y="56872"/>
                      </a:cubicBezTo>
                      <a:cubicBezTo>
                        <a:pt x="12969" y="56882"/>
                        <a:pt x="13045" y="56885"/>
                        <a:pt x="13121" y="56885"/>
                      </a:cubicBezTo>
                      <a:cubicBezTo>
                        <a:pt x="13196" y="56885"/>
                        <a:pt x="13272" y="56882"/>
                        <a:pt x="13347" y="56882"/>
                      </a:cubicBezTo>
                      <a:cubicBezTo>
                        <a:pt x="13466" y="56882"/>
                        <a:pt x="13583" y="56888"/>
                        <a:pt x="13693" y="56920"/>
                      </a:cubicBezTo>
                      <a:cubicBezTo>
                        <a:pt x="14110" y="57051"/>
                        <a:pt x="24968" y="56979"/>
                        <a:pt x="25385" y="57086"/>
                      </a:cubicBezTo>
                      <a:cubicBezTo>
                        <a:pt x="25616" y="57138"/>
                        <a:pt x="25849" y="57147"/>
                        <a:pt x="26083" y="57147"/>
                      </a:cubicBezTo>
                      <a:cubicBezTo>
                        <a:pt x="26207" y="57147"/>
                        <a:pt x="26331" y="57145"/>
                        <a:pt x="26456" y="57145"/>
                      </a:cubicBezTo>
                      <a:cubicBezTo>
                        <a:pt x="26692" y="57145"/>
                        <a:pt x="26931" y="57154"/>
                        <a:pt x="27171" y="57205"/>
                      </a:cubicBezTo>
                      <a:cubicBezTo>
                        <a:pt x="27325" y="57238"/>
                        <a:pt x="27484" y="57250"/>
                        <a:pt x="27646" y="57250"/>
                      </a:cubicBezTo>
                      <a:cubicBezTo>
                        <a:pt x="27962" y="57250"/>
                        <a:pt x="28289" y="57205"/>
                        <a:pt x="28611" y="57182"/>
                      </a:cubicBezTo>
                      <a:cubicBezTo>
                        <a:pt x="28826" y="57170"/>
                        <a:pt x="29040" y="57086"/>
                        <a:pt x="29231" y="57086"/>
                      </a:cubicBezTo>
                      <a:cubicBezTo>
                        <a:pt x="29297" y="57088"/>
                        <a:pt x="29397" y="57088"/>
                        <a:pt x="29524" y="57088"/>
                      </a:cubicBezTo>
                      <a:cubicBezTo>
                        <a:pt x="30584" y="57088"/>
                        <a:pt x="33513" y="57047"/>
                        <a:pt x="34076" y="57015"/>
                      </a:cubicBezTo>
                      <a:cubicBezTo>
                        <a:pt x="34411" y="56992"/>
                        <a:pt x="34756" y="56906"/>
                        <a:pt x="35101" y="56906"/>
                      </a:cubicBezTo>
                      <a:cubicBezTo>
                        <a:pt x="35296" y="56906"/>
                        <a:pt x="35491" y="56933"/>
                        <a:pt x="35684" y="57015"/>
                      </a:cubicBezTo>
                      <a:cubicBezTo>
                        <a:pt x="35686" y="57016"/>
                        <a:pt x="35688" y="57017"/>
                        <a:pt x="35691" y="57017"/>
                      </a:cubicBezTo>
                      <a:cubicBezTo>
                        <a:pt x="35718" y="57017"/>
                        <a:pt x="35769" y="56964"/>
                        <a:pt x="35791" y="56932"/>
                      </a:cubicBezTo>
                      <a:cubicBezTo>
                        <a:pt x="35847" y="56868"/>
                        <a:pt x="35907" y="56852"/>
                        <a:pt x="35974" y="56852"/>
                      </a:cubicBezTo>
                      <a:cubicBezTo>
                        <a:pt x="36007" y="56852"/>
                        <a:pt x="36041" y="56856"/>
                        <a:pt x="36077" y="56860"/>
                      </a:cubicBezTo>
                      <a:cubicBezTo>
                        <a:pt x="36322" y="56891"/>
                        <a:pt x="38211" y="56913"/>
                        <a:pt x="40331" y="56913"/>
                      </a:cubicBezTo>
                      <a:cubicBezTo>
                        <a:pt x="43157" y="56913"/>
                        <a:pt x="46393" y="56874"/>
                        <a:pt x="46685" y="56765"/>
                      </a:cubicBezTo>
                      <a:cubicBezTo>
                        <a:pt x="47316" y="56539"/>
                        <a:pt x="48007" y="56705"/>
                        <a:pt x="48626" y="56384"/>
                      </a:cubicBezTo>
                      <a:cubicBezTo>
                        <a:pt x="48852" y="56265"/>
                        <a:pt x="49221" y="56253"/>
                        <a:pt x="49531" y="56205"/>
                      </a:cubicBezTo>
                      <a:cubicBezTo>
                        <a:pt x="49781" y="56170"/>
                        <a:pt x="50043" y="56098"/>
                        <a:pt x="50293" y="56074"/>
                      </a:cubicBezTo>
                      <a:cubicBezTo>
                        <a:pt x="50626" y="56051"/>
                        <a:pt x="50924" y="55932"/>
                        <a:pt x="51245" y="55908"/>
                      </a:cubicBezTo>
                      <a:cubicBezTo>
                        <a:pt x="51372" y="55885"/>
                        <a:pt x="51365" y="55729"/>
                        <a:pt x="51472" y="55729"/>
                      </a:cubicBezTo>
                      <a:cubicBezTo>
                        <a:pt x="51475" y="55729"/>
                        <a:pt x="51479" y="55729"/>
                        <a:pt x="51483" y="55729"/>
                      </a:cubicBezTo>
                      <a:cubicBezTo>
                        <a:pt x="51505" y="55730"/>
                        <a:pt x="51527" y="55731"/>
                        <a:pt x="51549" y="55731"/>
                      </a:cubicBezTo>
                      <a:cubicBezTo>
                        <a:pt x="51900" y="55731"/>
                        <a:pt x="52192" y="55554"/>
                        <a:pt x="52495" y="55420"/>
                      </a:cubicBezTo>
                      <a:cubicBezTo>
                        <a:pt x="52817" y="55265"/>
                        <a:pt x="53138" y="55134"/>
                        <a:pt x="53507" y="55122"/>
                      </a:cubicBezTo>
                      <a:cubicBezTo>
                        <a:pt x="53567" y="55122"/>
                        <a:pt x="53627" y="55098"/>
                        <a:pt x="53686" y="55086"/>
                      </a:cubicBezTo>
                      <a:cubicBezTo>
                        <a:pt x="53555" y="55003"/>
                        <a:pt x="53615" y="54931"/>
                        <a:pt x="53710" y="54896"/>
                      </a:cubicBezTo>
                      <a:cubicBezTo>
                        <a:pt x="53793" y="54848"/>
                        <a:pt x="53900" y="54860"/>
                        <a:pt x="53984" y="54824"/>
                      </a:cubicBezTo>
                      <a:cubicBezTo>
                        <a:pt x="54436" y="54610"/>
                        <a:pt x="54853" y="54312"/>
                        <a:pt x="55270" y="54038"/>
                      </a:cubicBezTo>
                      <a:cubicBezTo>
                        <a:pt x="55686" y="53765"/>
                        <a:pt x="55924" y="53348"/>
                        <a:pt x="56198" y="52967"/>
                      </a:cubicBezTo>
                      <a:cubicBezTo>
                        <a:pt x="56627" y="52372"/>
                        <a:pt x="57258" y="51931"/>
                        <a:pt x="57508" y="51205"/>
                      </a:cubicBezTo>
                      <a:cubicBezTo>
                        <a:pt x="57532" y="51110"/>
                        <a:pt x="57615" y="50990"/>
                        <a:pt x="57698" y="50955"/>
                      </a:cubicBezTo>
                      <a:cubicBezTo>
                        <a:pt x="57865" y="50883"/>
                        <a:pt x="57853" y="50669"/>
                        <a:pt x="57829" y="50633"/>
                      </a:cubicBezTo>
                      <a:cubicBezTo>
                        <a:pt x="57687" y="50276"/>
                        <a:pt x="58032" y="49978"/>
                        <a:pt x="57937" y="49633"/>
                      </a:cubicBezTo>
                      <a:cubicBezTo>
                        <a:pt x="57889" y="49466"/>
                        <a:pt x="58044" y="49312"/>
                        <a:pt x="57948" y="49097"/>
                      </a:cubicBezTo>
                      <a:cubicBezTo>
                        <a:pt x="57877" y="48943"/>
                        <a:pt x="58068" y="48764"/>
                        <a:pt x="58103" y="48573"/>
                      </a:cubicBezTo>
                      <a:cubicBezTo>
                        <a:pt x="58258" y="47966"/>
                        <a:pt x="58258" y="47371"/>
                        <a:pt x="58294" y="46764"/>
                      </a:cubicBezTo>
                      <a:cubicBezTo>
                        <a:pt x="58329" y="46180"/>
                        <a:pt x="58318" y="45597"/>
                        <a:pt x="58341" y="45025"/>
                      </a:cubicBezTo>
                      <a:cubicBezTo>
                        <a:pt x="58353" y="44930"/>
                        <a:pt x="58508" y="44859"/>
                        <a:pt x="58460" y="44752"/>
                      </a:cubicBezTo>
                      <a:cubicBezTo>
                        <a:pt x="58353" y="44466"/>
                        <a:pt x="58437" y="44180"/>
                        <a:pt x="58437" y="43906"/>
                      </a:cubicBezTo>
                      <a:cubicBezTo>
                        <a:pt x="58425" y="43347"/>
                        <a:pt x="58437" y="42787"/>
                        <a:pt x="58449" y="42227"/>
                      </a:cubicBezTo>
                      <a:cubicBezTo>
                        <a:pt x="58472" y="41334"/>
                        <a:pt x="58353" y="40453"/>
                        <a:pt x="58413" y="39549"/>
                      </a:cubicBezTo>
                      <a:cubicBezTo>
                        <a:pt x="58460" y="38691"/>
                        <a:pt x="58353" y="37822"/>
                        <a:pt x="58437" y="36953"/>
                      </a:cubicBezTo>
                      <a:cubicBezTo>
                        <a:pt x="58496" y="36346"/>
                        <a:pt x="58377" y="35691"/>
                        <a:pt x="58437" y="35060"/>
                      </a:cubicBezTo>
                      <a:cubicBezTo>
                        <a:pt x="58449" y="35012"/>
                        <a:pt x="58460" y="34941"/>
                        <a:pt x="58425" y="34905"/>
                      </a:cubicBezTo>
                      <a:cubicBezTo>
                        <a:pt x="58210" y="34715"/>
                        <a:pt x="58318" y="34488"/>
                        <a:pt x="58341" y="34262"/>
                      </a:cubicBezTo>
                      <a:cubicBezTo>
                        <a:pt x="58365" y="34096"/>
                        <a:pt x="58449" y="33857"/>
                        <a:pt x="58377" y="33774"/>
                      </a:cubicBezTo>
                      <a:cubicBezTo>
                        <a:pt x="58151" y="33536"/>
                        <a:pt x="58234" y="33214"/>
                        <a:pt x="58270" y="33036"/>
                      </a:cubicBezTo>
                      <a:cubicBezTo>
                        <a:pt x="58341" y="32702"/>
                        <a:pt x="58425" y="32381"/>
                        <a:pt x="58377" y="32036"/>
                      </a:cubicBezTo>
                      <a:cubicBezTo>
                        <a:pt x="58353" y="31845"/>
                        <a:pt x="58270" y="31607"/>
                        <a:pt x="58353" y="31464"/>
                      </a:cubicBezTo>
                      <a:cubicBezTo>
                        <a:pt x="58520" y="31167"/>
                        <a:pt x="58484" y="30905"/>
                        <a:pt x="58401" y="30631"/>
                      </a:cubicBezTo>
                      <a:cubicBezTo>
                        <a:pt x="58329" y="30428"/>
                        <a:pt x="58508" y="30202"/>
                        <a:pt x="58329" y="30012"/>
                      </a:cubicBezTo>
                      <a:cubicBezTo>
                        <a:pt x="58627" y="29881"/>
                        <a:pt x="58413" y="29654"/>
                        <a:pt x="58413" y="29476"/>
                      </a:cubicBezTo>
                      <a:cubicBezTo>
                        <a:pt x="58413" y="29416"/>
                        <a:pt x="58353" y="29333"/>
                        <a:pt x="58377" y="29285"/>
                      </a:cubicBezTo>
                      <a:cubicBezTo>
                        <a:pt x="58675" y="28773"/>
                        <a:pt x="58437" y="28214"/>
                        <a:pt x="58449" y="27690"/>
                      </a:cubicBezTo>
                      <a:cubicBezTo>
                        <a:pt x="58460" y="27511"/>
                        <a:pt x="58627" y="27321"/>
                        <a:pt x="58508" y="27190"/>
                      </a:cubicBezTo>
                      <a:cubicBezTo>
                        <a:pt x="58246" y="26880"/>
                        <a:pt x="58651" y="26559"/>
                        <a:pt x="58449" y="26261"/>
                      </a:cubicBezTo>
                      <a:cubicBezTo>
                        <a:pt x="58722" y="26071"/>
                        <a:pt x="58246" y="25964"/>
                        <a:pt x="58401" y="25809"/>
                      </a:cubicBezTo>
                      <a:cubicBezTo>
                        <a:pt x="58722" y="25475"/>
                        <a:pt x="58234" y="25047"/>
                        <a:pt x="58556" y="24725"/>
                      </a:cubicBezTo>
                      <a:cubicBezTo>
                        <a:pt x="58329" y="24475"/>
                        <a:pt x="58508" y="24190"/>
                        <a:pt x="58484" y="23939"/>
                      </a:cubicBezTo>
                      <a:cubicBezTo>
                        <a:pt x="58460" y="23749"/>
                        <a:pt x="58472" y="23618"/>
                        <a:pt x="58568" y="23475"/>
                      </a:cubicBezTo>
                      <a:cubicBezTo>
                        <a:pt x="58401" y="23392"/>
                        <a:pt x="58460" y="23261"/>
                        <a:pt x="58460" y="23118"/>
                      </a:cubicBezTo>
                      <a:cubicBezTo>
                        <a:pt x="58472" y="22618"/>
                        <a:pt x="58603" y="22106"/>
                        <a:pt x="58449" y="21606"/>
                      </a:cubicBezTo>
                      <a:cubicBezTo>
                        <a:pt x="58353" y="21296"/>
                        <a:pt x="58603" y="20951"/>
                        <a:pt x="58401" y="20641"/>
                      </a:cubicBezTo>
                      <a:cubicBezTo>
                        <a:pt x="58782" y="20320"/>
                        <a:pt x="58258" y="19868"/>
                        <a:pt x="58568" y="19534"/>
                      </a:cubicBezTo>
                      <a:cubicBezTo>
                        <a:pt x="58318" y="19356"/>
                        <a:pt x="58484" y="19058"/>
                        <a:pt x="58520" y="18951"/>
                      </a:cubicBezTo>
                      <a:cubicBezTo>
                        <a:pt x="58663" y="18582"/>
                        <a:pt x="58365" y="18260"/>
                        <a:pt x="58544" y="17879"/>
                      </a:cubicBezTo>
                      <a:cubicBezTo>
                        <a:pt x="58591" y="17772"/>
                        <a:pt x="58734" y="17534"/>
                        <a:pt x="58675" y="17343"/>
                      </a:cubicBezTo>
                      <a:cubicBezTo>
                        <a:pt x="58568" y="17010"/>
                        <a:pt x="58603" y="16677"/>
                        <a:pt x="58603" y="16343"/>
                      </a:cubicBezTo>
                      <a:cubicBezTo>
                        <a:pt x="58615" y="16153"/>
                        <a:pt x="58520" y="15950"/>
                        <a:pt x="58663" y="15760"/>
                      </a:cubicBezTo>
                      <a:cubicBezTo>
                        <a:pt x="58663" y="15759"/>
                        <a:pt x="58662" y="15759"/>
                        <a:pt x="58660" y="15759"/>
                      </a:cubicBezTo>
                      <a:cubicBezTo>
                        <a:pt x="58650" y="15759"/>
                        <a:pt x="58610" y="15772"/>
                        <a:pt x="58571" y="15772"/>
                      </a:cubicBezTo>
                      <a:cubicBezTo>
                        <a:pt x="58520" y="15772"/>
                        <a:pt x="58471" y="15749"/>
                        <a:pt x="58496" y="15641"/>
                      </a:cubicBezTo>
                      <a:cubicBezTo>
                        <a:pt x="58520" y="15534"/>
                        <a:pt x="58520" y="15438"/>
                        <a:pt x="58603" y="15343"/>
                      </a:cubicBezTo>
                      <a:cubicBezTo>
                        <a:pt x="58639" y="15296"/>
                        <a:pt x="58651" y="15212"/>
                        <a:pt x="58627" y="15153"/>
                      </a:cubicBezTo>
                      <a:cubicBezTo>
                        <a:pt x="58449" y="14641"/>
                        <a:pt x="58472" y="14093"/>
                        <a:pt x="58437" y="13569"/>
                      </a:cubicBezTo>
                      <a:cubicBezTo>
                        <a:pt x="58389" y="12867"/>
                        <a:pt x="58389" y="12164"/>
                        <a:pt x="58377" y="11450"/>
                      </a:cubicBezTo>
                      <a:cubicBezTo>
                        <a:pt x="58365" y="11033"/>
                        <a:pt x="58437" y="10581"/>
                        <a:pt x="58389" y="10188"/>
                      </a:cubicBezTo>
                      <a:cubicBezTo>
                        <a:pt x="58294" y="9402"/>
                        <a:pt x="58353" y="8628"/>
                        <a:pt x="58294" y="7842"/>
                      </a:cubicBezTo>
                      <a:cubicBezTo>
                        <a:pt x="58258" y="7497"/>
                        <a:pt x="58306" y="7104"/>
                        <a:pt x="58365" y="6711"/>
                      </a:cubicBezTo>
                      <a:cubicBezTo>
                        <a:pt x="58187" y="6199"/>
                        <a:pt x="58460" y="5628"/>
                        <a:pt x="58199" y="5068"/>
                      </a:cubicBezTo>
                      <a:cubicBezTo>
                        <a:pt x="57996" y="4616"/>
                        <a:pt x="57794" y="4163"/>
                        <a:pt x="57556" y="3735"/>
                      </a:cubicBezTo>
                      <a:cubicBezTo>
                        <a:pt x="57294" y="3258"/>
                        <a:pt x="57044" y="2782"/>
                        <a:pt x="56603" y="2401"/>
                      </a:cubicBezTo>
                      <a:cubicBezTo>
                        <a:pt x="56055" y="1913"/>
                        <a:pt x="55365" y="1711"/>
                        <a:pt x="54746" y="1377"/>
                      </a:cubicBezTo>
                      <a:cubicBezTo>
                        <a:pt x="54628" y="1318"/>
                        <a:pt x="54470" y="1276"/>
                        <a:pt x="54332" y="1276"/>
                      </a:cubicBezTo>
                      <a:cubicBezTo>
                        <a:pt x="54302" y="1276"/>
                        <a:pt x="54273" y="1278"/>
                        <a:pt x="54246" y="1282"/>
                      </a:cubicBezTo>
                      <a:cubicBezTo>
                        <a:pt x="54152" y="1294"/>
                        <a:pt x="54059" y="1299"/>
                        <a:pt x="53967" y="1299"/>
                      </a:cubicBezTo>
                      <a:cubicBezTo>
                        <a:pt x="53408" y="1299"/>
                        <a:pt x="52888" y="1100"/>
                        <a:pt x="52376" y="937"/>
                      </a:cubicBezTo>
                      <a:cubicBezTo>
                        <a:pt x="51864" y="766"/>
                        <a:pt x="51371" y="634"/>
                        <a:pt x="50846" y="634"/>
                      </a:cubicBezTo>
                      <a:cubicBezTo>
                        <a:pt x="50785" y="634"/>
                        <a:pt x="50724" y="635"/>
                        <a:pt x="50662" y="639"/>
                      </a:cubicBezTo>
                      <a:cubicBezTo>
                        <a:pt x="50634" y="639"/>
                        <a:pt x="50608" y="640"/>
                        <a:pt x="50582" y="640"/>
                      </a:cubicBezTo>
                      <a:cubicBezTo>
                        <a:pt x="50531" y="640"/>
                        <a:pt x="50483" y="635"/>
                        <a:pt x="50436" y="603"/>
                      </a:cubicBezTo>
                      <a:cubicBezTo>
                        <a:pt x="50067" y="389"/>
                        <a:pt x="49638" y="484"/>
                        <a:pt x="49245" y="401"/>
                      </a:cubicBezTo>
                      <a:cubicBezTo>
                        <a:pt x="49211" y="394"/>
                        <a:pt x="49177" y="392"/>
                        <a:pt x="49143" y="392"/>
                      </a:cubicBezTo>
                      <a:cubicBezTo>
                        <a:pt x="48939" y="392"/>
                        <a:pt x="48736" y="493"/>
                        <a:pt x="48545" y="493"/>
                      </a:cubicBezTo>
                      <a:cubicBezTo>
                        <a:pt x="48479" y="493"/>
                        <a:pt x="48415" y="481"/>
                        <a:pt x="48352" y="449"/>
                      </a:cubicBezTo>
                      <a:cubicBezTo>
                        <a:pt x="48087" y="308"/>
                        <a:pt x="47798" y="299"/>
                        <a:pt x="47519" y="299"/>
                      </a:cubicBezTo>
                      <a:cubicBezTo>
                        <a:pt x="47482" y="299"/>
                        <a:pt x="47446" y="300"/>
                        <a:pt x="47410" y="300"/>
                      </a:cubicBezTo>
                      <a:cubicBezTo>
                        <a:pt x="47325" y="300"/>
                        <a:pt x="47242" y="299"/>
                        <a:pt x="47161" y="294"/>
                      </a:cubicBezTo>
                      <a:cubicBezTo>
                        <a:pt x="46569" y="248"/>
                        <a:pt x="37801" y="126"/>
                        <a:pt x="36492" y="126"/>
                      </a:cubicBezTo>
                      <a:cubicBezTo>
                        <a:pt x="36433" y="126"/>
                        <a:pt x="36390" y="127"/>
                        <a:pt x="36362" y="127"/>
                      </a:cubicBezTo>
                      <a:cubicBezTo>
                        <a:pt x="36179" y="127"/>
                        <a:pt x="35993" y="128"/>
                        <a:pt x="35807" y="128"/>
                      </a:cubicBezTo>
                      <a:cubicBezTo>
                        <a:pt x="35340" y="128"/>
                        <a:pt x="34869" y="122"/>
                        <a:pt x="34410" y="79"/>
                      </a:cubicBezTo>
                      <a:cubicBezTo>
                        <a:pt x="34391" y="78"/>
                        <a:pt x="34372" y="77"/>
                        <a:pt x="34353" y="77"/>
                      </a:cubicBezTo>
                      <a:cubicBezTo>
                        <a:pt x="34174" y="77"/>
                        <a:pt x="34001" y="146"/>
                        <a:pt x="33838" y="146"/>
                      </a:cubicBezTo>
                      <a:cubicBezTo>
                        <a:pt x="33781" y="146"/>
                        <a:pt x="33726" y="138"/>
                        <a:pt x="33672" y="115"/>
                      </a:cubicBezTo>
                      <a:cubicBezTo>
                        <a:pt x="33442" y="27"/>
                        <a:pt x="33213" y="1"/>
                        <a:pt x="32985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182875" spcFirstLastPara="1" rIns="182875" wrap="square" tIns="2743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" sz="1200">
                      <a:solidFill>
                        <a:schemeClr val="dk1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Venus is the second planet from the Sun</a:t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611" name="Google Shape;611;p29"/>
                <p:cNvSpPr/>
                <p:nvPr/>
              </p:nvSpPr>
              <p:spPr>
                <a:xfrm>
                  <a:off x="2948726" y="2783800"/>
                  <a:ext cx="1441103" cy="315803"/>
                </a:xfrm>
                <a:custGeom>
                  <a:rect b="b" l="l" r="r" t="t"/>
                  <a:pathLst>
                    <a:path extrusionOk="0" h="12306" w="56156">
                      <a:moveTo>
                        <a:pt x="31685" y="1"/>
                      </a:moveTo>
                      <a:cubicBezTo>
                        <a:pt x="31661" y="1"/>
                        <a:pt x="31634" y="10"/>
                        <a:pt x="31605" y="22"/>
                      </a:cubicBezTo>
                      <a:cubicBezTo>
                        <a:pt x="31262" y="152"/>
                        <a:pt x="29925" y="187"/>
                        <a:pt x="28732" y="187"/>
                      </a:cubicBezTo>
                      <a:cubicBezTo>
                        <a:pt x="27849" y="187"/>
                        <a:pt x="27046" y="168"/>
                        <a:pt x="26783" y="153"/>
                      </a:cubicBezTo>
                      <a:cubicBezTo>
                        <a:pt x="26649" y="153"/>
                        <a:pt x="26498" y="112"/>
                        <a:pt x="26367" y="112"/>
                      </a:cubicBezTo>
                      <a:cubicBezTo>
                        <a:pt x="26310" y="112"/>
                        <a:pt x="26257" y="119"/>
                        <a:pt x="26211" y="141"/>
                      </a:cubicBezTo>
                      <a:cubicBezTo>
                        <a:pt x="26075" y="212"/>
                        <a:pt x="25946" y="235"/>
                        <a:pt x="25819" y="235"/>
                      </a:cubicBezTo>
                      <a:cubicBezTo>
                        <a:pt x="25668" y="235"/>
                        <a:pt x="25521" y="202"/>
                        <a:pt x="25366" y="176"/>
                      </a:cubicBezTo>
                      <a:cubicBezTo>
                        <a:pt x="25272" y="159"/>
                        <a:pt x="25153" y="117"/>
                        <a:pt x="25067" y="117"/>
                      </a:cubicBezTo>
                      <a:cubicBezTo>
                        <a:pt x="25033" y="117"/>
                        <a:pt x="25005" y="124"/>
                        <a:pt x="24985" y="141"/>
                      </a:cubicBezTo>
                      <a:cubicBezTo>
                        <a:pt x="24857" y="247"/>
                        <a:pt x="24723" y="277"/>
                        <a:pt x="24587" y="277"/>
                      </a:cubicBezTo>
                      <a:cubicBezTo>
                        <a:pt x="24405" y="277"/>
                        <a:pt x="24218" y="223"/>
                        <a:pt x="24034" y="223"/>
                      </a:cubicBezTo>
                      <a:cubicBezTo>
                        <a:pt x="23969" y="223"/>
                        <a:pt x="23905" y="230"/>
                        <a:pt x="23842" y="248"/>
                      </a:cubicBezTo>
                      <a:cubicBezTo>
                        <a:pt x="23774" y="268"/>
                        <a:pt x="22535" y="273"/>
                        <a:pt x="20907" y="273"/>
                      </a:cubicBezTo>
                      <a:cubicBezTo>
                        <a:pt x="19047" y="273"/>
                        <a:pt x="16680" y="266"/>
                        <a:pt x="14976" y="266"/>
                      </a:cubicBezTo>
                      <a:cubicBezTo>
                        <a:pt x="13699" y="266"/>
                        <a:pt x="12794" y="270"/>
                        <a:pt x="12757" y="283"/>
                      </a:cubicBezTo>
                      <a:cubicBezTo>
                        <a:pt x="12305" y="474"/>
                        <a:pt x="11840" y="295"/>
                        <a:pt x="11388" y="510"/>
                      </a:cubicBezTo>
                      <a:cubicBezTo>
                        <a:pt x="11242" y="577"/>
                        <a:pt x="11087" y="594"/>
                        <a:pt x="10926" y="594"/>
                      </a:cubicBezTo>
                      <a:cubicBezTo>
                        <a:pt x="10763" y="594"/>
                        <a:pt x="10594" y="576"/>
                        <a:pt x="10427" y="576"/>
                      </a:cubicBezTo>
                      <a:cubicBezTo>
                        <a:pt x="10234" y="576"/>
                        <a:pt x="10043" y="599"/>
                        <a:pt x="9864" y="700"/>
                      </a:cubicBezTo>
                      <a:cubicBezTo>
                        <a:pt x="9755" y="759"/>
                        <a:pt x="9636" y="770"/>
                        <a:pt x="9514" y="770"/>
                      </a:cubicBezTo>
                      <a:cubicBezTo>
                        <a:pt x="9437" y="770"/>
                        <a:pt x="9359" y="765"/>
                        <a:pt x="9281" y="765"/>
                      </a:cubicBezTo>
                      <a:cubicBezTo>
                        <a:pt x="9107" y="765"/>
                        <a:pt x="8937" y="788"/>
                        <a:pt x="8792" y="938"/>
                      </a:cubicBezTo>
                      <a:cubicBezTo>
                        <a:pt x="8788" y="946"/>
                        <a:pt x="8780" y="949"/>
                        <a:pt x="8770" y="949"/>
                      </a:cubicBezTo>
                      <a:cubicBezTo>
                        <a:pt x="8746" y="949"/>
                        <a:pt x="8710" y="935"/>
                        <a:pt x="8685" y="926"/>
                      </a:cubicBezTo>
                      <a:cubicBezTo>
                        <a:pt x="8647" y="920"/>
                        <a:pt x="8608" y="917"/>
                        <a:pt x="8570" y="917"/>
                      </a:cubicBezTo>
                      <a:cubicBezTo>
                        <a:pt x="8321" y="917"/>
                        <a:pt x="8069" y="1039"/>
                        <a:pt x="7819" y="1039"/>
                      </a:cubicBezTo>
                      <a:cubicBezTo>
                        <a:pt x="7698" y="1039"/>
                        <a:pt x="7578" y="1011"/>
                        <a:pt x="7459" y="926"/>
                      </a:cubicBezTo>
                      <a:cubicBezTo>
                        <a:pt x="7457" y="925"/>
                        <a:pt x="7456" y="925"/>
                        <a:pt x="7453" y="925"/>
                      </a:cubicBezTo>
                      <a:cubicBezTo>
                        <a:pt x="7435" y="925"/>
                        <a:pt x="7386" y="966"/>
                        <a:pt x="7375" y="998"/>
                      </a:cubicBezTo>
                      <a:cubicBezTo>
                        <a:pt x="7314" y="1120"/>
                        <a:pt x="7244" y="1129"/>
                        <a:pt x="7128" y="1129"/>
                      </a:cubicBezTo>
                      <a:cubicBezTo>
                        <a:pt x="7109" y="1129"/>
                        <a:pt x="7088" y="1129"/>
                        <a:pt x="7066" y="1129"/>
                      </a:cubicBezTo>
                      <a:cubicBezTo>
                        <a:pt x="7040" y="1128"/>
                        <a:pt x="7015" y="1128"/>
                        <a:pt x="6990" y="1128"/>
                      </a:cubicBezTo>
                      <a:cubicBezTo>
                        <a:pt x="6305" y="1128"/>
                        <a:pt x="5671" y="1429"/>
                        <a:pt x="4982" y="1486"/>
                      </a:cubicBezTo>
                      <a:cubicBezTo>
                        <a:pt x="4482" y="1534"/>
                        <a:pt x="3958" y="1665"/>
                        <a:pt x="3506" y="1950"/>
                      </a:cubicBezTo>
                      <a:cubicBezTo>
                        <a:pt x="3208" y="2141"/>
                        <a:pt x="2839" y="2188"/>
                        <a:pt x="2565" y="2427"/>
                      </a:cubicBezTo>
                      <a:cubicBezTo>
                        <a:pt x="2160" y="2796"/>
                        <a:pt x="1756" y="3153"/>
                        <a:pt x="1351" y="3510"/>
                      </a:cubicBezTo>
                      <a:cubicBezTo>
                        <a:pt x="970" y="3832"/>
                        <a:pt x="565" y="4177"/>
                        <a:pt x="482" y="4689"/>
                      </a:cubicBezTo>
                      <a:cubicBezTo>
                        <a:pt x="386" y="5236"/>
                        <a:pt x="398" y="5784"/>
                        <a:pt x="232" y="6344"/>
                      </a:cubicBezTo>
                      <a:cubicBezTo>
                        <a:pt x="17" y="7058"/>
                        <a:pt x="113" y="7832"/>
                        <a:pt x="77" y="8582"/>
                      </a:cubicBezTo>
                      <a:cubicBezTo>
                        <a:pt x="41" y="9701"/>
                        <a:pt x="136" y="10820"/>
                        <a:pt x="29" y="11940"/>
                      </a:cubicBezTo>
                      <a:cubicBezTo>
                        <a:pt x="0" y="12181"/>
                        <a:pt x="97" y="12305"/>
                        <a:pt x="268" y="12305"/>
                      </a:cubicBezTo>
                      <a:cubicBezTo>
                        <a:pt x="307" y="12305"/>
                        <a:pt x="351" y="12298"/>
                        <a:pt x="398" y="12285"/>
                      </a:cubicBezTo>
                      <a:cubicBezTo>
                        <a:pt x="810" y="12180"/>
                        <a:pt x="1222" y="12161"/>
                        <a:pt x="1634" y="12161"/>
                      </a:cubicBezTo>
                      <a:cubicBezTo>
                        <a:pt x="1864" y="12161"/>
                        <a:pt x="2094" y="12167"/>
                        <a:pt x="2324" y="12167"/>
                      </a:cubicBezTo>
                      <a:cubicBezTo>
                        <a:pt x="2384" y="12167"/>
                        <a:pt x="2445" y="12167"/>
                        <a:pt x="2506" y="12166"/>
                      </a:cubicBezTo>
                      <a:cubicBezTo>
                        <a:pt x="2732" y="12163"/>
                        <a:pt x="2959" y="12161"/>
                        <a:pt x="3185" y="12161"/>
                      </a:cubicBezTo>
                      <a:cubicBezTo>
                        <a:pt x="3804" y="12161"/>
                        <a:pt x="4423" y="12172"/>
                        <a:pt x="5042" y="12190"/>
                      </a:cubicBezTo>
                      <a:cubicBezTo>
                        <a:pt x="5137" y="12192"/>
                        <a:pt x="5232" y="12193"/>
                        <a:pt x="5327" y="12193"/>
                      </a:cubicBezTo>
                      <a:cubicBezTo>
                        <a:pt x="5728" y="12193"/>
                        <a:pt x="6123" y="12176"/>
                        <a:pt x="6518" y="12166"/>
                      </a:cubicBezTo>
                      <a:cubicBezTo>
                        <a:pt x="6576" y="12164"/>
                        <a:pt x="6635" y="12164"/>
                        <a:pt x="6694" y="12164"/>
                      </a:cubicBezTo>
                      <a:cubicBezTo>
                        <a:pt x="6871" y="12164"/>
                        <a:pt x="7051" y="12169"/>
                        <a:pt x="7229" y="12169"/>
                      </a:cubicBezTo>
                      <a:cubicBezTo>
                        <a:pt x="7468" y="12169"/>
                        <a:pt x="7703" y="12160"/>
                        <a:pt x="7923" y="12118"/>
                      </a:cubicBezTo>
                      <a:cubicBezTo>
                        <a:pt x="8064" y="12094"/>
                        <a:pt x="8205" y="12086"/>
                        <a:pt x="8344" y="12086"/>
                      </a:cubicBezTo>
                      <a:cubicBezTo>
                        <a:pt x="8637" y="12086"/>
                        <a:pt x="8926" y="12122"/>
                        <a:pt x="9215" y="12122"/>
                      </a:cubicBezTo>
                      <a:cubicBezTo>
                        <a:pt x="9264" y="12122"/>
                        <a:pt x="9314" y="12121"/>
                        <a:pt x="9364" y="12118"/>
                      </a:cubicBezTo>
                      <a:cubicBezTo>
                        <a:pt x="9388" y="12117"/>
                        <a:pt x="9413" y="12117"/>
                        <a:pt x="9438" y="12117"/>
                      </a:cubicBezTo>
                      <a:cubicBezTo>
                        <a:pt x="9665" y="12117"/>
                        <a:pt x="9907" y="12148"/>
                        <a:pt x="10132" y="12148"/>
                      </a:cubicBezTo>
                      <a:cubicBezTo>
                        <a:pt x="10242" y="12148"/>
                        <a:pt x="10349" y="12140"/>
                        <a:pt x="10447" y="12118"/>
                      </a:cubicBezTo>
                      <a:cubicBezTo>
                        <a:pt x="10995" y="12011"/>
                        <a:pt x="11543" y="12059"/>
                        <a:pt x="12078" y="12035"/>
                      </a:cubicBezTo>
                      <a:cubicBezTo>
                        <a:pt x="12673" y="12014"/>
                        <a:pt x="21563" y="11974"/>
                        <a:pt x="23952" y="11974"/>
                      </a:cubicBezTo>
                      <a:cubicBezTo>
                        <a:pt x="24242" y="11974"/>
                        <a:pt x="24436" y="11974"/>
                        <a:pt x="24508" y="11975"/>
                      </a:cubicBezTo>
                      <a:cubicBezTo>
                        <a:pt x="24530" y="11976"/>
                        <a:pt x="24551" y="11976"/>
                        <a:pt x="24573" y="11976"/>
                      </a:cubicBezTo>
                      <a:cubicBezTo>
                        <a:pt x="24960" y="11976"/>
                        <a:pt x="25376" y="11880"/>
                        <a:pt x="25782" y="11880"/>
                      </a:cubicBezTo>
                      <a:cubicBezTo>
                        <a:pt x="30447" y="11869"/>
                        <a:pt x="35090" y="11543"/>
                        <a:pt x="34826" y="11543"/>
                      </a:cubicBezTo>
                      <a:cubicBezTo>
                        <a:pt x="34809" y="11543"/>
                        <a:pt x="34771" y="11544"/>
                        <a:pt x="34712" y="11547"/>
                      </a:cubicBezTo>
                      <a:cubicBezTo>
                        <a:pt x="35581" y="11499"/>
                        <a:pt x="45380" y="11416"/>
                        <a:pt x="46261" y="11356"/>
                      </a:cubicBezTo>
                      <a:cubicBezTo>
                        <a:pt x="47071" y="11285"/>
                        <a:pt x="47880" y="11285"/>
                        <a:pt x="48678" y="11201"/>
                      </a:cubicBezTo>
                      <a:cubicBezTo>
                        <a:pt x="49250" y="11142"/>
                        <a:pt x="49821" y="11154"/>
                        <a:pt x="50393" y="11082"/>
                      </a:cubicBezTo>
                      <a:cubicBezTo>
                        <a:pt x="50655" y="11051"/>
                        <a:pt x="50932" y="11035"/>
                        <a:pt x="51208" y="11035"/>
                      </a:cubicBezTo>
                      <a:cubicBezTo>
                        <a:pt x="51346" y="11035"/>
                        <a:pt x="51484" y="11039"/>
                        <a:pt x="51619" y="11047"/>
                      </a:cubicBezTo>
                      <a:cubicBezTo>
                        <a:pt x="51641" y="11047"/>
                        <a:pt x="51662" y="11048"/>
                        <a:pt x="51685" y="11048"/>
                      </a:cubicBezTo>
                      <a:cubicBezTo>
                        <a:pt x="51884" y="11048"/>
                        <a:pt x="52099" y="11024"/>
                        <a:pt x="52299" y="11024"/>
                      </a:cubicBezTo>
                      <a:cubicBezTo>
                        <a:pt x="52479" y="11024"/>
                        <a:pt x="52646" y="11043"/>
                        <a:pt x="52774" y="11118"/>
                      </a:cubicBezTo>
                      <a:cubicBezTo>
                        <a:pt x="52963" y="11223"/>
                        <a:pt x="53153" y="11247"/>
                        <a:pt x="53340" y="11247"/>
                      </a:cubicBezTo>
                      <a:cubicBezTo>
                        <a:pt x="53495" y="11247"/>
                        <a:pt x="53649" y="11231"/>
                        <a:pt x="53800" y="11231"/>
                      </a:cubicBezTo>
                      <a:cubicBezTo>
                        <a:pt x="53880" y="11231"/>
                        <a:pt x="53958" y="11235"/>
                        <a:pt x="54036" y="11249"/>
                      </a:cubicBezTo>
                      <a:cubicBezTo>
                        <a:pt x="54147" y="11270"/>
                        <a:pt x="54266" y="11279"/>
                        <a:pt x="54390" y="11279"/>
                      </a:cubicBezTo>
                      <a:cubicBezTo>
                        <a:pt x="54755" y="11279"/>
                        <a:pt x="55162" y="11201"/>
                        <a:pt x="55536" y="11130"/>
                      </a:cubicBezTo>
                      <a:cubicBezTo>
                        <a:pt x="55631" y="11118"/>
                        <a:pt x="55822" y="11142"/>
                        <a:pt x="55798" y="10963"/>
                      </a:cubicBezTo>
                      <a:cubicBezTo>
                        <a:pt x="55774" y="10761"/>
                        <a:pt x="55881" y="10559"/>
                        <a:pt x="55846" y="10368"/>
                      </a:cubicBezTo>
                      <a:cubicBezTo>
                        <a:pt x="55679" y="9737"/>
                        <a:pt x="55929" y="9094"/>
                        <a:pt x="55786" y="8451"/>
                      </a:cubicBezTo>
                      <a:cubicBezTo>
                        <a:pt x="55703" y="8094"/>
                        <a:pt x="55881" y="7689"/>
                        <a:pt x="55810" y="7356"/>
                      </a:cubicBezTo>
                      <a:cubicBezTo>
                        <a:pt x="55679" y="6713"/>
                        <a:pt x="56155" y="6106"/>
                        <a:pt x="55917" y="5701"/>
                      </a:cubicBezTo>
                      <a:cubicBezTo>
                        <a:pt x="55762" y="4855"/>
                        <a:pt x="55846" y="4201"/>
                        <a:pt x="55381" y="3677"/>
                      </a:cubicBezTo>
                      <a:cubicBezTo>
                        <a:pt x="55334" y="3617"/>
                        <a:pt x="55274" y="3546"/>
                        <a:pt x="55262" y="3474"/>
                      </a:cubicBezTo>
                      <a:cubicBezTo>
                        <a:pt x="55215" y="3022"/>
                        <a:pt x="54941" y="2712"/>
                        <a:pt x="54667" y="2391"/>
                      </a:cubicBezTo>
                      <a:cubicBezTo>
                        <a:pt x="54346" y="2010"/>
                        <a:pt x="53893" y="1819"/>
                        <a:pt x="53488" y="1593"/>
                      </a:cubicBezTo>
                      <a:cubicBezTo>
                        <a:pt x="53344" y="1516"/>
                        <a:pt x="53136" y="1392"/>
                        <a:pt x="52873" y="1392"/>
                      </a:cubicBezTo>
                      <a:cubicBezTo>
                        <a:pt x="52811" y="1392"/>
                        <a:pt x="52746" y="1399"/>
                        <a:pt x="52679" y="1415"/>
                      </a:cubicBezTo>
                      <a:cubicBezTo>
                        <a:pt x="52572" y="1439"/>
                        <a:pt x="52448" y="1455"/>
                        <a:pt x="52319" y="1455"/>
                      </a:cubicBezTo>
                      <a:cubicBezTo>
                        <a:pt x="52073" y="1455"/>
                        <a:pt x="51811" y="1396"/>
                        <a:pt x="51631" y="1224"/>
                      </a:cubicBezTo>
                      <a:cubicBezTo>
                        <a:pt x="51440" y="1063"/>
                        <a:pt x="51274" y="1004"/>
                        <a:pt x="51076" y="1004"/>
                      </a:cubicBezTo>
                      <a:cubicBezTo>
                        <a:pt x="51040" y="1004"/>
                        <a:pt x="51003" y="1006"/>
                        <a:pt x="50964" y="1010"/>
                      </a:cubicBezTo>
                      <a:cubicBezTo>
                        <a:pt x="50954" y="1011"/>
                        <a:pt x="50944" y="1011"/>
                        <a:pt x="50934" y="1011"/>
                      </a:cubicBezTo>
                      <a:cubicBezTo>
                        <a:pt x="50815" y="1011"/>
                        <a:pt x="50706" y="949"/>
                        <a:pt x="50607" y="938"/>
                      </a:cubicBezTo>
                      <a:cubicBezTo>
                        <a:pt x="50265" y="900"/>
                        <a:pt x="49946" y="688"/>
                        <a:pt x="49596" y="688"/>
                      </a:cubicBezTo>
                      <a:cubicBezTo>
                        <a:pt x="49507" y="688"/>
                        <a:pt x="49415" y="702"/>
                        <a:pt x="49321" y="736"/>
                      </a:cubicBezTo>
                      <a:cubicBezTo>
                        <a:pt x="49265" y="755"/>
                        <a:pt x="49209" y="773"/>
                        <a:pt x="49158" y="773"/>
                      </a:cubicBezTo>
                      <a:cubicBezTo>
                        <a:pt x="49112" y="773"/>
                        <a:pt x="49069" y="758"/>
                        <a:pt x="49035" y="712"/>
                      </a:cubicBezTo>
                      <a:cubicBezTo>
                        <a:pt x="48945" y="597"/>
                        <a:pt x="48837" y="573"/>
                        <a:pt x="48720" y="573"/>
                      </a:cubicBezTo>
                      <a:cubicBezTo>
                        <a:pt x="48668" y="573"/>
                        <a:pt x="48614" y="577"/>
                        <a:pt x="48559" y="581"/>
                      </a:cubicBezTo>
                      <a:cubicBezTo>
                        <a:pt x="48548" y="582"/>
                        <a:pt x="48537" y="582"/>
                        <a:pt x="48525" y="582"/>
                      </a:cubicBezTo>
                      <a:cubicBezTo>
                        <a:pt x="48313" y="582"/>
                        <a:pt x="48106" y="441"/>
                        <a:pt x="47892" y="441"/>
                      </a:cubicBezTo>
                      <a:cubicBezTo>
                        <a:pt x="47795" y="441"/>
                        <a:pt x="47696" y="471"/>
                        <a:pt x="47595" y="557"/>
                      </a:cubicBezTo>
                      <a:cubicBezTo>
                        <a:pt x="47591" y="561"/>
                        <a:pt x="47584" y="562"/>
                        <a:pt x="47575" y="562"/>
                      </a:cubicBezTo>
                      <a:cubicBezTo>
                        <a:pt x="47549" y="562"/>
                        <a:pt x="47508" y="551"/>
                        <a:pt x="47499" y="534"/>
                      </a:cubicBezTo>
                      <a:cubicBezTo>
                        <a:pt x="47470" y="429"/>
                        <a:pt x="47408" y="401"/>
                        <a:pt x="47341" y="401"/>
                      </a:cubicBezTo>
                      <a:cubicBezTo>
                        <a:pt x="47271" y="401"/>
                        <a:pt x="47197" y="432"/>
                        <a:pt x="47154" y="438"/>
                      </a:cubicBezTo>
                      <a:cubicBezTo>
                        <a:pt x="46937" y="452"/>
                        <a:pt x="46719" y="466"/>
                        <a:pt x="46502" y="466"/>
                      </a:cubicBezTo>
                      <a:cubicBezTo>
                        <a:pt x="46159" y="466"/>
                        <a:pt x="45820" y="431"/>
                        <a:pt x="45499" y="307"/>
                      </a:cubicBezTo>
                      <a:cubicBezTo>
                        <a:pt x="45259" y="225"/>
                        <a:pt x="42493" y="213"/>
                        <a:pt x="39888" y="213"/>
                      </a:cubicBezTo>
                      <a:cubicBezTo>
                        <a:pt x="38859" y="213"/>
                        <a:pt x="37855" y="215"/>
                        <a:pt x="37041" y="215"/>
                      </a:cubicBezTo>
                      <a:cubicBezTo>
                        <a:pt x="36039" y="215"/>
                        <a:pt x="35326" y="212"/>
                        <a:pt x="35212" y="200"/>
                      </a:cubicBezTo>
                      <a:cubicBezTo>
                        <a:pt x="35006" y="172"/>
                        <a:pt x="34797" y="164"/>
                        <a:pt x="34586" y="164"/>
                      </a:cubicBezTo>
                      <a:cubicBezTo>
                        <a:pt x="34305" y="164"/>
                        <a:pt x="34021" y="179"/>
                        <a:pt x="33736" y="179"/>
                      </a:cubicBezTo>
                      <a:cubicBezTo>
                        <a:pt x="33593" y="179"/>
                        <a:pt x="33450" y="175"/>
                        <a:pt x="33307" y="164"/>
                      </a:cubicBezTo>
                      <a:cubicBezTo>
                        <a:pt x="33144" y="150"/>
                        <a:pt x="32972" y="119"/>
                        <a:pt x="32794" y="119"/>
                      </a:cubicBezTo>
                      <a:cubicBezTo>
                        <a:pt x="32673" y="119"/>
                        <a:pt x="32551" y="133"/>
                        <a:pt x="32426" y="176"/>
                      </a:cubicBezTo>
                      <a:cubicBezTo>
                        <a:pt x="32353" y="196"/>
                        <a:pt x="32258" y="215"/>
                        <a:pt x="32159" y="215"/>
                      </a:cubicBezTo>
                      <a:cubicBezTo>
                        <a:pt x="32015" y="215"/>
                        <a:pt x="31860" y="174"/>
                        <a:pt x="31747" y="33"/>
                      </a:cubicBezTo>
                      <a:cubicBezTo>
                        <a:pt x="31730" y="10"/>
                        <a:pt x="31709" y="1"/>
                        <a:pt x="3168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" sz="1800">
                      <a:solidFill>
                        <a:srgbClr val="FFFFFF"/>
                      </a:solidFill>
                      <a:latin typeface="Fira Sans Extra Condensed Medium"/>
                      <a:ea typeface="Fira Sans Extra Condensed Medium"/>
                      <a:cs typeface="Fira Sans Extra Condensed Medium"/>
                      <a:sym typeface="Fira Sans Extra Condensed Medium"/>
                    </a:rPr>
                    <a:t>Venus</a:t>
                  </a:r>
                  <a:endParaRPr sz="1800">
                    <a:solidFill>
                      <a:srgbClr val="FFFFFF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endParaRPr>
                </a:p>
              </p:txBody>
            </p:sp>
          </p:grpSp>
          <p:sp>
            <p:nvSpPr>
              <p:cNvPr id="612" name="Google Shape;612;p29"/>
              <p:cNvSpPr/>
              <p:nvPr/>
            </p:nvSpPr>
            <p:spPr>
              <a:xfrm>
                <a:off x="3371767" y="1487434"/>
                <a:ext cx="584347" cy="756531"/>
              </a:xfrm>
              <a:custGeom>
                <a:rect b="b" l="l" r="r" t="t"/>
                <a:pathLst>
                  <a:path extrusionOk="0" h="38199" w="29505">
                    <a:moveTo>
                      <a:pt x="15455" y="1"/>
                    </a:moveTo>
                    <a:cubicBezTo>
                      <a:pt x="14649" y="1"/>
                      <a:pt x="13844" y="29"/>
                      <a:pt x="13038" y="53"/>
                    </a:cubicBezTo>
                    <a:cubicBezTo>
                      <a:pt x="12455" y="65"/>
                      <a:pt x="11848" y="196"/>
                      <a:pt x="11324" y="410"/>
                    </a:cubicBezTo>
                    <a:cubicBezTo>
                      <a:pt x="10681" y="672"/>
                      <a:pt x="9978" y="815"/>
                      <a:pt x="9359" y="1172"/>
                    </a:cubicBezTo>
                    <a:cubicBezTo>
                      <a:pt x="9062" y="1351"/>
                      <a:pt x="8597" y="1279"/>
                      <a:pt x="8431" y="1684"/>
                    </a:cubicBezTo>
                    <a:cubicBezTo>
                      <a:pt x="8417" y="1712"/>
                      <a:pt x="8386" y="1723"/>
                      <a:pt x="8354" y="1723"/>
                    </a:cubicBezTo>
                    <a:cubicBezTo>
                      <a:pt x="8331" y="1723"/>
                      <a:pt x="8307" y="1718"/>
                      <a:pt x="8288" y="1708"/>
                    </a:cubicBezTo>
                    <a:cubicBezTo>
                      <a:pt x="8244" y="1687"/>
                      <a:pt x="8201" y="1678"/>
                      <a:pt x="8160" y="1678"/>
                    </a:cubicBezTo>
                    <a:cubicBezTo>
                      <a:pt x="7992" y="1678"/>
                      <a:pt x="7859" y="1827"/>
                      <a:pt x="7811" y="1874"/>
                    </a:cubicBezTo>
                    <a:cubicBezTo>
                      <a:pt x="7478" y="2244"/>
                      <a:pt x="6990" y="2398"/>
                      <a:pt x="6573" y="2648"/>
                    </a:cubicBezTo>
                    <a:cubicBezTo>
                      <a:pt x="6490" y="2696"/>
                      <a:pt x="6478" y="2779"/>
                      <a:pt x="6407" y="2815"/>
                    </a:cubicBezTo>
                    <a:cubicBezTo>
                      <a:pt x="6037" y="3041"/>
                      <a:pt x="5906" y="3541"/>
                      <a:pt x="5383" y="3613"/>
                    </a:cubicBezTo>
                    <a:cubicBezTo>
                      <a:pt x="5347" y="3625"/>
                      <a:pt x="5287" y="3684"/>
                      <a:pt x="5287" y="3720"/>
                    </a:cubicBezTo>
                    <a:cubicBezTo>
                      <a:pt x="5192" y="4232"/>
                      <a:pt x="4513" y="4280"/>
                      <a:pt x="4311" y="4732"/>
                    </a:cubicBezTo>
                    <a:cubicBezTo>
                      <a:pt x="4275" y="4803"/>
                      <a:pt x="3894" y="4815"/>
                      <a:pt x="3978" y="5113"/>
                    </a:cubicBezTo>
                    <a:cubicBezTo>
                      <a:pt x="3990" y="5137"/>
                      <a:pt x="3906" y="5208"/>
                      <a:pt x="3882" y="5208"/>
                    </a:cubicBezTo>
                    <a:cubicBezTo>
                      <a:pt x="3855" y="5203"/>
                      <a:pt x="3830" y="5201"/>
                      <a:pt x="3808" y="5201"/>
                    </a:cubicBezTo>
                    <a:cubicBezTo>
                      <a:pt x="3612" y="5201"/>
                      <a:pt x="3625" y="5376"/>
                      <a:pt x="3561" y="5494"/>
                    </a:cubicBezTo>
                    <a:cubicBezTo>
                      <a:pt x="3347" y="5887"/>
                      <a:pt x="3061" y="6244"/>
                      <a:pt x="2739" y="6566"/>
                    </a:cubicBezTo>
                    <a:cubicBezTo>
                      <a:pt x="2668" y="6637"/>
                      <a:pt x="2608" y="6685"/>
                      <a:pt x="2597" y="6768"/>
                    </a:cubicBezTo>
                    <a:cubicBezTo>
                      <a:pt x="2585" y="7113"/>
                      <a:pt x="2144" y="7280"/>
                      <a:pt x="2156" y="7661"/>
                    </a:cubicBezTo>
                    <a:cubicBezTo>
                      <a:pt x="2168" y="7899"/>
                      <a:pt x="1727" y="7982"/>
                      <a:pt x="1835" y="8292"/>
                    </a:cubicBezTo>
                    <a:cubicBezTo>
                      <a:pt x="1835" y="8316"/>
                      <a:pt x="1799" y="8363"/>
                      <a:pt x="1775" y="8375"/>
                    </a:cubicBezTo>
                    <a:cubicBezTo>
                      <a:pt x="1465" y="8506"/>
                      <a:pt x="1525" y="8792"/>
                      <a:pt x="1442" y="9006"/>
                    </a:cubicBezTo>
                    <a:cubicBezTo>
                      <a:pt x="1382" y="9161"/>
                      <a:pt x="1442" y="9352"/>
                      <a:pt x="1215" y="9435"/>
                    </a:cubicBezTo>
                    <a:cubicBezTo>
                      <a:pt x="1001" y="9530"/>
                      <a:pt x="989" y="9721"/>
                      <a:pt x="1061" y="9864"/>
                    </a:cubicBezTo>
                    <a:cubicBezTo>
                      <a:pt x="1120" y="9983"/>
                      <a:pt x="1096" y="10054"/>
                      <a:pt x="1037" y="10161"/>
                    </a:cubicBezTo>
                    <a:cubicBezTo>
                      <a:pt x="918" y="10352"/>
                      <a:pt x="680" y="10435"/>
                      <a:pt x="692" y="10792"/>
                    </a:cubicBezTo>
                    <a:cubicBezTo>
                      <a:pt x="715" y="11114"/>
                      <a:pt x="561" y="11542"/>
                      <a:pt x="465" y="11923"/>
                    </a:cubicBezTo>
                    <a:cubicBezTo>
                      <a:pt x="346" y="12376"/>
                      <a:pt x="251" y="12828"/>
                      <a:pt x="239" y="13304"/>
                    </a:cubicBezTo>
                    <a:cubicBezTo>
                      <a:pt x="227" y="13602"/>
                      <a:pt x="215" y="13935"/>
                      <a:pt x="120" y="14233"/>
                    </a:cubicBezTo>
                    <a:cubicBezTo>
                      <a:pt x="1" y="14626"/>
                      <a:pt x="1" y="15007"/>
                      <a:pt x="13" y="15412"/>
                    </a:cubicBezTo>
                    <a:cubicBezTo>
                      <a:pt x="13" y="15626"/>
                      <a:pt x="61" y="15829"/>
                      <a:pt x="37" y="16055"/>
                    </a:cubicBezTo>
                    <a:cubicBezTo>
                      <a:pt x="1" y="16614"/>
                      <a:pt x="72" y="17174"/>
                      <a:pt x="84" y="17734"/>
                    </a:cubicBezTo>
                    <a:cubicBezTo>
                      <a:pt x="108" y="18234"/>
                      <a:pt x="346" y="18722"/>
                      <a:pt x="311" y="19234"/>
                    </a:cubicBezTo>
                    <a:cubicBezTo>
                      <a:pt x="287" y="19674"/>
                      <a:pt x="477" y="20079"/>
                      <a:pt x="584" y="20484"/>
                    </a:cubicBezTo>
                    <a:cubicBezTo>
                      <a:pt x="680" y="20841"/>
                      <a:pt x="858" y="21234"/>
                      <a:pt x="930" y="21591"/>
                    </a:cubicBezTo>
                    <a:cubicBezTo>
                      <a:pt x="1061" y="22186"/>
                      <a:pt x="1334" y="22722"/>
                      <a:pt x="1537" y="23282"/>
                    </a:cubicBezTo>
                    <a:cubicBezTo>
                      <a:pt x="1870" y="24199"/>
                      <a:pt x="2358" y="25068"/>
                      <a:pt x="2763" y="25961"/>
                    </a:cubicBezTo>
                    <a:cubicBezTo>
                      <a:pt x="3120" y="26758"/>
                      <a:pt x="3585" y="27497"/>
                      <a:pt x="4049" y="28235"/>
                    </a:cubicBezTo>
                    <a:cubicBezTo>
                      <a:pt x="4418" y="28830"/>
                      <a:pt x="4906" y="29390"/>
                      <a:pt x="5359" y="29937"/>
                    </a:cubicBezTo>
                    <a:cubicBezTo>
                      <a:pt x="5883" y="30568"/>
                      <a:pt x="6383" y="31211"/>
                      <a:pt x="6954" y="31819"/>
                    </a:cubicBezTo>
                    <a:cubicBezTo>
                      <a:pt x="7692" y="32581"/>
                      <a:pt x="8550" y="33212"/>
                      <a:pt x="9205" y="34033"/>
                    </a:cubicBezTo>
                    <a:cubicBezTo>
                      <a:pt x="9228" y="34057"/>
                      <a:pt x="9264" y="34093"/>
                      <a:pt x="9300" y="34093"/>
                    </a:cubicBezTo>
                    <a:cubicBezTo>
                      <a:pt x="9681" y="34176"/>
                      <a:pt x="9836" y="34509"/>
                      <a:pt x="10062" y="34724"/>
                    </a:cubicBezTo>
                    <a:cubicBezTo>
                      <a:pt x="10359" y="35021"/>
                      <a:pt x="10669" y="35331"/>
                      <a:pt x="10990" y="35569"/>
                    </a:cubicBezTo>
                    <a:cubicBezTo>
                      <a:pt x="11443" y="35891"/>
                      <a:pt x="11895" y="36224"/>
                      <a:pt x="12348" y="36522"/>
                    </a:cubicBezTo>
                    <a:cubicBezTo>
                      <a:pt x="13062" y="37010"/>
                      <a:pt x="13788" y="37498"/>
                      <a:pt x="14419" y="38069"/>
                    </a:cubicBezTo>
                    <a:cubicBezTo>
                      <a:pt x="14519" y="38154"/>
                      <a:pt x="14612" y="38198"/>
                      <a:pt x="14701" y="38198"/>
                    </a:cubicBezTo>
                    <a:cubicBezTo>
                      <a:pt x="14814" y="38198"/>
                      <a:pt x="14920" y="38127"/>
                      <a:pt x="15027" y="37974"/>
                    </a:cubicBezTo>
                    <a:cubicBezTo>
                      <a:pt x="15109" y="37840"/>
                      <a:pt x="15291" y="37651"/>
                      <a:pt x="15447" y="37651"/>
                    </a:cubicBezTo>
                    <a:cubicBezTo>
                      <a:pt x="15470" y="37651"/>
                      <a:pt x="15493" y="37655"/>
                      <a:pt x="15515" y="37665"/>
                    </a:cubicBezTo>
                    <a:cubicBezTo>
                      <a:pt x="15575" y="37691"/>
                      <a:pt x="15622" y="37702"/>
                      <a:pt x="15658" y="37702"/>
                    </a:cubicBezTo>
                    <a:cubicBezTo>
                      <a:pt x="15799" y="37702"/>
                      <a:pt x="15777" y="37536"/>
                      <a:pt x="15777" y="37498"/>
                    </a:cubicBezTo>
                    <a:cubicBezTo>
                      <a:pt x="15801" y="37081"/>
                      <a:pt x="16229" y="36974"/>
                      <a:pt x="16467" y="36736"/>
                    </a:cubicBezTo>
                    <a:cubicBezTo>
                      <a:pt x="16610" y="36605"/>
                      <a:pt x="16908" y="36581"/>
                      <a:pt x="16825" y="36295"/>
                    </a:cubicBezTo>
                    <a:cubicBezTo>
                      <a:pt x="16806" y="36239"/>
                      <a:pt x="16817" y="36205"/>
                      <a:pt x="16857" y="36205"/>
                    </a:cubicBezTo>
                    <a:cubicBezTo>
                      <a:pt x="16868" y="36205"/>
                      <a:pt x="16881" y="36207"/>
                      <a:pt x="16896" y="36212"/>
                    </a:cubicBezTo>
                    <a:cubicBezTo>
                      <a:pt x="16949" y="36236"/>
                      <a:pt x="16991" y="36246"/>
                      <a:pt x="17023" y="36246"/>
                    </a:cubicBezTo>
                    <a:cubicBezTo>
                      <a:pt x="17135" y="36246"/>
                      <a:pt x="17137" y="36123"/>
                      <a:pt x="17146" y="36022"/>
                    </a:cubicBezTo>
                    <a:cubicBezTo>
                      <a:pt x="17146" y="35926"/>
                      <a:pt x="17206" y="35867"/>
                      <a:pt x="17289" y="35831"/>
                    </a:cubicBezTo>
                    <a:cubicBezTo>
                      <a:pt x="17503" y="35748"/>
                      <a:pt x="17825" y="35783"/>
                      <a:pt x="17765" y="35426"/>
                    </a:cubicBezTo>
                    <a:cubicBezTo>
                      <a:pt x="17765" y="35379"/>
                      <a:pt x="17831" y="35347"/>
                      <a:pt x="17906" y="35347"/>
                    </a:cubicBezTo>
                    <a:cubicBezTo>
                      <a:pt x="17926" y="35347"/>
                      <a:pt x="17947" y="35350"/>
                      <a:pt x="17968" y="35355"/>
                    </a:cubicBezTo>
                    <a:cubicBezTo>
                      <a:pt x="17984" y="35358"/>
                      <a:pt x="17999" y="35360"/>
                      <a:pt x="18014" y="35360"/>
                    </a:cubicBezTo>
                    <a:cubicBezTo>
                      <a:pt x="18095" y="35360"/>
                      <a:pt x="18151" y="35306"/>
                      <a:pt x="18182" y="35236"/>
                    </a:cubicBezTo>
                    <a:cubicBezTo>
                      <a:pt x="18253" y="35009"/>
                      <a:pt x="18420" y="34843"/>
                      <a:pt x="18515" y="34628"/>
                    </a:cubicBezTo>
                    <a:cubicBezTo>
                      <a:pt x="18551" y="34521"/>
                      <a:pt x="19027" y="34676"/>
                      <a:pt x="18813" y="34307"/>
                    </a:cubicBezTo>
                    <a:cubicBezTo>
                      <a:pt x="18860" y="34307"/>
                      <a:pt x="18920" y="34307"/>
                      <a:pt x="18968" y="34283"/>
                    </a:cubicBezTo>
                    <a:cubicBezTo>
                      <a:pt x="19122" y="34212"/>
                      <a:pt x="19241" y="34105"/>
                      <a:pt x="19361" y="33997"/>
                    </a:cubicBezTo>
                    <a:cubicBezTo>
                      <a:pt x="19587" y="33807"/>
                      <a:pt x="19194" y="33902"/>
                      <a:pt x="19277" y="33795"/>
                    </a:cubicBezTo>
                    <a:cubicBezTo>
                      <a:pt x="19302" y="33770"/>
                      <a:pt x="19330" y="33762"/>
                      <a:pt x="19359" y="33762"/>
                    </a:cubicBezTo>
                    <a:cubicBezTo>
                      <a:pt x="19411" y="33762"/>
                      <a:pt x="19468" y="33787"/>
                      <a:pt x="19521" y="33787"/>
                    </a:cubicBezTo>
                    <a:cubicBezTo>
                      <a:pt x="19553" y="33787"/>
                      <a:pt x="19584" y="33778"/>
                      <a:pt x="19611" y="33747"/>
                    </a:cubicBezTo>
                    <a:cubicBezTo>
                      <a:pt x="19745" y="33602"/>
                      <a:pt x="19626" y="33255"/>
                      <a:pt x="19980" y="33255"/>
                    </a:cubicBezTo>
                    <a:cubicBezTo>
                      <a:pt x="20002" y="33255"/>
                      <a:pt x="20025" y="33256"/>
                      <a:pt x="20051" y="33259"/>
                    </a:cubicBezTo>
                    <a:cubicBezTo>
                      <a:pt x="20063" y="33259"/>
                      <a:pt x="20051" y="33176"/>
                      <a:pt x="20003" y="33152"/>
                    </a:cubicBezTo>
                    <a:cubicBezTo>
                      <a:pt x="19968" y="33116"/>
                      <a:pt x="19896" y="33093"/>
                      <a:pt x="20003" y="33069"/>
                    </a:cubicBezTo>
                    <a:cubicBezTo>
                      <a:pt x="20515" y="32950"/>
                      <a:pt x="20408" y="32378"/>
                      <a:pt x="20837" y="32164"/>
                    </a:cubicBezTo>
                    <a:cubicBezTo>
                      <a:pt x="21158" y="32009"/>
                      <a:pt x="21242" y="31592"/>
                      <a:pt x="21563" y="31414"/>
                    </a:cubicBezTo>
                    <a:cubicBezTo>
                      <a:pt x="21674" y="31353"/>
                      <a:pt x="21683" y="31155"/>
                      <a:pt x="21836" y="31155"/>
                    </a:cubicBezTo>
                    <a:cubicBezTo>
                      <a:pt x="21863" y="31155"/>
                      <a:pt x="21895" y="31161"/>
                      <a:pt x="21932" y="31176"/>
                    </a:cubicBezTo>
                    <a:cubicBezTo>
                      <a:pt x="22004" y="30973"/>
                      <a:pt x="22194" y="30842"/>
                      <a:pt x="22254" y="30616"/>
                    </a:cubicBezTo>
                    <a:cubicBezTo>
                      <a:pt x="22308" y="30422"/>
                      <a:pt x="22303" y="30092"/>
                      <a:pt x="22662" y="30092"/>
                    </a:cubicBezTo>
                    <a:cubicBezTo>
                      <a:pt x="22700" y="30092"/>
                      <a:pt x="22743" y="30096"/>
                      <a:pt x="22790" y="30104"/>
                    </a:cubicBezTo>
                    <a:cubicBezTo>
                      <a:pt x="22754" y="29997"/>
                      <a:pt x="22611" y="29902"/>
                      <a:pt x="22718" y="29783"/>
                    </a:cubicBezTo>
                    <a:cubicBezTo>
                      <a:pt x="22921" y="29568"/>
                      <a:pt x="23147" y="29354"/>
                      <a:pt x="23337" y="29128"/>
                    </a:cubicBezTo>
                    <a:cubicBezTo>
                      <a:pt x="23444" y="29009"/>
                      <a:pt x="23587" y="28913"/>
                      <a:pt x="23683" y="28759"/>
                    </a:cubicBezTo>
                    <a:cubicBezTo>
                      <a:pt x="23754" y="28640"/>
                      <a:pt x="24087" y="28652"/>
                      <a:pt x="23933" y="28390"/>
                    </a:cubicBezTo>
                    <a:cubicBezTo>
                      <a:pt x="23940" y="28390"/>
                      <a:pt x="23954" y="28384"/>
                      <a:pt x="23965" y="28384"/>
                    </a:cubicBezTo>
                    <a:cubicBezTo>
                      <a:pt x="23971" y="28384"/>
                      <a:pt x="23976" y="28386"/>
                      <a:pt x="23980" y="28390"/>
                    </a:cubicBezTo>
                    <a:cubicBezTo>
                      <a:pt x="24049" y="28411"/>
                      <a:pt x="24093" y="28420"/>
                      <a:pt x="24119" y="28420"/>
                    </a:cubicBezTo>
                    <a:cubicBezTo>
                      <a:pt x="24207" y="28420"/>
                      <a:pt x="24079" y="28314"/>
                      <a:pt x="24052" y="28259"/>
                    </a:cubicBezTo>
                    <a:cubicBezTo>
                      <a:pt x="24040" y="28223"/>
                      <a:pt x="24028" y="28163"/>
                      <a:pt x="24028" y="28163"/>
                    </a:cubicBezTo>
                    <a:cubicBezTo>
                      <a:pt x="24325" y="28080"/>
                      <a:pt x="24266" y="27782"/>
                      <a:pt x="24397" y="27616"/>
                    </a:cubicBezTo>
                    <a:cubicBezTo>
                      <a:pt x="24477" y="27512"/>
                      <a:pt x="24613" y="27365"/>
                      <a:pt x="24708" y="27365"/>
                    </a:cubicBezTo>
                    <a:cubicBezTo>
                      <a:pt x="24711" y="27365"/>
                      <a:pt x="24715" y="27365"/>
                      <a:pt x="24718" y="27366"/>
                    </a:cubicBezTo>
                    <a:cubicBezTo>
                      <a:pt x="24760" y="27371"/>
                      <a:pt x="24795" y="27374"/>
                      <a:pt x="24822" y="27374"/>
                    </a:cubicBezTo>
                    <a:cubicBezTo>
                      <a:pt x="24919" y="27374"/>
                      <a:pt x="24929" y="27337"/>
                      <a:pt x="24873" y="27235"/>
                    </a:cubicBezTo>
                    <a:cubicBezTo>
                      <a:pt x="24778" y="27068"/>
                      <a:pt x="24790" y="26985"/>
                      <a:pt x="25028" y="26973"/>
                    </a:cubicBezTo>
                    <a:cubicBezTo>
                      <a:pt x="25147" y="26973"/>
                      <a:pt x="25099" y="26854"/>
                      <a:pt x="25135" y="26782"/>
                    </a:cubicBezTo>
                    <a:cubicBezTo>
                      <a:pt x="25373" y="26294"/>
                      <a:pt x="25445" y="25711"/>
                      <a:pt x="26064" y="25437"/>
                    </a:cubicBezTo>
                    <a:cubicBezTo>
                      <a:pt x="26088" y="25425"/>
                      <a:pt x="26088" y="25377"/>
                      <a:pt x="26099" y="25342"/>
                    </a:cubicBezTo>
                    <a:lnTo>
                      <a:pt x="26099" y="25342"/>
                    </a:lnTo>
                    <a:cubicBezTo>
                      <a:pt x="26038" y="25349"/>
                      <a:pt x="25982" y="25381"/>
                      <a:pt x="25902" y="25381"/>
                    </a:cubicBezTo>
                    <a:cubicBezTo>
                      <a:pt x="25858" y="25381"/>
                      <a:pt x="25806" y="25371"/>
                      <a:pt x="25742" y="25342"/>
                    </a:cubicBezTo>
                    <a:cubicBezTo>
                      <a:pt x="26409" y="25223"/>
                      <a:pt x="26004" y="24437"/>
                      <a:pt x="26659" y="24365"/>
                    </a:cubicBezTo>
                    <a:cubicBezTo>
                      <a:pt x="26647" y="24342"/>
                      <a:pt x="26611" y="24318"/>
                      <a:pt x="26600" y="24282"/>
                    </a:cubicBezTo>
                    <a:cubicBezTo>
                      <a:pt x="26528" y="24080"/>
                      <a:pt x="26695" y="23770"/>
                      <a:pt x="26731" y="23770"/>
                    </a:cubicBezTo>
                    <a:cubicBezTo>
                      <a:pt x="27100" y="23758"/>
                      <a:pt x="27004" y="23449"/>
                      <a:pt x="27112" y="23294"/>
                    </a:cubicBezTo>
                    <a:cubicBezTo>
                      <a:pt x="27171" y="23187"/>
                      <a:pt x="27076" y="23008"/>
                      <a:pt x="27207" y="22913"/>
                    </a:cubicBezTo>
                    <a:cubicBezTo>
                      <a:pt x="27671" y="22579"/>
                      <a:pt x="27350" y="21936"/>
                      <a:pt x="27885" y="21639"/>
                    </a:cubicBezTo>
                    <a:cubicBezTo>
                      <a:pt x="27885" y="21639"/>
                      <a:pt x="27885" y="21627"/>
                      <a:pt x="27885" y="21615"/>
                    </a:cubicBezTo>
                    <a:cubicBezTo>
                      <a:pt x="27695" y="21282"/>
                      <a:pt x="27981" y="20984"/>
                      <a:pt x="28100" y="20734"/>
                    </a:cubicBezTo>
                    <a:cubicBezTo>
                      <a:pt x="28290" y="20329"/>
                      <a:pt x="28433" y="19924"/>
                      <a:pt x="28612" y="19508"/>
                    </a:cubicBezTo>
                    <a:cubicBezTo>
                      <a:pt x="28826" y="18996"/>
                      <a:pt x="28933" y="18448"/>
                      <a:pt x="29076" y="17924"/>
                    </a:cubicBezTo>
                    <a:cubicBezTo>
                      <a:pt x="29183" y="17531"/>
                      <a:pt x="29302" y="17126"/>
                      <a:pt x="29326" y="16745"/>
                    </a:cubicBezTo>
                    <a:cubicBezTo>
                      <a:pt x="29362" y="16245"/>
                      <a:pt x="29505" y="15745"/>
                      <a:pt x="29433" y="15233"/>
                    </a:cubicBezTo>
                    <a:cubicBezTo>
                      <a:pt x="29362" y="14757"/>
                      <a:pt x="29421" y="14281"/>
                      <a:pt x="29386" y="13804"/>
                    </a:cubicBezTo>
                    <a:cubicBezTo>
                      <a:pt x="29338" y="13316"/>
                      <a:pt x="29219" y="12828"/>
                      <a:pt x="29207" y="12340"/>
                    </a:cubicBezTo>
                    <a:cubicBezTo>
                      <a:pt x="29195" y="11638"/>
                      <a:pt x="28909" y="11007"/>
                      <a:pt x="28731" y="10352"/>
                    </a:cubicBezTo>
                    <a:cubicBezTo>
                      <a:pt x="28564" y="9768"/>
                      <a:pt x="28350" y="9197"/>
                      <a:pt x="28100" y="8637"/>
                    </a:cubicBezTo>
                    <a:cubicBezTo>
                      <a:pt x="27647" y="7625"/>
                      <a:pt x="27159" y="6625"/>
                      <a:pt x="26504" y="5708"/>
                    </a:cubicBezTo>
                    <a:cubicBezTo>
                      <a:pt x="26207" y="5292"/>
                      <a:pt x="25945" y="4851"/>
                      <a:pt x="25564" y="4482"/>
                    </a:cubicBezTo>
                    <a:cubicBezTo>
                      <a:pt x="25337" y="4268"/>
                      <a:pt x="25087" y="4077"/>
                      <a:pt x="24849" y="3875"/>
                    </a:cubicBezTo>
                    <a:cubicBezTo>
                      <a:pt x="24254" y="3422"/>
                      <a:pt x="23718" y="2886"/>
                      <a:pt x="23063" y="2517"/>
                    </a:cubicBezTo>
                    <a:cubicBezTo>
                      <a:pt x="22480" y="2196"/>
                      <a:pt x="21992" y="1767"/>
                      <a:pt x="21420" y="1434"/>
                    </a:cubicBezTo>
                    <a:cubicBezTo>
                      <a:pt x="21027" y="1196"/>
                      <a:pt x="20563" y="1112"/>
                      <a:pt x="20182" y="886"/>
                    </a:cubicBezTo>
                    <a:cubicBezTo>
                      <a:pt x="19896" y="720"/>
                      <a:pt x="19444" y="839"/>
                      <a:pt x="19253" y="481"/>
                    </a:cubicBezTo>
                    <a:cubicBezTo>
                      <a:pt x="19232" y="446"/>
                      <a:pt x="19203" y="436"/>
                      <a:pt x="19172" y="436"/>
                    </a:cubicBezTo>
                    <a:cubicBezTo>
                      <a:pt x="19151" y="436"/>
                      <a:pt x="19130" y="441"/>
                      <a:pt x="19111" y="446"/>
                    </a:cubicBezTo>
                    <a:cubicBezTo>
                      <a:pt x="18997" y="487"/>
                      <a:pt x="18885" y="503"/>
                      <a:pt x="18775" y="503"/>
                    </a:cubicBezTo>
                    <a:cubicBezTo>
                      <a:pt x="18469" y="503"/>
                      <a:pt x="18180" y="372"/>
                      <a:pt x="17944" y="267"/>
                    </a:cubicBezTo>
                    <a:cubicBezTo>
                      <a:pt x="17539" y="77"/>
                      <a:pt x="17098" y="41"/>
                      <a:pt x="16717" y="29"/>
                    </a:cubicBezTo>
                    <a:cubicBezTo>
                      <a:pt x="16296" y="9"/>
                      <a:pt x="15876" y="1"/>
                      <a:pt x="154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29"/>
              <p:cNvSpPr/>
              <p:nvPr/>
            </p:nvSpPr>
            <p:spPr>
              <a:xfrm>
                <a:off x="3349604" y="1467054"/>
                <a:ext cx="626313" cy="790556"/>
              </a:xfrm>
              <a:custGeom>
                <a:rect b="b" l="l" r="r" t="t"/>
                <a:pathLst>
                  <a:path extrusionOk="0" h="39917" w="31624">
                    <a:moveTo>
                      <a:pt x="16574" y="1030"/>
                    </a:moveTo>
                    <a:cubicBezTo>
                      <a:pt x="16995" y="1030"/>
                      <a:pt x="17415" y="1038"/>
                      <a:pt x="17836" y="1058"/>
                    </a:cubicBezTo>
                    <a:cubicBezTo>
                      <a:pt x="18217" y="1070"/>
                      <a:pt x="18658" y="1106"/>
                      <a:pt x="19063" y="1296"/>
                    </a:cubicBezTo>
                    <a:cubicBezTo>
                      <a:pt x="19299" y="1401"/>
                      <a:pt x="19588" y="1532"/>
                      <a:pt x="19894" y="1532"/>
                    </a:cubicBezTo>
                    <a:cubicBezTo>
                      <a:pt x="20004" y="1532"/>
                      <a:pt x="20116" y="1516"/>
                      <a:pt x="20230" y="1475"/>
                    </a:cubicBezTo>
                    <a:cubicBezTo>
                      <a:pt x="20249" y="1470"/>
                      <a:pt x="20270" y="1465"/>
                      <a:pt x="20291" y="1465"/>
                    </a:cubicBezTo>
                    <a:cubicBezTo>
                      <a:pt x="20322" y="1465"/>
                      <a:pt x="20351" y="1475"/>
                      <a:pt x="20372" y="1510"/>
                    </a:cubicBezTo>
                    <a:cubicBezTo>
                      <a:pt x="20563" y="1868"/>
                      <a:pt x="21015" y="1749"/>
                      <a:pt x="21301" y="1915"/>
                    </a:cubicBezTo>
                    <a:cubicBezTo>
                      <a:pt x="21682" y="2141"/>
                      <a:pt x="22146" y="2225"/>
                      <a:pt x="22539" y="2463"/>
                    </a:cubicBezTo>
                    <a:cubicBezTo>
                      <a:pt x="23111" y="2796"/>
                      <a:pt x="23599" y="3225"/>
                      <a:pt x="24182" y="3546"/>
                    </a:cubicBezTo>
                    <a:cubicBezTo>
                      <a:pt x="24837" y="3915"/>
                      <a:pt x="25373" y="4451"/>
                      <a:pt x="25968" y="4904"/>
                    </a:cubicBezTo>
                    <a:cubicBezTo>
                      <a:pt x="26206" y="5106"/>
                      <a:pt x="26456" y="5297"/>
                      <a:pt x="26683" y="5511"/>
                    </a:cubicBezTo>
                    <a:cubicBezTo>
                      <a:pt x="27064" y="5880"/>
                      <a:pt x="27326" y="6321"/>
                      <a:pt x="27623" y="6737"/>
                    </a:cubicBezTo>
                    <a:cubicBezTo>
                      <a:pt x="28278" y="7654"/>
                      <a:pt x="28766" y="8654"/>
                      <a:pt x="29219" y="9666"/>
                    </a:cubicBezTo>
                    <a:cubicBezTo>
                      <a:pt x="29469" y="10226"/>
                      <a:pt x="29683" y="10797"/>
                      <a:pt x="29850" y="11381"/>
                    </a:cubicBezTo>
                    <a:cubicBezTo>
                      <a:pt x="30028" y="12036"/>
                      <a:pt x="30314" y="12667"/>
                      <a:pt x="30326" y="13369"/>
                    </a:cubicBezTo>
                    <a:cubicBezTo>
                      <a:pt x="30338" y="13857"/>
                      <a:pt x="30457" y="14345"/>
                      <a:pt x="30505" y="14833"/>
                    </a:cubicBezTo>
                    <a:cubicBezTo>
                      <a:pt x="30540" y="15310"/>
                      <a:pt x="30481" y="15786"/>
                      <a:pt x="30552" y="16262"/>
                    </a:cubicBezTo>
                    <a:cubicBezTo>
                      <a:pt x="30624" y="16774"/>
                      <a:pt x="30481" y="17274"/>
                      <a:pt x="30445" y="17774"/>
                    </a:cubicBezTo>
                    <a:cubicBezTo>
                      <a:pt x="30421" y="18155"/>
                      <a:pt x="30302" y="18560"/>
                      <a:pt x="30195" y="18953"/>
                    </a:cubicBezTo>
                    <a:cubicBezTo>
                      <a:pt x="30052" y="19477"/>
                      <a:pt x="29945" y="20025"/>
                      <a:pt x="29731" y="20537"/>
                    </a:cubicBezTo>
                    <a:cubicBezTo>
                      <a:pt x="29552" y="20953"/>
                      <a:pt x="29409" y="21358"/>
                      <a:pt x="29219" y="21763"/>
                    </a:cubicBezTo>
                    <a:cubicBezTo>
                      <a:pt x="29100" y="22013"/>
                      <a:pt x="28814" y="22311"/>
                      <a:pt x="29004" y="22644"/>
                    </a:cubicBezTo>
                    <a:cubicBezTo>
                      <a:pt x="29004" y="22656"/>
                      <a:pt x="29004" y="22668"/>
                      <a:pt x="29004" y="22668"/>
                    </a:cubicBezTo>
                    <a:cubicBezTo>
                      <a:pt x="28469" y="22965"/>
                      <a:pt x="28790" y="23608"/>
                      <a:pt x="28326" y="23942"/>
                    </a:cubicBezTo>
                    <a:cubicBezTo>
                      <a:pt x="28195" y="24037"/>
                      <a:pt x="28290" y="24216"/>
                      <a:pt x="28231" y="24323"/>
                    </a:cubicBezTo>
                    <a:cubicBezTo>
                      <a:pt x="28123" y="24478"/>
                      <a:pt x="28219" y="24787"/>
                      <a:pt x="27850" y="24799"/>
                    </a:cubicBezTo>
                    <a:cubicBezTo>
                      <a:pt x="27814" y="24799"/>
                      <a:pt x="27647" y="25109"/>
                      <a:pt x="27719" y="25311"/>
                    </a:cubicBezTo>
                    <a:cubicBezTo>
                      <a:pt x="27730" y="25347"/>
                      <a:pt x="27766" y="25371"/>
                      <a:pt x="27778" y="25394"/>
                    </a:cubicBezTo>
                    <a:cubicBezTo>
                      <a:pt x="27123" y="25466"/>
                      <a:pt x="27528" y="26252"/>
                      <a:pt x="26861" y="26371"/>
                    </a:cubicBezTo>
                    <a:cubicBezTo>
                      <a:pt x="26925" y="26400"/>
                      <a:pt x="26977" y="26410"/>
                      <a:pt x="27021" y="26410"/>
                    </a:cubicBezTo>
                    <a:cubicBezTo>
                      <a:pt x="27101" y="26410"/>
                      <a:pt x="27157" y="26378"/>
                      <a:pt x="27218" y="26371"/>
                    </a:cubicBezTo>
                    <a:lnTo>
                      <a:pt x="27218" y="26371"/>
                    </a:lnTo>
                    <a:cubicBezTo>
                      <a:pt x="27207" y="26406"/>
                      <a:pt x="27207" y="26454"/>
                      <a:pt x="27183" y="26466"/>
                    </a:cubicBezTo>
                    <a:cubicBezTo>
                      <a:pt x="26564" y="26740"/>
                      <a:pt x="26492" y="27323"/>
                      <a:pt x="26254" y="27811"/>
                    </a:cubicBezTo>
                    <a:cubicBezTo>
                      <a:pt x="26218" y="27883"/>
                      <a:pt x="26266" y="28002"/>
                      <a:pt x="26147" y="28002"/>
                    </a:cubicBezTo>
                    <a:cubicBezTo>
                      <a:pt x="25909" y="28014"/>
                      <a:pt x="25897" y="28097"/>
                      <a:pt x="25992" y="28264"/>
                    </a:cubicBezTo>
                    <a:cubicBezTo>
                      <a:pt x="26048" y="28366"/>
                      <a:pt x="26038" y="28403"/>
                      <a:pt x="25941" y="28403"/>
                    </a:cubicBezTo>
                    <a:cubicBezTo>
                      <a:pt x="25914" y="28403"/>
                      <a:pt x="25879" y="28400"/>
                      <a:pt x="25837" y="28395"/>
                    </a:cubicBezTo>
                    <a:cubicBezTo>
                      <a:pt x="25834" y="28394"/>
                      <a:pt x="25830" y="28394"/>
                      <a:pt x="25827" y="28394"/>
                    </a:cubicBezTo>
                    <a:cubicBezTo>
                      <a:pt x="25732" y="28394"/>
                      <a:pt x="25596" y="28541"/>
                      <a:pt x="25516" y="28645"/>
                    </a:cubicBezTo>
                    <a:cubicBezTo>
                      <a:pt x="25385" y="28811"/>
                      <a:pt x="25444" y="29109"/>
                      <a:pt x="25147" y="29192"/>
                    </a:cubicBezTo>
                    <a:cubicBezTo>
                      <a:pt x="25147" y="29192"/>
                      <a:pt x="25159" y="29252"/>
                      <a:pt x="25171" y="29288"/>
                    </a:cubicBezTo>
                    <a:cubicBezTo>
                      <a:pt x="25198" y="29343"/>
                      <a:pt x="25326" y="29449"/>
                      <a:pt x="25238" y="29449"/>
                    </a:cubicBezTo>
                    <a:cubicBezTo>
                      <a:pt x="25212" y="29449"/>
                      <a:pt x="25168" y="29440"/>
                      <a:pt x="25099" y="29419"/>
                    </a:cubicBezTo>
                    <a:cubicBezTo>
                      <a:pt x="25095" y="29415"/>
                      <a:pt x="25090" y="29413"/>
                      <a:pt x="25084" y="29413"/>
                    </a:cubicBezTo>
                    <a:cubicBezTo>
                      <a:pt x="25073" y="29413"/>
                      <a:pt x="25059" y="29419"/>
                      <a:pt x="25052" y="29419"/>
                    </a:cubicBezTo>
                    <a:cubicBezTo>
                      <a:pt x="25206" y="29681"/>
                      <a:pt x="24873" y="29669"/>
                      <a:pt x="24802" y="29788"/>
                    </a:cubicBezTo>
                    <a:cubicBezTo>
                      <a:pt x="24706" y="29942"/>
                      <a:pt x="24563" y="30038"/>
                      <a:pt x="24456" y="30157"/>
                    </a:cubicBezTo>
                    <a:cubicBezTo>
                      <a:pt x="24266" y="30383"/>
                      <a:pt x="24040" y="30597"/>
                      <a:pt x="23837" y="30812"/>
                    </a:cubicBezTo>
                    <a:cubicBezTo>
                      <a:pt x="23730" y="30931"/>
                      <a:pt x="23873" y="31026"/>
                      <a:pt x="23909" y="31133"/>
                    </a:cubicBezTo>
                    <a:cubicBezTo>
                      <a:pt x="23862" y="31125"/>
                      <a:pt x="23819" y="31121"/>
                      <a:pt x="23781" y="31121"/>
                    </a:cubicBezTo>
                    <a:cubicBezTo>
                      <a:pt x="23422" y="31121"/>
                      <a:pt x="23427" y="31451"/>
                      <a:pt x="23373" y="31645"/>
                    </a:cubicBezTo>
                    <a:cubicBezTo>
                      <a:pt x="23313" y="31871"/>
                      <a:pt x="23123" y="32002"/>
                      <a:pt x="23051" y="32205"/>
                    </a:cubicBezTo>
                    <a:cubicBezTo>
                      <a:pt x="23014" y="32190"/>
                      <a:pt x="22982" y="32184"/>
                      <a:pt x="22955" y="32184"/>
                    </a:cubicBezTo>
                    <a:cubicBezTo>
                      <a:pt x="22802" y="32184"/>
                      <a:pt x="22793" y="32382"/>
                      <a:pt x="22682" y="32443"/>
                    </a:cubicBezTo>
                    <a:cubicBezTo>
                      <a:pt x="22361" y="32621"/>
                      <a:pt x="22277" y="33038"/>
                      <a:pt x="21956" y="33193"/>
                    </a:cubicBezTo>
                    <a:cubicBezTo>
                      <a:pt x="21527" y="33407"/>
                      <a:pt x="21634" y="33979"/>
                      <a:pt x="21122" y="34098"/>
                    </a:cubicBezTo>
                    <a:cubicBezTo>
                      <a:pt x="21015" y="34122"/>
                      <a:pt x="21087" y="34145"/>
                      <a:pt x="21122" y="34181"/>
                    </a:cubicBezTo>
                    <a:cubicBezTo>
                      <a:pt x="21170" y="34205"/>
                      <a:pt x="21182" y="34288"/>
                      <a:pt x="21170" y="34288"/>
                    </a:cubicBezTo>
                    <a:cubicBezTo>
                      <a:pt x="21144" y="34285"/>
                      <a:pt x="21121" y="34284"/>
                      <a:pt x="21099" y="34284"/>
                    </a:cubicBezTo>
                    <a:cubicBezTo>
                      <a:pt x="20745" y="34284"/>
                      <a:pt x="20864" y="34631"/>
                      <a:pt x="20730" y="34776"/>
                    </a:cubicBezTo>
                    <a:cubicBezTo>
                      <a:pt x="20703" y="34807"/>
                      <a:pt x="20672" y="34816"/>
                      <a:pt x="20640" y="34816"/>
                    </a:cubicBezTo>
                    <a:cubicBezTo>
                      <a:pt x="20587" y="34816"/>
                      <a:pt x="20530" y="34791"/>
                      <a:pt x="20478" y="34791"/>
                    </a:cubicBezTo>
                    <a:cubicBezTo>
                      <a:pt x="20449" y="34791"/>
                      <a:pt x="20421" y="34799"/>
                      <a:pt x="20396" y="34824"/>
                    </a:cubicBezTo>
                    <a:cubicBezTo>
                      <a:pt x="20313" y="34931"/>
                      <a:pt x="20706" y="34836"/>
                      <a:pt x="20480" y="35026"/>
                    </a:cubicBezTo>
                    <a:cubicBezTo>
                      <a:pt x="20360" y="35134"/>
                      <a:pt x="20241" y="35241"/>
                      <a:pt x="20087" y="35312"/>
                    </a:cubicBezTo>
                    <a:cubicBezTo>
                      <a:pt x="20039" y="35336"/>
                      <a:pt x="19979" y="35336"/>
                      <a:pt x="19932" y="35336"/>
                    </a:cubicBezTo>
                    <a:cubicBezTo>
                      <a:pt x="20146" y="35705"/>
                      <a:pt x="19670" y="35550"/>
                      <a:pt x="19634" y="35657"/>
                    </a:cubicBezTo>
                    <a:cubicBezTo>
                      <a:pt x="19539" y="35872"/>
                      <a:pt x="19372" y="36038"/>
                      <a:pt x="19301" y="36265"/>
                    </a:cubicBezTo>
                    <a:cubicBezTo>
                      <a:pt x="19270" y="36335"/>
                      <a:pt x="19214" y="36389"/>
                      <a:pt x="19133" y="36389"/>
                    </a:cubicBezTo>
                    <a:cubicBezTo>
                      <a:pt x="19118" y="36389"/>
                      <a:pt x="19103" y="36387"/>
                      <a:pt x="19087" y="36384"/>
                    </a:cubicBezTo>
                    <a:cubicBezTo>
                      <a:pt x="19066" y="36379"/>
                      <a:pt x="19045" y="36376"/>
                      <a:pt x="19025" y="36376"/>
                    </a:cubicBezTo>
                    <a:cubicBezTo>
                      <a:pt x="18950" y="36376"/>
                      <a:pt x="18884" y="36408"/>
                      <a:pt x="18884" y="36455"/>
                    </a:cubicBezTo>
                    <a:cubicBezTo>
                      <a:pt x="18944" y="36812"/>
                      <a:pt x="18622" y="36777"/>
                      <a:pt x="18408" y="36860"/>
                    </a:cubicBezTo>
                    <a:cubicBezTo>
                      <a:pt x="18325" y="36896"/>
                      <a:pt x="18265" y="36955"/>
                      <a:pt x="18265" y="37051"/>
                    </a:cubicBezTo>
                    <a:cubicBezTo>
                      <a:pt x="18256" y="37152"/>
                      <a:pt x="18254" y="37275"/>
                      <a:pt x="18142" y="37275"/>
                    </a:cubicBezTo>
                    <a:cubicBezTo>
                      <a:pt x="18110" y="37275"/>
                      <a:pt x="18068" y="37265"/>
                      <a:pt x="18015" y="37241"/>
                    </a:cubicBezTo>
                    <a:cubicBezTo>
                      <a:pt x="18000" y="37236"/>
                      <a:pt x="17987" y="37234"/>
                      <a:pt x="17976" y="37234"/>
                    </a:cubicBezTo>
                    <a:cubicBezTo>
                      <a:pt x="17936" y="37234"/>
                      <a:pt x="17925" y="37268"/>
                      <a:pt x="17944" y="37324"/>
                    </a:cubicBezTo>
                    <a:cubicBezTo>
                      <a:pt x="18027" y="37610"/>
                      <a:pt x="17729" y="37634"/>
                      <a:pt x="17586" y="37765"/>
                    </a:cubicBezTo>
                    <a:cubicBezTo>
                      <a:pt x="17348" y="38003"/>
                      <a:pt x="16920" y="38110"/>
                      <a:pt x="16896" y="38527"/>
                    </a:cubicBezTo>
                    <a:cubicBezTo>
                      <a:pt x="16896" y="38565"/>
                      <a:pt x="16918" y="38731"/>
                      <a:pt x="16777" y="38731"/>
                    </a:cubicBezTo>
                    <a:cubicBezTo>
                      <a:pt x="16741" y="38731"/>
                      <a:pt x="16694" y="38720"/>
                      <a:pt x="16634" y="38694"/>
                    </a:cubicBezTo>
                    <a:cubicBezTo>
                      <a:pt x="16612" y="38684"/>
                      <a:pt x="16589" y="38680"/>
                      <a:pt x="16566" y="38680"/>
                    </a:cubicBezTo>
                    <a:cubicBezTo>
                      <a:pt x="16410" y="38680"/>
                      <a:pt x="16228" y="38869"/>
                      <a:pt x="16146" y="39003"/>
                    </a:cubicBezTo>
                    <a:cubicBezTo>
                      <a:pt x="16039" y="39156"/>
                      <a:pt x="15933" y="39227"/>
                      <a:pt x="15820" y="39227"/>
                    </a:cubicBezTo>
                    <a:cubicBezTo>
                      <a:pt x="15731" y="39227"/>
                      <a:pt x="15638" y="39183"/>
                      <a:pt x="15538" y="39098"/>
                    </a:cubicBezTo>
                    <a:cubicBezTo>
                      <a:pt x="14907" y="38527"/>
                      <a:pt x="14181" y="38039"/>
                      <a:pt x="13467" y="37551"/>
                    </a:cubicBezTo>
                    <a:cubicBezTo>
                      <a:pt x="13014" y="37253"/>
                      <a:pt x="12562" y="36920"/>
                      <a:pt x="12109" y="36598"/>
                    </a:cubicBezTo>
                    <a:cubicBezTo>
                      <a:pt x="11788" y="36360"/>
                      <a:pt x="11478" y="36050"/>
                      <a:pt x="11181" y="35753"/>
                    </a:cubicBezTo>
                    <a:cubicBezTo>
                      <a:pt x="10955" y="35538"/>
                      <a:pt x="10800" y="35205"/>
                      <a:pt x="10419" y="35122"/>
                    </a:cubicBezTo>
                    <a:cubicBezTo>
                      <a:pt x="10383" y="35122"/>
                      <a:pt x="10347" y="35086"/>
                      <a:pt x="10324" y="35062"/>
                    </a:cubicBezTo>
                    <a:cubicBezTo>
                      <a:pt x="9669" y="34241"/>
                      <a:pt x="8811" y="33610"/>
                      <a:pt x="8073" y="32848"/>
                    </a:cubicBezTo>
                    <a:cubicBezTo>
                      <a:pt x="7502" y="32240"/>
                      <a:pt x="7002" y="31597"/>
                      <a:pt x="6478" y="30966"/>
                    </a:cubicBezTo>
                    <a:cubicBezTo>
                      <a:pt x="6025" y="30419"/>
                      <a:pt x="5537" y="29859"/>
                      <a:pt x="5168" y="29264"/>
                    </a:cubicBezTo>
                    <a:cubicBezTo>
                      <a:pt x="4704" y="28526"/>
                      <a:pt x="4239" y="27787"/>
                      <a:pt x="3882" y="26990"/>
                    </a:cubicBezTo>
                    <a:cubicBezTo>
                      <a:pt x="3477" y="26097"/>
                      <a:pt x="2989" y="25228"/>
                      <a:pt x="2656" y="24311"/>
                    </a:cubicBezTo>
                    <a:cubicBezTo>
                      <a:pt x="2453" y="23751"/>
                      <a:pt x="2180" y="23215"/>
                      <a:pt x="2049" y="22620"/>
                    </a:cubicBezTo>
                    <a:cubicBezTo>
                      <a:pt x="1977" y="22263"/>
                      <a:pt x="1799" y="21870"/>
                      <a:pt x="1703" y="21513"/>
                    </a:cubicBezTo>
                    <a:cubicBezTo>
                      <a:pt x="1596" y="21108"/>
                      <a:pt x="1406" y="20703"/>
                      <a:pt x="1430" y="20263"/>
                    </a:cubicBezTo>
                    <a:cubicBezTo>
                      <a:pt x="1465" y="19751"/>
                      <a:pt x="1227" y="19263"/>
                      <a:pt x="1203" y="18763"/>
                    </a:cubicBezTo>
                    <a:cubicBezTo>
                      <a:pt x="1191" y="18203"/>
                      <a:pt x="1120" y="17643"/>
                      <a:pt x="1156" y="17084"/>
                    </a:cubicBezTo>
                    <a:cubicBezTo>
                      <a:pt x="1180" y="16858"/>
                      <a:pt x="1132" y="16655"/>
                      <a:pt x="1132" y="16441"/>
                    </a:cubicBezTo>
                    <a:cubicBezTo>
                      <a:pt x="1120" y="16036"/>
                      <a:pt x="1120" y="15655"/>
                      <a:pt x="1239" y="15262"/>
                    </a:cubicBezTo>
                    <a:cubicBezTo>
                      <a:pt x="1334" y="14964"/>
                      <a:pt x="1346" y="14631"/>
                      <a:pt x="1358" y="14333"/>
                    </a:cubicBezTo>
                    <a:cubicBezTo>
                      <a:pt x="1370" y="13857"/>
                      <a:pt x="1465" y="13405"/>
                      <a:pt x="1584" y="12952"/>
                    </a:cubicBezTo>
                    <a:cubicBezTo>
                      <a:pt x="1680" y="12571"/>
                      <a:pt x="1834" y="12143"/>
                      <a:pt x="1811" y="11821"/>
                    </a:cubicBezTo>
                    <a:cubicBezTo>
                      <a:pt x="1799" y="11464"/>
                      <a:pt x="2037" y="11381"/>
                      <a:pt x="2156" y="11190"/>
                    </a:cubicBezTo>
                    <a:cubicBezTo>
                      <a:pt x="2215" y="11083"/>
                      <a:pt x="2239" y="11012"/>
                      <a:pt x="2180" y="10893"/>
                    </a:cubicBezTo>
                    <a:cubicBezTo>
                      <a:pt x="2108" y="10750"/>
                      <a:pt x="2120" y="10559"/>
                      <a:pt x="2334" y="10464"/>
                    </a:cubicBezTo>
                    <a:cubicBezTo>
                      <a:pt x="2561" y="10381"/>
                      <a:pt x="2501" y="10190"/>
                      <a:pt x="2561" y="10035"/>
                    </a:cubicBezTo>
                    <a:cubicBezTo>
                      <a:pt x="2644" y="9821"/>
                      <a:pt x="2584" y="9535"/>
                      <a:pt x="2894" y="9404"/>
                    </a:cubicBezTo>
                    <a:cubicBezTo>
                      <a:pt x="2918" y="9392"/>
                      <a:pt x="2954" y="9345"/>
                      <a:pt x="2954" y="9321"/>
                    </a:cubicBezTo>
                    <a:cubicBezTo>
                      <a:pt x="2846" y="9011"/>
                      <a:pt x="3287" y="8928"/>
                      <a:pt x="3275" y="8690"/>
                    </a:cubicBezTo>
                    <a:cubicBezTo>
                      <a:pt x="3263" y="8309"/>
                      <a:pt x="3704" y="8142"/>
                      <a:pt x="3716" y="7797"/>
                    </a:cubicBezTo>
                    <a:cubicBezTo>
                      <a:pt x="3727" y="7714"/>
                      <a:pt x="3787" y="7666"/>
                      <a:pt x="3858" y="7595"/>
                    </a:cubicBezTo>
                    <a:cubicBezTo>
                      <a:pt x="4180" y="7273"/>
                      <a:pt x="4466" y="6916"/>
                      <a:pt x="4680" y="6523"/>
                    </a:cubicBezTo>
                    <a:cubicBezTo>
                      <a:pt x="4744" y="6405"/>
                      <a:pt x="4731" y="6230"/>
                      <a:pt x="4927" y="6230"/>
                    </a:cubicBezTo>
                    <a:cubicBezTo>
                      <a:pt x="4949" y="6230"/>
                      <a:pt x="4974" y="6232"/>
                      <a:pt x="5001" y="6237"/>
                    </a:cubicBezTo>
                    <a:cubicBezTo>
                      <a:pt x="5025" y="6237"/>
                      <a:pt x="5109" y="6166"/>
                      <a:pt x="5097" y="6142"/>
                    </a:cubicBezTo>
                    <a:cubicBezTo>
                      <a:pt x="5013" y="5844"/>
                      <a:pt x="5394" y="5832"/>
                      <a:pt x="5430" y="5761"/>
                    </a:cubicBezTo>
                    <a:cubicBezTo>
                      <a:pt x="5632" y="5309"/>
                      <a:pt x="6311" y="5261"/>
                      <a:pt x="6406" y="4749"/>
                    </a:cubicBezTo>
                    <a:cubicBezTo>
                      <a:pt x="6406" y="4713"/>
                      <a:pt x="6466" y="4654"/>
                      <a:pt x="6502" y="4642"/>
                    </a:cubicBezTo>
                    <a:cubicBezTo>
                      <a:pt x="7025" y="4570"/>
                      <a:pt x="7156" y="4070"/>
                      <a:pt x="7526" y="3844"/>
                    </a:cubicBezTo>
                    <a:cubicBezTo>
                      <a:pt x="7597" y="3808"/>
                      <a:pt x="7609" y="3725"/>
                      <a:pt x="7692" y="3677"/>
                    </a:cubicBezTo>
                    <a:cubicBezTo>
                      <a:pt x="8109" y="3427"/>
                      <a:pt x="8597" y="3273"/>
                      <a:pt x="8930" y="2903"/>
                    </a:cubicBezTo>
                    <a:cubicBezTo>
                      <a:pt x="8978" y="2856"/>
                      <a:pt x="9111" y="2707"/>
                      <a:pt x="9279" y="2707"/>
                    </a:cubicBezTo>
                    <a:cubicBezTo>
                      <a:pt x="9320" y="2707"/>
                      <a:pt x="9363" y="2716"/>
                      <a:pt x="9407" y="2737"/>
                    </a:cubicBezTo>
                    <a:cubicBezTo>
                      <a:pt x="9426" y="2747"/>
                      <a:pt x="9450" y="2752"/>
                      <a:pt x="9473" y="2752"/>
                    </a:cubicBezTo>
                    <a:cubicBezTo>
                      <a:pt x="9505" y="2752"/>
                      <a:pt x="9536" y="2741"/>
                      <a:pt x="9550" y="2713"/>
                    </a:cubicBezTo>
                    <a:cubicBezTo>
                      <a:pt x="9716" y="2308"/>
                      <a:pt x="10181" y="2380"/>
                      <a:pt x="10478" y="2201"/>
                    </a:cubicBezTo>
                    <a:cubicBezTo>
                      <a:pt x="11097" y="1844"/>
                      <a:pt x="11800" y="1701"/>
                      <a:pt x="12443" y="1439"/>
                    </a:cubicBezTo>
                    <a:cubicBezTo>
                      <a:pt x="12967" y="1225"/>
                      <a:pt x="13574" y="1094"/>
                      <a:pt x="14157" y="1082"/>
                    </a:cubicBezTo>
                    <a:cubicBezTo>
                      <a:pt x="14963" y="1058"/>
                      <a:pt x="15768" y="1030"/>
                      <a:pt x="16574" y="1030"/>
                    </a:cubicBezTo>
                    <a:close/>
                    <a:moveTo>
                      <a:pt x="17696" y="0"/>
                    </a:moveTo>
                    <a:cubicBezTo>
                      <a:pt x="17514" y="0"/>
                      <a:pt x="17334" y="9"/>
                      <a:pt x="17158" y="22"/>
                    </a:cubicBezTo>
                    <a:cubicBezTo>
                      <a:pt x="16850" y="53"/>
                      <a:pt x="16561" y="136"/>
                      <a:pt x="16243" y="136"/>
                    </a:cubicBezTo>
                    <a:cubicBezTo>
                      <a:pt x="16192" y="136"/>
                      <a:pt x="16139" y="134"/>
                      <a:pt x="16086" y="129"/>
                    </a:cubicBezTo>
                    <a:cubicBezTo>
                      <a:pt x="15781" y="100"/>
                      <a:pt x="15475" y="85"/>
                      <a:pt x="15170" y="85"/>
                    </a:cubicBezTo>
                    <a:cubicBezTo>
                      <a:pt x="14619" y="85"/>
                      <a:pt x="14070" y="133"/>
                      <a:pt x="13526" y="225"/>
                    </a:cubicBezTo>
                    <a:cubicBezTo>
                      <a:pt x="13229" y="284"/>
                      <a:pt x="12931" y="332"/>
                      <a:pt x="12657" y="415"/>
                    </a:cubicBezTo>
                    <a:cubicBezTo>
                      <a:pt x="11752" y="713"/>
                      <a:pt x="10847" y="1010"/>
                      <a:pt x="9954" y="1344"/>
                    </a:cubicBezTo>
                    <a:cubicBezTo>
                      <a:pt x="9133" y="1653"/>
                      <a:pt x="8347" y="2046"/>
                      <a:pt x="7668" y="2570"/>
                    </a:cubicBezTo>
                    <a:cubicBezTo>
                      <a:pt x="7061" y="3046"/>
                      <a:pt x="6406" y="3451"/>
                      <a:pt x="5835" y="3975"/>
                    </a:cubicBezTo>
                    <a:cubicBezTo>
                      <a:pt x="5013" y="4737"/>
                      <a:pt x="4168" y="5451"/>
                      <a:pt x="3525" y="6356"/>
                    </a:cubicBezTo>
                    <a:cubicBezTo>
                      <a:pt x="3418" y="6499"/>
                      <a:pt x="3239" y="6773"/>
                      <a:pt x="3204" y="6785"/>
                    </a:cubicBezTo>
                    <a:cubicBezTo>
                      <a:pt x="2739" y="6880"/>
                      <a:pt x="2775" y="7309"/>
                      <a:pt x="2608" y="7571"/>
                    </a:cubicBezTo>
                    <a:cubicBezTo>
                      <a:pt x="2311" y="8023"/>
                      <a:pt x="2061" y="8511"/>
                      <a:pt x="1811" y="8999"/>
                    </a:cubicBezTo>
                    <a:cubicBezTo>
                      <a:pt x="1406" y="9750"/>
                      <a:pt x="1108" y="10535"/>
                      <a:pt x="822" y="11333"/>
                    </a:cubicBezTo>
                    <a:cubicBezTo>
                      <a:pt x="572" y="12012"/>
                      <a:pt x="382" y="12714"/>
                      <a:pt x="370" y="13452"/>
                    </a:cubicBezTo>
                    <a:cubicBezTo>
                      <a:pt x="358" y="13881"/>
                      <a:pt x="120" y="14310"/>
                      <a:pt x="239" y="14762"/>
                    </a:cubicBezTo>
                    <a:cubicBezTo>
                      <a:pt x="275" y="14929"/>
                      <a:pt x="96" y="15131"/>
                      <a:pt x="72" y="15310"/>
                    </a:cubicBezTo>
                    <a:cubicBezTo>
                      <a:pt x="1" y="15965"/>
                      <a:pt x="13" y="16619"/>
                      <a:pt x="37" y="17274"/>
                    </a:cubicBezTo>
                    <a:cubicBezTo>
                      <a:pt x="37" y="17429"/>
                      <a:pt x="120" y="17560"/>
                      <a:pt x="120" y="17715"/>
                    </a:cubicBezTo>
                    <a:cubicBezTo>
                      <a:pt x="132" y="18036"/>
                      <a:pt x="167" y="18346"/>
                      <a:pt x="144" y="18655"/>
                    </a:cubicBezTo>
                    <a:cubicBezTo>
                      <a:pt x="108" y="19013"/>
                      <a:pt x="322" y="19346"/>
                      <a:pt x="358" y="19679"/>
                    </a:cubicBezTo>
                    <a:cubicBezTo>
                      <a:pt x="406" y="20120"/>
                      <a:pt x="525" y="20548"/>
                      <a:pt x="584" y="20989"/>
                    </a:cubicBezTo>
                    <a:cubicBezTo>
                      <a:pt x="727" y="21894"/>
                      <a:pt x="1096" y="22727"/>
                      <a:pt x="1322" y="23608"/>
                    </a:cubicBezTo>
                    <a:cubicBezTo>
                      <a:pt x="1430" y="24061"/>
                      <a:pt x="1596" y="24489"/>
                      <a:pt x="1870" y="24870"/>
                    </a:cubicBezTo>
                    <a:cubicBezTo>
                      <a:pt x="2037" y="25109"/>
                      <a:pt x="1942" y="25394"/>
                      <a:pt x="2156" y="25609"/>
                    </a:cubicBezTo>
                    <a:cubicBezTo>
                      <a:pt x="2406" y="25847"/>
                      <a:pt x="2382" y="26216"/>
                      <a:pt x="2584" y="26514"/>
                    </a:cubicBezTo>
                    <a:cubicBezTo>
                      <a:pt x="2680" y="26656"/>
                      <a:pt x="2918" y="26859"/>
                      <a:pt x="2858" y="27073"/>
                    </a:cubicBezTo>
                    <a:cubicBezTo>
                      <a:pt x="2775" y="27395"/>
                      <a:pt x="3251" y="27537"/>
                      <a:pt x="3108" y="27859"/>
                    </a:cubicBezTo>
                    <a:cubicBezTo>
                      <a:pt x="3108" y="27859"/>
                      <a:pt x="3132" y="27883"/>
                      <a:pt x="3144" y="27883"/>
                    </a:cubicBezTo>
                    <a:cubicBezTo>
                      <a:pt x="3525" y="27930"/>
                      <a:pt x="3287" y="28407"/>
                      <a:pt x="3632" y="28490"/>
                    </a:cubicBezTo>
                    <a:cubicBezTo>
                      <a:pt x="3489" y="28704"/>
                      <a:pt x="3823" y="28692"/>
                      <a:pt x="3835" y="28835"/>
                    </a:cubicBezTo>
                    <a:cubicBezTo>
                      <a:pt x="3882" y="29395"/>
                      <a:pt x="4442" y="29704"/>
                      <a:pt x="4644" y="30193"/>
                    </a:cubicBezTo>
                    <a:cubicBezTo>
                      <a:pt x="4728" y="30407"/>
                      <a:pt x="4978" y="30562"/>
                      <a:pt x="5144" y="30740"/>
                    </a:cubicBezTo>
                    <a:cubicBezTo>
                      <a:pt x="5311" y="30919"/>
                      <a:pt x="5371" y="31169"/>
                      <a:pt x="5537" y="31300"/>
                    </a:cubicBezTo>
                    <a:cubicBezTo>
                      <a:pt x="5811" y="31514"/>
                      <a:pt x="5894" y="31836"/>
                      <a:pt x="6228" y="32038"/>
                    </a:cubicBezTo>
                    <a:cubicBezTo>
                      <a:pt x="6478" y="32193"/>
                      <a:pt x="6704" y="32550"/>
                      <a:pt x="6811" y="32848"/>
                    </a:cubicBezTo>
                    <a:cubicBezTo>
                      <a:pt x="6978" y="33288"/>
                      <a:pt x="7466" y="33419"/>
                      <a:pt x="7728" y="33764"/>
                    </a:cubicBezTo>
                    <a:cubicBezTo>
                      <a:pt x="7978" y="34110"/>
                      <a:pt x="8407" y="34407"/>
                      <a:pt x="8728" y="34705"/>
                    </a:cubicBezTo>
                    <a:cubicBezTo>
                      <a:pt x="9240" y="35181"/>
                      <a:pt x="9859" y="35586"/>
                      <a:pt x="10228" y="36181"/>
                    </a:cubicBezTo>
                    <a:cubicBezTo>
                      <a:pt x="10259" y="36232"/>
                      <a:pt x="10332" y="36308"/>
                      <a:pt x="10433" y="36308"/>
                    </a:cubicBezTo>
                    <a:cubicBezTo>
                      <a:pt x="10451" y="36308"/>
                      <a:pt x="10470" y="36306"/>
                      <a:pt x="10490" y="36300"/>
                    </a:cubicBezTo>
                    <a:cubicBezTo>
                      <a:pt x="10509" y="36296"/>
                      <a:pt x="10525" y="36294"/>
                      <a:pt x="10540" y="36294"/>
                    </a:cubicBezTo>
                    <a:cubicBezTo>
                      <a:pt x="10610" y="36294"/>
                      <a:pt x="10643" y="36341"/>
                      <a:pt x="10693" y="36419"/>
                    </a:cubicBezTo>
                    <a:cubicBezTo>
                      <a:pt x="10895" y="36765"/>
                      <a:pt x="11359" y="36896"/>
                      <a:pt x="11586" y="37265"/>
                    </a:cubicBezTo>
                    <a:cubicBezTo>
                      <a:pt x="11645" y="37360"/>
                      <a:pt x="11859" y="37527"/>
                      <a:pt x="12098" y="37610"/>
                    </a:cubicBezTo>
                    <a:cubicBezTo>
                      <a:pt x="12348" y="37682"/>
                      <a:pt x="12610" y="37932"/>
                      <a:pt x="12800" y="38146"/>
                    </a:cubicBezTo>
                    <a:cubicBezTo>
                      <a:pt x="13300" y="38682"/>
                      <a:pt x="14074" y="38860"/>
                      <a:pt x="14586" y="39348"/>
                    </a:cubicBezTo>
                    <a:cubicBezTo>
                      <a:pt x="14610" y="39360"/>
                      <a:pt x="14657" y="39372"/>
                      <a:pt x="14705" y="39384"/>
                    </a:cubicBezTo>
                    <a:cubicBezTo>
                      <a:pt x="15134" y="39467"/>
                      <a:pt x="15491" y="39718"/>
                      <a:pt x="15896" y="39860"/>
                    </a:cubicBezTo>
                    <a:cubicBezTo>
                      <a:pt x="16010" y="39897"/>
                      <a:pt x="16105" y="39916"/>
                      <a:pt x="16193" y="39916"/>
                    </a:cubicBezTo>
                    <a:cubicBezTo>
                      <a:pt x="16332" y="39916"/>
                      <a:pt x="16452" y="39868"/>
                      <a:pt x="16598" y="39765"/>
                    </a:cubicBezTo>
                    <a:cubicBezTo>
                      <a:pt x="16920" y="39539"/>
                      <a:pt x="17205" y="39277"/>
                      <a:pt x="17527" y="39063"/>
                    </a:cubicBezTo>
                    <a:cubicBezTo>
                      <a:pt x="18158" y="38634"/>
                      <a:pt x="18598" y="38051"/>
                      <a:pt x="19182" y="37610"/>
                    </a:cubicBezTo>
                    <a:cubicBezTo>
                      <a:pt x="19456" y="37396"/>
                      <a:pt x="19610" y="37146"/>
                      <a:pt x="19849" y="36931"/>
                    </a:cubicBezTo>
                    <a:cubicBezTo>
                      <a:pt x="20122" y="36681"/>
                      <a:pt x="20384" y="36431"/>
                      <a:pt x="20634" y="36169"/>
                    </a:cubicBezTo>
                    <a:cubicBezTo>
                      <a:pt x="20884" y="35896"/>
                      <a:pt x="21122" y="35598"/>
                      <a:pt x="21408" y="35372"/>
                    </a:cubicBezTo>
                    <a:cubicBezTo>
                      <a:pt x="21706" y="35122"/>
                      <a:pt x="21956" y="34872"/>
                      <a:pt x="22170" y="34562"/>
                    </a:cubicBezTo>
                    <a:cubicBezTo>
                      <a:pt x="22420" y="34181"/>
                      <a:pt x="22742" y="33848"/>
                      <a:pt x="23051" y="33514"/>
                    </a:cubicBezTo>
                    <a:cubicBezTo>
                      <a:pt x="23349" y="33205"/>
                      <a:pt x="23647" y="32860"/>
                      <a:pt x="23956" y="32550"/>
                    </a:cubicBezTo>
                    <a:cubicBezTo>
                      <a:pt x="24599" y="31931"/>
                      <a:pt x="24968" y="31121"/>
                      <a:pt x="25575" y="30454"/>
                    </a:cubicBezTo>
                    <a:cubicBezTo>
                      <a:pt x="26040" y="29966"/>
                      <a:pt x="26361" y="29395"/>
                      <a:pt x="26730" y="28835"/>
                    </a:cubicBezTo>
                    <a:cubicBezTo>
                      <a:pt x="27147" y="28216"/>
                      <a:pt x="27540" y="27585"/>
                      <a:pt x="27921" y="26954"/>
                    </a:cubicBezTo>
                    <a:cubicBezTo>
                      <a:pt x="28516" y="25978"/>
                      <a:pt x="29028" y="24978"/>
                      <a:pt x="29504" y="23954"/>
                    </a:cubicBezTo>
                    <a:cubicBezTo>
                      <a:pt x="29814" y="23287"/>
                      <a:pt x="30112" y="22596"/>
                      <a:pt x="30409" y="21918"/>
                    </a:cubicBezTo>
                    <a:cubicBezTo>
                      <a:pt x="30731" y="21156"/>
                      <a:pt x="30898" y="20358"/>
                      <a:pt x="31148" y="19584"/>
                    </a:cubicBezTo>
                    <a:cubicBezTo>
                      <a:pt x="31326" y="19001"/>
                      <a:pt x="31386" y="18405"/>
                      <a:pt x="31469" y="17822"/>
                    </a:cubicBezTo>
                    <a:cubicBezTo>
                      <a:pt x="31517" y="17429"/>
                      <a:pt x="31505" y="16977"/>
                      <a:pt x="31564" y="16584"/>
                    </a:cubicBezTo>
                    <a:cubicBezTo>
                      <a:pt x="31624" y="16119"/>
                      <a:pt x="31540" y="15679"/>
                      <a:pt x="31564" y="15226"/>
                    </a:cubicBezTo>
                    <a:cubicBezTo>
                      <a:pt x="31576" y="14786"/>
                      <a:pt x="31505" y="14286"/>
                      <a:pt x="31350" y="13857"/>
                    </a:cubicBezTo>
                    <a:cubicBezTo>
                      <a:pt x="31290" y="13679"/>
                      <a:pt x="31588" y="13536"/>
                      <a:pt x="31350" y="13429"/>
                    </a:cubicBezTo>
                    <a:cubicBezTo>
                      <a:pt x="31183" y="13345"/>
                      <a:pt x="31255" y="13214"/>
                      <a:pt x="31243" y="13107"/>
                    </a:cubicBezTo>
                    <a:cubicBezTo>
                      <a:pt x="31159" y="12678"/>
                      <a:pt x="31112" y="12250"/>
                      <a:pt x="30957" y="11833"/>
                    </a:cubicBezTo>
                    <a:cubicBezTo>
                      <a:pt x="30838" y="11500"/>
                      <a:pt x="30814" y="11143"/>
                      <a:pt x="30624" y="10809"/>
                    </a:cubicBezTo>
                    <a:cubicBezTo>
                      <a:pt x="30493" y="10583"/>
                      <a:pt x="30362" y="10297"/>
                      <a:pt x="30350" y="10083"/>
                    </a:cubicBezTo>
                    <a:cubicBezTo>
                      <a:pt x="30421" y="9547"/>
                      <a:pt x="29969" y="9261"/>
                      <a:pt x="29874" y="8821"/>
                    </a:cubicBezTo>
                    <a:cubicBezTo>
                      <a:pt x="29766" y="8333"/>
                      <a:pt x="29433" y="7880"/>
                      <a:pt x="29159" y="7440"/>
                    </a:cubicBezTo>
                    <a:cubicBezTo>
                      <a:pt x="28945" y="7106"/>
                      <a:pt x="28635" y="6773"/>
                      <a:pt x="28457" y="6428"/>
                    </a:cubicBezTo>
                    <a:cubicBezTo>
                      <a:pt x="28171" y="5880"/>
                      <a:pt x="27742" y="5439"/>
                      <a:pt x="27433" y="4916"/>
                    </a:cubicBezTo>
                    <a:cubicBezTo>
                      <a:pt x="27409" y="4880"/>
                      <a:pt x="27361" y="4832"/>
                      <a:pt x="27326" y="4832"/>
                    </a:cubicBezTo>
                    <a:cubicBezTo>
                      <a:pt x="27088" y="4832"/>
                      <a:pt x="27028" y="4677"/>
                      <a:pt x="26921" y="4547"/>
                    </a:cubicBezTo>
                    <a:cubicBezTo>
                      <a:pt x="26754" y="4332"/>
                      <a:pt x="26540" y="4130"/>
                      <a:pt x="26326" y="3963"/>
                    </a:cubicBezTo>
                    <a:cubicBezTo>
                      <a:pt x="25349" y="3261"/>
                      <a:pt x="24409" y="2534"/>
                      <a:pt x="23337" y="1927"/>
                    </a:cubicBezTo>
                    <a:cubicBezTo>
                      <a:pt x="22432" y="1427"/>
                      <a:pt x="21515" y="963"/>
                      <a:pt x="20527" y="617"/>
                    </a:cubicBezTo>
                    <a:cubicBezTo>
                      <a:pt x="19896" y="403"/>
                      <a:pt x="19253" y="201"/>
                      <a:pt x="18598" y="82"/>
                    </a:cubicBezTo>
                    <a:cubicBezTo>
                      <a:pt x="18296" y="23"/>
                      <a:pt x="17993" y="0"/>
                      <a:pt x="1769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29"/>
              <p:cNvSpPr/>
              <p:nvPr/>
            </p:nvSpPr>
            <p:spPr>
              <a:xfrm>
                <a:off x="3594149" y="2273749"/>
                <a:ext cx="150696" cy="344052"/>
              </a:xfrm>
              <a:custGeom>
                <a:rect b="b" l="l" r="r" t="t"/>
                <a:pathLst>
                  <a:path extrusionOk="0" h="17372" w="7609">
                    <a:moveTo>
                      <a:pt x="4985" y="1280"/>
                    </a:moveTo>
                    <a:cubicBezTo>
                      <a:pt x="5018" y="1280"/>
                      <a:pt x="5049" y="1285"/>
                      <a:pt x="5073" y="1297"/>
                    </a:cubicBezTo>
                    <a:cubicBezTo>
                      <a:pt x="5239" y="1369"/>
                      <a:pt x="5073" y="1488"/>
                      <a:pt x="5073" y="1583"/>
                    </a:cubicBezTo>
                    <a:cubicBezTo>
                      <a:pt x="5144" y="2238"/>
                      <a:pt x="5037" y="2881"/>
                      <a:pt x="5001" y="3524"/>
                    </a:cubicBezTo>
                    <a:cubicBezTo>
                      <a:pt x="4942" y="4441"/>
                      <a:pt x="5001" y="5369"/>
                      <a:pt x="4989" y="6286"/>
                    </a:cubicBezTo>
                    <a:cubicBezTo>
                      <a:pt x="4965" y="7310"/>
                      <a:pt x="4989" y="8358"/>
                      <a:pt x="5001" y="9394"/>
                    </a:cubicBezTo>
                    <a:cubicBezTo>
                      <a:pt x="5001" y="9632"/>
                      <a:pt x="5025" y="9882"/>
                      <a:pt x="4906" y="10096"/>
                    </a:cubicBezTo>
                    <a:cubicBezTo>
                      <a:pt x="4835" y="10215"/>
                      <a:pt x="4930" y="10287"/>
                      <a:pt x="4954" y="10370"/>
                    </a:cubicBezTo>
                    <a:cubicBezTo>
                      <a:pt x="5001" y="10572"/>
                      <a:pt x="5263" y="10620"/>
                      <a:pt x="5216" y="10906"/>
                    </a:cubicBezTo>
                    <a:cubicBezTo>
                      <a:pt x="5208" y="10993"/>
                      <a:pt x="5290" y="11014"/>
                      <a:pt x="5385" y="11014"/>
                    </a:cubicBezTo>
                    <a:cubicBezTo>
                      <a:pt x="5445" y="11014"/>
                      <a:pt x="5510" y="11005"/>
                      <a:pt x="5561" y="11001"/>
                    </a:cubicBezTo>
                    <a:cubicBezTo>
                      <a:pt x="5799" y="10977"/>
                      <a:pt x="5954" y="10763"/>
                      <a:pt x="6192" y="10679"/>
                    </a:cubicBezTo>
                    <a:cubicBezTo>
                      <a:pt x="6319" y="10635"/>
                      <a:pt x="6420" y="10609"/>
                      <a:pt x="6499" y="10609"/>
                    </a:cubicBezTo>
                    <a:cubicBezTo>
                      <a:pt x="6696" y="10609"/>
                      <a:pt x="6760" y="10767"/>
                      <a:pt x="6751" y="11191"/>
                    </a:cubicBezTo>
                    <a:cubicBezTo>
                      <a:pt x="6680" y="11953"/>
                      <a:pt x="6466" y="12703"/>
                      <a:pt x="6263" y="13454"/>
                    </a:cubicBezTo>
                    <a:cubicBezTo>
                      <a:pt x="6085" y="14061"/>
                      <a:pt x="5823" y="14608"/>
                      <a:pt x="5573" y="15168"/>
                    </a:cubicBezTo>
                    <a:cubicBezTo>
                      <a:pt x="5382" y="15573"/>
                      <a:pt x="5144" y="15978"/>
                      <a:pt x="4894" y="16359"/>
                    </a:cubicBezTo>
                    <a:cubicBezTo>
                      <a:pt x="4825" y="16464"/>
                      <a:pt x="4712" y="16516"/>
                      <a:pt x="4596" y="16516"/>
                    </a:cubicBezTo>
                    <a:cubicBezTo>
                      <a:pt x="4451" y="16516"/>
                      <a:pt x="4300" y="16434"/>
                      <a:pt x="4227" y="16275"/>
                    </a:cubicBezTo>
                    <a:cubicBezTo>
                      <a:pt x="4144" y="16061"/>
                      <a:pt x="3989" y="16013"/>
                      <a:pt x="3870" y="15882"/>
                    </a:cubicBezTo>
                    <a:cubicBezTo>
                      <a:pt x="3525" y="15537"/>
                      <a:pt x="3108" y="15263"/>
                      <a:pt x="2918" y="14763"/>
                    </a:cubicBezTo>
                    <a:cubicBezTo>
                      <a:pt x="2870" y="14656"/>
                      <a:pt x="2775" y="14513"/>
                      <a:pt x="2632" y="14489"/>
                    </a:cubicBezTo>
                    <a:cubicBezTo>
                      <a:pt x="2549" y="14478"/>
                      <a:pt x="2477" y="14418"/>
                      <a:pt x="2453" y="14335"/>
                    </a:cubicBezTo>
                    <a:cubicBezTo>
                      <a:pt x="2239" y="13775"/>
                      <a:pt x="1798" y="13382"/>
                      <a:pt x="1596" y="12811"/>
                    </a:cubicBezTo>
                    <a:cubicBezTo>
                      <a:pt x="1536" y="12644"/>
                      <a:pt x="1429" y="12489"/>
                      <a:pt x="1263" y="12406"/>
                    </a:cubicBezTo>
                    <a:cubicBezTo>
                      <a:pt x="1144" y="12334"/>
                      <a:pt x="1072" y="12180"/>
                      <a:pt x="1155" y="12072"/>
                    </a:cubicBezTo>
                    <a:cubicBezTo>
                      <a:pt x="1232" y="11985"/>
                      <a:pt x="1248" y="11806"/>
                      <a:pt x="1445" y="11806"/>
                    </a:cubicBezTo>
                    <a:cubicBezTo>
                      <a:pt x="1462" y="11806"/>
                      <a:pt x="1481" y="11808"/>
                      <a:pt x="1501" y="11811"/>
                    </a:cubicBezTo>
                    <a:cubicBezTo>
                      <a:pt x="1727" y="11834"/>
                      <a:pt x="1906" y="11965"/>
                      <a:pt x="2120" y="11977"/>
                    </a:cubicBezTo>
                    <a:cubicBezTo>
                      <a:pt x="2146" y="11979"/>
                      <a:pt x="2170" y="11980"/>
                      <a:pt x="2193" y="11980"/>
                    </a:cubicBezTo>
                    <a:cubicBezTo>
                      <a:pt x="2495" y="11980"/>
                      <a:pt x="2537" y="11829"/>
                      <a:pt x="2549" y="11441"/>
                    </a:cubicBezTo>
                    <a:cubicBezTo>
                      <a:pt x="2549" y="11191"/>
                      <a:pt x="2310" y="11156"/>
                      <a:pt x="2358" y="10929"/>
                    </a:cubicBezTo>
                    <a:cubicBezTo>
                      <a:pt x="2394" y="10715"/>
                      <a:pt x="2453" y="10453"/>
                      <a:pt x="2382" y="10298"/>
                    </a:cubicBezTo>
                    <a:cubicBezTo>
                      <a:pt x="2191" y="9882"/>
                      <a:pt x="2191" y="9417"/>
                      <a:pt x="2072" y="9001"/>
                    </a:cubicBezTo>
                    <a:cubicBezTo>
                      <a:pt x="1941" y="8560"/>
                      <a:pt x="1977" y="8084"/>
                      <a:pt x="1739" y="7679"/>
                    </a:cubicBezTo>
                    <a:cubicBezTo>
                      <a:pt x="1656" y="7524"/>
                      <a:pt x="1906" y="7215"/>
                      <a:pt x="1596" y="7096"/>
                    </a:cubicBezTo>
                    <a:cubicBezTo>
                      <a:pt x="1941" y="6846"/>
                      <a:pt x="1441" y="6584"/>
                      <a:pt x="1596" y="6322"/>
                    </a:cubicBezTo>
                    <a:cubicBezTo>
                      <a:pt x="1623" y="6277"/>
                      <a:pt x="1683" y="6092"/>
                      <a:pt x="1591" y="6092"/>
                    </a:cubicBezTo>
                    <a:cubicBezTo>
                      <a:pt x="1561" y="6092"/>
                      <a:pt x="1513" y="6113"/>
                      <a:pt x="1441" y="6167"/>
                    </a:cubicBezTo>
                    <a:cubicBezTo>
                      <a:pt x="1432" y="6173"/>
                      <a:pt x="1424" y="6175"/>
                      <a:pt x="1416" y="6175"/>
                    </a:cubicBezTo>
                    <a:cubicBezTo>
                      <a:pt x="1356" y="6175"/>
                      <a:pt x="1313" y="6042"/>
                      <a:pt x="1334" y="6000"/>
                    </a:cubicBezTo>
                    <a:cubicBezTo>
                      <a:pt x="1453" y="5738"/>
                      <a:pt x="1394" y="5334"/>
                      <a:pt x="1334" y="5250"/>
                    </a:cubicBezTo>
                    <a:cubicBezTo>
                      <a:pt x="1167" y="5012"/>
                      <a:pt x="1489" y="4643"/>
                      <a:pt x="1132" y="4524"/>
                    </a:cubicBezTo>
                    <a:cubicBezTo>
                      <a:pt x="1120" y="4512"/>
                      <a:pt x="1120" y="4405"/>
                      <a:pt x="1132" y="4405"/>
                    </a:cubicBezTo>
                    <a:cubicBezTo>
                      <a:pt x="1394" y="4262"/>
                      <a:pt x="1167" y="4119"/>
                      <a:pt x="1155" y="3952"/>
                    </a:cubicBezTo>
                    <a:cubicBezTo>
                      <a:pt x="1108" y="3309"/>
                      <a:pt x="846" y="2702"/>
                      <a:pt x="905" y="2035"/>
                    </a:cubicBezTo>
                    <a:cubicBezTo>
                      <a:pt x="913" y="1868"/>
                      <a:pt x="955" y="1802"/>
                      <a:pt x="1025" y="1802"/>
                    </a:cubicBezTo>
                    <a:cubicBezTo>
                      <a:pt x="1064" y="1802"/>
                      <a:pt x="1112" y="1823"/>
                      <a:pt x="1167" y="1857"/>
                    </a:cubicBezTo>
                    <a:cubicBezTo>
                      <a:pt x="1263" y="1905"/>
                      <a:pt x="1346" y="1988"/>
                      <a:pt x="1441" y="2035"/>
                    </a:cubicBezTo>
                    <a:cubicBezTo>
                      <a:pt x="1906" y="2333"/>
                      <a:pt x="2358" y="2643"/>
                      <a:pt x="2846" y="2893"/>
                    </a:cubicBezTo>
                    <a:cubicBezTo>
                      <a:pt x="2964" y="2952"/>
                      <a:pt x="3068" y="2979"/>
                      <a:pt x="3162" y="2979"/>
                    </a:cubicBezTo>
                    <a:cubicBezTo>
                      <a:pt x="3411" y="2979"/>
                      <a:pt x="3595" y="2790"/>
                      <a:pt x="3811" y="2488"/>
                    </a:cubicBezTo>
                    <a:cubicBezTo>
                      <a:pt x="4096" y="2071"/>
                      <a:pt x="4346" y="1595"/>
                      <a:pt x="4787" y="1333"/>
                    </a:cubicBezTo>
                    <a:cubicBezTo>
                      <a:pt x="4842" y="1301"/>
                      <a:pt x="4919" y="1280"/>
                      <a:pt x="4985" y="1280"/>
                    </a:cubicBezTo>
                    <a:close/>
                    <a:moveTo>
                      <a:pt x="5405" y="0"/>
                    </a:moveTo>
                    <a:cubicBezTo>
                      <a:pt x="5301" y="0"/>
                      <a:pt x="5179" y="25"/>
                      <a:pt x="5037" y="71"/>
                    </a:cubicBezTo>
                    <a:cubicBezTo>
                      <a:pt x="4775" y="154"/>
                      <a:pt x="4668" y="369"/>
                      <a:pt x="4454" y="476"/>
                    </a:cubicBezTo>
                    <a:cubicBezTo>
                      <a:pt x="3942" y="750"/>
                      <a:pt x="3620" y="1309"/>
                      <a:pt x="3299" y="1774"/>
                    </a:cubicBezTo>
                    <a:cubicBezTo>
                      <a:pt x="3156" y="1980"/>
                      <a:pt x="3043" y="2038"/>
                      <a:pt x="2920" y="2038"/>
                    </a:cubicBezTo>
                    <a:cubicBezTo>
                      <a:pt x="2837" y="2038"/>
                      <a:pt x="2749" y="2012"/>
                      <a:pt x="2644" y="1988"/>
                    </a:cubicBezTo>
                    <a:cubicBezTo>
                      <a:pt x="2394" y="1940"/>
                      <a:pt x="2418" y="1571"/>
                      <a:pt x="2203" y="1547"/>
                    </a:cubicBezTo>
                    <a:cubicBezTo>
                      <a:pt x="1834" y="1500"/>
                      <a:pt x="1596" y="1238"/>
                      <a:pt x="1310" y="1035"/>
                    </a:cubicBezTo>
                    <a:cubicBezTo>
                      <a:pt x="1182" y="934"/>
                      <a:pt x="1001" y="875"/>
                      <a:pt x="840" y="875"/>
                    </a:cubicBezTo>
                    <a:cubicBezTo>
                      <a:pt x="716" y="875"/>
                      <a:pt x="604" y="910"/>
                      <a:pt x="536" y="988"/>
                    </a:cubicBezTo>
                    <a:cubicBezTo>
                      <a:pt x="298" y="1273"/>
                      <a:pt x="1" y="1654"/>
                      <a:pt x="120" y="2107"/>
                    </a:cubicBezTo>
                    <a:cubicBezTo>
                      <a:pt x="274" y="2750"/>
                      <a:pt x="263" y="3417"/>
                      <a:pt x="441" y="4048"/>
                    </a:cubicBezTo>
                    <a:cubicBezTo>
                      <a:pt x="501" y="4250"/>
                      <a:pt x="608" y="4500"/>
                      <a:pt x="572" y="4714"/>
                    </a:cubicBezTo>
                    <a:cubicBezTo>
                      <a:pt x="477" y="5357"/>
                      <a:pt x="727" y="5953"/>
                      <a:pt x="858" y="6548"/>
                    </a:cubicBezTo>
                    <a:cubicBezTo>
                      <a:pt x="1025" y="7346"/>
                      <a:pt x="1072" y="8191"/>
                      <a:pt x="1334" y="8989"/>
                    </a:cubicBezTo>
                    <a:cubicBezTo>
                      <a:pt x="1477" y="9429"/>
                      <a:pt x="1525" y="9977"/>
                      <a:pt x="1560" y="10489"/>
                    </a:cubicBezTo>
                    <a:cubicBezTo>
                      <a:pt x="1608" y="11037"/>
                      <a:pt x="1632" y="11037"/>
                      <a:pt x="1120" y="11108"/>
                    </a:cubicBezTo>
                    <a:cubicBezTo>
                      <a:pt x="429" y="11203"/>
                      <a:pt x="370" y="11430"/>
                      <a:pt x="453" y="12156"/>
                    </a:cubicBezTo>
                    <a:cubicBezTo>
                      <a:pt x="513" y="12727"/>
                      <a:pt x="834" y="13120"/>
                      <a:pt x="1060" y="13537"/>
                    </a:cubicBezTo>
                    <a:cubicBezTo>
                      <a:pt x="1394" y="14144"/>
                      <a:pt x="1798" y="14763"/>
                      <a:pt x="2298" y="15263"/>
                    </a:cubicBezTo>
                    <a:cubicBezTo>
                      <a:pt x="2303" y="15268"/>
                      <a:pt x="2310" y="15270"/>
                      <a:pt x="2318" y="15270"/>
                    </a:cubicBezTo>
                    <a:cubicBezTo>
                      <a:pt x="2329" y="15270"/>
                      <a:pt x="2343" y="15266"/>
                      <a:pt x="2357" y="15266"/>
                    </a:cubicBezTo>
                    <a:cubicBezTo>
                      <a:pt x="2379" y="15266"/>
                      <a:pt x="2400" y="15275"/>
                      <a:pt x="2406" y="15323"/>
                    </a:cubicBezTo>
                    <a:cubicBezTo>
                      <a:pt x="2465" y="15751"/>
                      <a:pt x="2822" y="15930"/>
                      <a:pt x="3049" y="16204"/>
                    </a:cubicBezTo>
                    <a:cubicBezTo>
                      <a:pt x="3275" y="16478"/>
                      <a:pt x="3561" y="16740"/>
                      <a:pt x="3834" y="16990"/>
                    </a:cubicBezTo>
                    <a:cubicBezTo>
                      <a:pt x="4024" y="17160"/>
                      <a:pt x="4416" y="17372"/>
                      <a:pt x="4678" y="17372"/>
                    </a:cubicBezTo>
                    <a:cubicBezTo>
                      <a:pt x="4727" y="17372"/>
                      <a:pt x="4773" y="17364"/>
                      <a:pt x="4811" y="17347"/>
                    </a:cubicBezTo>
                    <a:cubicBezTo>
                      <a:pt x="5394" y="17061"/>
                      <a:pt x="5727" y="16454"/>
                      <a:pt x="5989" y="15894"/>
                    </a:cubicBezTo>
                    <a:cubicBezTo>
                      <a:pt x="6180" y="15501"/>
                      <a:pt x="6323" y="15013"/>
                      <a:pt x="6549" y="14692"/>
                    </a:cubicBezTo>
                    <a:cubicBezTo>
                      <a:pt x="6966" y="14097"/>
                      <a:pt x="7013" y="13394"/>
                      <a:pt x="7263" y="12751"/>
                    </a:cubicBezTo>
                    <a:cubicBezTo>
                      <a:pt x="7478" y="12203"/>
                      <a:pt x="7513" y="11560"/>
                      <a:pt x="7525" y="10953"/>
                    </a:cubicBezTo>
                    <a:cubicBezTo>
                      <a:pt x="7525" y="10632"/>
                      <a:pt x="7609" y="10227"/>
                      <a:pt x="7240" y="9941"/>
                    </a:cubicBezTo>
                    <a:cubicBezTo>
                      <a:pt x="7023" y="9779"/>
                      <a:pt x="6826" y="9670"/>
                      <a:pt x="6623" y="9670"/>
                    </a:cubicBezTo>
                    <a:cubicBezTo>
                      <a:pt x="6470" y="9670"/>
                      <a:pt x="6314" y="9733"/>
                      <a:pt x="6144" y="9882"/>
                    </a:cubicBezTo>
                    <a:cubicBezTo>
                      <a:pt x="6071" y="9940"/>
                      <a:pt x="6002" y="9966"/>
                      <a:pt x="5943" y="9966"/>
                    </a:cubicBezTo>
                    <a:cubicBezTo>
                      <a:pt x="5822" y="9966"/>
                      <a:pt x="5743" y="9852"/>
                      <a:pt x="5751" y="9667"/>
                    </a:cubicBezTo>
                    <a:cubicBezTo>
                      <a:pt x="5763" y="8632"/>
                      <a:pt x="5787" y="7596"/>
                      <a:pt x="5787" y="6560"/>
                    </a:cubicBezTo>
                    <a:cubicBezTo>
                      <a:pt x="5775" y="5595"/>
                      <a:pt x="5787" y="4643"/>
                      <a:pt x="5775" y="3679"/>
                    </a:cubicBezTo>
                    <a:cubicBezTo>
                      <a:pt x="5751" y="2714"/>
                      <a:pt x="5918" y="1762"/>
                      <a:pt x="5835" y="785"/>
                    </a:cubicBezTo>
                    <a:cubicBezTo>
                      <a:pt x="5862" y="236"/>
                      <a:pt x="5725" y="0"/>
                      <a:pt x="540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29"/>
              <p:cNvSpPr/>
              <p:nvPr/>
            </p:nvSpPr>
            <p:spPr>
              <a:xfrm>
                <a:off x="3610885" y="2299100"/>
                <a:ext cx="117147" cy="301749"/>
              </a:xfrm>
              <a:custGeom>
                <a:rect b="b" l="l" r="r" t="t"/>
                <a:pathLst>
                  <a:path extrusionOk="0" h="15236" w="5915">
                    <a:moveTo>
                      <a:pt x="4140" y="0"/>
                    </a:moveTo>
                    <a:cubicBezTo>
                      <a:pt x="4074" y="0"/>
                      <a:pt x="3997" y="21"/>
                      <a:pt x="3942" y="53"/>
                    </a:cubicBezTo>
                    <a:cubicBezTo>
                      <a:pt x="3501" y="315"/>
                      <a:pt x="3251" y="791"/>
                      <a:pt x="2966" y="1208"/>
                    </a:cubicBezTo>
                    <a:cubicBezTo>
                      <a:pt x="2750" y="1510"/>
                      <a:pt x="2566" y="1699"/>
                      <a:pt x="2317" y="1699"/>
                    </a:cubicBezTo>
                    <a:cubicBezTo>
                      <a:pt x="2223" y="1699"/>
                      <a:pt x="2119" y="1672"/>
                      <a:pt x="2001" y="1613"/>
                    </a:cubicBezTo>
                    <a:cubicBezTo>
                      <a:pt x="1513" y="1363"/>
                      <a:pt x="1061" y="1053"/>
                      <a:pt x="596" y="755"/>
                    </a:cubicBezTo>
                    <a:cubicBezTo>
                      <a:pt x="501" y="708"/>
                      <a:pt x="418" y="625"/>
                      <a:pt x="322" y="577"/>
                    </a:cubicBezTo>
                    <a:cubicBezTo>
                      <a:pt x="267" y="543"/>
                      <a:pt x="219" y="522"/>
                      <a:pt x="180" y="522"/>
                    </a:cubicBezTo>
                    <a:cubicBezTo>
                      <a:pt x="110" y="522"/>
                      <a:pt x="68" y="588"/>
                      <a:pt x="60" y="755"/>
                    </a:cubicBezTo>
                    <a:cubicBezTo>
                      <a:pt x="1" y="1422"/>
                      <a:pt x="263" y="2029"/>
                      <a:pt x="310" y="2672"/>
                    </a:cubicBezTo>
                    <a:cubicBezTo>
                      <a:pt x="322" y="2839"/>
                      <a:pt x="549" y="2982"/>
                      <a:pt x="287" y="3125"/>
                    </a:cubicBezTo>
                    <a:cubicBezTo>
                      <a:pt x="275" y="3125"/>
                      <a:pt x="275" y="3232"/>
                      <a:pt x="287" y="3244"/>
                    </a:cubicBezTo>
                    <a:cubicBezTo>
                      <a:pt x="644" y="3363"/>
                      <a:pt x="322" y="3732"/>
                      <a:pt x="489" y="3970"/>
                    </a:cubicBezTo>
                    <a:cubicBezTo>
                      <a:pt x="549" y="4054"/>
                      <a:pt x="608" y="4458"/>
                      <a:pt x="489" y="4720"/>
                    </a:cubicBezTo>
                    <a:cubicBezTo>
                      <a:pt x="468" y="4762"/>
                      <a:pt x="511" y="4895"/>
                      <a:pt x="571" y="4895"/>
                    </a:cubicBezTo>
                    <a:cubicBezTo>
                      <a:pt x="579" y="4895"/>
                      <a:pt x="587" y="4893"/>
                      <a:pt x="596" y="4887"/>
                    </a:cubicBezTo>
                    <a:cubicBezTo>
                      <a:pt x="668" y="4833"/>
                      <a:pt x="716" y="4812"/>
                      <a:pt x="746" y="4812"/>
                    </a:cubicBezTo>
                    <a:cubicBezTo>
                      <a:pt x="838" y="4812"/>
                      <a:pt x="778" y="4997"/>
                      <a:pt x="751" y="5042"/>
                    </a:cubicBezTo>
                    <a:cubicBezTo>
                      <a:pt x="596" y="5304"/>
                      <a:pt x="1096" y="5566"/>
                      <a:pt x="751" y="5816"/>
                    </a:cubicBezTo>
                    <a:cubicBezTo>
                      <a:pt x="1061" y="5935"/>
                      <a:pt x="811" y="6244"/>
                      <a:pt x="894" y="6399"/>
                    </a:cubicBezTo>
                    <a:cubicBezTo>
                      <a:pt x="1132" y="6804"/>
                      <a:pt x="1096" y="7280"/>
                      <a:pt x="1227" y="7721"/>
                    </a:cubicBezTo>
                    <a:cubicBezTo>
                      <a:pt x="1346" y="8137"/>
                      <a:pt x="1346" y="8602"/>
                      <a:pt x="1537" y="9018"/>
                    </a:cubicBezTo>
                    <a:cubicBezTo>
                      <a:pt x="1608" y="9173"/>
                      <a:pt x="1549" y="9435"/>
                      <a:pt x="1513" y="9649"/>
                    </a:cubicBezTo>
                    <a:cubicBezTo>
                      <a:pt x="1465" y="9876"/>
                      <a:pt x="1704" y="9911"/>
                      <a:pt x="1704" y="10161"/>
                    </a:cubicBezTo>
                    <a:cubicBezTo>
                      <a:pt x="1692" y="10549"/>
                      <a:pt x="1650" y="10700"/>
                      <a:pt x="1348" y="10700"/>
                    </a:cubicBezTo>
                    <a:cubicBezTo>
                      <a:pt x="1325" y="10700"/>
                      <a:pt x="1301" y="10699"/>
                      <a:pt x="1275" y="10697"/>
                    </a:cubicBezTo>
                    <a:cubicBezTo>
                      <a:pt x="1061" y="10685"/>
                      <a:pt x="882" y="10554"/>
                      <a:pt x="656" y="10531"/>
                    </a:cubicBezTo>
                    <a:cubicBezTo>
                      <a:pt x="636" y="10528"/>
                      <a:pt x="617" y="10526"/>
                      <a:pt x="600" y="10526"/>
                    </a:cubicBezTo>
                    <a:cubicBezTo>
                      <a:pt x="403" y="10526"/>
                      <a:pt x="387" y="10705"/>
                      <a:pt x="310" y="10792"/>
                    </a:cubicBezTo>
                    <a:cubicBezTo>
                      <a:pt x="227" y="10900"/>
                      <a:pt x="299" y="11054"/>
                      <a:pt x="418" y="11126"/>
                    </a:cubicBezTo>
                    <a:cubicBezTo>
                      <a:pt x="584" y="11209"/>
                      <a:pt x="691" y="11364"/>
                      <a:pt x="751" y="11531"/>
                    </a:cubicBezTo>
                    <a:cubicBezTo>
                      <a:pt x="953" y="12102"/>
                      <a:pt x="1394" y="12495"/>
                      <a:pt x="1608" y="13055"/>
                    </a:cubicBezTo>
                    <a:cubicBezTo>
                      <a:pt x="1632" y="13138"/>
                      <a:pt x="1704" y="13198"/>
                      <a:pt x="1787" y="13209"/>
                    </a:cubicBezTo>
                    <a:cubicBezTo>
                      <a:pt x="1930" y="13233"/>
                      <a:pt x="2025" y="13376"/>
                      <a:pt x="2073" y="13483"/>
                    </a:cubicBezTo>
                    <a:cubicBezTo>
                      <a:pt x="2263" y="13983"/>
                      <a:pt x="2680" y="14257"/>
                      <a:pt x="3025" y="14602"/>
                    </a:cubicBezTo>
                    <a:cubicBezTo>
                      <a:pt x="3144" y="14733"/>
                      <a:pt x="3299" y="14781"/>
                      <a:pt x="3382" y="14995"/>
                    </a:cubicBezTo>
                    <a:cubicBezTo>
                      <a:pt x="3455" y="15154"/>
                      <a:pt x="3606" y="15236"/>
                      <a:pt x="3751" y="15236"/>
                    </a:cubicBezTo>
                    <a:cubicBezTo>
                      <a:pt x="3867" y="15236"/>
                      <a:pt x="3980" y="15184"/>
                      <a:pt x="4049" y="15079"/>
                    </a:cubicBezTo>
                    <a:cubicBezTo>
                      <a:pt x="4299" y="14698"/>
                      <a:pt x="4537" y="14293"/>
                      <a:pt x="4728" y="13888"/>
                    </a:cubicBezTo>
                    <a:cubicBezTo>
                      <a:pt x="4978" y="13328"/>
                      <a:pt x="5240" y="12781"/>
                      <a:pt x="5418" y="12174"/>
                    </a:cubicBezTo>
                    <a:cubicBezTo>
                      <a:pt x="5621" y="11423"/>
                      <a:pt x="5835" y="10673"/>
                      <a:pt x="5906" y="9911"/>
                    </a:cubicBezTo>
                    <a:cubicBezTo>
                      <a:pt x="5915" y="9487"/>
                      <a:pt x="5851" y="9329"/>
                      <a:pt x="5654" y="9329"/>
                    </a:cubicBezTo>
                    <a:cubicBezTo>
                      <a:pt x="5575" y="9329"/>
                      <a:pt x="5474" y="9355"/>
                      <a:pt x="5347" y="9399"/>
                    </a:cubicBezTo>
                    <a:cubicBezTo>
                      <a:pt x="5109" y="9483"/>
                      <a:pt x="4954" y="9697"/>
                      <a:pt x="4716" y="9721"/>
                    </a:cubicBezTo>
                    <a:cubicBezTo>
                      <a:pt x="4665" y="9725"/>
                      <a:pt x="4600" y="9734"/>
                      <a:pt x="4540" y="9734"/>
                    </a:cubicBezTo>
                    <a:cubicBezTo>
                      <a:pt x="4445" y="9734"/>
                      <a:pt x="4363" y="9713"/>
                      <a:pt x="4371" y="9626"/>
                    </a:cubicBezTo>
                    <a:cubicBezTo>
                      <a:pt x="4418" y="9340"/>
                      <a:pt x="4156" y="9292"/>
                      <a:pt x="4109" y="9090"/>
                    </a:cubicBezTo>
                    <a:cubicBezTo>
                      <a:pt x="4085" y="9007"/>
                      <a:pt x="3990" y="8935"/>
                      <a:pt x="4061" y="8816"/>
                    </a:cubicBezTo>
                    <a:cubicBezTo>
                      <a:pt x="4180" y="8602"/>
                      <a:pt x="4156" y="8352"/>
                      <a:pt x="4156" y="8114"/>
                    </a:cubicBezTo>
                    <a:cubicBezTo>
                      <a:pt x="4144" y="7078"/>
                      <a:pt x="4120" y="6030"/>
                      <a:pt x="4144" y="5006"/>
                    </a:cubicBezTo>
                    <a:cubicBezTo>
                      <a:pt x="4156" y="4089"/>
                      <a:pt x="4097" y="3161"/>
                      <a:pt x="4156" y="2244"/>
                    </a:cubicBezTo>
                    <a:cubicBezTo>
                      <a:pt x="4192" y="1601"/>
                      <a:pt x="4299" y="958"/>
                      <a:pt x="4228" y="303"/>
                    </a:cubicBezTo>
                    <a:cubicBezTo>
                      <a:pt x="4228" y="208"/>
                      <a:pt x="4394" y="89"/>
                      <a:pt x="4228" y="17"/>
                    </a:cubicBezTo>
                    <a:cubicBezTo>
                      <a:pt x="4204" y="5"/>
                      <a:pt x="4173" y="0"/>
                      <a:pt x="414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29"/>
              <p:cNvSpPr/>
              <p:nvPr/>
            </p:nvSpPr>
            <p:spPr>
              <a:xfrm>
                <a:off x="3482408" y="1705931"/>
                <a:ext cx="339492" cy="264901"/>
              </a:xfrm>
              <a:custGeom>
                <a:rect b="b" l="l" r="r" t="t"/>
                <a:pathLst>
                  <a:path extrusionOk="0" h="8502" w="10896">
                    <a:moveTo>
                      <a:pt x="7303" y="849"/>
                    </a:moveTo>
                    <a:cubicBezTo>
                      <a:pt x="8238" y="849"/>
                      <a:pt x="9142" y="1332"/>
                      <a:pt x="9371" y="2331"/>
                    </a:cubicBezTo>
                    <a:cubicBezTo>
                      <a:pt x="9716" y="3760"/>
                      <a:pt x="8931" y="5105"/>
                      <a:pt x="7609" y="5367"/>
                    </a:cubicBezTo>
                    <a:cubicBezTo>
                      <a:pt x="7502" y="5382"/>
                      <a:pt x="7395" y="5389"/>
                      <a:pt x="7289" y="5389"/>
                    </a:cubicBezTo>
                    <a:cubicBezTo>
                      <a:pt x="6215" y="5389"/>
                      <a:pt x="5271" y="4644"/>
                      <a:pt x="4978" y="3700"/>
                    </a:cubicBezTo>
                    <a:cubicBezTo>
                      <a:pt x="4871" y="3189"/>
                      <a:pt x="4918" y="2629"/>
                      <a:pt x="5109" y="2117"/>
                    </a:cubicBezTo>
                    <a:cubicBezTo>
                      <a:pt x="5180" y="1962"/>
                      <a:pt x="5275" y="1831"/>
                      <a:pt x="5395" y="1676"/>
                    </a:cubicBezTo>
                    <a:cubicBezTo>
                      <a:pt x="5858" y="1130"/>
                      <a:pt x="6590" y="849"/>
                      <a:pt x="7303" y="849"/>
                    </a:cubicBezTo>
                    <a:close/>
                    <a:moveTo>
                      <a:pt x="5930" y="891"/>
                    </a:moveTo>
                    <a:cubicBezTo>
                      <a:pt x="5335" y="1200"/>
                      <a:pt x="4847" y="1712"/>
                      <a:pt x="4680" y="2379"/>
                    </a:cubicBezTo>
                    <a:cubicBezTo>
                      <a:pt x="4513" y="2927"/>
                      <a:pt x="4561" y="3498"/>
                      <a:pt x="4752" y="3986"/>
                    </a:cubicBezTo>
                    <a:cubicBezTo>
                      <a:pt x="4883" y="4486"/>
                      <a:pt x="5168" y="4939"/>
                      <a:pt x="5609" y="5260"/>
                    </a:cubicBezTo>
                    <a:cubicBezTo>
                      <a:pt x="6043" y="5571"/>
                      <a:pt x="6598" y="5725"/>
                      <a:pt x="7155" y="5725"/>
                    </a:cubicBezTo>
                    <a:cubicBezTo>
                      <a:pt x="8051" y="5725"/>
                      <a:pt x="8953" y="5326"/>
                      <a:pt x="9371" y="4534"/>
                    </a:cubicBezTo>
                    <a:cubicBezTo>
                      <a:pt x="9788" y="3772"/>
                      <a:pt x="9883" y="2748"/>
                      <a:pt x="9574" y="1926"/>
                    </a:cubicBezTo>
                    <a:lnTo>
                      <a:pt x="9574" y="1926"/>
                    </a:lnTo>
                    <a:cubicBezTo>
                      <a:pt x="10002" y="2677"/>
                      <a:pt x="9943" y="3641"/>
                      <a:pt x="9586" y="4486"/>
                    </a:cubicBezTo>
                    <a:cubicBezTo>
                      <a:pt x="8973" y="5360"/>
                      <a:pt x="7856" y="5926"/>
                      <a:pt x="6788" y="5926"/>
                    </a:cubicBezTo>
                    <a:cubicBezTo>
                      <a:pt x="6300" y="5926"/>
                      <a:pt x="5821" y="5808"/>
                      <a:pt x="5406" y="5546"/>
                    </a:cubicBezTo>
                    <a:cubicBezTo>
                      <a:pt x="5097" y="5165"/>
                      <a:pt x="4847" y="4713"/>
                      <a:pt x="4692" y="4248"/>
                    </a:cubicBezTo>
                    <a:cubicBezTo>
                      <a:pt x="4585" y="3951"/>
                      <a:pt x="4502" y="3653"/>
                      <a:pt x="4454" y="3343"/>
                    </a:cubicBezTo>
                    <a:cubicBezTo>
                      <a:pt x="4478" y="3331"/>
                      <a:pt x="4513" y="3284"/>
                      <a:pt x="4513" y="3260"/>
                    </a:cubicBezTo>
                    <a:cubicBezTo>
                      <a:pt x="4525" y="2558"/>
                      <a:pt x="4740" y="1903"/>
                      <a:pt x="5097" y="1379"/>
                    </a:cubicBezTo>
                    <a:cubicBezTo>
                      <a:pt x="5347" y="1176"/>
                      <a:pt x="5633" y="1010"/>
                      <a:pt x="5930" y="891"/>
                    </a:cubicBezTo>
                    <a:close/>
                    <a:moveTo>
                      <a:pt x="8728" y="5725"/>
                    </a:moveTo>
                    <a:lnTo>
                      <a:pt x="8728" y="5725"/>
                    </a:lnTo>
                    <a:cubicBezTo>
                      <a:pt x="8466" y="5963"/>
                      <a:pt x="8169" y="6165"/>
                      <a:pt x="7859" y="6296"/>
                    </a:cubicBezTo>
                    <a:cubicBezTo>
                      <a:pt x="7586" y="6411"/>
                      <a:pt x="7326" y="6463"/>
                      <a:pt x="7080" y="6463"/>
                    </a:cubicBezTo>
                    <a:cubicBezTo>
                      <a:pt x="6716" y="6463"/>
                      <a:pt x="6384" y="6350"/>
                      <a:pt x="6085" y="6165"/>
                    </a:cubicBezTo>
                    <a:lnTo>
                      <a:pt x="6085" y="6165"/>
                    </a:lnTo>
                    <a:cubicBezTo>
                      <a:pt x="6322" y="6217"/>
                      <a:pt x="6566" y="6242"/>
                      <a:pt x="6813" y="6242"/>
                    </a:cubicBezTo>
                    <a:cubicBezTo>
                      <a:pt x="7469" y="6242"/>
                      <a:pt x="8140" y="6062"/>
                      <a:pt x="8728" y="5725"/>
                    </a:cubicBezTo>
                    <a:close/>
                    <a:moveTo>
                      <a:pt x="4216" y="4689"/>
                    </a:moveTo>
                    <a:cubicBezTo>
                      <a:pt x="4228" y="4713"/>
                      <a:pt x="4240" y="4724"/>
                      <a:pt x="4240" y="4760"/>
                    </a:cubicBezTo>
                    <a:cubicBezTo>
                      <a:pt x="3680" y="4998"/>
                      <a:pt x="3228" y="5415"/>
                      <a:pt x="2787" y="5820"/>
                    </a:cubicBezTo>
                    <a:cubicBezTo>
                      <a:pt x="2370" y="6189"/>
                      <a:pt x="1942" y="6522"/>
                      <a:pt x="1537" y="6903"/>
                    </a:cubicBezTo>
                    <a:cubicBezTo>
                      <a:pt x="1858" y="6487"/>
                      <a:pt x="2323" y="6106"/>
                      <a:pt x="2537" y="5915"/>
                    </a:cubicBezTo>
                    <a:cubicBezTo>
                      <a:pt x="3049" y="5475"/>
                      <a:pt x="3620" y="5058"/>
                      <a:pt x="4216" y="4689"/>
                    </a:cubicBezTo>
                    <a:close/>
                    <a:moveTo>
                      <a:pt x="4418" y="4927"/>
                    </a:moveTo>
                    <a:cubicBezTo>
                      <a:pt x="4561" y="5129"/>
                      <a:pt x="4716" y="5332"/>
                      <a:pt x="4883" y="5486"/>
                    </a:cubicBezTo>
                    <a:lnTo>
                      <a:pt x="4799" y="5665"/>
                    </a:lnTo>
                    <a:lnTo>
                      <a:pt x="4716" y="5594"/>
                    </a:lnTo>
                    <a:cubicBezTo>
                      <a:pt x="4621" y="5486"/>
                      <a:pt x="4525" y="5367"/>
                      <a:pt x="4418" y="5284"/>
                    </a:cubicBezTo>
                    <a:cubicBezTo>
                      <a:pt x="4406" y="5278"/>
                      <a:pt x="4391" y="5275"/>
                      <a:pt x="4378" y="5275"/>
                    </a:cubicBezTo>
                    <a:cubicBezTo>
                      <a:pt x="4365" y="5275"/>
                      <a:pt x="4353" y="5278"/>
                      <a:pt x="4347" y="5284"/>
                    </a:cubicBezTo>
                    <a:cubicBezTo>
                      <a:pt x="4275" y="5344"/>
                      <a:pt x="4240" y="5403"/>
                      <a:pt x="4204" y="5475"/>
                    </a:cubicBezTo>
                    <a:cubicBezTo>
                      <a:pt x="4178" y="5509"/>
                      <a:pt x="4209" y="5531"/>
                      <a:pt x="4237" y="5531"/>
                    </a:cubicBezTo>
                    <a:cubicBezTo>
                      <a:pt x="4247" y="5531"/>
                      <a:pt x="4257" y="5529"/>
                      <a:pt x="4263" y="5522"/>
                    </a:cubicBezTo>
                    <a:cubicBezTo>
                      <a:pt x="4287" y="5475"/>
                      <a:pt x="4323" y="5415"/>
                      <a:pt x="4359" y="5379"/>
                    </a:cubicBezTo>
                    <a:cubicBezTo>
                      <a:pt x="4442" y="5486"/>
                      <a:pt x="4525" y="5582"/>
                      <a:pt x="4597" y="5665"/>
                    </a:cubicBezTo>
                    <a:cubicBezTo>
                      <a:pt x="4633" y="5701"/>
                      <a:pt x="4656" y="5736"/>
                      <a:pt x="4704" y="5784"/>
                    </a:cubicBezTo>
                    <a:cubicBezTo>
                      <a:pt x="4585" y="5844"/>
                      <a:pt x="4525" y="5903"/>
                      <a:pt x="4466" y="5951"/>
                    </a:cubicBezTo>
                    <a:cubicBezTo>
                      <a:pt x="4406" y="5903"/>
                      <a:pt x="4335" y="5903"/>
                      <a:pt x="4275" y="5867"/>
                    </a:cubicBezTo>
                    <a:cubicBezTo>
                      <a:pt x="4180" y="5808"/>
                      <a:pt x="4121" y="5713"/>
                      <a:pt x="4061" y="5617"/>
                    </a:cubicBezTo>
                    <a:cubicBezTo>
                      <a:pt x="4054" y="5607"/>
                      <a:pt x="4045" y="5603"/>
                      <a:pt x="4035" y="5603"/>
                    </a:cubicBezTo>
                    <a:cubicBezTo>
                      <a:pt x="4009" y="5603"/>
                      <a:pt x="3981" y="5631"/>
                      <a:pt x="3990" y="5665"/>
                    </a:cubicBezTo>
                    <a:cubicBezTo>
                      <a:pt x="4037" y="5772"/>
                      <a:pt x="4204" y="6034"/>
                      <a:pt x="4359" y="6058"/>
                    </a:cubicBezTo>
                    <a:cubicBezTo>
                      <a:pt x="4287" y="6117"/>
                      <a:pt x="4216" y="6177"/>
                      <a:pt x="4144" y="6213"/>
                    </a:cubicBezTo>
                    <a:cubicBezTo>
                      <a:pt x="4049" y="6189"/>
                      <a:pt x="3978" y="6165"/>
                      <a:pt x="3906" y="6106"/>
                    </a:cubicBezTo>
                    <a:cubicBezTo>
                      <a:pt x="3799" y="6022"/>
                      <a:pt x="3704" y="5915"/>
                      <a:pt x="3632" y="5820"/>
                    </a:cubicBezTo>
                    <a:cubicBezTo>
                      <a:pt x="3626" y="5807"/>
                      <a:pt x="3616" y="5802"/>
                      <a:pt x="3605" y="5802"/>
                    </a:cubicBezTo>
                    <a:cubicBezTo>
                      <a:pt x="3573" y="5802"/>
                      <a:pt x="3534" y="5844"/>
                      <a:pt x="3561" y="5879"/>
                    </a:cubicBezTo>
                    <a:cubicBezTo>
                      <a:pt x="3632" y="5998"/>
                      <a:pt x="3811" y="6260"/>
                      <a:pt x="3990" y="6320"/>
                    </a:cubicBezTo>
                    <a:cubicBezTo>
                      <a:pt x="3882" y="6379"/>
                      <a:pt x="3799" y="6439"/>
                      <a:pt x="3704" y="6498"/>
                    </a:cubicBezTo>
                    <a:cubicBezTo>
                      <a:pt x="3680" y="6475"/>
                      <a:pt x="3644" y="6463"/>
                      <a:pt x="3620" y="6427"/>
                    </a:cubicBezTo>
                    <a:cubicBezTo>
                      <a:pt x="3501" y="6320"/>
                      <a:pt x="3406" y="6201"/>
                      <a:pt x="3287" y="6082"/>
                    </a:cubicBezTo>
                    <a:cubicBezTo>
                      <a:pt x="3279" y="6074"/>
                      <a:pt x="3270" y="6071"/>
                      <a:pt x="3262" y="6071"/>
                    </a:cubicBezTo>
                    <a:cubicBezTo>
                      <a:pt x="3230" y="6071"/>
                      <a:pt x="3200" y="6113"/>
                      <a:pt x="3228" y="6141"/>
                    </a:cubicBezTo>
                    <a:cubicBezTo>
                      <a:pt x="3347" y="6284"/>
                      <a:pt x="3454" y="6439"/>
                      <a:pt x="3585" y="6582"/>
                    </a:cubicBezTo>
                    <a:cubicBezTo>
                      <a:pt x="3525" y="6618"/>
                      <a:pt x="3454" y="6653"/>
                      <a:pt x="3406" y="6701"/>
                    </a:cubicBezTo>
                    <a:cubicBezTo>
                      <a:pt x="3394" y="6713"/>
                      <a:pt x="3382" y="6713"/>
                      <a:pt x="3382" y="6725"/>
                    </a:cubicBezTo>
                    <a:cubicBezTo>
                      <a:pt x="3335" y="6701"/>
                      <a:pt x="3287" y="6653"/>
                      <a:pt x="3251" y="6618"/>
                    </a:cubicBezTo>
                    <a:cubicBezTo>
                      <a:pt x="3144" y="6534"/>
                      <a:pt x="3049" y="6427"/>
                      <a:pt x="2978" y="6308"/>
                    </a:cubicBezTo>
                    <a:cubicBezTo>
                      <a:pt x="2964" y="6291"/>
                      <a:pt x="2947" y="6283"/>
                      <a:pt x="2931" y="6283"/>
                    </a:cubicBezTo>
                    <a:cubicBezTo>
                      <a:pt x="2892" y="6283"/>
                      <a:pt x="2861" y="6325"/>
                      <a:pt x="2894" y="6367"/>
                    </a:cubicBezTo>
                    <a:cubicBezTo>
                      <a:pt x="2966" y="6498"/>
                      <a:pt x="3049" y="6618"/>
                      <a:pt x="3168" y="6725"/>
                    </a:cubicBezTo>
                    <a:lnTo>
                      <a:pt x="3263" y="6808"/>
                    </a:lnTo>
                    <a:cubicBezTo>
                      <a:pt x="3204" y="6856"/>
                      <a:pt x="3144" y="6891"/>
                      <a:pt x="3097" y="6927"/>
                    </a:cubicBezTo>
                    <a:cubicBezTo>
                      <a:pt x="3061" y="6903"/>
                      <a:pt x="3025" y="6868"/>
                      <a:pt x="2989" y="6844"/>
                    </a:cubicBezTo>
                    <a:cubicBezTo>
                      <a:pt x="2882" y="6737"/>
                      <a:pt x="2799" y="6629"/>
                      <a:pt x="2692" y="6510"/>
                    </a:cubicBezTo>
                    <a:cubicBezTo>
                      <a:pt x="2687" y="6503"/>
                      <a:pt x="2679" y="6499"/>
                      <a:pt x="2670" y="6499"/>
                    </a:cubicBezTo>
                    <a:cubicBezTo>
                      <a:pt x="2637" y="6499"/>
                      <a:pt x="2592" y="6542"/>
                      <a:pt x="2620" y="6570"/>
                    </a:cubicBezTo>
                    <a:cubicBezTo>
                      <a:pt x="2668" y="6629"/>
                      <a:pt x="2823" y="6903"/>
                      <a:pt x="2978" y="7022"/>
                    </a:cubicBezTo>
                    <a:cubicBezTo>
                      <a:pt x="2966" y="7034"/>
                      <a:pt x="2942" y="7034"/>
                      <a:pt x="2930" y="7046"/>
                    </a:cubicBezTo>
                    <a:cubicBezTo>
                      <a:pt x="2894" y="7094"/>
                      <a:pt x="2823" y="7141"/>
                      <a:pt x="2787" y="7201"/>
                    </a:cubicBezTo>
                    <a:cubicBezTo>
                      <a:pt x="2692" y="7165"/>
                      <a:pt x="2620" y="7082"/>
                      <a:pt x="2561" y="7010"/>
                    </a:cubicBezTo>
                    <a:cubicBezTo>
                      <a:pt x="2552" y="7002"/>
                      <a:pt x="2543" y="6998"/>
                      <a:pt x="2535" y="6998"/>
                    </a:cubicBezTo>
                    <a:cubicBezTo>
                      <a:pt x="2510" y="6998"/>
                      <a:pt x="2492" y="7034"/>
                      <a:pt x="2501" y="7070"/>
                    </a:cubicBezTo>
                    <a:cubicBezTo>
                      <a:pt x="2549" y="7129"/>
                      <a:pt x="2632" y="7225"/>
                      <a:pt x="2728" y="7272"/>
                    </a:cubicBezTo>
                    <a:cubicBezTo>
                      <a:pt x="2656" y="7344"/>
                      <a:pt x="2573" y="7439"/>
                      <a:pt x="2501" y="7522"/>
                    </a:cubicBezTo>
                    <a:cubicBezTo>
                      <a:pt x="2489" y="7510"/>
                      <a:pt x="2466" y="7510"/>
                      <a:pt x="2454" y="7499"/>
                    </a:cubicBezTo>
                    <a:cubicBezTo>
                      <a:pt x="2370" y="7439"/>
                      <a:pt x="2299" y="7368"/>
                      <a:pt x="2216" y="7284"/>
                    </a:cubicBezTo>
                    <a:cubicBezTo>
                      <a:pt x="2208" y="7277"/>
                      <a:pt x="2198" y="7273"/>
                      <a:pt x="2187" y="7273"/>
                    </a:cubicBezTo>
                    <a:cubicBezTo>
                      <a:pt x="2150" y="7273"/>
                      <a:pt x="2107" y="7316"/>
                      <a:pt x="2144" y="7344"/>
                    </a:cubicBezTo>
                    <a:cubicBezTo>
                      <a:pt x="2204" y="7439"/>
                      <a:pt x="2275" y="7522"/>
                      <a:pt x="2370" y="7606"/>
                    </a:cubicBezTo>
                    <a:cubicBezTo>
                      <a:pt x="2382" y="7618"/>
                      <a:pt x="2394" y="7618"/>
                      <a:pt x="2394" y="7630"/>
                    </a:cubicBezTo>
                    <a:cubicBezTo>
                      <a:pt x="2335" y="7689"/>
                      <a:pt x="2275" y="7737"/>
                      <a:pt x="2216" y="7784"/>
                    </a:cubicBezTo>
                    <a:cubicBezTo>
                      <a:pt x="2192" y="7761"/>
                      <a:pt x="2180" y="7749"/>
                      <a:pt x="2156" y="7737"/>
                    </a:cubicBezTo>
                    <a:cubicBezTo>
                      <a:pt x="2073" y="7665"/>
                      <a:pt x="1966" y="7594"/>
                      <a:pt x="1882" y="7499"/>
                    </a:cubicBezTo>
                    <a:cubicBezTo>
                      <a:pt x="1872" y="7488"/>
                      <a:pt x="1861" y="7484"/>
                      <a:pt x="1850" y="7484"/>
                    </a:cubicBezTo>
                    <a:cubicBezTo>
                      <a:pt x="1810" y="7484"/>
                      <a:pt x="1776" y="7539"/>
                      <a:pt x="1823" y="7558"/>
                    </a:cubicBezTo>
                    <a:cubicBezTo>
                      <a:pt x="1906" y="7653"/>
                      <a:pt x="2013" y="7737"/>
                      <a:pt x="2096" y="7808"/>
                    </a:cubicBezTo>
                    <a:lnTo>
                      <a:pt x="2120" y="7832"/>
                    </a:lnTo>
                    <a:cubicBezTo>
                      <a:pt x="2030" y="7872"/>
                      <a:pt x="1936" y="7893"/>
                      <a:pt x="1851" y="7893"/>
                    </a:cubicBezTo>
                    <a:cubicBezTo>
                      <a:pt x="1656" y="7893"/>
                      <a:pt x="1507" y="7783"/>
                      <a:pt x="1549" y="7534"/>
                    </a:cubicBezTo>
                    <a:cubicBezTo>
                      <a:pt x="1596" y="7332"/>
                      <a:pt x="1775" y="7201"/>
                      <a:pt x="1906" y="7070"/>
                    </a:cubicBezTo>
                    <a:cubicBezTo>
                      <a:pt x="2180" y="6796"/>
                      <a:pt x="2477" y="6558"/>
                      <a:pt x="2775" y="6308"/>
                    </a:cubicBezTo>
                    <a:cubicBezTo>
                      <a:pt x="3311" y="5832"/>
                      <a:pt x="3811" y="5296"/>
                      <a:pt x="4418" y="4927"/>
                    </a:cubicBezTo>
                    <a:close/>
                    <a:moveTo>
                      <a:pt x="5037" y="5760"/>
                    </a:moveTo>
                    <a:cubicBezTo>
                      <a:pt x="5061" y="5808"/>
                      <a:pt x="5109" y="5844"/>
                      <a:pt x="5144" y="5903"/>
                    </a:cubicBezTo>
                    <a:cubicBezTo>
                      <a:pt x="4656" y="6367"/>
                      <a:pt x="4121" y="6796"/>
                      <a:pt x="3585" y="7189"/>
                    </a:cubicBezTo>
                    <a:cubicBezTo>
                      <a:pt x="3370" y="7356"/>
                      <a:pt x="2811" y="7784"/>
                      <a:pt x="2299" y="8034"/>
                    </a:cubicBezTo>
                    <a:cubicBezTo>
                      <a:pt x="2573" y="7844"/>
                      <a:pt x="2787" y="7546"/>
                      <a:pt x="3037" y="7320"/>
                    </a:cubicBezTo>
                    <a:cubicBezTo>
                      <a:pt x="3275" y="7118"/>
                      <a:pt x="3585" y="6939"/>
                      <a:pt x="3906" y="6737"/>
                    </a:cubicBezTo>
                    <a:lnTo>
                      <a:pt x="3918" y="6737"/>
                    </a:lnTo>
                    <a:cubicBezTo>
                      <a:pt x="3930" y="6737"/>
                      <a:pt x="3930" y="6725"/>
                      <a:pt x="3930" y="6725"/>
                    </a:cubicBezTo>
                    <a:cubicBezTo>
                      <a:pt x="4287" y="6498"/>
                      <a:pt x="4633" y="6260"/>
                      <a:pt x="4883" y="5986"/>
                    </a:cubicBezTo>
                    <a:cubicBezTo>
                      <a:pt x="4918" y="5986"/>
                      <a:pt x="4930" y="5951"/>
                      <a:pt x="4930" y="5927"/>
                    </a:cubicBezTo>
                    <a:cubicBezTo>
                      <a:pt x="4966" y="5879"/>
                      <a:pt x="5002" y="5820"/>
                      <a:pt x="5037" y="5760"/>
                    </a:cubicBezTo>
                    <a:close/>
                    <a:moveTo>
                      <a:pt x="1263" y="8011"/>
                    </a:moveTo>
                    <a:lnTo>
                      <a:pt x="1263" y="8011"/>
                    </a:lnTo>
                    <a:cubicBezTo>
                      <a:pt x="1346" y="8094"/>
                      <a:pt x="1430" y="8153"/>
                      <a:pt x="1537" y="8201"/>
                    </a:cubicBezTo>
                    <a:cubicBezTo>
                      <a:pt x="1465" y="8189"/>
                      <a:pt x="1370" y="8142"/>
                      <a:pt x="1311" y="8070"/>
                    </a:cubicBezTo>
                    <a:cubicBezTo>
                      <a:pt x="1299" y="8046"/>
                      <a:pt x="1275" y="8034"/>
                      <a:pt x="1263" y="8011"/>
                    </a:cubicBezTo>
                    <a:close/>
                    <a:moveTo>
                      <a:pt x="7053" y="0"/>
                    </a:moveTo>
                    <a:cubicBezTo>
                      <a:pt x="6915" y="0"/>
                      <a:pt x="6778" y="12"/>
                      <a:pt x="6645" y="33"/>
                    </a:cubicBezTo>
                    <a:lnTo>
                      <a:pt x="6597" y="33"/>
                    </a:lnTo>
                    <a:cubicBezTo>
                      <a:pt x="6073" y="117"/>
                      <a:pt x="5597" y="343"/>
                      <a:pt x="5216" y="688"/>
                    </a:cubicBezTo>
                    <a:cubicBezTo>
                      <a:pt x="4883" y="938"/>
                      <a:pt x="4621" y="1224"/>
                      <a:pt x="4406" y="1557"/>
                    </a:cubicBezTo>
                    <a:cubicBezTo>
                      <a:pt x="3823" y="2367"/>
                      <a:pt x="3704" y="3415"/>
                      <a:pt x="4097" y="4415"/>
                    </a:cubicBezTo>
                    <a:cubicBezTo>
                      <a:pt x="2930" y="5129"/>
                      <a:pt x="1" y="7094"/>
                      <a:pt x="1132" y="8296"/>
                    </a:cubicBezTo>
                    <a:cubicBezTo>
                      <a:pt x="1270" y="8443"/>
                      <a:pt x="1444" y="8501"/>
                      <a:pt x="1634" y="8501"/>
                    </a:cubicBezTo>
                    <a:cubicBezTo>
                      <a:pt x="2184" y="8501"/>
                      <a:pt x="2871" y="8017"/>
                      <a:pt x="3216" y="7796"/>
                    </a:cubicBezTo>
                    <a:cubicBezTo>
                      <a:pt x="3906" y="7356"/>
                      <a:pt x="4775" y="6784"/>
                      <a:pt x="5287" y="6070"/>
                    </a:cubicBezTo>
                    <a:cubicBezTo>
                      <a:pt x="5748" y="6542"/>
                      <a:pt x="6319" y="6869"/>
                      <a:pt x="7012" y="6869"/>
                    </a:cubicBezTo>
                    <a:cubicBezTo>
                      <a:pt x="7036" y="6869"/>
                      <a:pt x="7061" y="6868"/>
                      <a:pt x="7085" y="6868"/>
                    </a:cubicBezTo>
                    <a:cubicBezTo>
                      <a:pt x="8550" y="6856"/>
                      <a:pt x="9716" y="5582"/>
                      <a:pt x="10133" y="4153"/>
                    </a:cubicBezTo>
                    <a:cubicBezTo>
                      <a:pt x="10157" y="4105"/>
                      <a:pt x="10181" y="4058"/>
                      <a:pt x="10193" y="4010"/>
                    </a:cubicBezTo>
                    <a:cubicBezTo>
                      <a:pt x="10895" y="2153"/>
                      <a:pt x="9359" y="426"/>
                      <a:pt x="7573" y="57"/>
                    </a:cubicBezTo>
                    <a:cubicBezTo>
                      <a:pt x="7396" y="18"/>
                      <a:pt x="7223" y="0"/>
                      <a:pt x="705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7" name="Google Shape;617;p29"/>
            <p:cNvGrpSpPr/>
            <p:nvPr/>
          </p:nvGrpSpPr>
          <p:grpSpPr>
            <a:xfrm>
              <a:off x="6575522" y="1399575"/>
              <a:ext cx="1481316" cy="2811343"/>
              <a:chOff x="6575522" y="1399575"/>
              <a:chExt cx="1481316" cy="2811343"/>
            </a:xfrm>
          </p:grpSpPr>
          <p:grpSp>
            <p:nvGrpSpPr>
              <p:cNvPr id="618" name="Google Shape;618;p29"/>
              <p:cNvGrpSpPr/>
              <p:nvPr/>
            </p:nvGrpSpPr>
            <p:grpSpPr>
              <a:xfrm>
                <a:off x="6575522" y="2761834"/>
                <a:ext cx="1481316" cy="1449084"/>
                <a:chOff x="6575522" y="2761834"/>
                <a:chExt cx="1481316" cy="1449084"/>
              </a:xfrm>
            </p:grpSpPr>
            <p:sp>
              <p:nvSpPr>
                <p:cNvPr id="619" name="Google Shape;619;p29"/>
                <p:cNvSpPr/>
                <p:nvPr/>
              </p:nvSpPr>
              <p:spPr>
                <a:xfrm>
                  <a:off x="6575522" y="2761834"/>
                  <a:ext cx="1481316" cy="1449084"/>
                </a:xfrm>
                <a:custGeom>
                  <a:rect b="b" l="l" r="r" t="t"/>
                  <a:pathLst>
                    <a:path extrusionOk="0" h="56467" w="57723">
                      <a:moveTo>
                        <a:pt x="31631" y="993"/>
                      </a:moveTo>
                      <a:cubicBezTo>
                        <a:pt x="32098" y="993"/>
                        <a:pt x="32560" y="1044"/>
                        <a:pt x="33017" y="1175"/>
                      </a:cubicBezTo>
                      <a:cubicBezTo>
                        <a:pt x="33037" y="1181"/>
                        <a:pt x="33057" y="1183"/>
                        <a:pt x="33076" y="1183"/>
                      </a:cubicBezTo>
                      <a:cubicBezTo>
                        <a:pt x="33167" y="1183"/>
                        <a:pt x="33234" y="1127"/>
                        <a:pt x="33299" y="1127"/>
                      </a:cubicBezTo>
                      <a:cubicBezTo>
                        <a:pt x="33304" y="1127"/>
                        <a:pt x="33309" y="1127"/>
                        <a:pt x="33314" y="1128"/>
                      </a:cubicBezTo>
                      <a:cubicBezTo>
                        <a:pt x="33850" y="1163"/>
                        <a:pt x="34398" y="1151"/>
                        <a:pt x="34934" y="1247"/>
                      </a:cubicBezTo>
                      <a:cubicBezTo>
                        <a:pt x="35029" y="1265"/>
                        <a:pt x="35139" y="1273"/>
                        <a:pt x="35246" y="1273"/>
                      </a:cubicBezTo>
                      <a:cubicBezTo>
                        <a:pt x="35353" y="1273"/>
                        <a:pt x="35457" y="1265"/>
                        <a:pt x="35541" y="1247"/>
                      </a:cubicBezTo>
                      <a:cubicBezTo>
                        <a:pt x="35662" y="1220"/>
                        <a:pt x="35783" y="1210"/>
                        <a:pt x="35901" y="1210"/>
                      </a:cubicBezTo>
                      <a:cubicBezTo>
                        <a:pt x="36155" y="1210"/>
                        <a:pt x="36401" y="1254"/>
                        <a:pt x="36636" y="1270"/>
                      </a:cubicBezTo>
                      <a:cubicBezTo>
                        <a:pt x="37231" y="1330"/>
                        <a:pt x="49745" y="1247"/>
                        <a:pt x="50340" y="1413"/>
                      </a:cubicBezTo>
                      <a:cubicBezTo>
                        <a:pt x="50506" y="1462"/>
                        <a:pt x="50720" y="1503"/>
                        <a:pt x="50923" y="1503"/>
                      </a:cubicBezTo>
                      <a:cubicBezTo>
                        <a:pt x="50968" y="1503"/>
                        <a:pt x="51012" y="1501"/>
                        <a:pt x="51055" y="1497"/>
                      </a:cubicBezTo>
                      <a:cubicBezTo>
                        <a:pt x="51171" y="1479"/>
                        <a:pt x="51287" y="1471"/>
                        <a:pt x="51403" y="1471"/>
                      </a:cubicBezTo>
                      <a:cubicBezTo>
                        <a:pt x="51831" y="1471"/>
                        <a:pt x="52255" y="1574"/>
                        <a:pt x="52686" y="1640"/>
                      </a:cubicBezTo>
                      <a:cubicBezTo>
                        <a:pt x="53150" y="1711"/>
                        <a:pt x="53626" y="1735"/>
                        <a:pt x="54079" y="1973"/>
                      </a:cubicBezTo>
                      <a:cubicBezTo>
                        <a:pt x="54829" y="2366"/>
                        <a:pt x="55281" y="2997"/>
                        <a:pt x="55567" y="3759"/>
                      </a:cubicBezTo>
                      <a:cubicBezTo>
                        <a:pt x="55710" y="4140"/>
                        <a:pt x="55758" y="4557"/>
                        <a:pt x="55853" y="4961"/>
                      </a:cubicBezTo>
                      <a:cubicBezTo>
                        <a:pt x="55960" y="5438"/>
                        <a:pt x="55948" y="5938"/>
                        <a:pt x="56008" y="6438"/>
                      </a:cubicBezTo>
                      <a:cubicBezTo>
                        <a:pt x="56091" y="7033"/>
                        <a:pt x="56055" y="7628"/>
                        <a:pt x="56127" y="8224"/>
                      </a:cubicBezTo>
                      <a:cubicBezTo>
                        <a:pt x="56174" y="8664"/>
                        <a:pt x="56127" y="9117"/>
                        <a:pt x="56174" y="9569"/>
                      </a:cubicBezTo>
                      <a:cubicBezTo>
                        <a:pt x="56186" y="9688"/>
                        <a:pt x="56043" y="9795"/>
                        <a:pt x="55912" y="9795"/>
                      </a:cubicBezTo>
                      <a:cubicBezTo>
                        <a:pt x="55781" y="9795"/>
                        <a:pt x="55648" y="9788"/>
                        <a:pt x="55518" y="9788"/>
                      </a:cubicBezTo>
                      <a:cubicBezTo>
                        <a:pt x="55245" y="9788"/>
                        <a:pt x="54979" y="9820"/>
                        <a:pt x="54746" y="10022"/>
                      </a:cubicBezTo>
                      <a:cubicBezTo>
                        <a:pt x="54738" y="10029"/>
                        <a:pt x="54720" y="10032"/>
                        <a:pt x="54701" y="10032"/>
                      </a:cubicBezTo>
                      <a:cubicBezTo>
                        <a:pt x="54662" y="10032"/>
                        <a:pt x="54615" y="10022"/>
                        <a:pt x="54615" y="10022"/>
                      </a:cubicBezTo>
                      <a:cubicBezTo>
                        <a:pt x="54615" y="9830"/>
                        <a:pt x="54558" y="9776"/>
                        <a:pt x="54483" y="9776"/>
                      </a:cubicBezTo>
                      <a:cubicBezTo>
                        <a:pt x="54385" y="9776"/>
                        <a:pt x="54255" y="9867"/>
                        <a:pt x="54174" y="9867"/>
                      </a:cubicBezTo>
                      <a:cubicBezTo>
                        <a:pt x="54095" y="9865"/>
                        <a:pt x="54016" y="9865"/>
                        <a:pt x="53937" y="9865"/>
                      </a:cubicBezTo>
                      <a:cubicBezTo>
                        <a:pt x="53528" y="9865"/>
                        <a:pt x="53115" y="9880"/>
                        <a:pt x="52704" y="9880"/>
                      </a:cubicBezTo>
                      <a:cubicBezTo>
                        <a:pt x="52511" y="9880"/>
                        <a:pt x="52318" y="9877"/>
                        <a:pt x="52126" y="9867"/>
                      </a:cubicBezTo>
                      <a:cubicBezTo>
                        <a:pt x="52032" y="9860"/>
                        <a:pt x="51939" y="9858"/>
                        <a:pt x="51845" y="9858"/>
                      </a:cubicBezTo>
                      <a:cubicBezTo>
                        <a:pt x="51451" y="9858"/>
                        <a:pt x="51057" y="9904"/>
                        <a:pt x="50670" y="9904"/>
                      </a:cubicBezTo>
                      <a:cubicBezTo>
                        <a:pt x="50636" y="9904"/>
                        <a:pt x="50601" y="9903"/>
                        <a:pt x="50566" y="9902"/>
                      </a:cubicBezTo>
                      <a:cubicBezTo>
                        <a:pt x="50374" y="9897"/>
                        <a:pt x="50167" y="9883"/>
                        <a:pt x="49964" y="9883"/>
                      </a:cubicBezTo>
                      <a:cubicBezTo>
                        <a:pt x="49741" y="9883"/>
                        <a:pt x="49521" y="9900"/>
                        <a:pt x="49328" y="9962"/>
                      </a:cubicBezTo>
                      <a:cubicBezTo>
                        <a:pt x="49197" y="10007"/>
                        <a:pt x="47896" y="10021"/>
                        <a:pt x="46162" y="10021"/>
                      </a:cubicBezTo>
                      <a:cubicBezTo>
                        <a:pt x="43112" y="10021"/>
                        <a:pt x="38722" y="9977"/>
                        <a:pt x="37001" y="9977"/>
                      </a:cubicBezTo>
                      <a:cubicBezTo>
                        <a:pt x="36589" y="9977"/>
                        <a:pt x="36329" y="9979"/>
                        <a:pt x="36279" y="9986"/>
                      </a:cubicBezTo>
                      <a:cubicBezTo>
                        <a:pt x="35791" y="10033"/>
                        <a:pt x="35303" y="10057"/>
                        <a:pt x="34814" y="10093"/>
                      </a:cubicBezTo>
                      <a:cubicBezTo>
                        <a:pt x="34683" y="10106"/>
                        <a:pt x="34551" y="10110"/>
                        <a:pt x="34420" y="10110"/>
                      </a:cubicBezTo>
                      <a:cubicBezTo>
                        <a:pt x="34207" y="10110"/>
                        <a:pt x="33995" y="10100"/>
                        <a:pt x="33785" y="10100"/>
                      </a:cubicBezTo>
                      <a:cubicBezTo>
                        <a:pt x="33655" y="10100"/>
                        <a:pt x="33526" y="10104"/>
                        <a:pt x="33398" y="10117"/>
                      </a:cubicBezTo>
                      <a:cubicBezTo>
                        <a:pt x="33255" y="10128"/>
                        <a:pt x="33113" y="10133"/>
                        <a:pt x="32971" y="10133"/>
                      </a:cubicBezTo>
                      <a:cubicBezTo>
                        <a:pt x="32552" y="10133"/>
                        <a:pt x="32133" y="10095"/>
                        <a:pt x="31717" y="10095"/>
                      </a:cubicBezTo>
                      <a:cubicBezTo>
                        <a:pt x="31554" y="10095"/>
                        <a:pt x="31392" y="10101"/>
                        <a:pt x="31231" y="10117"/>
                      </a:cubicBezTo>
                      <a:cubicBezTo>
                        <a:pt x="31185" y="10122"/>
                        <a:pt x="31139" y="10124"/>
                        <a:pt x="31093" y="10124"/>
                      </a:cubicBezTo>
                      <a:cubicBezTo>
                        <a:pt x="30949" y="10124"/>
                        <a:pt x="30808" y="10103"/>
                        <a:pt x="30670" y="10103"/>
                      </a:cubicBezTo>
                      <a:cubicBezTo>
                        <a:pt x="30569" y="10103"/>
                        <a:pt x="30471" y="10114"/>
                        <a:pt x="30373" y="10152"/>
                      </a:cubicBezTo>
                      <a:cubicBezTo>
                        <a:pt x="30245" y="10201"/>
                        <a:pt x="30118" y="10217"/>
                        <a:pt x="29990" y="10217"/>
                      </a:cubicBezTo>
                      <a:cubicBezTo>
                        <a:pt x="29731" y="10217"/>
                        <a:pt x="29472" y="10150"/>
                        <a:pt x="29208" y="10150"/>
                      </a:cubicBezTo>
                      <a:cubicBezTo>
                        <a:pt x="29121" y="10150"/>
                        <a:pt x="29033" y="10157"/>
                        <a:pt x="28945" y="10176"/>
                      </a:cubicBezTo>
                      <a:cubicBezTo>
                        <a:pt x="28848" y="10198"/>
                        <a:pt x="28741" y="10205"/>
                        <a:pt x="28628" y="10205"/>
                      </a:cubicBezTo>
                      <a:cubicBezTo>
                        <a:pt x="28364" y="10205"/>
                        <a:pt x="28068" y="10164"/>
                        <a:pt x="27802" y="10164"/>
                      </a:cubicBezTo>
                      <a:cubicBezTo>
                        <a:pt x="27516" y="10164"/>
                        <a:pt x="27224" y="10129"/>
                        <a:pt x="26948" y="10129"/>
                      </a:cubicBezTo>
                      <a:cubicBezTo>
                        <a:pt x="26832" y="10129"/>
                        <a:pt x="26720" y="10135"/>
                        <a:pt x="26611" y="10152"/>
                      </a:cubicBezTo>
                      <a:cubicBezTo>
                        <a:pt x="26369" y="10185"/>
                        <a:pt x="26134" y="10204"/>
                        <a:pt x="25900" y="10204"/>
                      </a:cubicBezTo>
                      <a:cubicBezTo>
                        <a:pt x="25709" y="10204"/>
                        <a:pt x="25518" y="10191"/>
                        <a:pt x="25325" y="10164"/>
                      </a:cubicBezTo>
                      <a:cubicBezTo>
                        <a:pt x="25313" y="10163"/>
                        <a:pt x="25302" y="10163"/>
                        <a:pt x="25290" y="10163"/>
                      </a:cubicBezTo>
                      <a:cubicBezTo>
                        <a:pt x="25113" y="10163"/>
                        <a:pt x="25007" y="10306"/>
                        <a:pt x="24812" y="10306"/>
                      </a:cubicBezTo>
                      <a:cubicBezTo>
                        <a:pt x="24783" y="10306"/>
                        <a:pt x="24752" y="10303"/>
                        <a:pt x="24718" y="10295"/>
                      </a:cubicBezTo>
                      <a:cubicBezTo>
                        <a:pt x="24574" y="10258"/>
                        <a:pt x="24423" y="10245"/>
                        <a:pt x="24270" y="10245"/>
                      </a:cubicBezTo>
                      <a:cubicBezTo>
                        <a:pt x="24030" y="10245"/>
                        <a:pt x="23784" y="10278"/>
                        <a:pt x="23551" y="10307"/>
                      </a:cubicBezTo>
                      <a:cubicBezTo>
                        <a:pt x="23536" y="10309"/>
                        <a:pt x="23521" y="10309"/>
                        <a:pt x="23505" y="10309"/>
                      </a:cubicBezTo>
                      <a:cubicBezTo>
                        <a:pt x="23399" y="10309"/>
                        <a:pt x="23281" y="10279"/>
                        <a:pt x="23174" y="10279"/>
                      </a:cubicBezTo>
                      <a:cubicBezTo>
                        <a:pt x="23046" y="10279"/>
                        <a:pt x="22933" y="10322"/>
                        <a:pt x="22872" y="10510"/>
                      </a:cubicBezTo>
                      <a:cubicBezTo>
                        <a:pt x="22864" y="10527"/>
                        <a:pt x="22842" y="10538"/>
                        <a:pt x="22827" y="10538"/>
                      </a:cubicBezTo>
                      <a:cubicBezTo>
                        <a:pt x="22821" y="10538"/>
                        <a:pt x="22816" y="10537"/>
                        <a:pt x="22813" y="10533"/>
                      </a:cubicBezTo>
                      <a:cubicBezTo>
                        <a:pt x="22627" y="10492"/>
                        <a:pt x="20918" y="10479"/>
                        <a:pt x="18876" y="10479"/>
                      </a:cubicBezTo>
                      <a:cubicBezTo>
                        <a:pt x="15698" y="10479"/>
                        <a:pt x="11714" y="10510"/>
                        <a:pt x="11395" y="10510"/>
                      </a:cubicBezTo>
                      <a:cubicBezTo>
                        <a:pt x="11157" y="10510"/>
                        <a:pt x="10978" y="10522"/>
                        <a:pt x="10800" y="10653"/>
                      </a:cubicBezTo>
                      <a:cubicBezTo>
                        <a:pt x="10783" y="10661"/>
                        <a:pt x="10766" y="10669"/>
                        <a:pt x="10749" y="10669"/>
                      </a:cubicBezTo>
                      <a:cubicBezTo>
                        <a:pt x="10742" y="10669"/>
                        <a:pt x="10735" y="10668"/>
                        <a:pt x="10728" y="10664"/>
                      </a:cubicBezTo>
                      <a:cubicBezTo>
                        <a:pt x="10427" y="10587"/>
                        <a:pt x="9960" y="10555"/>
                        <a:pt x="9542" y="10555"/>
                      </a:cubicBezTo>
                      <a:cubicBezTo>
                        <a:pt x="9316" y="10555"/>
                        <a:pt x="9105" y="10564"/>
                        <a:pt x="8942" y="10581"/>
                      </a:cubicBezTo>
                      <a:cubicBezTo>
                        <a:pt x="8466" y="10641"/>
                        <a:pt x="7966" y="10569"/>
                        <a:pt x="7525" y="10688"/>
                      </a:cubicBezTo>
                      <a:cubicBezTo>
                        <a:pt x="7306" y="10747"/>
                        <a:pt x="7086" y="10771"/>
                        <a:pt x="6880" y="10771"/>
                      </a:cubicBezTo>
                      <a:cubicBezTo>
                        <a:pt x="6795" y="10771"/>
                        <a:pt x="6712" y="10767"/>
                        <a:pt x="6632" y="10760"/>
                      </a:cubicBezTo>
                      <a:cubicBezTo>
                        <a:pt x="6517" y="10751"/>
                        <a:pt x="6401" y="10748"/>
                        <a:pt x="6285" y="10748"/>
                      </a:cubicBezTo>
                      <a:cubicBezTo>
                        <a:pt x="5897" y="10748"/>
                        <a:pt x="5505" y="10784"/>
                        <a:pt x="5120" y="10784"/>
                      </a:cubicBezTo>
                      <a:cubicBezTo>
                        <a:pt x="5103" y="10784"/>
                        <a:pt x="5086" y="10784"/>
                        <a:pt x="5070" y="10784"/>
                      </a:cubicBezTo>
                      <a:cubicBezTo>
                        <a:pt x="4707" y="10784"/>
                        <a:pt x="4338" y="10687"/>
                        <a:pt x="3986" y="10687"/>
                      </a:cubicBezTo>
                      <a:cubicBezTo>
                        <a:pt x="3915" y="10687"/>
                        <a:pt x="3844" y="10691"/>
                        <a:pt x="3775" y="10700"/>
                      </a:cubicBezTo>
                      <a:cubicBezTo>
                        <a:pt x="3593" y="10722"/>
                        <a:pt x="3414" y="10726"/>
                        <a:pt x="3235" y="10726"/>
                      </a:cubicBezTo>
                      <a:cubicBezTo>
                        <a:pt x="3132" y="10726"/>
                        <a:pt x="3030" y="10725"/>
                        <a:pt x="2928" y="10725"/>
                      </a:cubicBezTo>
                      <a:cubicBezTo>
                        <a:pt x="2730" y="10725"/>
                        <a:pt x="2532" y="10730"/>
                        <a:pt x="2334" y="10760"/>
                      </a:cubicBezTo>
                      <a:cubicBezTo>
                        <a:pt x="2310" y="10760"/>
                        <a:pt x="2275" y="10760"/>
                        <a:pt x="2251" y="10772"/>
                      </a:cubicBezTo>
                      <a:cubicBezTo>
                        <a:pt x="2200" y="10834"/>
                        <a:pt x="2141" y="10848"/>
                        <a:pt x="2079" y="10848"/>
                      </a:cubicBezTo>
                      <a:cubicBezTo>
                        <a:pt x="2029" y="10848"/>
                        <a:pt x="1977" y="10838"/>
                        <a:pt x="1926" y="10838"/>
                      </a:cubicBezTo>
                      <a:cubicBezTo>
                        <a:pt x="1907" y="10838"/>
                        <a:pt x="1888" y="10840"/>
                        <a:pt x="1870" y="10843"/>
                      </a:cubicBezTo>
                      <a:cubicBezTo>
                        <a:pt x="1789" y="10858"/>
                        <a:pt x="1717" y="10864"/>
                        <a:pt x="1655" y="10864"/>
                      </a:cubicBezTo>
                      <a:cubicBezTo>
                        <a:pt x="1356" y="10864"/>
                        <a:pt x="1257" y="10708"/>
                        <a:pt x="1346" y="10462"/>
                      </a:cubicBezTo>
                      <a:cubicBezTo>
                        <a:pt x="1394" y="9319"/>
                        <a:pt x="1417" y="8331"/>
                        <a:pt x="1536" y="7355"/>
                      </a:cubicBezTo>
                      <a:cubicBezTo>
                        <a:pt x="1584" y="6926"/>
                        <a:pt x="1584" y="6485"/>
                        <a:pt x="1656" y="6057"/>
                      </a:cubicBezTo>
                      <a:cubicBezTo>
                        <a:pt x="1798" y="5176"/>
                        <a:pt x="1870" y="4259"/>
                        <a:pt x="2334" y="3509"/>
                      </a:cubicBezTo>
                      <a:cubicBezTo>
                        <a:pt x="2560" y="3140"/>
                        <a:pt x="2834" y="2723"/>
                        <a:pt x="3311" y="2449"/>
                      </a:cubicBezTo>
                      <a:cubicBezTo>
                        <a:pt x="3692" y="2235"/>
                        <a:pt x="4239" y="2294"/>
                        <a:pt x="4477" y="1830"/>
                      </a:cubicBezTo>
                      <a:cubicBezTo>
                        <a:pt x="4477" y="1818"/>
                        <a:pt x="4501" y="1806"/>
                        <a:pt x="4501" y="1806"/>
                      </a:cubicBezTo>
                      <a:cubicBezTo>
                        <a:pt x="4572" y="1871"/>
                        <a:pt x="4635" y="1896"/>
                        <a:pt x="4694" y="1896"/>
                      </a:cubicBezTo>
                      <a:cubicBezTo>
                        <a:pt x="4870" y="1896"/>
                        <a:pt x="5004" y="1672"/>
                        <a:pt x="5192" y="1663"/>
                      </a:cubicBezTo>
                      <a:cubicBezTo>
                        <a:pt x="5416" y="1653"/>
                        <a:pt x="5711" y="1520"/>
                        <a:pt x="5888" y="1520"/>
                      </a:cubicBezTo>
                      <a:cubicBezTo>
                        <a:pt x="5917" y="1520"/>
                        <a:pt x="5944" y="1524"/>
                        <a:pt x="5966" y="1532"/>
                      </a:cubicBezTo>
                      <a:cubicBezTo>
                        <a:pt x="6068" y="1569"/>
                        <a:pt x="6167" y="1583"/>
                        <a:pt x="6264" y="1583"/>
                      </a:cubicBezTo>
                      <a:cubicBezTo>
                        <a:pt x="6617" y="1583"/>
                        <a:pt x="6946" y="1395"/>
                        <a:pt x="7305" y="1395"/>
                      </a:cubicBezTo>
                      <a:cubicBezTo>
                        <a:pt x="7365" y="1395"/>
                        <a:pt x="7427" y="1401"/>
                        <a:pt x="7490" y="1413"/>
                      </a:cubicBezTo>
                      <a:cubicBezTo>
                        <a:pt x="7523" y="1419"/>
                        <a:pt x="7558" y="1421"/>
                        <a:pt x="7595" y="1421"/>
                      </a:cubicBezTo>
                      <a:cubicBezTo>
                        <a:pt x="7876" y="1421"/>
                        <a:pt x="8259" y="1277"/>
                        <a:pt x="8585" y="1235"/>
                      </a:cubicBezTo>
                      <a:cubicBezTo>
                        <a:pt x="8775" y="1207"/>
                        <a:pt x="8981" y="1162"/>
                        <a:pt x="9190" y="1162"/>
                      </a:cubicBezTo>
                      <a:cubicBezTo>
                        <a:pt x="9334" y="1162"/>
                        <a:pt x="9480" y="1183"/>
                        <a:pt x="9621" y="1247"/>
                      </a:cubicBezTo>
                      <a:cubicBezTo>
                        <a:pt x="9651" y="1262"/>
                        <a:pt x="9680" y="1268"/>
                        <a:pt x="9707" y="1268"/>
                      </a:cubicBezTo>
                      <a:cubicBezTo>
                        <a:pt x="9810" y="1268"/>
                        <a:pt x="9896" y="1185"/>
                        <a:pt x="9990" y="1175"/>
                      </a:cubicBezTo>
                      <a:cubicBezTo>
                        <a:pt x="10037" y="1171"/>
                        <a:pt x="10085" y="1170"/>
                        <a:pt x="10132" y="1170"/>
                      </a:cubicBezTo>
                      <a:cubicBezTo>
                        <a:pt x="10340" y="1170"/>
                        <a:pt x="10550" y="1199"/>
                        <a:pt x="10760" y="1199"/>
                      </a:cubicBezTo>
                      <a:cubicBezTo>
                        <a:pt x="10961" y="1199"/>
                        <a:pt x="11161" y="1172"/>
                        <a:pt x="11359" y="1068"/>
                      </a:cubicBezTo>
                      <a:cubicBezTo>
                        <a:pt x="11415" y="1037"/>
                        <a:pt x="12375" y="1025"/>
                        <a:pt x="13707" y="1025"/>
                      </a:cubicBezTo>
                      <a:cubicBezTo>
                        <a:pt x="16914" y="1025"/>
                        <a:pt x="22282" y="1094"/>
                        <a:pt x="22408" y="1128"/>
                      </a:cubicBezTo>
                      <a:cubicBezTo>
                        <a:pt x="22474" y="1146"/>
                        <a:pt x="22538" y="1153"/>
                        <a:pt x="22600" y="1153"/>
                      </a:cubicBezTo>
                      <a:cubicBezTo>
                        <a:pt x="22816" y="1153"/>
                        <a:pt x="23009" y="1063"/>
                        <a:pt x="23194" y="1044"/>
                      </a:cubicBezTo>
                      <a:cubicBezTo>
                        <a:pt x="23600" y="1013"/>
                        <a:pt x="24003" y="997"/>
                        <a:pt x="24404" y="997"/>
                      </a:cubicBezTo>
                      <a:cubicBezTo>
                        <a:pt x="24909" y="997"/>
                        <a:pt x="25411" y="1022"/>
                        <a:pt x="25909" y="1068"/>
                      </a:cubicBezTo>
                      <a:cubicBezTo>
                        <a:pt x="25960" y="1072"/>
                        <a:pt x="26010" y="1074"/>
                        <a:pt x="26060" y="1074"/>
                      </a:cubicBezTo>
                      <a:cubicBezTo>
                        <a:pt x="26352" y="1074"/>
                        <a:pt x="26625" y="1010"/>
                        <a:pt x="26903" y="1010"/>
                      </a:cubicBezTo>
                      <a:cubicBezTo>
                        <a:pt x="26964" y="1010"/>
                        <a:pt x="27026" y="1013"/>
                        <a:pt x="27087" y="1020"/>
                      </a:cubicBezTo>
                      <a:cubicBezTo>
                        <a:pt x="27448" y="1060"/>
                        <a:pt x="27812" y="1077"/>
                        <a:pt x="28172" y="1077"/>
                      </a:cubicBezTo>
                      <a:cubicBezTo>
                        <a:pt x="28465" y="1077"/>
                        <a:pt x="28756" y="1066"/>
                        <a:pt x="29040" y="1044"/>
                      </a:cubicBezTo>
                      <a:cubicBezTo>
                        <a:pt x="29173" y="1034"/>
                        <a:pt x="29305" y="1030"/>
                        <a:pt x="29437" y="1030"/>
                      </a:cubicBezTo>
                      <a:cubicBezTo>
                        <a:pt x="29763" y="1030"/>
                        <a:pt x="30087" y="1053"/>
                        <a:pt x="30409" y="1053"/>
                      </a:cubicBezTo>
                      <a:cubicBezTo>
                        <a:pt x="30564" y="1053"/>
                        <a:pt x="30719" y="1047"/>
                        <a:pt x="30873" y="1032"/>
                      </a:cubicBezTo>
                      <a:cubicBezTo>
                        <a:pt x="31128" y="1007"/>
                        <a:pt x="31380" y="993"/>
                        <a:pt x="31631" y="993"/>
                      </a:cubicBezTo>
                      <a:close/>
                      <a:moveTo>
                        <a:pt x="55811" y="10810"/>
                      </a:moveTo>
                      <a:cubicBezTo>
                        <a:pt x="55898" y="10810"/>
                        <a:pt x="55984" y="10814"/>
                        <a:pt x="56067" y="10819"/>
                      </a:cubicBezTo>
                      <a:cubicBezTo>
                        <a:pt x="56198" y="10819"/>
                        <a:pt x="56293" y="10867"/>
                        <a:pt x="56281" y="11057"/>
                      </a:cubicBezTo>
                      <a:cubicBezTo>
                        <a:pt x="56258" y="11438"/>
                        <a:pt x="56174" y="11867"/>
                        <a:pt x="56305" y="12212"/>
                      </a:cubicBezTo>
                      <a:cubicBezTo>
                        <a:pt x="56424" y="12546"/>
                        <a:pt x="56341" y="12843"/>
                        <a:pt x="56341" y="13153"/>
                      </a:cubicBezTo>
                      <a:cubicBezTo>
                        <a:pt x="56353" y="13962"/>
                        <a:pt x="56543" y="14760"/>
                        <a:pt x="56496" y="15570"/>
                      </a:cubicBezTo>
                      <a:cubicBezTo>
                        <a:pt x="56472" y="16022"/>
                        <a:pt x="56412" y="16510"/>
                        <a:pt x="56436" y="16939"/>
                      </a:cubicBezTo>
                      <a:cubicBezTo>
                        <a:pt x="56484" y="17832"/>
                        <a:pt x="56460" y="18713"/>
                        <a:pt x="56436" y="19594"/>
                      </a:cubicBezTo>
                      <a:cubicBezTo>
                        <a:pt x="56424" y="20416"/>
                        <a:pt x="56472" y="21225"/>
                        <a:pt x="56436" y="22059"/>
                      </a:cubicBezTo>
                      <a:cubicBezTo>
                        <a:pt x="56400" y="22773"/>
                        <a:pt x="56353" y="23499"/>
                        <a:pt x="56389" y="24214"/>
                      </a:cubicBezTo>
                      <a:cubicBezTo>
                        <a:pt x="56400" y="24726"/>
                        <a:pt x="56484" y="25261"/>
                        <a:pt x="56400" y="25762"/>
                      </a:cubicBezTo>
                      <a:cubicBezTo>
                        <a:pt x="56305" y="26238"/>
                        <a:pt x="56353" y="26726"/>
                        <a:pt x="56281" y="27202"/>
                      </a:cubicBezTo>
                      <a:cubicBezTo>
                        <a:pt x="56234" y="27452"/>
                        <a:pt x="56329" y="27786"/>
                        <a:pt x="56293" y="28048"/>
                      </a:cubicBezTo>
                      <a:cubicBezTo>
                        <a:pt x="56210" y="28810"/>
                        <a:pt x="56198" y="29572"/>
                        <a:pt x="56174" y="30334"/>
                      </a:cubicBezTo>
                      <a:cubicBezTo>
                        <a:pt x="56150" y="30786"/>
                        <a:pt x="56210" y="31286"/>
                        <a:pt x="56222" y="31762"/>
                      </a:cubicBezTo>
                      <a:cubicBezTo>
                        <a:pt x="56234" y="32131"/>
                        <a:pt x="56246" y="32512"/>
                        <a:pt x="56198" y="32893"/>
                      </a:cubicBezTo>
                      <a:cubicBezTo>
                        <a:pt x="56174" y="33048"/>
                        <a:pt x="56365" y="33286"/>
                        <a:pt x="56305" y="33513"/>
                      </a:cubicBezTo>
                      <a:cubicBezTo>
                        <a:pt x="56186" y="33989"/>
                        <a:pt x="56341" y="34465"/>
                        <a:pt x="56305" y="34953"/>
                      </a:cubicBezTo>
                      <a:cubicBezTo>
                        <a:pt x="56270" y="35275"/>
                        <a:pt x="56508" y="35644"/>
                        <a:pt x="56448" y="35989"/>
                      </a:cubicBezTo>
                      <a:cubicBezTo>
                        <a:pt x="56365" y="36501"/>
                        <a:pt x="56508" y="37013"/>
                        <a:pt x="56472" y="37525"/>
                      </a:cubicBezTo>
                      <a:cubicBezTo>
                        <a:pt x="56448" y="37858"/>
                        <a:pt x="56436" y="38204"/>
                        <a:pt x="56496" y="38549"/>
                      </a:cubicBezTo>
                      <a:cubicBezTo>
                        <a:pt x="56543" y="38930"/>
                        <a:pt x="56579" y="39287"/>
                        <a:pt x="56520" y="39680"/>
                      </a:cubicBezTo>
                      <a:cubicBezTo>
                        <a:pt x="56460" y="40049"/>
                        <a:pt x="56567" y="40442"/>
                        <a:pt x="56639" y="40823"/>
                      </a:cubicBezTo>
                      <a:cubicBezTo>
                        <a:pt x="56686" y="41037"/>
                        <a:pt x="56746" y="41204"/>
                        <a:pt x="56615" y="41418"/>
                      </a:cubicBezTo>
                      <a:cubicBezTo>
                        <a:pt x="56520" y="41573"/>
                        <a:pt x="56603" y="41799"/>
                        <a:pt x="56686" y="41918"/>
                      </a:cubicBezTo>
                      <a:cubicBezTo>
                        <a:pt x="56853" y="42192"/>
                        <a:pt x="56853" y="42430"/>
                        <a:pt x="56770" y="42728"/>
                      </a:cubicBezTo>
                      <a:cubicBezTo>
                        <a:pt x="56710" y="42918"/>
                        <a:pt x="56781" y="43157"/>
                        <a:pt x="56817" y="43371"/>
                      </a:cubicBezTo>
                      <a:cubicBezTo>
                        <a:pt x="56960" y="44121"/>
                        <a:pt x="56924" y="44871"/>
                        <a:pt x="56841" y="45609"/>
                      </a:cubicBezTo>
                      <a:cubicBezTo>
                        <a:pt x="56805" y="45895"/>
                        <a:pt x="56865" y="46169"/>
                        <a:pt x="56841" y="46455"/>
                      </a:cubicBezTo>
                      <a:cubicBezTo>
                        <a:pt x="56746" y="47217"/>
                        <a:pt x="56722" y="47990"/>
                        <a:pt x="56615" y="48741"/>
                      </a:cubicBezTo>
                      <a:cubicBezTo>
                        <a:pt x="56543" y="49205"/>
                        <a:pt x="56531" y="49669"/>
                        <a:pt x="56484" y="50122"/>
                      </a:cubicBezTo>
                      <a:cubicBezTo>
                        <a:pt x="56472" y="50300"/>
                        <a:pt x="56353" y="50431"/>
                        <a:pt x="56270" y="50574"/>
                      </a:cubicBezTo>
                      <a:cubicBezTo>
                        <a:pt x="56091" y="50896"/>
                        <a:pt x="56091" y="51300"/>
                        <a:pt x="55793" y="51574"/>
                      </a:cubicBezTo>
                      <a:cubicBezTo>
                        <a:pt x="55734" y="51622"/>
                        <a:pt x="55793" y="51681"/>
                        <a:pt x="55853" y="51729"/>
                      </a:cubicBezTo>
                      <a:cubicBezTo>
                        <a:pt x="55912" y="51753"/>
                        <a:pt x="55900" y="51824"/>
                        <a:pt x="55853" y="51848"/>
                      </a:cubicBezTo>
                      <a:cubicBezTo>
                        <a:pt x="55317" y="52134"/>
                        <a:pt x="55210" y="52812"/>
                        <a:pt x="54793" y="53122"/>
                      </a:cubicBezTo>
                      <a:cubicBezTo>
                        <a:pt x="54281" y="53515"/>
                        <a:pt x="53745" y="53932"/>
                        <a:pt x="53091" y="54075"/>
                      </a:cubicBezTo>
                      <a:cubicBezTo>
                        <a:pt x="52483" y="54217"/>
                        <a:pt x="51900" y="54420"/>
                        <a:pt x="51293" y="54515"/>
                      </a:cubicBezTo>
                      <a:cubicBezTo>
                        <a:pt x="50233" y="54682"/>
                        <a:pt x="37291" y="54979"/>
                        <a:pt x="36196" y="55003"/>
                      </a:cubicBezTo>
                      <a:cubicBezTo>
                        <a:pt x="35707" y="55003"/>
                        <a:pt x="35184" y="55146"/>
                        <a:pt x="34672" y="55194"/>
                      </a:cubicBezTo>
                      <a:cubicBezTo>
                        <a:pt x="33966" y="55252"/>
                        <a:pt x="33272" y="55444"/>
                        <a:pt x="32567" y="55444"/>
                      </a:cubicBezTo>
                      <a:cubicBezTo>
                        <a:pt x="32546" y="55444"/>
                        <a:pt x="32525" y="55444"/>
                        <a:pt x="32505" y="55444"/>
                      </a:cubicBezTo>
                      <a:cubicBezTo>
                        <a:pt x="31659" y="55444"/>
                        <a:pt x="30802" y="55408"/>
                        <a:pt x="29957" y="55396"/>
                      </a:cubicBezTo>
                      <a:cubicBezTo>
                        <a:pt x="29918" y="55395"/>
                        <a:pt x="29879" y="55395"/>
                        <a:pt x="29841" y="55395"/>
                      </a:cubicBezTo>
                      <a:cubicBezTo>
                        <a:pt x="29409" y="55395"/>
                        <a:pt x="28971" y="55441"/>
                        <a:pt x="28538" y="55441"/>
                      </a:cubicBezTo>
                      <a:cubicBezTo>
                        <a:pt x="28435" y="55441"/>
                        <a:pt x="28332" y="55438"/>
                        <a:pt x="28230" y="55432"/>
                      </a:cubicBezTo>
                      <a:cubicBezTo>
                        <a:pt x="28081" y="55422"/>
                        <a:pt x="27933" y="55417"/>
                        <a:pt x="27785" y="55417"/>
                      </a:cubicBezTo>
                      <a:cubicBezTo>
                        <a:pt x="27246" y="55417"/>
                        <a:pt x="26712" y="55473"/>
                        <a:pt x="26171" y="55491"/>
                      </a:cubicBezTo>
                      <a:cubicBezTo>
                        <a:pt x="25756" y="55508"/>
                        <a:pt x="25336" y="55530"/>
                        <a:pt x="24918" y="55530"/>
                      </a:cubicBezTo>
                      <a:cubicBezTo>
                        <a:pt x="24736" y="55530"/>
                        <a:pt x="24554" y="55526"/>
                        <a:pt x="24373" y="55515"/>
                      </a:cubicBezTo>
                      <a:cubicBezTo>
                        <a:pt x="23587" y="55468"/>
                        <a:pt x="12359" y="55539"/>
                        <a:pt x="11573" y="55372"/>
                      </a:cubicBezTo>
                      <a:cubicBezTo>
                        <a:pt x="11050" y="55277"/>
                        <a:pt x="10514" y="55313"/>
                        <a:pt x="9990" y="55229"/>
                      </a:cubicBezTo>
                      <a:cubicBezTo>
                        <a:pt x="8966" y="55039"/>
                        <a:pt x="7930" y="54884"/>
                        <a:pt x="6894" y="54717"/>
                      </a:cubicBezTo>
                      <a:cubicBezTo>
                        <a:pt x="6323" y="54622"/>
                        <a:pt x="5727" y="54539"/>
                        <a:pt x="5156" y="54420"/>
                      </a:cubicBezTo>
                      <a:cubicBezTo>
                        <a:pt x="4799" y="54360"/>
                        <a:pt x="4406" y="54325"/>
                        <a:pt x="4096" y="54063"/>
                      </a:cubicBezTo>
                      <a:cubicBezTo>
                        <a:pt x="4011" y="53996"/>
                        <a:pt x="3925" y="53899"/>
                        <a:pt x="3791" y="53899"/>
                      </a:cubicBezTo>
                      <a:cubicBezTo>
                        <a:pt x="3757" y="53899"/>
                        <a:pt x="3720" y="53905"/>
                        <a:pt x="3680" y="53920"/>
                      </a:cubicBezTo>
                      <a:cubicBezTo>
                        <a:pt x="3647" y="53931"/>
                        <a:pt x="3621" y="53935"/>
                        <a:pt x="3598" y="53935"/>
                      </a:cubicBezTo>
                      <a:cubicBezTo>
                        <a:pt x="3448" y="53935"/>
                        <a:pt x="3502" y="53717"/>
                        <a:pt x="3430" y="53634"/>
                      </a:cubicBezTo>
                      <a:cubicBezTo>
                        <a:pt x="2703" y="52777"/>
                        <a:pt x="2358" y="51777"/>
                        <a:pt x="2263" y="50669"/>
                      </a:cubicBezTo>
                      <a:cubicBezTo>
                        <a:pt x="2239" y="50360"/>
                        <a:pt x="2156" y="50050"/>
                        <a:pt x="2096" y="49741"/>
                      </a:cubicBezTo>
                      <a:cubicBezTo>
                        <a:pt x="1917" y="48895"/>
                        <a:pt x="1965" y="48038"/>
                        <a:pt x="1989" y="47205"/>
                      </a:cubicBezTo>
                      <a:cubicBezTo>
                        <a:pt x="2013" y="45895"/>
                        <a:pt x="1775" y="44621"/>
                        <a:pt x="1715" y="43323"/>
                      </a:cubicBezTo>
                      <a:cubicBezTo>
                        <a:pt x="1644" y="41930"/>
                        <a:pt x="1429" y="40549"/>
                        <a:pt x="1346" y="39156"/>
                      </a:cubicBezTo>
                      <a:cubicBezTo>
                        <a:pt x="1310" y="38442"/>
                        <a:pt x="1239" y="37739"/>
                        <a:pt x="1167" y="37037"/>
                      </a:cubicBezTo>
                      <a:cubicBezTo>
                        <a:pt x="1096" y="36275"/>
                        <a:pt x="1120" y="35513"/>
                        <a:pt x="989" y="34763"/>
                      </a:cubicBezTo>
                      <a:cubicBezTo>
                        <a:pt x="858" y="34024"/>
                        <a:pt x="929" y="33274"/>
                        <a:pt x="882" y="32536"/>
                      </a:cubicBezTo>
                      <a:cubicBezTo>
                        <a:pt x="834" y="31929"/>
                        <a:pt x="882" y="31322"/>
                        <a:pt x="882" y="30715"/>
                      </a:cubicBezTo>
                      <a:cubicBezTo>
                        <a:pt x="882" y="29941"/>
                        <a:pt x="834" y="29179"/>
                        <a:pt x="858" y="28417"/>
                      </a:cubicBezTo>
                      <a:cubicBezTo>
                        <a:pt x="894" y="27202"/>
                        <a:pt x="917" y="25976"/>
                        <a:pt x="941" y="24761"/>
                      </a:cubicBezTo>
                      <a:cubicBezTo>
                        <a:pt x="965" y="24011"/>
                        <a:pt x="1036" y="23273"/>
                        <a:pt x="1025" y="22523"/>
                      </a:cubicBezTo>
                      <a:cubicBezTo>
                        <a:pt x="989" y="21428"/>
                        <a:pt x="1072" y="20332"/>
                        <a:pt x="1203" y="19249"/>
                      </a:cubicBezTo>
                      <a:cubicBezTo>
                        <a:pt x="1275" y="18523"/>
                        <a:pt x="1275" y="17784"/>
                        <a:pt x="1358" y="17046"/>
                      </a:cubicBezTo>
                      <a:cubicBezTo>
                        <a:pt x="1429" y="16475"/>
                        <a:pt x="1394" y="15867"/>
                        <a:pt x="1417" y="15272"/>
                      </a:cubicBezTo>
                      <a:cubicBezTo>
                        <a:pt x="1441" y="14498"/>
                        <a:pt x="1334" y="13736"/>
                        <a:pt x="1429" y="12962"/>
                      </a:cubicBezTo>
                      <a:cubicBezTo>
                        <a:pt x="1465" y="12736"/>
                        <a:pt x="1406" y="12498"/>
                        <a:pt x="1417" y="12260"/>
                      </a:cubicBezTo>
                      <a:cubicBezTo>
                        <a:pt x="1417" y="11922"/>
                        <a:pt x="1637" y="11743"/>
                        <a:pt x="1967" y="11743"/>
                      </a:cubicBezTo>
                      <a:cubicBezTo>
                        <a:pt x="1997" y="11743"/>
                        <a:pt x="2028" y="11745"/>
                        <a:pt x="2060" y="11748"/>
                      </a:cubicBezTo>
                      <a:cubicBezTo>
                        <a:pt x="2354" y="11780"/>
                        <a:pt x="2648" y="11801"/>
                        <a:pt x="2945" y="11801"/>
                      </a:cubicBezTo>
                      <a:cubicBezTo>
                        <a:pt x="3094" y="11801"/>
                        <a:pt x="3243" y="11796"/>
                        <a:pt x="3394" y="11784"/>
                      </a:cubicBezTo>
                      <a:cubicBezTo>
                        <a:pt x="3564" y="11770"/>
                        <a:pt x="3737" y="11758"/>
                        <a:pt x="3911" y="11758"/>
                      </a:cubicBezTo>
                      <a:cubicBezTo>
                        <a:pt x="4189" y="11758"/>
                        <a:pt x="4469" y="11788"/>
                        <a:pt x="4739" y="11891"/>
                      </a:cubicBezTo>
                      <a:cubicBezTo>
                        <a:pt x="4765" y="11899"/>
                        <a:pt x="4796" y="11908"/>
                        <a:pt x="4820" y="11908"/>
                      </a:cubicBezTo>
                      <a:cubicBezTo>
                        <a:pt x="4830" y="11908"/>
                        <a:pt x="4839" y="11906"/>
                        <a:pt x="4846" y="11903"/>
                      </a:cubicBezTo>
                      <a:cubicBezTo>
                        <a:pt x="5011" y="11780"/>
                        <a:pt x="5183" y="11744"/>
                        <a:pt x="5360" y="11744"/>
                      </a:cubicBezTo>
                      <a:cubicBezTo>
                        <a:pt x="5606" y="11744"/>
                        <a:pt x="5861" y="11813"/>
                        <a:pt x="6110" y="11813"/>
                      </a:cubicBezTo>
                      <a:cubicBezTo>
                        <a:pt x="6149" y="11813"/>
                        <a:pt x="6188" y="11811"/>
                        <a:pt x="6228" y="11807"/>
                      </a:cubicBezTo>
                      <a:cubicBezTo>
                        <a:pt x="6518" y="11782"/>
                        <a:pt x="6826" y="11732"/>
                        <a:pt x="7144" y="11732"/>
                      </a:cubicBezTo>
                      <a:cubicBezTo>
                        <a:pt x="7270" y="11732"/>
                        <a:pt x="7397" y="11740"/>
                        <a:pt x="7525" y="11760"/>
                      </a:cubicBezTo>
                      <a:cubicBezTo>
                        <a:pt x="7651" y="11783"/>
                        <a:pt x="7777" y="11793"/>
                        <a:pt x="7903" y="11793"/>
                      </a:cubicBezTo>
                      <a:cubicBezTo>
                        <a:pt x="8424" y="11793"/>
                        <a:pt x="8951" y="11629"/>
                        <a:pt x="9478" y="11581"/>
                      </a:cubicBezTo>
                      <a:cubicBezTo>
                        <a:pt x="10085" y="11522"/>
                        <a:pt x="10716" y="11510"/>
                        <a:pt x="11323" y="11438"/>
                      </a:cubicBezTo>
                      <a:cubicBezTo>
                        <a:pt x="11352" y="11435"/>
                        <a:pt x="11381" y="11434"/>
                        <a:pt x="11409" y="11434"/>
                      </a:cubicBezTo>
                      <a:cubicBezTo>
                        <a:pt x="11577" y="11434"/>
                        <a:pt x="11733" y="11486"/>
                        <a:pt x="11907" y="11486"/>
                      </a:cubicBezTo>
                      <a:cubicBezTo>
                        <a:pt x="12431" y="11462"/>
                        <a:pt x="23373" y="11403"/>
                        <a:pt x="23885" y="11367"/>
                      </a:cubicBezTo>
                      <a:cubicBezTo>
                        <a:pt x="24789" y="11295"/>
                        <a:pt x="25694" y="11343"/>
                        <a:pt x="26611" y="11236"/>
                      </a:cubicBezTo>
                      <a:cubicBezTo>
                        <a:pt x="26806" y="11217"/>
                        <a:pt x="27009" y="11207"/>
                        <a:pt x="27215" y="11207"/>
                      </a:cubicBezTo>
                      <a:cubicBezTo>
                        <a:pt x="27524" y="11207"/>
                        <a:pt x="27840" y="11229"/>
                        <a:pt x="28147" y="11272"/>
                      </a:cubicBezTo>
                      <a:cubicBezTo>
                        <a:pt x="28191" y="11276"/>
                        <a:pt x="28235" y="11278"/>
                        <a:pt x="28279" y="11278"/>
                      </a:cubicBezTo>
                      <a:cubicBezTo>
                        <a:pt x="28525" y="11278"/>
                        <a:pt x="28772" y="11220"/>
                        <a:pt x="29027" y="11220"/>
                      </a:cubicBezTo>
                      <a:cubicBezTo>
                        <a:pt x="29098" y="11220"/>
                        <a:pt x="29170" y="11225"/>
                        <a:pt x="29242" y="11236"/>
                      </a:cubicBezTo>
                      <a:cubicBezTo>
                        <a:pt x="29504" y="11284"/>
                        <a:pt x="29778" y="11304"/>
                        <a:pt x="30053" y="11304"/>
                      </a:cubicBezTo>
                      <a:cubicBezTo>
                        <a:pt x="30329" y="11304"/>
                        <a:pt x="30606" y="11284"/>
                        <a:pt x="30873" y="11248"/>
                      </a:cubicBezTo>
                      <a:cubicBezTo>
                        <a:pt x="31063" y="11226"/>
                        <a:pt x="31253" y="11219"/>
                        <a:pt x="31443" y="11219"/>
                      </a:cubicBezTo>
                      <a:cubicBezTo>
                        <a:pt x="31829" y="11219"/>
                        <a:pt x="32213" y="11249"/>
                        <a:pt x="32594" y="11249"/>
                      </a:cubicBezTo>
                      <a:cubicBezTo>
                        <a:pt x="32635" y="11249"/>
                        <a:pt x="32677" y="11249"/>
                        <a:pt x="32719" y="11248"/>
                      </a:cubicBezTo>
                      <a:cubicBezTo>
                        <a:pt x="32882" y="11244"/>
                        <a:pt x="33044" y="11244"/>
                        <a:pt x="33208" y="11244"/>
                      </a:cubicBezTo>
                      <a:lnTo>
                        <a:pt x="33208" y="11244"/>
                      </a:lnTo>
                      <a:cubicBezTo>
                        <a:pt x="33534" y="11244"/>
                        <a:pt x="33862" y="11244"/>
                        <a:pt x="34195" y="11212"/>
                      </a:cubicBezTo>
                      <a:cubicBezTo>
                        <a:pt x="34313" y="11198"/>
                        <a:pt x="34448" y="11136"/>
                        <a:pt x="34579" y="11136"/>
                      </a:cubicBezTo>
                      <a:cubicBezTo>
                        <a:pt x="34673" y="11136"/>
                        <a:pt x="34766" y="11168"/>
                        <a:pt x="34850" y="11272"/>
                      </a:cubicBezTo>
                      <a:cubicBezTo>
                        <a:pt x="34989" y="11148"/>
                        <a:pt x="35140" y="11115"/>
                        <a:pt x="35295" y="11115"/>
                      </a:cubicBezTo>
                      <a:cubicBezTo>
                        <a:pt x="35476" y="11115"/>
                        <a:pt x="35662" y="11159"/>
                        <a:pt x="35843" y="11159"/>
                      </a:cubicBezTo>
                      <a:cubicBezTo>
                        <a:pt x="35882" y="11159"/>
                        <a:pt x="35920" y="11157"/>
                        <a:pt x="35957" y="11153"/>
                      </a:cubicBezTo>
                      <a:cubicBezTo>
                        <a:pt x="36422" y="11081"/>
                        <a:pt x="48804" y="11045"/>
                        <a:pt x="49269" y="11022"/>
                      </a:cubicBezTo>
                      <a:cubicBezTo>
                        <a:pt x="49876" y="10998"/>
                        <a:pt x="50483" y="10986"/>
                        <a:pt x="51078" y="10938"/>
                      </a:cubicBezTo>
                      <a:cubicBezTo>
                        <a:pt x="51191" y="10932"/>
                        <a:pt x="51304" y="10929"/>
                        <a:pt x="51418" y="10929"/>
                      </a:cubicBezTo>
                      <a:cubicBezTo>
                        <a:pt x="51735" y="10929"/>
                        <a:pt x="52055" y="10949"/>
                        <a:pt x="52373" y="10949"/>
                      </a:cubicBezTo>
                      <a:cubicBezTo>
                        <a:pt x="52541" y="10949"/>
                        <a:pt x="52709" y="10943"/>
                        <a:pt x="52876" y="10926"/>
                      </a:cubicBezTo>
                      <a:cubicBezTo>
                        <a:pt x="53003" y="10914"/>
                        <a:pt x="53130" y="10909"/>
                        <a:pt x="53256" y="10909"/>
                      </a:cubicBezTo>
                      <a:cubicBezTo>
                        <a:pt x="53694" y="10909"/>
                        <a:pt x="54131" y="10966"/>
                        <a:pt x="54568" y="10966"/>
                      </a:cubicBezTo>
                      <a:cubicBezTo>
                        <a:pt x="54861" y="10966"/>
                        <a:pt x="55155" y="10941"/>
                        <a:pt x="55448" y="10855"/>
                      </a:cubicBezTo>
                      <a:cubicBezTo>
                        <a:pt x="55561" y="10820"/>
                        <a:pt x="55686" y="10810"/>
                        <a:pt x="55811" y="10810"/>
                      </a:cubicBezTo>
                      <a:close/>
                      <a:moveTo>
                        <a:pt x="30610" y="0"/>
                      </a:moveTo>
                      <a:cubicBezTo>
                        <a:pt x="30338" y="0"/>
                        <a:pt x="30060" y="22"/>
                        <a:pt x="29790" y="44"/>
                      </a:cubicBezTo>
                      <a:cubicBezTo>
                        <a:pt x="28873" y="116"/>
                        <a:pt x="27956" y="104"/>
                        <a:pt x="27040" y="139"/>
                      </a:cubicBezTo>
                      <a:cubicBezTo>
                        <a:pt x="26820" y="149"/>
                        <a:pt x="26599" y="152"/>
                        <a:pt x="26378" y="152"/>
                      </a:cubicBezTo>
                      <a:cubicBezTo>
                        <a:pt x="25738" y="152"/>
                        <a:pt x="25096" y="121"/>
                        <a:pt x="24468" y="104"/>
                      </a:cubicBezTo>
                      <a:cubicBezTo>
                        <a:pt x="24342" y="101"/>
                        <a:pt x="24216" y="100"/>
                        <a:pt x="24091" y="100"/>
                      </a:cubicBezTo>
                      <a:cubicBezTo>
                        <a:pt x="23589" y="100"/>
                        <a:pt x="23094" y="116"/>
                        <a:pt x="22599" y="116"/>
                      </a:cubicBezTo>
                      <a:cubicBezTo>
                        <a:pt x="21849" y="116"/>
                        <a:pt x="10692" y="235"/>
                        <a:pt x="9942" y="258"/>
                      </a:cubicBezTo>
                      <a:cubicBezTo>
                        <a:pt x="8787" y="294"/>
                        <a:pt x="7621" y="294"/>
                        <a:pt x="6478" y="544"/>
                      </a:cubicBezTo>
                      <a:cubicBezTo>
                        <a:pt x="5561" y="735"/>
                        <a:pt x="4608" y="794"/>
                        <a:pt x="3751" y="1223"/>
                      </a:cubicBezTo>
                      <a:cubicBezTo>
                        <a:pt x="3682" y="1254"/>
                        <a:pt x="3604" y="1289"/>
                        <a:pt x="3524" y="1289"/>
                      </a:cubicBezTo>
                      <a:cubicBezTo>
                        <a:pt x="3452" y="1289"/>
                        <a:pt x="3378" y="1260"/>
                        <a:pt x="3311" y="1175"/>
                      </a:cubicBezTo>
                      <a:cubicBezTo>
                        <a:pt x="3267" y="1110"/>
                        <a:pt x="3216" y="1082"/>
                        <a:pt x="3164" y="1082"/>
                      </a:cubicBezTo>
                      <a:cubicBezTo>
                        <a:pt x="3101" y="1082"/>
                        <a:pt x="3036" y="1122"/>
                        <a:pt x="2977" y="1187"/>
                      </a:cubicBezTo>
                      <a:cubicBezTo>
                        <a:pt x="2572" y="1628"/>
                        <a:pt x="2120" y="2021"/>
                        <a:pt x="1798" y="2521"/>
                      </a:cubicBezTo>
                      <a:cubicBezTo>
                        <a:pt x="1489" y="2997"/>
                        <a:pt x="1286" y="3556"/>
                        <a:pt x="1108" y="4104"/>
                      </a:cubicBezTo>
                      <a:cubicBezTo>
                        <a:pt x="917" y="4676"/>
                        <a:pt x="751" y="5247"/>
                        <a:pt x="727" y="5890"/>
                      </a:cubicBezTo>
                      <a:cubicBezTo>
                        <a:pt x="703" y="6652"/>
                        <a:pt x="667" y="7438"/>
                        <a:pt x="608" y="8212"/>
                      </a:cubicBezTo>
                      <a:cubicBezTo>
                        <a:pt x="572" y="8676"/>
                        <a:pt x="501" y="9152"/>
                        <a:pt x="513" y="9617"/>
                      </a:cubicBezTo>
                      <a:cubicBezTo>
                        <a:pt x="513" y="10045"/>
                        <a:pt x="489" y="10462"/>
                        <a:pt x="513" y="10891"/>
                      </a:cubicBezTo>
                      <a:cubicBezTo>
                        <a:pt x="536" y="11462"/>
                        <a:pt x="560" y="12057"/>
                        <a:pt x="584" y="12641"/>
                      </a:cubicBezTo>
                      <a:cubicBezTo>
                        <a:pt x="608" y="13177"/>
                        <a:pt x="572" y="13736"/>
                        <a:pt x="548" y="14284"/>
                      </a:cubicBezTo>
                      <a:cubicBezTo>
                        <a:pt x="524" y="14832"/>
                        <a:pt x="703" y="15391"/>
                        <a:pt x="477" y="15927"/>
                      </a:cubicBezTo>
                      <a:cubicBezTo>
                        <a:pt x="465" y="15963"/>
                        <a:pt x="501" y="15998"/>
                        <a:pt x="513" y="16034"/>
                      </a:cubicBezTo>
                      <a:cubicBezTo>
                        <a:pt x="632" y="16308"/>
                        <a:pt x="524" y="16582"/>
                        <a:pt x="501" y="16832"/>
                      </a:cubicBezTo>
                      <a:cubicBezTo>
                        <a:pt x="465" y="17308"/>
                        <a:pt x="393" y="17784"/>
                        <a:pt x="405" y="18261"/>
                      </a:cubicBezTo>
                      <a:cubicBezTo>
                        <a:pt x="417" y="18796"/>
                        <a:pt x="298" y="19308"/>
                        <a:pt x="263" y="19832"/>
                      </a:cubicBezTo>
                      <a:cubicBezTo>
                        <a:pt x="251" y="20023"/>
                        <a:pt x="393" y="20201"/>
                        <a:pt x="286" y="20380"/>
                      </a:cubicBezTo>
                      <a:cubicBezTo>
                        <a:pt x="48" y="20737"/>
                        <a:pt x="108" y="21201"/>
                        <a:pt x="143" y="21535"/>
                      </a:cubicBezTo>
                      <a:cubicBezTo>
                        <a:pt x="227" y="22261"/>
                        <a:pt x="84" y="22964"/>
                        <a:pt x="132" y="23678"/>
                      </a:cubicBezTo>
                      <a:cubicBezTo>
                        <a:pt x="191" y="24273"/>
                        <a:pt x="72" y="24869"/>
                        <a:pt x="84" y="25464"/>
                      </a:cubicBezTo>
                      <a:cubicBezTo>
                        <a:pt x="84" y="25988"/>
                        <a:pt x="132" y="26524"/>
                        <a:pt x="72" y="27036"/>
                      </a:cubicBezTo>
                      <a:cubicBezTo>
                        <a:pt x="1" y="27726"/>
                        <a:pt x="48" y="28417"/>
                        <a:pt x="48" y="29107"/>
                      </a:cubicBezTo>
                      <a:cubicBezTo>
                        <a:pt x="60" y="30214"/>
                        <a:pt x="60" y="31334"/>
                        <a:pt x="108" y="32441"/>
                      </a:cubicBezTo>
                      <a:cubicBezTo>
                        <a:pt x="132" y="32905"/>
                        <a:pt x="72" y="33382"/>
                        <a:pt x="120" y="33846"/>
                      </a:cubicBezTo>
                      <a:cubicBezTo>
                        <a:pt x="203" y="34703"/>
                        <a:pt x="251" y="35560"/>
                        <a:pt x="370" y="36406"/>
                      </a:cubicBezTo>
                      <a:cubicBezTo>
                        <a:pt x="405" y="36727"/>
                        <a:pt x="358" y="37013"/>
                        <a:pt x="382" y="37323"/>
                      </a:cubicBezTo>
                      <a:cubicBezTo>
                        <a:pt x="429" y="37799"/>
                        <a:pt x="560" y="38263"/>
                        <a:pt x="560" y="38751"/>
                      </a:cubicBezTo>
                      <a:cubicBezTo>
                        <a:pt x="560" y="39430"/>
                        <a:pt x="655" y="40109"/>
                        <a:pt x="703" y="40799"/>
                      </a:cubicBezTo>
                      <a:cubicBezTo>
                        <a:pt x="751" y="41371"/>
                        <a:pt x="941" y="41954"/>
                        <a:pt x="917" y="42514"/>
                      </a:cubicBezTo>
                      <a:cubicBezTo>
                        <a:pt x="894" y="43085"/>
                        <a:pt x="1025" y="43645"/>
                        <a:pt x="1013" y="44216"/>
                      </a:cubicBezTo>
                      <a:cubicBezTo>
                        <a:pt x="1013" y="44645"/>
                        <a:pt x="1096" y="45109"/>
                        <a:pt x="1144" y="45550"/>
                      </a:cubicBezTo>
                      <a:cubicBezTo>
                        <a:pt x="1275" y="46812"/>
                        <a:pt x="1191" y="48074"/>
                        <a:pt x="1275" y="49622"/>
                      </a:cubicBezTo>
                      <a:cubicBezTo>
                        <a:pt x="1346" y="50003"/>
                        <a:pt x="1489" y="50669"/>
                        <a:pt x="1620" y="51336"/>
                      </a:cubicBezTo>
                      <a:cubicBezTo>
                        <a:pt x="1679" y="51646"/>
                        <a:pt x="1667" y="51979"/>
                        <a:pt x="1787" y="52265"/>
                      </a:cubicBezTo>
                      <a:cubicBezTo>
                        <a:pt x="2013" y="52860"/>
                        <a:pt x="2275" y="53455"/>
                        <a:pt x="2715" y="53955"/>
                      </a:cubicBezTo>
                      <a:cubicBezTo>
                        <a:pt x="3263" y="54575"/>
                        <a:pt x="3953" y="54908"/>
                        <a:pt x="4739" y="55134"/>
                      </a:cubicBezTo>
                      <a:cubicBezTo>
                        <a:pt x="5061" y="55229"/>
                        <a:pt x="5382" y="55325"/>
                        <a:pt x="5727" y="55372"/>
                      </a:cubicBezTo>
                      <a:cubicBezTo>
                        <a:pt x="6047" y="55419"/>
                        <a:pt x="6359" y="55578"/>
                        <a:pt x="6694" y="55578"/>
                      </a:cubicBezTo>
                      <a:cubicBezTo>
                        <a:pt x="6783" y="55578"/>
                        <a:pt x="6873" y="55567"/>
                        <a:pt x="6966" y="55539"/>
                      </a:cubicBezTo>
                      <a:cubicBezTo>
                        <a:pt x="6982" y="55534"/>
                        <a:pt x="6998" y="55533"/>
                        <a:pt x="7016" y="55533"/>
                      </a:cubicBezTo>
                      <a:cubicBezTo>
                        <a:pt x="7089" y="55533"/>
                        <a:pt x="7172" y="55567"/>
                        <a:pt x="7240" y="55587"/>
                      </a:cubicBezTo>
                      <a:cubicBezTo>
                        <a:pt x="7561" y="55670"/>
                        <a:pt x="7883" y="55706"/>
                        <a:pt x="8204" y="55777"/>
                      </a:cubicBezTo>
                      <a:cubicBezTo>
                        <a:pt x="8859" y="55908"/>
                        <a:pt x="9526" y="56087"/>
                        <a:pt x="10204" y="56111"/>
                      </a:cubicBezTo>
                      <a:cubicBezTo>
                        <a:pt x="10603" y="56121"/>
                        <a:pt x="11001" y="56254"/>
                        <a:pt x="11384" y="56254"/>
                      </a:cubicBezTo>
                      <a:cubicBezTo>
                        <a:pt x="11448" y="56254"/>
                        <a:pt x="11511" y="56250"/>
                        <a:pt x="11573" y="56241"/>
                      </a:cubicBezTo>
                      <a:cubicBezTo>
                        <a:pt x="11672" y="56225"/>
                        <a:pt x="12561" y="56219"/>
                        <a:pt x="13803" y="56219"/>
                      </a:cubicBezTo>
                      <a:cubicBezTo>
                        <a:pt x="17070" y="56219"/>
                        <a:pt x="22779" y="56263"/>
                        <a:pt x="23003" y="56289"/>
                      </a:cubicBezTo>
                      <a:cubicBezTo>
                        <a:pt x="23539" y="56337"/>
                        <a:pt x="24099" y="56337"/>
                        <a:pt x="24635" y="56408"/>
                      </a:cubicBezTo>
                      <a:cubicBezTo>
                        <a:pt x="24850" y="56437"/>
                        <a:pt x="25082" y="56466"/>
                        <a:pt x="25318" y="56466"/>
                      </a:cubicBezTo>
                      <a:cubicBezTo>
                        <a:pt x="25566" y="56466"/>
                        <a:pt x="25819" y="56434"/>
                        <a:pt x="26063" y="56337"/>
                      </a:cubicBezTo>
                      <a:cubicBezTo>
                        <a:pt x="26159" y="56301"/>
                        <a:pt x="26275" y="56283"/>
                        <a:pt x="26392" y="56283"/>
                      </a:cubicBezTo>
                      <a:cubicBezTo>
                        <a:pt x="26510" y="56283"/>
                        <a:pt x="26629" y="56301"/>
                        <a:pt x="26730" y="56337"/>
                      </a:cubicBezTo>
                      <a:cubicBezTo>
                        <a:pt x="26816" y="56371"/>
                        <a:pt x="26904" y="56382"/>
                        <a:pt x="26991" y="56382"/>
                      </a:cubicBezTo>
                      <a:cubicBezTo>
                        <a:pt x="27167" y="56382"/>
                        <a:pt x="27342" y="56336"/>
                        <a:pt x="27503" y="56336"/>
                      </a:cubicBezTo>
                      <a:cubicBezTo>
                        <a:pt x="27515" y="56336"/>
                        <a:pt x="27528" y="56336"/>
                        <a:pt x="27540" y="56337"/>
                      </a:cubicBezTo>
                      <a:cubicBezTo>
                        <a:pt x="28082" y="56337"/>
                        <a:pt x="28625" y="56256"/>
                        <a:pt x="29167" y="56256"/>
                      </a:cubicBezTo>
                      <a:cubicBezTo>
                        <a:pt x="29315" y="56256"/>
                        <a:pt x="29463" y="56262"/>
                        <a:pt x="29611" y="56277"/>
                      </a:cubicBezTo>
                      <a:cubicBezTo>
                        <a:pt x="29627" y="56280"/>
                        <a:pt x="29642" y="56281"/>
                        <a:pt x="29657" y="56281"/>
                      </a:cubicBezTo>
                      <a:cubicBezTo>
                        <a:pt x="29810" y="56281"/>
                        <a:pt x="29934" y="56161"/>
                        <a:pt x="30086" y="56161"/>
                      </a:cubicBezTo>
                      <a:cubicBezTo>
                        <a:pt x="30134" y="56161"/>
                        <a:pt x="30186" y="56174"/>
                        <a:pt x="30242" y="56206"/>
                      </a:cubicBezTo>
                      <a:cubicBezTo>
                        <a:pt x="30383" y="56291"/>
                        <a:pt x="30549" y="56320"/>
                        <a:pt x="30715" y="56320"/>
                      </a:cubicBezTo>
                      <a:cubicBezTo>
                        <a:pt x="30873" y="56320"/>
                        <a:pt x="31032" y="56294"/>
                        <a:pt x="31171" y="56265"/>
                      </a:cubicBezTo>
                      <a:cubicBezTo>
                        <a:pt x="31279" y="56244"/>
                        <a:pt x="31386" y="56237"/>
                        <a:pt x="31492" y="56237"/>
                      </a:cubicBezTo>
                      <a:cubicBezTo>
                        <a:pt x="31785" y="56237"/>
                        <a:pt x="32075" y="56295"/>
                        <a:pt x="32369" y="56295"/>
                      </a:cubicBezTo>
                      <a:cubicBezTo>
                        <a:pt x="32453" y="56295"/>
                        <a:pt x="32538" y="56290"/>
                        <a:pt x="32624" y="56277"/>
                      </a:cubicBezTo>
                      <a:cubicBezTo>
                        <a:pt x="32813" y="56254"/>
                        <a:pt x="33039" y="56167"/>
                        <a:pt x="33264" y="56167"/>
                      </a:cubicBezTo>
                      <a:cubicBezTo>
                        <a:pt x="33378" y="56167"/>
                        <a:pt x="33492" y="56189"/>
                        <a:pt x="33600" y="56253"/>
                      </a:cubicBezTo>
                      <a:cubicBezTo>
                        <a:pt x="33633" y="56171"/>
                        <a:pt x="33677" y="56147"/>
                        <a:pt x="33728" y="56147"/>
                      </a:cubicBezTo>
                      <a:cubicBezTo>
                        <a:pt x="33799" y="56147"/>
                        <a:pt x="33881" y="56193"/>
                        <a:pt x="33963" y="56193"/>
                      </a:cubicBezTo>
                      <a:cubicBezTo>
                        <a:pt x="33993" y="56193"/>
                        <a:pt x="34023" y="56187"/>
                        <a:pt x="34052" y="56170"/>
                      </a:cubicBezTo>
                      <a:cubicBezTo>
                        <a:pt x="34386" y="55968"/>
                        <a:pt x="34826" y="56087"/>
                        <a:pt x="35219" y="56015"/>
                      </a:cubicBezTo>
                      <a:cubicBezTo>
                        <a:pt x="35612" y="55956"/>
                        <a:pt x="36053" y="55884"/>
                        <a:pt x="36481" y="55884"/>
                      </a:cubicBezTo>
                      <a:cubicBezTo>
                        <a:pt x="36578" y="55884"/>
                        <a:pt x="43158" y="55839"/>
                        <a:pt x="46677" y="55839"/>
                      </a:cubicBezTo>
                      <a:cubicBezTo>
                        <a:pt x="47933" y="55839"/>
                        <a:pt x="48799" y="55845"/>
                        <a:pt x="48840" y="55860"/>
                      </a:cubicBezTo>
                      <a:cubicBezTo>
                        <a:pt x="48888" y="55881"/>
                        <a:pt x="48933" y="55894"/>
                        <a:pt x="48978" y="55894"/>
                      </a:cubicBezTo>
                      <a:cubicBezTo>
                        <a:pt x="49010" y="55894"/>
                        <a:pt x="49043" y="55887"/>
                        <a:pt x="49078" y="55872"/>
                      </a:cubicBezTo>
                      <a:cubicBezTo>
                        <a:pt x="49316" y="55765"/>
                        <a:pt x="49650" y="55789"/>
                        <a:pt x="49840" y="55682"/>
                      </a:cubicBezTo>
                      <a:cubicBezTo>
                        <a:pt x="49875" y="55660"/>
                        <a:pt x="49904" y="55651"/>
                        <a:pt x="49929" y="55651"/>
                      </a:cubicBezTo>
                      <a:cubicBezTo>
                        <a:pt x="50022" y="55651"/>
                        <a:pt x="50062" y="55771"/>
                        <a:pt x="50132" y="55771"/>
                      </a:cubicBezTo>
                      <a:cubicBezTo>
                        <a:pt x="50154" y="55771"/>
                        <a:pt x="50179" y="55760"/>
                        <a:pt x="50209" y="55730"/>
                      </a:cubicBezTo>
                      <a:cubicBezTo>
                        <a:pt x="50368" y="55571"/>
                        <a:pt x="50564" y="55528"/>
                        <a:pt x="50768" y="55528"/>
                      </a:cubicBezTo>
                      <a:cubicBezTo>
                        <a:pt x="50871" y="55528"/>
                        <a:pt x="50975" y="55539"/>
                        <a:pt x="51078" y="55551"/>
                      </a:cubicBezTo>
                      <a:cubicBezTo>
                        <a:pt x="51092" y="55552"/>
                        <a:pt x="51106" y="55553"/>
                        <a:pt x="51119" y="55553"/>
                      </a:cubicBezTo>
                      <a:cubicBezTo>
                        <a:pt x="51243" y="55553"/>
                        <a:pt x="51385" y="55507"/>
                        <a:pt x="51459" y="55432"/>
                      </a:cubicBezTo>
                      <a:cubicBezTo>
                        <a:pt x="51733" y="55134"/>
                        <a:pt x="52126" y="55241"/>
                        <a:pt x="52448" y="55194"/>
                      </a:cubicBezTo>
                      <a:cubicBezTo>
                        <a:pt x="52757" y="55146"/>
                        <a:pt x="53126" y="55134"/>
                        <a:pt x="53317" y="54956"/>
                      </a:cubicBezTo>
                      <a:cubicBezTo>
                        <a:pt x="53531" y="54753"/>
                        <a:pt x="53805" y="54706"/>
                        <a:pt x="53972" y="54694"/>
                      </a:cubicBezTo>
                      <a:cubicBezTo>
                        <a:pt x="54543" y="54646"/>
                        <a:pt x="54841" y="54182"/>
                        <a:pt x="55281" y="53955"/>
                      </a:cubicBezTo>
                      <a:cubicBezTo>
                        <a:pt x="55555" y="53825"/>
                        <a:pt x="55781" y="53515"/>
                        <a:pt x="55912" y="53170"/>
                      </a:cubicBezTo>
                      <a:cubicBezTo>
                        <a:pt x="55960" y="53027"/>
                        <a:pt x="56186" y="53063"/>
                        <a:pt x="56258" y="52836"/>
                      </a:cubicBezTo>
                      <a:cubicBezTo>
                        <a:pt x="56424" y="52360"/>
                        <a:pt x="56734" y="51943"/>
                        <a:pt x="56936" y="51491"/>
                      </a:cubicBezTo>
                      <a:cubicBezTo>
                        <a:pt x="57103" y="51122"/>
                        <a:pt x="57270" y="50717"/>
                        <a:pt x="57282" y="50336"/>
                      </a:cubicBezTo>
                      <a:cubicBezTo>
                        <a:pt x="57293" y="49955"/>
                        <a:pt x="57353" y="49586"/>
                        <a:pt x="57401" y="49229"/>
                      </a:cubicBezTo>
                      <a:cubicBezTo>
                        <a:pt x="57484" y="48526"/>
                        <a:pt x="57532" y="47836"/>
                        <a:pt x="57603" y="47133"/>
                      </a:cubicBezTo>
                      <a:cubicBezTo>
                        <a:pt x="57663" y="46681"/>
                        <a:pt x="57663" y="46228"/>
                        <a:pt x="57686" y="45764"/>
                      </a:cubicBezTo>
                      <a:cubicBezTo>
                        <a:pt x="57710" y="45181"/>
                        <a:pt x="57722" y="44609"/>
                        <a:pt x="57722" y="44026"/>
                      </a:cubicBezTo>
                      <a:cubicBezTo>
                        <a:pt x="57710" y="42514"/>
                        <a:pt x="57448" y="41025"/>
                        <a:pt x="57389" y="39513"/>
                      </a:cubicBezTo>
                      <a:cubicBezTo>
                        <a:pt x="57353" y="38644"/>
                        <a:pt x="57282" y="37763"/>
                        <a:pt x="57293" y="36894"/>
                      </a:cubicBezTo>
                      <a:cubicBezTo>
                        <a:pt x="57305" y="35894"/>
                        <a:pt x="57151" y="34917"/>
                        <a:pt x="57127" y="33929"/>
                      </a:cubicBezTo>
                      <a:cubicBezTo>
                        <a:pt x="57115" y="33489"/>
                        <a:pt x="57032" y="33024"/>
                        <a:pt x="57067" y="32608"/>
                      </a:cubicBezTo>
                      <a:cubicBezTo>
                        <a:pt x="57103" y="32131"/>
                        <a:pt x="57055" y="31679"/>
                        <a:pt x="57043" y="31215"/>
                      </a:cubicBezTo>
                      <a:cubicBezTo>
                        <a:pt x="57032" y="30572"/>
                        <a:pt x="57055" y="29917"/>
                        <a:pt x="57103" y="29274"/>
                      </a:cubicBezTo>
                      <a:cubicBezTo>
                        <a:pt x="57139" y="28774"/>
                        <a:pt x="57115" y="28262"/>
                        <a:pt x="57174" y="27762"/>
                      </a:cubicBezTo>
                      <a:cubicBezTo>
                        <a:pt x="57234" y="27190"/>
                        <a:pt x="57186" y="26595"/>
                        <a:pt x="57222" y="26023"/>
                      </a:cubicBezTo>
                      <a:cubicBezTo>
                        <a:pt x="57270" y="24976"/>
                        <a:pt x="57305" y="23916"/>
                        <a:pt x="57282" y="22868"/>
                      </a:cubicBezTo>
                      <a:cubicBezTo>
                        <a:pt x="57270" y="21761"/>
                        <a:pt x="57353" y="20642"/>
                        <a:pt x="57317" y="19535"/>
                      </a:cubicBezTo>
                      <a:cubicBezTo>
                        <a:pt x="57305" y="19177"/>
                        <a:pt x="57305" y="18796"/>
                        <a:pt x="57317" y="18439"/>
                      </a:cubicBezTo>
                      <a:cubicBezTo>
                        <a:pt x="57341" y="17963"/>
                        <a:pt x="57293" y="17487"/>
                        <a:pt x="57293" y="17010"/>
                      </a:cubicBezTo>
                      <a:cubicBezTo>
                        <a:pt x="57293" y="16439"/>
                        <a:pt x="57389" y="15879"/>
                        <a:pt x="57305" y="15296"/>
                      </a:cubicBezTo>
                      <a:cubicBezTo>
                        <a:pt x="57198" y="14570"/>
                        <a:pt x="57234" y="13820"/>
                        <a:pt x="57174" y="13081"/>
                      </a:cubicBezTo>
                      <a:cubicBezTo>
                        <a:pt x="57127" y="12534"/>
                        <a:pt x="57210" y="11986"/>
                        <a:pt x="57127" y="11438"/>
                      </a:cubicBezTo>
                      <a:cubicBezTo>
                        <a:pt x="57032" y="10784"/>
                        <a:pt x="56960" y="10117"/>
                        <a:pt x="56984" y="9462"/>
                      </a:cubicBezTo>
                      <a:cubicBezTo>
                        <a:pt x="56996" y="9069"/>
                        <a:pt x="57008" y="8664"/>
                        <a:pt x="56996" y="8283"/>
                      </a:cubicBezTo>
                      <a:cubicBezTo>
                        <a:pt x="56948" y="7212"/>
                        <a:pt x="56829" y="6152"/>
                        <a:pt x="56686" y="5092"/>
                      </a:cubicBezTo>
                      <a:cubicBezTo>
                        <a:pt x="56579" y="4307"/>
                        <a:pt x="56412" y="3533"/>
                        <a:pt x="56067" y="2818"/>
                      </a:cubicBezTo>
                      <a:cubicBezTo>
                        <a:pt x="55793" y="2282"/>
                        <a:pt x="55365" y="1866"/>
                        <a:pt x="54936" y="1461"/>
                      </a:cubicBezTo>
                      <a:cubicBezTo>
                        <a:pt x="54858" y="1383"/>
                        <a:pt x="54709" y="1172"/>
                        <a:pt x="54544" y="1172"/>
                      </a:cubicBezTo>
                      <a:cubicBezTo>
                        <a:pt x="54532" y="1172"/>
                        <a:pt x="54520" y="1173"/>
                        <a:pt x="54507" y="1175"/>
                      </a:cubicBezTo>
                      <a:cubicBezTo>
                        <a:pt x="54462" y="1186"/>
                        <a:pt x="54420" y="1191"/>
                        <a:pt x="54379" y="1191"/>
                      </a:cubicBezTo>
                      <a:cubicBezTo>
                        <a:pt x="54105" y="1191"/>
                        <a:pt x="53907" y="977"/>
                        <a:pt x="53638" y="925"/>
                      </a:cubicBezTo>
                      <a:cubicBezTo>
                        <a:pt x="53150" y="842"/>
                        <a:pt x="52650" y="675"/>
                        <a:pt x="52150" y="580"/>
                      </a:cubicBezTo>
                      <a:cubicBezTo>
                        <a:pt x="51388" y="437"/>
                        <a:pt x="50614" y="449"/>
                        <a:pt x="49840" y="401"/>
                      </a:cubicBezTo>
                      <a:cubicBezTo>
                        <a:pt x="48709" y="330"/>
                        <a:pt x="35672" y="354"/>
                        <a:pt x="34541" y="270"/>
                      </a:cubicBezTo>
                      <a:cubicBezTo>
                        <a:pt x="33875" y="225"/>
                        <a:pt x="33198" y="127"/>
                        <a:pt x="32521" y="127"/>
                      </a:cubicBezTo>
                      <a:cubicBezTo>
                        <a:pt x="32484" y="127"/>
                        <a:pt x="32447" y="127"/>
                        <a:pt x="32409" y="127"/>
                      </a:cubicBezTo>
                      <a:cubicBezTo>
                        <a:pt x="31969" y="127"/>
                        <a:pt x="31540" y="80"/>
                        <a:pt x="31112" y="32"/>
                      </a:cubicBezTo>
                      <a:cubicBezTo>
                        <a:pt x="30950" y="9"/>
                        <a:pt x="30781" y="0"/>
                        <a:pt x="3061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182875" spcFirstLastPara="1" rIns="182875" wrap="square" tIns="2743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" sz="1200">
                      <a:solidFill>
                        <a:schemeClr val="dk1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Despite being red, Mars is a cold place</a:t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620" name="Google Shape;620;p29"/>
                <p:cNvSpPr/>
                <p:nvPr/>
              </p:nvSpPr>
              <p:spPr>
                <a:xfrm>
                  <a:off x="6611360" y="2787290"/>
                  <a:ext cx="1409641" cy="253366"/>
                </a:xfrm>
                <a:custGeom>
                  <a:rect b="b" l="l" r="r" t="t"/>
                  <a:pathLst>
                    <a:path extrusionOk="0" h="9873" w="54930">
                      <a:moveTo>
                        <a:pt x="30374" y="1"/>
                      </a:moveTo>
                      <a:cubicBezTo>
                        <a:pt x="30123" y="1"/>
                        <a:pt x="29871" y="15"/>
                        <a:pt x="29616" y="40"/>
                      </a:cubicBezTo>
                      <a:cubicBezTo>
                        <a:pt x="29462" y="55"/>
                        <a:pt x="29307" y="61"/>
                        <a:pt x="29152" y="61"/>
                      </a:cubicBezTo>
                      <a:cubicBezTo>
                        <a:pt x="28830" y="61"/>
                        <a:pt x="28506" y="38"/>
                        <a:pt x="28180" y="38"/>
                      </a:cubicBezTo>
                      <a:cubicBezTo>
                        <a:pt x="28048" y="38"/>
                        <a:pt x="27916" y="42"/>
                        <a:pt x="27783" y="52"/>
                      </a:cubicBezTo>
                      <a:cubicBezTo>
                        <a:pt x="27499" y="74"/>
                        <a:pt x="27208" y="85"/>
                        <a:pt x="26915" y="85"/>
                      </a:cubicBezTo>
                      <a:cubicBezTo>
                        <a:pt x="26555" y="85"/>
                        <a:pt x="26191" y="68"/>
                        <a:pt x="25830" y="28"/>
                      </a:cubicBezTo>
                      <a:cubicBezTo>
                        <a:pt x="25769" y="21"/>
                        <a:pt x="25707" y="18"/>
                        <a:pt x="25646" y="18"/>
                      </a:cubicBezTo>
                      <a:cubicBezTo>
                        <a:pt x="25368" y="18"/>
                        <a:pt x="25095" y="82"/>
                        <a:pt x="24803" y="82"/>
                      </a:cubicBezTo>
                      <a:cubicBezTo>
                        <a:pt x="24753" y="82"/>
                        <a:pt x="24703" y="80"/>
                        <a:pt x="24652" y="76"/>
                      </a:cubicBezTo>
                      <a:cubicBezTo>
                        <a:pt x="24154" y="30"/>
                        <a:pt x="23652" y="5"/>
                        <a:pt x="23147" y="5"/>
                      </a:cubicBezTo>
                      <a:cubicBezTo>
                        <a:pt x="22746" y="5"/>
                        <a:pt x="22343" y="21"/>
                        <a:pt x="21937" y="52"/>
                      </a:cubicBezTo>
                      <a:cubicBezTo>
                        <a:pt x="21752" y="71"/>
                        <a:pt x="21559" y="161"/>
                        <a:pt x="21343" y="161"/>
                      </a:cubicBezTo>
                      <a:cubicBezTo>
                        <a:pt x="21281" y="161"/>
                        <a:pt x="21217" y="154"/>
                        <a:pt x="21151" y="136"/>
                      </a:cubicBezTo>
                      <a:cubicBezTo>
                        <a:pt x="21025" y="102"/>
                        <a:pt x="15657" y="33"/>
                        <a:pt x="12450" y="33"/>
                      </a:cubicBezTo>
                      <a:cubicBezTo>
                        <a:pt x="11118" y="33"/>
                        <a:pt x="10158" y="45"/>
                        <a:pt x="10102" y="76"/>
                      </a:cubicBezTo>
                      <a:cubicBezTo>
                        <a:pt x="9904" y="180"/>
                        <a:pt x="9704" y="207"/>
                        <a:pt x="9503" y="207"/>
                      </a:cubicBezTo>
                      <a:cubicBezTo>
                        <a:pt x="9293" y="207"/>
                        <a:pt x="9083" y="178"/>
                        <a:pt x="8875" y="178"/>
                      </a:cubicBezTo>
                      <a:cubicBezTo>
                        <a:pt x="8828" y="178"/>
                        <a:pt x="8780" y="179"/>
                        <a:pt x="8733" y="183"/>
                      </a:cubicBezTo>
                      <a:cubicBezTo>
                        <a:pt x="8639" y="193"/>
                        <a:pt x="8553" y="276"/>
                        <a:pt x="8450" y="276"/>
                      </a:cubicBezTo>
                      <a:cubicBezTo>
                        <a:pt x="8423" y="276"/>
                        <a:pt x="8394" y="270"/>
                        <a:pt x="8364" y="255"/>
                      </a:cubicBezTo>
                      <a:cubicBezTo>
                        <a:pt x="8223" y="191"/>
                        <a:pt x="8077" y="170"/>
                        <a:pt x="7933" y="170"/>
                      </a:cubicBezTo>
                      <a:cubicBezTo>
                        <a:pt x="7724" y="170"/>
                        <a:pt x="7518" y="215"/>
                        <a:pt x="7328" y="243"/>
                      </a:cubicBezTo>
                      <a:cubicBezTo>
                        <a:pt x="7002" y="285"/>
                        <a:pt x="6619" y="429"/>
                        <a:pt x="6338" y="429"/>
                      </a:cubicBezTo>
                      <a:cubicBezTo>
                        <a:pt x="6301" y="429"/>
                        <a:pt x="6266" y="427"/>
                        <a:pt x="6233" y="421"/>
                      </a:cubicBezTo>
                      <a:cubicBezTo>
                        <a:pt x="6170" y="409"/>
                        <a:pt x="6108" y="403"/>
                        <a:pt x="6048" y="403"/>
                      </a:cubicBezTo>
                      <a:cubicBezTo>
                        <a:pt x="5689" y="403"/>
                        <a:pt x="5360" y="591"/>
                        <a:pt x="5007" y="591"/>
                      </a:cubicBezTo>
                      <a:cubicBezTo>
                        <a:pt x="4910" y="591"/>
                        <a:pt x="4811" y="577"/>
                        <a:pt x="4709" y="540"/>
                      </a:cubicBezTo>
                      <a:cubicBezTo>
                        <a:pt x="4687" y="532"/>
                        <a:pt x="4660" y="528"/>
                        <a:pt x="4631" y="528"/>
                      </a:cubicBezTo>
                      <a:cubicBezTo>
                        <a:pt x="4454" y="528"/>
                        <a:pt x="4159" y="661"/>
                        <a:pt x="3935" y="671"/>
                      </a:cubicBezTo>
                      <a:cubicBezTo>
                        <a:pt x="3747" y="680"/>
                        <a:pt x="3613" y="904"/>
                        <a:pt x="3437" y="904"/>
                      </a:cubicBezTo>
                      <a:cubicBezTo>
                        <a:pt x="3378" y="904"/>
                        <a:pt x="3315" y="879"/>
                        <a:pt x="3244" y="814"/>
                      </a:cubicBezTo>
                      <a:cubicBezTo>
                        <a:pt x="3244" y="814"/>
                        <a:pt x="3220" y="826"/>
                        <a:pt x="3220" y="838"/>
                      </a:cubicBezTo>
                      <a:cubicBezTo>
                        <a:pt x="2982" y="1302"/>
                        <a:pt x="2435" y="1243"/>
                        <a:pt x="2054" y="1457"/>
                      </a:cubicBezTo>
                      <a:cubicBezTo>
                        <a:pt x="1577" y="1731"/>
                        <a:pt x="1303" y="2148"/>
                        <a:pt x="1077" y="2517"/>
                      </a:cubicBezTo>
                      <a:cubicBezTo>
                        <a:pt x="613" y="3267"/>
                        <a:pt x="541" y="4184"/>
                        <a:pt x="399" y="5065"/>
                      </a:cubicBezTo>
                      <a:cubicBezTo>
                        <a:pt x="327" y="5493"/>
                        <a:pt x="327" y="5934"/>
                        <a:pt x="279" y="6363"/>
                      </a:cubicBezTo>
                      <a:cubicBezTo>
                        <a:pt x="160" y="7339"/>
                        <a:pt x="137" y="8327"/>
                        <a:pt x="89" y="9470"/>
                      </a:cubicBezTo>
                      <a:cubicBezTo>
                        <a:pt x="0" y="9716"/>
                        <a:pt x="99" y="9872"/>
                        <a:pt x="398" y="9872"/>
                      </a:cubicBezTo>
                      <a:cubicBezTo>
                        <a:pt x="460" y="9872"/>
                        <a:pt x="532" y="9866"/>
                        <a:pt x="613" y="9851"/>
                      </a:cubicBezTo>
                      <a:cubicBezTo>
                        <a:pt x="631" y="9848"/>
                        <a:pt x="650" y="9846"/>
                        <a:pt x="669" y="9846"/>
                      </a:cubicBezTo>
                      <a:cubicBezTo>
                        <a:pt x="720" y="9846"/>
                        <a:pt x="772" y="9856"/>
                        <a:pt x="822" y="9856"/>
                      </a:cubicBezTo>
                      <a:cubicBezTo>
                        <a:pt x="884" y="9856"/>
                        <a:pt x="943" y="9842"/>
                        <a:pt x="994" y="9780"/>
                      </a:cubicBezTo>
                      <a:cubicBezTo>
                        <a:pt x="1018" y="9768"/>
                        <a:pt x="1053" y="9768"/>
                        <a:pt x="1077" y="9768"/>
                      </a:cubicBezTo>
                      <a:cubicBezTo>
                        <a:pt x="1275" y="9738"/>
                        <a:pt x="1473" y="9733"/>
                        <a:pt x="1671" y="9733"/>
                      </a:cubicBezTo>
                      <a:cubicBezTo>
                        <a:pt x="1773" y="9733"/>
                        <a:pt x="1875" y="9734"/>
                        <a:pt x="1978" y="9734"/>
                      </a:cubicBezTo>
                      <a:cubicBezTo>
                        <a:pt x="2157" y="9734"/>
                        <a:pt x="2336" y="9730"/>
                        <a:pt x="2518" y="9708"/>
                      </a:cubicBezTo>
                      <a:cubicBezTo>
                        <a:pt x="2587" y="9699"/>
                        <a:pt x="2658" y="9695"/>
                        <a:pt x="2729" y="9695"/>
                      </a:cubicBezTo>
                      <a:cubicBezTo>
                        <a:pt x="3081" y="9695"/>
                        <a:pt x="3450" y="9792"/>
                        <a:pt x="3813" y="9792"/>
                      </a:cubicBezTo>
                      <a:cubicBezTo>
                        <a:pt x="3829" y="9792"/>
                        <a:pt x="3846" y="9792"/>
                        <a:pt x="3863" y="9792"/>
                      </a:cubicBezTo>
                      <a:cubicBezTo>
                        <a:pt x="4248" y="9792"/>
                        <a:pt x="4640" y="9756"/>
                        <a:pt x="5028" y="9756"/>
                      </a:cubicBezTo>
                      <a:cubicBezTo>
                        <a:pt x="5144" y="9756"/>
                        <a:pt x="5260" y="9759"/>
                        <a:pt x="5375" y="9768"/>
                      </a:cubicBezTo>
                      <a:cubicBezTo>
                        <a:pt x="5455" y="9775"/>
                        <a:pt x="5538" y="9779"/>
                        <a:pt x="5623" y="9779"/>
                      </a:cubicBezTo>
                      <a:cubicBezTo>
                        <a:pt x="5829" y="9779"/>
                        <a:pt x="6049" y="9755"/>
                        <a:pt x="6268" y="9696"/>
                      </a:cubicBezTo>
                      <a:cubicBezTo>
                        <a:pt x="6709" y="9577"/>
                        <a:pt x="7209" y="9649"/>
                        <a:pt x="7685" y="9589"/>
                      </a:cubicBezTo>
                      <a:cubicBezTo>
                        <a:pt x="7848" y="9572"/>
                        <a:pt x="8059" y="9563"/>
                        <a:pt x="8285" y="9563"/>
                      </a:cubicBezTo>
                      <a:cubicBezTo>
                        <a:pt x="8703" y="9563"/>
                        <a:pt x="9170" y="9595"/>
                        <a:pt x="9471" y="9672"/>
                      </a:cubicBezTo>
                      <a:cubicBezTo>
                        <a:pt x="9478" y="9676"/>
                        <a:pt x="9485" y="9677"/>
                        <a:pt x="9492" y="9677"/>
                      </a:cubicBezTo>
                      <a:cubicBezTo>
                        <a:pt x="9509" y="9677"/>
                        <a:pt x="9526" y="9669"/>
                        <a:pt x="9543" y="9661"/>
                      </a:cubicBezTo>
                      <a:cubicBezTo>
                        <a:pt x="9721" y="9530"/>
                        <a:pt x="9900" y="9518"/>
                        <a:pt x="10138" y="9518"/>
                      </a:cubicBezTo>
                      <a:cubicBezTo>
                        <a:pt x="10457" y="9518"/>
                        <a:pt x="14441" y="9487"/>
                        <a:pt x="17619" y="9487"/>
                      </a:cubicBezTo>
                      <a:cubicBezTo>
                        <a:pt x="19661" y="9487"/>
                        <a:pt x="21370" y="9500"/>
                        <a:pt x="21556" y="9541"/>
                      </a:cubicBezTo>
                      <a:cubicBezTo>
                        <a:pt x="21559" y="9545"/>
                        <a:pt x="21564" y="9546"/>
                        <a:pt x="21570" y="9546"/>
                      </a:cubicBezTo>
                      <a:cubicBezTo>
                        <a:pt x="21585" y="9546"/>
                        <a:pt x="21607" y="9535"/>
                        <a:pt x="21615" y="9518"/>
                      </a:cubicBezTo>
                      <a:cubicBezTo>
                        <a:pt x="21676" y="9330"/>
                        <a:pt x="21789" y="9287"/>
                        <a:pt x="21917" y="9287"/>
                      </a:cubicBezTo>
                      <a:cubicBezTo>
                        <a:pt x="22024" y="9287"/>
                        <a:pt x="22142" y="9317"/>
                        <a:pt x="22248" y="9317"/>
                      </a:cubicBezTo>
                      <a:cubicBezTo>
                        <a:pt x="22264" y="9317"/>
                        <a:pt x="22279" y="9317"/>
                        <a:pt x="22294" y="9315"/>
                      </a:cubicBezTo>
                      <a:cubicBezTo>
                        <a:pt x="22527" y="9286"/>
                        <a:pt x="22773" y="9253"/>
                        <a:pt x="23013" y="9253"/>
                      </a:cubicBezTo>
                      <a:cubicBezTo>
                        <a:pt x="23166" y="9253"/>
                        <a:pt x="23317" y="9266"/>
                        <a:pt x="23461" y="9303"/>
                      </a:cubicBezTo>
                      <a:cubicBezTo>
                        <a:pt x="23495" y="9311"/>
                        <a:pt x="23526" y="9314"/>
                        <a:pt x="23555" y="9314"/>
                      </a:cubicBezTo>
                      <a:cubicBezTo>
                        <a:pt x="23750" y="9314"/>
                        <a:pt x="23856" y="9171"/>
                        <a:pt x="24033" y="9171"/>
                      </a:cubicBezTo>
                      <a:cubicBezTo>
                        <a:pt x="24045" y="9171"/>
                        <a:pt x="24056" y="9171"/>
                        <a:pt x="24068" y="9172"/>
                      </a:cubicBezTo>
                      <a:cubicBezTo>
                        <a:pt x="24261" y="9199"/>
                        <a:pt x="24452" y="9212"/>
                        <a:pt x="24643" y="9212"/>
                      </a:cubicBezTo>
                      <a:cubicBezTo>
                        <a:pt x="24877" y="9212"/>
                        <a:pt x="25112" y="9193"/>
                        <a:pt x="25354" y="9160"/>
                      </a:cubicBezTo>
                      <a:cubicBezTo>
                        <a:pt x="25463" y="9143"/>
                        <a:pt x="25575" y="9137"/>
                        <a:pt x="25691" y="9137"/>
                      </a:cubicBezTo>
                      <a:cubicBezTo>
                        <a:pt x="25967" y="9137"/>
                        <a:pt x="26259" y="9172"/>
                        <a:pt x="26545" y="9172"/>
                      </a:cubicBezTo>
                      <a:cubicBezTo>
                        <a:pt x="26811" y="9172"/>
                        <a:pt x="27107" y="9213"/>
                        <a:pt x="27371" y="9213"/>
                      </a:cubicBezTo>
                      <a:cubicBezTo>
                        <a:pt x="27484" y="9213"/>
                        <a:pt x="27591" y="9206"/>
                        <a:pt x="27688" y="9184"/>
                      </a:cubicBezTo>
                      <a:cubicBezTo>
                        <a:pt x="27776" y="9165"/>
                        <a:pt x="27864" y="9158"/>
                        <a:pt x="27951" y="9158"/>
                      </a:cubicBezTo>
                      <a:cubicBezTo>
                        <a:pt x="28215" y="9158"/>
                        <a:pt x="28474" y="9225"/>
                        <a:pt x="28733" y="9225"/>
                      </a:cubicBezTo>
                      <a:cubicBezTo>
                        <a:pt x="28861" y="9225"/>
                        <a:pt x="28988" y="9209"/>
                        <a:pt x="29116" y="9160"/>
                      </a:cubicBezTo>
                      <a:cubicBezTo>
                        <a:pt x="29214" y="9122"/>
                        <a:pt x="29312" y="9111"/>
                        <a:pt x="29413" y="9111"/>
                      </a:cubicBezTo>
                      <a:cubicBezTo>
                        <a:pt x="29551" y="9111"/>
                        <a:pt x="29692" y="9132"/>
                        <a:pt x="29836" y="9132"/>
                      </a:cubicBezTo>
                      <a:cubicBezTo>
                        <a:pt x="29882" y="9132"/>
                        <a:pt x="29928" y="9130"/>
                        <a:pt x="29974" y="9125"/>
                      </a:cubicBezTo>
                      <a:cubicBezTo>
                        <a:pt x="30135" y="9109"/>
                        <a:pt x="30297" y="9103"/>
                        <a:pt x="30460" y="9103"/>
                      </a:cubicBezTo>
                      <a:cubicBezTo>
                        <a:pt x="30876" y="9103"/>
                        <a:pt x="31295" y="9141"/>
                        <a:pt x="31714" y="9141"/>
                      </a:cubicBezTo>
                      <a:cubicBezTo>
                        <a:pt x="31856" y="9141"/>
                        <a:pt x="31998" y="9136"/>
                        <a:pt x="32141" y="9125"/>
                      </a:cubicBezTo>
                      <a:cubicBezTo>
                        <a:pt x="32269" y="9112"/>
                        <a:pt x="32398" y="9108"/>
                        <a:pt x="32528" y="9108"/>
                      </a:cubicBezTo>
                      <a:cubicBezTo>
                        <a:pt x="32738" y="9108"/>
                        <a:pt x="32950" y="9118"/>
                        <a:pt x="33163" y="9118"/>
                      </a:cubicBezTo>
                      <a:cubicBezTo>
                        <a:pt x="33294" y="9118"/>
                        <a:pt x="33426" y="9114"/>
                        <a:pt x="33557" y="9101"/>
                      </a:cubicBezTo>
                      <a:cubicBezTo>
                        <a:pt x="34046" y="9065"/>
                        <a:pt x="34534" y="9041"/>
                        <a:pt x="35022" y="8994"/>
                      </a:cubicBezTo>
                      <a:cubicBezTo>
                        <a:pt x="35072" y="8987"/>
                        <a:pt x="35332" y="8985"/>
                        <a:pt x="35744" y="8985"/>
                      </a:cubicBezTo>
                      <a:cubicBezTo>
                        <a:pt x="37465" y="8985"/>
                        <a:pt x="41855" y="9029"/>
                        <a:pt x="44905" y="9029"/>
                      </a:cubicBezTo>
                      <a:cubicBezTo>
                        <a:pt x="46639" y="9029"/>
                        <a:pt x="47940" y="9015"/>
                        <a:pt x="48071" y="8970"/>
                      </a:cubicBezTo>
                      <a:cubicBezTo>
                        <a:pt x="48264" y="8908"/>
                        <a:pt x="48484" y="8891"/>
                        <a:pt x="48707" y="8891"/>
                      </a:cubicBezTo>
                      <a:cubicBezTo>
                        <a:pt x="48910" y="8891"/>
                        <a:pt x="49117" y="8905"/>
                        <a:pt x="49309" y="8910"/>
                      </a:cubicBezTo>
                      <a:cubicBezTo>
                        <a:pt x="49344" y="8911"/>
                        <a:pt x="49379" y="8912"/>
                        <a:pt x="49413" y="8912"/>
                      </a:cubicBezTo>
                      <a:cubicBezTo>
                        <a:pt x="49800" y="8912"/>
                        <a:pt x="50194" y="8866"/>
                        <a:pt x="50588" y="8866"/>
                      </a:cubicBezTo>
                      <a:cubicBezTo>
                        <a:pt x="50682" y="8866"/>
                        <a:pt x="50775" y="8868"/>
                        <a:pt x="50869" y="8875"/>
                      </a:cubicBezTo>
                      <a:cubicBezTo>
                        <a:pt x="51061" y="8885"/>
                        <a:pt x="51254" y="8888"/>
                        <a:pt x="51447" y="8888"/>
                      </a:cubicBezTo>
                      <a:cubicBezTo>
                        <a:pt x="51858" y="8888"/>
                        <a:pt x="52271" y="8873"/>
                        <a:pt x="52680" y="8873"/>
                      </a:cubicBezTo>
                      <a:cubicBezTo>
                        <a:pt x="52759" y="8873"/>
                        <a:pt x="52838" y="8873"/>
                        <a:pt x="52917" y="8875"/>
                      </a:cubicBezTo>
                      <a:cubicBezTo>
                        <a:pt x="52998" y="8875"/>
                        <a:pt x="53128" y="8784"/>
                        <a:pt x="53226" y="8784"/>
                      </a:cubicBezTo>
                      <a:cubicBezTo>
                        <a:pt x="53301" y="8784"/>
                        <a:pt x="53358" y="8838"/>
                        <a:pt x="53358" y="9030"/>
                      </a:cubicBezTo>
                      <a:cubicBezTo>
                        <a:pt x="53358" y="9030"/>
                        <a:pt x="53405" y="9040"/>
                        <a:pt x="53444" y="9040"/>
                      </a:cubicBezTo>
                      <a:cubicBezTo>
                        <a:pt x="53463" y="9040"/>
                        <a:pt x="53481" y="9037"/>
                        <a:pt x="53489" y="9030"/>
                      </a:cubicBezTo>
                      <a:cubicBezTo>
                        <a:pt x="53722" y="8828"/>
                        <a:pt x="53988" y="8796"/>
                        <a:pt x="54261" y="8796"/>
                      </a:cubicBezTo>
                      <a:cubicBezTo>
                        <a:pt x="54391" y="8796"/>
                        <a:pt x="54524" y="8803"/>
                        <a:pt x="54655" y="8803"/>
                      </a:cubicBezTo>
                      <a:cubicBezTo>
                        <a:pt x="54786" y="8803"/>
                        <a:pt x="54929" y="8696"/>
                        <a:pt x="54917" y="8577"/>
                      </a:cubicBezTo>
                      <a:cubicBezTo>
                        <a:pt x="54870" y="8125"/>
                        <a:pt x="54917" y="7672"/>
                        <a:pt x="54870" y="7232"/>
                      </a:cubicBezTo>
                      <a:cubicBezTo>
                        <a:pt x="54798" y="6636"/>
                        <a:pt x="54834" y="6041"/>
                        <a:pt x="54751" y="5446"/>
                      </a:cubicBezTo>
                      <a:cubicBezTo>
                        <a:pt x="54691" y="4946"/>
                        <a:pt x="54703" y="4446"/>
                        <a:pt x="54596" y="3969"/>
                      </a:cubicBezTo>
                      <a:cubicBezTo>
                        <a:pt x="54501" y="3565"/>
                        <a:pt x="54453" y="3148"/>
                        <a:pt x="54310" y="2767"/>
                      </a:cubicBezTo>
                      <a:cubicBezTo>
                        <a:pt x="54024" y="2005"/>
                        <a:pt x="53572" y="1374"/>
                        <a:pt x="52822" y="981"/>
                      </a:cubicBezTo>
                      <a:cubicBezTo>
                        <a:pt x="52369" y="743"/>
                        <a:pt x="51893" y="719"/>
                        <a:pt x="51429" y="648"/>
                      </a:cubicBezTo>
                      <a:cubicBezTo>
                        <a:pt x="50998" y="582"/>
                        <a:pt x="50574" y="479"/>
                        <a:pt x="50146" y="479"/>
                      </a:cubicBezTo>
                      <a:cubicBezTo>
                        <a:pt x="50030" y="479"/>
                        <a:pt x="49914" y="487"/>
                        <a:pt x="49798" y="505"/>
                      </a:cubicBezTo>
                      <a:cubicBezTo>
                        <a:pt x="49755" y="509"/>
                        <a:pt x="49711" y="511"/>
                        <a:pt x="49666" y="511"/>
                      </a:cubicBezTo>
                      <a:cubicBezTo>
                        <a:pt x="49463" y="511"/>
                        <a:pt x="49249" y="470"/>
                        <a:pt x="49083" y="421"/>
                      </a:cubicBezTo>
                      <a:cubicBezTo>
                        <a:pt x="48488" y="255"/>
                        <a:pt x="35974" y="338"/>
                        <a:pt x="35379" y="278"/>
                      </a:cubicBezTo>
                      <a:cubicBezTo>
                        <a:pt x="35144" y="262"/>
                        <a:pt x="34898" y="218"/>
                        <a:pt x="34644" y="218"/>
                      </a:cubicBezTo>
                      <a:cubicBezTo>
                        <a:pt x="34526" y="218"/>
                        <a:pt x="34405" y="228"/>
                        <a:pt x="34284" y="255"/>
                      </a:cubicBezTo>
                      <a:cubicBezTo>
                        <a:pt x="34200" y="273"/>
                        <a:pt x="34096" y="281"/>
                        <a:pt x="33989" y="281"/>
                      </a:cubicBezTo>
                      <a:cubicBezTo>
                        <a:pt x="33882" y="281"/>
                        <a:pt x="33772" y="273"/>
                        <a:pt x="33677" y="255"/>
                      </a:cubicBezTo>
                      <a:cubicBezTo>
                        <a:pt x="33141" y="159"/>
                        <a:pt x="32593" y="171"/>
                        <a:pt x="32057" y="136"/>
                      </a:cubicBezTo>
                      <a:cubicBezTo>
                        <a:pt x="32052" y="135"/>
                        <a:pt x="32047" y="135"/>
                        <a:pt x="32042" y="135"/>
                      </a:cubicBezTo>
                      <a:cubicBezTo>
                        <a:pt x="31977" y="135"/>
                        <a:pt x="31910" y="191"/>
                        <a:pt x="31819" y="191"/>
                      </a:cubicBezTo>
                      <a:cubicBezTo>
                        <a:pt x="31800" y="191"/>
                        <a:pt x="31780" y="189"/>
                        <a:pt x="31760" y="183"/>
                      </a:cubicBezTo>
                      <a:cubicBezTo>
                        <a:pt x="31303" y="52"/>
                        <a:pt x="30841" y="1"/>
                        <a:pt x="3037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" sz="1800">
                      <a:solidFill>
                        <a:srgbClr val="FFFFFF"/>
                      </a:solidFill>
                      <a:latin typeface="Fira Sans Extra Condensed Medium"/>
                      <a:ea typeface="Fira Sans Extra Condensed Medium"/>
                      <a:cs typeface="Fira Sans Extra Condensed Medium"/>
                      <a:sym typeface="Fira Sans Extra Condensed Medium"/>
                    </a:rPr>
                    <a:t>Mars</a:t>
                  </a:r>
                  <a:endParaRPr sz="1800">
                    <a:solidFill>
                      <a:srgbClr val="FFFFFF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endParaRPr>
                </a:p>
              </p:txBody>
            </p:sp>
          </p:grpSp>
          <p:sp>
            <p:nvSpPr>
              <p:cNvPr id="621" name="Google Shape;621;p29"/>
              <p:cNvSpPr/>
              <p:nvPr/>
            </p:nvSpPr>
            <p:spPr>
              <a:xfrm>
                <a:off x="7275158" y="2270501"/>
                <a:ext cx="149033" cy="373701"/>
              </a:xfrm>
              <a:custGeom>
                <a:rect b="b" l="l" r="r" t="t"/>
                <a:pathLst>
                  <a:path extrusionOk="0" h="18869" w="7525">
                    <a:moveTo>
                      <a:pt x="6531" y="0"/>
                    </a:moveTo>
                    <a:cubicBezTo>
                      <a:pt x="6477" y="0"/>
                      <a:pt x="6423" y="31"/>
                      <a:pt x="6382" y="92"/>
                    </a:cubicBezTo>
                    <a:cubicBezTo>
                      <a:pt x="6191" y="378"/>
                      <a:pt x="6025" y="676"/>
                      <a:pt x="5894" y="997"/>
                    </a:cubicBezTo>
                    <a:cubicBezTo>
                      <a:pt x="5787" y="1235"/>
                      <a:pt x="5394" y="1580"/>
                      <a:pt x="5132" y="1580"/>
                    </a:cubicBezTo>
                    <a:cubicBezTo>
                      <a:pt x="5084" y="1580"/>
                      <a:pt x="4989" y="1545"/>
                      <a:pt x="4989" y="1533"/>
                    </a:cubicBezTo>
                    <a:cubicBezTo>
                      <a:pt x="5036" y="1271"/>
                      <a:pt x="4548" y="1378"/>
                      <a:pt x="4632" y="1080"/>
                    </a:cubicBezTo>
                    <a:lnTo>
                      <a:pt x="4632" y="1080"/>
                    </a:lnTo>
                    <a:cubicBezTo>
                      <a:pt x="4587" y="1095"/>
                      <a:pt x="4547" y="1102"/>
                      <a:pt x="4509" y="1102"/>
                    </a:cubicBezTo>
                    <a:cubicBezTo>
                      <a:pt x="4219" y="1102"/>
                      <a:pt x="4127" y="699"/>
                      <a:pt x="3810" y="699"/>
                    </a:cubicBezTo>
                    <a:cubicBezTo>
                      <a:pt x="3808" y="700"/>
                      <a:pt x="3806" y="700"/>
                      <a:pt x="3804" y="700"/>
                    </a:cubicBezTo>
                    <a:cubicBezTo>
                      <a:pt x="3748" y="700"/>
                      <a:pt x="3654" y="590"/>
                      <a:pt x="3561" y="590"/>
                    </a:cubicBezTo>
                    <a:cubicBezTo>
                      <a:pt x="3532" y="590"/>
                      <a:pt x="3504" y="601"/>
                      <a:pt x="3477" y="628"/>
                    </a:cubicBezTo>
                    <a:cubicBezTo>
                      <a:pt x="3381" y="735"/>
                      <a:pt x="3346" y="866"/>
                      <a:pt x="3393" y="1056"/>
                    </a:cubicBezTo>
                    <a:cubicBezTo>
                      <a:pt x="3489" y="1461"/>
                      <a:pt x="3667" y="1854"/>
                      <a:pt x="3751" y="2271"/>
                    </a:cubicBezTo>
                    <a:cubicBezTo>
                      <a:pt x="3870" y="2795"/>
                      <a:pt x="3870" y="3342"/>
                      <a:pt x="4048" y="3854"/>
                    </a:cubicBezTo>
                    <a:cubicBezTo>
                      <a:pt x="4108" y="4021"/>
                      <a:pt x="4179" y="4200"/>
                      <a:pt x="4155" y="4355"/>
                    </a:cubicBezTo>
                    <a:cubicBezTo>
                      <a:pt x="4096" y="4878"/>
                      <a:pt x="4298" y="5378"/>
                      <a:pt x="4179" y="5902"/>
                    </a:cubicBezTo>
                    <a:cubicBezTo>
                      <a:pt x="4096" y="6283"/>
                      <a:pt x="4203" y="6688"/>
                      <a:pt x="4132" y="7069"/>
                    </a:cubicBezTo>
                    <a:cubicBezTo>
                      <a:pt x="4024" y="7712"/>
                      <a:pt x="3989" y="8355"/>
                      <a:pt x="3870" y="8998"/>
                    </a:cubicBezTo>
                    <a:cubicBezTo>
                      <a:pt x="3739" y="9629"/>
                      <a:pt x="3572" y="10272"/>
                      <a:pt x="3393" y="10903"/>
                    </a:cubicBezTo>
                    <a:cubicBezTo>
                      <a:pt x="3274" y="11332"/>
                      <a:pt x="3060" y="11736"/>
                      <a:pt x="2941" y="12177"/>
                    </a:cubicBezTo>
                    <a:cubicBezTo>
                      <a:pt x="2858" y="12522"/>
                      <a:pt x="2739" y="12879"/>
                      <a:pt x="2572" y="13189"/>
                    </a:cubicBezTo>
                    <a:cubicBezTo>
                      <a:pt x="2322" y="13653"/>
                      <a:pt x="2179" y="14153"/>
                      <a:pt x="1941" y="14618"/>
                    </a:cubicBezTo>
                    <a:cubicBezTo>
                      <a:pt x="1844" y="14794"/>
                      <a:pt x="1596" y="14958"/>
                      <a:pt x="1416" y="14958"/>
                    </a:cubicBezTo>
                    <a:cubicBezTo>
                      <a:pt x="1354" y="14958"/>
                      <a:pt x="1299" y="14938"/>
                      <a:pt x="1262" y="14892"/>
                    </a:cubicBezTo>
                    <a:cubicBezTo>
                      <a:pt x="1084" y="14689"/>
                      <a:pt x="857" y="14558"/>
                      <a:pt x="643" y="14403"/>
                    </a:cubicBezTo>
                    <a:cubicBezTo>
                      <a:pt x="558" y="14352"/>
                      <a:pt x="503" y="14282"/>
                      <a:pt x="404" y="14282"/>
                    </a:cubicBezTo>
                    <a:cubicBezTo>
                      <a:pt x="365" y="14282"/>
                      <a:pt x="319" y="14293"/>
                      <a:pt x="262" y="14320"/>
                    </a:cubicBezTo>
                    <a:cubicBezTo>
                      <a:pt x="72" y="14403"/>
                      <a:pt x="83" y="14511"/>
                      <a:pt x="48" y="14653"/>
                    </a:cubicBezTo>
                    <a:cubicBezTo>
                      <a:pt x="0" y="14856"/>
                      <a:pt x="95" y="15046"/>
                      <a:pt x="83" y="15249"/>
                    </a:cubicBezTo>
                    <a:cubicBezTo>
                      <a:pt x="167" y="15892"/>
                      <a:pt x="286" y="16535"/>
                      <a:pt x="453" y="17166"/>
                    </a:cubicBezTo>
                    <a:cubicBezTo>
                      <a:pt x="572" y="17559"/>
                      <a:pt x="738" y="17940"/>
                      <a:pt x="893" y="18321"/>
                    </a:cubicBezTo>
                    <a:cubicBezTo>
                      <a:pt x="1019" y="18636"/>
                      <a:pt x="1267" y="18869"/>
                      <a:pt x="1586" y="18869"/>
                    </a:cubicBezTo>
                    <a:cubicBezTo>
                      <a:pt x="1628" y="18869"/>
                      <a:pt x="1671" y="18865"/>
                      <a:pt x="1715" y="18856"/>
                    </a:cubicBezTo>
                    <a:cubicBezTo>
                      <a:pt x="2000" y="18797"/>
                      <a:pt x="2322" y="18690"/>
                      <a:pt x="2536" y="18571"/>
                    </a:cubicBezTo>
                    <a:cubicBezTo>
                      <a:pt x="3000" y="18321"/>
                      <a:pt x="3560" y="18237"/>
                      <a:pt x="3929" y="17844"/>
                    </a:cubicBezTo>
                    <a:cubicBezTo>
                      <a:pt x="4191" y="17559"/>
                      <a:pt x="4632" y="17570"/>
                      <a:pt x="4894" y="17249"/>
                    </a:cubicBezTo>
                    <a:cubicBezTo>
                      <a:pt x="5072" y="17023"/>
                      <a:pt x="5263" y="16785"/>
                      <a:pt x="5489" y="16582"/>
                    </a:cubicBezTo>
                    <a:cubicBezTo>
                      <a:pt x="5584" y="16499"/>
                      <a:pt x="5679" y="16273"/>
                      <a:pt x="5548" y="16130"/>
                    </a:cubicBezTo>
                    <a:cubicBezTo>
                      <a:pt x="5454" y="16046"/>
                      <a:pt x="5396" y="15933"/>
                      <a:pt x="5203" y="15933"/>
                    </a:cubicBezTo>
                    <a:cubicBezTo>
                      <a:pt x="5177" y="15933"/>
                      <a:pt x="5150" y="15935"/>
                      <a:pt x="5120" y="15939"/>
                    </a:cubicBezTo>
                    <a:cubicBezTo>
                      <a:pt x="5034" y="15949"/>
                      <a:pt x="4946" y="15955"/>
                      <a:pt x="4858" y="15955"/>
                    </a:cubicBezTo>
                    <a:cubicBezTo>
                      <a:pt x="4531" y="15955"/>
                      <a:pt x="4194" y="15882"/>
                      <a:pt x="3893" y="15713"/>
                    </a:cubicBezTo>
                    <a:cubicBezTo>
                      <a:pt x="3858" y="15701"/>
                      <a:pt x="3822" y="15642"/>
                      <a:pt x="3822" y="15594"/>
                    </a:cubicBezTo>
                    <a:cubicBezTo>
                      <a:pt x="3846" y="15225"/>
                      <a:pt x="4001" y="14856"/>
                      <a:pt x="4215" y="14594"/>
                    </a:cubicBezTo>
                    <a:cubicBezTo>
                      <a:pt x="4465" y="14308"/>
                      <a:pt x="4644" y="13987"/>
                      <a:pt x="4822" y="13677"/>
                    </a:cubicBezTo>
                    <a:cubicBezTo>
                      <a:pt x="5108" y="13165"/>
                      <a:pt x="5358" y="12617"/>
                      <a:pt x="5584" y="12070"/>
                    </a:cubicBezTo>
                    <a:cubicBezTo>
                      <a:pt x="5703" y="11808"/>
                      <a:pt x="5846" y="11558"/>
                      <a:pt x="5953" y="11296"/>
                    </a:cubicBezTo>
                    <a:cubicBezTo>
                      <a:pt x="6084" y="10998"/>
                      <a:pt x="6108" y="10653"/>
                      <a:pt x="6298" y="10367"/>
                    </a:cubicBezTo>
                    <a:cubicBezTo>
                      <a:pt x="6358" y="10284"/>
                      <a:pt x="6429" y="10224"/>
                      <a:pt x="6429" y="10117"/>
                    </a:cubicBezTo>
                    <a:cubicBezTo>
                      <a:pt x="6429" y="9677"/>
                      <a:pt x="6644" y="9284"/>
                      <a:pt x="6703" y="8855"/>
                    </a:cubicBezTo>
                    <a:cubicBezTo>
                      <a:pt x="6727" y="8617"/>
                      <a:pt x="6894" y="8391"/>
                      <a:pt x="6930" y="8176"/>
                    </a:cubicBezTo>
                    <a:cubicBezTo>
                      <a:pt x="7013" y="7688"/>
                      <a:pt x="7108" y="7200"/>
                      <a:pt x="7191" y="6712"/>
                    </a:cubicBezTo>
                    <a:cubicBezTo>
                      <a:pt x="7287" y="6129"/>
                      <a:pt x="7430" y="5557"/>
                      <a:pt x="7477" y="4974"/>
                    </a:cubicBezTo>
                    <a:cubicBezTo>
                      <a:pt x="7525" y="4438"/>
                      <a:pt x="7465" y="3890"/>
                      <a:pt x="7441" y="3342"/>
                    </a:cubicBezTo>
                    <a:cubicBezTo>
                      <a:pt x="7382" y="2247"/>
                      <a:pt x="7144" y="1187"/>
                      <a:pt x="6727" y="164"/>
                    </a:cubicBezTo>
                    <a:cubicBezTo>
                      <a:pt x="6679" y="55"/>
                      <a:pt x="6605" y="0"/>
                      <a:pt x="65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" name="Google Shape;622;p29"/>
              <p:cNvSpPr/>
              <p:nvPr/>
            </p:nvSpPr>
            <p:spPr>
              <a:xfrm>
                <a:off x="7024711" y="1421025"/>
                <a:ext cx="574206" cy="788041"/>
              </a:xfrm>
              <a:custGeom>
                <a:rect b="b" l="l" r="r" t="t"/>
                <a:pathLst>
                  <a:path extrusionOk="0" h="39790" w="28993">
                    <a:moveTo>
                      <a:pt x="16569" y="0"/>
                    </a:moveTo>
                    <a:cubicBezTo>
                      <a:pt x="16393" y="0"/>
                      <a:pt x="16216" y="7"/>
                      <a:pt x="16038" y="24"/>
                    </a:cubicBezTo>
                    <a:cubicBezTo>
                      <a:pt x="15957" y="31"/>
                      <a:pt x="15874" y="34"/>
                      <a:pt x="15791" y="34"/>
                    </a:cubicBezTo>
                    <a:cubicBezTo>
                      <a:pt x="15604" y="34"/>
                      <a:pt x="15414" y="22"/>
                      <a:pt x="15225" y="22"/>
                    </a:cubicBezTo>
                    <a:cubicBezTo>
                      <a:pt x="15070" y="22"/>
                      <a:pt x="14916" y="30"/>
                      <a:pt x="14764" y="60"/>
                    </a:cubicBezTo>
                    <a:cubicBezTo>
                      <a:pt x="14371" y="155"/>
                      <a:pt x="13990" y="72"/>
                      <a:pt x="13586" y="167"/>
                    </a:cubicBezTo>
                    <a:cubicBezTo>
                      <a:pt x="13109" y="298"/>
                      <a:pt x="12550" y="239"/>
                      <a:pt x="12074" y="405"/>
                    </a:cubicBezTo>
                    <a:cubicBezTo>
                      <a:pt x="11609" y="560"/>
                      <a:pt x="11109" y="620"/>
                      <a:pt x="10633" y="775"/>
                    </a:cubicBezTo>
                    <a:cubicBezTo>
                      <a:pt x="10397" y="860"/>
                      <a:pt x="10170" y="1043"/>
                      <a:pt x="9866" y="1043"/>
                    </a:cubicBezTo>
                    <a:cubicBezTo>
                      <a:pt x="9833" y="1043"/>
                      <a:pt x="9799" y="1041"/>
                      <a:pt x="9764" y="1036"/>
                    </a:cubicBezTo>
                    <a:cubicBezTo>
                      <a:pt x="9743" y="1034"/>
                      <a:pt x="9720" y="1033"/>
                      <a:pt x="9697" y="1033"/>
                    </a:cubicBezTo>
                    <a:cubicBezTo>
                      <a:pt x="9496" y="1033"/>
                      <a:pt x="9219" y="1120"/>
                      <a:pt x="9037" y="1227"/>
                    </a:cubicBezTo>
                    <a:cubicBezTo>
                      <a:pt x="8656" y="1453"/>
                      <a:pt x="8216" y="1560"/>
                      <a:pt x="7811" y="1751"/>
                    </a:cubicBezTo>
                    <a:cubicBezTo>
                      <a:pt x="7609" y="1846"/>
                      <a:pt x="7359" y="1870"/>
                      <a:pt x="7299" y="2120"/>
                    </a:cubicBezTo>
                    <a:cubicBezTo>
                      <a:pt x="7264" y="2114"/>
                      <a:pt x="7230" y="2111"/>
                      <a:pt x="7198" y="2111"/>
                    </a:cubicBezTo>
                    <a:cubicBezTo>
                      <a:pt x="6720" y="2111"/>
                      <a:pt x="6581" y="2728"/>
                      <a:pt x="6110" y="2728"/>
                    </a:cubicBezTo>
                    <a:cubicBezTo>
                      <a:pt x="6102" y="2728"/>
                      <a:pt x="6093" y="2728"/>
                      <a:pt x="6085" y="2727"/>
                    </a:cubicBezTo>
                    <a:cubicBezTo>
                      <a:pt x="5930" y="3072"/>
                      <a:pt x="5501" y="3180"/>
                      <a:pt x="5311" y="3465"/>
                    </a:cubicBezTo>
                    <a:cubicBezTo>
                      <a:pt x="5025" y="3894"/>
                      <a:pt x="4608" y="4192"/>
                      <a:pt x="4204" y="4501"/>
                    </a:cubicBezTo>
                    <a:cubicBezTo>
                      <a:pt x="4061" y="4620"/>
                      <a:pt x="4180" y="4835"/>
                      <a:pt x="4013" y="4846"/>
                    </a:cubicBezTo>
                    <a:cubicBezTo>
                      <a:pt x="3453" y="4882"/>
                      <a:pt x="3644" y="5644"/>
                      <a:pt x="3108" y="5680"/>
                    </a:cubicBezTo>
                    <a:cubicBezTo>
                      <a:pt x="3120" y="6049"/>
                      <a:pt x="2620" y="6085"/>
                      <a:pt x="2560" y="6406"/>
                    </a:cubicBezTo>
                    <a:cubicBezTo>
                      <a:pt x="2501" y="6787"/>
                      <a:pt x="2120" y="6966"/>
                      <a:pt x="1965" y="7287"/>
                    </a:cubicBezTo>
                    <a:cubicBezTo>
                      <a:pt x="1810" y="7621"/>
                      <a:pt x="1596" y="7942"/>
                      <a:pt x="1382" y="8228"/>
                    </a:cubicBezTo>
                    <a:cubicBezTo>
                      <a:pt x="1036" y="8692"/>
                      <a:pt x="846" y="9204"/>
                      <a:pt x="632" y="9704"/>
                    </a:cubicBezTo>
                    <a:cubicBezTo>
                      <a:pt x="572" y="9835"/>
                      <a:pt x="513" y="10014"/>
                      <a:pt x="465" y="10157"/>
                    </a:cubicBezTo>
                    <a:cubicBezTo>
                      <a:pt x="358" y="10538"/>
                      <a:pt x="358" y="10919"/>
                      <a:pt x="263" y="11300"/>
                    </a:cubicBezTo>
                    <a:cubicBezTo>
                      <a:pt x="144" y="11800"/>
                      <a:pt x="72" y="12324"/>
                      <a:pt x="36" y="12847"/>
                    </a:cubicBezTo>
                    <a:cubicBezTo>
                      <a:pt x="1" y="13359"/>
                      <a:pt x="24" y="13871"/>
                      <a:pt x="48" y="14383"/>
                    </a:cubicBezTo>
                    <a:cubicBezTo>
                      <a:pt x="84" y="14824"/>
                      <a:pt x="60" y="15276"/>
                      <a:pt x="179" y="15717"/>
                    </a:cubicBezTo>
                    <a:cubicBezTo>
                      <a:pt x="227" y="15931"/>
                      <a:pt x="322" y="16157"/>
                      <a:pt x="274" y="16348"/>
                    </a:cubicBezTo>
                    <a:cubicBezTo>
                      <a:pt x="191" y="16753"/>
                      <a:pt x="382" y="17122"/>
                      <a:pt x="453" y="17491"/>
                    </a:cubicBezTo>
                    <a:cubicBezTo>
                      <a:pt x="513" y="17741"/>
                      <a:pt x="465" y="18062"/>
                      <a:pt x="620" y="18241"/>
                    </a:cubicBezTo>
                    <a:cubicBezTo>
                      <a:pt x="941" y="18610"/>
                      <a:pt x="977" y="19098"/>
                      <a:pt x="1060" y="19491"/>
                    </a:cubicBezTo>
                    <a:cubicBezTo>
                      <a:pt x="1239" y="20384"/>
                      <a:pt x="1656" y="21170"/>
                      <a:pt x="1906" y="22027"/>
                    </a:cubicBezTo>
                    <a:cubicBezTo>
                      <a:pt x="1941" y="22146"/>
                      <a:pt x="2132" y="22122"/>
                      <a:pt x="2096" y="22277"/>
                    </a:cubicBezTo>
                    <a:cubicBezTo>
                      <a:pt x="2025" y="22563"/>
                      <a:pt x="2179" y="22872"/>
                      <a:pt x="2322" y="23039"/>
                    </a:cubicBezTo>
                    <a:cubicBezTo>
                      <a:pt x="2620" y="23361"/>
                      <a:pt x="2763" y="23777"/>
                      <a:pt x="2906" y="24123"/>
                    </a:cubicBezTo>
                    <a:cubicBezTo>
                      <a:pt x="3084" y="24527"/>
                      <a:pt x="3322" y="24908"/>
                      <a:pt x="3465" y="25337"/>
                    </a:cubicBezTo>
                    <a:cubicBezTo>
                      <a:pt x="3525" y="25539"/>
                      <a:pt x="3573" y="25778"/>
                      <a:pt x="3715" y="25956"/>
                    </a:cubicBezTo>
                    <a:cubicBezTo>
                      <a:pt x="4168" y="26540"/>
                      <a:pt x="4454" y="27218"/>
                      <a:pt x="4882" y="27802"/>
                    </a:cubicBezTo>
                    <a:cubicBezTo>
                      <a:pt x="5204" y="28254"/>
                      <a:pt x="5358" y="28802"/>
                      <a:pt x="5835" y="29135"/>
                    </a:cubicBezTo>
                    <a:cubicBezTo>
                      <a:pt x="5918" y="29195"/>
                      <a:pt x="5930" y="29278"/>
                      <a:pt x="5954" y="29373"/>
                    </a:cubicBezTo>
                    <a:cubicBezTo>
                      <a:pt x="5989" y="29635"/>
                      <a:pt x="6168" y="29826"/>
                      <a:pt x="6382" y="29969"/>
                    </a:cubicBezTo>
                    <a:cubicBezTo>
                      <a:pt x="6609" y="30123"/>
                      <a:pt x="6668" y="30385"/>
                      <a:pt x="6859" y="30564"/>
                    </a:cubicBezTo>
                    <a:cubicBezTo>
                      <a:pt x="7061" y="30754"/>
                      <a:pt x="7132" y="31052"/>
                      <a:pt x="7311" y="31231"/>
                    </a:cubicBezTo>
                    <a:cubicBezTo>
                      <a:pt x="7835" y="31766"/>
                      <a:pt x="8264" y="32374"/>
                      <a:pt x="8776" y="32909"/>
                    </a:cubicBezTo>
                    <a:cubicBezTo>
                      <a:pt x="9097" y="33255"/>
                      <a:pt x="9371" y="33660"/>
                      <a:pt x="9704" y="33993"/>
                    </a:cubicBezTo>
                    <a:cubicBezTo>
                      <a:pt x="10204" y="34493"/>
                      <a:pt x="10835" y="34886"/>
                      <a:pt x="11323" y="35398"/>
                    </a:cubicBezTo>
                    <a:cubicBezTo>
                      <a:pt x="11943" y="36053"/>
                      <a:pt x="12657" y="36600"/>
                      <a:pt x="13312" y="37208"/>
                    </a:cubicBezTo>
                    <a:cubicBezTo>
                      <a:pt x="13621" y="37505"/>
                      <a:pt x="13931" y="37779"/>
                      <a:pt x="14264" y="38041"/>
                    </a:cubicBezTo>
                    <a:cubicBezTo>
                      <a:pt x="14550" y="38255"/>
                      <a:pt x="14812" y="38505"/>
                      <a:pt x="15098" y="38696"/>
                    </a:cubicBezTo>
                    <a:cubicBezTo>
                      <a:pt x="15514" y="38982"/>
                      <a:pt x="15895" y="39267"/>
                      <a:pt x="16229" y="39636"/>
                    </a:cubicBezTo>
                    <a:cubicBezTo>
                      <a:pt x="16328" y="39740"/>
                      <a:pt x="16424" y="39790"/>
                      <a:pt x="16519" y="39790"/>
                    </a:cubicBezTo>
                    <a:cubicBezTo>
                      <a:pt x="16642" y="39790"/>
                      <a:pt x="16763" y="39707"/>
                      <a:pt x="16884" y="39553"/>
                    </a:cubicBezTo>
                    <a:cubicBezTo>
                      <a:pt x="17348" y="38958"/>
                      <a:pt x="17800" y="38351"/>
                      <a:pt x="18324" y="37803"/>
                    </a:cubicBezTo>
                    <a:cubicBezTo>
                      <a:pt x="18562" y="37529"/>
                      <a:pt x="18848" y="37303"/>
                      <a:pt x="19086" y="37017"/>
                    </a:cubicBezTo>
                    <a:cubicBezTo>
                      <a:pt x="19324" y="36719"/>
                      <a:pt x="19670" y="36517"/>
                      <a:pt x="19848" y="36172"/>
                    </a:cubicBezTo>
                    <a:cubicBezTo>
                      <a:pt x="20003" y="35874"/>
                      <a:pt x="20384" y="35719"/>
                      <a:pt x="20432" y="35386"/>
                    </a:cubicBezTo>
                    <a:cubicBezTo>
                      <a:pt x="20456" y="35136"/>
                      <a:pt x="20801" y="35231"/>
                      <a:pt x="20813" y="34981"/>
                    </a:cubicBezTo>
                    <a:cubicBezTo>
                      <a:pt x="20825" y="34612"/>
                      <a:pt x="21110" y="34338"/>
                      <a:pt x="21337" y="34076"/>
                    </a:cubicBezTo>
                    <a:cubicBezTo>
                      <a:pt x="21634" y="33719"/>
                      <a:pt x="21777" y="33243"/>
                      <a:pt x="22218" y="32993"/>
                    </a:cubicBezTo>
                    <a:cubicBezTo>
                      <a:pt x="22087" y="32647"/>
                      <a:pt x="22420" y="32588"/>
                      <a:pt x="22599" y="32433"/>
                    </a:cubicBezTo>
                    <a:cubicBezTo>
                      <a:pt x="22634" y="32409"/>
                      <a:pt x="22718" y="32421"/>
                      <a:pt x="22682" y="32350"/>
                    </a:cubicBezTo>
                    <a:cubicBezTo>
                      <a:pt x="22563" y="32016"/>
                      <a:pt x="22837" y="31838"/>
                      <a:pt x="23015" y="31635"/>
                    </a:cubicBezTo>
                    <a:cubicBezTo>
                      <a:pt x="23158" y="31469"/>
                      <a:pt x="23920" y="30290"/>
                      <a:pt x="23992" y="30064"/>
                    </a:cubicBezTo>
                    <a:cubicBezTo>
                      <a:pt x="23998" y="30034"/>
                      <a:pt x="24016" y="30028"/>
                      <a:pt x="24033" y="30028"/>
                    </a:cubicBezTo>
                    <a:cubicBezTo>
                      <a:pt x="24045" y="30028"/>
                      <a:pt x="24057" y="30031"/>
                      <a:pt x="24066" y="30031"/>
                    </a:cubicBezTo>
                    <a:cubicBezTo>
                      <a:pt x="24070" y="30031"/>
                      <a:pt x="24073" y="30030"/>
                      <a:pt x="24075" y="30028"/>
                    </a:cubicBezTo>
                    <a:cubicBezTo>
                      <a:pt x="24266" y="29766"/>
                      <a:pt x="24516" y="29516"/>
                      <a:pt x="24623" y="29218"/>
                    </a:cubicBezTo>
                    <a:cubicBezTo>
                      <a:pt x="24742" y="28861"/>
                      <a:pt x="24825" y="28528"/>
                      <a:pt x="25278" y="28421"/>
                    </a:cubicBezTo>
                    <a:cubicBezTo>
                      <a:pt x="25397" y="28385"/>
                      <a:pt x="25385" y="28278"/>
                      <a:pt x="25325" y="28206"/>
                    </a:cubicBezTo>
                    <a:cubicBezTo>
                      <a:pt x="25266" y="28135"/>
                      <a:pt x="25266" y="28099"/>
                      <a:pt x="25313" y="28016"/>
                    </a:cubicBezTo>
                    <a:cubicBezTo>
                      <a:pt x="25551" y="27599"/>
                      <a:pt x="25742" y="27147"/>
                      <a:pt x="25980" y="26742"/>
                    </a:cubicBezTo>
                    <a:cubicBezTo>
                      <a:pt x="26230" y="26301"/>
                      <a:pt x="26516" y="25825"/>
                      <a:pt x="26671" y="25373"/>
                    </a:cubicBezTo>
                    <a:cubicBezTo>
                      <a:pt x="26861" y="24825"/>
                      <a:pt x="27218" y="24349"/>
                      <a:pt x="27361" y="23789"/>
                    </a:cubicBezTo>
                    <a:cubicBezTo>
                      <a:pt x="27504" y="23218"/>
                      <a:pt x="27742" y="22670"/>
                      <a:pt x="27921" y="22099"/>
                    </a:cubicBezTo>
                    <a:cubicBezTo>
                      <a:pt x="28111" y="21491"/>
                      <a:pt x="28218" y="20860"/>
                      <a:pt x="28397" y="20241"/>
                    </a:cubicBezTo>
                    <a:cubicBezTo>
                      <a:pt x="28528" y="19801"/>
                      <a:pt x="28671" y="19336"/>
                      <a:pt x="28695" y="18896"/>
                    </a:cubicBezTo>
                    <a:cubicBezTo>
                      <a:pt x="28754" y="18098"/>
                      <a:pt x="28969" y="17324"/>
                      <a:pt x="28980" y="16526"/>
                    </a:cubicBezTo>
                    <a:cubicBezTo>
                      <a:pt x="28980" y="15848"/>
                      <a:pt x="28980" y="15169"/>
                      <a:pt x="28992" y="14443"/>
                    </a:cubicBezTo>
                    <a:cubicBezTo>
                      <a:pt x="28849" y="14133"/>
                      <a:pt x="28969" y="13752"/>
                      <a:pt x="28921" y="13383"/>
                    </a:cubicBezTo>
                    <a:cubicBezTo>
                      <a:pt x="28897" y="13145"/>
                      <a:pt x="28778" y="12883"/>
                      <a:pt x="28826" y="12693"/>
                    </a:cubicBezTo>
                    <a:cubicBezTo>
                      <a:pt x="28969" y="12157"/>
                      <a:pt x="28730" y="11669"/>
                      <a:pt x="28707" y="11169"/>
                    </a:cubicBezTo>
                    <a:cubicBezTo>
                      <a:pt x="28671" y="10216"/>
                      <a:pt x="28242" y="9323"/>
                      <a:pt x="27873" y="8442"/>
                    </a:cubicBezTo>
                    <a:cubicBezTo>
                      <a:pt x="27754" y="8156"/>
                      <a:pt x="27623" y="7859"/>
                      <a:pt x="27445" y="7597"/>
                    </a:cubicBezTo>
                    <a:cubicBezTo>
                      <a:pt x="27218" y="7252"/>
                      <a:pt x="27004" y="6918"/>
                      <a:pt x="26802" y="6573"/>
                    </a:cubicBezTo>
                    <a:cubicBezTo>
                      <a:pt x="26409" y="5894"/>
                      <a:pt x="25825" y="5335"/>
                      <a:pt x="25420" y="4668"/>
                    </a:cubicBezTo>
                    <a:cubicBezTo>
                      <a:pt x="25135" y="4180"/>
                      <a:pt x="24658" y="3870"/>
                      <a:pt x="24313" y="3442"/>
                    </a:cubicBezTo>
                    <a:cubicBezTo>
                      <a:pt x="24147" y="3251"/>
                      <a:pt x="23980" y="3013"/>
                      <a:pt x="23789" y="2858"/>
                    </a:cubicBezTo>
                    <a:cubicBezTo>
                      <a:pt x="23385" y="2549"/>
                      <a:pt x="22980" y="2215"/>
                      <a:pt x="22623" y="1870"/>
                    </a:cubicBezTo>
                    <a:cubicBezTo>
                      <a:pt x="22039" y="1322"/>
                      <a:pt x="21277" y="1084"/>
                      <a:pt x="20658" y="608"/>
                    </a:cubicBezTo>
                    <a:cubicBezTo>
                      <a:pt x="20634" y="584"/>
                      <a:pt x="20587" y="572"/>
                      <a:pt x="20551" y="572"/>
                    </a:cubicBezTo>
                    <a:cubicBezTo>
                      <a:pt x="20110" y="548"/>
                      <a:pt x="19729" y="298"/>
                      <a:pt x="19265" y="274"/>
                    </a:cubicBezTo>
                    <a:cubicBezTo>
                      <a:pt x="18932" y="263"/>
                      <a:pt x="18562" y="120"/>
                      <a:pt x="18229" y="96"/>
                    </a:cubicBezTo>
                    <a:cubicBezTo>
                      <a:pt x="17677" y="69"/>
                      <a:pt x="17126" y="0"/>
                      <a:pt x="165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" name="Google Shape;623;p29"/>
              <p:cNvSpPr/>
              <p:nvPr/>
            </p:nvSpPr>
            <p:spPr>
              <a:xfrm>
                <a:off x="7008450" y="1399575"/>
                <a:ext cx="615460" cy="827889"/>
              </a:xfrm>
              <a:custGeom>
                <a:rect b="b" l="l" r="r" t="t"/>
                <a:pathLst>
                  <a:path extrusionOk="0" h="41802" w="31076">
                    <a:moveTo>
                      <a:pt x="17390" y="1083"/>
                    </a:moveTo>
                    <a:cubicBezTo>
                      <a:pt x="17947" y="1083"/>
                      <a:pt x="18498" y="1152"/>
                      <a:pt x="19050" y="1179"/>
                    </a:cubicBezTo>
                    <a:cubicBezTo>
                      <a:pt x="19383" y="1203"/>
                      <a:pt x="19753" y="1346"/>
                      <a:pt x="20086" y="1357"/>
                    </a:cubicBezTo>
                    <a:cubicBezTo>
                      <a:pt x="20550" y="1381"/>
                      <a:pt x="20931" y="1631"/>
                      <a:pt x="21372" y="1655"/>
                    </a:cubicBezTo>
                    <a:cubicBezTo>
                      <a:pt x="21408" y="1655"/>
                      <a:pt x="21455" y="1667"/>
                      <a:pt x="21479" y="1691"/>
                    </a:cubicBezTo>
                    <a:cubicBezTo>
                      <a:pt x="22098" y="2167"/>
                      <a:pt x="22860" y="2405"/>
                      <a:pt x="23444" y="2953"/>
                    </a:cubicBezTo>
                    <a:cubicBezTo>
                      <a:pt x="23801" y="3298"/>
                      <a:pt x="24206" y="3632"/>
                      <a:pt x="24610" y="3941"/>
                    </a:cubicBezTo>
                    <a:cubicBezTo>
                      <a:pt x="24801" y="4096"/>
                      <a:pt x="24968" y="4334"/>
                      <a:pt x="25134" y="4525"/>
                    </a:cubicBezTo>
                    <a:cubicBezTo>
                      <a:pt x="25479" y="4953"/>
                      <a:pt x="25956" y="5263"/>
                      <a:pt x="26241" y="5751"/>
                    </a:cubicBezTo>
                    <a:cubicBezTo>
                      <a:pt x="26646" y="6418"/>
                      <a:pt x="27230" y="6977"/>
                      <a:pt x="27623" y="7656"/>
                    </a:cubicBezTo>
                    <a:cubicBezTo>
                      <a:pt x="27825" y="8001"/>
                      <a:pt x="28039" y="8335"/>
                      <a:pt x="28266" y="8680"/>
                    </a:cubicBezTo>
                    <a:cubicBezTo>
                      <a:pt x="28444" y="8942"/>
                      <a:pt x="28575" y="9239"/>
                      <a:pt x="28694" y="9525"/>
                    </a:cubicBezTo>
                    <a:cubicBezTo>
                      <a:pt x="29063" y="10406"/>
                      <a:pt x="29492" y="11299"/>
                      <a:pt x="29528" y="12252"/>
                    </a:cubicBezTo>
                    <a:cubicBezTo>
                      <a:pt x="29551" y="12752"/>
                      <a:pt x="29790" y="13240"/>
                      <a:pt x="29647" y="13776"/>
                    </a:cubicBezTo>
                    <a:cubicBezTo>
                      <a:pt x="29599" y="13966"/>
                      <a:pt x="29718" y="14228"/>
                      <a:pt x="29742" y="14466"/>
                    </a:cubicBezTo>
                    <a:cubicBezTo>
                      <a:pt x="29790" y="14835"/>
                      <a:pt x="29670" y="15216"/>
                      <a:pt x="29813" y="15526"/>
                    </a:cubicBezTo>
                    <a:cubicBezTo>
                      <a:pt x="29801" y="16252"/>
                      <a:pt x="29801" y="16931"/>
                      <a:pt x="29801" y="17609"/>
                    </a:cubicBezTo>
                    <a:cubicBezTo>
                      <a:pt x="29790" y="18407"/>
                      <a:pt x="29575" y="19181"/>
                      <a:pt x="29516" y="19979"/>
                    </a:cubicBezTo>
                    <a:cubicBezTo>
                      <a:pt x="29492" y="20419"/>
                      <a:pt x="29349" y="20884"/>
                      <a:pt x="29218" y="21324"/>
                    </a:cubicBezTo>
                    <a:cubicBezTo>
                      <a:pt x="29039" y="21943"/>
                      <a:pt x="28932" y="22574"/>
                      <a:pt x="28742" y="23182"/>
                    </a:cubicBezTo>
                    <a:cubicBezTo>
                      <a:pt x="28563" y="23753"/>
                      <a:pt x="28325" y="24301"/>
                      <a:pt x="28182" y="24872"/>
                    </a:cubicBezTo>
                    <a:cubicBezTo>
                      <a:pt x="28039" y="25432"/>
                      <a:pt x="27682" y="25908"/>
                      <a:pt x="27492" y="26456"/>
                    </a:cubicBezTo>
                    <a:cubicBezTo>
                      <a:pt x="27337" y="26908"/>
                      <a:pt x="27051" y="27384"/>
                      <a:pt x="26801" y="27825"/>
                    </a:cubicBezTo>
                    <a:cubicBezTo>
                      <a:pt x="26563" y="28230"/>
                      <a:pt x="26372" y="28682"/>
                      <a:pt x="26134" y="29099"/>
                    </a:cubicBezTo>
                    <a:cubicBezTo>
                      <a:pt x="26087" y="29182"/>
                      <a:pt x="26087" y="29218"/>
                      <a:pt x="26146" y="29289"/>
                    </a:cubicBezTo>
                    <a:cubicBezTo>
                      <a:pt x="26206" y="29361"/>
                      <a:pt x="26218" y="29468"/>
                      <a:pt x="26099" y="29504"/>
                    </a:cubicBezTo>
                    <a:cubicBezTo>
                      <a:pt x="25646" y="29611"/>
                      <a:pt x="25563" y="29944"/>
                      <a:pt x="25444" y="30301"/>
                    </a:cubicBezTo>
                    <a:cubicBezTo>
                      <a:pt x="25337" y="30599"/>
                      <a:pt x="25087" y="30849"/>
                      <a:pt x="24896" y="31111"/>
                    </a:cubicBezTo>
                    <a:cubicBezTo>
                      <a:pt x="24894" y="31113"/>
                      <a:pt x="24891" y="31114"/>
                      <a:pt x="24887" y="31114"/>
                    </a:cubicBezTo>
                    <a:cubicBezTo>
                      <a:pt x="24878" y="31114"/>
                      <a:pt x="24866" y="31111"/>
                      <a:pt x="24854" y="31111"/>
                    </a:cubicBezTo>
                    <a:cubicBezTo>
                      <a:pt x="24837" y="31111"/>
                      <a:pt x="24819" y="31117"/>
                      <a:pt x="24813" y="31147"/>
                    </a:cubicBezTo>
                    <a:cubicBezTo>
                      <a:pt x="24741" y="31373"/>
                      <a:pt x="23979" y="32552"/>
                      <a:pt x="23836" y="32718"/>
                    </a:cubicBezTo>
                    <a:cubicBezTo>
                      <a:pt x="23658" y="32921"/>
                      <a:pt x="23384" y="33099"/>
                      <a:pt x="23503" y="33433"/>
                    </a:cubicBezTo>
                    <a:cubicBezTo>
                      <a:pt x="23539" y="33504"/>
                      <a:pt x="23455" y="33492"/>
                      <a:pt x="23420" y="33516"/>
                    </a:cubicBezTo>
                    <a:cubicBezTo>
                      <a:pt x="23241" y="33671"/>
                      <a:pt x="22908" y="33730"/>
                      <a:pt x="23039" y="34076"/>
                    </a:cubicBezTo>
                    <a:cubicBezTo>
                      <a:pt x="22598" y="34326"/>
                      <a:pt x="22455" y="34802"/>
                      <a:pt x="22158" y="35159"/>
                    </a:cubicBezTo>
                    <a:cubicBezTo>
                      <a:pt x="21931" y="35421"/>
                      <a:pt x="21646" y="35695"/>
                      <a:pt x="21634" y="36064"/>
                    </a:cubicBezTo>
                    <a:cubicBezTo>
                      <a:pt x="21622" y="36314"/>
                      <a:pt x="21277" y="36219"/>
                      <a:pt x="21253" y="36469"/>
                    </a:cubicBezTo>
                    <a:cubicBezTo>
                      <a:pt x="21205" y="36802"/>
                      <a:pt x="20824" y="36957"/>
                      <a:pt x="20669" y="37255"/>
                    </a:cubicBezTo>
                    <a:cubicBezTo>
                      <a:pt x="20491" y="37600"/>
                      <a:pt x="20145" y="37802"/>
                      <a:pt x="19907" y="38100"/>
                    </a:cubicBezTo>
                    <a:cubicBezTo>
                      <a:pt x="19669" y="38386"/>
                      <a:pt x="19383" y="38612"/>
                      <a:pt x="19145" y="38886"/>
                    </a:cubicBezTo>
                    <a:cubicBezTo>
                      <a:pt x="18621" y="39434"/>
                      <a:pt x="18169" y="40041"/>
                      <a:pt x="17705" y="40636"/>
                    </a:cubicBezTo>
                    <a:cubicBezTo>
                      <a:pt x="17584" y="40790"/>
                      <a:pt x="17463" y="40873"/>
                      <a:pt x="17340" y="40873"/>
                    </a:cubicBezTo>
                    <a:cubicBezTo>
                      <a:pt x="17245" y="40873"/>
                      <a:pt x="17149" y="40823"/>
                      <a:pt x="17050" y="40719"/>
                    </a:cubicBezTo>
                    <a:cubicBezTo>
                      <a:pt x="16716" y="40350"/>
                      <a:pt x="16335" y="40065"/>
                      <a:pt x="15919" y="39779"/>
                    </a:cubicBezTo>
                    <a:cubicBezTo>
                      <a:pt x="15633" y="39588"/>
                      <a:pt x="15371" y="39338"/>
                      <a:pt x="15085" y="39124"/>
                    </a:cubicBezTo>
                    <a:cubicBezTo>
                      <a:pt x="14752" y="38862"/>
                      <a:pt x="14442" y="38588"/>
                      <a:pt x="14133" y="38291"/>
                    </a:cubicBezTo>
                    <a:cubicBezTo>
                      <a:pt x="13478" y="37683"/>
                      <a:pt x="12764" y="37136"/>
                      <a:pt x="12144" y="36481"/>
                    </a:cubicBezTo>
                    <a:cubicBezTo>
                      <a:pt x="11656" y="35969"/>
                      <a:pt x="11025" y="35576"/>
                      <a:pt x="10525" y="35076"/>
                    </a:cubicBezTo>
                    <a:cubicBezTo>
                      <a:pt x="10192" y="34743"/>
                      <a:pt x="9918" y="34338"/>
                      <a:pt x="9597" y="33992"/>
                    </a:cubicBezTo>
                    <a:cubicBezTo>
                      <a:pt x="9085" y="33457"/>
                      <a:pt x="8656" y="32849"/>
                      <a:pt x="8132" y="32314"/>
                    </a:cubicBezTo>
                    <a:cubicBezTo>
                      <a:pt x="7953" y="32135"/>
                      <a:pt x="7882" y="31837"/>
                      <a:pt x="7680" y="31647"/>
                    </a:cubicBezTo>
                    <a:cubicBezTo>
                      <a:pt x="7489" y="31468"/>
                      <a:pt x="7430" y="31206"/>
                      <a:pt x="7203" y="31052"/>
                    </a:cubicBezTo>
                    <a:cubicBezTo>
                      <a:pt x="6989" y="30909"/>
                      <a:pt x="6810" y="30718"/>
                      <a:pt x="6775" y="30456"/>
                    </a:cubicBezTo>
                    <a:cubicBezTo>
                      <a:pt x="6751" y="30361"/>
                      <a:pt x="6739" y="30278"/>
                      <a:pt x="6656" y="30218"/>
                    </a:cubicBezTo>
                    <a:cubicBezTo>
                      <a:pt x="6179" y="29885"/>
                      <a:pt x="6025" y="29337"/>
                      <a:pt x="5703" y="28885"/>
                    </a:cubicBezTo>
                    <a:cubicBezTo>
                      <a:pt x="5275" y="28301"/>
                      <a:pt x="4989" y="27623"/>
                      <a:pt x="4536" y="27039"/>
                    </a:cubicBezTo>
                    <a:cubicBezTo>
                      <a:pt x="4394" y="26861"/>
                      <a:pt x="4346" y="26622"/>
                      <a:pt x="4286" y="26420"/>
                    </a:cubicBezTo>
                    <a:cubicBezTo>
                      <a:pt x="4143" y="25991"/>
                      <a:pt x="3905" y="25610"/>
                      <a:pt x="3727" y="25206"/>
                    </a:cubicBezTo>
                    <a:cubicBezTo>
                      <a:pt x="3584" y="24860"/>
                      <a:pt x="3441" y="24444"/>
                      <a:pt x="3143" y="24122"/>
                    </a:cubicBezTo>
                    <a:cubicBezTo>
                      <a:pt x="3000" y="23955"/>
                      <a:pt x="2846" y="23646"/>
                      <a:pt x="2917" y="23360"/>
                    </a:cubicBezTo>
                    <a:cubicBezTo>
                      <a:pt x="2953" y="23205"/>
                      <a:pt x="2762" y="23229"/>
                      <a:pt x="2727" y="23110"/>
                    </a:cubicBezTo>
                    <a:cubicBezTo>
                      <a:pt x="2477" y="22253"/>
                      <a:pt x="2060" y="21467"/>
                      <a:pt x="1881" y="20574"/>
                    </a:cubicBezTo>
                    <a:cubicBezTo>
                      <a:pt x="1798" y="20181"/>
                      <a:pt x="1762" y="19693"/>
                      <a:pt x="1441" y="19324"/>
                    </a:cubicBezTo>
                    <a:cubicBezTo>
                      <a:pt x="1286" y="19145"/>
                      <a:pt x="1334" y="18824"/>
                      <a:pt x="1274" y="18574"/>
                    </a:cubicBezTo>
                    <a:cubicBezTo>
                      <a:pt x="1203" y="18205"/>
                      <a:pt x="1012" y="17836"/>
                      <a:pt x="1095" y="17431"/>
                    </a:cubicBezTo>
                    <a:cubicBezTo>
                      <a:pt x="1143" y="17240"/>
                      <a:pt x="1048" y="17014"/>
                      <a:pt x="1000" y="16800"/>
                    </a:cubicBezTo>
                    <a:cubicBezTo>
                      <a:pt x="881" y="16359"/>
                      <a:pt x="905" y="15907"/>
                      <a:pt x="869" y="15466"/>
                    </a:cubicBezTo>
                    <a:cubicBezTo>
                      <a:pt x="845" y="14954"/>
                      <a:pt x="822" y="14442"/>
                      <a:pt x="857" y="13930"/>
                    </a:cubicBezTo>
                    <a:cubicBezTo>
                      <a:pt x="893" y="13407"/>
                      <a:pt x="965" y="12883"/>
                      <a:pt x="1084" y="12383"/>
                    </a:cubicBezTo>
                    <a:cubicBezTo>
                      <a:pt x="1179" y="12002"/>
                      <a:pt x="1179" y="11621"/>
                      <a:pt x="1286" y="11240"/>
                    </a:cubicBezTo>
                    <a:cubicBezTo>
                      <a:pt x="1334" y="11097"/>
                      <a:pt x="1393" y="10918"/>
                      <a:pt x="1453" y="10787"/>
                    </a:cubicBezTo>
                    <a:cubicBezTo>
                      <a:pt x="1667" y="10287"/>
                      <a:pt x="1857" y="9775"/>
                      <a:pt x="2203" y="9311"/>
                    </a:cubicBezTo>
                    <a:cubicBezTo>
                      <a:pt x="2417" y="9025"/>
                      <a:pt x="2631" y="8704"/>
                      <a:pt x="2786" y="8370"/>
                    </a:cubicBezTo>
                    <a:cubicBezTo>
                      <a:pt x="2941" y="8049"/>
                      <a:pt x="3322" y="7870"/>
                      <a:pt x="3381" y="7489"/>
                    </a:cubicBezTo>
                    <a:cubicBezTo>
                      <a:pt x="3441" y="7168"/>
                      <a:pt x="3941" y="7132"/>
                      <a:pt x="3929" y="6763"/>
                    </a:cubicBezTo>
                    <a:cubicBezTo>
                      <a:pt x="4465" y="6727"/>
                      <a:pt x="4274" y="5965"/>
                      <a:pt x="4834" y="5929"/>
                    </a:cubicBezTo>
                    <a:cubicBezTo>
                      <a:pt x="5001" y="5918"/>
                      <a:pt x="4882" y="5703"/>
                      <a:pt x="5025" y="5584"/>
                    </a:cubicBezTo>
                    <a:cubicBezTo>
                      <a:pt x="5429" y="5275"/>
                      <a:pt x="5846" y="4977"/>
                      <a:pt x="6132" y="4548"/>
                    </a:cubicBezTo>
                    <a:cubicBezTo>
                      <a:pt x="6322" y="4263"/>
                      <a:pt x="6751" y="4155"/>
                      <a:pt x="6906" y="3810"/>
                    </a:cubicBezTo>
                    <a:cubicBezTo>
                      <a:pt x="6914" y="3811"/>
                      <a:pt x="6923" y="3811"/>
                      <a:pt x="6931" y="3811"/>
                    </a:cubicBezTo>
                    <a:cubicBezTo>
                      <a:pt x="7402" y="3811"/>
                      <a:pt x="7541" y="3194"/>
                      <a:pt x="8019" y="3194"/>
                    </a:cubicBezTo>
                    <a:cubicBezTo>
                      <a:pt x="8051" y="3194"/>
                      <a:pt x="8085" y="3197"/>
                      <a:pt x="8120" y="3203"/>
                    </a:cubicBezTo>
                    <a:cubicBezTo>
                      <a:pt x="8180" y="2953"/>
                      <a:pt x="8430" y="2929"/>
                      <a:pt x="8632" y="2834"/>
                    </a:cubicBezTo>
                    <a:cubicBezTo>
                      <a:pt x="9037" y="2643"/>
                      <a:pt x="9477" y="2536"/>
                      <a:pt x="9858" y="2310"/>
                    </a:cubicBezTo>
                    <a:cubicBezTo>
                      <a:pt x="10040" y="2203"/>
                      <a:pt x="10317" y="2116"/>
                      <a:pt x="10518" y="2116"/>
                    </a:cubicBezTo>
                    <a:cubicBezTo>
                      <a:pt x="10541" y="2116"/>
                      <a:pt x="10564" y="2117"/>
                      <a:pt x="10585" y="2119"/>
                    </a:cubicBezTo>
                    <a:cubicBezTo>
                      <a:pt x="10620" y="2124"/>
                      <a:pt x="10654" y="2126"/>
                      <a:pt x="10687" y="2126"/>
                    </a:cubicBezTo>
                    <a:cubicBezTo>
                      <a:pt x="10991" y="2126"/>
                      <a:pt x="11218" y="1943"/>
                      <a:pt x="11454" y="1858"/>
                    </a:cubicBezTo>
                    <a:cubicBezTo>
                      <a:pt x="11930" y="1703"/>
                      <a:pt x="12430" y="1643"/>
                      <a:pt x="12895" y="1488"/>
                    </a:cubicBezTo>
                    <a:cubicBezTo>
                      <a:pt x="13371" y="1322"/>
                      <a:pt x="13930" y="1381"/>
                      <a:pt x="14407" y="1250"/>
                    </a:cubicBezTo>
                    <a:cubicBezTo>
                      <a:pt x="14811" y="1155"/>
                      <a:pt x="15192" y="1238"/>
                      <a:pt x="15585" y="1143"/>
                    </a:cubicBezTo>
                    <a:cubicBezTo>
                      <a:pt x="15737" y="1113"/>
                      <a:pt x="15891" y="1105"/>
                      <a:pt x="16046" y="1105"/>
                    </a:cubicBezTo>
                    <a:cubicBezTo>
                      <a:pt x="16235" y="1105"/>
                      <a:pt x="16425" y="1117"/>
                      <a:pt x="16612" y="1117"/>
                    </a:cubicBezTo>
                    <a:cubicBezTo>
                      <a:pt x="16695" y="1117"/>
                      <a:pt x="16778" y="1114"/>
                      <a:pt x="16859" y="1107"/>
                    </a:cubicBezTo>
                    <a:cubicBezTo>
                      <a:pt x="17037" y="1090"/>
                      <a:pt x="17214" y="1083"/>
                      <a:pt x="17390" y="1083"/>
                    </a:cubicBezTo>
                    <a:close/>
                    <a:moveTo>
                      <a:pt x="17931" y="0"/>
                    </a:moveTo>
                    <a:cubicBezTo>
                      <a:pt x="17776" y="78"/>
                      <a:pt x="17618" y="102"/>
                      <a:pt x="17458" y="102"/>
                    </a:cubicBezTo>
                    <a:cubicBezTo>
                      <a:pt x="17187" y="102"/>
                      <a:pt x="16911" y="32"/>
                      <a:pt x="16635" y="32"/>
                    </a:cubicBezTo>
                    <a:cubicBezTo>
                      <a:pt x="16598" y="32"/>
                      <a:pt x="16562" y="33"/>
                      <a:pt x="16526" y="36"/>
                    </a:cubicBezTo>
                    <a:cubicBezTo>
                      <a:pt x="15609" y="119"/>
                      <a:pt x="14692" y="143"/>
                      <a:pt x="13788" y="298"/>
                    </a:cubicBezTo>
                    <a:cubicBezTo>
                      <a:pt x="13252" y="393"/>
                      <a:pt x="12716" y="548"/>
                      <a:pt x="12180" y="643"/>
                    </a:cubicBezTo>
                    <a:cubicBezTo>
                      <a:pt x="11585" y="750"/>
                      <a:pt x="11061" y="1024"/>
                      <a:pt x="10466" y="1131"/>
                    </a:cubicBezTo>
                    <a:cubicBezTo>
                      <a:pt x="9870" y="1238"/>
                      <a:pt x="9299" y="1548"/>
                      <a:pt x="8727" y="1798"/>
                    </a:cubicBezTo>
                    <a:cubicBezTo>
                      <a:pt x="8084" y="2072"/>
                      <a:pt x="7501" y="2441"/>
                      <a:pt x="6906" y="2798"/>
                    </a:cubicBezTo>
                    <a:cubicBezTo>
                      <a:pt x="6751" y="2893"/>
                      <a:pt x="6656" y="3096"/>
                      <a:pt x="6501" y="3179"/>
                    </a:cubicBezTo>
                    <a:cubicBezTo>
                      <a:pt x="6084" y="3382"/>
                      <a:pt x="5787" y="3715"/>
                      <a:pt x="5465" y="4001"/>
                    </a:cubicBezTo>
                    <a:cubicBezTo>
                      <a:pt x="4894" y="4525"/>
                      <a:pt x="4358" y="5072"/>
                      <a:pt x="3858" y="5644"/>
                    </a:cubicBezTo>
                    <a:cubicBezTo>
                      <a:pt x="3596" y="5941"/>
                      <a:pt x="3286" y="6215"/>
                      <a:pt x="3096" y="6549"/>
                    </a:cubicBezTo>
                    <a:cubicBezTo>
                      <a:pt x="2846" y="6989"/>
                      <a:pt x="2512" y="7382"/>
                      <a:pt x="2262" y="7811"/>
                    </a:cubicBezTo>
                    <a:cubicBezTo>
                      <a:pt x="1905" y="8442"/>
                      <a:pt x="1476" y="9049"/>
                      <a:pt x="1095" y="9668"/>
                    </a:cubicBezTo>
                    <a:cubicBezTo>
                      <a:pt x="810" y="10156"/>
                      <a:pt x="655" y="10680"/>
                      <a:pt x="524" y="11192"/>
                    </a:cubicBezTo>
                    <a:cubicBezTo>
                      <a:pt x="405" y="11716"/>
                      <a:pt x="298" y="12264"/>
                      <a:pt x="167" y="12787"/>
                    </a:cubicBezTo>
                    <a:cubicBezTo>
                      <a:pt x="12" y="13407"/>
                      <a:pt x="119" y="14002"/>
                      <a:pt x="60" y="14609"/>
                    </a:cubicBezTo>
                    <a:cubicBezTo>
                      <a:pt x="0" y="15145"/>
                      <a:pt x="60" y="15704"/>
                      <a:pt x="60" y="16252"/>
                    </a:cubicBezTo>
                    <a:cubicBezTo>
                      <a:pt x="60" y="16764"/>
                      <a:pt x="191" y="17252"/>
                      <a:pt x="238" y="17752"/>
                    </a:cubicBezTo>
                    <a:cubicBezTo>
                      <a:pt x="250" y="17871"/>
                      <a:pt x="322" y="17990"/>
                      <a:pt x="357" y="18110"/>
                    </a:cubicBezTo>
                    <a:cubicBezTo>
                      <a:pt x="453" y="18395"/>
                      <a:pt x="322" y="18669"/>
                      <a:pt x="393" y="18943"/>
                    </a:cubicBezTo>
                    <a:cubicBezTo>
                      <a:pt x="703" y="20074"/>
                      <a:pt x="1012" y="21205"/>
                      <a:pt x="1441" y="22301"/>
                    </a:cubicBezTo>
                    <a:cubicBezTo>
                      <a:pt x="1512" y="22503"/>
                      <a:pt x="1679" y="22705"/>
                      <a:pt x="1679" y="22896"/>
                    </a:cubicBezTo>
                    <a:cubicBezTo>
                      <a:pt x="1619" y="23051"/>
                      <a:pt x="1679" y="23134"/>
                      <a:pt x="1727" y="23217"/>
                    </a:cubicBezTo>
                    <a:cubicBezTo>
                      <a:pt x="2000" y="23658"/>
                      <a:pt x="2179" y="24146"/>
                      <a:pt x="2369" y="24598"/>
                    </a:cubicBezTo>
                    <a:cubicBezTo>
                      <a:pt x="2619" y="25158"/>
                      <a:pt x="2917" y="25694"/>
                      <a:pt x="3143" y="26265"/>
                    </a:cubicBezTo>
                    <a:cubicBezTo>
                      <a:pt x="3381" y="26884"/>
                      <a:pt x="3762" y="27444"/>
                      <a:pt x="4060" y="28027"/>
                    </a:cubicBezTo>
                    <a:cubicBezTo>
                      <a:pt x="4370" y="28599"/>
                      <a:pt x="4655" y="29182"/>
                      <a:pt x="5072" y="29682"/>
                    </a:cubicBezTo>
                    <a:cubicBezTo>
                      <a:pt x="5417" y="30099"/>
                      <a:pt x="5691" y="30563"/>
                      <a:pt x="5989" y="31004"/>
                    </a:cubicBezTo>
                    <a:cubicBezTo>
                      <a:pt x="6358" y="31575"/>
                      <a:pt x="6810" y="32099"/>
                      <a:pt x="7203" y="32647"/>
                    </a:cubicBezTo>
                    <a:cubicBezTo>
                      <a:pt x="7537" y="33123"/>
                      <a:pt x="7906" y="33588"/>
                      <a:pt x="8311" y="34028"/>
                    </a:cubicBezTo>
                    <a:cubicBezTo>
                      <a:pt x="8430" y="34171"/>
                      <a:pt x="8561" y="34302"/>
                      <a:pt x="8680" y="34445"/>
                    </a:cubicBezTo>
                    <a:cubicBezTo>
                      <a:pt x="8954" y="34766"/>
                      <a:pt x="9156" y="35147"/>
                      <a:pt x="9477" y="35409"/>
                    </a:cubicBezTo>
                    <a:cubicBezTo>
                      <a:pt x="10168" y="35957"/>
                      <a:pt x="10799" y="36564"/>
                      <a:pt x="11418" y="37171"/>
                    </a:cubicBezTo>
                    <a:cubicBezTo>
                      <a:pt x="11966" y="37707"/>
                      <a:pt x="12573" y="38160"/>
                      <a:pt x="13133" y="38672"/>
                    </a:cubicBezTo>
                    <a:cubicBezTo>
                      <a:pt x="13847" y="39338"/>
                      <a:pt x="14597" y="39946"/>
                      <a:pt x="15443" y="40458"/>
                    </a:cubicBezTo>
                    <a:cubicBezTo>
                      <a:pt x="16074" y="40839"/>
                      <a:pt x="16538" y="41410"/>
                      <a:pt x="17240" y="41708"/>
                    </a:cubicBezTo>
                    <a:cubicBezTo>
                      <a:pt x="17353" y="41755"/>
                      <a:pt x="17474" y="41802"/>
                      <a:pt x="17596" y="41802"/>
                    </a:cubicBezTo>
                    <a:cubicBezTo>
                      <a:pt x="17628" y="41802"/>
                      <a:pt x="17660" y="41798"/>
                      <a:pt x="17693" y="41791"/>
                    </a:cubicBezTo>
                    <a:cubicBezTo>
                      <a:pt x="17812" y="41767"/>
                      <a:pt x="17919" y="41696"/>
                      <a:pt x="18014" y="41612"/>
                    </a:cubicBezTo>
                    <a:cubicBezTo>
                      <a:pt x="18467" y="41255"/>
                      <a:pt x="18741" y="40779"/>
                      <a:pt x="19145" y="40386"/>
                    </a:cubicBezTo>
                    <a:cubicBezTo>
                      <a:pt x="19383" y="40160"/>
                      <a:pt x="19598" y="39898"/>
                      <a:pt x="19800" y="39636"/>
                    </a:cubicBezTo>
                    <a:cubicBezTo>
                      <a:pt x="20265" y="39053"/>
                      <a:pt x="20824" y="38553"/>
                      <a:pt x="21324" y="38005"/>
                    </a:cubicBezTo>
                    <a:cubicBezTo>
                      <a:pt x="21979" y="37279"/>
                      <a:pt x="22539" y="36493"/>
                      <a:pt x="23146" y="35731"/>
                    </a:cubicBezTo>
                    <a:cubicBezTo>
                      <a:pt x="23598" y="35159"/>
                      <a:pt x="23979" y="34528"/>
                      <a:pt x="24408" y="33933"/>
                    </a:cubicBezTo>
                    <a:cubicBezTo>
                      <a:pt x="25003" y="33123"/>
                      <a:pt x="25515" y="32278"/>
                      <a:pt x="26075" y="31456"/>
                    </a:cubicBezTo>
                    <a:cubicBezTo>
                      <a:pt x="26563" y="30742"/>
                      <a:pt x="26932" y="29968"/>
                      <a:pt x="27373" y="29242"/>
                    </a:cubicBezTo>
                    <a:cubicBezTo>
                      <a:pt x="27718" y="28682"/>
                      <a:pt x="27944" y="28063"/>
                      <a:pt x="28266" y="27492"/>
                    </a:cubicBezTo>
                    <a:cubicBezTo>
                      <a:pt x="28397" y="27254"/>
                      <a:pt x="28563" y="27027"/>
                      <a:pt x="28658" y="26777"/>
                    </a:cubicBezTo>
                    <a:cubicBezTo>
                      <a:pt x="28992" y="25991"/>
                      <a:pt x="29170" y="25146"/>
                      <a:pt x="29587" y="24384"/>
                    </a:cubicBezTo>
                    <a:cubicBezTo>
                      <a:pt x="29599" y="24360"/>
                      <a:pt x="29623" y="24336"/>
                      <a:pt x="29611" y="24325"/>
                    </a:cubicBezTo>
                    <a:cubicBezTo>
                      <a:pt x="29468" y="23991"/>
                      <a:pt x="29694" y="23705"/>
                      <a:pt x="29813" y="23455"/>
                    </a:cubicBezTo>
                    <a:cubicBezTo>
                      <a:pt x="30028" y="23027"/>
                      <a:pt x="30028" y="22562"/>
                      <a:pt x="30159" y="22122"/>
                    </a:cubicBezTo>
                    <a:cubicBezTo>
                      <a:pt x="30266" y="21741"/>
                      <a:pt x="30337" y="21336"/>
                      <a:pt x="30432" y="20943"/>
                    </a:cubicBezTo>
                    <a:cubicBezTo>
                      <a:pt x="30552" y="20372"/>
                      <a:pt x="30647" y="19788"/>
                      <a:pt x="30706" y="19205"/>
                    </a:cubicBezTo>
                    <a:cubicBezTo>
                      <a:pt x="30766" y="18645"/>
                      <a:pt x="30730" y="18074"/>
                      <a:pt x="30766" y="17502"/>
                    </a:cubicBezTo>
                    <a:cubicBezTo>
                      <a:pt x="30778" y="17359"/>
                      <a:pt x="30944" y="17217"/>
                      <a:pt x="30754" y="17074"/>
                    </a:cubicBezTo>
                    <a:cubicBezTo>
                      <a:pt x="31075" y="16728"/>
                      <a:pt x="30790" y="16312"/>
                      <a:pt x="30909" y="15931"/>
                    </a:cubicBezTo>
                    <a:cubicBezTo>
                      <a:pt x="30992" y="15669"/>
                      <a:pt x="30754" y="15371"/>
                      <a:pt x="30813" y="15062"/>
                    </a:cubicBezTo>
                    <a:cubicBezTo>
                      <a:pt x="30885" y="14692"/>
                      <a:pt x="30563" y="14311"/>
                      <a:pt x="30837" y="13942"/>
                    </a:cubicBezTo>
                    <a:cubicBezTo>
                      <a:pt x="30480" y="13716"/>
                      <a:pt x="30813" y="13371"/>
                      <a:pt x="30671" y="13097"/>
                    </a:cubicBezTo>
                    <a:cubicBezTo>
                      <a:pt x="30444" y="12656"/>
                      <a:pt x="30623" y="12145"/>
                      <a:pt x="30409" y="11656"/>
                    </a:cubicBezTo>
                    <a:cubicBezTo>
                      <a:pt x="30266" y="11347"/>
                      <a:pt x="30123" y="11002"/>
                      <a:pt x="30111" y="10609"/>
                    </a:cubicBezTo>
                    <a:cubicBezTo>
                      <a:pt x="30111" y="10299"/>
                      <a:pt x="30016" y="9918"/>
                      <a:pt x="29801" y="9716"/>
                    </a:cubicBezTo>
                    <a:cubicBezTo>
                      <a:pt x="29563" y="9501"/>
                      <a:pt x="29516" y="9227"/>
                      <a:pt x="29444" y="9013"/>
                    </a:cubicBezTo>
                    <a:cubicBezTo>
                      <a:pt x="29337" y="8716"/>
                      <a:pt x="29135" y="8465"/>
                      <a:pt x="29063" y="8144"/>
                    </a:cubicBezTo>
                    <a:cubicBezTo>
                      <a:pt x="28992" y="7834"/>
                      <a:pt x="28599" y="7608"/>
                      <a:pt x="28480" y="7263"/>
                    </a:cubicBezTo>
                    <a:cubicBezTo>
                      <a:pt x="28397" y="7025"/>
                      <a:pt x="28075" y="7013"/>
                      <a:pt x="28039" y="6822"/>
                    </a:cubicBezTo>
                    <a:cubicBezTo>
                      <a:pt x="27932" y="6275"/>
                      <a:pt x="27456" y="5941"/>
                      <a:pt x="27158" y="5513"/>
                    </a:cubicBezTo>
                    <a:cubicBezTo>
                      <a:pt x="26718" y="4894"/>
                      <a:pt x="26206" y="4298"/>
                      <a:pt x="25599" y="3798"/>
                    </a:cubicBezTo>
                    <a:cubicBezTo>
                      <a:pt x="25444" y="3667"/>
                      <a:pt x="25194" y="3489"/>
                      <a:pt x="25206" y="3370"/>
                    </a:cubicBezTo>
                    <a:cubicBezTo>
                      <a:pt x="25265" y="3001"/>
                      <a:pt x="24682" y="3072"/>
                      <a:pt x="24789" y="2715"/>
                    </a:cubicBezTo>
                    <a:lnTo>
                      <a:pt x="24789" y="2715"/>
                    </a:lnTo>
                    <a:cubicBezTo>
                      <a:pt x="24756" y="2727"/>
                      <a:pt x="24727" y="2732"/>
                      <a:pt x="24702" y="2732"/>
                    </a:cubicBezTo>
                    <a:cubicBezTo>
                      <a:pt x="24493" y="2732"/>
                      <a:pt x="24522" y="2370"/>
                      <a:pt x="24302" y="2370"/>
                    </a:cubicBezTo>
                    <a:cubicBezTo>
                      <a:pt x="24280" y="2370"/>
                      <a:pt x="24256" y="2374"/>
                      <a:pt x="24229" y="2381"/>
                    </a:cubicBezTo>
                    <a:cubicBezTo>
                      <a:pt x="24206" y="2000"/>
                      <a:pt x="23694" y="2060"/>
                      <a:pt x="23598" y="1762"/>
                    </a:cubicBezTo>
                    <a:cubicBezTo>
                      <a:pt x="23527" y="1560"/>
                      <a:pt x="23289" y="1643"/>
                      <a:pt x="23182" y="1488"/>
                    </a:cubicBezTo>
                    <a:cubicBezTo>
                      <a:pt x="23051" y="1286"/>
                      <a:pt x="22729" y="1262"/>
                      <a:pt x="22598" y="1024"/>
                    </a:cubicBezTo>
                    <a:cubicBezTo>
                      <a:pt x="22581" y="990"/>
                      <a:pt x="22553" y="972"/>
                      <a:pt x="22520" y="972"/>
                    </a:cubicBezTo>
                    <a:cubicBezTo>
                      <a:pt x="22485" y="972"/>
                      <a:pt x="22445" y="993"/>
                      <a:pt x="22408" y="1036"/>
                    </a:cubicBezTo>
                    <a:cubicBezTo>
                      <a:pt x="22382" y="1065"/>
                      <a:pt x="22353" y="1075"/>
                      <a:pt x="22324" y="1075"/>
                    </a:cubicBezTo>
                    <a:cubicBezTo>
                      <a:pt x="22256" y="1075"/>
                      <a:pt x="22190" y="1020"/>
                      <a:pt x="22181" y="1012"/>
                    </a:cubicBezTo>
                    <a:cubicBezTo>
                      <a:pt x="22086" y="715"/>
                      <a:pt x="21836" y="750"/>
                      <a:pt x="21598" y="667"/>
                    </a:cubicBezTo>
                    <a:cubicBezTo>
                      <a:pt x="21217" y="548"/>
                      <a:pt x="20812" y="512"/>
                      <a:pt x="20455" y="334"/>
                    </a:cubicBezTo>
                    <a:cubicBezTo>
                      <a:pt x="20428" y="319"/>
                      <a:pt x="20402" y="313"/>
                      <a:pt x="20376" y="313"/>
                    </a:cubicBezTo>
                    <a:cubicBezTo>
                      <a:pt x="20281" y="313"/>
                      <a:pt x="20198" y="397"/>
                      <a:pt x="20118" y="397"/>
                    </a:cubicBezTo>
                    <a:cubicBezTo>
                      <a:pt x="20099" y="397"/>
                      <a:pt x="20081" y="392"/>
                      <a:pt x="20062" y="381"/>
                    </a:cubicBezTo>
                    <a:cubicBezTo>
                      <a:pt x="19645" y="131"/>
                      <a:pt x="19122" y="310"/>
                      <a:pt x="18693" y="60"/>
                    </a:cubicBezTo>
                    <a:cubicBezTo>
                      <a:pt x="18664" y="43"/>
                      <a:pt x="18631" y="37"/>
                      <a:pt x="18596" y="37"/>
                    </a:cubicBezTo>
                    <a:cubicBezTo>
                      <a:pt x="18475" y="37"/>
                      <a:pt x="18323" y="114"/>
                      <a:pt x="18177" y="114"/>
                    </a:cubicBezTo>
                    <a:cubicBezTo>
                      <a:pt x="18091" y="114"/>
                      <a:pt x="18006" y="87"/>
                      <a:pt x="1793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" name="Google Shape;624;p29"/>
              <p:cNvSpPr/>
              <p:nvPr/>
            </p:nvSpPr>
            <p:spPr>
              <a:xfrm>
                <a:off x="7386449" y="2293693"/>
                <a:ext cx="11824" cy="11784"/>
              </a:xfrm>
              <a:custGeom>
                <a:rect b="b" l="l" r="r" t="t"/>
                <a:pathLst>
                  <a:path extrusionOk="0" h="595" w="597">
                    <a:moveTo>
                      <a:pt x="322" y="0"/>
                    </a:moveTo>
                    <a:cubicBezTo>
                      <a:pt x="239" y="0"/>
                      <a:pt x="196" y="74"/>
                      <a:pt x="144" y="147"/>
                    </a:cubicBezTo>
                    <a:cubicBezTo>
                      <a:pt x="1" y="350"/>
                      <a:pt x="239" y="409"/>
                      <a:pt x="275" y="552"/>
                    </a:cubicBezTo>
                    <a:cubicBezTo>
                      <a:pt x="275" y="584"/>
                      <a:pt x="306" y="595"/>
                      <a:pt x="345" y="595"/>
                    </a:cubicBezTo>
                    <a:cubicBezTo>
                      <a:pt x="365" y="595"/>
                      <a:pt x="386" y="592"/>
                      <a:pt x="406" y="588"/>
                    </a:cubicBezTo>
                    <a:cubicBezTo>
                      <a:pt x="465" y="588"/>
                      <a:pt x="477" y="540"/>
                      <a:pt x="489" y="493"/>
                    </a:cubicBezTo>
                    <a:cubicBezTo>
                      <a:pt x="501" y="397"/>
                      <a:pt x="489" y="314"/>
                      <a:pt x="525" y="219"/>
                    </a:cubicBezTo>
                    <a:cubicBezTo>
                      <a:pt x="596" y="40"/>
                      <a:pt x="560" y="5"/>
                      <a:pt x="358" y="5"/>
                    </a:cubicBezTo>
                    <a:cubicBezTo>
                      <a:pt x="345" y="2"/>
                      <a:pt x="334" y="0"/>
                      <a:pt x="322" y="0"/>
                    </a:cubicBez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" name="Google Shape;625;p29"/>
              <p:cNvSpPr/>
              <p:nvPr/>
            </p:nvSpPr>
            <p:spPr>
              <a:xfrm>
                <a:off x="7264305" y="2256379"/>
                <a:ext cx="172858" cy="400061"/>
              </a:xfrm>
              <a:custGeom>
                <a:rect b="b" l="l" r="r" t="t"/>
                <a:pathLst>
                  <a:path extrusionOk="0" h="20200" w="8728">
                    <a:moveTo>
                      <a:pt x="7079" y="713"/>
                    </a:moveTo>
                    <a:cubicBezTo>
                      <a:pt x="7153" y="713"/>
                      <a:pt x="7227" y="768"/>
                      <a:pt x="7275" y="877"/>
                    </a:cubicBezTo>
                    <a:cubicBezTo>
                      <a:pt x="7692" y="1900"/>
                      <a:pt x="7930" y="2960"/>
                      <a:pt x="7989" y="4055"/>
                    </a:cubicBezTo>
                    <a:cubicBezTo>
                      <a:pt x="8013" y="4603"/>
                      <a:pt x="8073" y="5151"/>
                      <a:pt x="8025" y="5687"/>
                    </a:cubicBezTo>
                    <a:cubicBezTo>
                      <a:pt x="7978" y="6270"/>
                      <a:pt x="7835" y="6842"/>
                      <a:pt x="7739" y="7425"/>
                    </a:cubicBezTo>
                    <a:cubicBezTo>
                      <a:pt x="7656" y="7913"/>
                      <a:pt x="7561" y="8401"/>
                      <a:pt x="7478" y="8889"/>
                    </a:cubicBezTo>
                    <a:cubicBezTo>
                      <a:pt x="7442" y="9104"/>
                      <a:pt x="7275" y="9330"/>
                      <a:pt x="7251" y="9568"/>
                    </a:cubicBezTo>
                    <a:cubicBezTo>
                      <a:pt x="7192" y="9997"/>
                      <a:pt x="6977" y="10390"/>
                      <a:pt x="6977" y="10830"/>
                    </a:cubicBezTo>
                    <a:cubicBezTo>
                      <a:pt x="6977" y="10937"/>
                      <a:pt x="6906" y="10997"/>
                      <a:pt x="6846" y="11080"/>
                    </a:cubicBezTo>
                    <a:cubicBezTo>
                      <a:pt x="6656" y="11366"/>
                      <a:pt x="6632" y="11711"/>
                      <a:pt x="6501" y="12009"/>
                    </a:cubicBezTo>
                    <a:cubicBezTo>
                      <a:pt x="6394" y="12271"/>
                      <a:pt x="6251" y="12521"/>
                      <a:pt x="6132" y="12783"/>
                    </a:cubicBezTo>
                    <a:cubicBezTo>
                      <a:pt x="5906" y="13330"/>
                      <a:pt x="5656" y="13878"/>
                      <a:pt x="5370" y="14390"/>
                    </a:cubicBezTo>
                    <a:cubicBezTo>
                      <a:pt x="5192" y="14700"/>
                      <a:pt x="5013" y="15021"/>
                      <a:pt x="4763" y="15307"/>
                    </a:cubicBezTo>
                    <a:cubicBezTo>
                      <a:pt x="4549" y="15569"/>
                      <a:pt x="4394" y="15938"/>
                      <a:pt x="4370" y="16307"/>
                    </a:cubicBezTo>
                    <a:cubicBezTo>
                      <a:pt x="4370" y="16355"/>
                      <a:pt x="4406" y="16414"/>
                      <a:pt x="4441" y="16426"/>
                    </a:cubicBezTo>
                    <a:cubicBezTo>
                      <a:pt x="4742" y="16595"/>
                      <a:pt x="5079" y="16668"/>
                      <a:pt x="5406" y="16668"/>
                    </a:cubicBezTo>
                    <a:cubicBezTo>
                      <a:pt x="5494" y="16668"/>
                      <a:pt x="5582" y="16662"/>
                      <a:pt x="5668" y="16652"/>
                    </a:cubicBezTo>
                    <a:cubicBezTo>
                      <a:pt x="5698" y="16648"/>
                      <a:pt x="5725" y="16646"/>
                      <a:pt x="5751" y="16646"/>
                    </a:cubicBezTo>
                    <a:cubicBezTo>
                      <a:pt x="5944" y="16646"/>
                      <a:pt x="6002" y="16759"/>
                      <a:pt x="6096" y="16843"/>
                    </a:cubicBezTo>
                    <a:cubicBezTo>
                      <a:pt x="6227" y="16986"/>
                      <a:pt x="6132" y="17212"/>
                      <a:pt x="6037" y="17295"/>
                    </a:cubicBezTo>
                    <a:cubicBezTo>
                      <a:pt x="5811" y="17498"/>
                      <a:pt x="5620" y="17736"/>
                      <a:pt x="5442" y="17962"/>
                    </a:cubicBezTo>
                    <a:cubicBezTo>
                      <a:pt x="5180" y="18283"/>
                      <a:pt x="4739" y="18272"/>
                      <a:pt x="4477" y="18557"/>
                    </a:cubicBezTo>
                    <a:cubicBezTo>
                      <a:pt x="4108" y="18950"/>
                      <a:pt x="3548" y="19034"/>
                      <a:pt x="3084" y="19284"/>
                    </a:cubicBezTo>
                    <a:cubicBezTo>
                      <a:pt x="2870" y="19403"/>
                      <a:pt x="2548" y="19510"/>
                      <a:pt x="2263" y="19569"/>
                    </a:cubicBezTo>
                    <a:cubicBezTo>
                      <a:pt x="2219" y="19578"/>
                      <a:pt x="2176" y="19582"/>
                      <a:pt x="2134" y="19582"/>
                    </a:cubicBezTo>
                    <a:cubicBezTo>
                      <a:pt x="1815" y="19582"/>
                      <a:pt x="1567" y="19349"/>
                      <a:pt x="1441" y="19034"/>
                    </a:cubicBezTo>
                    <a:cubicBezTo>
                      <a:pt x="1286" y="18653"/>
                      <a:pt x="1120" y="18272"/>
                      <a:pt x="1001" y="17879"/>
                    </a:cubicBezTo>
                    <a:cubicBezTo>
                      <a:pt x="834" y="17248"/>
                      <a:pt x="715" y="16605"/>
                      <a:pt x="631" y="15962"/>
                    </a:cubicBezTo>
                    <a:cubicBezTo>
                      <a:pt x="643" y="15759"/>
                      <a:pt x="548" y="15569"/>
                      <a:pt x="596" y="15366"/>
                    </a:cubicBezTo>
                    <a:cubicBezTo>
                      <a:pt x="631" y="15224"/>
                      <a:pt x="620" y="15116"/>
                      <a:pt x="810" y="15033"/>
                    </a:cubicBezTo>
                    <a:cubicBezTo>
                      <a:pt x="867" y="15006"/>
                      <a:pt x="913" y="14995"/>
                      <a:pt x="952" y="14995"/>
                    </a:cubicBezTo>
                    <a:cubicBezTo>
                      <a:pt x="1051" y="14995"/>
                      <a:pt x="1106" y="15065"/>
                      <a:pt x="1191" y="15116"/>
                    </a:cubicBezTo>
                    <a:cubicBezTo>
                      <a:pt x="1405" y="15271"/>
                      <a:pt x="1632" y="15402"/>
                      <a:pt x="1810" y="15605"/>
                    </a:cubicBezTo>
                    <a:cubicBezTo>
                      <a:pt x="1847" y="15651"/>
                      <a:pt x="1902" y="15671"/>
                      <a:pt x="1964" y="15671"/>
                    </a:cubicBezTo>
                    <a:cubicBezTo>
                      <a:pt x="2144" y="15671"/>
                      <a:pt x="2392" y="15507"/>
                      <a:pt x="2489" y="15331"/>
                    </a:cubicBezTo>
                    <a:cubicBezTo>
                      <a:pt x="2727" y="14866"/>
                      <a:pt x="2870" y="14366"/>
                      <a:pt x="3120" y="13902"/>
                    </a:cubicBezTo>
                    <a:cubicBezTo>
                      <a:pt x="3287" y="13592"/>
                      <a:pt x="3406" y="13235"/>
                      <a:pt x="3489" y="12890"/>
                    </a:cubicBezTo>
                    <a:cubicBezTo>
                      <a:pt x="3608" y="12449"/>
                      <a:pt x="3822" y="12045"/>
                      <a:pt x="3941" y="11616"/>
                    </a:cubicBezTo>
                    <a:cubicBezTo>
                      <a:pt x="4120" y="10985"/>
                      <a:pt x="4287" y="10342"/>
                      <a:pt x="4418" y="9711"/>
                    </a:cubicBezTo>
                    <a:cubicBezTo>
                      <a:pt x="4537" y="9068"/>
                      <a:pt x="4572" y="8425"/>
                      <a:pt x="4680" y="7782"/>
                    </a:cubicBezTo>
                    <a:cubicBezTo>
                      <a:pt x="4751" y="7401"/>
                      <a:pt x="4644" y="6996"/>
                      <a:pt x="4727" y="6615"/>
                    </a:cubicBezTo>
                    <a:cubicBezTo>
                      <a:pt x="4846" y="6091"/>
                      <a:pt x="4644" y="5591"/>
                      <a:pt x="4703" y="5068"/>
                    </a:cubicBezTo>
                    <a:cubicBezTo>
                      <a:pt x="4727" y="4913"/>
                      <a:pt x="4656" y="4734"/>
                      <a:pt x="4596" y="4567"/>
                    </a:cubicBezTo>
                    <a:cubicBezTo>
                      <a:pt x="4418" y="4055"/>
                      <a:pt x="4418" y="3508"/>
                      <a:pt x="4299" y="2984"/>
                    </a:cubicBezTo>
                    <a:cubicBezTo>
                      <a:pt x="4215" y="2567"/>
                      <a:pt x="4037" y="2174"/>
                      <a:pt x="3941" y="1769"/>
                    </a:cubicBezTo>
                    <a:cubicBezTo>
                      <a:pt x="3894" y="1579"/>
                      <a:pt x="3929" y="1448"/>
                      <a:pt x="4025" y="1341"/>
                    </a:cubicBezTo>
                    <a:cubicBezTo>
                      <a:pt x="4052" y="1314"/>
                      <a:pt x="4080" y="1303"/>
                      <a:pt x="4109" y="1303"/>
                    </a:cubicBezTo>
                    <a:cubicBezTo>
                      <a:pt x="4202" y="1303"/>
                      <a:pt x="4296" y="1413"/>
                      <a:pt x="4352" y="1413"/>
                    </a:cubicBezTo>
                    <a:cubicBezTo>
                      <a:pt x="4354" y="1413"/>
                      <a:pt x="4356" y="1413"/>
                      <a:pt x="4358" y="1412"/>
                    </a:cubicBezTo>
                    <a:cubicBezTo>
                      <a:pt x="4675" y="1412"/>
                      <a:pt x="4767" y="1815"/>
                      <a:pt x="5057" y="1815"/>
                    </a:cubicBezTo>
                    <a:cubicBezTo>
                      <a:pt x="5095" y="1815"/>
                      <a:pt x="5135" y="1808"/>
                      <a:pt x="5180" y="1793"/>
                    </a:cubicBezTo>
                    <a:lnTo>
                      <a:pt x="5180" y="1793"/>
                    </a:lnTo>
                    <a:cubicBezTo>
                      <a:pt x="5096" y="2091"/>
                      <a:pt x="5584" y="1984"/>
                      <a:pt x="5537" y="2246"/>
                    </a:cubicBezTo>
                    <a:cubicBezTo>
                      <a:pt x="5537" y="2258"/>
                      <a:pt x="5632" y="2293"/>
                      <a:pt x="5680" y="2293"/>
                    </a:cubicBezTo>
                    <a:cubicBezTo>
                      <a:pt x="5942" y="2293"/>
                      <a:pt x="6335" y="1948"/>
                      <a:pt x="6442" y="1710"/>
                    </a:cubicBezTo>
                    <a:cubicBezTo>
                      <a:pt x="6573" y="1389"/>
                      <a:pt x="6739" y="1091"/>
                      <a:pt x="6930" y="805"/>
                    </a:cubicBezTo>
                    <a:cubicBezTo>
                      <a:pt x="6971" y="744"/>
                      <a:pt x="7025" y="713"/>
                      <a:pt x="7079" y="713"/>
                    </a:cubicBezTo>
                    <a:close/>
                    <a:moveTo>
                      <a:pt x="7064" y="1"/>
                    </a:moveTo>
                    <a:cubicBezTo>
                      <a:pt x="6999" y="1"/>
                      <a:pt x="6930" y="23"/>
                      <a:pt x="6858" y="79"/>
                    </a:cubicBezTo>
                    <a:cubicBezTo>
                      <a:pt x="6549" y="317"/>
                      <a:pt x="6215" y="567"/>
                      <a:pt x="6144" y="996"/>
                    </a:cubicBezTo>
                    <a:cubicBezTo>
                      <a:pt x="6114" y="1242"/>
                      <a:pt x="5864" y="1481"/>
                      <a:pt x="5705" y="1481"/>
                    </a:cubicBezTo>
                    <a:cubicBezTo>
                      <a:pt x="5672" y="1481"/>
                      <a:pt x="5643" y="1470"/>
                      <a:pt x="5620" y="1448"/>
                    </a:cubicBezTo>
                    <a:cubicBezTo>
                      <a:pt x="5430" y="1258"/>
                      <a:pt x="5144" y="1198"/>
                      <a:pt x="4965" y="996"/>
                    </a:cubicBezTo>
                    <a:cubicBezTo>
                      <a:pt x="4732" y="735"/>
                      <a:pt x="4437" y="651"/>
                      <a:pt x="4127" y="651"/>
                    </a:cubicBezTo>
                    <a:cubicBezTo>
                      <a:pt x="4026" y="651"/>
                      <a:pt x="3924" y="660"/>
                      <a:pt x="3822" y="674"/>
                    </a:cubicBezTo>
                    <a:cubicBezTo>
                      <a:pt x="3441" y="722"/>
                      <a:pt x="3179" y="1281"/>
                      <a:pt x="3334" y="1710"/>
                    </a:cubicBezTo>
                    <a:cubicBezTo>
                      <a:pt x="3691" y="2722"/>
                      <a:pt x="3882" y="3770"/>
                      <a:pt x="4013" y="4829"/>
                    </a:cubicBezTo>
                    <a:cubicBezTo>
                      <a:pt x="4168" y="5996"/>
                      <a:pt x="4108" y="7163"/>
                      <a:pt x="4001" y="8318"/>
                    </a:cubicBezTo>
                    <a:cubicBezTo>
                      <a:pt x="3846" y="9854"/>
                      <a:pt x="3370" y="11306"/>
                      <a:pt x="2858" y="12747"/>
                    </a:cubicBezTo>
                    <a:cubicBezTo>
                      <a:pt x="2620" y="13402"/>
                      <a:pt x="2298" y="14033"/>
                      <a:pt x="2048" y="14688"/>
                    </a:cubicBezTo>
                    <a:cubicBezTo>
                      <a:pt x="2001" y="14811"/>
                      <a:pt x="1969" y="14859"/>
                      <a:pt x="1928" y="14859"/>
                    </a:cubicBezTo>
                    <a:cubicBezTo>
                      <a:pt x="1886" y="14859"/>
                      <a:pt x="1835" y="14808"/>
                      <a:pt x="1751" y="14735"/>
                    </a:cubicBezTo>
                    <a:cubicBezTo>
                      <a:pt x="1560" y="14581"/>
                      <a:pt x="1334" y="14462"/>
                      <a:pt x="1108" y="14366"/>
                    </a:cubicBezTo>
                    <a:cubicBezTo>
                      <a:pt x="1001" y="14324"/>
                      <a:pt x="894" y="14299"/>
                      <a:pt x="790" y="14299"/>
                    </a:cubicBezTo>
                    <a:cubicBezTo>
                      <a:pt x="627" y="14299"/>
                      <a:pt x="472" y="14361"/>
                      <a:pt x="334" y="14521"/>
                    </a:cubicBezTo>
                    <a:cubicBezTo>
                      <a:pt x="72" y="14807"/>
                      <a:pt x="60" y="15140"/>
                      <a:pt x="36" y="15485"/>
                    </a:cubicBezTo>
                    <a:cubicBezTo>
                      <a:pt x="0" y="15938"/>
                      <a:pt x="60" y="16378"/>
                      <a:pt x="179" y="16819"/>
                    </a:cubicBezTo>
                    <a:cubicBezTo>
                      <a:pt x="441" y="17795"/>
                      <a:pt x="536" y="18807"/>
                      <a:pt x="1167" y="19665"/>
                    </a:cubicBezTo>
                    <a:cubicBezTo>
                      <a:pt x="1427" y="20010"/>
                      <a:pt x="1742" y="20199"/>
                      <a:pt x="2106" y="20199"/>
                    </a:cubicBezTo>
                    <a:cubicBezTo>
                      <a:pt x="2243" y="20199"/>
                      <a:pt x="2386" y="20172"/>
                      <a:pt x="2536" y="20117"/>
                    </a:cubicBezTo>
                    <a:cubicBezTo>
                      <a:pt x="2585" y="20098"/>
                      <a:pt x="2641" y="20063"/>
                      <a:pt x="2679" y="20063"/>
                    </a:cubicBezTo>
                    <a:cubicBezTo>
                      <a:pt x="2688" y="20063"/>
                      <a:pt x="2696" y="20065"/>
                      <a:pt x="2703" y="20069"/>
                    </a:cubicBezTo>
                    <a:cubicBezTo>
                      <a:pt x="2757" y="20088"/>
                      <a:pt x="2809" y="20096"/>
                      <a:pt x="2859" y="20096"/>
                    </a:cubicBezTo>
                    <a:cubicBezTo>
                      <a:pt x="3027" y="20096"/>
                      <a:pt x="3172" y="20005"/>
                      <a:pt x="3310" y="19950"/>
                    </a:cubicBezTo>
                    <a:cubicBezTo>
                      <a:pt x="3965" y="19688"/>
                      <a:pt x="4608" y="19379"/>
                      <a:pt x="5156" y="18950"/>
                    </a:cubicBezTo>
                    <a:cubicBezTo>
                      <a:pt x="5394" y="18760"/>
                      <a:pt x="5680" y="18653"/>
                      <a:pt x="5882" y="18450"/>
                    </a:cubicBezTo>
                    <a:cubicBezTo>
                      <a:pt x="6168" y="18164"/>
                      <a:pt x="6430" y="17843"/>
                      <a:pt x="6692" y="17545"/>
                    </a:cubicBezTo>
                    <a:cubicBezTo>
                      <a:pt x="6954" y="17236"/>
                      <a:pt x="6894" y="16593"/>
                      <a:pt x="6644" y="16307"/>
                    </a:cubicBezTo>
                    <a:cubicBezTo>
                      <a:pt x="6275" y="15890"/>
                      <a:pt x="5739" y="16045"/>
                      <a:pt x="5299" y="15866"/>
                    </a:cubicBezTo>
                    <a:cubicBezTo>
                      <a:pt x="5513" y="15462"/>
                      <a:pt x="5751" y="15057"/>
                      <a:pt x="6013" y="14688"/>
                    </a:cubicBezTo>
                    <a:cubicBezTo>
                      <a:pt x="6513" y="13938"/>
                      <a:pt x="6823" y="13104"/>
                      <a:pt x="7156" y="12295"/>
                    </a:cubicBezTo>
                    <a:cubicBezTo>
                      <a:pt x="7287" y="11961"/>
                      <a:pt x="7335" y="11556"/>
                      <a:pt x="7489" y="11235"/>
                    </a:cubicBezTo>
                    <a:cubicBezTo>
                      <a:pt x="7763" y="10699"/>
                      <a:pt x="7787" y="10104"/>
                      <a:pt x="7978" y="9556"/>
                    </a:cubicBezTo>
                    <a:cubicBezTo>
                      <a:pt x="8109" y="9175"/>
                      <a:pt x="8037" y="8723"/>
                      <a:pt x="8204" y="8342"/>
                    </a:cubicBezTo>
                    <a:cubicBezTo>
                      <a:pt x="8501" y="7639"/>
                      <a:pt x="8323" y="6865"/>
                      <a:pt x="8597" y="6151"/>
                    </a:cubicBezTo>
                    <a:cubicBezTo>
                      <a:pt x="8728" y="5830"/>
                      <a:pt x="8716" y="5460"/>
                      <a:pt x="8621" y="5091"/>
                    </a:cubicBezTo>
                    <a:cubicBezTo>
                      <a:pt x="8537" y="4782"/>
                      <a:pt x="8632" y="4460"/>
                      <a:pt x="8609" y="4139"/>
                    </a:cubicBezTo>
                    <a:cubicBezTo>
                      <a:pt x="8573" y="3663"/>
                      <a:pt x="8561" y="3174"/>
                      <a:pt x="8478" y="2698"/>
                    </a:cubicBezTo>
                    <a:cubicBezTo>
                      <a:pt x="8406" y="2246"/>
                      <a:pt x="8216" y="1793"/>
                      <a:pt x="8025" y="1365"/>
                    </a:cubicBezTo>
                    <a:cubicBezTo>
                      <a:pt x="7870" y="996"/>
                      <a:pt x="7847" y="555"/>
                      <a:pt x="7513" y="269"/>
                    </a:cubicBezTo>
                    <a:cubicBezTo>
                      <a:pt x="7384" y="157"/>
                      <a:pt x="7235" y="1"/>
                      <a:pt x="706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" name="Google Shape;626;p29"/>
              <p:cNvSpPr/>
              <p:nvPr/>
            </p:nvSpPr>
            <p:spPr>
              <a:xfrm>
                <a:off x="7159298" y="1631005"/>
                <a:ext cx="281975" cy="206356"/>
              </a:xfrm>
              <a:custGeom>
                <a:rect b="b" l="l" r="r" t="t"/>
                <a:pathLst>
                  <a:path extrusionOk="0" h="6623" w="9050">
                    <a:moveTo>
                      <a:pt x="608" y="1309"/>
                    </a:moveTo>
                    <a:cubicBezTo>
                      <a:pt x="799" y="1452"/>
                      <a:pt x="989" y="1607"/>
                      <a:pt x="1168" y="1773"/>
                    </a:cubicBezTo>
                    <a:cubicBezTo>
                      <a:pt x="977" y="1631"/>
                      <a:pt x="787" y="1500"/>
                      <a:pt x="608" y="1357"/>
                    </a:cubicBezTo>
                    <a:lnTo>
                      <a:pt x="608" y="1309"/>
                    </a:lnTo>
                    <a:close/>
                    <a:moveTo>
                      <a:pt x="7691" y="393"/>
                    </a:moveTo>
                    <a:cubicBezTo>
                      <a:pt x="7933" y="393"/>
                      <a:pt x="8176" y="397"/>
                      <a:pt x="8419" y="404"/>
                    </a:cubicBezTo>
                    <a:cubicBezTo>
                      <a:pt x="8419" y="464"/>
                      <a:pt x="8419" y="511"/>
                      <a:pt x="8431" y="595"/>
                    </a:cubicBezTo>
                    <a:cubicBezTo>
                      <a:pt x="8418" y="590"/>
                      <a:pt x="8405" y="587"/>
                      <a:pt x="8391" y="587"/>
                    </a:cubicBezTo>
                    <a:cubicBezTo>
                      <a:pt x="8343" y="587"/>
                      <a:pt x="8294" y="619"/>
                      <a:pt x="8276" y="666"/>
                    </a:cubicBezTo>
                    <a:cubicBezTo>
                      <a:pt x="7978" y="1333"/>
                      <a:pt x="7085" y="1738"/>
                      <a:pt x="6502" y="2143"/>
                    </a:cubicBezTo>
                    <a:cubicBezTo>
                      <a:pt x="5918" y="2547"/>
                      <a:pt x="5478" y="3119"/>
                      <a:pt x="4882" y="3500"/>
                    </a:cubicBezTo>
                    <a:cubicBezTo>
                      <a:pt x="4685" y="3626"/>
                      <a:pt x="4494" y="3679"/>
                      <a:pt x="4310" y="3679"/>
                    </a:cubicBezTo>
                    <a:cubicBezTo>
                      <a:pt x="3661" y="3679"/>
                      <a:pt x="3092" y="3024"/>
                      <a:pt x="2573" y="2607"/>
                    </a:cubicBezTo>
                    <a:cubicBezTo>
                      <a:pt x="1930" y="2083"/>
                      <a:pt x="1311" y="1512"/>
                      <a:pt x="596" y="1095"/>
                    </a:cubicBezTo>
                    <a:cubicBezTo>
                      <a:pt x="572" y="928"/>
                      <a:pt x="560" y="773"/>
                      <a:pt x="560" y="607"/>
                    </a:cubicBezTo>
                    <a:lnTo>
                      <a:pt x="560" y="607"/>
                    </a:lnTo>
                    <a:cubicBezTo>
                      <a:pt x="921" y="625"/>
                      <a:pt x="1282" y="632"/>
                      <a:pt x="1642" y="632"/>
                    </a:cubicBezTo>
                    <a:cubicBezTo>
                      <a:pt x="3657" y="632"/>
                      <a:pt x="5668" y="393"/>
                      <a:pt x="7691" y="393"/>
                    </a:cubicBezTo>
                    <a:close/>
                    <a:moveTo>
                      <a:pt x="620" y="1654"/>
                    </a:moveTo>
                    <a:lnTo>
                      <a:pt x="620" y="1654"/>
                    </a:lnTo>
                    <a:cubicBezTo>
                      <a:pt x="1215" y="2154"/>
                      <a:pt x="1918" y="2559"/>
                      <a:pt x="2513" y="3059"/>
                    </a:cubicBezTo>
                    <a:cubicBezTo>
                      <a:pt x="2644" y="3178"/>
                      <a:pt x="2799" y="3321"/>
                      <a:pt x="2942" y="3464"/>
                    </a:cubicBezTo>
                    <a:cubicBezTo>
                      <a:pt x="2858" y="3512"/>
                      <a:pt x="2751" y="3571"/>
                      <a:pt x="2656" y="3631"/>
                    </a:cubicBezTo>
                    <a:lnTo>
                      <a:pt x="2525" y="3714"/>
                    </a:lnTo>
                    <a:cubicBezTo>
                      <a:pt x="2346" y="3857"/>
                      <a:pt x="2204" y="4000"/>
                      <a:pt x="2037" y="4167"/>
                    </a:cubicBezTo>
                    <a:cubicBezTo>
                      <a:pt x="1608" y="4536"/>
                      <a:pt x="1132" y="4881"/>
                      <a:pt x="715" y="5286"/>
                    </a:cubicBezTo>
                    <a:lnTo>
                      <a:pt x="691" y="5298"/>
                    </a:lnTo>
                    <a:cubicBezTo>
                      <a:pt x="680" y="4929"/>
                      <a:pt x="668" y="4571"/>
                      <a:pt x="632" y="4190"/>
                    </a:cubicBezTo>
                    <a:cubicBezTo>
                      <a:pt x="656" y="3952"/>
                      <a:pt x="668" y="3738"/>
                      <a:pt x="680" y="3500"/>
                    </a:cubicBezTo>
                    <a:cubicBezTo>
                      <a:pt x="691" y="2881"/>
                      <a:pt x="668" y="2274"/>
                      <a:pt x="620" y="1654"/>
                    </a:cubicBezTo>
                    <a:close/>
                    <a:moveTo>
                      <a:pt x="8454" y="1357"/>
                    </a:moveTo>
                    <a:lnTo>
                      <a:pt x="8454" y="1357"/>
                    </a:lnTo>
                    <a:cubicBezTo>
                      <a:pt x="8466" y="2821"/>
                      <a:pt x="8395" y="4298"/>
                      <a:pt x="8419" y="5774"/>
                    </a:cubicBezTo>
                    <a:cubicBezTo>
                      <a:pt x="8395" y="5762"/>
                      <a:pt x="8359" y="5726"/>
                      <a:pt x="8311" y="5714"/>
                    </a:cubicBezTo>
                    <a:cubicBezTo>
                      <a:pt x="8097" y="5369"/>
                      <a:pt x="7573" y="5024"/>
                      <a:pt x="7299" y="4821"/>
                    </a:cubicBezTo>
                    <a:lnTo>
                      <a:pt x="7097" y="4607"/>
                    </a:lnTo>
                    <a:cubicBezTo>
                      <a:pt x="6704" y="4238"/>
                      <a:pt x="6335" y="3774"/>
                      <a:pt x="5871" y="3476"/>
                    </a:cubicBezTo>
                    <a:lnTo>
                      <a:pt x="5835" y="3440"/>
                    </a:lnTo>
                    <a:cubicBezTo>
                      <a:pt x="6014" y="3286"/>
                      <a:pt x="6168" y="3119"/>
                      <a:pt x="6335" y="2988"/>
                    </a:cubicBezTo>
                    <a:cubicBezTo>
                      <a:pt x="7002" y="2404"/>
                      <a:pt x="7823" y="1976"/>
                      <a:pt x="8454" y="1357"/>
                    </a:cubicBezTo>
                    <a:close/>
                    <a:moveTo>
                      <a:pt x="5668" y="3583"/>
                    </a:moveTo>
                    <a:cubicBezTo>
                      <a:pt x="5752" y="3678"/>
                      <a:pt x="5847" y="3750"/>
                      <a:pt x="5930" y="3833"/>
                    </a:cubicBezTo>
                    <a:cubicBezTo>
                      <a:pt x="6204" y="4190"/>
                      <a:pt x="6549" y="4488"/>
                      <a:pt x="6871" y="4774"/>
                    </a:cubicBezTo>
                    <a:lnTo>
                      <a:pt x="6907" y="4810"/>
                    </a:lnTo>
                    <a:cubicBezTo>
                      <a:pt x="6990" y="4905"/>
                      <a:pt x="7097" y="5000"/>
                      <a:pt x="7180" y="5107"/>
                    </a:cubicBezTo>
                    <a:cubicBezTo>
                      <a:pt x="7347" y="5262"/>
                      <a:pt x="7573" y="5560"/>
                      <a:pt x="7811" y="5762"/>
                    </a:cubicBezTo>
                    <a:cubicBezTo>
                      <a:pt x="7037" y="5786"/>
                      <a:pt x="6264" y="5976"/>
                      <a:pt x="5490" y="6072"/>
                    </a:cubicBezTo>
                    <a:cubicBezTo>
                      <a:pt x="5121" y="6072"/>
                      <a:pt x="4728" y="6084"/>
                      <a:pt x="4347" y="6119"/>
                    </a:cubicBezTo>
                    <a:cubicBezTo>
                      <a:pt x="4204" y="6131"/>
                      <a:pt x="4061" y="6131"/>
                      <a:pt x="3930" y="6143"/>
                    </a:cubicBezTo>
                    <a:cubicBezTo>
                      <a:pt x="2870" y="6143"/>
                      <a:pt x="1799" y="6095"/>
                      <a:pt x="739" y="6036"/>
                    </a:cubicBezTo>
                    <a:cubicBezTo>
                      <a:pt x="739" y="5917"/>
                      <a:pt x="727" y="5798"/>
                      <a:pt x="727" y="5679"/>
                    </a:cubicBezTo>
                    <a:lnTo>
                      <a:pt x="751" y="5655"/>
                    </a:lnTo>
                    <a:cubicBezTo>
                      <a:pt x="1072" y="5560"/>
                      <a:pt x="1430" y="5143"/>
                      <a:pt x="1573" y="5000"/>
                    </a:cubicBezTo>
                    <a:cubicBezTo>
                      <a:pt x="1739" y="4845"/>
                      <a:pt x="1882" y="4690"/>
                      <a:pt x="2049" y="4524"/>
                    </a:cubicBezTo>
                    <a:cubicBezTo>
                      <a:pt x="2346" y="4226"/>
                      <a:pt x="2644" y="3928"/>
                      <a:pt x="2977" y="3655"/>
                    </a:cubicBezTo>
                    <a:lnTo>
                      <a:pt x="2989" y="3655"/>
                    </a:lnTo>
                    <a:cubicBezTo>
                      <a:pt x="3001" y="3655"/>
                      <a:pt x="3037" y="3643"/>
                      <a:pt x="3013" y="3631"/>
                    </a:cubicBezTo>
                    <a:cubicBezTo>
                      <a:pt x="3037" y="3607"/>
                      <a:pt x="3061" y="3595"/>
                      <a:pt x="3073" y="3583"/>
                    </a:cubicBezTo>
                    <a:cubicBezTo>
                      <a:pt x="3444" y="3910"/>
                      <a:pt x="3879" y="4193"/>
                      <a:pt x="4328" y="4193"/>
                    </a:cubicBezTo>
                    <a:cubicBezTo>
                      <a:pt x="4354" y="4193"/>
                      <a:pt x="4380" y="4192"/>
                      <a:pt x="4406" y="4190"/>
                    </a:cubicBezTo>
                    <a:cubicBezTo>
                      <a:pt x="4847" y="4167"/>
                      <a:pt x="5275" y="3893"/>
                      <a:pt x="5668" y="3583"/>
                    </a:cubicBezTo>
                    <a:close/>
                    <a:moveTo>
                      <a:pt x="7886" y="0"/>
                    </a:moveTo>
                    <a:cubicBezTo>
                      <a:pt x="5738" y="0"/>
                      <a:pt x="3609" y="251"/>
                      <a:pt x="1470" y="251"/>
                    </a:cubicBezTo>
                    <a:cubicBezTo>
                      <a:pt x="1100" y="251"/>
                      <a:pt x="729" y="243"/>
                      <a:pt x="358" y="226"/>
                    </a:cubicBezTo>
                    <a:cubicBezTo>
                      <a:pt x="251" y="226"/>
                      <a:pt x="144" y="309"/>
                      <a:pt x="144" y="428"/>
                    </a:cubicBezTo>
                    <a:cubicBezTo>
                      <a:pt x="156" y="559"/>
                      <a:pt x="179" y="678"/>
                      <a:pt x="179" y="821"/>
                    </a:cubicBezTo>
                    <a:cubicBezTo>
                      <a:pt x="156" y="880"/>
                      <a:pt x="132" y="940"/>
                      <a:pt x="120" y="1000"/>
                    </a:cubicBezTo>
                    <a:cubicBezTo>
                      <a:pt x="72" y="1000"/>
                      <a:pt x="25" y="1035"/>
                      <a:pt x="60" y="1083"/>
                    </a:cubicBezTo>
                    <a:cubicBezTo>
                      <a:pt x="72" y="1095"/>
                      <a:pt x="72" y="1119"/>
                      <a:pt x="84" y="1131"/>
                    </a:cubicBezTo>
                    <a:cubicBezTo>
                      <a:pt x="1" y="1678"/>
                      <a:pt x="132" y="2393"/>
                      <a:pt x="179" y="2821"/>
                    </a:cubicBezTo>
                    <a:cubicBezTo>
                      <a:pt x="215" y="3357"/>
                      <a:pt x="251" y="3893"/>
                      <a:pt x="263" y="4417"/>
                    </a:cubicBezTo>
                    <a:cubicBezTo>
                      <a:pt x="203" y="5071"/>
                      <a:pt x="144" y="5726"/>
                      <a:pt x="156" y="6381"/>
                    </a:cubicBezTo>
                    <a:cubicBezTo>
                      <a:pt x="156" y="6488"/>
                      <a:pt x="239" y="6548"/>
                      <a:pt x="334" y="6560"/>
                    </a:cubicBezTo>
                    <a:cubicBezTo>
                      <a:pt x="725" y="6605"/>
                      <a:pt x="1115" y="6623"/>
                      <a:pt x="1503" y="6623"/>
                    </a:cubicBezTo>
                    <a:cubicBezTo>
                      <a:pt x="2037" y="6623"/>
                      <a:pt x="2571" y="6589"/>
                      <a:pt x="3108" y="6548"/>
                    </a:cubicBezTo>
                    <a:cubicBezTo>
                      <a:pt x="3597" y="6560"/>
                      <a:pt x="4073" y="6560"/>
                      <a:pt x="4561" y="6560"/>
                    </a:cubicBezTo>
                    <a:cubicBezTo>
                      <a:pt x="5132" y="6548"/>
                      <a:pt x="5680" y="6536"/>
                      <a:pt x="6228" y="6441"/>
                    </a:cubicBezTo>
                    <a:cubicBezTo>
                      <a:pt x="6264" y="6441"/>
                      <a:pt x="6287" y="6429"/>
                      <a:pt x="6323" y="6429"/>
                    </a:cubicBezTo>
                    <a:cubicBezTo>
                      <a:pt x="6710" y="6429"/>
                      <a:pt x="7100" y="6432"/>
                      <a:pt x="7490" y="6432"/>
                    </a:cubicBezTo>
                    <a:cubicBezTo>
                      <a:pt x="7880" y="6432"/>
                      <a:pt x="8270" y="6429"/>
                      <a:pt x="8657" y="6417"/>
                    </a:cubicBezTo>
                    <a:cubicBezTo>
                      <a:pt x="8752" y="6417"/>
                      <a:pt x="8812" y="6334"/>
                      <a:pt x="8812" y="6262"/>
                    </a:cubicBezTo>
                    <a:cubicBezTo>
                      <a:pt x="8931" y="5131"/>
                      <a:pt x="8966" y="3988"/>
                      <a:pt x="8966" y="2857"/>
                    </a:cubicBezTo>
                    <a:cubicBezTo>
                      <a:pt x="8990" y="2143"/>
                      <a:pt x="9050" y="1381"/>
                      <a:pt x="8835" y="726"/>
                    </a:cubicBezTo>
                    <a:cubicBezTo>
                      <a:pt x="8835" y="547"/>
                      <a:pt x="8823" y="380"/>
                      <a:pt x="8823" y="202"/>
                    </a:cubicBezTo>
                    <a:cubicBezTo>
                      <a:pt x="8823" y="107"/>
                      <a:pt x="8728" y="11"/>
                      <a:pt x="8633" y="11"/>
                    </a:cubicBezTo>
                    <a:cubicBezTo>
                      <a:pt x="8384" y="4"/>
                      <a:pt x="8135" y="0"/>
                      <a:pt x="788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27" name="Google Shape;627;p29"/>
            <p:cNvGrpSpPr/>
            <p:nvPr/>
          </p:nvGrpSpPr>
          <p:grpSpPr>
            <a:xfrm>
              <a:off x="4723067" y="1428472"/>
              <a:ext cx="1535079" cy="2790555"/>
              <a:chOff x="4723067" y="1428472"/>
              <a:chExt cx="1535079" cy="2790555"/>
            </a:xfrm>
          </p:grpSpPr>
          <p:grpSp>
            <p:nvGrpSpPr>
              <p:cNvPr id="628" name="Google Shape;628;p29"/>
              <p:cNvGrpSpPr/>
              <p:nvPr/>
            </p:nvGrpSpPr>
            <p:grpSpPr>
              <a:xfrm>
                <a:off x="4723067" y="2766915"/>
                <a:ext cx="1535079" cy="1452113"/>
                <a:chOff x="4723067" y="2766915"/>
                <a:chExt cx="1535079" cy="1452113"/>
              </a:xfrm>
            </p:grpSpPr>
            <p:sp>
              <p:nvSpPr>
                <p:cNvPr id="629" name="Google Shape;629;p29"/>
                <p:cNvSpPr/>
                <p:nvPr/>
              </p:nvSpPr>
              <p:spPr>
                <a:xfrm>
                  <a:off x="4723067" y="2766915"/>
                  <a:ext cx="1535079" cy="1452113"/>
                </a:xfrm>
                <a:custGeom>
                  <a:rect b="b" l="l" r="r" t="t"/>
                  <a:pathLst>
                    <a:path extrusionOk="0" h="56585" w="59818">
                      <a:moveTo>
                        <a:pt x="33549" y="931"/>
                      </a:moveTo>
                      <a:cubicBezTo>
                        <a:pt x="33746" y="931"/>
                        <a:pt x="33943" y="954"/>
                        <a:pt x="34124" y="965"/>
                      </a:cubicBezTo>
                      <a:cubicBezTo>
                        <a:pt x="34374" y="983"/>
                        <a:pt x="34630" y="989"/>
                        <a:pt x="34885" y="989"/>
                      </a:cubicBezTo>
                      <a:cubicBezTo>
                        <a:pt x="35139" y="989"/>
                        <a:pt x="35392" y="983"/>
                        <a:pt x="35636" y="977"/>
                      </a:cubicBezTo>
                      <a:cubicBezTo>
                        <a:pt x="35905" y="977"/>
                        <a:pt x="41359" y="1084"/>
                        <a:pt x="44695" y="1084"/>
                      </a:cubicBezTo>
                      <a:cubicBezTo>
                        <a:pt x="46085" y="1084"/>
                        <a:pt x="47107" y="1065"/>
                        <a:pt x="47233" y="1013"/>
                      </a:cubicBezTo>
                      <a:cubicBezTo>
                        <a:pt x="47339" y="973"/>
                        <a:pt x="47465" y="953"/>
                        <a:pt x="47599" y="953"/>
                      </a:cubicBezTo>
                      <a:cubicBezTo>
                        <a:pt x="47828" y="953"/>
                        <a:pt x="48078" y="1012"/>
                        <a:pt x="48281" y="1132"/>
                      </a:cubicBezTo>
                      <a:cubicBezTo>
                        <a:pt x="48326" y="1164"/>
                        <a:pt x="48368" y="1174"/>
                        <a:pt x="48407" y="1174"/>
                      </a:cubicBezTo>
                      <a:cubicBezTo>
                        <a:pt x="48496" y="1174"/>
                        <a:pt x="48574" y="1119"/>
                        <a:pt x="48667" y="1119"/>
                      </a:cubicBezTo>
                      <a:cubicBezTo>
                        <a:pt x="48673" y="1119"/>
                        <a:pt x="48679" y="1120"/>
                        <a:pt x="48686" y="1120"/>
                      </a:cubicBezTo>
                      <a:cubicBezTo>
                        <a:pt x="49638" y="1239"/>
                        <a:pt x="50591" y="1358"/>
                        <a:pt x="51531" y="1525"/>
                      </a:cubicBezTo>
                      <a:cubicBezTo>
                        <a:pt x="52067" y="1620"/>
                        <a:pt x="52591" y="1715"/>
                        <a:pt x="53127" y="1811"/>
                      </a:cubicBezTo>
                      <a:cubicBezTo>
                        <a:pt x="53615" y="1894"/>
                        <a:pt x="54163" y="1942"/>
                        <a:pt x="54567" y="2299"/>
                      </a:cubicBezTo>
                      <a:cubicBezTo>
                        <a:pt x="54746" y="2465"/>
                        <a:pt x="55044" y="2430"/>
                        <a:pt x="55258" y="2596"/>
                      </a:cubicBezTo>
                      <a:cubicBezTo>
                        <a:pt x="55675" y="2930"/>
                        <a:pt x="55901" y="3358"/>
                        <a:pt x="56175" y="3763"/>
                      </a:cubicBezTo>
                      <a:cubicBezTo>
                        <a:pt x="56329" y="4001"/>
                        <a:pt x="56341" y="4323"/>
                        <a:pt x="56651" y="4490"/>
                      </a:cubicBezTo>
                      <a:cubicBezTo>
                        <a:pt x="56722" y="4525"/>
                        <a:pt x="56687" y="4656"/>
                        <a:pt x="56687" y="4751"/>
                      </a:cubicBezTo>
                      <a:cubicBezTo>
                        <a:pt x="56710" y="5002"/>
                        <a:pt x="56722" y="5252"/>
                        <a:pt x="56853" y="5513"/>
                      </a:cubicBezTo>
                      <a:cubicBezTo>
                        <a:pt x="56996" y="5775"/>
                        <a:pt x="56853" y="6097"/>
                        <a:pt x="56937" y="6406"/>
                      </a:cubicBezTo>
                      <a:cubicBezTo>
                        <a:pt x="57020" y="6752"/>
                        <a:pt x="57080" y="7109"/>
                        <a:pt x="57127" y="7478"/>
                      </a:cubicBezTo>
                      <a:cubicBezTo>
                        <a:pt x="57187" y="8014"/>
                        <a:pt x="57222" y="8561"/>
                        <a:pt x="57282" y="9097"/>
                      </a:cubicBezTo>
                      <a:cubicBezTo>
                        <a:pt x="57318" y="9478"/>
                        <a:pt x="57353" y="9871"/>
                        <a:pt x="57389" y="10252"/>
                      </a:cubicBezTo>
                      <a:cubicBezTo>
                        <a:pt x="57413" y="10621"/>
                        <a:pt x="57413" y="10990"/>
                        <a:pt x="57437" y="11359"/>
                      </a:cubicBezTo>
                      <a:cubicBezTo>
                        <a:pt x="57446" y="11515"/>
                        <a:pt x="57289" y="11584"/>
                        <a:pt x="57133" y="11584"/>
                      </a:cubicBezTo>
                      <a:cubicBezTo>
                        <a:pt x="57099" y="11584"/>
                        <a:pt x="57064" y="11580"/>
                        <a:pt x="57032" y="11574"/>
                      </a:cubicBezTo>
                      <a:cubicBezTo>
                        <a:pt x="56852" y="11539"/>
                        <a:pt x="56673" y="11527"/>
                        <a:pt x="56495" y="11527"/>
                      </a:cubicBezTo>
                      <a:cubicBezTo>
                        <a:pt x="56077" y="11527"/>
                        <a:pt x="55662" y="11593"/>
                        <a:pt x="55243" y="11593"/>
                      </a:cubicBezTo>
                      <a:cubicBezTo>
                        <a:pt x="55165" y="11593"/>
                        <a:pt x="55086" y="11591"/>
                        <a:pt x="55008" y="11586"/>
                      </a:cubicBezTo>
                      <a:cubicBezTo>
                        <a:pt x="54954" y="11586"/>
                        <a:pt x="54889" y="11576"/>
                        <a:pt x="54826" y="11576"/>
                      </a:cubicBezTo>
                      <a:cubicBezTo>
                        <a:pt x="54720" y="11576"/>
                        <a:pt x="54621" y="11604"/>
                        <a:pt x="54591" y="11752"/>
                      </a:cubicBezTo>
                      <a:cubicBezTo>
                        <a:pt x="54579" y="11776"/>
                        <a:pt x="54532" y="11800"/>
                        <a:pt x="54520" y="11800"/>
                      </a:cubicBezTo>
                      <a:cubicBezTo>
                        <a:pt x="54362" y="11743"/>
                        <a:pt x="54206" y="11722"/>
                        <a:pt x="54052" y="11722"/>
                      </a:cubicBezTo>
                      <a:cubicBezTo>
                        <a:pt x="53590" y="11722"/>
                        <a:pt x="53142" y="11916"/>
                        <a:pt x="52686" y="11943"/>
                      </a:cubicBezTo>
                      <a:cubicBezTo>
                        <a:pt x="51722" y="11979"/>
                        <a:pt x="50745" y="11943"/>
                        <a:pt x="49769" y="12038"/>
                      </a:cubicBezTo>
                      <a:cubicBezTo>
                        <a:pt x="49453" y="12074"/>
                        <a:pt x="49134" y="12084"/>
                        <a:pt x="48813" y="12084"/>
                      </a:cubicBezTo>
                      <a:cubicBezTo>
                        <a:pt x="48335" y="12084"/>
                        <a:pt x="47854" y="12061"/>
                        <a:pt x="47376" y="12061"/>
                      </a:cubicBezTo>
                      <a:cubicBezTo>
                        <a:pt x="47316" y="12061"/>
                        <a:pt x="47257" y="12061"/>
                        <a:pt x="47197" y="12062"/>
                      </a:cubicBezTo>
                      <a:cubicBezTo>
                        <a:pt x="46900" y="12062"/>
                        <a:pt x="36172" y="12074"/>
                        <a:pt x="35875" y="12074"/>
                      </a:cubicBezTo>
                      <a:cubicBezTo>
                        <a:pt x="35343" y="12074"/>
                        <a:pt x="34816" y="12069"/>
                        <a:pt x="34288" y="12069"/>
                      </a:cubicBezTo>
                      <a:cubicBezTo>
                        <a:pt x="34024" y="12069"/>
                        <a:pt x="33759" y="12070"/>
                        <a:pt x="33493" y="12074"/>
                      </a:cubicBezTo>
                      <a:cubicBezTo>
                        <a:pt x="33270" y="12077"/>
                        <a:pt x="33047" y="12078"/>
                        <a:pt x="32824" y="12078"/>
                      </a:cubicBezTo>
                      <a:cubicBezTo>
                        <a:pt x="32601" y="12078"/>
                        <a:pt x="32378" y="12077"/>
                        <a:pt x="32155" y="12077"/>
                      </a:cubicBezTo>
                      <a:cubicBezTo>
                        <a:pt x="31710" y="12077"/>
                        <a:pt x="31267" y="12080"/>
                        <a:pt x="30826" y="12098"/>
                      </a:cubicBezTo>
                      <a:cubicBezTo>
                        <a:pt x="30440" y="12114"/>
                        <a:pt x="30056" y="12119"/>
                        <a:pt x="29671" y="12119"/>
                      </a:cubicBezTo>
                      <a:cubicBezTo>
                        <a:pt x="29207" y="12119"/>
                        <a:pt x="28743" y="12112"/>
                        <a:pt x="28280" y="12112"/>
                      </a:cubicBezTo>
                      <a:cubicBezTo>
                        <a:pt x="27755" y="12112"/>
                        <a:pt x="27231" y="12121"/>
                        <a:pt x="26707" y="12157"/>
                      </a:cubicBezTo>
                      <a:cubicBezTo>
                        <a:pt x="26064" y="12193"/>
                        <a:pt x="25409" y="12229"/>
                        <a:pt x="24778" y="12288"/>
                      </a:cubicBezTo>
                      <a:cubicBezTo>
                        <a:pt x="23986" y="12361"/>
                        <a:pt x="15227" y="12398"/>
                        <a:pt x="12452" y="12398"/>
                      </a:cubicBezTo>
                      <a:cubicBezTo>
                        <a:pt x="12055" y="12398"/>
                        <a:pt x="11781" y="12397"/>
                        <a:pt x="11669" y="12395"/>
                      </a:cubicBezTo>
                      <a:cubicBezTo>
                        <a:pt x="10754" y="12377"/>
                        <a:pt x="9846" y="12316"/>
                        <a:pt x="8940" y="12316"/>
                      </a:cubicBezTo>
                      <a:cubicBezTo>
                        <a:pt x="8667" y="12316"/>
                        <a:pt x="8394" y="12322"/>
                        <a:pt x="8121" y="12336"/>
                      </a:cubicBezTo>
                      <a:cubicBezTo>
                        <a:pt x="7465" y="12365"/>
                        <a:pt x="6816" y="12386"/>
                        <a:pt x="6169" y="12386"/>
                      </a:cubicBezTo>
                      <a:cubicBezTo>
                        <a:pt x="6030" y="12386"/>
                        <a:pt x="5891" y="12385"/>
                        <a:pt x="5752" y="12383"/>
                      </a:cubicBezTo>
                      <a:cubicBezTo>
                        <a:pt x="5241" y="12373"/>
                        <a:pt x="4721" y="12293"/>
                        <a:pt x="4215" y="12293"/>
                      </a:cubicBezTo>
                      <a:cubicBezTo>
                        <a:pt x="4132" y="12293"/>
                        <a:pt x="4048" y="12295"/>
                        <a:pt x="3966" y="12300"/>
                      </a:cubicBezTo>
                      <a:cubicBezTo>
                        <a:pt x="3884" y="12305"/>
                        <a:pt x="3802" y="12308"/>
                        <a:pt x="3719" y="12308"/>
                      </a:cubicBezTo>
                      <a:cubicBezTo>
                        <a:pt x="3397" y="12308"/>
                        <a:pt x="3071" y="12274"/>
                        <a:pt x="2748" y="12274"/>
                      </a:cubicBezTo>
                      <a:cubicBezTo>
                        <a:pt x="2432" y="12274"/>
                        <a:pt x="2118" y="12306"/>
                        <a:pt x="1811" y="12431"/>
                      </a:cubicBezTo>
                      <a:cubicBezTo>
                        <a:pt x="1781" y="12444"/>
                        <a:pt x="1741" y="12452"/>
                        <a:pt x="1703" y="12452"/>
                      </a:cubicBezTo>
                      <a:cubicBezTo>
                        <a:pt x="1632" y="12452"/>
                        <a:pt x="1565" y="12425"/>
                        <a:pt x="1573" y="12348"/>
                      </a:cubicBezTo>
                      <a:cubicBezTo>
                        <a:pt x="1608" y="12169"/>
                        <a:pt x="1477" y="11967"/>
                        <a:pt x="1501" y="11883"/>
                      </a:cubicBezTo>
                      <a:cubicBezTo>
                        <a:pt x="1704" y="11383"/>
                        <a:pt x="1656" y="10871"/>
                        <a:pt x="1715" y="10371"/>
                      </a:cubicBezTo>
                      <a:cubicBezTo>
                        <a:pt x="1763" y="10085"/>
                        <a:pt x="2096" y="9824"/>
                        <a:pt x="1858" y="9538"/>
                      </a:cubicBezTo>
                      <a:cubicBezTo>
                        <a:pt x="1715" y="9347"/>
                        <a:pt x="1858" y="9121"/>
                        <a:pt x="1835" y="9073"/>
                      </a:cubicBezTo>
                      <a:cubicBezTo>
                        <a:pt x="1608" y="8764"/>
                        <a:pt x="2192" y="8490"/>
                        <a:pt x="1846" y="8192"/>
                      </a:cubicBezTo>
                      <a:cubicBezTo>
                        <a:pt x="1692" y="8073"/>
                        <a:pt x="2001" y="8073"/>
                        <a:pt x="1977" y="7883"/>
                      </a:cubicBezTo>
                      <a:cubicBezTo>
                        <a:pt x="1930" y="7514"/>
                        <a:pt x="1989" y="7121"/>
                        <a:pt x="2049" y="6740"/>
                      </a:cubicBezTo>
                      <a:cubicBezTo>
                        <a:pt x="2120" y="6240"/>
                        <a:pt x="2120" y="5728"/>
                        <a:pt x="2239" y="5228"/>
                      </a:cubicBezTo>
                      <a:cubicBezTo>
                        <a:pt x="2299" y="4942"/>
                        <a:pt x="2585" y="4751"/>
                        <a:pt x="2585" y="4442"/>
                      </a:cubicBezTo>
                      <a:cubicBezTo>
                        <a:pt x="2585" y="4061"/>
                        <a:pt x="2858" y="3751"/>
                        <a:pt x="2989" y="3418"/>
                      </a:cubicBezTo>
                      <a:cubicBezTo>
                        <a:pt x="3263" y="2751"/>
                        <a:pt x="3966" y="2632"/>
                        <a:pt x="4478" y="2275"/>
                      </a:cubicBezTo>
                      <a:cubicBezTo>
                        <a:pt x="4799" y="2049"/>
                        <a:pt x="5311" y="2037"/>
                        <a:pt x="5668" y="1799"/>
                      </a:cubicBezTo>
                      <a:cubicBezTo>
                        <a:pt x="5681" y="1789"/>
                        <a:pt x="5698" y="1786"/>
                        <a:pt x="5719" y="1786"/>
                      </a:cubicBezTo>
                      <a:cubicBezTo>
                        <a:pt x="5776" y="1786"/>
                        <a:pt x="5854" y="1814"/>
                        <a:pt x="5906" y="1823"/>
                      </a:cubicBezTo>
                      <a:cubicBezTo>
                        <a:pt x="6157" y="1799"/>
                        <a:pt x="6395" y="1846"/>
                        <a:pt x="6573" y="1596"/>
                      </a:cubicBezTo>
                      <a:cubicBezTo>
                        <a:pt x="6657" y="1494"/>
                        <a:pt x="6871" y="1457"/>
                        <a:pt x="7091" y="1457"/>
                      </a:cubicBezTo>
                      <a:cubicBezTo>
                        <a:pt x="7153" y="1457"/>
                        <a:pt x="7216" y="1460"/>
                        <a:pt x="7276" y="1465"/>
                      </a:cubicBezTo>
                      <a:cubicBezTo>
                        <a:pt x="7347" y="1472"/>
                        <a:pt x="7419" y="1476"/>
                        <a:pt x="7491" y="1476"/>
                      </a:cubicBezTo>
                      <a:cubicBezTo>
                        <a:pt x="7907" y="1476"/>
                        <a:pt x="8324" y="1370"/>
                        <a:pt x="8740" y="1299"/>
                      </a:cubicBezTo>
                      <a:cubicBezTo>
                        <a:pt x="8919" y="1272"/>
                        <a:pt x="9102" y="1264"/>
                        <a:pt x="9288" y="1264"/>
                      </a:cubicBezTo>
                      <a:cubicBezTo>
                        <a:pt x="9512" y="1264"/>
                        <a:pt x="9739" y="1275"/>
                        <a:pt x="9967" y="1275"/>
                      </a:cubicBezTo>
                      <a:cubicBezTo>
                        <a:pt x="10044" y="1275"/>
                        <a:pt x="10122" y="1281"/>
                        <a:pt x="10199" y="1281"/>
                      </a:cubicBezTo>
                      <a:cubicBezTo>
                        <a:pt x="10332" y="1281"/>
                        <a:pt x="10460" y="1262"/>
                        <a:pt x="10574" y="1156"/>
                      </a:cubicBezTo>
                      <a:cubicBezTo>
                        <a:pt x="10610" y="1120"/>
                        <a:pt x="10646" y="1106"/>
                        <a:pt x="10685" y="1106"/>
                      </a:cubicBezTo>
                      <a:cubicBezTo>
                        <a:pt x="10734" y="1106"/>
                        <a:pt x="10787" y="1129"/>
                        <a:pt x="10848" y="1156"/>
                      </a:cubicBezTo>
                      <a:cubicBezTo>
                        <a:pt x="10976" y="1228"/>
                        <a:pt x="11102" y="1253"/>
                        <a:pt x="11229" y="1253"/>
                      </a:cubicBezTo>
                      <a:cubicBezTo>
                        <a:pt x="11398" y="1253"/>
                        <a:pt x="11569" y="1208"/>
                        <a:pt x="11752" y="1168"/>
                      </a:cubicBezTo>
                      <a:cubicBezTo>
                        <a:pt x="11929" y="1129"/>
                        <a:pt x="16468" y="986"/>
                        <a:pt x="19737" y="986"/>
                      </a:cubicBezTo>
                      <a:cubicBezTo>
                        <a:pt x="21529" y="986"/>
                        <a:pt x="22938" y="1029"/>
                        <a:pt x="23040" y="1156"/>
                      </a:cubicBezTo>
                      <a:cubicBezTo>
                        <a:pt x="23147" y="1084"/>
                        <a:pt x="23257" y="1069"/>
                        <a:pt x="23368" y="1069"/>
                      </a:cubicBezTo>
                      <a:cubicBezTo>
                        <a:pt x="23448" y="1069"/>
                        <a:pt x="23529" y="1077"/>
                        <a:pt x="23609" y="1077"/>
                      </a:cubicBezTo>
                      <a:cubicBezTo>
                        <a:pt x="23642" y="1077"/>
                        <a:pt x="23674" y="1076"/>
                        <a:pt x="23706" y="1072"/>
                      </a:cubicBezTo>
                      <a:cubicBezTo>
                        <a:pt x="23776" y="1058"/>
                        <a:pt x="23834" y="1032"/>
                        <a:pt x="23894" y="1032"/>
                      </a:cubicBezTo>
                      <a:cubicBezTo>
                        <a:pt x="23936" y="1032"/>
                        <a:pt x="23979" y="1045"/>
                        <a:pt x="24028" y="1084"/>
                      </a:cubicBezTo>
                      <a:cubicBezTo>
                        <a:pt x="24083" y="1124"/>
                        <a:pt x="24148" y="1141"/>
                        <a:pt x="24212" y="1141"/>
                      </a:cubicBezTo>
                      <a:cubicBezTo>
                        <a:pt x="24300" y="1141"/>
                        <a:pt x="24384" y="1109"/>
                        <a:pt x="24433" y="1061"/>
                      </a:cubicBezTo>
                      <a:cubicBezTo>
                        <a:pt x="24481" y="1020"/>
                        <a:pt x="24521" y="1007"/>
                        <a:pt x="24557" y="1007"/>
                      </a:cubicBezTo>
                      <a:cubicBezTo>
                        <a:pt x="24620" y="1007"/>
                        <a:pt x="24668" y="1049"/>
                        <a:pt x="24718" y="1049"/>
                      </a:cubicBezTo>
                      <a:cubicBezTo>
                        <a:pt x="24722" y="1049"/>
                        <a:pt x="24726" y="1049"/>
                        <a:pt x="24730" y="1049"/>
                      </a:cubicBezTo>
                      <a:cubicBezTo>
                        <a:pt x="24872" y="1049"/>
                        <a:pt x="25037" y="1170"/>
                        <a:pt x="25182" y="1170"/>
                      </a:cubicBezTo>
                      <a:cubicBezTo>
                        <a:pt x="25268" y="1170"/>
                        <a:pt x="25347" y="1127"/>
                        <a:pt x="25409" y="989"/>
                      </a:cubicBezTo>
                      <a:cubicBezTo>
                        <a:pt x="25437" y="1015"/>
                        <a:pt x="25469" y="1024"/>
                        <a:pt x="25503" y="1024"/>
                      </a:cubicBezTo>
                      <a:cubicBezTo>
                        <a:pt x="25579" y="1024"/>
                        <a:pt x="25665" y="979"/>
                        <a:pt x="25746" y="979"/>
                      </a:cubicBezTo>
                      <a:cubicBezTo>
                        <a:pt x="25810" y="979"/>
                        <a:pt x="25870" y="1007"/>
                        <a:pt x="25921" y="1108"/>
                      </a:cubicBezTo>
                      <a:cubicBezTo>
                        <a:pt x="25937" y="1143"/>
                        <a:pt x="25948" y="1157"/>
                        <a:pt x="25957" y="1157"/>
                      </a:cubicBezTo>
                      <a:cubicBezTo>
                        <a:pt x="25989" y="1157"/>
                        <a:pt x="25993" y="994"/>
                        <a:pt x="26085" y="994"/>
                      </a:cubicBezTo>
                      <a:cubicBezTo>
                        <a:pt x="26103" y="994"/>
                        <a:pt x="26123" y="999"/>
                        <a:pt x="26147" y="1013"/>
                      </a:cubicBezTo>
                      <a:cubicBezTo>
                        <a:pt x="26208" y="1045"/>
                        <a:pt x="26273" y="1056"/>
                        <a:pt x="26340" y="1056"/>
                      </a:cubicBezTo>
                      <a:cubicBezTo>
                        <a:pt x="26505" y="1056"/>
                        <a:pt x="26683" y="987"/>
                        <a:pt x="26838" y="987"/>
                      </a:cubicBezTo>
                      <a:cubicBezTo>
                        <a:pt x="26854" y="987"/>
                        <a:pt x="26870" y="987"/>
                        <a:pt x="26885" y="989"/>
                      </a:cubicBezTo>
                      <a:cubicBezTo>
                        <a:pt x="26924" y="993"/>
                        <a:pt x="26964" y="995"/>
                        <a:pt x="27003" y="995"/>
                      </a:cubicBezTo>
                      <a:cubicBezTo>
                        <a:pt x="27153" y="995"/>
                        <a:pt x="27308" y="971"/>
                        <a:pt x="27461" y="971"/>
                      </a:cubicBezTo>
                      <a:cubicBezTo>
                        <a:pt x="27603" y="971"/>
                        <a:pt x="27742" y="992"/>
                        <a:pt x="27874" y="1072"/>
                      </a:cubicBezTo>
                      <a:cubicBezTo>
                        <a:pt x="27905" y="1094"/>
                        <a:pt x="27934" y="1103"/>
                        <a:pt x="27962" y="1103"/>
                      </a:cubicBezTo>
                      <a:cubicBezTo>
                        <a:pt x="28059" y="1103"/>
                        <a:pt x="28138" y="997"/>
                        <a:pt x="28243" y="997"/>
                      </a:cubicBezTo>
                      <a:cubicBezTo>
                        <a:pt x="28254" y="997"/>
                        <a:pt x="28266" y="998"/>
                        <a:pt x="28278" y="1001"/>
                      </a:cubicBezTo>
                      <a:cubicBezTo>
                        <a:pt x="28446" y="1032"/>
                        <a:pt x="28616" y="1039"/>
                        <a:pt x="28784" y="1039"/>
                      </a:cubicBezTo>
                      <a:cubicBezTo>
                        <a:pt x="28890" y="1039"/>
                        <a:pt x="28996" y="1036"/>
                        <a:pt x="29100" y="1036"/>
                      </a:cubicBezTo>
                      <a:cubicBezTo>
                        <a:pt x="29205" y="1036"/>
                        <a:pt x="29309" y="1039"/>
                        <a:pt x="29409" y="1049"/>
                      </a:cubicBezTo>
                      <a:cubicBezTo>
                        <a:pt x="29455" y="1053"/>
                        <a:pt x="29501" y="1055"/>
                        <a:pt x="29546" y="1055"/>
                      </a:cubicBezTo>
                      <a:cubicBezTo>
                        <a:pt x="29801" y="1055"/>
                        <a:pt x="30053" y="997"/>
                        <a:pt x="30266" y="997"/>
                      </a:cubicBezTo>
                      <a:cubicBezTo>
                        <a:pt x="30325" y="997"/>
                        <a:pt x="30381" y="1002"/>
                        <a:pt x="30433" y="1013"/>
                      </a:cubicBezTo>
                      <a:cubicBezTo>
                        <a:pt x="30518" y="1035"/>
                        <a:pt x="30600" y="1044"/>
                        <a:pt x="30680" y="1044"/>
                      </a:cubicBezTo>
                      <a:cubicBezTo>
                        <a:pt x="30919" y="1044"/>
                        <a:pt x="31139" y="969"/>
                        <a:pt x="31336" y="969"/>
                      </a:cubicBezTo>
                      <a:cubicBezTo>
                        <a:pt x="31390" y="969"/>
                        <a:pt x="31442" y="975"/>
                        <a:pt x="31493" y="989"/>
                      </a:cubicBezTo>
                      <a:cubicBezTo>
                        <a:pt x="31579" y="1015"/>
                        <a:pt x="31666" y="1024"/>
                        <a:pt x="31753" y="1024"/>
                      </a:cubicBezTo>
                      <a:cubicBezTo>
                        <a:pt x="31989" y="1024"/>
                        <a:pt x="32226" y="954"/>
                        <a:pt x="32453" y="954"/>
                      </a:cubicBezTo>
                      <a:cubicBezTo>
                        <a:pt x="32602" y="954"/>
                        <a:pt x="32747" y="984"/>
                        <a:pt x="32886" y="1084"/>
                      </a:cubicBezTo>
                      <a:cubicBezTo>
                        <a:pt x="33091" y="963"/>
                        <a:pt x="33320" y="931"/>
                        <a:pt x="33549" y="931"/>
                      </a:cubicBezTo>
                      <a:close/>
                      <a:moveTo>
                        <a:pt x="56971" y="12372"/>
                      </a:moveTo>
                      <a:cubicBezTo>
                        <a:pt x="57080" y="12372"/>
                        <a:pt x="57201" y="12571"/>
                        <a:pt x="57357" y="12571"/>
                      </a:cubicBezTo>
                      <a:cubicBezTo>
                        <a:pt x="57375" y="12571"/>
                        <a:pt x="57394" y="12568"/>
                        <a:pt x="57413" y="12562"/>
                      </a:cubicBezTo>
                      <a:cubicBezTo>
                        <a:pt x="57414" y="12562"/>
                        <a:pt x="57416" y="12561"/>
                        <a:pt x="57417" y="12561"/>
                      </a:cubicBezTo>
                      <a:cubicBezTo>
                        <a:pt x="57493" y="12561"/>
                        <a:pt x="57721" y="13147"/>
                        <a:pt x="57651" y="13205"/>
                      </a:cubicBezTo>
                      <a:cubicBezTo>
                        <a:pt x="57496" y="13336"/>
                        <a:pt x="57603" y="13467"/>
                        <a:pt x="57639" y="13574"/>
                      </a:cubicBezTo>
                      <a:cubicBezTo>
                        <a:pt x="57699" y="13836"/>
                        <a:pt x="57544" y="14134"/>
                        <a:pt x="57830" y="14348"/>
                      </a:cubicBezTo>
                      <a:cubicBezTo>
                        <a:pt x="57853" y="14360"/>
                        <a:pt x="57853" y="14419"/>
                        <a:pt x="57830" y="14455"/>
                      </a:cubicBezTo>
                      <a:cubicBezTo>
                        <a:pt x="57675" y="14753"/>
                        <a:pt x="57770" y="15062"/>
                        <a:pt x="57794" y="15372"/>
                      </a:cubicBezTo>
                      <a:cubicBezTo>
                        <a:pt x="57830" y="15777"/>
                        <a:pt x="57913" y="16193"/>
                        <a:pt x="57842" y="16610"/>
                      </a:cubicBezTo>
                      <a:cubicBezTo>
                        <a:pt x="57806" y="16848"/>
                        <a:pt x="58020" y="16979"/>
                        <a:pt x="58199" y="17110"/>
                      </a:cubicBezTo>
                      <a:cubicBezTo>
                        <a:pt x="58170" y="17154"/>
                        <a:pt x="58128" y="17166"/>
                        <a:pt x="58087" y="17166"/>
                      </a:cubicBezTo>
                      <a:cubicBezTo>
                        <a:pt x="58032" y="17166"/>
                        <a:pt x="57977" y="17145"/>
                        <a:pt x="57951" y="17145"/>
                      </a:cubicBezTo>
                      <a:cubicBezTo>
                        <a:pt x="57932" y="17145"/>
                        <a:pt x="57928" y="17156"/>
                        <a:pt x="57949" y="17193"/>
                      </a:cubicBezTo>
                      <a:cubicBezTo>
                        <a:pt x="58092" y="17432"/>
                        <a:pt x="57877" y="17694"/>
                        <a:pt x="58032" y="17836"/>
                      </a:cubicBezTo>
                      <a:cubicBezTo>
                        <a:pt x="58520" y="18336"/>
                        <a:pt x="57996" y="18884"/>
                        <a:pt x="58151" y="19408"/>
                      </a:cubicBezTo>
                      <a:cubicBezTo>
                        <a:pt x="58294" y="19920"/>
                        <a:pt x="58282" y="20480"/>
                        <a:pt x="58234" y="21015"/>
                      </a:cubicBezTo>
                      <a:cubicBezTo>
                        <a:pt x="58199" y="21492"/>
                        <a:pt x="58199" y="21980"/>
                        <a:pt x="58318" y="22397"/>
                      </a:cubicBezTo>
                      <a:cubicBezTo>
                        <a:pt x="58484" y="22944"/>
                        <a:pt x="58092" y="23492"/>
                        <a:pt x="58484" y="23992"/>
                      </a:cubicBezTo>
                      <a:cubicBezTo>
                        <a:pt x="58092" y="24290"/>
                        <a:pt x="58318" y="24671"/>
                        <a:pt x="58365" y="25016"/>
                      </a:cubicBezTo>
                      <a:cubicBezTo>
                        <a:pt x="58449" y="25575"/>
                        <a:pt x="58258" y="26159"/>
                        <a:pt x="58544" y="26695"/>
                      </a:cubicBezTo>
                      <a:cubicBezTo>
                        <a:pt x="58234" y="26909"/>
                        <a:pt x="58413" y="27195"/>
                        <a:pt x="58401" y="27457"/>
                      </a:cubicBezTo>
                      <a:cubicBezTo>
                        <a:pt x="58377" y="28207"/>
                        <a:pt x="58342" y="28957"/>
                        <a:pt x="58401" y="29707"/>
                      </a:cubicBezTo>
                      <a:cubicBezTo>
                        <a:pt x="58425" y="30064"/>
                        <a:pt x="58365" y="30421"/>
                        <a:pt x="58401" y="30778"/>
                      </a:cubicBezTo>
                      <a:cubicBezTo>
                        <a:pt x="58437" y="31100"/>
                        <a:pt x="58604" y="31493"/>
                        <a:pt x="58496" y="31743"/>
                      </a:cubicBezTo>
                      <a:cubicBezTo>
                        <a:pt x="58294" y="32172"/>
                        <a:pt x="58461" y="32564"/>
                        <a:pt x="58449" y="32969"/>
                      </a:cubicBezTo>
                      <a:cubicBezTo>
                        <a:pt x="58437" y="33779"/>
                        <a:pt x="58437" y="34588"/>
                        <a:pt x="58437" y="35398"/>
                      </a:cubicBezTo>
                      <a:cubicBezTo>
                        <a:pt x="58437" y="36029"/>
                        <a:pt x="58508" y="36672"/>
                        <a:pt x="58425" y="37279"/>
                      </a:cubicBezTo>
                      <a:cubicBezTo>
                        <a:pt x="58330" y="37886"/>
                        <a:pt x="58389" y="38470"/>
                        <a:pt x="58389" y="39065"/>
                      </a:cubicBezTo>
                      <a:cubicBezTo>
                        <a:pt x="58377" y="39637"/>
                        <a:pt x="58318" y="40196"/>
                        <a:pt x="58342" y="40768"/>
                      </a:cubicBezTo>
                      <a:cubicBezTo>
                        <a:pt x="58354" y="41280"/>
                        <a:pt x="58461" y="41804"/>
                        <a:pt x="58282" y="42304"/>
                      </a:cubicBezTo>
                      <a:cubicBezTo>
                        <a:pt x="57984" y="43161"/>
                        <a:pt x="58318" y="43994"/>
                        <a:pt x="58318" y="44828"/>
                      </a:cubicBezTo>
                      <a:cubicBezTo>
                        <a:pt x="58318" y="45780"/>
                        <a:pt x="58330" y="46733"/>
                        <a:pt x="58199" y="47685"/>
                      </a:cubicBezTo>
                      <a:cubicBezTo>
                        <a:pt x="58103" y="48388"/>
                        <a:pt x="58032" y="49102"/>
                        <a:pt x="57949" y="49793"/>
                      </a:cubicBezTo>
                      <a:cubicBezTo>
                        <a:pt x="57794" y="50900"/>
                        <a:pt x="57544" y="52019"/>
                        <a:pt x="56841" y="52995"/>
                      </a:cubicBezTo>
                      <a:cubicBezTo>
                        <a:pt x="56449" y="53519"/>
                        <a:pt x="55960" y="53972"/>
                        <a:pt x="55425" y="54341"/>
                      </a:cubicBezTo>
                      <a:cubicBezTo>
                        <a:pt x="55175" y="54508"/>
                        <a:pt x="54758" y="54579"/>
                        <a:pt x="54413" y="54674"/>
                      </a:cubicBezTo>
                      <a:cubicBezTo>
                        <a:pt x="53710" y="54889"/>
                        <a:pt x="52984" y="54793"/>
                        <a:pt x="52258" y="54841"/>
                      </a:cubicBezTo>
                      <a:cubicBezTo>
                        <a:pt x="51234" y="54924"/>
                        <a:pt x="50186" y="54877"/>
                        <a:pt x="49150" y="54984"/>
                      </a:cubicBezTo>
                      <a:cubicBezTo>
                        <a:pt x="48638" y="55043"/>
                        <a:pt x="48126" y="55151"/>
                        <a:pt x="47614" y="55198"/>
                      </a:cubicBezTo>
                      <a:cubicBezTo>
                        <a:pt x="46781" y="55270"/>
                        <a:pt x="35529" y="55270"/>
                        <a:pt x="34696" y="55341"/>
                      </a:cubicBezTo>
                      <a:cubicBezTo>
                        <a:pt x="34422" y="55359"/>
                        <a:pt x="34126" y="55385"/>
                        <a:pt x="33853" y="55385"/>
                      </a:cubicBezTo>
                      <a:cubicBezTo>
                        <a:pt x="33770" y="55385"/>
                        <a:pt x="33690" y="55382"/>
                        <a:pt x="33612" y="55377"/>
                      </a:cubicBezTo>
                      <a:cubicBezTo>
                        <a:pt x="33569" y="55375"/>
                        <a:pt x="33526" y="55374"/>
                        <a:pt x="33482" y="55374"/>
                      </a:cubicBezTo>
                      <a:cubicBezTo>
                        <a:pt x="33173" y="55374"/>
                        <a:pt x="32868" y="55424"/>
                        <a:pt x="32569" y="55424"/>
                      </a:cubicBezTo>
                      <a:cubicBezTo>
                        <a:pt x="32464" y="55424"/>
                        <a:pt x="32359" y="55417"/>
                        <a:pt x="32255" y="55401"/>
                      </a:cubicBezTo>
                      <a:cubicBezTo>
                        <a:pt x="32121" y="55381"/>
                        <a:pt x="31987" y="55373"/>
                        <a:pt x="31854" y="55373"/>
                      </a:cubicBezTo>
                      <a:cubicBezTo>
                        <a:pt x="31502" y="55373"/>
                        <a:pt x="31155" y="55429"/>
                        <a:pt x="30826" y="55472"/>
                      </a:cubicBezTo>
                      <a:cubicBezTo>
                        <a:pt x="29993" y="55591"/>
                        <a:pt x="29171" y="55579"/>
                        <a:pt x="28338" y="55674"/>
                      </a:cubicBezTo>
                      <a:cubicBezTo>
                        <a:pt x="28047" y="55705"/>
                        <a:pt x="27755" y="55715"/>
                        <a:pt x="27462" y="55715"/>
                      </a:cubicBezTo>
                      <a:cubicBezTo>
                        <a:pt x="26993" y="55715"/>
                        <a:pt x="26523" y="55691"/>
                        <a:pt x="26052" y="55691"/>
                      </a:cubicBezTo>
                      <a:cubicBezTo>
                        <a:pt x="25913" y="55691"/>
                        <a:pt x="25774" y="55693"/>
                        <a:pt x="25635" y="55698"/>
                      </a:cubicBezTo>
                      <a:cubicBezTo>
                        <a:pt x="25582" y="55701"/>
                        <a:pt x="25528" y="55702"/>
                        <a:pt x="25474" y="55702"/>
                      </a:cubicBezTo>
                      <a:cubicBezTo>
                        <a:pt x="25033" y="55702"/>
                        <a:pt x="24569" y="55623"/>
                        <a:pt x="24123" y="55591"/>
                      </a:cubicBezTo>
                      <a:cubicBezTo>
                        <a:pt x="23492" y="55543"/>
                        <a:pt x="12443" y="55424"/>
                        <a:pt x="11788" y="55424"/>
                      </a:cubicBezTo>
                      <a:cubicBezTo>
                        <a:pt x="11407" y="55412"/>
                        <a:pt x="11002" y="55305"/>
                        <a:pt x="10598" y="55258"/>
                      </a:cubicBezTo>
                      <a:cubicBezTo>
                        <a:pt x="9431" y="55091"/>
                        <a:pt x="8252" y="55055"/>
                        <a:pt x="7073" y="55043"/>
                      </a:cubicBezTo>
                      <a:cubicBezTo>
                        <a:pt x="6347" y="55031"/>
                        <a:pt x="5680" y="54889"/>
                        <a:pt x="5109" y="54496"/>
                      </a:cubicBezTo>
                      <a:cubicBezTo>
                        <a:pt x="4752" y="54246"/>
                        <a:pt x="4323" y="54091"/>
                        <a:pt x="3942" y="53900"/>
                      </a:cubicBezTo>
                      <a:cubicBezTo>
                        <a:pt x="3561" y="53698"/>
                        <a:pt x="3394" y="53388"/>
                        <a:pt x="3144" y="53138"/>
                      </a:cubicBezTo>
                      <a:cubicBezTo>
                        <a:pt x="3001" y="52995"/>
                        <a:pt x="3085" y="52686"/>
                        <a:pt x="2763" y="52626"/>
                      </a:cubicBezTo>
                      <a:cubicBezTo>
                        <a:pt x="2954" y="52257"/>
                        <a:pt x="2501" y="51960"/>
                        <a:pt x="2608" y="51638"/>
                      </a:cubicBezTo>
                      <a:cubicBezTo>
                        <a:pt x="2680" y="51436"/>
                        <a:pt x="2489" y="51424"/>
                        <a:pt x="2477" y="51364"/>
                      </a:cubicBezTo>
                      <a:cubicBezTo>
                        <a:pt x="2466" y="50924"/>
                        <a:pt x="2335" y="50531"/>
                        <a:pt x="2156" y="50114"/>
                      </a:cubicBezTo>
                      <a:cubicBezTo>
                        <a:pt x="2037" y="49840"/>
                        <a:pt x="2049" y="49424"/>
                        <a:pt x="2025" y="49078"/>
                      </a:cubicBezTo>
                      <a:cubicBezTo>
                        <a:pt x="2001" y="48840"/>
                        <a:pt x="2001" y="48602"/>
                        <a:pt x="1739" y="48447"/>
                      </a:cubicBezTo>
                      <a:cubicBezTo>
                        <a:pt x="1715" y="48424"/>
                        <a:pt x="1692" y="48304"/>
                        <a:pt x="1715" y="48304"/>
                      </a:cubicBezTo>
                      <a:cubicBezTo>
                        <a:pt x="2013" y="48126"/>
                        <a:pt x="1585" y="47792"/>
                        <a:pt x="1894" y="47638"/>
                      </a:cubicBezTo>
                      <a:cubicBezTo>
                        <a:pt x="1608" y="47197"/>
                        <a:pt x="1846" y="46685"/>
                        <a:pt x="1608" y="46221"/>
                      </a:cubicBezTo>
                      <a:cubicBezTo>
                        <a:pt x="1454" y="45935"/>
                        <a:pt x="1739" y="45578"/>
                        <a:pt x="1596" y="45233"/>
                      </a:cubicBezTo>
                      <a:cubicBezTo>
                        <a:pt x="1525" y="45042"/>
                        <a:pt x="1549" y="44828"/>
                        <a:pt x="1525" y="44625"/>
                      </a:cubicBezTo>
                      <a:cubicBezTo>
                        <a:pt x="1525" y="44590"/>
                        <a:pt x="1525" y="44542"/>
                        <a:pt x="1537" y="44506"/>
                      </a:cubicBezTo>
                      <a:cubicBezTo>
                        <a:pt x="1751" y="43935"/>
                        <a:pt x="1489" y="43351"/>
                        <a:pt x="1596" y="42780"/>
                      </a:cubicBezTo>
                      <a:cubicBezTo>
                        <a:pt x="1739" y="41982"/>
                        <a:pt x="1418" y="41208"/>
                        <a:pt x="1620" y="40399"/>
                      </a:cubicBezTo>
                      <a:cubicBezTo>
                        <a:pt x="1704" y="40089"/>
                        <a:pt x="1692" y="39684"/>
                        <a:pt x="1489" y="39351"/>
                      </a:cubicBezTo>
                      <a:cubicBezTo>
                        <a:pt x="1442" y="39268"/>
                        <a:pt x="1513" y="39244"/>
                        <a:pt x="1573" y="39196"/>
                      </a:cubicBezTo>
                      <a:cubicBezTo>
                        <a:pt x="1632" y="39149"/>
                        <a:pt x="1715" y="39065"/>
                        <a:pt x="1644" y="38994"/>
                      </a:cubicBezTo>
                      <a:cubicBezTo>
                        <a:pt x="1239" y="38518"/>
                        <a:pt x="1751" y="38017"/>
                        <a:pt x="1596" y="37529"/>
                      </a:cubicBezTo>
                      <a:cubicBezTo>
                        <a:pt x="1525" y="37291"/>
                        <a:pt x="1608" y="37017"/>
                        <a:pt x="1465" y="36791"/>
                      </a:cubicBezTo>
                      <a:cubicBezTo>
                        <a:pt x="1454" y="36767"/>
                        <a:pt x="1430" y="36720"/>
                        <a:pt x="1430" y="36720"/>
                      </a:cubicBezTo>
                      <a:cubicBezTo>
                        <a:pt x="1823" y="36303"/>
                        <a:pt x="1382" y="35815"/>
                        <a:pt x="1596" y="35362"/>
                      </a:cubicBezTo>
                      <a:cubicBezTo>
                        <a:pt x="1656" y="35231"/>
                        <a:pt x="1632" y="34910"/>
                        <a:pt x="1525" y="34672"/>
                      </a:cubicBezTo>
                      <a:cubicBezTo>
                        <a:pt x="1465" y="34541"/>
                        <a:pt x="1489" y="34327"/>
                        <a:pt x="1513" y="34196"/>
                      </a:cubicBezTo>
                      <a:cubicBezTo>
                        <a:pt x="1620" y="33803"/>
                        <a:pt x="1489" y="33434"/>
                        <a:pt x="1406" y="33064"/>
                      </a:cubicBezTo>
                      <a:cubicBezTo>
                        <a:pt x="1394" y="32981"/>
                        <a:pt x="1394" y="32910"/>
                        <a:pt x="1501" y="32874"/>
                      </a:cubicBezTo>
                      <a:cubicBezTo>
                        <a:pt x="1549" y="32862"/>
                        <a:pt x="1608" y="32767"/>
                        <a:pt x="1608" y="32767"/>
                      </a:cubicBezTo>
                      <a:cubicBezTo>
                        <a:pt x="1168" y="32350"/>
                        <a:pt x="1751" y="31838"/>
                        <a:pt x="1454" y="31410"/>
                      </a:cubicBezTo>
                      <a:cubicBezTo>
                        <a:pt x="1358" y="31267"/>
                        <a:pt x="1370" y="31040"/>
                        <a:pt x="1406" y="30874"/>
                      </a:cubicBezTo>
                      <a:cubicBezTo>
                        <a:pt x="1489" y="30481"/>
                        <a:pt x="1489" y="30136"/>
                        <a:pt x="1358" y="29731"/>
                      </a:cubicBezTo>
                      <a:cubicBezTo>
                        <a:pt x="1275" y="29457"/>
                        <a:pt x="1465" y="29100"/>
                        <a:pt x="1204" y="28802"/>
                      </a:cubicBezTo>
                      <a:cubicBezTo>
                        <a:pt x="1073" y="28659"/>
                        <a:pt x="1358" y="28564"/>
                        <a:pt x="1346" y="28338"/>
                      </a:cubicBezTo>
                      <a:cubicBezTo>
                        <a:pt x="1323" y="27897"/>
                        <a:pt x="1144" y="27421"/>
                        <a:pt x="1358" y="26968"/>
                      </a:cubicBezTo>
                      <a:cubicBezTo>
                        <a:pt x="953" y="26826"/>
                        <a:pt x="1573" y="26397"/>
                        <a:pt x="1132" y="26254"/>
                      </a:cubicBezTo>
                      <a:cubicBezTo>
                        <a:pt x="1120" y="26254"/>
                        <a:pt x="1227" y="26040"/>
                        <a:pt x="1227" y="25933"/>
                      </a:cubicBezTo>
                      <a:cubicBezTo>
                        <a:pt x="1215" y="25647"/>
                        <a:pt x="1227" y="25361"/>
                        <a:pt x="1132" y="25099"/>
                      </a:cubicBezTo>
                      <a:cubicBezTo>
                        <a:pt x="942" y="24587"/>
                        <a:pt x="1227" y="24111"/>
                        <a:pt x="1168" y="23611"/>
                      </a:cubicBezTo>
                      <a:cubicBezTo>
                        <a:pt x="1144" y="23397"/>
                        <a:pt x="1025" y="23194"/>
                        <a:pt x="1263" y="23004"/>
                      </a:cubicBezTo>
                      <a:cubicBezTo>
                        <a:pt x="977" y="22825"/>
                        <a:pt x="1204" y="22575"/>
                        <a:pt x="1156" y="22361"/>
                      </a:cubicBezTo>
                      <a:cubicBezTo>
                        <a:pt x="1108" y="22194"/>
                        <a:pt x="989" y="22016"/>
                        <a:pt x="1227" y="21861"/>
                      </a:cubicBezTo>
                      <a:cubicBezTo>
                        <a:pt x="1251" y="21837"/>
                        <a:pt x="1180" y="21539"/>
                        <a:pt x="1168" y="21373"/>
                      </a:cubicBezTo>
                      <a:cubicBezTo>
                        <a:pt x="1108" y="20884"/>
                        <a:pt x="1537" y="20384"/>
                        <a:pt x="1168" y="19884"/>
                      </a:cubicBezTo>
                      <a:cubicBezTo>
                        <a:pt x="1144" y="19860"/>
                        <a:pt x="1132" y="19610"/>
                        <a:pt x="1108" y="19468"/>
                      </a:cubicBezTo>
                      <a:cubicBezTo>
                        <a:pt x="1096" y="19384"/>
                        <a:pt x="1061" y="19301"/>
                        <a:pt x="1215" y="19301"/>
                      </a:cubicBezTo>
                      <a:cubicBezTo>
                        <a:pt x="1221" y="19302"/>
                        <a:pt x="1226" y="19302"/>
                        <a:pt x="1232" y="19302"/>
                      </a:cubicBezTo>
                      <a:cubicBezTo>
                        <a:pt x="1308" y="19302"/>
                        <a:pt x="1369" y="19226"/>
                        <a:pt x="1346" y="19182"/>
                      </a:cubicBezTo>
                      <a:cubicBezTo>
                        <a:pt x="1168" y="18741"/>
                        <a:pt x="1287" y="18313"/>
                        <a:pt x="1394" y="17884"/>
                      </a:cubicBezTo>
                      <a:cubicBezTo>
                        <a:pt x="1418" y="17801"/>
                        <a:pt x="1323" y="17682"/>
                        <a:pt x="1334" y="17670"/>
                      </a:cubicBezTo>
                      <a:cubicBezTo>
                        <a:pt x="1444" y="17582"/>
                        <a:pt x="1016" y="17331"/>
                        <a:pt x="1354" y="17331"/>
                      </a:cubicBezTo>
                      <a:cubicBezTo>
                        <a:pt x="1382" y="17331"/>
                        <a:pt x="1415" y="17333"/>
                        <a:pt x="1454" y="17336"/>
                      </a:cubicBezTo>
                      <a:cubicBezTo>
                        <a:pt x="1454" y="17229"/>
                        <a:pt x="1477" y="17122"/>
                        <a:pt x="1465" y="17015"/>
                      </a:cubicBezTo>
                      <a:cubicBezTo>
                        <a:pt x="1406" y="16372"/>
                        <a:pt x="1334" y="15741"/>
                        <a:pt x="1513" y="15098"/>
                      </a:cubicBezTo>
                      <a:cubicBezTo>
                        <a:pt x="1608" y="14765"/>
                        <a:pt x="1406" y="14372"/>
                        <a:pt x="1477" y="14038"/>
                      </a:cubicBezTo>
                      <a:cubicBezTo>
                        <a:pt x="1525" y="13824"/>
                        <a:pt x="1418" y="13669"/>
                        <a:pt x="1418" y="13503"/>
                      </a:cubicBezTo>
                      <a:cubicBezTo>
                        <a:pt x="1428" y="13294"/>
                        <a:pt x="1593" y="13186"/>
                        <a:pt x="1762" y="13186"/>
                      </a:cubicBezTo>
                      <a:cubicBezTo>
                        <a:pt x="1786" y="13186"/>
                        <a:pt x="1811" y="13189"/>
                        <a:pt x="1835" y="13193"/>
                      </a:cubicBezTo>
                      <a:cubicBezTo>
                        <a:pt x="1903" y="13204"/>
                        <a:pt x="1968" y="13209"/>
                        <a:pt x="2032" y="13209"/>
                      </a:cubicBezTo>
                      <a:cubicBezTo>
                        <a:pt x="2247" y="13209"/>
                        <a:pt x="2442" y="13156"/>
                        <a:pt x="2644" y="13110"/>
                      </a:cubicBezTo>
                      <a:cubicBezTo>
                        <a:pt x="2685" y="13102"/>
                        <a:pt x="2725" y="13099"/>
                        <a:pt x="2765" y="13099"/>
                      </a:cubicBezTo>
                      <a:cubicBezTo>
                        <a:pt x="2956" y="13099"/>
                        <a:pt x="3135" y="13172"/>
                        <a:pt x="3338" y="13172"/>
                      </a:cubicBezTo>
                      <a:cubicBezTo>
                        <a:pt x="3360" y="13172"/>
                        <a:pt x="3383" y="13171"/>
                        <a:pt x="3406" y="13169"/>
                      </a:cubicBezTo>
                      <a:cubicBezTo>
                        <a:pt x="3567" y="13150"/>
                        <a:pt x="3728" y="13142"/>
                        <a:pt x="3888" y="13142"/>
                      </a:cubicBezTo>
                      <a:cubicBezTo>
                        <a:pt x="4323" y="13142"/>
                        <a:pt x="4758" y="13200"/>
                        <a:pt x="5192" y="13253"/>
                      </a:cubicBezTo>
                      <a:cubicBezTo>
                        <a:pt x="5600" y="13304"/>
                        <a:pt x="6009" y="13327"/>
                        <a:pt x="6419" y="13327"/>
                      </a:cubicBezTo>
                      <a:cubicBezTo>
                        <a:pt x="6774" y="13327"/>
                        <a:pt x="7131" y="13309"/>
                        <a:pt x="7490" y="13276"/>
                      </a:cubicBezTo>
                      <a:cubicBezTo>
                        <a:pt x="7788" y="13241"/>
                        <a:pt x="8085" y="13324"/>
                        <a:pt x="8347" y="13122"/>
                      </a:cubicBezTo>
                      <a:cubicBezTo>
                        <a:pt x="8454" y="13229"/>
                        <a:pt x="8573" y="13260"/>
                        <a:pt x="8694" y="13260"/>
                      </a:cubicBezTo>
                      <a:cubicBezTo>
                        <a:pt x="8871" y="13260"/>
                        <a:pt x="9054" y="13194"/>
                        <a:pt x="9222" y="13194"/>
                      </a:cubicBezTo>
                      <a:cubicBezTo>
                        <a:pt x="9273" y="13194"/>
                        <a:pt x="9323" y="13200"/>
                        <a:pt x="9371" y="13217"/>
                      </a:cubicBezTo>
                      <a:cubicBezTo>
                        <a:pt x="9546" y="13283"/>
                        <a:pt x="9718" y="13300"/>
                        <a:pt x="9889" y="13300"/>
                      </a:cubicBezTo>
                      <a:cubicBezTo>
                        <a:pt x="10083" y="13300"/>
                        <a:pt x="10275" y="13278"/>
                        <a:pt x="10466" y="13278"/>
                      </a:cubicBezTo>
                      <a:cubicBezTo>
                        <a:pt x="10534" y="13278"/>
                        <a:pt x="10601" y="13281"/>
                        <a:pt x="10669" y="13288"/>
                      </a:cubicBezTo>
                      <a:cubicBezTo>
                        <a:pt x="10854" y="13313"/>
                        <a:pt x="11041" y="13317"/>
                        <a:pt x="11227" y="13317"/>
                      </a:cubicBezTo>
                      <a:cubicBezTo>
                        <a:pt x="11335" y="13317"/>
                        <a:pt x="11442" y="13316"/>
                        <a:pt x="11548" y="13316"/>
                      </a:cubicBezTo>
                      <a:cubicBezTo>
                        <a:pt x="11710" y="13316"/>
                        <a:pt x="11869" y="13319"/>
                        <a:pt x="12026" y="13336"/>
                      </a:cubicBezTo>
                      <a:cubicBezTo>
                        <a:pt x="12099" y="13346"/>
                        <a:pt x="12598" y="13349"/>
                        <a:pt x="13350" y="13349"/>
                      </a:cubicBezTo>
                      <a:cubicBezTo>
                        <a:pt x="16090" y="13349"/>
                        <a:pt x="22195" y="13299"/>
                        <a:pt x="23311" y="13299"/>
                      </a:cubicBezTo>
                      <a:cubicBezTo>
                        <a:pt x="23402" y="13299"/>
                        <a:pt x="23459" y="13299"/>
                        <a:pt x="23480" y="13300"/>
                      </a:cubicBezTo>
                      <a:cubicBezTo>
                        <a:pt x="24468" y="13300"/>
                        <a:pt x="25457" y="13217"/>
                        <a:pt x="26445" y="13157"/>
                      </a:cubicBezTo>
                      <a:cubicBezTo>
                        <a:pt x="26933" y="13122"/>
                        <a:pt x="27433" y="13062"/>
                        <a:pt x="27921" y="13026"/>
                      </a:cubicBezTo>
                      <a:cubicBezTo>
                        <a:pt x="27935" y="13025"/>
                        <a:pt x="27949" y="13025"/>
                        <a:pt x="27962" y="13025"/>
                      </a:cubicBezTo>
                      <a:cubicBezTo>
                        <a:pt x="28112" y="13025"/>
                        <a:pt x="28256" y="13075"/>
                        <a:pt x="28422" y="13075"/>
                      </a:cubicBezTo>
                      <a:cubicBezTo>
                        <a:pt x="28438" y="13075"/>
                        <a:pt x="28453" y="13075"/>
                        <a:pt x="28469" y="13074"/>
                      </a:cubicBezTo>
                      <a:cubicBezTo>
                        <a:pt x="28826" y="13050"/>
                        <a:pt x="29195" y="12979"/>
                        <a:pt x="29552" y="12979"/>
                      </a:cubicBezTo>
                      <a:cubicBezTo>
                        <a:pt x="29790" y="12979"/>
                        <a:pt x="30005" y="13062"/>
                        <a:pt x="30279" y="13062"/>
                      </a:cubicBezTo>
                      <a:cubicBezTo>
                        <a:pt x="30339" y="13059"/>
                        <a:pt x="30399" y="13058"/>
                        <a:pt x="30460" y="13058"/>
                      </a:cubicBezTo>
                      <a:cubicBezTo>
                        <a:pt x="30699" y="13058"/>
                        <a:pt x="30943" y="13076"/>
                        <a:pt x="31185" y="13076"/>
                      </a:cubicBezTo>
                      <a:cubicBezTo>
                        <a:pt x="31393" y="13076"/>
                        <a:pt x="31600" y="13063"/>
                        <a:pt x="31803" y="13014"/>
                      </a:cubicBezTo>
                      <a:cubicBezTo>
                        <a:pt x="31828" y="13009"/>
                        <a:pt x="31852" y="13007"/>
                        <a:pt x="31875" y="13007"/>
                      </a:cubicBezTo>
                      <a:cubicBezTo>
                        <a:pt x="32003" y="13007"/>
                        <a:pt x="32098" y="13079"/>
                        <a:pt x="32219" y="13110"/>
                      </a:cubicBezTo>
                      <a:cubicBezTo>
                        <a:pt x="32240" y="13113"/>
                        <a:pt x="32255" y="13117"/>
                        <a:pt x="32266" y="13117"/>
                      </a:cubicBezTo>
                      <a:cubicBezTo>
                        <a:pt x="32294" y="13117"/>
                        <a:pt x="32301" y="13096"/>
                        <a:pt x="32326" y="13002"/>
                      </a:cubicBezTo>
                      <a:cubicBezTo>
                        <a:pt x="32340" y="12953"/>
                        <a:pt x="32371" y="12937"/>
                        <a:pt x="32401" y="12937"/>
                      </a:cubicBezTo>
                      <a:cubicBezTo>
                        <a:pt x="32422" y="12937"/>
                        <a:pt x="32443" y="12945"/>
                        <a:pt x="32457" y="12955"/>
                      </a:cubicBezTo>
                      <a:cubicBezTo>
                        <a:pt x="32592" y="13022"/>
                        <a:pt x="32728" y="13042"/>
                        <a:pt x="32864" y="13042"/>
                      </a:cubicBezTo>
                      <a:cubicBezTo>
                        <a:pt x="33057" y="13042"/>
                        <a:pt x="33250" y="13002"/>
                        <a:pt x="33437" y="13002"/>
                      </a:cubicBezTo>
                      <a:cubicBezTo>
                        <a:pt x="33492" y="13002"/>
                        <a:pt x="33547" y="13006"/>
                        <a:pt x="33600" y="13014"/>
                      </a:cubicBezTo>
                      <a:cubicBezTo>
                        <a:pt x="33714" y="13026"/>
                        <a:pt x="33821" y="13029"/>
                        <a:pt x="33925" y="13029"/>
                      </a:cubicBezTo>
                      <a:cubicBezTo>
                        <a:pt x="34029" y="13029"/>
                        <a:pt x="34130" y="13026"/>
                        <a:pt x="34231" y="13026"/>
                      </a:cubicBezTo>
                      <a:cubicBezTo>
                        <a:pt x="34248" y="13027"/>
                        <a:pt x="34264" y="13027"/>
                        <a:pt x="34280" y="13027"/>
                      </a:cubicBezTo>
                      <a:cubicBezTo>
                        <a:pt x="34531" y="13027"/>
                        <a:pt x="34793" y="12962"/>
                        <a:pt x="35008" y="12962"/>
                      </a:cubicBezTo>
                      <a:cubicBezTo>
                        <a:pt x="35067" y="12962"/>
                        <a:pt x="35122" y="12967"/>
                        <a:pt x="35172" y="12979"/>
                      </a:cubicBezTo>
                      <a:cubicBezTo>
                        <a:pt x="35278" y="13003"/>
                        <a:pt x="35898" y="13011"/>
                        <a:pt x="36803" y="13011"/>
                      </a:cubicBezTo>
                      <a:cubicBezTo>
                        <a:pt x="39058" y="13011"/>
                        <a:pt x="43079" y="12958"/>
                        <a:pt x="45323" y="12958"/>
                      </a:cubicBezTo>
                      <a:cubicBezTo>
                        <a:pt x="46223" y="12958"/>
                        <a:pt x="46837" y="12967"/>
                        <a:pt x="46935" y="12991"/>
                      </a:cubicBezTo>
                      <a:cubicBezTo>
                        <a:pt x="46999" y="13004"/>
                        <a:pt x="47053" y="13013"/>
                        <a:pt x="47105" y="13013"/>
                      </a:cubicBezTo>
                      <a:cubicBezTo>
                        <a:pt x="47190" y="13013"/>
                        <a:pt x="47268" y="12990"/>
                        <a:pt x="47364" y="12931"/>
                      </a:cubicBezTo>
                      <a:cubicBezTo>
                        <a:pt x="47416" y="12903"/>
                        <a:pt x="47468" y="12892"/>
                        <a:pt x="47520" y="12892"/>
                      </a:cubicBezTo>
                      <a:cubicBezTo>
                        <a:pt x="47702" y="12892"/>
                        <a:pt x="47888" y="13026"/>
                        <a:pt x="48089" y="13026"/>
                      </a:cubicBezTo>
                      <a:cubicBezTo>
                        <a:pt x="48120" y="13026"/>
                        <a:pt x="48153" y="13022"/>
                        <a:pt x="48186" y="13014"/>
                      </a:cubicBezTo>
                      <a:cubicBezTo>
                        <a:pt x="48257" y="12994"/>
                        <a:pt x="48329" y="12987"/>
                        <a:pt x="48402" y="12987"/>
                      </a:cubicBezTo>
                      <a:cubicBezTo>
                        <a:pt x="48581" y="12987"/>
                        <a:pt x="48763" y="13031"/>
                        <a:pt x="48946" y="13031"/>
                      </a:cubicBezTo>
                      <a:cubicBezTo>
                        <a:pt x="49034" y="13031"/>
                        <a:pt x="49122" y="13021"/>
                        <a:pt x="49210" y="12991"/>
                      </a:cubicBezTo>
                      <a:cubicBezTo>
                        <a:pt x="49343" y="12942"/>
                        <a:pt x="49478" y="12928"/>
                        <a:pt x="49615" y="12928"/>
                      </a:cubicBezTo>
                      <a:cubicBezTo>
                        <a:pt x="49833" y="12928"/>
                        <a:pt x="50055" y="12965"/>
                        <a:pt x="50278" y="12965"/>
                      </a:cubicBezTo>
                      <a:cubicBezTo>
                        <a:pt x="50366" y="12965"/>
                        <a:pt x="50455" y="12959"/>
                        <a:pt x="50543" y="12943"/>
                      </a:cubicBezTo>
                      <a:cubicBezTo>
                        <a:pt x="50785" y="12900"/>
                        <a:pt x="51032" y="12894"/>
                        <a:pt x="51281" y="12894"/>
                      </a:cubicBezTo>
                      <a:cubicBezTo>
                        <a:pt x="51380" y="12894"/>
                        <a:pt x="51479" y="12895"/>
                        <a:pt x="51579" y="12895"/>
                      </a:cubicBezTo>
                      <a:cubicBezTo>
                        <a:pt x="51927" y="12895"/>
                        <a:pt x="52275" y="12883"/>
                        <a:pt x="52615" y="12776"/>
                      </a:cubicBezTo>
                      <a:cubicBezTo>
                        <a:pt x="52650" y="12776"/>
                        <a:pt x="52686" y="12752"/>
                        <a:pt x="52698" y="12752"/>
                      </a:cubicBezTo>
                      <a:cubicBezTo>
                        <a:pt x="52845" y="12831"/>
                        <a:pt x="52992" y="12859"/>
                        <a:pt x="53137" y="12859"/>
                      </a:cubicBezTo>
                      <a:cubicBezTo>
                        <a:pt x="53368" y="12859"/>
                        <a:pt x="53593" y="12787"/>
                        <a:pt x="53805" y="12729"/>
                      </a:cubicBezTo>
                      <a:cubicBezTo>
                        <a:pt x="53933" y="12689"/>
                        <a:pt x="54064" y="12679"/>
                        <a:pt x="54194" y="12679"/>
                      </a:cubicBezTo>
                      <a:cubicBezTo>
                        <a:pt x="54323" y="12679"/>
                        <a:pt x="54452" y="12688"/>
                        <a:pt x="54577" y="12688"/>
                      </a:cubicBezTo>
                      <a:cubicBezTo>
                        <a:pt x="54738" y="12688"/>
                        <a:pt x="54892" y="12672"/>
                        <a:pt x="55032" y="12598"/>
                      </a:cubicBezTo>
                      <a:cubicBezTo>
                        <a:pt x="55179" y="12524"/>
                        <a:pt x="55333" y="12509"/>
                        <a:pt x="55487" y="12509"/>
                      </a:cubicBezTo>
                      <a:cubicBezTo>
                        <a:pt x="55597" y="12509"/>
                        <a:pt x="55706" y="12516"/>
                        <a:pt x="55814" y="12516"/>
                      </a:cubicBezTo>
                      <a:cubicBezTo>
                        <a:pt x="55972" y="12516"/>
                        <a:pt x="56126" y="12500"/>
                        <a:pt x="56270" y="12419"/>
                      </a:cubicBezTo>
                      <a:cubicBezTo>
                        <a:pt x="56293" y="12408"/>
                        <a:pt x="56325" y="12402"/>
                        <a:pt x="56362" y="12402"/>
                      </a:cubicBezTo>
                      <a:cubicBezTo>
                        <a:pt x="56440" y="12402"/>
                        <a:pt x="56535" y="12426"/>
                        <a:pt x="56591" y="12467"/>
                      </a:cubicBezTo>
                      <a:cubicBezTo>
                        <a:pt x="56664" y="12509"/>
                        <a:pt x="56706" y="12546"/>
                        <a:pt x="56747" y="12546"/>
                      </a:cubicBezTo>
                      <a:cubicBezTo>
                        <a:pt x="56787" y="12546"/>
                        <a:pt x="56825" y="12512"/>
                        <a:pt x="56889" y="12419"/>
                      </a:cubicBezTo>
                      <a:cubicBezTo>
                        <a:pt x="56916" y="12385"/>
                        <a:pt x="56943" y="12372"/>
                        <a:pt x="56971" y="12372"/>
                      </a:cubicBezTo>
                      <a:close/>
                      <a:moveTo>
                        <a:pt x="34494" y="0"/>
                      </a:moveTo>
                      <a:cubicBezTo>
                        <a:pt x="34258" y="0"/>
                        <a:pt x="34023" y="4"/>
                        <a:pt x="33791" y="13"/>
                      </a:cubicBezTo>
                      <a:cubicBezTo>
                        <a:pt x="33423" y="32"/>
                        <a:pt x="33032" y="163"/>
                        <a:pt x="32678" y="163"/>
                      </a:cubicBezTo>
                      <a:cubicBezTo>
                        <a:pt x="32586" y="163"/>
                        <a:pt x="32496" y="154"/>
                        <a:pt x="32410" y="132"/>
                      </a:cubicBezTo>
                      <a:cubicBezTo>
                        <a:pt x="32243" y="88"/>
                        <a:pt x="32080" y="75"/>
                        <a:pt x="31919" y="75"/>
                      </a:cubicBezTo>
                      <a:cubicBezTo>
                        <a:pt x="31672" y="75"/>
                        <a:pt x="31428" y="106"/>
                        <a:pt x="31181" y="106"/>
                      </a:cubicBezTo>
                      <a:cubicBezTo>
                        <a:pt x="31107" y="106"/>
                        <a:pt x="31032" y="103"/>
                        <a:pt x="30957" y="96"/>
                      </a:cubicBezTo>
                      <a:cubicBezTo>
                        <a:pt x="30822" y="81"/>
                        <a:pt x="30686" y="75"/>
                        <a:pt x="30549" y="75"/>
                      </a:cubicBezTo>
                      <a:cubicBezTo>
                        <a:pt x="30046" y="75"/>
                        <a:pt x="29534" y="156"/>
                        <a:pt x="29028" y="156"/>
                      </a:cubicBezTo>
                      <a:cubicBezTo>
                        <a:pt x="29005" y="156"/>
                        <a:pt x="28981" y="156"/>
                        <a:pt x="28958" y="156"/>
                      </a:cubicBezTo>
                      <a:cubicBezTo>
                        <a:pt x="28482" y="156"/>
                        <a:pt x="28005" y="63"/>
                        <a:pt x="27522" y="63"/>
                      </a:cubicBezTo>
                      <a:cubicBezTo>
                        <a:pt x="27437" y="63"/>
                        <a:pt x="27352" y="65"/>
                        <a:pt x="27266" y="72"/>
                      </a:cubicBezTo>
                      <a:cubicBezTo>
                        <a:pt x="27097" y="88"/>
                        <a:pt x="26928" y="113"/>
                        <a:pt x="26753" y="113"/>
                      </a:cubicBezTo>
                      <a:cubicBezTo>
                        <a:pt x="26656" y="113"/>
                        <a:pt x="26558" y="105"/>
                        <a:pt x="26457" y="84"/>
                      </a:cubicBezTo>
                      <a:cubicBezTo>
                        <a:pt x="26241" y="40"/>
                        <a:pt x="25975" y="4"/>
                        <a:pt x="25744" y="4"/>
                      </a:cubicBezTo>
                      <a:cubicBezTo>
                        <a:pt x="25605" y="4"/>
                        <a:pt x="25479" y="17"/>
                        <a:pt x="25385" y="49"/>
                      </a:cubicBezTo>
                      <a:cubicBezTo>
                        <a:pt x="25185" y="110"/>
                        <a:pt x="24992" y="129"/>
                        <a:pt x="24802" y="129"/>
                      </a:cubicBezTo>
                      <a:cubicBezTo>
                        <a:pt x="24479" y="129"/>
                        <a:pt x="24166" y="73"/>
                        <a:pt x="23849" y="73"/>
                      </a:cubicBezTo>
                      <a:cubicBezTo>
                        <a:pt x="23774" y="73"/>
                        <a:pt x="23699" y="77"/>
                        <a:pt x="23623" y="84"/>
                      </a:cubicBezTo>
                      <a:cubicBezTo>
                        <a:pt x="23552" y="91"/>
                        <a:pt x="23092" y="94"/>
                        <a:pt x="22393" y="94"/>
                      </a:cubicBezTo>
                      <a:cubicBezTo>
                        <a:pt x="20636" y="94"/>
                        <a:pt x="17373" y="78"/>
                        <a:pt x="14986" y="78"/>
                      </a:cubicBezTo>
                      <a:cubicBezTo>
                        <a:pt x="13393" y="78"/>
                        <a:pt x="12190" y="85"/>
                        <a:pt x="12086" y="108"/>
                      </a:cubicBezTo>
                      <a:cubicBezTo>
                        <a:pt x="11865" y="156"/>
                        <a:pt x="11646" y="170"/>
                        <a:pt x="11427" y="170"/>
                      </a:cubicBezTo>
                      <a:cubicBezTo>
                        <a:pt x="11133" y="170"/>
                        <a:pt x="10840" y="145"/>
                        <a:pt x="10550" y="145"/>
                      </a:cubicBezTo>
                      <a:cubicBezTo>
                        <a:pt x="10358" y="145"/>
                        <a:pt x="10168" y="155"/>
                        <a:pt x="9978" y="191"/>
                      </a:cubicBezTo>
                      <a:cubicBezTo>
                        <a:pt x="9824" y="221"/>
                        <a:pt x="9672" y="221"/>
                        <a:pt x="9520" y="221"/>
                      </a:cubicBezTo>
                      <a:cubicBezTo>
                        <a:pt x="9368" y="221"/>
                        <a:pt x="9216" y="221"/>
                        <a:pt x="9062" y="251"/>
                      </a:cubicBezTo>
                      <a:cubicBezTo>
                        <a:pt x="8573" y="334"/>
                        <a:pt x="8121" y="501"/>
                        <a:pt x="7633" y="537"/>
                      </a:cubicBezTo>
                      <a:cubicBezTo>
                        <a:pt x="6811" y="608"/>
                        <a:pt x="5966" y="572"/>
                        <a:pt x="5228" y="1025"/>
                      </a:cubicBezTo>
                      <a:cubicBezTo>
                        <a:pt x="5190" y="1047"/>
                        <a:pt x="5143" y="1056"/>
                        <a:pt x="5095" y="1056"/>
                      </a:cubicBezTo>
                      <a:cubicBezTo>
                        <a:pt x="5067" y="1056"/>
                        <a:pt x="5040" y="1053"/>
                        <a:pt x="5014" y="1049"/>
                      </a:cubicBezTo>
                      <a:cubicBezTo>
                        <a:pt x="4962" y="1042"/>
                        <a:pt x="4912" y="1039"/>
                        <a:pt x="4862" y="1039"/>
                      </a:cubicBezTo>
                      <a:cubicBezTo>
                        <a:pt x="4375" y="1039"/>
                        <a:pt x="3983" y="1336"/>
                        <a:pt x="3561" y="1465"/>
                      </a:cubicBezTo>
                      <a:cubicBezTo>
                        <a:pt x="3085" y="1620"/>
                        <a:pt x="2644" y="1977"/>
                        <a:pt x="2323" y="2346"/>
                      </a:cubicBezTo>
                      <a:cubicBezTo>
                        <a:pt x="1858" y="2882"/>
                        <a:pt x="1549" y="3513"/>
                        <a:pt x="1263" y="4156"/>
                      </a:cubicBezTo>
                      <a:cubicBezTo>
                        <a:pt x="858" y="5132"/>
                        <a:pt x="751" y="6133"/>
                        <a:pt x="715" y="7145"/>
                      </a:cubicBezTo>
                      <a:cubicBezTo>
                        <a:pt x="703" y="7371"/>
                        <a:pt x="703" y="7597"/>
                        <a:pt x="668" y="7811"/>
                      </a:cubicBezTo>
                      <a:cubicBezTo>
                        <a:pt x="608" y="8300"/>
                        <a:pt x="572" y="8788"/>
                        <a:pt x="632" y="9288"/>
                      </a:cubicBezTo>
                      <a:cubicBezTo>
                        <a:pt x="668" y="9645"/>
                        <a:pt x="751" y="10038"/>
                        <a:pt x="644" y="10371"/>
                      </a:cubicBezTo>
                      <a:cubicBezTo>
                        <a:pt x="370" y="11193"/>
                        <a:pt x="489" y="12026"/>
                        <a:pt x="477" y="12848"/>
                      </a:cubicBezTo>
                      <a:cubicBezTo>
                        <a:pt x="465" y="13276"/>
                        <a:pt x="501" y="13753"/>
                        <a:pt x="453" y="14157"/>
                      </a:cubicBezTo>
                      <a:cubicBezTo>
                        <a:pt x="358" y="14812"/>
                        <a:pt x="394" y="15467"/>
                        <a:pt x="322" y="16110"/>
                      </a:cubicBezTo>
                      <a:cubicBezTo>
                        <a:pt x="287" y="16479"/>
                        <a:pt x="96" y="16860"/>
                        <a:pt x="191" y="17193"/>
                      </a:cubicBezTo>
                      <a:cubicBezTo>
                        <a:pt x="263" y="17503"/>
                        <a:pt x="275" y="17801"/>
                        <a:pt x="215" y="18063"/>
                      </a:cubicBezTo>
                      <a:cubicBezTo>
                        <a:pt x="72" y="18646"/>
                        <a:pt x="132" y="19241"/>
                        <a:pt x="144" y="19801"/>
                      </a:cubicBezTo>
                      <a:cubicBezTo>
                        <a:pt x="156" y="20587"/>
                        <a:pt x="96" y="21373"/>
                        <a:pt x="84" y="22158"/>
                      </a:cubicBezTo>
                      <a:cubicBezTo>
                        <a:pt x="84" y="22920"/>
                        <a:pt x="1" y="23706"/>
                        <a:pt x="1" y="24456"/>
                      </a:cubicBezTo>
                      <a:cubicBezTo>
                        <a:pt x="1" y="25325"/>
                        <a:pt x="13" y="26206"/>
                        <a:pt x="108" y="27076"/>
                      </a:cubicBezTo>
                      <a:cubicBezTo>
                        <a:pt x="227" y="28135"/>
                        <a:pt x="191" y="29183"/>
                        <a:pt x="287" y="30243"/>
                      </a:cubicBezTo>
                      <a:cubicBezTo>
                        <a:pt x="334" y="30719"/>
                        <a:pt x="239" y="31195"/>
                        <a:pt x="311" y="31695"/>
                      </a:cubicBezTo>
                      <a:cubicBezTo>
                        <a:pt x="358" y="31993"/>
                        <a:pt x="453" y="32338"/>
                        <a:pt x="382" y="32648"/>
                      </a:cubicBezTo>
                      <a:cubicBezTo>
                        <a:pt x="239" y="33243"/>
                        <a:pt x="430" y="33815"/>
                        <a:pt x="394" y="34398"/>
                      </a:cubicBezTo>
                      <a:cubicBezTo>
                        <a:pt x="358" y="35017"/>
                        <a:pt x="513" y="35636"/>
                        <a:pt x="477" y="36243"/>
                      </a:cubicBezTo>
                      <a:cubicBezTo>
                        <a:pt x="453" y="36684"/>
                        <a:pt x="442" y="37125"/>
                        <a:pt x="430" y="37541"/>
                      </a:cubicBezTo>
                      <a:cubicBezTo>
                        <a:pt x="418" y="38017"/>
                        <a:pt x="525" y="38518"/>
                        <a:pt x="513" y="39006"/>
                      </a:cubicBezTo>
                      <a:cubicBezTo>
                        <a:pt x="489" y="39720"/>
                        <a:pt x="430" y="40434"/>
                        <a:pt x="537" y="41149"/>
                      </a:cubicBezTo>
                      <a:cubicBezTo>
                        <a:pt x="549" y="41244"/>
                        <a:pt x="525" y="41339"/>
                        <a:pt x="525" y="41435"/>
                      </a:cubicBezTo>
                      <a:cubicBezTo>
                        <a:pt x="489" y="41887"/>
                        <a:pt x="525" y="42351"/>
                        <a:pt x="513" y="42804"/>
                      </a:cubicBezTo>
                      <a:cubicBezTo>
                        <a:pt x="501" y="43316"/>
                        <a:pt x="608" y="43828"/>
                        <a:pt x="549" y="44340"/>
                      </a:cubicBezTo>
                      <a:cubicBezTo>
                        <a:pt x="525" y="44518"/>
                        <a:pt x="346" y="44637"/>
                        <a:pt x="430" y="44864"/>
                      </a:cubicBezTo>
                      <a:cubicBezTo>
                        <a:pt x="549" y="45209"/>
                        <a:pt x="572" y="45590"/>
                        <a:pt x="608" y="45971"/>
                      </a:cubicBezTo>
                      <a:cubicBezTo>
                        <a:pt x="656" y="46423"/>
                        <a:pt x="561" y="46888"/>
                        <a:pt x="608" y="47316"/>
                      </a:cubicBezTo>
                      <a:cubicBezTo>
                        <a:pt x="680" y="47876"/>
                        <a:pt x="787" y="48459"/>
                        <a:pt x="811" y="48995"/>
                      </a:cubicBezTo>
                      <a:cubicBezTo>
                        <a:pt x="846" y="49578"/>
                        <a:pt x="1144" y="50055"/>
                        <a:pt x="1168" y="50626"/>
                      </a:cubicBezTo>
                      <a:cubicBezTo>
                        <a:pt x="1192" y="51079"/>
                        <a:pt x="1370" y="51543"/>
                        <a:pt x="1513" y="51995"/>
                      </a:cubicBezTo>
                      <a:cubicBezTo>
                        <a:pt x="1692" y="52543"/>
                        <a:pt x="1835" y="53115"/>
                        <a:pt x="2168" y="53615"/>
                      </a:cubicBezTo>
                      <a:cubicBezTo>
                        <a:pt x="2335" y="53888"/>
                        <a:pt x="2608" y="54079"/>
                        <a:pt x="2870" y="54305"/>
                      </a:cubicBezTo>
                      <a:cubicBezTo>
                        <a:pt x="3132" y="54531"/>
                        <a:pt x="3454" y="54734"/>
                        <a:pt x="3740" y="54829"/>
                      </a:cubicBezTo>
                      <a:cubicBezTo>
                        <a:pt x="4347" y="55031"/>
                        <a:pt x="4894" y="55353"/>
                        <a:pt x="5418" y="55639"/>
                      </a:cubicBezTo>
                      <a:cubicBezTo>
                        <a:pt x="5797" y="55842"/>
                        <a:pt x="6175" y="55872"/>
                        <a:pt x="6551" y="55872"/>
                      </a:cubicBezTo>
                      <a:cubicBezTo>
                        <a:pt x="6709" y="55872"/>
                        <a:pt x="6866" y="55867"/>
                        <a:pt x="7022" y="55867"/>
                      </a:cubicBezTo>
                      <a:cubicBezTo>
                        <a:pt x="7127" y="55867"/>
                        <a:pt x="7231" y="55869"/>
                        <a:pt x="7335" y="55877"/>
                      </a:cubicBezTo>
                      <a:cubicBezTo>
                        <a:pt x="7561" y="55897"/>
                        <a:pt x="7802" y="55957"/>
                        <a:pt x="8038" y="55957"/>
                      </a:cubicBezTo>
                      <a:cubicBezTo>
                        <a:pt x="8214" y="55957"/>
                        <a:pt x="8387" y="55924"/>
                        <a:pt x="8550" y="55817"/>
                      </a:cubicBezTo>
                      <a:cubicBezTo>
                        <a:pt x="9228" y="56127"/>
                        <a:pt x="9978" y="56020"/>
                        <a:pt x="10681" y="56103"/>
                      </a:cubicBezTo>
                      <a:cubicBezTo>
                        <a:pt x="11455" y="56210"/>
                        <a:pt x="22670" y="56294"/>
                        <a:pt x="23444" y="56377"/>
                      </a:cubicBezTo>
                      <a:cubicBezTo>
                        <a:pt x="24147" y="56448"/>
                        <a:pt x="24849" y="56460"/>
                        <a:pt x="25540" y="56567"/>
                      </a:cubicBezTo>
                      <a:cubicBezTo>
                        <a:pt x="25635" y="56579"/>
                        <a:pt x="25733" y="56584"/>
                        <a:pt x="25832" y="56584"/>
                      </a:cubicBezTo>
                      <a:cubicBezTo>
                        <a:pt x="26229" y="56584"/>
                        <a:pt x="26650" y="56508"/>
                        <a:pt x="27040" y="56508"/>
                      </a:cubicBezTo>
                      <a:cubicBezTo>
                        <a:pt x="27071" y="56507"/>
                        <a:pt x="27102" y="56507"/>
                        <a:pt x="27133" y="56507"/>
                      </a:cubicBezTo>
                      <a:cubicBezTo>
                        <a:pt x="27546" y="56507"/>
                        <a:pt x="27956" y="56548"/>
                        <a:pt x="28364" y="56548"/>
                      </a:cubicBezTo>
                      <a:cubicBezTo>
                        <a:pt x="28666" y="56548"/>
                        <a:pt x="28966" y="56526"/>
                        <a:pt x="29267" y="56448"/>
                      </a:cubicBezTo>
                      <a:cubicBezTo>
                        <a:pt x="29409" y="56410"/>
                        <a:pt x="29552" y="56399"/>
                        <a:pt x="29695" y="56399"/>
                      </a:cubicBezTo>
                      <a:cubicBezTo>
                        <a:pt x="29909" y="56399"/>
                        <a:pt x="30124" y="56424"/>
                        <a:pt x="30338" y="56424"/>
                      </a:cubicBezTo>
                      <a:cubicBezTo>
                        <a:pt x="30636" y="56424"/>
                        <a:pt x="30934" y="56261"/>
                        <a:pt x="31201" y="56261"/>
                      </a:cubicBezTo>
                      <a:cubicBezTo>
                        <a:pt x="31265" y="56261"/>
                        <a:pt x="31326" y="56271"/>
                        <a:pt x="31386" y="56294"/>
                      </a:cubicBezTo>
                      <a:cubicBezTo>
                        <a:pt x="31427" y="56311"/>
                        <a:pt x="31468" y="56318"/>
                        <a:pt x="31508" y="56318"/>
                      </a:cubicBezTo>
                      <a:cubicBezTo>
                        <a:pt x="31679" y="56318"/>
                        <a:pt x="31839" y="56189"/>
                        <a:pt x="31987" y="56189"/>
                      </a:cubicBezTo>
                      <a:cubicBezTo>
                        <a:pt x="32063" y="56189"/>
                        <a:pt x="32137" y="56224"/>
                        <a:pt x="32207" y="56329"/>
                      </a:cubicBezTo>
                      <a:cubicBezTo>
                        <a:pt x="32312" y="56202"/>
                        <a:pt x="32428" y="56163"/>
                        <a:pt x="32550" y="56163"/>
                      </a:cubicBezTo>
                      <a:cubicBezTo>
                        <a:pt x="32740" y="56163"/>
                        <a:pt x="32942" y="56258"/>
                        <a:pt x="33128" y="56258"/>
                      </a:cubicBezTo>
                      <a:cubicBezTo>
                        <a:pt x="33135" y="56258"/>
                        <a:pt x="33141" y="56258"/>
                        <a:pt x="33148" y="56258"/>
                      </a:cubicBezTo>
                      <a:cubicBezTo>
                        <a:pt x="33910" y="56198"/>
                        <a:pt x="34696" y="56246"/>
                        <a:pt x="35470" y="56174"/>
                      </a:cubicBezTo>
                      <a:cubicBezTo>
                        <a:pt x="35589" y="56163"/>
                        <a:pt x="35708" y="56163"/>
                        <a:pt x="35839" y="56151"/>
                      </a:cubicBezTo>
                      <a:cubicBezTo>
                        <a:pt x="36303" y="56127"/>
                        <a:pt x="47185" y="56127"/>
                        <a:pt x="47650" y="56079"/>
                      </a:cubicBezTo>
                      <a:cubicBezTo>
                        <a:pt x="48221" y="56020"/>
                        <a:pt x="48793" y="55960"/>
                        <a:pt x="49352" y="55865"/>
                      </a:cubicBezTo>
                      <a:cubicBezTo>
                        <a:pt x="49571" y="55828"/>
                        <a:pt x="49789" y="55818"/>
                        <a:pt x="50006" y="55818"/>
                      </a:cubicBezTo>
                      <a:cubicBezTo>
                        <a:pt x="50284" y="55818"/>
                        <a:pt x="50562" y="55835"/>
                        <a:pt x="50841" y="55835"/>
                      </a:cubicBezTo>
                      <a:cubicBezTo>
                        <a:pt x="50983" y="55835"/>
                        <a:pt x="51126" y="55831"/>
                        <a:pt x="51269" y="55817"/>
                      </a:cubicBezTo>
                      <a:cubicBezTo>
                        <a:pt x="51567" y="55782"/>
                        <a:pt x="51877" y="55710"/>
                        <a:pt x="52186" y="55698"/>
                      </a:cubicBezTo>
                      <a:cubicBezTo>
                        <a:pt x="52195" y="55698"/>
                        <a:pt x="52204" y="55698"/>
                        <a:pt x="52213" y="55698"/>
                      </a:cubicBezTo>
                      <a:cubicBezTo>
                        <a:pt x="52385" y="55698"/>
                        <a:pt x="52551" y="55777"/>
                        <a:pt x="52715" y="55777"/>
                      </a:cubicBezTo>
                      <a:cubicBezTo>
                        <a:pt x="52769" y="55777"/>
                        <a:pt x="52823" y="55768"/>
                        <a:pt x="52877" y="55746"/>
                      </a:cubicBezTo>
                      <a:cubicBezTo>
                        <a:pt x="53162" y="55615"/>
                        <a:pt x="53496" y="55651"/>
                        <a:pt x="53782" y="55639"/>
                      </a:cubicBezTo>
                      <a:cubicBezTo>
                        <a:pt x="54698" y="55591"/>
                        <a:pt x="55484" y="55281"/>
                        <a:pt x="56246" y="54865"/>
                      </a:cubicBezTo>
                      <a:cubicBezTo>
                        <a:pt x="56734" y="54591"/>
                        <a:pt x="57115" y="54198"/>
                        <a:pt x="57449" y="53805"/>
                      </a:cubicBezTo>
                      <a:cubicBezTo>
                        <a:pt x="57663" y="53531"/>
                        <a:pt x="57984" y="53329"/>
                        <a:pt x="58092" y="53019"/>
                      </a:cubicBezTo>
                      <a:cubicBezTo>
                        <a:pt x="58199" y="52698"/>
                        <a:pt x="58401" y="52424"/>
                        <a:pt x="58508" y="52103"/>
                      </a:cubicBezTo>
                      <a:cubicBezTo>
                        <a:pt x="58675" y="51638"/>
                        <a:pt x="58770" y="51162"/>
                        <a:pt x="58782" y="50662"/>
                      </a:cubicBezTo>
                      <a:cubicBezTo>
                        <a:pt x="58794" y="50489"/>
                        <a:pt x="58639" y="50173"/>
                        <a:pt x="59036" y="50173"/>
                      </a:cubicBezTo>
                      <a:cubicBezTo>
                        <a:pt x="59050" y="50173"/>
                        <a:pt x="59064" y="50173"/>
                        <a:pt x="59080" y="50174"/>
                      </a:cubicBezTo>
                      <a:cubicBezTo>
                        <a:pt x="59139" y="50031"/>
                        <a:pt x="58723" y="49971"/>
                        <a:pt x="58973" y="49864"/>
                      </a:cubicBezTo>
                      <a:cubicBezTo>
                        <a:pt x="59211" y="49769"/>
                        <a:pt x="59116" y="49578"/>
                        <a:pt x="59080" y="49555"/>
                      </a:cubicBezTo>
                      <a:cubicBezTo>
                        <a:pt x="58889" y="49400"/>
                        <a:pt x="58973" y="49305"/>
                        <a:pt x="59127" y="49209"/>
                      </a:cubicBezTo>
                      <a:cubicBezTo>
                        <a:pt x="59246" y="49138"/>
                        <a:pt x="59139" y="49031"/>
                        <a:pt x="59175" y="48971"/>
                      </a:cubicBezTo>
                      <a:cubicBezTo>
                        <a:pt x="59246" y="48805"/>
                        <a:pt x="59044" y="48614"/>
                        <a:pt x="59163" y="48507"/>
                      </a:cubicBezTo>
                      <a:cubicBezTo>
                        <a:pt x="59473" y="48233"/>
                        <a:pt x="59318" y="47876"/>
                        <a:pt x="59330" y="47602"/>
                      </a:cubicBezTo>
                      <a:cubicBezTo>
                        <a:pt x="59366" y="47102"/>
                        <a:pt x="59354" y="46590"/>
                        <a:pt x="59306" y="46090"/>
                      </a:cubicBezTo>
                      <a:cubicBezTo>
                        <a:pt x="59282" y="45876"/>
                        <a:pt x="59342" y="45697"/>
                        <a:pt x="59520" y="45554"/>
                      </a:cubicBezTo>
                      <a:cubicBezTo>
                        <a:pt x="59151" y="45399"/>
                        <a:pt x="59663" y="45030"/>
                        <a:pt x="59318" y="44875"/>
                      </a:cubicBezTo>
                      <a:cubicBezTo>
                        <a:pt x="59389" y="44280"/>
                        <a:pt x="59223" y="43685"/>
                        <a:pt x="59354" y="43078"/>
                      </a:cubicBezTo>
                      <a:cubicBezTo>
                        <a:pt x="59437" y="42709"/>
                        <a:pt x="59318" y="42304"/>
                        <a:pt x="59377" y="41923"/>
                      </a:cubicBezTo>
                      <a:cubicBezTo>
                        <a:pt x="59437" y="41518"/>
                        <a:pt x="59294" y="41101"/>
                        <a:pt x="59389" y="40732"/>
                      </a:cubicBezTo>
                      <a:cubicBezTo>
                        <a:pt x="59473" y="40458"/>
                        <a:pt x="59354" y="40161"/>
                        <a:pt x="59544" y="39875"/>
                      </a:cubicBezTo>
                      <a:cubicBezTo>
                        <a:pt x="59580" y="39827"/>
                        <a:pt x="59711" y="39577"/>
                        <a:pt x="59627" y="39434"/>
                      </a:cubicBezTo>
                      <a:cubicBezTo>
                        <a:pt x="59294" y="38899"/>
                        <a:pt x="59782" y="38339"/>
                        <a:pt x="59556" y="37815"/>
                      </a:cubicBezTo>
                      <a:cubicBezTo>
                        <a:pt x="59437" y="37553"/>
                        <a:pt x="59580" y="37303"/>
                        <a:pt x="59651" y="37136"/>
                      </a:cubicBezTo>
                      <a:cubicBezTo>
                        <a:pt x="59782" y="36803"/>
                        <a:pt x="59294" y="36541"/>
                        <a:pt x="59651" y="36184"/>
                      </a:cubicBezTo>
                      <a:cubicBezTo>
                        <a:pt x="59758" y="36077"/>
                        <a:pt x="59699" y="35624"/>
                        <a:pt x="59675" y="35327"/>
                      </a:cubicBezTo>
                      <a:cubicBezTo>
                        <a:pt x="59663" y="34958"/>
                        <a:pt x="59818" y="34541"/>
                        <a:pt x="59663" y="34231"/>
                      </a:cubicBezTo>
                      <a:cubicBezTo>
                        <a:pt x="59508" y="33898"/>
                        <a:pt x="59627" y="33588"/>
                        <a:pt x="59651" y="33326"/>
                      </a:cubicBezTo>
                      <a:cubicBezTo>
                        <a:pt x="59711" y="32886"/>
                        <a:pt x="59556" y="32457"/>
                        <a:pt x="59627" y="32017"/>
                      </a:cubicBezTo>
                      <a:cubicBezTo>
                        <a:pt x="59687" y="31624"/>
                        <a:pt x="59532" y="31195"/>
                        <a:pt x="59604" y="30802"/>
                      </a:cubicBezTo>
                      <a:cubicBezTo>
                        <a:pt x="59627" y="30588"/>
                        <a:pt x="59449" y="30457"/>
                        <a:pt x="59497" y="30314"/>
                      </a:cubicBezTo>
                      <a:cubicBezTo>
                        <a:pt x="59651" y="29909"/>
                        <a:pt x="59747" y="29493"/>
                        <a:pt x="59627" y="29100"/>
                      </a:cubicBezTo>
                      <a:cubicBezTo>
                        <a:pt x="59556" y="28850"/>
                        <a:pt x="59532" y="28588"/>
                        <a:pt x="59568" y="28397"/>
                      </a:cubicBezTo>
                      <a:cubicBezTo>
                        <a:pt x="59651" y="27707"/>
                        <a:pt x="59592" y="27040"/>
                        <a:pt x="59532" y="26349"/>
                      </a:cubicBezTo>
                      <a:cubicBezTo>
                        <a:pt x="59497" y="25968"/>
                        <a:pt x="59508" y="25516"/>
                        <a:pt x="59568" y="25135"/>
                      </a:cubicBezTo>
                      <a:cubicBezTo>
                        <a:pt x="59663" y="24516"/>
                        <a:pt x="59508" y="23920"/>
                        <a:pt x="59544" y="23313"/>
                      </a:cubicBezTo>
                      <a:cubicBezTo>
                        <a:pt x="59580" y="22789"/>
                        <a:pt x="59425" y="22182"/>
                        <a:pt x="59473" y="21658"/>
                      </a:cubicBezTo>
                      <a:cubicBezTo>
                        <a:pt x="59532" y="20861"/>
                        <a:pt x="59294" y="20099"/>
                        <a:pt x="59401" y="19301"/>
                      </a:cubicBezTo>
                      <a:cubicBezTo>
                        <a:pt x="59485" y="18682"/>
                        <a:pt x="59270" y="18027"/>
                        <a:pt x="59282" y="17372"/>
                      </a:cubicBezTo>
                      <a:cubicBezTo>
                        <a:pt x="59282" y="16801"/>
                        <a:pt x="59068" y="16241"/>
                        <a:pt x="59008" y="15658"/>
                      </a:cubicBezTo>
                      <a:cubicBezTo>
                        <a:pt x="58996" y="15491"/>
                        <a:pt x="59151" y="15408"/>
                        <a:pt x="59080" y="15241"/>
                      </a:cubicBezTo>
                      <a:cubicBezTo>
                        <a:pt x="58794" y="14491"/>
                        <a:pt x="58889" y="13705"/>
                        <a:pt x="58854" y="12943"/>
                      </a:cubicBezTo>
                      <a:cubicBezTo>
                        <a:pt x="58830" y="12288"/>
                        <a:pt x="58639" y="11657"/>
                        <a:pt x="58711" y="10990"/>
                      </a:cubicBezTo>
                      <a:cubicBezTo>
                        <a:pt x="58735" y="10645"/>
                        <a:pt x="58639" y="10252"/>
                        <a:pt x="58615" y="9883"/>
                      </a:cubicBezTo>
                      <a:cubicBezTo>
                        <a:pt x="58568" y="9276"/>
                        <a:pt x="58568" y="8645"/>
                        <a:pt x="58473" y="8050"/>
                      </a:cubicBezTo>
                      <a:cubicBezTo>
                        <a:pt x="58389" y="7621"/>
                        <a:pt x="58246" y="7192"/>
                        <a:pt x="58199" y="6752"/>
                      </a:cubicBezTo>
                      <a:cubicBezTo>
                        <a:pt x="58056" y="5585"/>
                        <a:pt x="57877" y="4442"/>
                        <a:pt x="57222" y="3370"/>
                      </a:cubicBezTo>
                      <a:cubicBezTo>
                        <a:pt x="56853" y="2763"/>
                        <a:pt x="56437" y="2251"/>
                        <a:pt x="55817" y="1834"/>
                      </a:cubicBezTo>
                      <a:cubicBezTo>
                        <a:pt x="55151" y="1370"/>
                        <a:pt x="54389" y="1061"/>
                        <a:pt x="53591" y="941"/>
                      </a:cubicBezTo>
                      <a:cubicBezTo>
                        <a:pt x="53304" y="895"/>
                        <a:pt x="53072" y="738"/>
                        <a:pt x="52809" y="738"/>
                      </a:cubicBezTo>
                      <a:cubicBezTo>
                        <a:pt x="52800" y="738"/>
                        <a:pt x="52791" y="739"/>
                        <a:pt x="52781" y="739"/>
                      </a:cubicBezTo>
                      <a:cubicBezTo>
                        <a:pt x="52718" y="744"/>
                        <a:pt x="52656" y="746"/>
                        <a:pt x="52594" y="746"/>
                      </a:cubicBezTo>
                      <a:cubicBezTo>
                        <a:pt x="51870" y="746"/>
                        <a:pt x="51207" y="451"/>
                        <a:pt x="50483" y="418"/>
                      </a:cubicBezTo>
                      <a:cubicBezTo>
                        <a:pt x="50472" y="417"/>
                        <a:pt x="50460" y="417"/>
                        <a:pt x="50448" y="417"/>
                      </a:cubicBezTo>
                      <a:cubicBezTo>
                        <a:pt x="50341" y="417"/>
                        <a:pt x="50223" y="442"/>
                        <a:pt x="50109" y="442"/>
                      </a:cubicBezTo>
                      <a:cubicBezTo>
                        <a:pt x="50026" y="442"/>
                        <a:pt x="49947" y="429"/>
                        <a:pt x="49876" y="382"/>
                      </a:cubicBezTo>
                      <a:cubicBezTo>
                        <a:pt x="49424" y="96"/>
                        <a:pt x="48888" y="168"/>
                        <a:pt x="48400" y="120"/>
                      </a:cubicBezTo>
                      <a:cubicBezTo>
                        <a:pt x="47674" y="60"/>
                        <a:pt x="36517" y="72"/>
                        <a:pt x="35779" y="37"/>
                      </a:cubicBezTo>
                      <a:cubicBezTo>
                        <a:pt x="35356" y="14"/>
                        <a:pt x="34924" y="0"/>
                        <a:pt x="34494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182875" spcFirstLastPara="1" rIns="182875" wrap="square" tIns="2743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" sz="1200">
                      <a:solidFill>
                        <a:schemeClr val="dk1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Jupiter is a gas giant and the biggest planet</a:t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630" name="Google Shape;630;p29"/>
                <p:cNvSpPr/>
                <p:nvPr/>
              </p:nvSpPr>
              <p:spPr>
                <a:xfrm>
                  <a:off x="4760969" y="2790780"/>
                  <a:ext cx="1436330" cy="295683"/>
                </a:xfrm>
                <a:custGeom>
                  <a:rect b="b" l="l" r="r" t="t"/>
                  <a:pathLst>
                    <a:path extrusionOk="0" h="11522" w="55970">
                      <a:moveTo>
                        <a:pt x="32072" y="1"/>
                      </a:moveTo>
                      <a:cubicBezTo>
                        <a:pt x="31843" y="1"/>
                        <a:pt x="31614" y="33"/>
                        <a:pt x="31409" y="154"/>
                      </a:cubicBezTo>
                      <a:cubicBezTo>
                        <a:pt x="31270" y="54"/>
                        <a:pt x="31125" y="24"/>
                        <a:pt x="30976" y="24"/>
                      </a:cubicBezTo>
                      <a:cubicBezTo>
                        <a:pt x="30749" y="24"/>
                        <a:pt x="30512" y="94"/>
                        <a:pt x="30276" y="94"/>
                      </a:cubicBezTo>
                      <a:cubicBezTo>
                        <a:pt x="30189" y="94"/>
                        <a:pt x="30102" y="85"/>
                        <a:pt x="30016" y="59"/>
                      </a:cubicBezTo>
                      <a:cubicBezTo>
                        <a:pt x="29965" y="45"/>
                        <a:pt x="29913" y="39"/>
                        <a:pt x="29859" y="39"/>
                      </a:cubicBezTo>
                      <a:cubicBezTo>
                        <a:pt x="29662" y="39"/>
                        <a:pt x="29442" y="114"/>
                        <a:pt x="29203" y="114"/>
                      </a:cubicBezTo>
                      <a:cubicBezTo>
                        <a:pt x="29123" y="114"/>
                        <a:pt x="29041" y="105"/>
                        <a:pt x="28956" y="83"/>
                      </a:cubicBezTo>
                      <a:cubicBezTo>
                        <a:pt x="28904" y="72"/>
                        <a:pt x="28848" y="67"/>
                        <a:pt x="28789" y="67"/>
                      </a:cubicBezTo>
                      <a:cubicBezTo>
                        <a:pt x="28576" y="67"/>
                        <a:pt x="28324" y="125"/>
                        <a:pt x="28069" y="125"/>
                      </a:cubicBezTo>
                      <a:cubicBezTo>
                        <a:pt x="28024" y="125"/>
                        <a:pt x="27978" y="123"/>
                        <a:pt x="27932" y="119"/>
                      </a:cubicBezTo>
                      <a:cubicBezTo>
                        <a:pt x="27832" y="109"/>
                        <a:pt x="27728" y="106"/>
                        <a:pt x="27623" y="106"/>
                      </a:cubicBezTo>
                      <a:cubicBezTo>
                        <a:pt x="27519" y="106"/>
                        <a:pt x="27413" y="109"/>
                        <a:pt x="27307" y="109"/>
                      </a:cubicBezTo>
                      <a:cubicBezTo>
                        <a:pt x="27139" y="109"/>
                        <a:pt x="26969" y="102"/>
                        <a:pt x="26801" y="71"/>
                      </a:cubicBezTo>
                      <a:cubicBezTo>
                        <a:pt x="26789" y="68"/>
                        <a:pt x="26777" y="67"/>
                        <a:pt x="26766" y="67"/>
                      </a:cubicBezTo>
                      <a:cubicBezTo>
                        <a:pt x="26661" y="67"/>
                        <a:pt x="26582" y="173"/>
                        <a:pt x="26485" y="173"/>
                      </a:cubicBezTo>
                      <a:cubicBezTo>
                        <a:pt x="26457" y="173"/>
                        <a:pt x="26428" y="164"/>
                        <a:pt x="26397" y="142"/>
                      </a:cubicBezTo>
                      <a:cubicBezTo>
                        <a:pt x="26265" y="62"/>
                        <a:pt x="26126" y="41"/>
                        <a:pt x="25984" y="41"/>
                      </a:cubicBezTo>
                      <a:cubicBezTo>
                        <a:pt x="25831" y="41"/>
                        <a:pt x="25676" y="65"/>
                        <a:pt x="25526" y="65"/>
                      </a:cubicBezTo>
                      <a:cubicBezTo>
                        <a:pt x="25487" y="65"/>
                        <a:pt x="25447" y="63"/>
                        <a:pt x="25408" y="59"/>
                      </a:cubicBezTo>
                      <a:cubicBezTo>
                        <a:pt x="25393" y="57"/>
                        <a:pt x="25377" y="57"/>
                        <a:pt x="25361" y="57"/>
                      </a:cubicBezTo>
                      <a:cubicBezTo>
                        <a:pt x="25206" y="57"/>
                        <a:pt x="25028" y="126"/>
                        <a:pt x="24863" y="126"/>
                      </a:cubicBezTo>
                      <a:cubicBezTo>
                        <a:pt x="24796" y="126"/>
                        <a:pt x="24731" y="115"/>
                        <a:pt x="24670" y="83"/>
                      </a:cubicBezTo>
                      <a:cubicBezTo>
                        <a:pt x="24646" y="69"/>
                        <a:pt x="24626" y="64"/>
                        <a:pt x="24608" y="64"/>
                      </a:cubicBezTo>
                      <a:cubicBezTo>
                        <a:pt x="24516" y="64"/>
                        <a:pt x="24512" y="227"/>
                        <a:pt x="24480" y="227"/>
                      </a:cubicBezTo>
                      <a:cubicBezTo>
                        <a:pt x="24471" y="227"/>
                        <a:pt x="24460" y="213"/>
                        <a:pt x="24444" y="178"/>
                      </a:cubicBezTo>
                      <a:cubicBezTo>
                        <a:pt x="24393" y="77"/>
                        <a:pt x="24333" y="49"/>
                        <a:pt x="24269" y="49"/>
                      </a:cubicBezTo>
                      <a:cubicBezTo>
                        <a:pt x="24188" y="49"/>
                        <a:pt x="24102" y="94"/>
                        <a:pt x="24026" y="94"/>
                      </a:cubicBezTo>
                      <a:cubicBezTo>
                        <a:pt x="23992" y="94"/>
                        <a:pt x="23960" y="85"/>
                        <a:pt x="23932" y="59"/>
                      </a:cubicBezTo>
                      <a:cubicBezTo>
                        <a:pt x="23870" y="197"/>
                        <a:pt x="23791" y="240"/>
                        <a:pt x="23705" y="240"/>
                      </a:cubicBezTo>
                      <a:cubicBezTo>
                        <a:pt x="23560" y="240"/>
                        <a:pt x="23395" y="119"/>
                        <a:pt x="23253" y="119"/>
                      </a:cubicBezTo>
                      <a:cubicBezTo>
                        <a:pt x="23249" y="119"/>
                        <a:pt x="23245" y="119"/>
                        <a:pt x="23241" y="119"/>
                      </a:cubicBezTo>
                      <a:cubicBezTo>
                        <a:pt x="23191" y="119"/>
                        <a:pt x="23143" y="77"/>
                        <a:pt x="23080" y="77"/>
                      </a:cubicBezTo>
                      <a:cubicBezTo>
                        <a:pt x="23044" y="77"/>
                        <a:pt x="23004" y="90"/>
                        <a:pt x="22956" y="131"/>
                      </a:cubicBezTo>
                      <a:cubicBezTo>
                        <a:pt x="22907" y="179"/>
                        <a:pt x="22823" y="211"/>
                        <a:pt x="22735" y="211"/>
                      </a:cubicBezTo>
                      <a:cubicBezTo>
                        <a:pt x="22671" y="211"/>
                        <a:pt x="22606" y="194"/>
                        <a:pt x="22551" y="154"/>
                      </a:cubicBezTo>
                      <a:cubicBezTo>
                        <a:pt x="22502" y="115"/>
                        <a:pt x="22459" y="102"/>
                        <a:pt x="22417" y="102"/>
                      </a:cubicBezTo>
                      <a:cubicBezTo>
                        <a:pt x="22357" y="102"/>
                        <a:pt x="22299" y="128"/>
                        <a:pt x="22229" y="142"/>
                      </a:cubicBezTo>
                      <a:cubicBezTo>
                        <a:pt x="22197" y="146"/>
                        <a:pt x="22165" y="147"/>
                        <a:pt x="22132" y="147"/>
                      </a:cubicBezTo>
                      <a:cubicBezTo>
                        <a:pt x="22052" y="147"/>
                        <a:pt x="21971" y="139"/>
                        <a:pt x="21891" y="139"/>
                      </a:cubicBezTo>
                      <a:cubicBezTo>
                        <a:pt x="21780" y="139"/>
                        <a:pt x="21670" y="154"/>
                        <a:pt x="21563" y="226"/>
                      </a:cubicBezTo>
                      <a:cubicBezTo>
                        <a:pt x="21461" y="99"/>
                        <a:pt x="20052" y="56"/>
                        <a:pt x="18260" y="56"/>
                      </a:cubicBezTo>
                      <a:cubicBezTo>
                        <a:pt x="14991" y="56"/>
                        <a:pt x="10452" y="199"/>
                        <a:pt x="10275" y="238"/>
                      </a:cubicBezTo>
                      <a:cubicBezTo>
                        <a:pt x="10092" y="278"/>
                        <a:pt x="9921" y="323"/>
                        <a:pt x="9752" y="323"/>
                      </a:cubicBezTo>
                      <a:cubicBezTo>
                        <a:pt x="9625" y="323"/>
                        <a:pt x="9499" y="298"/>
                        <a:pt x="9371" y="226"/>
                      </a:cubicBezTo>
                      <a:cubicBezTo>
                        <a:pt x="9310" y="199"/>
                        <a:pt x="9257" y="176"/>
                        <a:pt x="9208" y="176"/>
                      </a:cubicBezTo>
                      <a:cubicBezTo>
                        <a:pt x="9169" y="176"/>
                        <a:pt x="9133" y="190"/>
                        <a:pt x="9097" y="226"/>
                      </a:cubicBezTo>
                      <a:cubicBezTo>
                        <a:pt x="8983" y="332"/>
                        <a:pt x="8855" y="351"/>
                        <a:pt x="8722" y="351"/>
                      </a:cubicBezTo>
                      <a:cubicBezTo>
                        <a:pt x="8645" y="351"/>
                        <a:pt x="8567" y="345"/>
                        <a:pt x="8490" y="345"/>
                      </a:cubicBezTo>
                      <a:cubicBezTo>
                        <a:pt x="8262" y="345"/>
                        <a:pt x="8035" y="334"/>
                        <a:pt x="7811" y="334"/>
                      </a:cubicBezTo>
                      <a:cubicBezTo>
                        <a:pt x="7625" y="334"/>
                        <a:pt x="7442" y="342"/>
                        <a:pt x="7263" y="369"/>
                      </a:cubicBezTo>
                      <a:cubicBezTo>
                        <a:pt x="6847" y="440"/>
                        <a:pt x="6430" y="546"/>
                        <a:pt x="6014" y="546"/>
                      </a:cubicBezTo>
                      <a:cubicBezTo>
                        <a:pt x="5942" y="546"/>
                        <a:pt x="5870" y="542"/>
                        <a:pt x="5799" y="535"/>
                      </a:cubicBezTo>
                      <a:cubicBezTo>
                        <a:pt x="5739" y="530"/>
                        <a:pt x="5676" y="527"/>
                        <a:pt x="5614" y="527"/>
                      </a:cubicBezTo>
                      <a:cubicBezTo>
                        <a:pt x="5394" y="527"/>
                        <a:pt x="5180" y="564"/>
                        <a:pt x="5096" y="666"/>
                      </a:cubicBezTo>
                      <a:cubicBezTo>
                        <a:pt x="4918" y="916"/>
                        <a:pt x="4680" y="869"/>
                        <a:pt x="4429" y="893"/>
                      </a:cubicBezTo>
                      <a:cubicBezTo>
                        <a:pt x="4377" y="884"/>
                        <a:pt x="4299" y="856"/>
                        <a:pt x="4242" y="856"/>
                      </a:cubicBezTo>
                      <a:cubicBezTo>
                        <a:pt x="4221" y="856"/>
                        <a:pt x="4204" y="859"/>
                        <a:pt x="4191" y="869"/>
                      </a:cubicBezTo>
                      <a:cubicBezTo>
                        <a:pt x="3834" y="1107"/>
                        <a:pt x="3322" y="1119"/>
                        <a:pt x="3001" y="1345"/>
                      </a:cubicBezTo>
                      <a:cubicBezTo>
                        <a:pt x="2489" y="1702"/>
                        <a:pt x="1786" y="1821"/>
                        <a:pt x="1512" y="2488"/>
                      </a:cubicBezTo>
                      <a:cubicBezTo>
                        <a:pt x="1381" y="2821"/>
                        <a:pt x="1108" y="3131"/>
                        <a:pt x="1108" y="3512"/>
                      </a:cubicBezTo>
                      <a:cubicBezTo>
                        <a:pt x="1108" y="3821"/>
                        <a:pt x="822" y="4012"/>
                        <a:pt x="762" y="4298"/>
                      </a:cubicBezTo>
                      <a:cubicBezTo>
                        <a:pt x="643" y="4798"/>
                        <a:pt x="643" y="5310"/>
                        <a:pt x="572" y="5810"/>
                      </a:cubicBezTo>
                      <a:cubicBezTo>
                        <a:pt x="512" y="6191"/>
                        <a:pt x="453" y="6584"/>
                        <a:pt x="500" y="6953"/>
                      </a:cubicBezTo>
                      <a:cubicBezTo>
                        <a:pt x="524" y="7143"/>
                        <a:pt x="215" y="7143"/>
                        <a:pt x="369" y="7262"/>
                      </a:cubicBezTo>
                      <a:cubicBezTo>
                        <a:pt x="715" y="7560"/>
                        <a:pt x="131" y="7834"/>
                        <a:pt x="358" y="8143"/>
                      </a:cubicBezTo>
                      <a:cubicBezTo>
                        <a:pt x="381" y="8191"/>
                        <a:pt x="238" y="8417"/>
                        <a:pt x="381" y="8608"/>
                      </a:cubicBezTo>
                      <a:cubicBezTo>
                        <a:pt x="619" y="8894"/>
                        <a:pt x="286" y="9155"/>
                        <a:pt x="238" y="9441"/>
                      </a:cubicBezTo>
                      <a:cubicBezTo>
                        <a:pt x="179" y="9941"/>
                        <a:pt x="227" y="10453"/>
                        <a:pt x="24" y="10953"/>
                      </a:cubicBezTo>
                      <a:cubicBezTo>
                        <a:pt x="0" y="11037"/>
                        <a:pt x="131" y="11239"/>
                        <a:pt x="96" y="11418"/>
                      </a:cubicBezTo>
                      <a:cubicBezTo>
                        <a:pt x="88" y="11495"/>
                        <a:pt x="155" y="11522"/>
                        <a:pt x="226" y="11522"/>
                      </a:cubicBezTo>
                      <a:cubicBezTo>
                        <a:pt x="264" y="11522"/>
                        <a:pt x="304" y="11514"/>
                        <a:pt x="334" y="11501"/>
                      </a:cubicBezTo>
                      <a:cubicBezTo>
                        <a:pt x="641" y="11376"/>
                        <a:pt x="955" y="11344"/>
                        <a:pt x="1271" y="11344"/>
                      </a:cubicBezTo>
                      <a:cubicBezTo>
                        <a:pt x="1594" y="11344"/>
                        <a:pt x="1920" y="11378"/>
                        <a:pt x="2242" y="11378"/>
                      </a:cubicBezTo>
                      <a:cubicBezTo>
                        <a:pt x="2325" y="11378"/>
                        <a:pt x="2407" y="11375"/>
                        <a:pt x="2489" y="11370"/>
                      </a:cubicBezTo>
                      <a:cubicBezTo>
                        <a:pt x="2571" y="11365"/>
                        <a:pt x="2655" y="11363"/>
                        <a:pt x="2738" y="11363"/>
                      </a:cubicBezTo>
                      <a:cubicBezTo>
                        <a:pt x="3244" y="11363"/>
                        <a:pt x="3764" y="11443"/>
                        <a:pt x="4275" y="11453"/>
                      </a:cubicBezTo>
                      <a:cubicBezTo>
                        <a:pt x="4414" y="11455"/>
                        <a:pt x="4553" y="11456"/>
                        <a:pt x="4692" y="11456"/>
                      </a:cubicBezTo>
                      <a:cubicBezTo>
                        <a:pt x="5339" y="11456"/>
                        <a:pt x="5988" y="11435"/>
                        <a:pt x="6644" y="11406"/>
                      </a:cubicBezTo>
                      <a:cubicBezTo>
                        <a:pt x="6917" y="11392"/>
                        <a:pt x="7190" y="11386"/>
                        <a:pt x="7463" y="11386"/>
                      </a:cubicBezTo>
                      <a:cubicBezTo>
                        <a:pt x="8369" y="11386"/>
                        <a:pt x="9277" y="11447"/>
                        <a:pt x="10192" y="11465"/>
                      </a:cubicBezTo>
                      <a:cubicBezTo>
                        <a:pt x="10304" y="11467"/>
                        <a:pt x="10578" y="11468"/>
                        <a:pt x="10975" y="11468"/>
                      </a:cubicBezTo>
                      <a:cubicBezTo>
                        <a:pt x="13750" y="11468"/>
                        <a:pt x="22509" y="11431"/>
                        <a:pt x="23301" y="11358"/>
                      </a:cubicBezTo>
                      <a:cubicBezTo>
                        <a:pt x="23932" y="11299"/>
                        <a:pt x="24587" y="11263"/>
                        <a:pt x="25230" y="11227"/>
                      </a:cubicBezTo>
                      <a:cubicBezTo>
                        <a:pt x="25754" y="11191"/>
                        <a:pt x="26278" y="11182"/>
                        <a:pt x="26803" y="11182"/>
                      </a:cubicBezTo>
                      <a:cubicBezTo>
                        <a:pt x="27266" y="11182"/>
                        <a:pt x="27730" y="11189"/>
                        <a:pt x="28194" y="11189"/>
                      </a:cubicBezTo>
                      <a:cubicBezTo>
                        <a:pt x="28579" y="11189"/>
                        <a:pt x="28963" y="11184"/>
                        <a:pt x="29349" y="11168"/>
                      </a:cubicBezTo>
                      <a:cubicBezTo>
                        <a:pt x="29790" y="11150"/>
                        <a:pt x="30233" y="11147"/>
                        <a:pt x="30678" y="11147"/>
                      </a:cubicBezTo>
                      <a:cubicBezTo>
                        <a:pt x="30901" y="11147"/>
                        <a:pt x="31124" y="11148"/>
                        <a:pt x="31347" y="11148"/>
                      </a:cubicBezTo>
                      <a:cubicBezTo>
                        <a:pt x="31570" y="11148"/>
                        <a:pt x="31793" y="11147"/>
                        <a:pt x="32016" y="11144"/>
                      </a:cubicBezTo>
                      <a:cubicBezTo>
                        <a:pt x="32282" y="11140"/>
                        <a:pt x="32547" y="11139"/>
                        <a:pt x="32811" y="11139"/>
                      </a:cubicBezTo>
                      <a:cubicBezTo>
                        <a:pt x="33339" y="11139"/>
                        <a:pt x="33866" y="11144"/>
                        <a:pt x="34398" y="11144"/>
                      </a:cubicBezTo>
                      <a:cubicBezTo>
                        <a:pt x="34695" y="11144"/>
                        <a:pt x="45423" y="11132"/>
                        <a:pt x="45720" y="11132"/>
                      </a:cubicBezTo>
                      <a:cubicBezTo>
                        <a:pt x="45780" y="11131"/>
                        <a:pt x="45839" y="11131"/>
                        <a:pt x="45899" y="11131"/>
                      </a:cubicBezTo>
                      <a:cubicBezTo>
                        <a:pt x="46377" y="11131"/>
                        <a:pt x="46858" y="11154"/>
                        <a:pt x="47336" y="11154"/>
                      </a:cubicBezTo>
                      <a:cubicBezTo>
                        <a:pt x="47657" y="11154"/>
                        <a:pt x="47976" y="11144"/>
                        <a:pt x="48292" y="11108"/>
                      </a:cubicBezTo>
                      <a:cubicBezTo>
                        <a:pt x="49268" y="11013"/>
                        <a:pt x="50245" y="11049"/>
                        <a:pt x="51209" y="11013"/>
                      </a:cubicBezTo>
                      <a:cubicBezTo>
                        <a:pt x="51665" y="10986"/>
                        <a:pt x="52113" y="10792"/>
                        <a:pt x="52575" y="10792"/>
                      </a:cubicBezTo>
                      <a:cubicBezTo>
                        <a:pt x="52729" y="10792"/>
                        <a:pt x="52885" y="10813"/>
                        <a:pt x="53043" y="10870"/>
                      </a:cubicBezTo>
                      <a:cubicBezTo>
                        <a:pt x="53055" y="10870"/>
                        <a:pt x="53102" y="10846"/>
                        <a:pt x="53114" y="10822"/>
                      </a:cubicBezTo>
                      <a:cubicBezTo>
                        <a:pt x="53144" y="10674"/>
                        <a:pt x="53243" y="10646"/>
                        <a:pt x="53349" y="10646"/>
                      </a:cubicBezTo>
                      <a:cubicBezTo>
                        <a:pt x="53412" y="10646"/>
                        <a:pt x="53477" y="10656"/>
                        <a:pt x="53531" y="10656"/>
                      </a:cubicBezTo>
                      <a:cubicBezTo>
                        <a:pt x="53609" y="10661"/>
                        <a:pt x="53688" y="10663"/>
                        <a:pt x="53766" y="10663"/>
                      </a:cubicBezTo>
                      <a:cubicBezTo>
                        <a:pt x="54185" y="10663"/>
                        <a:pt x="54600" y="10597"/>
                        <a:pt x="55018" y="10597"/>
                      </a:cubicBezTo>
                      <a:cubicBezTo>
                        <a:pt x="55196" y="10597"/>
                        <a:pt x="55375" y="10609"/>
                        <a:pt x="55555" y="10644"/>
                      </a:cubicBezTo>
                      <a:cubicBezTo>
                        <a:pt x="55587" y="10650"/>
                        <a:pt x="55622" y="10654"/>
                        <a:pt x="55656" y="10654"/>
                      </a:cubicBezTo>
                      <a:cubicBezTo>
                        <a:pt x="55812" y="10654"/>
                        <a:pt x="55969" y="10585"/>
                        <a:pt x="55960" y="10429"/>
                      </a:cubicBezTo>
                      <a:cubicBezTo>
                        <a:pt x="55936" y="10060"/>
                        <a:pt x="55936" y="9691"/>
                        <a:pt x="55912" y="9322"/>
                      </a:cubicBezTo>
                      <a:cubicBezTo>
                        <a:pt x="55876" y="8941"/>
                        <a:pt x="55841" y="8548"/>
                        <a:pt x="55805" y="8167"/>
                      </a:cubicBezTo>
                      <a:cubicBezTo>
                        <a:pt x="55745" y="7631"/>
                        <a:pt x="55710" y="7084"/>
                        <a:pt x="55650" y="6548"/>
                      </a:cubicBezTo>
                      <a:cubicBezTo>
                        <a:pt x="55603" y="6179"/>
                        <a:pt x="55543" y="5822"/>
                        <a:pt x="55460" y="5476"/>
                      </a:cubicBezTo>
                      <a:cubicBezTo>
                        <a:pt x="55376" y="5167"/>
                        <a:pt x="55519" y="4845"/>
                        <a:pt x="55376" y="4583"/>
                      </a:cubicBezTo>
                      <a:cubicBezTo>
                        <a:pt x="55245" y="4322"/>
                        <a:pt x="55233" y="4072"/>
                        <a:pt x="55210" y="3821"/>
                      </a:cubicBezTo>
                      <a:cubicBezTo>
                        <a:pt x="55210" y="3726"/>
                        <a:pt x="55245" y="3595"/>
                        <a:pt x="55174" y="3560"/>
                      </a:cubicBezTo>
                      <a:cubicBezTo>
                        <a:pt x="54864" y="3393"/>
                        <a:pt x="54852" y="3071"/>
                        <a:pt x="54698" y="2833"/>
                      </a:cubicBezTo>
                      <a:cubicBezTo>
                        <a:pt x="54424" y="2428"/>
                        <a:pt x="54198" y="2000"/>
                        <a:pt x="53781" y="1666"/>
                      </a:cubicBezTo>
                      <a:cubicBezTo>
                        <a:pt x="53567" y="1500"/>
                        <a:pt x="53269" y="1535"/>
                        <a:pt x="53090" y="1369"/>
                      </a:cubicBezTo>
                      <a:cubicBezTo>
                        <a:pt x="52686" y="1012"/>
                        <a:pt x="52138" y="964"/>
                        <a:pt x="51650" y="881"/>
                      </a:cubicBezTo>
                      <a:cubicBezTo>
                        <a:pt x="51114" y="785"/>
                        <a:pt x="50590" y="690"/>
                        <a:pt x="50054" y="595"/>
                      </a:cubicBezTo>
                      <a:cubicBezTo>
                        <a:pt x="49114" y="428"/>
                        <a:pt x="48161" y="309"/>
                        <a:pt x="47209" y="190"/>
                      </a:cubicBezTo>
                      <a:cubicBezTo>
                        <a:pt x="47202" y="190"/>
                        <a:pt x="47196" y="189"/>
                        <a:pt x="47190" y="189"/>
                      </a:cubicBezTo>
                      <a:cubicBezTo>
                        <a:pt x="47097" y="189"/>
                        <a:pt x="47019" y="244"/>
                        <a:pt x="46930" y="244"/>
                      </a:cubicBezTo>
                      <a:cubicBezTo>
                        <a:pt x="46891" y="244"/>
                        <a:pt x="46849" y="234"/>
                        <a:pt x="46804" y="202"/>
                      </a:cubicBezTo>
                      <a:cubicBezTo>
                        <a:pt x="46601" y="82"/>
                        <a:pt x="46351" y="23"/>
                        <a:pt x="46122" y="23"/>
                      </a:cubicBezTo>
                      <a:cubicBezTo>
                        <a:pt x="45988" y="23"/>
                        <a:pt x="45862" y="43"/>
                        <a:pt x="45756" y="83"/>
                      </a:cubicBezTo>
                      <a:cubicBezTo>
                        <a:pt x="45630" y="135"/>
                        <a:pt x="44608" y="154"/>
                        <a:pt x="43218" y="154"/>
                      </a:cubicBezTo>
                      <a:cubicBezTo>
                        <a:pt x="39882" y="154"/>
                        <a:pt x="34428" y="47"/>
                        <a:pt x="34159" y="47"/>
                      </a:cubicBezTo>
                      <a:cubicBezTo>
                        <a:pt x="33915" y="53"/>
                        <a:pt x="33662" y="59"/>
                        <a:pt x="33408" y="59"/>
                      </a:cubicBezTo>
                      <a:cubicBezTo>
                        <a:pt x="33153" y="59"/>
                        <a:pt x="32897" y="53"/>
                        <a:pt x="32647" y="35"/>
                      </a:cubicBezTo>
                      <a:cubicBezTo>
                        <a:pt x="32466" y="24"/>
                        <a:pt x="32269" y="1"/>
                        <a:pt x="3207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" sz="1800">
                      <a:solidFill>
                        <a:srgbClr val="FFFFFF"/>
                      </a:solidFill>
                      <a:latin typeface="Fira Sans Extra Condensed Medium"/>
                      <a:ea typeface="Fira Sans Extra Condensed Medium"/>
                      <a:cs typeface="Fira Sans Extra Condensed Medium"/>
                      <a:sym typeface="Fira Sans Extra Condensed Medium"/>
                    </a:rPr>
                    <a:t>Jupiter</a:t>
                  </a:r>
                  <a:endParaRPr sz="1800">
                    <a:solidFill>
                      <a:srgbClr val="FFFFFF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endParaRPr>
                </a:p>
              </p:txBody>
            </p:sp>
          </p:grpSp>
          <p:sp>
            <p:nvSpPr>
              <p:cNvPr id="631" name="Google Shape;631;p29"/>
              <p:cNvSpPr/>
              <p:nvPr/>
            </p:nvSpPr>
            <p:spPr>
              <a:xfrm>
                <a:off x="5369178" y="2580721"/>
                <a:ext cx="3565" cy="2931"/>
              </a:xfrm>
              <a:custGeom>
                <a:rect b="b" l="l" r="r" t="t"/>
                <a:pathLst>
                  <a:path extrusionOk="0" h="148" w="180">
                    <a:moveTo>
                      <a:pt x="90" y="0"/>
                    </a:moveTo>
                    <a:cubicBezTo>
                      <a:pt x="54" y="0"/>
                      <a:pt x="35" y="30"/>
                      <a:pt x="25" y="50"/>
                    </a:cubicBezTo>
                    <a:cubicBezTo>
                      <a:pt x="1" y="98"/>
                      <a:pt x="37" y="121"/>
                      <a:pt x="72" y="145"/>
                    </a:cubicBezTo>
                    <a:cubicBezTo>
                      <a:pt x="79" y="147"/>
                      <a:pt x="85" y="148"/>
                      <a:pt x="90" y="148"/>
                    </a:cubicBezTo>
                    <a:cubicBezTo>
                      <a:pt x="126" y="148"/>
                      <a:pt x="145" y="117"/>
                      <a:pt x="156" y="86"/>
                    </a:cubicBezTo>
                    <a:cubicBezTo>
                      <a:pt x="180" y="50"/>
                      <a:pt x="144" y="14"/>
                      <a:pt x="108" y="2"/>
                    </a:cubicBezTo>
                    <a:cubicBezTo>
                      <a:pt x="102" y="1"/>
                      <a:pt x="96" y="0"/>
                      <a:pt x="90" y="0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" name="Google Shape;632;p29"/>
              <p:cNvSpPr/>
              <p:nvPr/>
            </p:nvSpPr>
            <p:spPr>
              <a:xfrm>
                <a:off x="5178045" y="1446119"/>
                <a:ext cx="622531" cy="769682"/>
              </a:xfrm>
              <a:custGeom>
                <a:rect b="b" l="l" r="r" t="t"/>
                <a:pathLst>
                  <a:path extrusionOk="0" h="38863" w="31433">
                    <a:moveTo>
                      <a:pt x="14638" y="0"/>
                    </a:moveTo>
                    <a:cubicBezTo>
                      <a:pt x="14303" y="0"/>
                      <a:pt x="13968" y="17"/>
                      <a:pt x="13633" y="67"/>
                    </a:cubicBezTo>
                    <a:cubicBezTo>
                      <a:pt x="13192" y="139"/>
                      <a:pt x="12764" y="305"/>
                      <a:pt x="12323" y="341"/>
                    </a:cubicBezTo>
                    <a:cubicBezTo>
                      <a:pt x="12273" y="341"/>
                      <a:pt x="12256" y="461"/>
                      <a:pt x="12180" y="461"/>
                    </a:cubicBezTo>
                    <a:cubicBezTo>
                      <a:pt x="12166" y="461"/>
                      <a:pt x="12151" y="457"/>
                      <a:pt x="12133" y="448"/>
                    </a:cubicBezTo>
                    <a:cubicBezTo>
                      <a:pt x="12076" y="421"/>
                      <a:pt x="12025" y="410"/>
                      <a:pt x="11976" y="410"/>
                    </a:cubicBezTo>
                    <a:cubicBezTo>
                      <a:pt x="11765" y="410"/>
                      <a:pt x="11611" y="619"/>
                      <a:pt x="11418" y="686"/>
                    </a:cubicBezTo>
                    <a:cubicBezTo>
                      <a:pt x="11263" y="734"/>
                      <a:pt x="11073" y="841"/>
                      <a:pt x="10835" y="901"/>
                    </a:cubicBezTo>
                    <a:cubicBezTo>
                      <a:pt x="10805" y="883"/>
                      <a:pt x="10776" y="876"/>
                      <a:pt x="10748" y="876"/>
                    </a:cubicBezTo>
                    <a:cubicBezTo>
                      <a:pt x="10619" y="876"/>
                      <a:pt x="10505" y="1024"/>
                      <a:pt x="10359" y="1043"/>
                    </a:cubicBezTo>
                    <a:cubicBezTo>
                      <a:pt x="10001" y="1091"/>
                      <a:pt x="9787" y="1389"/>
                      <a:pt x="9454" y="1520"/>
                    </a:cubicBezTo>
                    <a:cubicBezTo>
                      <a:pt x="9144" y="1627"/>
                      <a:pt x="8763" y="1782"/>
                      <a:pt x="8549" y="1984"/>
                    </a:cubicBezTo>
                    <a:cubicBezTo>
                      <a:pt x="8204" y="2305"/>
                      <a:pt x="7799" y="2496"/>
                      <a:pt x="7430" y="2746"/>
                    </a:cubicBezTo>
                    <a:cubicBezTo>
                      <a:pt x="6680" y="3234"/>
                      <a:pt x="6013" y="3818"/>
                      <a:pt x="5346" y="4413"/>
                    </a:cubicBezTo>
                    <a:cubicBezTo>
                      <a:pt x="5001" y="4722"/>
                      <a:pt x="4691" y="5115"/>
                      <a:pt x="4382" y="5496"/>
                    </a:cubicBezTo>
                    <a:cubicBezTo>
                      <a:pt x="4227" y="5699"/>
                      <a:pt x="4084" y="5913"/>
                      <a:pt x="3905" y="6080"/>
                    </a:cubicBezTo>
                    <a:cubicBezTo>
                      <a:pt x="3643" y="6330"/>
                      <a:pt x="3429" y="6627"/>
                      <a:pt x="3251" y="6913"/>
                    </a:cubicBezTo>
                    <a:cubicBezTo>
                      <a:pt x="3012" y="7306"/>
                      <a:pt x="2727" y="7687"/>
                      <a:pt x="2500" y="8092"/>
                    </a:cubicBezTo>
                    <a:cubicBezTo>
                      <a:pt x="2262" y="8544"/>
                      <a:pt x="1905" y="8937"/>
                      <a:pt x="1869" y="9509"/>
                    </a:cubicBezTo>
                    <a:cubicBezTo>
                      <a:pt x="1858" y="9723"/>
                      <a:pt x="1834" y="10068"/>
                      <a:pt x="1643" y="10199"/>
                    </a:cubicBezTo>
                    <a:cubicBezTo>
                      <a:pt x="1357" y="10390"/>
                      <a:pt x="1346" y="10699"/>
                      <a:pt x="1262" y="10938"/>
                    </a:cubicBezTo>
                    <a:cubicBezTo>
                      <a:pt x="1096" y="11438"/>
                      <a:pt x="965" y="11950"/>
                      <a:pt x="798" y="12450"/>
                    </a:cubicBezTo>
                    <a:cubicBezTo>
                      <a:pt x="536" y="13271"/>
                      <a:pt x="453" y="14116"/>
                      <a:pt x="238" y="14938"/>
                    </a:cubicBezTo>
                    <a:cubicBezTo>
                      <a:pt x="131" y="15367"/>
                      <a:pt x="203" y="15843"/>
                      <a:pt x="95" y="16271"/>
                    </a:cubicBezTo>
                    <a:cubicBezTo>
                      <a:pt x="0" y="16688"/>
                      <a:pt x="286" y="17105"/>
                      <a:pt x="36" y="17510"/>
                    </a:cubicBezTo>
                    <a:cubicBezTo>
                      <a:pt x="36" y="17522"/>
                      <a:pt x="48" y="17545"/>
                      <a:pt x="60" y="17569"/>
                    </a:cubicBezTo>
                    <a:cubicBezTo>
                      <a:pt x="417" y="17879"/>
                      <a:pt x="357" y="18355"/>
                      <a:pt x="405" y="18736"/>
                    </a:cubicBezTo>
                    <a:cubicBezTo>
                      <a:pt x="453" y="19058"/>
                      <a:pt x="643" y="19439"/>
                      <a:pt x="453" y="19796"/>
                    </a:cubicBezTo>
                    <a:cubicBezTo>
                      <a:pt x="453" y="19796"/>
                      <a:pt x="453" y="19820"/>
                      <a:pt x="465" y="19820"/>
                    </a:cubicBezTo>
                    <a:cubicBezTo>
                      <a:pt x="726" y="20177"/>
                      <a:pt x="572" y="20617"/>
                      <a:pt x="726" y="21022"/>
                    </a:cubicBezTo>
                    <a:cubicBezTo>
                      <a:pt x="869" y="21415"/>
                      <a:pt x="941" y="21867"/>
                      <a:pt x="1036" y="22296"/>
                    </a:cubicBezTo>
                    <a:cubicBezTo>
                      <a:pt x="1310" y="23570"/>
                      <a:pt x="1965" y="24677"/>
                      <a:pt x="2536" y="25820"/>
                    </a:cubicBezTo>
                    <a:cubicBezTo>
                      <a:pt x="2739" y="26237"/>
                      <a:pt x="3060" y="26606"/>
                      <a:pt x="3298" y="27011"/>
                    </a:cubicBezTo>
                    <a:cubicBezTo>
                      <a:pt x="3548" y="27428"/>
                      <a:pt x="3894" y="27773"/>
                      <a:pt x="4191" y="28154"/>
                    </a:cubicBezTo>
                    <a:cubicBezTo>
                      <a:pt x="4298" y="28297"/>
                      <a:pt x="4489" y="28344"/>
                      <a:pt x="4572" y="28511"/>
                    </a:cubicBezTo>
                    <a:cubicBezTo>
                      <a:pt x="4715" y="28797"/>
                      <a:pt x="5013" y="28952"/>
                      <a:pt x="5215" y="29214"/>
                    </a:cubicBezTo>
                    <a:cubicBezTo>
                      <a:pt x="5418" y="29499"/>
                      <a:pt x="5822" y="29702"/>
                      <a:pt x="6072" y="30023"/>
                    </a:cubicBezTo>
                    <a:cubicBezTo>
                      <a:pt x="6191" y="30178"/>
                      <a:pt x="6334" y="30333"/>
                      <a:pt x="6549" y="30452"/>
                    </a:cubicBezTo>
                    <a:cubicBezTo>
                      <a:pt x="6691" y="30523"/>
                      <a:pt x="6953" y="30488"/>
                      <a:pt x="6989" y="30666"/>
                    </a:cubicBezTo>
                    <a:cubicBezTo>
                      <a:pt x="7061" y="30952"/>
                      <a:pt x="7346" y="31011"/>
                      <a:pt x="7501" y="31071"/>
                    </a:cubicBezTo>
                    <a:cubicBezTo>
                      <a:pt x="8025" y="31273"/>
                      <a:pt x="8477" y="31583"/>
                      <a:pt x="8966" y="31821"/>
                    </a:cubicBezTo>
                    <a:cubicBezTo>
                      <a:pt x="9394" y="32035"/>
                      <a:pt x="9799" y="32262"/>
                      <a:pt x="10240" y="32404"/>
                    </a:cubicBezTo>
                    <a:cubicBezTo>
                      <a:pt x="10656" y="32547"/>
                      <a:pt x="11013" y="32785"/>
                      <a:pt x="11478" y="32833"/>
                    </a:cubicBezTo>
                    <a:cubicBezTo>
                      <a:pt x="11918" y="32881"/>
                      <a:pt x="12347" y="33083"/>
                      <a:pt x="12835" y="33119"/>
                    </a:cubicBezTo>
                    <a:cubicBezTo>
                      <a:pt x="13350" y="33151"/>
                      <a:pt x="13866" y="33241"/>
                      <a:pt x="14390" y="33241"/>
                    </a:cubicBezTo>
                    <a:cubicBezTo>
                      <a:pt x="14447" y="33241"/>
                      <a:pt x="14504" y="33240"/>
                      <a:pt x="14562" y="33238"/>
                    </a:cubicBezTo>
                    <a:cubicBezTo>
                      <a:pt x="14571" y="33237"/>
                      <a:pt x="14581" y="33237"/>
                      <a:pt x="14591" y="33237"/>
                    </a:cubicBezTo>
                    <a:cubicBezTo>
                      <a:pt x="14715" y="33237"/>
                      <a:pt x="14839" y="33279"/>
                      <a:pt x="14966" y="33279"/>
                    </a:cubicBezTo>
                    <a:cubicBezTo>
                      <a:pt x="15037" y="33279"/>
                      <a:pt x="15108" y="33266"/>
                      <a:pt x="15181" y="33226"/>
                    </a:cubicBezTo>
                    <a:cubicBezTo>
                      <a:pt x="15300" y="33166"/>
                      <a:pt x="15403" y="33136"/>
                      <a:pt x="15490" y="33136"/>
                    </a:cubicBezTo>
                    <a:cubicBezTo>
                      <a:pt x="15647" y="33136"/>
                      <a:pt x="15755" y="33234"/>
                      <a:pt x="15824" y="33440"/>
                    </a:cubicBezTo>
                    <a:cubicBezTo>
                      <a:pt x="15871" y="33607"/>
                      <a:pt x="15966" y="33738"/>
                      <a:pt x="16050" y="33869"/>
                    </a:cubicBezTo>
                    <a:cubicBezTo>
                      <a:pt x="16383" y="34452"/>
                      <a:pt x="16300" y="35107"/>
                      <a:pt x="16419" y="35726"/>
                    </a:cubicBezTo>
                    <a:cubicBezTo>
                      <a:pt x="16490" y="36095"/>
                      <a:pt x="16443" y="36524"/>
                      <a:pt x="16562" y="36857"/>
                    </a:cubicBezTo>
                    <a:cubicBezTo>
                      <a:pt x="16788" y="37405"/>
                      <a:pt x="16728" y="37977"/>
                      <a:pt x="16824" y="38524"/>
                    </a:cubicBezTo>
                    <a:cubicBezTo>
                      <a:pt x="16869" y="38803"/>
                      <a:pt x="16962" y="38862"/>
                      <a:pt x="17081" y="38862"/>
                    </a:cubicBezTo>
                    <a:cubicBezTo>
                      <a:pt x="17151" y="38862"/>
                      <a:pt x="17229" y="38843"/>
                      <a:pt x="17312" y="38834"/>
                    </a:cubicBezTo>
                    <a:cubicBezTo>
                      <a:pt x="17407" y="38822"/>
                      <a:pt x="17479" y="38679"/>
                      <a:pt x="17574" y="38655"/>
                    </a:cubicBezTo>
                    <a:cubicBezTo>
                      <a:pt x="18300" y="38477"/>
                      <a:pt x="18907" y="38060"/>
                      <a:pt x="19562" y="37738"/>
                    </a:cubicBezTo>
                    <a:cubicBezTo>
                      <a:pt x="20443" y="37298"/>
                      <a:pt x="21217" y="36667"/>
                      <a:pt x="22015" y="36107"/>
                    </a:cubicBezTo>
                    <a:cubicBezTo>
                      <a:pt x="22634" y="35679"/>
                      <a:pt x="23277" y="35238"/>
                      <a:pt x="23753" y="34643"/>
                    </a:cubicBezTo>
                    <a:cubicBezTo>
                      <a:pt x="24015" y="34321"/>
                      <a:pt x="24384" y="34143"/>
                      <a:pt x="24634" y="33809"/>
                    </a:cubicBezTo>
                    <a:cubicBezTo>
                      <a:pt x="24813" y="33571"/>
                      <a:pt x="25051" y="33369"/>
                      <a:pt x="25253" y="33143"/>
                    </a:cubicBezTo>
                    <a:cubicBezTo>
                      <a:pt x="25515" y="32857"/>
                      <a:pt x="25861" y="32595"/>
                      <a:pt x="26015" y="32214"/>
                    </a:cubicBezTo>
                    <a:cubicBezTo>
                      <a:pt x="26146" y="31869"/>
                      <a:pt x="26420" y="31642"/>
                      <a:pt x="26634" y="31369"/>
                    </a:cubicBezTo>
                    <a:cubicBezTo>
                      <a:pt x="26765" y="31202"/>
                      <a:pt x="26801" y="30976"/>
                      <a:pt x="26980" y="30821"/>
                    </a:cubicBezTo>
                    <a:cubicBezTo>
                      <a:pt x="27087" y="30738"/>
                      <a:pt x="27325" y="30511"/>
                      <a:pt x="27301" y="30428"/>
                    </a:cubicBezTo>
                    <a:cubicBezTo>
                      <a:pt x="27254" y="30166"/>
                      <a:pt x="27444" y="30071"/>
                      <a:pt x="27551" y="29928"/>
                    </a:cubicBezTo>
                    <a:cubicBezTo>
                      <a:pt x="27801" y="29595"/>
                      <a:pt x="28075" y="29249"/>
                      <a:pt x="28194" y="28868"/>
                    </a:cubicBezTo>
                    <a:cubicBezTo>
                      <a:pt x="28408" y="28202"/>
                      <a:pt x="28932" y="27737"/>
                      <a:pt x="29123" y="27070"/>
                    </a:cubicBezTo>
                    <a:cubicBezTo>
                      <a:pt x="29266" y="26582"/>
                      <a:pt x="29492" y="26118"/>
                      <a:pt x="29694" y="25642"/>
                    </a:cubicBezTo>
                    <a:cubicBezTo>
                      <a:pt x="29861" y="25237"/>
                      <a:pt x="29932" y="24761"/>
                      <a:pt x="30123" y="24392"/>
                    </a:cubicBezTo>
                    <a:cubicBezTo>
                      <a:pt x="30397" y="23832"/>
                      <a:pt x="30444" y="23225"/>
                      <a:pt x="30659" y="22665"/>
                    </a:cubicBezTo>
                    <a:cubicBezTo>
                      <a:pt x="30861" y="22141"/>
                      <a:pt x="30980" y="21534"/>
                      <a:pt x="31016" y="20951"/>
                    </a:cubicBezTo>
                    <a:cubicBezTo>
                      <a:pt x="31028" y="20689"/>
                      <a:pt x="31028" y="20415"/>
                      <a:pt x="31099" y="20177"/>
                    </a:cubicBezTo>
                    <a:cubicBezTo>
                      <a:pt x="31278" y="19570"/>
                      <a:pt x="31254" y="18938"/>
                      <a:pt x="31337" y="18319"/>
                    </a:cubicBezTo>
                    <a:cubicBezTo>
                      <a:pt x="31409" y="17784"/>
                      <a:pt x="31385" y="17224"/>
                      <a:pt x="31373" y="16688"/>
                    </a:cubicBezTo>
                    <a:cubicBezTo>
                      <a:pt x="31361" y="16450"/>
                      <a:pt x="31433" y="16200"/>
                      <a:pt x="31397" y="15986"/>
                    </a:cubicBezTo>
                    <a:cubicBezTo>
                      <a:pt x="31314" y="15581"/>
                      <a:pt x="31278" y="15176"/>
                      <a:pt x="31278" y="14771"/>
                    </a:cubicBezTo>
                    <a:cubicBezTo>
                      <a:pt x="31278" y="14116"/>
                      <a:pt x="31064" y="13497"/>
                      <a:pt x="30945" y="12854"/>
                    </a:cubicBezTo>
                    <a:cubicBezTo>
                      <a:pt x="30885" y="12545"/>
                      <a:pt x="30814" y="12223"/>
                      <a:pt x="30730" y="11926"/>
                    </a:cubicBezTo>
                    <a:cubicBezTo>
                      <a:pt x="30564" y="11283"/>
                      <a:pt x="30290" y="10676"/>
                      <a:pt x="30075" y="10045"/>
                    </a:cubicBezTo>
                    <a:cubicBezTo>
                      <a:pt x="29921" y="9568"/>
                      <a:pt x="29635" y="9152"/>
                      <a:pt x="29456" y="8687"/>
                    </a:cubicBezTo>
                    <a:cubicBezTo>
                      <a:pt x="29325" y="8342"/>
                      <a:pt x="29135" y="8044"/>
                      <a:pt x="28932" y="7747"/>
                    </a:cubicBezTo>
                    <a:cubicBezTo>
                      <a:pt x="28575" y="7199"/>
                      <a:pt x="28325" y="6604"/>
                      <a:pt x="27873" y="6092"/>
                    </a:cubicBezTo>
                    <a:cubicBezTo>
                      <a:pt x="27599" y="5782"/>
                      <a:pt x="27289" y="5449"/>
                      <a:pt x="27075" y="5092"/>
                    </a:cubicBezTo>
                    <a:cubicBezTo>
                      <a:pt x="26801" y="4663"/>
                      <a:pt x="26349" y="4425"/>
                      <a:pt x="26075" y="4008"/>
                    </a:cubicBezTo>
                    <a:cubicBezTo>
                      <a:pt x="25980" y="3877"/>
                      <a:pt x="25944" y="3651"/>
                      <a:pt x="25801" y="3627"/>
                    </a:cubicBezTo>
                    <a:cubicBezTo>
                      <a:pt x="25449" y="3548"/>
                      <a:pt x="25324" y="3088"/>
                      <a:pt x="24941" y="3088"/>
                    </a:cubicBezTo>
                    <a:cubicBezTo>
                      <a:pt x="24922" y="3088"/>
                      <a:pt x="24904" y="3089"/>
                      <a:pt x="24884" y="3091"/>
                    </a:cubicBezTo>
                    <a:cubicBezTo>
                      <a:pt x="24646" y="2579"/>
                      <a:pt x="24110" y="2472"/>
                      <a:pt x="23682" y="2210"/>
                    </a:cubicBezTo>
                    <a:cubicBezTo>
                      <a:pt x="23472" y="2094"/>
                      <a:pt x="23342" y="1841"/>
                      <a:pt x="23025" y="1841"/>
                    </a:cubicBezTo>
                    <a:cubicBezTo>
                      <a:pt x="23018" y="1841"/>
                      <a:pt x="23010" y="1841"/>
                      <a:pt x="23003" y="1841"/>
                    </a:cubicBezTo>
                    <a:cubicBezTo>
                      <a:pt x="23001" y="1841"/>
                      <a:pt x="22999" y="1841"/>
                      <a:pt x="22998" y="1841"/>
                    </a:cubicBezTo>
                    <a:cubicBezTo>
                      <a:pt x="22901" y="1841"/>
                      <a:pt x="22738" y="1543"/>
                      <a:pt x="22551" y="1520"/>
                    </a:cubicBezTo>
                    <a:cubicBezTo>
                      <a:pt x="22122" y="1472"/>
                      <a:pt x="21801" y="1210"/>
                      <a:pt x="21420" y="1067"/>
                    </a:cubicBezTo>
                    <a:cubicBezTo>
                      <a:pt x="20896" y="877"/>
                      <a:pt x="20360" y="686"/>
                      <a:pt x="19848" y="543"/>
                    </a:cubicBezTo>
                    <a:cubicBezTo>
                      <a:pt x="18963" y="308"/>
                      <a:pt x="18068" y="52"/>
                      <a:pt x="17123" y="52"/>
                    </a:cubicBezTo>
                    <a:cubicBezTo>
                      <a:pt x="17063" y="52"/>
                      <a:pt x="17003" y="53"/>
                      <a:pt x="16943" y="55"/>
                    </a:cubicBezTo>
                    <a:cubicBezTo>
                      <a:pt x="16822" y="60"/>
                      <a:pt x="16701" y="63"/>
                      <a:pt x="16580" y="63"/>
                    </a:cubicBezTo>
                    <a:cubicBezTo>
                      <a:pt x="15935" y="63"/>
                      <a:pt x="15287" y="0"/>
                      <a:pt x="1463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29"/>
              <p:cNvSpPr/>
              <p:nvPr/>
            </p:nvSpPr>
            <p:spPr>
              <a:xfrm>
                <a:off x="5162477" y="1428472"/>
                <a:ext cx="656258" cy="809331"/>
              </a:xfrm>
              <a:custGeom>
                <a:rect b="b" l="l" r="r" t="t"/>
                <a:pathLst>
                  <a:path extrusionOk="0" h="40865" w="33136">
                    <a:moveTo>
                      <a:pt x="15424" y="891"/>
                    </a:moveTo>
                    <a:cubicBezTo>
                      <a:pt x="16073" y="891"/>
                      <a:pt x="16721" y="954"/>
                      <a:pt x="17366" y="954"/>
                    </a:cubicBezTo>
                    <a:cubicBezTo>
                      <a:pt x="17487" y="954"/>
                      <a:pt x="17608" y="951"/>
                      <a:pt x="17729" y="946"/>
                    </a:cubicBezTo>
                    <a:cubicBezTo>
                      <a:pt x="17789" y="944"/>
                      <a:pt x="17849" y="943"/>
                      <a:pt x="17909" y="943"/>
                    </a:cubicBezTo>
                    <a:cubicBezTo>
                      <a:pt x="18854" y="943"/>
                      <a:pt x="19749" y="1199"/>
                      <a:pt x="20634" y="1434"/>
                    </a:cubicBezTo>
                    <a:cubicBezTo>
                      <a:pt x="21146" y="1577"/>
                      <a:pt x="21682" y="1768"/>
                      <a:pt x="22206" y="1958"/>
                    </a:cubicBezTo>
                    <a:cubicBezTo>
                      <a:pt x="22587" y="2101"/>
                      <a:pt x="22908" y="2363"/>
                      <a:pt x="23337" y="2411"/>
                    </a:cubicBezTo>
                    <a:cubicBezTo>
                      <a:pt x="23524" y="2434"/>
                      <a:pt x="23687" y="2732"/>
                      <a:pt x="23784" y="2732"/>
                    </a:cubicBezTo>
                    <a:cubicBezTo>
                      <a:pt x="23785" y="2732"/>
                      <a:pt x="23787" y="2732"/>
                      <a:pt x="23789" y="2732"/>
                    </a:cubicBezTo>
                    <a:cubicBezTo>
                      <a:pt x="23796" y="2732"/>
                      <a:pt x="23804" y="2732"/>
                      <a:pt x="23811" y="2732"/>
                    </a:cubicBezTo>
                    <a:cubicBezTo>
                      <a:pt x="24128" y="2732"/>
                      <a:pt x="24258" y="2985"/>
                      <a:pt x="24468" y="3101"/>
                    </a:cubicBezTo>
                    <a:cubicBezTo>
                      <a:pt x="24896" y="3363"/>
                      <a:pt x="25432" y="3470"/>
                      <a:pt x="25670" y="3982"/>
                    </a:cubicBezTo>
                    <a:cubicBezTo>
                      <a:pt x="25690" y="3980"/>
                      <a:pt x="25708" y="3979"/>
                      <a:pt x="25727" y="3979"/>
                    </a:cubicBezTo>
                    <a:cubicBezTo>
                      <a:pt x="26110" y="3979"/>
                      <a:pt x="26235" y="4439"/>
                      <a:pt x="26587" y="4518"/>
                    </a:cubicBezTo>
                    <a:cubicBezTo>
                      <a:pt x="26730" y="4542"/>
                      <a:pt x="26766" y="4768"/>
                      <a:pt x="26861" y="4899"/>
                    </a:cubicBezTo>
                    <a:cubicBezTo>
                      <a:pt x="27135" y="5316"/>
                      <a:pt x="27587" y="5554"/>
                      <a:pt x="27861" y="5983"/>
                    </a:cubicBezTo>
                    <a:cubicBezTo>
                      <a:pt x="28075" y="6340"/>
                      <a:pt x="28385" y="6673"/>
                      <a:pt x="28659" y="6983"/>
                    </a:cubicBezTo>
                    <a:cubicBezTo>
                      <a:pt x="29111" y="7495"/>
                      <a:pt x="29361" y="8090"/>
                      <a:pt x="29718" y="8638"/>
                    </a:cubicBezTo>
                    <a:cubicBezTo>
                      <a:pt x="29921" y="8935"/>
                      <a:pt x="30111" y="9233"/>
                      <a:pt x="30242" y="9578"/>
                    </a:cubicBezTo>
                    <a:cubicBezTo>
                      <a:pt x="30421" y="10043"/>
                      <a:pt x="30707" y="10459"/>
                      <a:pt x="30861" y="10936"/>
                    </a:cubicBezTo>
                    <a:cubicBezTo>
                      <a:pt x="31076" y="11567"/>
                      <a:pt x="31350" y="12174"/>
                      <a:pt x="31516" y="12817"/>
                    </a:cubicBezTo>
                    <a:cubicBezTo>
                      <a:pt x="31600" y="13114"/>
                      <a:pt x="31671" y="13436"/>
                      <a:pt x="31731" y="13745"/>
                    </a:cubicBezTo>
                    <a:cubicBezTo>
                      <a:pt x="31850" y="14388"/>
                      <a:pt x="32064" y="15007"/>
                      <a:pt x="32064" y="15662"/>
                    </a:cubicBezTo>
                    <a:cubicBezTo>
                      <a:pt x="32064" y="16067"/>
                      <a:pt x="32100" y="16472"/>
                      <a:pt x="32183" y="16877"/>
                    </a:cubicBezTo>
                    <a:cubicBezTo>
                      <a:pt x="32219" y="17091"/>
                      <a:pt x="32147" y="17341"/>
                      <a:pt x="32159" y="17579"/>
                    </a:cubicBezTo>
                    <a:cubicBezTo>
                      <a:pt x="32171" y="18115"/>
                      <a:pt x="32195" y="18675"/>
                      <a:pt x="32123" y="19210"/>
                    </a:cubicBezTo>
                    <a:cubicBezTo>
                      <a:pt x="32040" y="19829"/>
                      <a:pt x="32064" y="20461"/>
                      <a:pt x="31885" y="21068"/>
                    </a:cubicBezTo>
                    <a:cubicBezTo>
                      <a:pt x="31814" y="21306"/>
                      <a:pt x="31814" y="21580"/>
                      <a:pt x="31802" y="21842"/>
                    </a:cubicBezTo>
                    <a:cubicBezTo>
                      <a:pt x="31766" y="22425"/>
                      <a:pt x="31647" y="23032"/>
                      <a:pt x="31445" y="23556"/>
                    </a:cubicBezTo>
                    <a:cubicBezTo>
                      <a:pt x="31230" y="24116"/>
                      <a:pt x="31183" y="24723"/>
                      <a:pt x="30909" y="25283"/>
                    </a:cubicBezTo>
                    <a:cubicBezTo>
                      <a:pt x="30718" y="25652"/>
                      <a:pt x="30647" y="26128"/>
                      <a:pt x="30480" y="26533"/>
                    </a:cubicBezTo>
                    <a:cubicBezTo>
                      <a:pt x="30278" y="27009"/>
                      <a:pt x="30052" y="27473"/>
                      <a:pt x="29909" y="27961"/>
                    </a:cubicBezTo>
                    <a:cubicBezTo>
                      <a:pt x="29718" y="28628"/>
                      <a:pt x="29194" y="29093"/>
                      <a:pt x="28980" y="29759"/>
                    </a:cubicBezTo>
                    <a:cubicBezTo>
                      <a:pt x="28861" y="30140"/>
                      <a:pt x="28587" y="30486"/>
                      <a:pt x="28337" y="30819"/>
                    </a:cubicBezTo>
                    <a:cubicBezTo>
                      <a:pt x="28230" y="30962"/>
                      <a:pt x="28040" y="31057"/>
                      <a:pt x="28087" y="31319"/>
                    </a:cubicBezTo>
                    <a:cubicBezTo>
                      <a:pt x="28111" y="31402"/>
                      <a:pt x="27873" y="31629"/>
                      <a:pt x="27766" y="31712"/>
                    </a:cubicBezTo>
                    <a:cubicBezTo>
                      <a:pt x="27587" y="31867"/>
                      <a:pt x="27551" y="32093"/>
                      <a:pt x="27420" y="32260"/>
                    </a:cubicBezTo>
                    <a:cubicBezTo>
                      <a:pt x="27206" y="32533"/>
                      <a:pt x="26932" y="32760"/>
                      <a:pt x="26801" y="33105"/>
                    </a:cubicBezTo>
                    <a:cubicBezTo>
                      <a:pt x="26647" y="33486"/>
                      <a:pt x="26301" y="33748"/>
                      <a:pt x="26039" y="34034"/>
                    </a:cubicBezTo>
                    <a:cubicBezTo>
                      <a:pt x="25837" y="34260"/>
                      <a:pt x="25599" y="34462"/>
                      <a:pt x="25420" y="34700"/>
                    </a:cubicBezTo>
                    <a:cubicBezTo>
                      <a:pt x="25170" y="35034"/>
                      <a:pt x="24801" y="35212"/>
                      <a:pt x="24539" y="35534"/>
                    </a:cubicBezTo>
                    <a:cubicBezTo>
                      <a:pt x="24063" y="36129"/>
                      <a:pt x="23420" y="36570"/>
                      <a:pt x="22801" y="36998"/>
                    </a:cubicBezTo>
                    <a:cubicBezTo>
                      <a:pt x="22003" y="37558"/>
                      <a:pt x="21229" y="38189"/>
                      <a:pt x="20348" y="38629"/>
                    </a:cubicBezTo>
                    <a:cubicBezTo>
                      <a:pt x="19693" y="38951"/>
                      <a:pt x="19086" y="39368"/>
                      <a:pt x="18360" y="39546"/>
                    </a:cubicBezTo>
                    <a:cubicBezTo>
                      <a:pt x="18265" y="39570"/>
                      <a:pt x="18193" y="39713"/>
                      <a:pt x="18098" y="39725"/>
                    </a:cubicBezTo>
                    <a:cubicBezTo>
                      <a:pt x="18015" y="39734"/>
                      <a:pt x="17937" y="39753"/>
                      <a:pt x="17867" y="39753"/>
                    </a:cubicBezTo>
                    <a:cubicBezTo>
                      <a:pt x="17748" y="39753"/>
                      <a:pt x="17655" y="39694"/>
                      <a:pt x="17610" y="39415"/>
                    </a:cubicBezTo>
                    <a:cubicBezTo>
                      <a:pt x="17514" y="38868"/>
                      <a:pt x="17574" y="38296"/>
                      <a:pt x="17348" y="37748"/>
                    </a:cubicBezTo>
                    <a:cubicBezTo>
                      <a:pt x="17229" y="37415"/>
                      <a:pt x="17276" y="36986"/>
                      <a:pt x="17205" y="36617"/>
                    </a:cubicBezTo>
                    <a:cubicBezTo>
                      <a:pt x="17086" y="35998"/>
                      <a:pt x="17169" y="35343"/>
                      <a:pt x="16836" y="34760"/>
                    </a:cubicBezTo>
                    <a:cubicBezTo>
                      <a:pt x="16752" y="34629"/>
                      <a:pt x="16657" y="34498"/>
                      <a:pt x="16610" y="34331"/>
                    </a:cubicBezTo>
                    <a:cubicBezTo>
                      <a:pt x="16541" y="34125"/>
                      <a:pt x="16433" y="34027"/>
                      <a:pt x="16276" y="34027"/>
                    </a:cubicBezTo>
                    <a:cubicBezTo>
                      <a:pt x="16189" y="34027"/>
                      <a:pt x="16086" y="34057"/>
                      <a:pt x="15967" y="34117"/>
                    </a:cubicBezTo>
                    <a:cubicBezTo>
                      <a:pt x="15894" y="34157"/>
                      <a:pt x="15823" y="34170"/>
                      <a:pt x="15752" y="34170"/>
                    </a:cubicBezTo>
                    <a:cubicBezTo>
                      <a:pt x="15625" y="34170"/>
                      <a:pt x="15501" y="34128"/>
                      <a:pt x="15377" y="34128"/>
                    </a:cubicBezTo>
                    <a:cubicBezTo>
                      <a:pt x="15367" y="34128"/>
                      <a:pt x="15357" y="34128"/>
                      <a:pt x="15348" y="34129"/>
                    </a:cubicBezTo>
                    <a:cubicBezTo>
                      <a:pt x="15290" y="34131"/>
                      <a:pt x="15233" y="34132"/>
                      <a:pt x="15176" y="34132"/>
                    </a:cubicBezTo>
                    <a:cubicBezTo>
                      <a:pt x="14652" y="34132"/>
                      <a:pt x="14136" y="34042"/>
                      <a:pt x="13621" y="34010"/>
                    </a:cubicBezTo>
                    <a:cubicBezTo>
                      <a:pt x="13133" y="33974"/>
                      <a:pt x="12704" y="33772"/>
                      <a:pt x="12264" y="33724"/>
                    </a:cubicBezTo>
                    <a:cubicBezTo>
                      <a:pt x="11799" y="33676"/>
                      <a:pt x="11442" y="33438"/>
                      <a:pt x="11026" y="33295"/>
                    </a:cubicBezTo>
                    <a:cubicBezTo>
                      <a:pt x="10585" y="33153"/>
                      <a:pt x="10180" y="32926"/>
                      <a:pt x="9752" y="32712"/>
                    </a:cubicBezTo>
                    <a:cubicBezTo>
                      <a:pt x="9263" y="32474"/>
                      <a:pt x="8811" y="32164"/>
                      <a:pt x="8287" y="31962"/>
                    </a:cubicBezTo>
                    <a:cubicBezTo>
                      <a:pt x="8132" y="31902"/>
                      <a:pt x="7847" y="31843"/>
                      <a:pt x="7775" y="31557"/>
                    </a:cubicBezTo>
                    <a:cubicBezTo>
                      <a:pt x="7739" y="31379"/>
                      <a:pt x="7477" y="31414"/>
                      <a:pt x="7335" y="31343"/>
                    </a:cubicBezTo>
                    <a:cubicBezTo>
                      <a:pt x="7120" y="31224"/>
                      <a:pt x="6977" y="31069"/>
                      <a:pt x="6858" y="30914"/>
                    </a:cubicBezTo>
                    <a:cubicBezTo>
                      <a:pt x="6608" y="30593"/>
                      <a:pt x="6204" y="30390"/>
                      <a:pt x="6001" y="30105"/>
                    </a:cubicBezTo>
                    <a:cubicBezTo>
                      <a:pt x="5799" y="29843"/>
                      <a:pt x="5501" y="29688"/>
                      <a:pt x="5358" y="29402"/>
                    </a:cubicBezTo>
                    <a:cubicBezTo>
                      <a:pt x="5275" y="29235"/>
                      <a:pt x="5084" y="29188"/>
                      <a:pt x="4977" y="29045"/>
                    </a:cubicBezTo>
                    <a:cubicBezTo>
                      <a:pt x="4680" y="28664"/>
                      <a:pt x="4334" y="28319"/>
                      <a:pt x="4084" y="27902"/>
                    </a:cubicBezTo>
                    <a:cubicBezTo>
                      <a:pt x="3846" y="27497"/>
                      <a:pt x="3525" y="27128"/>
                      <a:pt x="3322" y="26711"/>
                    </a:cubicBezTo>
                    <a:cubicBezTo>
                      <a:pt x="2751" y="25568"/>
                      <a:pt x="2096" y="24461"/>
                      <a:pt x="1822" y="23187"/>
                    </a:cubicBezTo>
                    <a:cubicBezTo>
                      <a:pt x="1727" y="22758"/>
                      <a:pt x="1655" y="22306"/>
                      <a:pt x="1512" y="21913"/>
                    </a:cubicBezTo>
                    <a:cubicBezTo>
                      <a:pt x="1358" y="21508"/>
                      <a:pt x="1512" y="21068"/>
                      <a:pt x="1251" y="20711"/>
                    </a:cubicBezTo>
                    <a:cubicBezTo>
                      <a:pt x="1239" y="20711"/>
                      <a:pt x="1239" y="20687"/>
                      <a:pt x="1239" y="20687"/>
                    </a:cubicBezTo>
                    <a:cubicBezTo>
                      <a:pt x="1429" y="20330"/>
                      <a:pt x="1239" y="19949"/>
                      <a:pt x="1191" y="19627"/>
                    </a:cubicBezTo>
                    <a:cubicBezTo>
                      <a:pt x="1143" y="19246"/>
                      <a:pt x="1203" y="18770"/>
                      <a:pt x="846" y="18460"/>
                    </a:cubicBezTo>
                    <a:cubicBezTo>
                      <a:pt x="834" y="18436"/>
                      <a:pt x="822" y="18413"/>
                      <a:pt x="822" y="18401"/>
                    </a:cubicBezTo>
                    <a:cubicBezTo>
                      <a:pt x="1072" y="17996"/>
                      <a:pt x="786" y="17579"/>
                      <a:pt x="881" y="17162"/>
                    </a:cubicBezTo>
                    <a:cubicBezTo>
                      <a:pt x="989" y="16734"/>
                      <a:pt x="917" y="16258"/>
                      <a:pt x="1024" y="15829"/>
                    </a:cubicBezTo>
                    <a:cubicBezTo>
                      <a:pt x="1239" y="15007"/>
                      <a:pt x="1322" y="14162"/>
                      <a:pt x="1584" y="13341"/>
                    </a:cubicBezTo>
                    <a:cubicBezTo>
                      <a:pt x="1751" y="12841"/>
                      <a:pt x="1882" y="12329"/>
                      <a:pt x="2048" y="11829"/>
                    </a:cubicBezTo>
                    <a:cubicBezTo>
                      <a:pt x="2132" y="11590"/>
                      <a:pt x="2143" y="11281"/>
                      <a:pt x="2429" y="11090"/>
                    </a:cubicBezTo>
                    <a:cubicBezTo>
                      <a:pt x="2620" y="10959"/>
                      <a:pt x="2644" y="10614"/>
                      <a:pt x="2655" y="10400"/>
                    </a:cubicBezTo>
                    <a:cubicBezTo>
                      <a:pt x="2691" y="9828"/>
                      <a:pt x="3048" y="9435"/>
                      <a:pt x="3286" y="8983"/>
                    </a:cubicBezTo>
                    <a:cubicBezTo>
                      <a:pt x="3513" y="8578"/>
                      <a:pt x="3798" y="8197"/>
                      <a:pt x="4037" y="7804"/>
                    </a:cubicBezTo>
                    <a:cubicBezTo>
                      <a:pt x="4215" y="7518"/>
                      <a:pt x="4429" y="7221"/>
                      <a:pt x="4691" y="6971"/>
                    </a:cubicBezTo>
                    <a:cubicBezTo>
                      <a:pt x="4870" y="6804"/>
                      <a:pt x="5013" y="6590"/>
                      <a:pt x="5168" y="6387"/>
                    </a:cubicBezTo>
                    <a:cubicBezTo>
                      <a:pt x="5477" y="6006"/>
                      <a:pt x="5787" y="5613"/>
                      <a:pt x="6132" y="5304"/>
                    </a:cubicBezTo>
                    <a:cubicBezTo>
                      <a:pt x="6799" y="4709"/>
                      <a:pt x="7466" y="4125"/>
                      <a:pt x="8216" y="3637"/>
                    </a:cubicBezTo>
                    <a:cubicBezTo>
                      <a:pt x="8585" y="3387"/>
                      <a:pt x="8990" y="3196"/>
                      <a:pt x="9335" y="2875"/>
                    </a:cubicBezTo>
                    <a:cubicBezTo>
                      <a:pt x="9549" y="2673"/>
                      <a:pt x="9930" y="2518"/>
                      <a:pt x="10240" y="2411"/>
                    </a:cubicBezTo>
                    <a:cubicBezTo>
                      <a:pt x="10573" y="2280"/>
                      <a:pt x="10787" y="1982"/>
                      <a:pt x="11145" y="1934"/>
                    </a:cubicBezTo>
                    <a:cubicBezTo>
                      <a:pt x="11291" y="1915"/>
                      <a:pt x="11405" y="1767"/>
                      <a:pt x="11534" y="1767"/>
                    </a:cubicBezTo>
                    <a:cubicBezTo>
                      <a:pt x="11562" y="1767"/>
                      <a:pt x="11591" y="1774"/>
                      <a:pt x="11621" y="1792"/>
                    </a:cubicBezTo>
                    <a:cubicBezTo>
                      <a:pt x="11859" y="1732"/>
                      <a:pt x="12049" y="1625"/>
                      <a:pt x="12204" y="1577"/>
                    </a:cubicBezTo>
                    <a:cubicBezTo>
                      <a:pt x="12397" y="1510"/>
                      <a:pt x="12551" y="1301"/>
                      <a:pt x="12762" y="1301"/>
                    </a:cubicBezTo>
                    <a:cubicBezTo>
                      <a:pt x="12811" y="1301"/>
                      <a:pt x="12862" y="1312"/>
                      <a:pt x="12919" y="1339"/>
                    </a:cubicBezTo>
                    <a:cubicBezTo>
                      <a:pt x="12937" y="1348"/>
                      <a:pt x="12952" y="1352"/>
                      <a:pt x="12966" y="1352"/>
                    </a:cubicBezTo>
                    <a:cubicBezTo>
                      <a:pt x="13042" y="1352"/>
                      <a:pt x="13059" y="1232"/>
                      <a:pt x="13109" y="1232"/>
                    </a:cubicBezTo>
                    <a:cubicBezTo>
                      <a:pt x="13550" y="1196"/>
                      <a:pt x="13978" y="1030"/>
                      <a:pt x="14419" y="958"/>
                    </a:cubicBezTo>
                    <a:cubicBezTo>
                      <a:pt x="14754" y="908"/>
                      <a:pt x="15089" y="891"/>
                      <a:pt x="15424" y="891"/>
                    </a:cubicBezTo>
                    <a:close/>
                    <a:moveTo>
                      <a:pt x="17628" y="1"/>
                    </a:moveTo>
                    <a:cubicBezTo>
                      <a:pt x="17609" y="1"/>
                      <a:pt x="17582" y="9"/>
                      <a:pt x="17574" y="18"/>
                    </a:cubicBezTo>
                    <a:cubicBezTo>
                      <a:pt x="17540" y="100"/>
                      <a:pt x="17500" y="125"/>
                      <a:pt x="17457" y="125"/>
                    </a:cubicBezTo>
                    <a:cubicBezTo>
                      <a:pt x="17396" y="125"/>
                      <a:pt x="17328" y="72"/>
                      <a:pt x="17264" y="65"/>
                    </a:cubicBezTo>
                    <a:cubicBezTo>
                      <a:pt x="16926" y="61"/>
                      <a:pt x="16589" y="55"/>
                      <a:pt x="16253" y="55"/>
                    </a:cubicBezTo>
                    <a:cubicBezTo>
                      <a:pt x="15548" y="55"/>
                      <a:pt x="14847" y="83"/>
                      <a:pt x="14145" y="220"/>
                    </a:cubicBezTo>
                    <a:cubicBezTo>
                      <a:pt x="13526" y="339"/>
                      <a:pt x="12907" y="434"/>
                      <a:pt x="12323" y="660"/>
                    </a:cubicBezTo>
                    <a:cubicBezTo>
                      <a:pt x="11657" y="934"/>
                      <a:pt x="10990" y="1184"/>
                      <a:pt x="10347" y="1518"/>
                    </a:cubicBezTo>
                    <a:cubicBezTo>
                      <a:pt x="9787" y="1792"/>
                      <a:pt x="9228" y="2065"/>
                      <a:pt x="8692" y="2399"/>
                    </a:cubicBezTo>
                    <a:cubicBezTo>
                      <a:pt x="8251" y="2696"/>
                      <a:pt x="7799" y="2982"/>
                      <a:pt x="7358" y="3292"/>
                    </a:cubicBezTo>
                    <a:cubicBezTo>
                      <a:pt x="7061" y="3506"/>
                      <a:pt x="6775" y="3708"/>
                      <a:pt x="6549" y="3994"/>
                    </a:cubicBezTo>
                    <a:cubicBezTo>
                      <a:pt x="6505" y="4049"/>
                      <a:pt x="6501" y="4175"/>
                      <a:pt x="6417" y="4175"/>
                    </a:cubicBezTo>
                    <a:cubicBezTo>
                      <a:pt x="6410" y="4175"/>
                      <a:pt x="6402" y="4175"/>
                      <a:pt x="6394" y="4173"/>
                    </a:cubicBezTo>
                    <a:cubicBezTo>
                      <a:pt x="6368" y="4167"/>
                      <a:pt x="6343" y="4164"/>
                      <a:pt x="6319" y="4164"/>
                    </a:cubicBezTo>
                    <a:cubicBezTo>
                      <a:pt x="6095" y="4164"/>
                      <a:pt x="5981" y="4397"/>
                      <a:pt x="5906" y="4494"/>
                    </a:cubicBezTo>
                    <a:cubicBezTo>
                      <a:pt x="5656" y="4816"/>
                      <a:pt x="5299" y="5018"/>
                      <a:pt x="5084" y="5363"/>
                    </a:cubicBezTo>
                    <a:cubicBezTo>
                      <a:pt x="4977" y="5518"/>
                      <a:pt x="4727" y="5649"/>
                      <a:pt x="4703" y="5756"/>
                    </a:cubicBezTo>
                    <a:cubicBezTo>
                      <a:pt x="4620" y="6054"/>
                      <a:pt x="4310" y="6149"/>
                      <a:pt x="4168" y="6423"/>
                    </a:cubicBezTo>
                    <a:cubicBezTo>
                      <a:pt x="4048" y="6685"/>
                      <a:pt x="3763" y="6947"/>
                      <a:pt x="3584" y="7233"/>
                    </a:cubicBezTo>
                    <a:cubicBezTo>
                      <a:pt x="3406" y="7530"/>
                      <a:pt x="3156" y="7780"/>
                      <a:pt x="3025" y="8090"/>
                    </a:cubicBezTo>
                    <a:cubicBezTo>
                      <a:pt x="2953" y="8245"/>
                      <a:pt x="2775" y="8292"/>
                      <a:pt x="2751" y="8471"/>
                    </a:cubicBezTo>
                    <a:cubicBezTo>
                      <a:pt x="2739" y="8745"/>
                      <a:pt x="2394" y="8888"/>
                      <a:pt x="2453" y="9209"/>
                    </a:cubicBezTo>
                    <a:cubicBezTo>
                      <a:pt x="2048" y="9364"/>
                      <a:pt x="2072" y="9804"/>
                      <a:pt x="1917" y="10102"/>
                    </a:cubicBezTo>
                    <a:cubicBezTo>
                      <a:pt x="1643" y="10650"/>
                      <a:pt x="1405" y="11245"/>
                      <a:pt x="1227" y="11840"/>
                    </a:cubicBezTo>
                    <a:cubicBezTo>
                      <a:pt x="1167" y="12067"/>
                      <a:pt x="1036" y="12257"/>
                      <a:pt x="989" y="12483"/>
                    </a:cubicBezTo>
                    <a:cubicBezTo>
                      <a:pt x="846" y="13126"/>
                      <a:pt x="691" y="13769"/>
                      <a:pt x="512" y="14400"/>
                    </a:cubicBezTo>
                    <a:cubicBezTo>
                      <a:pt x="334" y="15055"/>
                      <a:pt x="274" y="15722"/>
                      <a:pt x="191" y="16389"/>
                    </a:cubicBezTo>
                    <a:cubicBezTo>
                      <a:pt x="167" y="16531"/>
                      <a:pt x="381" y="16520"/>
                      <a:pt x="262" y="16674"/>
                    </a:cubicBezTo>
                    <a:cubicBezTo>
                      <a:pt x="0" y="17055"/>
                      <a:pt x="215" y="17496"/>
                      <a:pt x="131" y="17913"/>
                    </a:cubicBezTo>
                    <a:cubicBezTo>
                      <a:pt x="84" y="18127"/>
                      <a:pt x="36" y="18401"/>
                      <a:pt x="108" y="18591"/>
                    </a:cubicBezTo>
                    <a:cubicBezTo>
                      <a:pt x="286" y="19020"/>
                      <a:pt x="191" y="19472"/>
                      <a:pt x="250" y="19913"/>
                    </a:cubicBezTo>
                    <a:cubicBezTo>
                      <a:pt x="298" y="20318"/>
                      <a:pt x="429" y="20699"/>
                      <a:pt x="465" y="21092"/>
                    </a:cubicBezTo>
                    <a:cubicBezTo>
                      <a:pt x="524" y="21604"/>
                      <a:pt x="834" y="22020"/>
                      <a:pt x="881" y="22520"/>
                    </a:cubicBezTo>
                    <a:cubicBezTo>
                      <a:pt x="929" y="22949"/>
                      <a:pt x="1084" y="23342"/>
                      <a:pt x="1191" y="23747"/>
                    </a:cubicBezTo>
                    <a:cubicBezTo>
                      <a:pt x="1298" y="24128"/>
                      <a:pt x="1524" y="24485"/>
                      <a:pt x="1632" y="24878"/>
                    </a:cubicBezTo>
                    <a:cubicBezTo>
                      <a:pt x="1643" y="24937"/>
                      <a:pt x="1655" y="24997"/>
                      <a:pt x="1691" y="25033"/>
                    </a:cubicBezTo>
                    <a:cubicBezTo>
                      <a:pt x="2048" y="25366"/>
                      <a:pt x="1905" y="25973"/>
                      <a:pt x="2370" y="26235"/>
                    </a:cubicBezTo>
                    <a:cubicBezTo>
                      <a:pt x="2370" y="26783"/>
                      <a:pt x="2786" y="27164"/>
                      <a:pt x="3036" y="27592"/>
                    </a:cubicBezTo>
                    <a:cubicBezTo>
                      <a:pt x="3501" y="28426"/>
                      <a:pt x="4048" y="29223"/>
                      <a:pt x="4727" y="29902"/>
                    </a:cubicBezTo>
                    <a:cubicBezTo>
                      <a:pt x="5191" y="30355"/>
                      <a:pt x="5644" y="30831"/>
                      <a:pt x="6096" y="31295"/>
                    </a:cubicBezTo>
                    <a:cubicBezTo>
                      <a:pt x="6811" y="32021"/>
                      <a:pt x="7680" y="32569"/>
                      <a:pt x="8597" y="33022"/>
                    </a:cubicBezTo>
                    <a:cubicBezTo>
                      <a:pt x="9323" y="33391"/>
                      <a:pt x="10049" y="33795"/>
                      <a:pt x="10823" y="34093"/>
                    </a:cubicBezTo>
                    <a:cubicBezTo>
                      <a:pt x="11811" y="34474"/>
                      <a:pt x="12811" y="34772"/>
                      <a:pt x="13871" y="34867"/>
                    </a:cubicBezTo>
                    <a:cubicBezTo>
                      <a:pt x="14082" y="34889"/>
                      <a:pt x="14293" y="34895"/>
                      <a:pt x="14504" y="34895"/>
                    </a:cubicBezTo>
                    <a:cubicBezTo>
                      <a:pt x="14759" y="34895"/>
                      <a:pt x="15014" y="34886"/>
                      <a:pt x="15266" y="34886"/>
                    </a:cubicBezTo>
                    <a:cubicBezTo>
                      <a:pt x="15474" y="34886"/>
                      <a:pt x="15680" y="34892"/>
                      <a:pt x="15883" y="34915"/>
                    </a:cubicBezTo>
                    <a:cubicBezTo>
                      <a:pt x="15966" y="34877"/>
                      <a:pt x="16024" y="34858"/>
                      <a:pt x="16066" y="34858"/>
                    </a:cubicBezTo>
                    <a:cubicBezTo>
                      <a:pt x="16156" y="34858"/>
                      <a:pt x="16172" y="34946"/>
                      <a:pt x="16205" y="35117"/>
                    </a:cubicBezTo>
                    <a:cubicBezTo>
                      <a:pt x="16312" y="35855"/>
                      <a:pt x="16467" y="36582"/>
                      <a:pt x="16514" y="37332"/>
                    </a:cubicBezTo>
                    <a:cubicBezTo>
                      <a:pt x="16562" y="37998"/>
                      <a:pt x="16681" y="38665"/>
                      <a:pt x="16752" y="39332"/>
                    </a:cubicBezTo>
                    <a:cubicBezTo>
                      <a:pt x="16788" y="39641"/>
                      <a:pt x="16883" y="39951"/>
                      <a:pt x="16895" y="40249"/>
                    </a:cubicBezTo>
                    <a:cubicBezTo>
                      <a:pt x="16906" y="40570"/>
                      <a:pt x="17106" y="40864"/>
                      <a:pt x="17377" y="40864"/>
                    </a:cubicBezTo>
                    <a:cubicBezTo>
                      <a:pt x="17418" y="40864"/>
                      <a:pt x="17459" y="40858"/>
                      <a:pt x="17503" y="40844"/>
                    </a:cubicBezTo>
                    <a:cubicBezTo>
                      <a:pt x="17943" y="40701"/>
                      <a:pt x="18372" y="40534"/>
                      <a:pt x="18800" y="40368"/>
                    </a:cubicBezTo>
                    <a:cubicBezTo>
                      <a:pt x="19146" y="40237"/>
                      <a:pt x="19562" y="40153"/>
                      <a:pt x="19836" y="39915"/>
                    </a:cubicBezTo>
                    <a:cubicBezTo>
                      <a:pt x="20146" y="39641"/>
                      <a:pt x="20491" y="39522"/>
                      <a:pt x="20860" y="39403"/>
                    </a:cubicBezTo>
                    <a:cubicBezTo>
                      <a:pt x="20967" y="39368"/>
                      <a:pt x="21122" y="39368"/>
                      <a:pt x="21170" y="39249"/>
                    </a:cubicBezTo>
                    <a:cubicBezTo>
                      <a:pt x="21301" y="38891"/>
                      <a:pt x="21694" y="38879"/>
                      <a:pt x="21932" y="38653"/>
                    </a:cubicBezTo>
                    <a:cubicBezTo>
                      <a:pt x="22098" y="38498"/>
                      <a:pt x="22408" y="38451"/>
                      <a:pt x="22527" y="38272"/>
                    </a:cubicBezTo>
                    <a:cubicBezTo>
                      <a:pt x="22729" y="37986"/>
                      <a:pt x="23051" y="37915"/>
                      <a:pt x="23277" y="37701"/>
                    </a:cubicBezTo>
                    <a:cubicBezTo>
                      <a:pt x="23575" y="37427"/>
                      <a:pt x="23896" y="37165"/>
                      <a:pt x="24230" y="36951"/>
                    </a:cubicBezTo>
                    <a:cubicBezTo>
                      <a:pt x="24480" y="36796"/>
                      <a:pt x="24646" y="36629"/>
                      <a:pt x="24825" y="36403"/>
                    </a:cubicBezTo>
                    <a:cubicBezTo>
                      <a:pt x="24944" y="36236"/>
                      <a:pt x="25099" y="36070"/>
                      <a:pt x="25277" y="35939"/>
                    </a:cubicBezTo>
                    <a:cubicBezTo>
                      <a:pt x="25730" y="35617"/>
                      <a:pt x="26039" y="35153"/>
                      <a:pt x="26444" y="34796"/>
                    </a:cubicBezTo>
                    <a:cubicBezTo>
                      <a:pt x="26706" y="34569"/>
                      <a:pt x="26837" y="34272"/>
                      <a:pt x="27087" y="34034"/>
                    </a:cubicBezTo>
                    <a:cubicBezTo>
                      <a:pt x="27540" y="33629"/>
                      <a:pt x="28004" y="33224"/>
                      <a:pt x="28313" y="32664"/>
                    </a:cubicBezTo>
                    <a:cubicBezTo>
                      <a:pt x="28563" y="32224"/>
                      <a:pt x="28885" y="31831"/>
                      <a:pt x="29171" y="31402"/>
                    </a:cubicBezTo>
                    <a:cubicBezTo>
                      <a:pt x="29361" y="31105"/>
                      <a:pt x="29480" y="30771"/>
                      <a:pt x="29706" y="30486"/>
                    </a:cubicBezTo>
                    <a:cubicBezTo>
                      <a:pt x="29909" y="30224"/>
                      <a:pt x="29992" y="29843"/>
                      <a:pt x="30195" y="29569"/>
                    </a:cubicBezTo>
                    <a:cubicBezTo>
                      <a:pt x="30290" y="29438"/>
                      <a:pt x="30159" y="29319"/>
                      <a:pt x="30278" y="29212"/>
                    </a:cubicBezTo>
                    <a:cubicBezTo>
                      <a:pt x="30457" y="29057"/>
                      <a:pt x="30576" y="28854"/>
                      <a:pt x="30671" y="28616"/>
                    </a:cubicBezTo>
                    <a:cubicBezTo>
                      <a:pt x="30742" y="28450"/>
                      <a:pt x="30838" y="28223"/>
                      <a:pt x="30873" y="28069"/>
                    </a:cubicBezTo>
                    <a:cubicBezTo>
                      <a:pt x="30933" y="27842"/>
                      <a:pt x="31111" y="27759"/>
                      <a:pt x="31171" y="27580"/>
                    </a:cubicBezTo>
                    <a:cubicBezTo>
                      <a:pt x="31397" y="26902"/>
                      <a:pt x="31552" y="26199"/>
                      <a:pt x="31861" y="25556"/>
                    </a:cubicBezTo>
                    <a:cubicBezTo>
                      <a:pt x="31933" y="25390"/>
                      <a:pt x="32040" y="25199"/>
                      <a:pt x="31981" y="24973"/>
                    </a:cubicBezTo>
                    <a:cubicBezTo>
                      <a:pt x="31957" y="24866"/>
                      <a:pt x="31850" y="24568"/>
                      <a:pt x="32088" y="24556"/>
                    </a:cubicBezTo>
                    <a:cubicBezTo>
                      <a:pt x="32242" y="24544"/>
                      <a:pt x="32219" y="24509"/>
                      <a:pt x="32231" y="24413"/>
                    </a:cubicBezTo>
                    <a:cubicBezTo>
                      <a:pt x="32266" y="23985"/>
                      <a:pt x="32302" y="23568"/>
                      <a:pt x="32528" y="23187"/>
                    </a:cubicBezTo>
                    <a:cubicBezTo>
                      <a:pt x="32564" y="23128"/>
                      <a:pt x="32564" y="23056"/>
                      <a:pt x="32576" y="22985"/>
                    </a:cubicBezTo>
                    <a:cubicBezTo>
                      <a:pt x="32623" y="22568"/>
                      <a:pt x="32481" y="22115"/>
                      <a:pt x="32790" y="21746"/>
                    </a:cubicBezTo>
                    <a:cubicBezTo>
                      <a:pt x="32802" y="21734"/>
                      <a:pt x="32790" y="21663"/>
                      <a:pt x="32778" y="21663"/>
                    </a:cubicBezTo>
                    <a:cubicBezTo>
                      <a:pt x="32564" y="21580"/>
                      <a:pt x="32707" y="21484"/>
                      <a:pt x="32766" y="21389"/>
                    </a:cubicBezTo>
                    <a:cubicBezTo>
                      <a:pt x="32897" y="21211"/>
                      <a:pt x="32969" y="20949"/>
                      <a:pt x="32921" y="20794"/>
                    </a:cubicBezTo>
                    <a:cubicBezTo>
                      <a:pt x="32731" y="20222"/>
                      <a:pt x="33016" y="19699"/>
                      <a:pt x="33004" y="19151"/>
                    </a:cubicBezTo>
                    <a:cubicBezTo>
                      <a:pt x="32993" y="18829"/>
                      <a:pt x="33100" y="18496"/>
                      <a:pt x="33052" y="18151"/>
                    </a:cubicBezTo>
                    <a:cubicBezTo>
                      <a:pt x="33040" y="18020"/>
                      <a:pt x="33016" y="17865"/>
                      <a:pt x="33016" y="17734"/>
                    </a:cubicBezTo>
                    <a:cubicBezTo>
                      <a:pt x="33004" y="17520"/>
                      <a:pt x="33135" y="17317"/>
                      <a:pt x="33064" y="17127"/>
                    </a:cubicBezTo>
                    <a:cubicBezTo>
                      <a:pt x="32885" y="16627"/>
                      <a:pt x="32957" y="16115"/>
                      <a:pt x="32933" y="15603"/>
                    </a:cubicBezTo>
                    <a:cubicBezTo>
                      <a:pt x="32933" y="15436"/>
                      <a:pt x="32790" y="15257"/>
                      <a:pt x="32874" y="15127"/>
                    </a:cubicBezTo>
                    <a:cubicBezTo>
                      <a:pt x="32969" y="14984"/>
                      <a:pt x="32921" y="14912"/>
                      <a:pt x="32838" y="14829"/>
                    </a:cubicBezTo>
                    <a:cubicBezTo>
                      <a:pt x="32731" y="14698"/>
                      <a:pt x="32695" y="14555"/>
                      <a:pt x="32707" y="14388"/>
                    </a:cubicBezTo>
                    <a:cubicBezTo>
                      <a:pt x="32754" y="13805"/>
                      <a:pt x="32457" y="13269"/>
                      <a:pt x="32397" y="12686"/>
                    </a:cubicBezTo>
                    <a:cubicBezTo>
                      <a:pt x="32362" y="12317"/>
                      <a:pt x="32112" y="12019"/>
                      <a:pt x="32040" y="11662"/>
                    </a:cubicBezTo>
                    <a:cubicBezTo>
                      <a:pt x="31992" y="11448"/>
                      <a:pt x="31933" y="11197"/>
                      <a:pt x="31814" y="11031"/>
                    </a:cubicBezTo>
                    <a:cubicBezTo>
                      <a:pt x="31659" y="10769"/>
                      <a:pt x="31576" y="10483"/>
                      <a:pt x="31492" y="10209"/>
                    </a:cubicBezTo>
                    <a:cubicBezTo>
                      <a:pt x="31350" y="9721"/>
                      <a:pt x="31052" y="9316"/>
                      <a:pt x="30861" y="8852"/>
                    </a:cubicBezTo>
                    <a:cubicBezTo>
                      <a:pt x="30695" y="8447"/>
                      <a:pt x="30433" y="8066"/>
                      <a:pt x="30195" y="7697"/>
                    </a:cubicBezTo>
                    <a:cubicBezTo>
                      <a:pt x="29897" y="7257"/>
                      <a:pt x="29611" y="6816"/>
                      <a:pt x="29254" y="6411"/>
                    </a:cubicBezTo>
                    <a:cubicBezTo>
                      <a:pt x="29028" y="6149"/>
                      <a:pt x="28825" y="5863"/>
                      <a:pt x="28599" y="5590"/>
                    </a:cubicBezTo>
                    <a:cubicBezTo>
                      <a:pt x="28182" y="5078"/>
                      <a:pt x="27778" y="4554"/>
                      <a:pt x="27289" y="4125"/>
                    </a:cubicBezTo>
                    <a:cubicBezTo>
                      <a:pt x="27159" y="4018"/>
                      <a:pt x="27194" y="3839"/>
                      <a:pt x="27039" y="3792"/>
                    </a:cubicBezTo>
                    <a:cubicBezTo>
                      <a:pt x="26587" y="3649"/>
                      <a:pt x="26277" y="3280"/>
                      <a:pt x="25944" y="2982"/>
                    </a:cubicBezTo>
                    <a:cubicBezTo>
                      <a:pt x="25742" y="2792"/>
                      <a:pt x="25480" y="2720"/>
                      <a:pt x="25277" y="2482"/>
                    </a:cubicBezTo>
                    <a:cubicBezTo>
                      <a:pt x="25051" y="2184"/>
                      <a:pt x="24563" y="2077"/>
                      <a:pt x="24194" y="1911"/>
                    </a:cubicBezTo>
                    <a:cubicBezTo>
                      <a:pt x="24003" y="1827"/>
                      <a:pt x="23991" y="1577"/>
                      <a:pt x="23741" y="1577"/>
                    </a:cubicBezTo>
                    <a:cubicBezTo>
                      <a:pt x="23539" y="1565"/>
                      <a:pt x="23325" y="1506"/>
                      <a:pt x="23146" y="1399"/>
                    </a:cubicBezTo>
                    <a:cubicBezTo>
                      <a:pt x="22896" y="1244"/>
                      <a:pt x="22598" y="1196"/>
                      <a:pt x="22348" y="1041"/>
                    </a:cubicBezTo>
                    <a:cubicBezTo>
                      <a:pt x="21836" y="708"/>
                      <a:pt x="21217" y="672"/>
                      <a:pt x="20646" y="518"/>
                    </a:cubicBezTo>
                    <a:cubicBezTo>
                      <a:pt x="20217" y="399"/>
                      <a:pt x="19789" y="256"/>
                      <a:pt x="19336" y="196"/>
                    </a:cubicBezTo>
                    <a:cubicBezTo>
                      <a:pt x="19027" y="160"/>
                      <a:pt x="18729" y="65"/>
                      <a:pt x="18419" y="29"/>
                    </a:cubicBezTo>
                    <a:cubicBezTo>
                      <a:pt x="18400" y="26"/>
                      <a:pt x="18381" y="24"/>
                      <a:pt x="18361" y="24"/>
                    </a:cubicBezTo>
                    <a:cubicBezTo>
                      <a:pt x="18204" y="24"/>
                      <a:pt x="18046" y="128"/>
                      <a:pt x="17892" y="128"/>
                    </a:cubicBezTo>
                    <a:cubicBezTo>
                      <a:pt x="17809" y="128"/>
                      <a:pt x="17726" y="98"/>
                      <a:pt x="17645" y="6"/>
                    </a:cubicBezTo>
                    <a:cubicBezTo>
                      <a:pt x="17642" y="2"/>
                      <a:pt x="17635" y="1"/>
                      <a:pt x="1762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29"/>
              <p:cNvSpPr/>
              <p:nvPr/>
            </p:nvSpPr>
            <p:spPr>
              <a:xfrm>
                <a:off x="5507717" y="2312509"/>
                <a:ext cx="13448" cy="7466"/>
              </a:xfrm>
              <a:custGeom>
                <a:rect b="b" l="l" r="r" t="t"/>
                <a:pathLst>
                  <a:path extrusionOk="0" h="377" w="679">
                    <a:moveTo>
                      <a:pt x="272" y="1"/>
                    </a:moveTo>
                    <a:cubicBezTo>
                      <a:pt x="213" y="1"/>
                      <a:pt x="156" y="16"/>
                      <a:pt x="107" y="55"/>
                    </a:cubicBezTo>
                    <a:cubicBezTo>
                      <a:pt x="0" y="126"/>
                      <a:pt x="131" y="245"/>
                      <a:pt x="143" y="352"/>
                    </a:cubicBezTo>
                    <a:cubicBezTo>
                      <a:pt x="143" y="364"/>
                      <a:pt x="167" y="364"/>
                      <a:pt x="191" y="376"/>
                    </a:cubicBezTo>
                    <a:cubicBezTo>
                      <a:pt x="226" y="315"/>
                      <a:pt x="222" y="189"/>
                      <a:pt x="294" y="189"/>
                    </a:cubicBezTo>
                    <a:cubicBezTo>
                      <a:pt x="320" y="189"/>
                      <a:pt x="355" y="205"/>
                      <a:pt x="405" y="245"/>
                    </a:cubicBezTo>
                    <a:cubicBezTo>
                      <a:pt x="456" y="282"/>
                      <a:pt x="511" y="296"/>
                      <a:pt x="569" y="296"/>
                    </a:cubicBezTo>
                    <a:cubicBezTo>
                      <a:pt x="605" y="296"/>
                      <a:pt x="642" y="290"/>
                      <a:pt x="679" y="281"/>
                    </a:cubicBezTo>
                    <a:cubicBezTo>
                      <a:pt x="667" y="174"/>
                      <a:pt x="595" y="102"/>
                      <a:pt x="524" y="67"/>
                    </a:cubicBezTo>
                    <a:cubicBezTo>
                      <a:pt x="447" y="32"/>
                      <a:pt x="357" y="1"/>
                      <a:pt x="272" y="1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29"/>
              <p:cNvSpPr/>
              <p:nvPr/>
            </p:nvSpPr>
            <p:spPr>
              <a:xfrm>
                <a:off x="5529167" y="2322788"/>
                <a:ext cx="1426" cy="1010"/>
              </a:xfrm>
              <a:custGeom>
                <a:rect b="b" l="l" r="r" t="t"/>
                <a:pathLst>
                  <a:path extrusionOk="0" h="51" w="72">
                    <a:moveTo>
                      <a:pt x="48" y="0"/>
                    </a:moveTo>
                    <a:cubicBezTo>
                      <a:pt x="12" y="12"/>
                      <a:pt x="1" y="36"/>
                      <a:pt x="36" y="48"/>
                    </a:cubicBezTo>
                    <a:cubicBezTo>
                      <a:pt x="36" y="50"/>
                      <a:pt x="37" y="51"/>
                      <a:pt x="39" y="51"/>
                    </a:cubicBezTo>
                    <a:cubicBezTo>
                      <a:pt x="45" y="51"/>
                      <a:pt x="62" y="36"/>
                      <a:pt x="72" y="36"/>
                    </a:cubicBezTo>
                    <a:cubicBezTo>
                      <a:pt x="60" y="24"/>
                      <a:pt x="48" y="0"/>
                      <a:pt x="48" y="0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29"/>
              <p:cNvSpPr/>
              <p:nvPr/>
            </p:nvSpPr>
            <p:spPr>
              <a:xfrm>
                <a:off x="5523046" y="2322313"/>
                <a:ext cx="1188" cy="951"/>
              </a:xfrm>
              <a:custGeom>
                <a:rect b="b" l="l" r="r" t="t"/>
                <a:pathLst>
                  <a:path extrusionOk="0" h="48" w="60">
                    <a:moveTo>
                      <a:pt x="36" y="0"/>
                    </a:moveTo>
                    <a:cubicBezTo>
                      <a:pt x="24" y="0"/>
                      <a:pt x="12" y="12"/>
                      <a:pt x="0" y="12"/>
                    </a:cubicBezTo>
                    <a:cubicBezTo>
                      <a:pt x="12" y="24"/>
                      <a:pt x="24" y="36"/>
                      <a:pt x="24" y="48"/>
                    </a:cubicBezTo>
                    <a:cubicBezTo>
                      <a:pt x="36" y="36"/>
                      <a:pt x="48" y="36"/>
                      <a:pt x="60" y="24"/>
                    </a:cubicBezTo>
                    <a:cubicBezTo>
                      <a:pt x="48" y="12"/>
                      <a:pt x="48" y="0"/>
                      <a:pt x="36" y="0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29"/>
              <p:cNvSpPr/>
              <p:nvPr/>
            </p:nvSpPr>
            <p:spPr>
              <a:xfrm>
                <a:off x="5457251" y="2271768"/>
                <a:ext cx="164599" cy="366214"/>
              </a:xfrm>
              <a:custGeom>
                <a:rect b="b" l="l" r="r" t="t"/>
                <a:pathLst>
                  <a:path extrusionOk="0" h="18491" w="8311">
                    <a:moveTo>
                      <a:pt x="5666" y="1075"/>
                    </a:moveTo>
                    <a:cubicBezTo>
                      <a:pt x="5687" y="1075"/>
                      <a:pt x="5711" y="1082"/>
                      <a:pt x="5739" y="1100"/>
                    </a:cubicBezTo>
                    <a:cubicBezTo>
                      <a:pt x="5894" y="1207"/>
                      <a:pt x="6144" y="1135"/>
                      <a:pt x="6215" y="1397"/>
                    </a:cubicBezTo>
                    <a:cubicBezTo>
                      <a:pt x="6334" y="1802"/>
                      <a:pt x="6537" y="2171"/>
                      <a:pt x="6596" y="2588"/>
                    </a:cubicBezTo>
                    <a:cubicBezTo>
                      <a:pt x="6703" y="3302"/>
                      <a:pt x="7049" y="3969"/>
                      <a:pt x="7025" y="4719"/>
                    </a:cubicBezTo>
                    <a:cubicBezTo>
                      <a:pt x="7025" y="4945"/>
                      <a:pt x="7168" y="5160"/>
                      <a:pt x="7180" y="5386"/>
                    </a:cubicBezTo>
                    <a:cubicBezTo>
                      <a:pt x="7275" y="6267"/>
                      <a:pt x="7239" y="7148"/>
                      <a:pt x="7144" y="8041"/>
                    </a:cubicBezTo>
                    <a:cubicBezTo>
                      <a:pt x="7037" y="9017"/>
                      <a:pt x="6846" y="9982"/>
                      <a:pt x="6572" y="10922"/>
                    </a:cubicBezTo>
                    <a:cubicBezTo>
                      <a:pt x="6441" y="11387"/>
                      <a:pt x="6275" y="11839"/>
                      <a:pt x="6144" y="12303"/>
                    </a:cubicBezTo>
                    <a:cubicBezTo>
                      <a:pt x="6025" y="12696"/>
                      <a:pt x="5727" y="13030"/>
                      <a:pt x="5584" y="13435"/>
                    </a:cubicBezTo>
                    <a:cubicBezTo>
                      <a:pt x="5566" y="13500"/>
                      <a:pt x="5495" y="13500"/>
                      <a:pt x="5429" y="13500"/>
                    </a:cubicBezTo>
                    <a:cubicBezTo>
                      <a:pt x="5364" y="13500"/>
                      <a:pt x="5304" y="13500"/>
                      <a:pt x="5310" y="13565"/>
                    </a:cubicBezTo>
                    <a:cubicBezTo>
                      <a:pt x="5310" y="13685"/>
                      <a:pt x="5120" y="13744"/>
                      <a:pt x="5251" y="13911"/>
                    </a:cubicBezTo>
                    <a:cubicBezTo>
                      <a:pt x="5344" y="14032"/>
                      <a:pt x="5437" y="14058"/>
                      <a:pt x="5536" y="14058"/>
                    </a:cubicBezTo>
                    <a:cubicBezTo>
                      <a:pt x="5564" y="14058"/>
                      <a:pt x="5591" y="14056"/>
                      <a:pt x="5620" y="14054"/>
                    </a:cubicBezTo>
                    <a:cubicBezTo>
                      <a:pt x="6026" y="14031"/>
                      <a:pt x="6411" y="13934"/>
                      <a:pt x="6815" y="13934"/>
                    </a:cubicBezTo>
                    <a:cubicBezTo>
                      <a:pt x="6837" y="13934"/>
                      <a:pt x="6860" y="13934"/>
                      <a:pt x="6882" y="13935"/>
                    </a:cubicBezTo>
                    <a:cubicBezTo>
                      <a:pt x="7287" y="13958"/>
                      <a:pt x="7299" y="14042"/>
                      <a:pt x="7144" y="14435"/>
                    </a:cubicBezTo>
                    <a:cubicBezTo>
                      <a:pt x="7084" y="14589"/>
                      <a:pt x="6977" y="14732"/>
                      <a:pt x="6965" y="14923"/>
                    </a:cubicBezTo>
                    <a:cubicBezTo>
                      <a:pt x="6954" y="15102"/>
                      <a:pt x="6901" y="15355"/>
                      <a:pt x="6618" y="15355"/>
                    </a:cubicBezTo>
                    <a:cubicBezTo>
                      <a:pt x="6600" y="15355"/>
                      <a:pt x="6581" y="15354"/>
                      <a:pt x="6561" y="15351"/>
                    </a:cubicBezTo>
                    <a:cubicBezTo>
                      <a:pt x="6550" y="15350"/>
                      <a:pt x="6541" y="15350"/>
                      <a:pt x="6532" y="15350"/>
                    </a:cubicBezTo>
                    <a:cubicBezTo>
                      <a:pt x="6365" y="15350"/>
                      <a:pt x="6425" y="15559"/>
                      <a:pt x="6346" y="15649"/>
                    </a:cubicBezTo>
                    <a:cubicBezTo>
                      <a:pt x="6156" y="15840"/>
                      <a:pt x="5846" y="15971"/>
                      <a:pt x="5858" y="16316"/>
                    </a:cubicBezTo>
                    <a:cubicBezTo>
                      <a:pt x="5858" y="16340"/>
                      <a:pt x="5810" y="16363"/>
                      <a:pt x="5775" y="16375"/>
                    </a:cubicBezTo>
                    <a:cubicBezTo>
                      <a:pt x="5156" y="16590"/>
                      <a:pt x="4739" y="17149"/>
                      <a:pt x="4132" y="17352"/>
                    </a:cubicBezTo>
                    <a:cubicBezTo>
                      <a:pt x="3862" y="17442"/>
                      <a:pt x="3575" y="17549"/>
                      <a:pt x="3259" y="17549"/>
                    </a:cubicBezTo>
                    <a:cubicBezTo>
                      <a:pt x="3116" y="17549"/>
                      <a:pt x="2966" y="17527"/>
                      <a:pt x="2810" y="17471"/>
                    </a:cubicBezTo>
                    <a:cubicBezTo>
                      <a:pt x="2298" y="17292"/>
                      <a:pt x="2036" y="16971"/>
                      <a:pt x="1834" y="16506"/>
                    </a:cubicBezTo>
                    <a:cubicBezTo>
                      <a:pt x="1524" y="15792"/>
                      <a:pt x="1203" y="15089"/>
                      <a:pt x="1000" y="14327"/>
                    </a:cubicBezTo>
                    <a:cubicBezTo>
                      <a:pt x="941" y="14077"/>
                      <a:pt x="965" y="13816"/>
                      <a:pt x="857" y="13577"/>
                    </a:cubicBezTo>
                    <a:cubicBezTo>
                      <a:pt x="798" y="13423"/>
                      <a:pt x="869" y="13292"/>
                      <a:pt x="1131" y="13292"/>
                    </a:cubicBezTo>
                    <a:cubicBezTo>
                      <a:pt x="1144" y="13291"/>
                      <a:pt x="1158" y="13291"/>
                      <a:pt x="1171" y="13291"/>
                    </a:cubicBezTo>
                    <a:cubicBezTo>
                      <a:pt x="1485" y="13291"/>
                      <a:pt x="1738" y="13425"/>
                      <a:pt x="2024" y="13494"/>
                    </a:cubicBezTo>
                    <a:cubicBezTo>
                      <a:pt x="2141" y="13519"/>
                      <a:pt x="2243" y="13532"/>
                      <a:pt x="2332" y="13532"/>
                    </a:cubicBezTo>
                    <a:cubicBezTo>
                      <a:pt x="2670" y="13532"/>
                      <a:pt x="2825" y="13346"/>
                      <a:pt x="2929" y="12923"/>
                    </a:cubicBezTo>
                    <a:cubicBezTo>
                      <a:pt x="3108" y="12220"/>
                      <a:pt x="3203" y="11506"/>
                      <a:pt x="3274" y="10779"/>
                    </a:cubicBezTo>
                    <a:cubicBezTo>
                      <a:pt x="3322" y="10256"/>
                      <a:pt x="3417" y="9720"/>
                      <a:pt x="3405" y="9196"/>
                    </a:cubicBezTo>
                    <a:cubicBezTo>
                      <a:pt x="3393" y="8339"/>
                      <a:pt x="3513" y="7493"/>
                      <a:pt x="3417" y="6636"/>
                    </a:cubicBezTo>
                    <a:cubicBezTo>
                      <a:pt x="3382" y="6255"/>
                      <a:pt x="3417" y="5862"/>
                      <a:pt x="3310" y="5517"/>
                    </a:cubicBezTo>
                    <a:cubicBezTo>
                      <a:pt x="3132" y="4838"/>
                      <a:pt x="3036" y="4136"/>
                      <a:pt x="2810" y="3469"/>
                    </a:cubicBezTo>
                    <a:cubicBezTo>
                      <a:pt x="2667" y="3052"/>
                      <a:pt x="2477" y="2636"/>
                      <a:pt x="2429" y="2159"/>
                    </a:cubicBezTo>
                    <a:cubicBezTo>
                      <a:pt x="2460" y="2157"/>
                      <a:pt x="2491" y="2155"/>
                      <a:pt x="2520" y="2155"/>
                    </a:cubicBezTo>
                    <a:cubicBezTo>
                      <a:pt x="2759" y="2155"/>
                      <a:pt x="2934" y="2242"/>
                      <a:pt x="3072" y="2433"/>
                    </a:cubicBezTo>
                    <a:cubicBezTo>
                      <a:pt x="3227" y="2647"/>
                      <a:pt x="3513" y="2636"/>
                      <a:pt x="3727" y="2767"/>
                    </a:cubicBezTo>
                    <a:cubicBezTo>
                      <a:pt x="3870" y="2850"/>
                      <a:pt x="4001" y="3017"/>
                      <a:pt x="4167" y="3040"/>
                    </a:cubicBezTo>
                    <a:cubicBezTo>
                      <a:pt x="4200" y="3046"/>
                      <a:pt x="4233" y="3049"/>
                      <a:pt x="4266" y="3049"/>
                    </a:cubicBezTo>
                    <a:cubicBezTo>
                      <a:pt x="4643" y="3049"/>
                      <a:pt x="5089" y="2698"/>
                      <a:pt x="5144" y="2326"/>
                    </a:cubicBezTo>
                    <a:cubicBezTo>
                      <a:pt x="5203" y="1969"/>
                      <a:pt x="5334" y="1647"/>
                      <a:pt x="5489" y="1326"/>
                    </a:cubicBezTo>
                    <a:cubicBezTo>
                      <a:pt x="5538" y="1228"/>
                      <a:pt x="5570" y="1075"/>
                      <a:pt x="5666" y="1075"/>
                    </a:cubicBezTo>
                    <a:close/>
                    <a:moveTo>
                      <a:pt x="5703" y="1"/>
                    </a:moveTo>
                    <a:cubicBezTo>
                      <a:pt x="5550" y="1"/>
                      <a:pt x="5409" y="66"/>
                      <a:pt x="5310" y="207"/>
                    </a:cubicBezTo>
                    <a:cubicBezTo>
                      <a:pt x="4989" y="671"/>
                      <a:pt x="4667" y="1159"/>
                      <a:pt x="4596" y="1743"/>
                    </a:cubicBezTo>
                    <a:cubicBezTo>
                      <a:pt x="4555" y="2021"/>
                      <a:pt x="4424" y="2113"/>
                      <a:pt x="4258" y="2113"/>
                    </a:cubicBezTo>
                    <a:cubicBezTo>
                      <a:pt x="4182" y="2113"/>
                      <a:pt x="4098" y="2094"/>
                      <a:pt x="4013" y="2064"/>
                    </a:cubicBezTo>
                    <a:cubicBezTo>
                      <a:pt x="3643" y="1921"/>
                      <a:pt x="3346" y="1659"/>
                      <a:pt x="2965" y="1516"/>
                    </a:cubicBezTo>
                    <a:cubicBezTo>
                      <a:pt x="2702" y="1416"/>
                      <a:pt x="2404" y="1240"/>
                      <a:pt x="2136" y="1240"/>
                    </a:cubicBezTo>
                    <a:cubicBezTo>
                      <a:pt x="1991" y="1240"/>
                      <a:pt x="1855" y="1291"/>
                      <a:pt x="1738" y="1433"/>
                    </a:cubicBezTo>
                    <a:cubicBezTo>
                      <a:pt x="1346" y="1885"/>
                      <a:pt x="1810" y="2600"/>
                      <a:pt x="1965" y="3112"/>
                    </a:cubicBezTo>
                    <a:cubicBezTo>
                      <a:pt x="2060" y="3469"/>
                      <a:pt x="2155" y="3838"/>
                      <a:pt x="2239" y="4195"/>
                    </a:cubicBezTo>
                    <a:cubicBezTo>
                      <a:pt x="2417" y="4922"/>
                      <a:pt x="2608" y="5624"/>
                      <a:pt x="2655" y="6374"/>
                    </a:cubicBezTo>
                    <a:cubicBezTo>
                      <a:pt x="2703" y="6993"/>
                      <a:pt x="2655" y="7600"/>
                      <a:pt x="2679" y="8220"/>
                    </a:cubicBezTo>
                    <a:cubicBezTo>
                      <a:pt x="2703" y="8827"/>
                      <a:pt x="2560" y="9434"/>
                      <a:pt x="2643" y="10041"/>
                    </a:cubicBezTo>
                    <a:cubicBezTo>
                      <a:pt x="2715" y="10553"/>
                      <a:pt x="2441" y="11029"/>
                      <a:pt x="2453" y="11541"/>
                    </a:cubicBezTo>
                    <a:cubicBezTo>
                      <a:pt x="2477" y="11982"/>
                      <a:pt x="2262" y="12399"/>
                      <a:pt x="2358" y="12839"/>
                    </a:cubicBezTo>
                    <a:cubicBezTo>
                      <a:pt x="2375" y="12920"/>
                      <a:pt x="2367" y="12920"/>
                      <a:pt x="2321" y="12920"/>
                    </a:cubicBezTo>
                    <a:lnTo>
                      <a:pt x="2321" y="12920"/>
                    </a:lnTo>
                    <a:cubicBezTo>
                      <a:pt x="2306" y="12920"/>
                      <a:pt x="2286" y="12920"/>
                      <a:pt x="2262" y="12923"/>
                    </a:cubicBezTo>
                    <a:cubicBezTo>
                      <a:pt x="2238" y="12925"/>
                      <a:pt x="2214" y="12927"/>
                      <a:pt x="2191" y="12927"/>
                    </a:cubicBezTo>
                    <a:cubicBezTo>
                      <a:pt x="1906" y="12927"/>
                      <a:pt x="1693" y="12739"/>
                      <a:pt x="1429" y="12684"/>
                    </a:cubicBezTo>
                    <a:cubicBezTo>
                      <a:pt x="1355" y="12668"/>
                      <a:pt x="1281" y="12660"/>
                      <a:pt x="1208" y="12660"/>
                    </a:cubicBezTo>
                    <a:cubicBezTo>
                      <a:pt x="917" y="12660"/>
                      <a:pt x="638" y="12780"/>
                      <a:pt x="381" y="12923"/>
                    </a:cubicBezTo>
                    <a:cubicBezTo>
                      <a:pt x="0" y="13149"/>
                      <a:pt x="214" y="13435"/>
                      <a:pt x="238" y="13661"/>
                    </a:cubicBezTo>
                    <a:cubicBezTo>
                      <a:pt x="298" y="14292"/>
                      <a:pt x="488" y="14887"/>
                      <a:pt x="726" y="15470"/>
                    </a:cubicBezTo>
                    <a:cubicBezTo>
                      <a:pt x="1203" y="16625"/>
                      <a:pt x="1703" y="17911"/>
                      <a:pt x="2989" y="18411"/>
                    </a:cubicBezTo>
                    <a:cubicBezTo>
                      <a:pt x="3110" y="18458"/>
                      <a:pt x="3247" y="18490"/>
                      <a:pt x="3381" y="18490"/>
                    </a:cubicBezTo>
                    <a:cubicBezTo>
                      <a:pt x="3417" y="18490"/>
                      <a:pt x="3453" y="18488"/>
                      <a:pt x="3489" y="18483"/>
                    </a:cubicBezTo>
                    <a:cubicBezTo>
                      <a:pt x="3620" y="18447"/>
                      <a:pt x="3739" y="18376"/>
                      <a:pt x="3846" y="18304"/>
                    </a:cubicBezTo>
                    <a:cubicBezTo>
                      <a:pt x="4489" y="17899"/>
                      <a:pt x="5239" y="17602"/>
                      <a:pt x="5822" y="17149"/>
                    </a:cubicBezTo>
                    <a:cubicBezTo>
                      <a:pt x="6251" y="16816"/>
                      <a:pt x="6680" y="16459"/>
                      <a:pt x="7037" y="16018"/>
                    </a:cubicBezTo>
                    <a:cubicBezTo>
                      <a:pt x="7477" y="15482"/>
                      <a:pt x="8311" y="14423"/>
                      <a:pt x="7954" y="13673"/>
                    </a:cubicBezTo>
                    <a:cubicBezTo>
                      <a:pt x="7834" y="13446"/>
                      <a:pt x="7561" y="13280"/>
                      <a:pt x="7323" y="13208"/>
                    </a:cubicBezTo>
                    <a:cubicBezTo>
                      <a:pt x="7263" y="13196"/>
                      <a:pt x="6394" y="13101"/>
                      <a:pt x="6406" y="13077"/>
                    </a:cubicBezTo>
                    <a:cubicBezTo>
                      <a:pt x="6882" y="12232"/>
                      <a:pt x="7108" y="11327"/>
                      <a:pt x="7370" y="10434"/>
                    </a:cubicBezTo>
                    <a:cubicBezTo>
                      <a:pt x="7632" y="9553"/>
                      <a:pt x="7715" y="8636"/>
                      <a:pt x="7823" y="7720"/>
                    </a:cubicBezTo>
                    <a:cubicBezTo>
                      <a:pt x="7965" y="6612"/>
                      <a:pt x="7799" y="5529"/>
                      <a:pt x="7692" y="4445"/>
                    </a:cubicBezTo>
                    <a:cubicBezTo>
                      <a:pt x="7644" y="3957"/>
                      <a:pt x="7430" y="3517"/>
                      <a:pt x="7358" y="3040"/>
                    </a:cubicBezTo>
                    <a:cubicBezTo>
                      <a:pt x="7203" y="2100"/>
                      <a:pt x="6918" y="1219"/>
                      <a:pt x="6382" y="421"/>
                    </a:cubicBezTo>
                    <a:cubicBezTo>
                      <a:pt x="6202" y="154"/>
                      <a:pt x="5938" y="1"/>
                      <a:pt x="5703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29"/>
              <p:cNvSpPr/>
              <p:nvPr/>
            </p:nvSpPr>
            <p:spPr>
              <a:xfrm>
                <a:off x="5473036" y="2293040"/>
                <a:ext cx="128772" cy="326287"/>
              </a:xfrm>
              <a:custGeom>
                <a:rect b="b" l="l" r="r" t="t"/>
                <a:pathLst>
                  <a:path extrusionOk="0" h="16475" w="6502">
                    <a:moveTo>
                      <a:pt x="4869" y="1"/>
                    </a:moveTo>
                    <a:cubicBezTo>
                      <a:pt x="4773" y="1"/>
                      <a:pt x="4741" y="154"/>
                      <a:pt x="4692" y="252"/>
                    </a:cubicBezTo>
                    <a:cubicBezTo>
                      <a:pt x="4537" y="573"/>
                      <a:pt x="4406" y="895"/>
                      <a:pt x="4347" y="1252"/>
                    </a:cubicBezTo>
                    <a:cubicBezTo>
                      <a:pt x="4292" y="1624"/>
                      <a:pt x="3846" y="1975"/>
                      <a:pt x="3469" y="1975"/>
                    </a:cubicBezTo>
                    <a:cubicBezTo>
                      <a:pt x="3436" y="1975"/>
                      <a:pt x="3403" y="1972"/>
                      <a:pt x="3370" y="1966"/>
                    </a:cubicBezTo>
                    <a:cubicBezTo>
                      <a:pt x="3204" y="1943"/>
                      <a:pt x="3073" y="1776"/>
                      <a:pt x="2930" y="1693"/>
                    </a:cubicBezTo>
                    <a:cubicBezTo>
                      <a:pt x="2716" y="1562"/>
                      <a:pt x="2430" y="1573"/>
                      <a:pt x="2275" y="1359"/>
                    </a:cubicBezTo>
                    <a:cubicBezTo>
                      <a:pt x="2137" y="1168"/>
                      <a:pt x="1962" y="1081"/>
                      <a:pt x="1723" y="1081"/>
                    </a:cubicBezTo>
                    <a:cubicBezTo>
                      <a:pt x="1694" y="1081"/>
                      <a:pt x="1663" y="1083"/>
                      <a:pt x="1632" y="1085"/>
                    </a:cubicBezTo>
                    <a:cubicBezTo>
                      <a:pt x="1680" y="1562"/>
                      <a:pt x="1870" y="1978"/>
                      <a:pt x="2013" y="2395"/>
                    </a:cubicBezTo>
                    <a:cubicBezTo>
                      <a:pt x="2239" y="3062"/>
                      <a:pt x="2335" y="3764"/>
                      <a:pt x="2513" y="4443"/>
                    </a:cubicBezTo>
                    <a:cubicBezTo>
                      <a:pt x="2620" y="4788"/>
                      <a:pt x="2585" y="5181"/>
                      <a:pt x="2620" y="5562"/>
                    </a:cubicBezTo>
                    <a:cubicBezTo>
                      <a:pt x="2716" y="6419"/>
                      <a:pt x="2596" y="7265"/>
                      <a:pt x="2608" y="8122"/>
                    </a:cubicBezTo>
                    <a:cubicBezTo>
                      <a:pt x="2620" y="8646"/>
                      <a:pt x="2525" y="9182"/>
                      <a:pt x="2477" y="9705"/>
                    </a:cubicBezTo>
                    <a:cubicBezTo>
                      <a:pt x="2406" y="10432"/>
                      <a:pt x="2311" y="11146"/>
                      <a:pt x="2132" y="11849"/>
                    </a:cubicBezTo>
                    <a:cubicBezTo>
                      <a:pt x="2028" y="12272"/>
                      <a:pt x="1873" y="12458"/>
                      <a:pt x="1535" y="12458"/>
                    </a:cubicBezTo>
                    <a:cubicBezTo>
                      <a:pt x="1446" y="12458"/>
                      <a:pt x="1344" y="12445"/>
                      <a:pt x="1227" y="12420"/>
                    </a:cubicBezTo>
                    <a:cubicBezTo>
                      <a:pt x="941" y="12351"/>
                      <a:pt x="688" y="12217"/>
                      <a:pt x="374" y="12217"/>
                    </a:cubicBezTo>
                    <a:cubicBezTo>
                      <a:pt x="361" y="12217"/>
                      <a:pt x="347" y="12217"/>
                      <a:pt x="334" y="12218"/>
                    </a:cubicBezTo>
                    <a:cubicBezTo>
                      <a:pt x="72" y="12218"/>
                      <a:pt x="1" y="12349"/>
                      <a:pt x="60" y="12503"/>
                    </a:cubicBezTo>
                    <a:cubicBezTo>
                      <a:pt x="168" y="12742"/>
                      <a:pt x="144" y="13003"/>
                      <a:pt x="203" y="13253"/>
                    </a:cubicBezTo>
                    <a:cubicBezTo>
                      <a:pt x="406" y="14015"/>
                      <a:pt x="727" y="14718"/>
                      <a:pt x="1037" y="15432"/>
                    </a:cubicBezTo>
                    <a:cubicBezTo>
                      <a:pt x="1239" y="15897"/>
                      <a:pt x="1501" y="16218"/>
                      <a:pt x="2013" y="16397"/>
                    </a:cubicBezTo>
                    <a:cubicBezTo>
                      <a:pt x="2169" y="16453"/>
                      <a:pt x="2319" y="16475"/>
                      <a:pt x="2462" y="16475"/>
                    </a:cubicBezTo>
                    <a:cubicBezTo>
                      <a:pt x="2778" y="16475"/>
                      <a:pt x="3065" y="16368"/>
                      <a:pt x="3335" y="16278"/>
                    </a:cubicBezTo>
                    <a:cubicBezTo>
                      <a:pt x="3942" y="16075"/>
                      <a:pt x="4359" y="15516"/>
                      <a:pt x="4978" y="15301"/>
                    </a:cubicBezTo>
                    <a:cubicBezTo>
                      <a:pt x="5013" y="15289"/>
                      <a:pt x="5061" y="15266"/>
                      <a:pt x="5061" y="15242"/>
                    </a:cubicBezTo>
                    <a:cubicBezTo>
                      <a:pt x="5049" y="14897"/>
                      <a:pt x="5359" y="14766"/>
                      <a:pt x="5549" y="14575"/>
                    </a:cubicBezTo>
                    <a:cubicBezTo>
                      <a:pt x="5628" y="14485"/>
                      <a:pt x="5568" y="14276"/>
                      <a:pt x="5735" y="14276"/>
                    </a:cubicBezTo>
                    <a:cubicBezTo>
                      <a:pt x="5744" y="14276"/>
                      <a:pt x="5753" y="14276"/>
                      <a:pt x="5764" y="14277"/>
                    </a:cubicBezTo>
                    <a:cubicBezTo>
                      <a:pt x="5784" y="14280"/>
                      <a:pt x="5803" y="14281"/>
                      <a:pt x="5821" y="14281"/>
                    </a:cubicBezTo>
                    <a:cubicBezTo>
                      <a:pt x="6104" y="14281"/>
                      <a:pt x="6157" y="14028"/>
                      <a:pt x="6168" y="13849"/>
                    </a:cubicBezTo>
                    <a:cubicBezTo>
                      <a:pt x="6180" y="13658"/>
                      <a:pt x="6287" y="13515"/>
                      <a:pt x="6347" y="13361"/>
                    </a:cubicBezTo>
                    <a:cubicBezTo>
                      <a:pt x="6502" y="12968"/>
                      <a:pt x="6490" y="12884"/>
                      <a:pt x="6085" y="12861"/>
                    </a:cubicBezTo>
                    <a:cubicBezTo>
                      <a:pt x="6063" y="12860"/>
                      <a:pt x="6040" y="12860"/>
                      <a:pt x="6018" y="12860"/>
                    </a:cubicBezTo>
                    <a:cubicBezTo>
                      <a:pt x="5614" y="12860"/>
                      <a:pt x="5229" y="12957"/>
                      <a:pt x="4823" y="12980"/>
                    </a:cubicBezTo>
                    <a:cubicBezTo>
                      <a:pt x="4794" y="12982"/>
                      <a:pt x="4767" y="12984"/>
                      <a:pt x="4739" y="12984"/>
                    </a:cubicBezTo>
                    <a:cubicBezTo>
                      <a:pt x="4640" y="12984"/>
                      <a:pt x="4547" y="12958"/>
                      <a:pt x="4454" y="12837"/>
                    </a:cubicBezTo>
                    <a:cubicBezTo>
                      <a:pt x="4323" y="12670"/>
                      <a:pt x="4513" y="12611"/>
                      <a:pt x="4513" y="12491"/>
                    </a:cubicBezTo>
                    <a:cubicBezTo>
                      <a:pt x="4507" y="12426"/>
                      <a:pt x="4567" y="12426"/>
                      <a:pt x="4632" y="12426"/>
                    </a:cubicBezTo>
                    <a:cubicBezTo>
                      <a:pt x="4698" y="12426"/>
                      <a:pt x="4769" y="12426"/>
                      <a:pt x="4787" y="12361"/>
                    </a:cubicBezTo>
                    <a:cubicBezTo>
                      <a:pt x="4930" y="11956"/>
                      <a:pt x="5228" y="11622"/>
                      <a:pt x="5347" y="11229"/>
                    </a:cubicBezTo>
                    <a:cubicBezTo>
                      <a:pt x="5478" y="10765"/>
                      <a:pt x="5644" y="10313"/>
                      <a:pt x="5775" y="9848"/>
                    </a:cubicBezTo>
                    <a:cubicBezTo>
                      <a:pt x="6049" y="8908"/>
                      <a:pt x="6240" y="7943"/>
                      <a:pt x="6347" y="6967"/>
                    </a:cubicBezTo>
                    <a:cubicBezTo>
                      <a:pt x="6442" y="6074"/>
                      <a:pt x="6478" y="5193"/>
                      <a:pt x="6383" y="4312"/>
                    </a:cubicBezTo>
                    <a:cubicBezTo>
                      <a:pt x="6371" y="4086"/>
                      <a:pt x="6228" y="3871"/>
                      <a:pt x="6228" y="3645"/>
                    </a:cubicBezTo>
                    <a:cubicBezTo>
                      <a:pt x="6252" y="2895"/>
                      <a:pt x="5906" y="2228"/>
                      <a:pt x="5799" y="1514"/>
                    </a:cubicBezTo>
                    <a:cubicBezTo>
                      <a:pt x="5740" y="1097"/>
                      <a:pt x="5537" y="728"/>
                      <a:pt x="5418" y="323"/>
                    </a:cubicBezTo>
                    <a:cubicBezTo>
                      <a:pt x="5347" y="61"/>
                      <a:pt x="5097" y="133"/>
                      <a:pt x="4942" y="26"/>
                    </a:cubicBezTo>
                    <a:cubicBezTo>
                      <a:pt x="4914" y="8"/>
                      <a:pt x="4890" y="1"/>
                      <a:pt x="486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29"/>
              <p:cNvSpPr/>
              <p:nvPr/>
            </p:nvSpPr>
            <p:spPr>
              <a:xfrm>
                <a:off x="5309104" y="1600735"/>
                <a:ext cx="442218" cy="312852"/>
              </a:xfrm>
              <a:custGeom>
                <a:rect b="b" l="l" r="r" t="t"/>
                <a:pathLst>
                  <a:path extrusionOk="0" h="10041" w="14193">
                    <a:moveTo>
                      <a:pt x="10216" y="1962"/>
                    </a:moveTo>
                    <a:lnTo>
                      <a:pt x="10216" y="1962"/>
                    </a:lnTo>
                    <a:cubicBezTo>
                      <a:pt x="10109" y="2058"/>
                      <a:pt x="9966" y="2153"/>
                      <a:pt x="9882" y="2272"/>
                    </a:cubicBezTo>
                    <a:lnTo>
                      <a:pt x="9882" y="2201"/>
                    </a:lnTo>
                    <a:cubicBezTo>
                      <a:pt x="9906" y="2153"/>
                      <a:pt x="9918" y="2129"/>
                      <a:pt x="9954" y="2081"/>
                    </a:cubicBezTo>
                    <a:cubicBezTo>
                      <a:pt x="9966" y="2058"/>
                      <a:pt x="10001" y="2022"/>
                      <a:pt x="10013" y="1998"/>
                    </a:cubicBezTo>
                    <a:cubicBezTo>
                      <a:pt x="10085" y="1974"/>
                      <a:pt x="10144" y="1974"/>
                      <a:pt x="10216" y="1962"/>
                    </a:cubicBezTo>
                    <a:close/>
                    <a:moveTo>
                      <a:pt x="10311" y="2010"/>
                    </a:moveTo>
                    <a:lnTo>
                      <a:pt x="10311" y="2010"/>
                    </a:lnTo>
                    <a:cubicBezTo>
                      <a:pt x="10240" y="2141"/>
                      <a:pt x="10144" y="2272"/>
                      <a:pt x="10049" y="2415"/>
                    </a:cubicBezTo>
                    <a:cubicBezTo>
                      <a:pt x="10001" y="2474"/>
                      <a:pt x="9942" y="2546"/>
                      <a:pt x="9882" y="2617"/>
                    </a:cubicBezTo>
                    <a:lnTo>
                      <a:pt x="9882" y="2486"/>
                    </a:lnTo>
                    <a:cubicBezTo>
                      <a:pt x="9942" y="2391"/>
                      <a:pt x="10001" y="2320"/>
                      <a:pt x="10073" y="2224"/>
                    </a:cubicBezTo>
                    <a:cubicBezTo>
                      <a:pt x="10144" y="2153"/>
                      <a:pt x="10216" y="2081"/>
                      <a:pt x="10311" y="2010"/>
                    </a:cubicBezTo>
                    <a:close/>
                    <a:moveTo>
                      <a:pt x="10740" y="1962"/>
                    </a:moveTo>
                    <a:cubicBezTo>
                      <a:pt x="10537" y="2331"/>
                      <a:pt x="10240" y="2665"/>
                      <a:pt x="9942" y="2974"/>
                    </a:cubicBezTo>
                    <a:cubicBezTo>
                      <a:pt x="9918" y="2974"/>
                      <a:pt x="9906" y="2986"/>
                      <a:pt x="9894" y="3010"/>
                    </a:cubicBezTo>
                    <a:cubicBezTo>
                      <a:pt x="9882" y="3022"/>
                      <a:pt x="9882" y="3034"/>
                      <a:pt x="9871" y="3046"/>
                    </a:cubicBezTo>
                    <a:lnTo>
                      <a:pt x="9871" y="2963"/>
                    </a:lnTo>
                    <a:cubicBezTo>
                      <a:pt x="9978" y="2855"/>
                      <a:pt x="10073" y="2724"/>
                      <a:pt x="10168" y="2605"/>
                    </a:cubicBezTo>
                    <a:cubicBezTo>
                      <a:pt x="10299" y="2427"/>
                      <a:pt x="10430" y="2248"/>
                      <a:pt x="10597" y="2093"/>
                    </a:cubicBezTo>
                    <a:cubicBezTo>
                      <a:pt x="10643" y="2047"/>
                      <a:pt x="10597" y="1994"/>
                      <a:pt x="10546" y="1994"/>
                    </a:cubicBezTo>
                    <a:cubicBezTo>
                      <a:pt x="10531" y="1994"/>
                      <a:pt x="10515" y="1999"/>
                      <a:pt x="10502" y="2010"/>
                    </a:cubicBezTo>
                    <a:cubicBezTo>
                      <a:pt x="10418" y="2081"/>
                      <a:pt x="10335" y="2153"/>
                      <a:pt x="10263" y="2248"/>
                    </a:cubicBezTo>
                    <a:cubicBezTo>
                      <a:pt x="10323" y="2153"/>
                      <a:pt x="10371" y="2058"/>
                      <a:pt x="10394" y="1962"/>
                    </a:cubicBezTo>
                    <a:close/>
                    <a:moveTo>
                      <a:pt x="7370" y="2915"/>
                    </a:moveTo>
                    <a:cubicBezTo>
                      <a:pt x="7331" y="2974"/>
                      <a:pt x="7300" y="3041"/>
                      <a:pt x="7276" y="3103"/>
                    </a:cubicBezTo>
                    <a:lnTo>
                      <a:pt x="7276" y="3103"/>
                    </a:lnTo>
                    <a:cubicBezTo>
                      <a:pt x="7280" y="3042"/>
                      <a:pt x="7283" y="2980"/>
                      <a:pt x="7287" y="2915"/>
                    </a:cubicBezTo>
                    <a:close/>
                    <a:moveTo>
                      <a:pt x="11252" y="2653"/>
                    </a:moveTo>
                    <a:cubicBezTo>
                      <a:pt x="11252" y="2712"/>
                      <a:pt x="11264" y="2772"/>
                      <a:pt x="11264" y="2832"/>
                    </a:cubicBezTo>
                    <a:lnTo>
                      <a:pt x="11264" y="2974"/>
                    </a:lnTo>
                    <a:cubicBezTo>
                      <a:pt x="11259" y="2969"/>
                      <a:pt x="11250" y="2967"/>
                      <a:pt x="11239" y="2967"/>
                    </a:cubicBezTo>
                    <a:cubicBezTo>
                      <a:pt x="11224" y="2967"/>
                      <a:pt x="11206" y="2972"/>
                      <a:pt x="11192" y="2986"/>
                    </a:cubicBezTo>
                    <a:cubicBezTo>
                      <a:pt x="11109" y="3070"/>
                      <a:pt x="11025" y="3141"/>
                      <a:pt x="10954" y="3213"/>
                    </a:cubicBezTo>
                    <a:cubicBezTo>
                      <a:pt x="11073" y="3034"/>
                      <a:pt x="11168" y="2843"/>
                      <a:pt x="11252" y="2653"/>
                    </a:cubicBezTo>
                    <a:close/>
                    <a:moveTo>
                      <a:pt x="9980" y="3176"/>
                    </a:moveTo>
                    <a:cubicBezTo>
                      <a:pt x="9952" y="3207"/>
                      <a:pt x="9924" y="3239"/>
                      <a:pt x="9894" y="3272"/>
                    </a:cubicBezTo>
                    <a:lnTo>
                      <a:pt x="9894" y="3213"/>
                    </a:lnTo>
                    <a:cubicBezTo>
                      <a:pt x="9906" y="3213"/>
                      <a:pt x="9942" y="3213"/>
                      <a:pt x="9954" y="3201"/>
                    </a:cubicBezTo>
                    <a:cubicBezTo>
                      <a:pt x="9962" y="3193"/>
                      <a:pt x="9971" y="3184"/>
                      <a:pt x="9980" y="3176"/>
                    </a:cubicBezTo>
                    <a:close/>
                    <a:moveTo>
                      <a:pt x="7656" y="2915"/>
                    </a:moveTo>
                    <a:cubicBezTo>
                      <a:pt x="7501" y="3093"/>
                      <a:pt x="7334" y="3308"/>
                      <a:pt x="7263" y="3522"/>
                    </a:cubicBezTo>
                    <a:cubicBezTo>
                      <a:pt x="7263" y="3409"/>
                      <a:pt x="7267" y="3299"/>
                      <a:pt x="7272" y="3187"/>
                    </a:cubicBezTo>
                    <a:lnTo>
                      <a:pt x="7272" y="3187"/>
                    </a:lnTo>
                    <a:cubicBezTo>
                      <a:pt x="7277" y="3189"/>
                      <a:pt x="7283" y="3191"/>
                      <a:pt x="7289" y="3191"/>
                    </a:cubicBezTo>
                    <a:cubicBezTo>
                      <a:pt x="7304" y="3191"/>
                      <a:pt x="7321" y="3183"/>
                      <a:pt x="7334" y="3165"/>
                    </a:cubicBezTo>
                    <a:cubicBezTo>
                      <a:pt x="7382" y="3093"/>
                      <a:pt x="7442" y="3010"/>
                      <a:pt x="7465" y="2915"/>
                    </a:cubicBezTo>
                    <a:close/>
                    <a:moveTo>
                      <a:pt x="11097" y="1962"/>
                    </a:moveTo>
                    <a:cubicBezTo>
                      <a:pt x="11133" y="1998"/>
                      <a:pt x="11156" y="2081"/>
                      <a:pt x="11192" y="2201"/>
                    </a:cubicBezTo>
                    <a:cubicBezTo>
                      <a:pt x="10835" y="2772"/>
                      <a:pt x="10335" y="3201"/>
                      <a:pt x="9882" y="3677"/>
                    </a:cubicBezTo>
                    <a:lnTo>
                      <a:pt x="9882" y="3582"/>
                    </a:lnTo>
                    <a:cubicBezTo>
                      <a:pt x="10073" y="3379"/>
                      <a:pt x="10240" y="3117"/>
                      <a:pt x="10418" y="2915"/>
                    </a:cubicBezTo>
                    <a:cubicBezTo>
                      <a:pt x="10644" y="2653"/>
                      <a:pt x="10859" y="2379"/>
                      <a:pt x="11037" y="2093"/>
                    </a:cubicBezTo>
                    <a:cubicBezTo>
                      <a:pt x="11071" y="2043"/>
                      <a:pt x="11021" y="1992"/>
                      <a:pt x="10973" y="1992"/>
                    </a:cubicBezTo>
                    <a:cubicBezTo>
                      <a:pt x="10952" y="1992"/>
                      <a:pt x="10932" y="2001"/>
                      <a:pt x="10918" y="2022"/>
                    </a:cubicBezTo>
                    <a:cubicBezTo>
                      <a:pt x="10751" y="2291"/>
                      <a:pt x="10548" y="2531"/>
                      <a:pt x="10342" y="2771"/>
                    </a:cubicBezTo>
                    <a:lnTo>
                      <a:pt x="10342" y="2771"/>
                    </a:lnTo>
                    <a:cubicBezTo>
                      <a:pt x="10388" y="2715"/>
                      <a:pt x="10433" y="2660"/>
                      <a:pt x="10478" y="2605"/>
                    </a:cubicBezTo>
                    <a:cubicBezTo>
                      <a:pt x="10609" y="2427"/>
                      <a:pt x="10787" y="2224"/>
                      <a:pt x="10835" y="1986"/>
                    </a:cubicBezTo>
                    <a:cubicBezTo>
                      <a:pt x="10835" y="1974"/>
                      <a:pt x="10835" y="1974"/>
                      <a:pt x="10823" y="1962"/>
                    </a:cubicBezTo>
                    <a:close/>
                    <a:moveTo>
                      <a:pt x="7882" y="2915"/>
                    </a:moveTo>
                    <a:cubicBezTo>
                      <a:pt x="7644" y="3141"/>
                      <a:pt x="7406" y="3403"/>
                      <a:pt x="7263" y="3701"/>
                    </a:cubicBezTo>
                    <a:lnTo>
                      <a:pt x="7263" y="3582"/>
                    </a:lnTo>
                    <a:cubicBezTo>
                      <a:pt x="7269" y="3594"/>
                      <a:pt x="7275" y="3599"/>
                      <a:pt x="7281" y="3599"/>
                    </a:cubicBezTo>
                    <a:cubicBezTo>
                      <a:pt x="7287" y="3599"/>
                      <a:pt x="7293" y="3594"/>
                      <a:pt x="7299" y="3582"/>
                    </a:cubicBezTo>
                    <a:cubicBezTo>
                      <a:pt x="7454" y="3367"/>
                      <a:pt x="7608" y="3141"/>
                      <a:pt x="7799" y="2915"/>
                    </a:cubicBezTo>
                    <a:close/>
                    <a:moveTo>
                      <a:pt x="8120" y="2915"/>
                    </a:moveTo>
                    <a:cubicBezTo>
                      <a:pt x="7918" y="3141"/>
                      <a:pt x="7704" y="3367"/>
                      <a:pt x="7513" y="3582"/>
                    </a:cubicBezTo>
                    <a:cubicBezTo>
                      <a:pt x="7489" y="3617"/>
                      <a:pt x="7430" y="3689"/>
                      <a:pt x="7346" y="3760"/>
                    </a:cubicBezTo>
                    <a:cubicBezTo>
                      <a:pt x="7525" y="3451"/>
                      <a:pt x="7751" y="3165"/>
                      <a:pt x="8001" y="2915"/>
                    </a:cubicBezTo>
                    <a:close/>
                    <a:moveTo>
                      <a:pt x="11216" y="2391"/>
                    </a:moveTo>
                    <a:lnTo>
                      <a:pt x="11216" y="2415"/>
                    </a:lnTo>
                    <a:cubicBezTo>
                      <a:pt x="11204" y="2415"/>
                      <a:pt x="11204" y="2427"/>
                      <a:pt x="11192" y="2439"/>
                    </a:cubicBezTo>
                    <a:cubicBezTo>
                      <a:pt x="10871" y="3129"/>
                      <a:pt x="10382" y="3617"/>
                      <a:pt x="9882" y="4117"/>
                    </a:cubicBezTo>
                    <a:lnTo>
                      <a:pt x="9882" y="3975"/>
                    </a:lnTo>
                    <a:cubicBezTo>
                      <a:pt x="10359" y="3498"/>
                      <a:pt x="10859" y="2974"/>
                      <a:pt x="11216" y="2391"/>
                    </a:cubicBezTo>
                    <a:close/>
                    <a:moveTo>
                      <a:pt x="8287" y="2927"/>
                    </a:moveTo>
                    <a:cubicBezTo>
                      <a:pt x="7977" y="3415"/>
                      <a:pt x="7620" y="3879"/>
                      <a:pt x="7239" y="4332"/>
                    </a:cubicBezTo>
                    <a:cubicBezTo>
                      <a:pt x="7263" y="4272"/>
                      <a:pt x="7263" y="4213"/>
                      <a:pt x="7239" y="4153"/>
                    </a:cubicBezTo>
                    <a:cubicBezTo>
                      <a:pt x="7263" y="4153"/>
                      <a:pt x="7287" y="4153"/>
                      <a:pt x="7287" y="4141"/>
                    </a:cubicBezTo>
                    <a:cubicBezTo>
                      <a:pt x="7513" y="3677"/>
                      <a:pt x="7918" y="3320"/>
                      <a:pt x="8227" y="2927"/>
                    </a:cubicBezTo>
                    <a:close/>
                    <a:moveTo>
                      <a:pt x="8537" y="2915"/>
                    </a:moveTo>
                    <a:lnTo>
                      <a:pt x="8561" y="2927"/>
                    </a:lnTo>
                    <a:cubicBezTo>
                      <a:pt x="8552" y="2924"/>
                      <a:pt x="8544" y="2922"/>
                      <a:pt x="8538" y="2922"/>
                    </a:cubicBezTo>
                    <a:cubicBezTo>
                      <a:pt x="8519" y="2922"/>
                      <a:pt x="8510" y="2936"/>
                      <a:pt x="8501" y="2963"/>
                    </a:cubicBezTo>
                    <a:cubicBezTo>
                      <a:pt x="8347" y="3308"/>
                      <a:pt x="8108" y="3617"/>
                      <a:pt x="7870" y="3915"/>
                    </a:cubicBezTo>
                    <a:cubicBezTo>
                      <a:pt x="7680" y="4153"/>
                      <a:pt x="7442" y="4379"/>
                      <a:pt x="7275" y="4629"/>
                    </a:cubicBezTo>
                    <a:cubicBezTo>
                      <a:pt x="7275" y="4570"/>
                      <a:pt x="7275" y="4510"/>
                      <a:pt x="7263" y="4463"/>
                    </a:cubicBezTo>
                    <a:cubicBezTo>
                      <a:pt x="7751" y="4058"/>
                      <a:pt x="8120" y="3474"/>
                      <a:pt x="8418" y="2915"/>
                    </a:cubicBezTo>
                    <a:close/>
                    <a:moveTo>
                      <a:pt x="5084" y="4213"/>
                    </a:moveTo>
                    <a:cubicBezTo>
                      <a:pt x="4941" y="4367"/>
                      <a:pt x="4763" y="4546"/>
                      <a:pt x="4644" y="4760"/>
                    </a:cubicBezTo>
                    <a:lnTo>
                      <a:pt x="4644" y="4748"/>
                    </a:lnTo>
                    <a:cubicBezTo>
                      <a:pt x="4667" y="4701"/>
                      <a:pt x="4703" y="4653"/>
                      <a:pt x="4715" y="4617"/>
                    </a:cubicBezTo>
                    <a:cubicBezTo>
                      <a:pt x="4787" y="4498"/>
                      <a:pt x="4894" y="4391"/>
                      <a:pt x="4953" y="4260"/>
                    </a:cubicBezTo>
                    <a:cubicBezTo>
                      <a:pt x="4963" y="4241"/>
                      <a:pt x="4949" y="4221"/>
                      <a:pt x="4937" y="4221"/>
                    </a:cubicBezTo>
                    <a:cubicBezTo>
                      <a:pt x="4934" y="4221"/>
                      <a:pt x="4932" y="4222"/>
                      <a:pt x="4929" y="4225"/>
                    </a:cubicBezTo>
                    <a:cubicBezTo>
                      <a:pt x="4894" y="4236"/>
                      <a:pt x="4870" y="4272"/>
                      <a:pt x="4834" y="4296"/>
                    </a:cubicBezTo>
                    <a:lnTo>
                      <a:pt x="4834" y="4284"/>
                    </a:lnTo>
                    <a:cubicBezTo>
                      <a:pt x="4843" y="4276"/>
                      <a:pt x="4833" y="4267"/>
                      <a:pt x="4823" y="4267"/>
                    </a:cubicBezTo>
                    <a:cubicBezTo>
                      <a:pt x="4818" y="4267"/>
                      <a:pt x="4814" y="4269"/>
                      <a:pt x="4810" y="4272"/>
                    </a:cubicBezTo>
                    <a:cubicBezTo>
                      <a:pt x="4763" y="4344"/>
                      <a:pt x="4703" y="4403"/>
                      <a:pt x="4644" y="4463"/>
                    </a:cubicBezTo>
                    <a:lnTo>
                      <a:pt x="4644" y="4213"/>
                    </a:lnTo>
                    <a:close/>
                    <a:moveTo>
                      <a:pt x="11275" y="3105"/>
                    </a:moveTo>
                    <a:lnTo>
                      <a:pt x="11275" y="3367"/>
                    </a:lnTo>
                    <a:cubicBezTo>
                      <a:pt x="11265" y="3357"/>
                      <a:pt x="11256" y="3351"/>
                      <a:pt x="11247" y="3351"/>
                    </a:cubicBezTo>
                    <a:cubicBezTo>
                      <a:pt x="11236" y="3351"/>
                      <a:pt x="11224" y="3360"/>
                      <a:pt x="11204" y="3379"/>
                    </a:cubicBezTo>
                    <a:cubicBezTo>
                      <a:pt x="10716" y="3844"/>
                      <a:pt x="10275" y="4356"/>
                      <a:pt x="9882" y="4891"/>
                    </a:cubicBezTo>
                    <a:lnTo>
                      <a:pt x="9882" y="4713"/>
                    </a:lnTo>
                    <a:cubicBezTo>
                      <a:pt x="9894" y="4713"/>
                      <a:pt x="9918" y="4701"/>
                      <a:pt x="9942" y="4677"/>
                    </a:cubicBezTo>
                    <a:cubicBezTo>
                      <a:pt x="10347" y="4106"/>
                      <a:pt x="10775" y="3582"/>
                      <a:pt x="11275" y="3105"/>
                    </a:cubicBezTo>
                    <a:close/>
                    <a:moveTo>
                      <a:pt x="8597" y="3010"/>
                    </a:moveTo>
                    <a:cubicBezTo>
                      <a:pt x="8608" y="3022"/>
                      <a:pt x="8608" y="3046"/>
                      <a:pt x="8632" y="3070"/>
                    </a:cubicBezTo>
                    <a:lnTo>
                      <a:pt x="8632" y="3701"/>
                    </a:lnTo>
                    <a:cubicBezTo>
                      <a:pt x="8632" y="3683"/>
                      <a:pt x="8607" y="3672"/>
                      <a:pt x="8584" y="3672"/>
                    </a:cubicBezTo>
                    <a:cubicBezTo>
                      <a:pt x="8575" y="3672"/>
                      <a:pt x="8567" y="3674"/>
                      <a:pt x="8561" y="3677"/>
                    </a:cubicBezTo>
                    <a:cubicBezTo>
                      <a:pt x="8418" y="3784"/>
                      <a:pt x="8299" y="3915"/>
                      <a:pt x="8180" y="4046"/>
                    </a:cubicBezTo>
                    <a:cubicBezTo>
                      <a:pt x="8323" y="3855"/>
                      <a:pt x="8454" y="3665"/>
                      <a:pt x="8597" y="3486"/>
                    </a:cubicBezTo>
                    <a:cubicBezTo>
                      <a:pt x="8634" y="3440"/>
                      <a:pt x="8591" y="3372"/>
                      <a:pt x="8549" y="3372"/>
                    </a:cubicBezTo>
                    <a:cubicBezTo>
                      <a:pt x="8536" y="3372"/>
                      <a:pt x="8524" y="3378"/>
                      <a:pt x="8513" y="3391"/>
                    </a:cubicBezTo>
                    <a:cubicBezTo>
                      <a:pt x="8096" y="3903"/>
                      <a:pt x="7680" y="4439"/>
                      <a:pt x="7299" y="4987"/>
                    </a:cubicBezTo>
                    <a:cubicBezTo>
                      <a:pt x="7299" y="4879"/>
                      <a:pt x="7287" y="4796"/>
                      <a:pt x="7287" y="4689"/>
                    </a:cubicBezTo>
                    <a:cubicBezTo>
                      <a:pt x="7295" y="4689"/>
                      <a:pt x="7308" y="4694"/>
                      <a:pt x="7316" y="4694"/>
                    </a:cubicBezTo>
                    <a:cubicBezTo>
                      <a:pt x="7320" y="4694"/>
                      <a:pt x="7323" y="4693"/>
                      <a:pt x="7323" y="4689"/>
                    </a:cubicBezTo>
                    <a:cubicBezTo>
                      <a:pt x="7596" y="4475"/>
                      <a:pt x="7823" y="4177"/>
                      <a:pt x="8037" y="3915"/>
                    </a:cubicBezTo>
                    <a:cubicBezTo>
                      <a:pt x="8251" y="3629"/>
                      <a:pt x="8466" y="3344"/>
                      <a:pt x="8597" y="3022"/>
                    </a:cubicBezTo>
                    <a:lnTo>
                      <a:pt x="8597" y="3010"/>
                    </a:lnTo>
                    <a:close/>
                    <a:moveTo>
                      <a:pt x="5358" y="4225"/>
                    </a:moveTo>
                    <a:cubicBezTo>
                      <a:pt x="5203" y="4451"/>
                      <a:pt x="5048" y="4641"/>
                      <a:pt x="4882" y="4832"/>
                    </a:cubicBezTo>
                    <a:cubicBezTo>
                      <a:pt x="4787" y="4939"/>
                      <a:pt x="4703" y="5046"/>
                      <a:pt x="4644" y="5165"/>
                    </a:cubicBezTo>
                    <a:lnTo>
                      <a:pt x="4644" y="5046"/>
                    </a:lnTo>
                    <a:cubicBezTo>
                      <a:pt x="4715" y="4915"/>
                      <a:pt x="4787" y="4772"/>
                      <a:pt x="4882" y="4641"/>
                    </a:cubicBezTo>
                    <a:cubicBezTo>
                      <a:pt x="4965" y="4510"/>
                      <a:pt x="5072" y="4379"/>
                      <a:pt x="5168" y="4225"/>
                    </a:cubicBezTo>
                    <a:close/>
                    <a:moveTo>
                      <a:pt x="11275" y="3998"/>
                    </a:moveTo>
                    <a:lnTo>
                      <a:pt x="11275" y="4570"/>
                    </a:lnTo>
                    <a:lnTo>
                      <a:pt x="11264" y="4570"/>
                    </a:lnTo>
                    <a:cubicBezTo>
                      <a:pt x="11252" y="4570"/>
                      <a:pt x="11252" y="4570"/>
                      <a:pt x="11228" y="4582"/>
                    </a:cubicBezTo>
                    <a:cubicBezTo>
                      <a:pt x="11037" y="4820"/>
                      <a:pt x="10787" y="5046"/>
                      <a:pt x="10537" y="5284"/>
                    </a:cubicBezTo>
                    <a:cubicBezTo>
                      <a:pt x="10573" y="5225"/>
                      <a:pt x="10621" y="5177"/>
                      <a:pt x="10668" y="5118"/>
                    </a:cubicBezTo>
                    <a:cubicBezTo>
                      <a:pt x="10894" y="4856"/>
                      <a:pt x="11097" y="4582"/>
                      <a:pt x="11228" y="4260"/>
                    </a:cubicBezTo>
                    <a:cubicBezTo>
                      <a:pt x="11244" y="4229"/>
                      <a:pt x="11228" y="4202"/>
                      <a:pt x="11205" y="4202"/>
                    </a:cubicBezTo>
                    <a:cubicBezTo>
                      <a:pt x="11193" y="4202"/>
                      <a:pt x="11180" y="4209"/>
                      <a:pt x="11168" y="4225"/>
                    </a:cubicBezTo>
                    <a:cubicBezTo>
                      <a:pt x="11049" y="4415"/>
                      <a:pt x="10906" y="4582"/>
                      <a:pt x="10752" y="4760"/>
                    </a:cubicBezTo>
                    <a:cubicBezTo>
                      <a:pt x="10894" y="4582"/>
                      <a:pt x="11025" y="4391"/>
                      <a:pt x="11144" y="4201"/>
                    </a:cubicBezTo>
                    <a:cubicBezTo>
                      <a:pt x="11168" y="4141"/>
                      <a:pt x="11228" y="4058"/>
                      <a:pt x="11275" y="3998"/>
                    </a:cubicBezTo>
                    <a:close/>
                    <a:moveTo>
                      <a:pt x="7787" y="4606"/>
                    </a:moveTo>
                    <a:lnTo>
                      <a:pt x="7787" y="4606"/>
                    </a:lnTo>
                    <a:cubicBezTo>
                      <a:pt x="7620" y="4832"/>
                      <a:pt x="7442" y="5070"/>
                      <a:pt x="7323" y="5308"/>
                    </a:cubicBezTo>
                    <a:cubicBezTo>
                      <a:pt x="7323" y="5248"/>
                      <a:pt x="7323" y="5189"/>
                      <a:pt x="7299" y="5129"/>
                    </a:cubicBezTo>
                    <a:cubicBezTo>
                      <a:pt x="7323" y="5129"/>
                      <a:pt x="7323" y="5129"/>
                      <a:pt x="7334" y="5118"/>
                    </a:cubicBezTo>
                    <a:cubicBezTo>
                      <a:pt x="7501" y="4963"/>
                      <a:pt x="7632" y="4784"/>
                      <a:pt x="7787" y="4606"/>
                    </a:cubicBezTo>
                    <a:close/>
                    <a:moveTo>
                      <a:pt x="11252" y="5177"/>
                    </a:moveTo>
                    <a:lnTo>
                      <a:pt x="11252" y="5344"/>
                    </a:lnTo>
                    <a:lnTo>
                      <a:pt x="11264" y="5344"/>
                    </a:lnTo>
                    <a:cubicBezTo>
                      <a:pt x="11252" y="5344"/>
                      <a:pt x="11252" y="5344"/>
                      <a:pt x="11228" y="5356"/>
                    </a:cubicBezTo>
                    <a:cubicBezTo>
                      <a:pt x="11133" y="5487"/>
                      <a:pt x="11014" y="5606"/>
                      <a:pt x="10894" y="5749"/>
                    </a:cubicBezTo>
                    <a:cubicBezTo>
                      <a:pt x="11025" y="5546"/>
                      <a:pt x="11144" y="5356"/>
                      <a:pt x="11252" y="5177"/>
                    </a:cubicBezTo>
                    <a:close/>
                    <a:moveTo>
                      <a:pt x="1965" y="5487"/>
                    </a:moveTo>
                    <a:cubicBezTo>
                      <a:pt x="2036" y="5510"/>
                      <a:pt x="2096" y="5522"/>
                      <a:pt x="2155" y="5534"/>
                    </a:cubicBezTo>
                    <a:cubicBezTo>
                      <a:pt x="2084" y="5606"/>
                      <a:pt x="2024" y="5689"/>
                      <a:pt x="1977" y="5772"/>
                    </a:cubicBezTo>
                    <a:cubicBezTo>
                      <a:pt x="1977" y="5713"/>
                      <a:pt x="1965" y="5653"/>
                      <a:pt x="1965" y="5582"/>
                    </a:cubicBezTo>
                    <a:lnTo>
                      <a:pt x="1965" y="5487"/>
                    </a:lnTo>
                    <a:close/>
                    <a:moveTo>
                      <a:pt x="11264" y="3486"/>
                    </a:moveTo>
                    <a:lnTo>
                      <a:pt x="11264" y="3820"/>
                    </a:lnTo>
                    <a:cubicBezTo>
                      <a:pt x="11192" y="3903"/>
                      <a:pt x="11133" y="3998"/>
                      <a:pt x="11073" y="4094"/>
                    </a:cubicBezTo>
                    <a:cubicBezTo>
                      <a:pt x="10942" y="4284"/>
                      <a:pt x="10787" y="4463"/>
                      <a:pt x="10644" y="4641"/>
                    </a:cubicBezTo>
                    <a:cubicBezTo>
                      <a:pt x="10525" y="4796"/>
                      <a:pt x="10382" y="4951"/>
                      <a:pt x="10252" y="5106"/>
                    </a:cubicBezTo>
                    <a:cubicBezTo>
                      <a:pt x="10180" y="5177"/>
                      <a:pt x="10085" y="5332"/>
                      <a:pt x="10001" y="5368"/>
                    </a:cubicBezTo>
                    <a:cubicBezTo>
                      <a:pt x="9918" y="5415"/>
                      <a:pt x="9966" y="5499"/>
                      <a:pt x="10037" y="5499"/>
                    </a:cubicBezTo>
                    <a:cubicBezTo>
                      <a:pt x="10073" y="5499"/>
                      <a:pt x="10085" y="5499"/>
                      <a:pt x="10121" y="5487"/>
                    </a:cubicBezTo>
                    <a:lnTo>
                      <a:pt x="10121" y="5487"/>
                    </a:lnTo>
                    <a:cubicBezTo>
                      <a:pt x="10025" y="5594"/>
                      <a:pt x="9954" y="5701"/>
                      <a:pt x="9894" y="5820"/>
                    </a:cubicBezTo>
                    <a:lnTo>
                      <a:pt x="9894" y="5201"/>
                    </a:lnTo>
                    <a:cubicBezTo>
                      <a:pt x="9918" y="5177"/>
                      <a:pt x="9954" y="5129"/>
                      <a:pt x="9966" y="5106"/>
                    </a:cubicBezTo>
                    <a:cubicBezTo>
                      <a:pt x="9966" y="5106"/>
                      <a:pt x="9966" y="5070"/>
                      <a:pt x="9954" y="5058"/>
                    </a:cubicBezTo>
                    <a:cubicBezTo>
                      <a:pt x="10359" y="4510"/>
                      <a:pt x="10775" y="3963"/>
                      <a:pt x="11264" y="3486"/>
                    </a:cubicBezTo>
                    <a:close/>
                    <a:moveTo>
                      <a:pt x="8632" y="3748"/>
                    </a:moveTo>
                    <a:lnTo>
                      <a:pt x="8632" y="3820"/>
                    </a:lnTo>
                    <a:cubicBezTo>
                      <a:pt x="8597" y="4213"/>
                      <a:pt x="8585" y="4594"/>
                      <a:pt x="8561" y="4987"/>
                    </a:cubicBezTo>
                    <a:cubicBezTo>
                      <a:pt x="8543" y="4969"/>
                      <a:pt x="8526" y="4958"/>
                      <a:pt x="8504" y="4958"/>
                    </a:cubicBezTo>
                    <a:cubicBezTo>
                      <a:pt x="8496" y="4958"/>
                      <a:pt x="8487" y="4960"/>
                      <a:pt x="8477" y="4963"/>
                    </a:cubicBezTo>
                    <a:cubicBezTo>
                      <a:pt x="8323" y="5058"/>
                      <a:pt x="8180" y="5189"/>
                      <a:pt x="8049" y="5344"/>
                    </a:cubicBezTo>
                    <a:cubicBezTo>
                      <a:pt x="8180" y="5129"/>
                      <a:pt x="8335" y="4903"/>
                      <a:pt x="8477" y="4701"/>
                    </a:cubicBezTo>
                    <a:cubicBezTo>
                      <a:pt x="8504" y="4666"/>
                      <a:pt x="8472" y="4624"/>
                      <a:pt x="8439" y="4624"/>
                    </a:cubicBezTo>
                    <a:cubicBezTo>
                      <a:pt x="8427" y="4624"/>
                      <a:pt x="8415" y="4629"/>
                      <a:pt x="8406" y="4641"/>
                    </a:cubicBezTo>
                    <a:cubicBezTo>
                      <a:pt x="8025" y="5094"/>
                      <a:pt x="7727" y="5629"/>
                      <a:pt x="7346" y="6082"/>
                    </a:cubicBezTo>
                    <a:lnTo>
                      <a:pt x="7346" y="5903"/>
                    </a:lnTo>
                    <a:cubicBezTo>
                      <a:pt x="7537" y="5725"/>
                      <a:pt x="7704" y="5499"/>
                      <a:pt x="7858" y="5296"/>
                    </a:cubicBezTo>
                    <a:cubicBezTo>
                      <a:pt x="8108" y="4963"/>
                      <a:pt x="8335" y="4629"/>
                      <a:pt x="8573" y="4284"/>
                    </a:cubicBezTo>
                    <a:cubicBezTo>
                      <a:pt x="8615" y="4234"/>
                      <a:pt x="8556" y="4183"/>
                      <a:pt x="8505" y="4183"/>
                    </a:cubicBezTo>
                    <a:cubicBezTo>
                      <a:pt x="8484" y="4183"/>
                      <a:pt x="8464" y="4192"/>
                      <a:pt x="8454" y="4213"/>
                    </a:cubicBezTo>
                    <a:cubicBezTo>
                      <a:pt x="8227" y="4510"/>
                      <a:pt x="8025" y="4820"/>
                      <a:pt x="7799" y="5118"/>
                    </a:cubicBezTo>
                    <a:cubicBezTo>
                      <a:pt x="7644" y="5308"/>
                      <a:pt x="7489" y="5487"/>
                      <a:pt x="7334" y="5665"/>
                    </a:cubicBezTo>
                    <a:lnTo>
                      <a:pt x="7334" y="5534"/>
                    </a:lnTo>
                    <a:cubicBezTo>
                      <a:pt x="7561" y="5296"/>
                      <a:pt x="7739" y="4987"/>
                      <a:pt x="7918" y="4713"/>
                    </a:cubicBezTo>
                    <a:cubicBezTo>
                      <a:pt x="8120" y="4379"/>
                      <a:pt x="8382" y="4082"/>
                      <a:pt x="8632" y="3748"/>
                    </a:cubicBezTo>
                    <a:close/>
                    <a:moveTo>
                      <a:pt x="2292" y="5543"/>
                    </a:moveTo>
                    <a:cubicBezTo>
                      <a:pt x="2322" y="5543"/>
                      <a:pt x="2352" y="5546"/>
                      <a:pt x="2381" y="5546"/>
                    </a:cubicBezTo>
                    <a:lnTo>
                      <a:pt x="2251" y="5772"/>
                    </a:lnTo>
                    <a:cubicBezTo>
                      <a:pt x="2167" y="5891"/>
                      <a:pt x="2084" y="6010"/>
                      <a:pt x="2012" y="6141"/>
                    </a:cubicBezTo>
                    <a:cubicBezTo>
                      <a:pt x="1993" y="6171"/>
                      <a:pt x="2013" y="6192"/>
                      <a:pt x="2035" y="6192"/>
                    </a:cubicBezTo>
                    <a:cubicBezTo>
                      <a:pt x="2039" y="6192"/>
                      <a:pt x="2044" y="6191"/>
                      <a:pt x="2048" y="6189"/>
                    </a:cubicBezTo>
                    <a:cubicBezTo>
                      <a:pt x="2155" y="6118"/>
                      <a:pt x="2227" y="5987"/>
                      <a:pt x="2286" y="5856"/>
                    </a:cubicBezTo>
                    <a:cubicBezTo>
                      <a:pt x="2346" y="5760"/>
                      <a:pt x="2393" y="5653"/>
                      <a:pt x="2453" y="5546"/>
                    </a:cubicBezTo>
                    <a:lnTo>
                      <a:pt x="2524" y="5546"/>
                    </a:lnTo>
                    <a:cubicBezTo>
                      <a:pt x="2453" y="5737"/>
                      <a:pt x="2346" y="5903"/>
                      <a:pt x="2251" y="6082"/>
                    </a:cubicBezTo>
                    <a:cubicBezTo>
                      <a:pt x="2167" y="6201"/>
                      <a:pt x="2048" y="6320"/>
                      <a:pt x="1989" y="6475"/>
                    </a:cubicBezTo>
                    <a:cubicBezTo>
                      <a:pt x="1989" y="6308"/>
                      <a:pt x="1989" y="6141"/>
                      <a:pt x="1977" y="5999"/>
                    </a:cubicBezTo>
                    <a:cubicBezTo>
                      <a:pt x="2024" y="5844"/>
                      <a:pt x="2096" y="5701"/>
                      <a:pt x="2203" y="5558"/>
                    </a:cubicBezTo>
                    <a:cubicBezTo>
                      <a:pt x="2233" y="5546"/>
                      <a:pt x="2262" y="5543"/>
                      <a:pt x="2292" y="5543"/>
                    </a:cubicBezTo>
                    <a:close/>
                    <a:moveTo>
                      <a:pt x="11275" y="4748"/>
                    </a:moveTo>
                    <a:lnTo>
                      <a:pt x="11275" y="5046"/>
                    </a:lnTo>
                    <a:cubicBezTo>
                      <a:pt x="11268" y="5043"/>
                      <a:pt x="11260" y="5041"/>
                      <a:pt x="11252" y="5041"/>
                    </a:cubicBezTo>
                    <a:cubicBezTo>
                      <a:pt x="11233" y="5041"/>
                      <a:pt x="11212" y="5050"/>
                      <a:pt x="11204" y="5058"/>
                    </a:cubicBezTo>
                    <a:cubicBezTo>
                      <a:pt x="10799" y="5629"/>
                      <a:pt x="10263" y="6106"/>
                      <a:pt x="9894" y="6677"/>
                    </a:cubicBezTo>
                    <a:lnTo>
                      <a:pt x="9894" y="6534"/>
                    </a:lnTo>
                    <a:cubicBezTo>
                      <a:pt x="9906" y="6534"/>
                      <a:pt x="9942" y="6522"/>
                      <a:pt x="9954" y="6487"/>
                    </a:cubicBezTo>
                    <a:cubicBezTo>
                      <a:pt x="9954" y="6475"/>
                      <a:pt x="9966" y="6439"/>
                      <a:pt x="9990" y="6415"/>
                    </a:cubicBezTo>
                    <a:cubicBezTo>
                      <a:pt x="9990" y="6403"/>
                      <a:pt x="10001" y="6380"/>
                      <a:pt x="10001" y="6380"/>
                    </a:cubicBezTo>
                    <a:cubicBezTo>
                      <a:pt x="10323" y="5749"/>
                      <a:pt x="10847" y="5296"/>
                      <a:pt x="11275" y="4748"/>
                    </a:cubicBezTo>
                    <a:close/>
                    <a:moveTo>
                      <a:pt x="11264" y="5927"/>
                    </a:moveTo>
                    <a:lnTo>
                      <a:pt x="11264" y="6070"/>
                    </a:lnTo>
                    <a:lnTo>
                      <a:pt x="11264" y="6082"/>
                    </a:lnTo>
                    <a:cubicBezTo>
                      <a:pt x="11133" y="6356"/>
                      <a:pt x="10930" y="6558"/>
                      <a:pt x="10740" y="6772"/>
                    </a:cubicBezTo>
                    <a:cubicBezTo>
                      <a:pt x="10942" y="6487"/>
                      <a:pt x="11109" y="6201"/>
                      <a:pt x="11264" y="5927"/>
                    </a:cubicBezTo>
                    <a:close/>
                    <a:moveTo>
                      <a:pt x="11406" y="4582"/>
                    </a:moveTo>
                    <a:cubicBezTo>
                      <a:pt x="11478" y="5213"/>
                      <a:pt x="11490" y="5832"/>
                      <a:pt x="11442" y="6439"/>
                    </a:cubicBezTo>
                    <a:cubicBezTo>
                      <a:pt x="11430" y="6558"/>
                      <a:pt x="11430" y="6677"/>
                      <a:pt x="11406" y="6796"/>
                    </a:cubicBezTo>
                    <a:lnTo>
                      <a:pt x="11406" y="4582"/>
                    </a:lnTo>
                    <a:close/>
                    <a:moveTo>
                      <a:pt x="2727" y="5522"/>
                    </a:moveTo>
                    <a:lnTo>
                      <a:pt x="2727" y="5522"/>
                    </a:lnTo>
                    <a:cubicBezTo>
                      <a:pt x="2512" y="5987"/>
                      <a:pt x="2191" y="6415"/>
                      <a:pt x="1989" y="6892"/>
                    </a:cubicBezTo>
                    <a:cubicBezTo>
                      <a:pt x="2012" y="6796"/>
                      <a:pt x="2012" y="6713"/>
                      <a:pt x="2012" y="6642"/>
                    </a:cubicBezTo>
                    <a:cubicBezTo>
                      <a:pt x="2167" y="6499"/>
                      <a:pt x="2286" y="6249"/>
                      <a:pt x="2393" y="6070"/>
                    </a:cubicBezTo>
                    <a:cubicBezTo>
                      <a:pt x="2501" y="5903"/>
                      <a:pt x="2584" y="5725"/>
                      <a:pt x="2632" y="5534"/>
                    </a:cubicBezTo>
                    <a:cubicBezTo>
                      <a:pt x="2667" y="5534"/>
                      <a:pt x="2691" y="5534"/>
                      <a:pt x="2727" y="5522"/>
                    </a:cubicBezTo>
                    <a:close/>
                    <a:moveTo>
                      <a:pt x="5739" y="4225"/>
                    </a:moveTo>
                    <a:cubicBezTo>
                      <a:pt x="5858" y="4260"/>
                      <a:pt x="5953" y="4296"/>
                      <a:pt x="6001" y="4379"/>
                    </a:cubicBezTo>
                    <a:lnTo>
                      <a:pt x="6001" y="4463"/>
                    </a:lnTo>
                    <a:cubicBezTo>
                      <a:pt x="5656" y="5070"/>
                      <a:pt x="5144" y="5487"/>
                      <a:pt x="4727" y="6046"/>
                    </a:cubicBezTo>
                    <a:cubicBezTo>
                      <a:pt x="4727" y="6046"/>
                      <a:pt x="4715" y="6046"/>
                      <a:pt x="4715" y="6058"/>
                    </a:cubicBezTo>
                    <a:cubicBezTo>
                      <a:pt x="4703" y="6070"/>
                      <a:pt x="4691" y="6106"/>
                      <a:pt x="4691" y="6118"/>
                    </a:cubicBezTo>
                    <a:lnTo>
                      <a:pt x="4691" y="6130"/>
                    </a:lnTo>
                    <a:cubicBezTo>
                      <a:pt x="4699" y="6161"/>
                      <a:pt x="4718" y="6177"/>
                      <a:pt x="4740" y="6177"/>
                    </a:cubicBezTo>
                    <a:cubicBezTo>
                      <a:pt x="4751" y="6177"/>
                      <a:pt x="4763" y="6173"/>
                      <a:pt x="4775" y="6165"/>
                    </a:cubicBezTo>
                    <a:cubicBezTo>
                      <a:pt x="5191" y="5725"/>
                      <a:pt x="5751" y="5165"/>
                      <a:pt x="5965" y="4582"/>
                    </a:cubicBezTo>
                    <a:lnTo>
                      <a:pt x="5965" y="4832"/>
                    </a:lnTo>
                    <a:cubicBezTo>
                      <a:pt x="5703" y="5177"/>
                      <a:pt x="5406" y="5475"/>
                      <a:pt x="5132" y="5820"/>
                    </a:cubicBezTo>
                    <a:cubicBezTo>
                      <a:pt x="5060" y="5903"/>
                      <a:pt x="5001" y="6010"/>
                      <a:pt x="4929" y="6106"/>
                    </a:cubicBezTo>
                    <a:cubicBezTo>
                      <a:pt x="4882" y="6165"/>
                      <a:pt x="4822" y="6225"/>
                      <a:pt x="4775" y="6296"/>
                    </a:cubicBezTo>
                    <a:cubicBezTo>
                      <a:pt x="4763" y="6320"/>
                      <a:pt x="4727" y="6356"/>
                      <a:pt x="4715" y="6368"/>
                    </a:cubicBezTo>
                    <a:cubicBezTo>
                      <a:pt x="4703" y="6380"/>
                      <a:pt x="4703" y="6380"/>
                      <a:pt x="4703" y="6403"/>
                    </a:cubicBezTo>
                    <a:cubicBezTo>
                      <a:pt x="4667" y="6403"/>
                      <a:pt x="4656" y="6427"/>
                      <a:pt x="4656" y="6463"/>
                    </a:cubicBezTo>
                    <a:cubicBezTo>
                      <a:pt x="4656" y="6475"/>
                      <a:pt x="4656" y="6475"/>
                      <a:pt x="4667" y="6487"/>
                    </a:cubicBezTo>
                    <a:cubicBezTo>
                      <a:pt x="4687" y="6516"/>
                      <a:pt x="4707" y="6537"/>
                      <a:pt x="4733" y="6537"/>
                    </a:cubicBezTo>
                    <a:cubicBezTo>
                      <a:pt x="4739" y="6537"/>
                      <a:pt x="4744" y="6536"/>
                      <a:pt x="4751" y="6534"/>
                    </a:cubicBezTo>
                    <a:cubicBezTo>
                      <a:pt x="4941" y="6475"/>
                      <a:pt x="5084" y="6082"/>
                      <a:pt x="5191" y="5939"/>
                    </a:cubicBezTo>
                    <a:cubicBezTo>
                      <a:pt x="5429" y="5594"/>
                      <a:pt x="5703" y="5272"/>
                      <a:pt x="5953" y="4927"/>
                    </a:cubicBezTo>
                    <a:lnTo>
                      <a:pt x="5953" y="5129"/>
                    </a:lnTo>
                    <a:lnTo>
                      <a:pt x="5941" y="5129"/>
                    </a:lnTo>
                    <a:cubicBezTo>
                      <a:pt x="5934" y="5126"/>
                      <a:pt x="5926" y="5124"/>
                      <a:pt x="5919" y="5124"/>
                    </a:cubicBezTo>
                    <a:cubicBezTo>
                      <a:pt x="5881" y="5124"/>
                      <a:pt x="5854" y="5169"/>
                      <a:pt x="5894" y="5189"/>
                    </a:cubicBezTo>
                    <a:lnTo>
                      <a:pt x="5894" y="5189"/>
                    </a:lnTo>
                    <a:cubicBezTo>
                      <a:pt x="5894" y="5189"/>
                      <a:pt x="5894" y="5189"/>
                      <a:pt x="5894" y="5189"/>
                    </a:cubicBezTo>
                    <a:cubicBezTo>
                      <a:pt x="5873" y="5189"/>
                      <a:pt x="4893" y="6535"/>
                      <a:pt x="4715" y="6784"/>
                    </a:cubicBezTo>
                    <a:lnTo>
                      <a:pt x="4691" y="6820"/>
                    </a:lnTo>
                    <a:lnTo>
                      <a:pt x="4691" y="6832"/>
                    </a:lnTo>
                    <a:cubicBezTo>
                      <a:pt x="4667" y="6880"/>
                      <a:pt x="4703" y="6903"/>
                      <a:pt x="4751" y="6915"/>
                    </a:cubicBezTo>
                    <a:cubicBezTo>
                      <a:pt x="4691" y="7011"/>
                      <a:pt x="4632" y="7082"/>
                      <a:pt x="4572" y="7177"/>
                    </a:cubicBezTo>
                    <a:lnTo>
                      <a:pt x="4572" y="6022"/>
                    </a:lnTo>
                    <a:cubicBezTo>
                      <a:pt x="4583" y="6033"/>
                      <a:pt x="4596" y="6039"/>
                      <a:pt x="4609" y="6039"/>
                    </a:cubicBezTo>
                    <a:cubicBezTo>
                      <a:pt x="4626" y="6039"/>
                      <a:pt x="4642" y="6030"/>
                      <a:pt x="4656" y="6010"/>
                    </a:cubicBezTo>
                    <a:cubicBezTo>
                      <a:pt x="4667" y="5987"/>
                      <a:pt x="4691" y="5963"/>
                      <a:pt x="4715" y="5939"/>
                    </a:cubicBezTo>
                    <a:cubicBezTo>
                      <a:pt x="4929" y="5653"/>
                      <a:pt x="5084" y="5332"/>
                      <a:pt x="5310" y="5058"/>
                    </a:cubicBezTo>
                    <a:cubicBezTo>
                      <a:pt x="5501" y="4820"/>
                      <a:pt x="5715" y="4629"/>
                      <a:pt x="5858" y="4356"/>
                    </a:cubicBezTo>
                    <a:cubicBezTo>
                      <a:pt x="5881" y="4318"/>
                      <a:pt x="5850" y="4289"/>
                      <a:pt x="5819" y="4289"/>
                    </a:cubicBezTo>
                    <a:cubicBezTo>
                      <a:pt x="5801" y="4289"/>
                      <a:pt x="5783" y="4298"/>
                      <a:pt x="5775" y="4320"/>
                    </a:cubicBezTo>
                    <a:cubicBezTo>
                      <a:pt x="5608" y="4629"/>
                      <a:pt x="5346" y="4832"/>
                      <a:pt x="5120" y="5118"/>
                    </a:cubicBezTo>
                    <a:cubicBezTo>
                      <a:pt x="4906" y="5391"/>
                      <a:pt x="4763" y="5689"/>
                      <a:pt x="4572" y="5951"/>
                    </a:cubicBezTo>
                    <a:lnTo>
                      <a:pt x="4572" y="5891"/>
                    </a:lnTo>
                    <a:cubicBezTo>
                      <a:pt x="4572" y="5844"/>
                      <a:pt x="4572" y="5808"/>
                      <a:pt x="4584" y="5749"/>
                    </a:cubicBezTo>
                    <a:lnTo>
                      <a:pt x="4596" y="5749"/>
                    </a:lnTo>
                    <a:cubicBezTo>
                      <a:pt x="4810" y="5570"/>
                      <a:pt x="4941" y="5296"/>
                      <a:pt x="5108" y="5070"/>
                    </a:cubicBezTo>
                    <a:cubicBezTo>
                      <a:pt x="5287" y="4820"/>
                      <a:pt x="5477" y="4582"/>
                      <a:pt x="5656" y="4320"/>
                    </a:cubicBezTo>
                    <a:cubicBezTo>
                      <a:pt x="5665" y="4300"/>
                      <a:pt x="5651" y="4281"/>
                      <a:pt x="5633" y="4281"/>
                    </a:cubicBezTo>
                    <a:cubicBezTo>
                      <a:pt x="5629" y="4281"/>
                      <a:pt x="5624" y="4282"/>
                      <a:pt x="5620" y="4284"/>
                    </a:cubicBezTo>
                    <a:cubicBezTo>
                      <a:pt x="5382" y="4510"/>
                      <a:pt x="5168" y="4760"/>
                      <a:pt x="4965" y="5010"/>
                    </a:cubicBezTo>
                    <a:cubicBezTo>
                      <a:pt x="4834" y="5177"/>
                      <a:pt x="4691" y="5344"/>
                      <a:pt x="4596" y="5534"/>
                    </a:cubicBezTo>
                    <a:lnTo>
                      <a:pt x="4596" y="5427"/>
                    </a:lnTo>
                    <a:cubicBezTo>
                      <a:pt x="4596" y="5427"/>
                      <a:pt x="4608" y="5427"/>
                      <a:pt x="4608" y="5415"/>
                    </a:cubicBezTo>
                    <a:cubicBezTo>
                      <a:pt x="4751" y="5213"/>
                      <a:pt x="4882" y="4998"/>
                      <a:pt x="5025" y="4796"/>
                    </a:cubicBezTo>
                    <a:cubicBezTo>
                      <a:pt x="5168" y="4617"/>
                      <a:pt x="5310" y="4439"/>
                      <a:pt x="5382" y="4225"/>
                    </a:cubicBezTo>
                    <a:close/>
                    <a:moveTo>
                      <a:pt x="8537" y="5022"/>
                    </a:moveTo>
                    <a:cubicBezTo>
                      <a:pt x="8561" y="5165"/>
                      <a:pt x="8537" y="5284"/>
                      <a:pt x="8537" y="5403"/>
                    </a:cubicBezTo>
                    <a:cubicBezTo>
                      <a:pt x="8524" y="5371"/>
                      <a:pt x="8493" y="5352"/>
                      <a:pt x="8464" y="5352"/>
                    </a:cubicBezTo>
                    <a:cubicBezTo>
                      <a:pt x="8440" y="5352"/>
                      <a:pt x="8417" y="5365"/>
                      <a:pt x="8406" y="5391"/>
                    </a:cubicBezTo>
                    <a:cubicBezTo>
                      <a:pt x="8263" y="5725"/>
                      <a:pt x="7989" y="5999"/>
                      <a:pt x="7763" y="6284"/>
                    </a:cubicBezTo>
                    <a:cubicBezTo>
                      <a:pt x="7620" y="6463"/>
                      <a:pt x="7406" y="6665"/>
                      <a:pt x="7394" y="6903"/>
                    </a:cubicBezTo>
                    <a:cubicBezTo>
                      <a:pt x="7394" y="6938"/>
                      <a:pt x="7426" y="6960"/>
                      <a:pt x="7457" y="6960"/>
                    </a:cubicBezTo>
                    <a:cubicBezTo>
                      <a:pt x="7468" y="6960"/>
                      <a:pt x="7480" y="6957"/>
                      <a:pt x="7489" y="6951"/>
                    </a:cubicBezTo>
                    <a:cubicBezTo>
                      <a:pt x="7668" y="6725"/>
                      <a:pt x="7846" y="6487"/>
                      <a:pt x="8025" y="6261"/>
                    </a:cubicBezTo>
                    <a:cubicBezTo>
                      <a:pt x="8216" y="6022"/>
                      <a:pt x="8406" y="5772"/>
                      <a:pt x="8537" y="5475"/>
                    </a:cubicBezTo>
                    <a:lnTo>
                      <a:pt x="8537" y="5475"/>
                    </a:lnTo>
                    <a:cubicBezTo>
                      <a:pt x="8537" y="5582"/>
                      <a:pt x="8537" y="5701"/>
                      <a:pt x="8525" y="5808"/>
                    </a:cubicBezTo>
                    <a:cubicBezTo>
                      <a:pt x="8513" y="5808"/>
                      <a:pt x="8513" y="5820"/>
                      <a:pt x="8513" y="5832"/>
                    </a:cubicBezTo>
                    <a:cubicBezTo>
                      <a:pt x="8442" y="6082"/>
                      <a:pt x="8204" y="6296"/>
                      <a:pt x="8037" y="6475"/>
                    </a:cubicBezTo>
                    <a:cubicBezTo>
                      <a:pt x="7918" y="6618"/>
                      <a:pt x="7787" y="6761"/>
                      <a:pt x="7668" y="6903"/>
                    </a:cubicBezTo>
                    <a:cubicBezTo>
                      <a:pt x="7608" y="6975"/>
                      <a:pt x="7334" y="7249"/>
                      <a:pt x="7311" y="7427"/>
                    </a:cubicBezTo>
                    <a:cubicBezTo>
                      <a:pt x="7323" y="7261"/>
                      <a:pt x="7323" y="7118"/>
                      <a:pt x="7334" y="6951"/>
                    </a:cubicBezTo>
                    <a:cubicBezTo>
                      <a:pt x="7334" y="6844"/>
                      <a:pt x="7346" y="6725"/>
                      <a:pt x="7346" y="6618"/>
                    </a:cubicBezTo>
                    <a:cubicBezTo>
                      <a:pt x="7394" y="6546"/>
                      <a:pt x="7442" y="6451"/>
                      <a:pt x="7489" y="6380"/>
                    </a:cubicBezTo>
                    <a:cubicBezTo>
                      <a:pt x="7608" y="6201"/>
                      <a:pt x="7727" y="6022"/>
                      <a:pt x="7858" y="5844"/>
                    </a:cubicBezTo>
                    <a:cubicBezTo>
                      <a:pt x="8085" y="5558"/>
                      <a:pt x="8347" y="5320"/>
                      <a:pt x="8537" y="5022"/>
                    </a:cubicBezTo>
                    <a:close/>
                    <a:moveTo>
                      <a:pt x="11275" y="5487"/>
                    </a:moveTo>
                    <a:lnTo>
                      <a:pt x="11275" y="5713"/>
                    </a:lnTo>
                    <a:cubicBezTo>
                      <a:pt x="11264" y="5713"/>
                      <a:pt x="11252" y="5725"/>
                      <a:pt x="11240" y="5749"/>
                    </a:cubicBezTo>
                    <a:cubicBezTo>
                      <a:pt x="10835" y="6356"/>
                      <a:pt x="10347" y="6903"/>
                      <a:pt x="9882" y="7475"/>
                    </a:cubicBezTo>
                    <a:lnTo>
                      <a:pt x="9882" y="6796"/>
                    </a:lnTo>
                    <a:cubicBezTo>
                      <a:pt x="9894" y="6820"/>
                      <a:pt x="9918" y="6832"/>
                      <a:pt x="9954" y="6832"/>
                    </a:cubicBezTo>
                    <a:cubicBezTo>
                      <a:pt x="9918" y="6903"/>
                      <a:pt x="9894" y="6975"/>
                      <a:pt x="9906" y="7058"/>
                    </a:cubicBezTo>
                    <a:cubicBezTo>
                      <a:pt x="9906" y="7107"/>
                      <a:pt x="9951" y="7145"/>
                      <a:pt x="9998" y="7145"/>
                    </a:cubicBezTo>
                    <a:cubicBezTo>
                      <a:pt x="10020" y="7145"/>
                      <a:pt x="10042" y="7137"/>
                      <a:pt x="10061" y="7118"/>
                    </a:cubicBezTo>
                    <a:cubicBezTo>
                      <a:pt x="10144" y="7011"/>
                      <a:pt x="10204" y="6880"/>
                      <a:pt x="10287" y="6761"/>
                    </a:cubicBezTo>
                    <a:cubicBezTo>
                      <a:pt x="10406" y="6582"/>
                      <a:pt x="10537" y="6403"/>
                      <a:pt x="10668" y="6237"/>
                    </a:cubicBezTo>
                    <a:cubicBezTo>
                      <a:pt x="10883" y="5987"/>
                      <a:pt x="11085" y="5760"/>
                      <a:pt x="11275" y="5487"/>
                    </a:cubicBezTo>
                    <a:close/>
                    <a:moveTo>
                      <a:pt x="5977" y="6070"/>
                    </a:moveTo>
                    <a:cubicBezTo>
                      <a:pt x="5977" y="6153"/>
                      <a:pt x="5977" y="6249"/>
                      <a:pt x="5965" y="6332"/>
                    </a:cubicBezTo>
                    <a:cubicBezTo>
                      <a:pt x="5656" y="6713"/>
                      <a:pt x="5322" y="7070"/>
                      <a:pt x="5013" y="7451"/>
                    </a:cubicBezTo>
                    <a:cubicBezTo>
                      <a:pt x="4955" y="7526"/>
                      <a:pt x="4884" y="7601"/>
                      <a:pt x="4810" y="7678"/>
                    </a:cubicBezTo>
                    <a:lnTo>
                      <a:pt x="4810" y="7678"/>
                    </a:lnTo>
                    <a:cubicBezTo>
                      <a:pt x="4810" y="7678"/>
                      <a:pt x="4810" y="7678"/>
                      <a:pt x="4810" y="7677"/>
                    </a:cubicBezTo>
                    <a:cubicBezTo>
                      <a:pt x="4953" y="7511"/>
                      <a:pt x="5060" y="7308"/>
                      <a:pt x="5191" y="7130"/>
                    </a:cubicBezTo>
                    <a:cubicBezTo>
                      <a:pt x="5441" y="6772"/>
                      <a:pt x="5715" y="6427"/>
                      <a:pt x="5977" y="6070"/>
                    </a:cubicBezTo>
                    <a:close/>
                    <a:moveTo>
                      <a:pt x="6001" y="5308"/>
                    </a:moveTo>
                    <a:lnTo>
                      <a:pt x="6001" y="5701"/>
                    </a:lnTo>
                    <a:cubicBezTo>
                      <a:pt x="6001" y="5808"/>
                      <a:pt x="6001" y="5891"/>
                      <a:pt x="5977" y="5999"/>
                    </a:cubicBezTo>
                    <a:cubicBezTo>
                      <a:pt x="5971" y="5993"/>
                      <a:pt x="5965" y="5990"/>
                      <a:pt x="5959" y="5990"/>
                    </a:cubicBezTo>
                    <a:cubicBezTo>
                      <a:pt x="5953" y="5990"/>
                      <a:pt x="5947" y="5993"/>
                      <a:pt x="5941" y="5999"/>
                    </a:cubicBezTo>
                    <a:cubicBezTo>
                      <a:pt x="5656" y="6308"/>
                      <a:pt x="5382" y="6606"/>
                      <a:pt x="5132" y="6939"/>
                    </a:cubicBezTo>
                    <a:cubicBezTo>
                      <a:pt x="4965" y="7142"/>
                      <a:pt x="4715" y="7392"/>
                      <a:pt x="4632" y="7665"/>
                    </a:cubicBezTo>
                    <a:cubicBezTo>
                      <a:pt x="4606" y="7717"/>
                      <a:pt x="4654" y="7756"/>
                      <a:pt x="4701" y="7756"/>
                    </a:cubicBezTo>
                    <a:cubicBezTo>
                      <a:pt x="4720" y="7756"/>
                      <a:pt x="4738" y="7750"/>
                      <a:pt x="4751" y="7737"/>
                    </a:cubicBezTo>
                    <a:cubicBezTo>
                      <a:pt x="4763" y="7725"/>
                      <a:pt x="4775" y="7701"/>
                      <a:pt x="4787" y="7701"/>
                    </a:cubicBezTo>
                    <a:cubicBezTo>
                      <a:pt x="4788" y="7700"/>
                      <a:pt x="4790" y="7700"/>
                      <a:pt x="4791" y="7699"/>
                    </a:cubicBezTo>
                    <a:lnTo>
                      <a:pt x="4791" y="7699"/>
                    </a:lnTo>
                    <a:cubicBezTo>
                      <a:pt x="4719" y="7775"/>
                      <a:pt x="4646" y="7855"/>
                      <a:pt x="4584" y="7939"/>
                    </a:cubicBezTo>
                    <a:lnTo>
                      <a:pt x="4584" y="7439"/>
                    </a:lnTo>
                    <a:lnTo>
                      <a:pt x="4596" y="7439"/>
                    </a:lnTo>
                    <a:cubicBezTo>
                      <a:pt x="4965" y="6999"/>
                      <a:pt x="5251" y="6487"/>
                      <a:pt x="5656" y="6070"/>
                    </a:cubicBezTo>
                    <a:cubicBezTo>
                      <a:pt x="5691" y="6035"/>
                      <a:pt x="5667" y="5993"/>
                      <a:pt x="5634" y="5993"/>
                    </a:cubicBezTo>
                    <a:cubicBezTo>
                      <a:pt x="5622" y="5993"/>
                      <a:pt x="5609" y="5998"/>
                      <a:pt x="5596" y="6010"/>
                    </a:cubicBezTo>
                    <a:cubicBezTo>
                      <a:pt x="5489" y="6106"/>
                      <a:pt x="5406" y="6201"/>
                      <a:pt x="5310" y="6296"/>
                    </a:cubicBezTo>
                    <a:cubicBezTo>
                      <a:pt x="5465" y="6070"/>
                      <a:pt x="5620" y="5844"/>
                      <a:pt x="5775" y="5641"/>
                    </a:cubicBezTo>
                    <a:cubicBezTo>
                      <a:pt x="5799" y="5594"/>
                      <a:pt x="5941" y="5451"/>
                      <a:pt x="6001" y="5308"/>
                    </a:cubicBezTo>
                    <a:close/>
                    <a:moveTo>
                      <a:pt x="3322" y="8261"/>
                    </a:moveTo>
                    <a:lnTo>
                      <a:pt x="3322" y="8261"/>
                    </a:lnTo>
                    <a:cubicBezTo>
                      <a:pt x="3322" y="8262"/>
                      <a:pt x="3321" y="8263"/>
                      <a:pt x="3321" y="8264"/>
                    </a:cubicBezTo>
                    <a:lnTo>
                      <a:pt x="3321" y="8264"/>
                    </a:lnTo>
                    <a:cubicBezTo>
                      <a:pt x="3322" y="8263"/>
                      <a:pt x="3322" y="8262"/>
                      <a:pt x="3322" y="8261"/>
                    </a:cubicBezTo>
                    <a:close/>
                    <a:moveTo>
                      <a:pt x="5977" y="6427"/>
                    </a:moveTo>
                    <a:lnTo>
                      <a:pt x="5977" y="6427"/>
                    </a:lnTo>
                    <a:cubicBezTo>
                      <a:pt x="5965" y="6618"/>
                      <a:pt x="5965" y="6820"/>
                      <a:pt x="5965" y="7011"/>
                    </a:cubicBezTo>
                    <a:cubicBezTo>
                      <a:pt x="5965" y="7011"/>
                      <a:pt x="5953" y="7011"/>
                      <a:pt x="5953" y="7023"/>
                    </a:cubicBezTo>
                    <a:cubicBezTo>
                      <a:pt x="5787" y="7415"/>
                      <a:pt x="5477" y="7689"/>
                      <a:pt x="5191" y="7987"/>
                    </a:cubicBezTo>
                    <a:cubicBezTo>
                      <a:pt x="5310" y="7832"/>
                      <a:pt x="5429" y="7654"/>
                      <a:pt x="5549" y="7487"/>
                    </a:cubicBezTo>
                    <a:cubicBezTo>
                      <a:pt x="5644" y="7356"/>
                      <a:pt x="6037" y="6880"/>
                      <a:pt x="5941" y="6677"/>
                    </a:cubicBezTo>
                    <a:lnTo>
                      <a:pt x="5941" y="6677"/>
                    </a:lnTo>
                    <a:cubicBezTo>
                      <a:pt x="5977" y="6772"/>
                      <a:pt x="5739" y="6999"/>
                      <a:pt x="5703" y="7058"/>
                    </a:cubicBezTo>
                    <a:cubicBezTo>
                      <a:pt x="5549" y="7237"/>
                      <a:pt x="5418" y="7427"/>
                      <a:pt x="5263" y="7606"/>
                    </a:cubicBezTo>
                    <a:cubicBezTo>
                      <a:pt x="5060" y="7868"/>
                      <a:pt x="4846" y="8154"/>
                      <a:pt x="4608" y="8392"/>
                    </a:cubicBezTo>
                    <a:lnTo>
                      <a:pt x="4608" y="8213"/>
                    </a:lnTo>
                    <a:cubicBezTo>
                      <a:pt x="4787" y="8035"/>
                      <a:pt x="4941" y="7796"/>
                      <a:pt x="5108" y="7594"/>
                    </a:cubicBezTo>
                    <a:cubicBezTo>
                      <a:pt x="5406" y="7201"/>
                      <a:pt x="5680" y="6820"/>
                      <a:pt x="5977" y="6427"/>
                    </a:cubicBezTo>
                    <a:close/>
                    <a:moveTo>
                      <a:pt x="8513" y="6022"/>
                    </a:moveTo>
                    <a:lnTo>
                      <a:pt x="8513" y="6403"/>
                    </a:lnTo>
                    <a:cubicBezTo>
                      <a:pt x="8494" y="6384"/>
                      <a:pt x="8468" y="6372"/>
                      <a:pt x="8446" y="6372"/>
                    </a:cubicBezTo>
                    <a:cubicBezTo>
                      <a:pt x="8427" y="6372"/>
                      <a:pt x="8412" y="6381"/>
                      <a:pt x="8406" y="6403"/>
                    </a:cubicBezTo>
                    <a:cubicBezTo>
                      <a:pt x="8239" y="6725"/>
                      <a:pt x="8025" y="7011"/>
                      <a:pt x="7787" y="7296"/>
                    </a:cubicBezTo>
                    <a:cubicBezTo>
                      <a:pt x="7644" y="7451"/>
                      <a:pt x="7370" y="7677"/>
                      <a:pt x="7346" y="7915"/>
                    </a:cubicBezTo>
                    <a:cubicBezTo>
                      <a:pt x="7346" y="7950"/>
                      <a:pt x="7372" y="7972"/>
                      <a:pt x="7404" y="7972"/>
                    </a:cubicBezTo>
                    <a:cubicBezTo>
                      <a:pt x="7416" y="7972"/>
                      <a:pt x="7429" y="7969"/>
                      <a:pt x="7442" y="7963"/>
                    </a:cubicBezTo>
                    <a:cubicBezTo>
                      <a:pt x="7561" y="7904"/>
                      <a:pt x="7608" y="7785"/>
                      <a:pt x="7692" y="7677"/>
                    </a:cubicBezTo>
                    <a:cubicBezTo>
                      <a:pt x="7811" y="7534"/>
                      <a:pt x="7942" y="7392"/>
                      <a:pt x="8061" y="7249"/>
                    </a:cubicBezTo>
                    <a:cubicBezTo>
                      <a:pt x="8263" y="7011"/>
                      <a:pt x="8454" y="6772"/>
                      <a:pt x="8537" y="6475"/>
                    </a:cubicBezTo>
                    <a:lnTo>
                      <a:pt x="8537" y="6772"/>
                    </a:lnTo>
                    <a:cubicBezTo>
                      <a:pt x="8525" y="6772"/>
                      <a:pt x="8501" y="6784"/>
                      <a:pt x="8477" y="6796"/>
                    </a:cubicBezTo>
                    <a:cubicBezTo>
                      <a:pt x="8275" y="7070"/>
                      <a:pt x="8096" y="7356"/>
                      <a:pt x="7906" y="7630"/>
                    </a:cubicBezTo>
                    <a:cubicBezTo>
                      <a:pt x="7799" y="7785"/>
                      <a:pt x="7692" y="7927"/>
                      <a:pt x="7573" y="8070"/>
                    </a:cubicBezTo>
                    <a:cubicBezTo>
                      <a:pt x="7501" y="8154"/>
                      <a:pt x="7382" y="8249"/>
                      <a:pt x="7334" y="8368"/>
                    </a:cubicBezTo>
                    <a:cubicBezTo>
                      <a:pt x="7313" y="8400"/>
                      <a:pt x="7341" y="8453"/>
                      <a:pt x="7391" y="8453"/>
                    </a:cubicBezTo>
                    <a:cubicBezTo>
                      <a:pt x="7396" y="8453"/>
                      <a:pt x="7401" y="8452"/>
                      <a:pt x="7406" y="8451"/>
                    </a:cubicBezTo>
                    <a:lnTo>
                      <a:pt x="7406" y="8451"/>
                    </a:lnTo>
                    <a:cubicBezTo>
                      <a:pt x="7382" y="8487"/>
                      <a:pt x="7346" y="8499"/>
                      <a:pt x="7334" y="8523"/>
                    </a:cubicBezTo>
                    <a:cubicBezTo>
                      <a:pt x="7275" y="8427"/>
                      <a:pt x="7263" y="8285"/>
                      <a:pt x="7275" y="8130"/>
                    </a:cubicBezTo>
                    <a:cubicBezTo>
                      <a:pt x="7275" y="7915"/>
                      <a:pt x="7287" y="7713"/>
                      <a:pt x="7311" y="7499"/>
                    </a:cubicBezTo>
                    <a:cubicBezTo>
                      <a:pt x="7311" y="7546"/>
                      <a:pt x="7334" y="7570"/>
                      <a:pt x="7370" y="7594"/>
                    </a:cubicBezTo>
                    <a:cubicBezTo>
                      <a:pt x="7379" y="7597"/>
                      <a:pt x="7387" y="7598"/>
                      <a:pt x="7396" y="7598"/>
                    </a:cubicBezTo>
                    <a:cubicBezTo>
                      <a:pt x="7459" y="7598"/>
                      <a:pt x="7516" y="7527"/>
                      <a:pt x="7454" y="7475"/>
                    </a:cubicBezTo>
                    <a:cubicBezTo>
                      <a:pt x="7430" y="7439"/>
                      <a:pt x="8275" y="6463"/>
                      <a:pt x="8513" y="6022"/>
                    </a:cubicBezTo>
                    <a:close/>
                    <a:moveTo>
                      <a:pt x="3239" y="5475"/>
                    </a:moveTo>
                    <a:cubicBezTo>
                      <a:pt x="3286" y="5510"/>
                      <a:pt x="3334" y="5546"/>
                      <a:pt x="3346" y="5606"/>
                    </a:cubicBezTo>
                    <a:lnTo>
                      <a:pt x="3346" y="5927"/>
                    </a:lnTo>
                    <a:cubicBezTo>
                      <a:pt x="2917" y="6856"/>
                      <a:pt x="2489" y="7785"/>
                      <a:pt x="2036" y="8701"/>
                    </a:cubicBezTo>
                    <a:lnTo>
                      <a:pt x="2036" y="8737"/>
                    </a:lnTo>
                    <a:cubicBezTo>
                      <a:pt x="2012" y="8725"/>
                      <a:pt x="1977" y="8689"/>
                      <a:pt x="1965" y="8666"/>
                    </a:cubicBezTo>
                    <a:lnTo>
                      <a:pt x="1965" y="7713"/>
                    </a:lnTo>
                    <a:lnTo>
                      <a:pt x="1965" y="7654"/>
                    </a:lnTo>
                    <a:cubicBezTo>
                      <a:pt x="2215" y="7368"/>
                      <a:pt x="2334" y="6975"/>
                      <a:pt x="2512" y="6642"/>
                    </a:cubicBezTo>
                    <a:cubicBezTo>
                      <a:pt x="2703" y="6296"/>
                      <a:pt x="2917" y="5987"/>
                      <a:pt x="2989" y="5594"/>
                    </a:cubicBezTo>
                    <a:cubicBezTo>
                      <a:pt x="2995" y="5561"/>
                      <a:pt x="2973" y="5543"/>
                      <a:pt x="2952" y="5543"/>
                    </a:cubicBezTo>
                    <a:cubicBezTo>
                      <a:pt x="2934" y="5543"/>
                      <a:pt x="2917" y="5555"/>
                      <a:pt x="2917" y="5582"/>
                    </a:cubicBezTo>
                    <a:cubicBezTo>
                      <a:pt x="2822" y="5987"/>
                      <a:pt x="2560" y="6284"/>
                      <a:pt x="2381" y="6642"/>
                    </a:cubicBezTo>
                    <a:cubicBezTo>
                      <a:pt x="2227" y="6903"/>
                      <a:pt x="2108" y="7189"/>
                      <a:pt x="1977" y="7451"/>
                    </a:cubicBezTo>
                    <a:cubicBezTo>
                      <a:pt x="1977" y="7380"/>
                      <a:pt x="1989" y="7308"/>
                      <a:pt x="1989" y="7237"/>
                    </a:cubicBezTo>
                    <a:cubicBezTo>
                      <a:pt x="2286" y="6677"/>
                      <a:pt x="2608" y="6118"/>
                      <a:pt x="2810" y="5522"/>
                    </a:cubicBezTo>
                    <a:cubicBezTo>
                      <a:pt x="2870" y="5510"/>
                      <a:pt x="2929" y="5487"/>
                      <a:pt x="3001" y="5475"/>
                    </a:cubicBezTo>
                    <a:close/>
                    <a:moveTo>
                      <a:pt x="8537" y="7011"/>
                    </a:moveTo>
                    <a:cubicBezTo>
                      <a:pt x="8537" y="7153"/>
                      <a:pt x="8561" y="7320"/>
                      <a:pt x="8561" y="7475"/>
                    </a:cubicBezTo>
                    <a:cubicBezTo>
                      <a:pt x="8382" y="7606"/>
                      <a:pt x="8239" y="7832"/>
                      <a:pt x="8108" y="8011"/>
                    </a:cubicBezTo>
                    <a:cubicBezTo>
                      <a:pt x="7930" y="8249"/>
                      <a:pt x="7704" y="8463"/>
                      <a:pt x="7525" y="8701"/>
                    </a:cubicBezTo>
                    <a:cubicBezTo>
                      <a:pt x="7513" y="8725"/>
                      <a:pt x="7513" y="8737"/>
                      <a:pt x="7513" y="8749"/>
                    </a:cubicBezTo>
                    <a:cubicBezTo>
                      <a:pt x="7489" y="8725"/>
                      <a:pt x="7454" y="8701"/>
                      <a:pt x="7442" y="8689"/>
                    </a:cubicBezTo>
                    <a:cubicBezTo>
                      <a:pt x="7918" y="8332"/>
                      <a:pt x="8347" y="7725"/>
                      <a:pt x="8525" y="7153"/>
                    </a:cubicBezTo>
                    <a:cubicBezTo>
                      <a:pt x="8537" y="7118"/>
                      <a:pt x="8513" y="7094"/>
                      <a:pt x="8477" y="7094"/>
                    </a:cubicBezTo>
                    <a:cubicBezTo>
                      <a:pt x="8501" y="7070"/>
                      <a:pt x="8525" y="7034"/>
                      <a:pt x="8537" y="7011"/>
                    </a:cubicBezTo>
                    <a:close/>
                    <a:moveTo>
                      <a:pt x="10206" y="7781"/>
                    </a:moveTo>
                    <a:cubicBezTo>
                      <a:pt x="10074" y="7945"/>
                      <a:pt x="9928" y="8146"/>
                      <a:pt x="9954" y="8320"/>
                    </a:cubicBezTo>
                    <a:cubicBezTo>
                      <a:pt x="9954" y="8370"/>
                      <a:pt x="9995" y="8395"/>
                      <a:pt x="10043" y="8395"/>
                    </a:cubicBezTo>
                    <a:cubicBezTo>
                      <a:pt x="10053" y="8395"/>
                      <a:pt x="10063" y="8394"/>
                      <a:pt x="10073" y="8392"/>
                    </a:cubicBezTo>
                    <a:cubicBezTo>
                      <a:pt x="10085" y="8392"/>
                      <a:pt x="10085" y="8380"/>
                      <a:pt x="10097" y="8380"/>
                    </a:cubicBezTo>
                    <a:cubicBezTo>
                      <a:pt x="10037" y="8463"/>
                      <a:pt x="9966" y="8558"/>
                      <a:pt x="9906" y="8642"/>
                    </a:cubicBezTo>
                    <a:cubicBezTo>
                      <a:pt x="9882" y="8677"/>
                      <a:pt x="9894" y="8713"/>
                      <a:pt x="9894" y="8749"/>
                    </a:cubicBezTo>
                    <a:lnTo>
                      <a:pt x="9882" y="8737"/>
                    </a:lnTo>
                    <a:lnTo>
                      <a:pt x="9882" y="7796"/>
                    </a:lnTo>
                    <a:lnTo>
                      <a:pt x="9918" y="7796"/>
                    </a:lnTo>
                    <a:cubicBezTo>
                      <a:pt x="9906" y="7832"/>
                      <a:pt x="9918" y="7868"/>
                      <a:pt x="9954" y="7880"/>
                    </a:cubicBezTo>
                    <a:cubicBezTo>
                      <a:pt x="9974" y="7893"/>
                      <a:pt x="9996" y="7900"/>
                      <a:pt x="10017" y="7900"/>
                    </a:cubicBezTo>
                    <a:cubicBezTo>
                      <a:pt x="10080" y="7900"/>
                      <a:pt x="10145" y="7849"/>
                      <a:pt x="10206" y="7781"/>
                    </a:cubicBezTo>
                    <a:close/>
                    <a:moveTo>
                      <a:pt x="8549" y="7654"/>
                    </a:moveTo>
                    <a:lnTo>
                      <a:pt x="8549" y="7785"/>
                    </a:lnTo>
                    <a:cubicBezTo>
                      <a:pt x="8549" y="7808"/>
                      <a:pt x="8549" y="7844"/>
                      <a:pt x="8573" y="7868"/>
                    </a:cubicBezTo>
                    <a:cubicBezTo>
                      <a:pt x="8358" y="8189"/>
                      <a:pt x="8085" y="8451"/>
                      <a:pt x="7870" y="8785"/>
                    </a:cubicBezTo>
                    <a:lnTo>
                      <a:pt x="7763" y="8785"/>
                    </a:lnTo>
                    <a:cubicBezTo>
                      <a:pt x="7942" y="8642"/>
                      <a:pt x="8085" y="8427"/>
                      <a:pt x="8192" y="8249"/>
                    </a:cubicBezTo>
                    <a:cubicBezTo>
                      <a:pt x="8311" y="8070"/>
                      <a:pt x="8466" y="7856"/>
                      <a:pt x="8549" y="7654"/>
                    </a:cubicBezTo>
                    <a:close/>
                    <a:moveTo>
                      <a:pt x="8632" y="8368"/>
                    </a:moveTo>
                    <a:lnTo>
                      <a:pt x="8632" y="8630"/>
                    </a:lnTo>
                    <a:cubicBezTo>
                      <a:pt x="8585" y="8701"/>
                      <a:pt x="8513" y="8749"/>
                      <a:pt x="8418" y="8785"/>
                    </a:cubicBezTo>
                    <a:cubicBezTo>
                      <a:pt x="8501" y="8642"/>
                      <a:pt x="8561" y="8499"/>
                      <a:pt x="8632" y="8368"/>
                    </a:cubicBezTo>
                    <a:close/>
                    <a:moveTo>
                      <a:pt x="8597" y="8011"/>
                    </a:moveTo>
                    <a:cubicBezTo>
                      <a:pt x="8597" y="8035"/>
                      <a:pt x="8620" y="8070"/>
                      <a:pt x="8620" y="8106"/>
                    </a:cubicBezTo>
                    <a:cubicBezTo>
                      <a:pt x="8620" y="8106"/>
                      <a:pt x="8597" y="8106"/>
                      <a:pt x="8597" y="8130"/>
                    </a:cubicBezTo>
                    <a:cubicBezTo>
                      <a:pt x="8454" y="8320"/>
                      <a:pt x="8299" y="8547"/>
                      <a:pt x="8204" y="8797"/>
                    </a:cubicBezTo>
                    <a:lnTo>
                      <a:pt x="8120" y="8797"/>
                    </a:lnTo>
                    <a:cubicBezTo>
                      <a:pt x="8120" y="8785"/>
                      <a:pt x="8144" y="8785"/>
                      <a:pt x="8144" y="8761"/>
                    </a:cubicBezTo>
                    <a:cubicBezTo>
                      <a:pt x="8144" y="8749"/>
                      <a:pt x="8156" y="8749"/>
                      <a:pt x="8144" y="8737"/>
                    </a:cubicBezTo>
                    <a:cubicBezTo>
                      <a:pt x="8323" y="8511"/>
                      <a:pt x="8466" y="8261"/>
                      <a:pt x="8597" y="8011"/>
                    </a:cubicBezTo>
                    <a:close/>
                    <a:moveTo>
                      <a:pt x="11275" y="7654"/>
                    </a:moveTo>
                    <a:lnTo>
                      <a:pt x="11275" y="8070"/>
                    </a:lnTo>
                    <a:cubicBezTo>
                      <a:pt x="11275" y="8074"/>
                      <a:pt x="11275" y="8078"/>
                      <a:pt x="11275" y="8082"/>
                    </a:cubicBezTo>
                    <a:lnTo>
                      <a:pt x="11275" y="8082"/>
                    </a:lnTo>
                    <a:lnTo>
                      <a:pt x="11275" y="8511"/>
                    </a:lnTo>
                    <a:cubicBezTo>
                      <a:pt x="11252" y="8630"/>
                      <a:pt x="11204" y="8725"/>
                      <a:pt x="11144" y="8785"/>
                    </a:cubicBezTo>
                    <a:cubicBezTo>
                      <a:pt x="11156" y="8689"/>
                      <a:pt x="11180" y="8618"/>
                      <a:pt x="11216" y="8523"/>
                    </a:cubicBezTo>
                    <a:cubicBezTo>
                      <a:pt x="11241" y="8481"/>
                      <a:pt x="11201" y="8439"/>
                      <a:pt x="11167" y="8439"/>
                    </a:cubicBezTo>
                    <a:cubicBezTo>
                      <a:pt x="11153" y="8439"/>
                      <a:pt x="11140" y="8446"/>
                      <a:pt x="11133" y="8463"/>
                    </a:cubicBezTo>
                    <a:cubicBezTo>
                      <a:pt x="11073" y="8570"/>
                      <a:pt x="11025" y="8689"/>
                      <a:pt x="11002" y="8797"/>
                    </a:cubicBezTo>
                    <a:lnTo>
                      <a:pt x="10763" y="8797"/>
                    </a:lnTo>
                    <a:cubicBezTo>
                      <a:pt x="10906" y="8558"/>
                      <a:pt x="11061" y="8320"/>
                      <a:pt x="11264" y="8106"/>
                    </a:cubicBezTo>
                    <a:cubicBezTo>
                      <a:pt x="11271" y="8098"/>
                      <a:pt x="11274" y="8090"/>
                      <a:pt x="11275" y="8082"/>
                    </a:cubicBezTo>
                    <a:lnTo>
                      <a:pt x="11264" y="8082"/>
                    </a:lnTo>
                    <a:cubicBezTo>
                      <a:pt x="11264" y="8047"/>
                      <a:pt x="11232" y="8025"/>
                      <a:pt x="11196" y="8025"/>
                    </a:cubicBezTo>
                    <a:cubicBezTo>
                      <a:pt x="11183" y="8025"/>
                      <a:pt x="11169" y="8028"/>
                      <a:pt x="11156" y="8035"/>
                    </a:cubicBezTo>
                    <a:cubicBezTo>
                      <a:pt x="10906" y="8249"/>
                      <a:pt x="10656" y="8511"/>
                      <a:pt x="10478" y="8808"/>
                    </a:cubicBezTo>
                    <a:lnTo>
                      <a:pt x="10430" y="8808"/>
                    </a:lnTo>
                    <a:cubicBezTo>
                      <a:pt x="10549" y="8666"/>
                      <a:pt x="10656" y="8499"/>
                      <a:pt x="10763" y="8344"/>
                    </a:cubicBezTo>
                    <a:cubicBezTo>
                      <a:pt x="10918" y="8106"/>
                      <a:pt x="11097" y="7892"/>
                      <a:pt x="11275" y="7654"/>
                    </a:cubicBezTo>
                    <a:close/>
                    <a:moveTo>
                      <a:pt x="3370" y="6201"/>
                    </a:moveTo>
                    <a:lnTo>
                      <a:pt x="3370" y="6653"/>
                    </a:lnTo>
                    <a:lnTo>
                      <a:pt x="3358" y="6653"/>
                    </a:lnTo>
                    <a:cubicBezTo>
                      <a:pt x="2929" y="7356"/>
                      <a:pt x="2667" y="8130"/>
                      <a:pt x="2215" y="8820"/>
                    </a:cubicBezTo>
                    <a:cubicBezTo>
                      <a:pt x="2191" y="8808"/>
                      <a:pt x="2155" y="8808"/>
                      <a:pt x="2131" y="8797"/>
                    </a:cubicBezTo>
                    <a:cubicBezTo>
                      <a:pt x="2143" y="8797"/>
                      <a:pt x="2143" y="8773"/>
                      <a:pt x="2155" y="8773"/>
                    </a:cubicBezTo>
                    <a:cubicBezTo>
                      <a:pt x="2691" y="7999"/>
                      <a:pt x="3024" y="7082"/>
                      <a:pt x="3370" y="6201"/>
                    </a:cubicBezTo>
                    <a:close/>
                    <a:moveTo>
                      <a:pt x="3358" y="7808"/>
                    </a:moveTo>
                    <a:lnTo>
                      <a:pt x="3358" y="8261"/>
                    </a:lnTo>
                    <a:cubicBezTo>
                      <a:pt x="3346" y="8451"/>
                      <a:pt x="3286" y="8582"/>
                      <a:pt x="3203" y="8677"/>
                    </a:cubicBezTo>
                    <a:cubicBezTo>
                      <a:pt x="3250" y="8548"/>
                      <a:pt x="3286" y="8394"/>
                      <a:pt x="3321" y="8264"/>
                    </a:cubicBezTo>
                    <a:lnTo>
                      <a:pt x="3321" y="8264"/>
                    </a:lnTo>
                    <a:cubicBezTo>
                      <a:pt x="3319" y="8267"/>
                      <a:pt x="3315" y="8267"/>
                      <a:pt x="3310" y="8267"/>
                    </a:cubicBezTo>
                    <a:cubicBezTo>
                      <a:pt x="3304" y="8267"/>
                      <a:pt x="3298" y="8267"/>
                      <a:pt x="3298" y="8273"/>
                    </a:cubicBezTo>
                    <a:cubicBezTo>
                      <a:pt x="3239" y="8404"/>
                      <a:pt x="3179" y="8547"/>
                      <a:pt x="3108" y="8666"/>
                    </a:cubicBezTo>
                    <a:cubicBezTo>
                      <a:pt x="3084" y="8701"/>
                      <a:pt x="3048" y="8761"/>
                      <a:pt x="3036" y="8808"/>
                    </a:cubicBezTo>
                    <a:cubicBezTo>
                      <a:pt x="3024" y="8808"/>
                      <a:pt x="3001" y="8820"/>
                      <a:pt x="2989" y="8820"/>
                    </a:cubicBezTo>
                    <a:cubicBezTo>
                      <a:pt x="3155" y="8511"/>
                      <a:pt x="3263" y="8154"/>
                      <a:pt x="3358" y="7808"/>
                    </a:cubicBezTo>
                    <a:close/>
                    <a:moveTo>
                      <a:pt x="11264" y="6368"/>
                    </a:moveTo>
                    <a:lnTo>
                      <a:pt x="11264" y="7523"/>
                    </a:lnTo>
                    <a:cubicBezTo>
                      <a:pt x="11025" y="7725"/>
                      <a:pt x="10811" y="7963"/>
                      <a:pt x="10621" y="8201"/>
                    </a:cubicBezTo>
                    <a:cubicBezTo>
                      <a:pt x="10442" y="8404"/>
                      <a:pt x="10263" y="8618"/>
                      <a:pt x="10109" y="8820"/>
                    </a:cubicBezTo>
                    <a:cubicBezTo>
                      <a:pt x="10086" y="8820"/>
                      <a:pt x="10063" y="8820"/>
                      <a:pt x="10020" y="8810"/>
                    </a:cubicBezTo>
                    <a:lnTo>
                      <a:pt x="10020" y="8810"/>
                    </a:lnTo>
                    <a:cubicBezTo>
                      <a:pt x="10018" y="8809"/>
                      <a:pt x="10016" y="8808"/>
                      <a:pt x="10013" y="8808"/>
                    </a:cubicBezTo>
                    <a:cubicBezTo>
                      <a:pt x="10049" y="8808"/>
                      <a:pt x="10061" y="8797"/>
                      <a:pt x="10085" y="8773"/>
                    </a:cubicBezTo>
                    <a:cubicBezTo>
                      <a:pt x="10168" y="8689"/>
                      <a:pt x="10240" y="8594"/>
                      <a:pt x="10311" y="8499"/>
                    </a:cubicBezTo>
                    <a:lnTo>
                      <a:pt x="10311" y="8475"/>
                    </a:lnTo>
                    <a:cubicBezTo>
                      <a:pt x="10644" y="8070"/>
                      <a:pt x="10966" y="7642"/>
                      <a:pt x="11252" y="7201"/>
                    </a:cubicBezTo>
                    <a:cubicBezTo>
                      <a:pt x="11270" y="7165"/>
                      <a:pt x="11240" y="7129"/>
                      <a:pt x="11204" y="7129"/>
                    </a:cubicBezTo>
                    <a:cubicBezTo>
                      <a:pt x="11192" y="7129"/>
                      <a:pt x="11180" y="7133"/>
                      <a:pt x="11168" y="7142"/>
                    </a:cubicBezTo>
                    <a:cubicBezTo>
                      <a:pt x="10894" y="7427"/>
                      <a:pt x="10621" y="7725"/>
                      <a:pt x="10359" y="8035"/>
                    </a:cubicBezTo>
                    <a:cubicBezTo>
                      <a:pt x="10394" y="7939"/>
                      <a:pt x="10442" y="7868"/>
                      <a:pt x="10490" y="7796"/>
                    </a:cubicBezTo>
                    <a:cubicBezTo>
                      <a:pt x="10668" y="7511"/>
                      <a:pt x="10859" y="7237"/>
                      <a:pt x="11097" y="6987"/>
                    </a:cubicBezTo>
                    <a:cubicBezTo>
                      <a:pt x="11151" y="6932"/>
                      <a:pt x="11109" y="6871"/>
                      <a:pt x="11049" y="6871"/>
                    </a:cubicBezTo>
                    <a:cubicBezTo>
                      <a:pt x="11030" y="6871"/>
                      <a:pt x="11010" y="6877"/>
                      <a:pt x="10990" y="6892"/>
                    </a:cubicBezTo>
                    <a:cubicBezTo>
                      <a:pt x="10740" y="7094"/>
                      <a:pt x="10537" y="7344"/>
                      <a:pt x="10335" y="7618"/>
                    </a:cubicBezTo>
                    <a:cubicBezTo>
                      <a:pt x="10314" y="7646"/>
                      <a:pt x="10290" y="7677"/>
                      <a:pt x="10264" y="7709"/>
                    </a:cubicBezTo>
                    <a:lnTo>
                      <a:pt x="10264" y="7709"/>
                    </a:lnTo>
                    <a:cubicBezTo>
                      <a:pt x="10341" y="7605"/>
                      <a:pt x="10403" y="7487"/>
                      <a:pt x="10430" y="7439"/>
                    </a:cubicBezTo>
                    <a:cubicBezTo>
                      <a:pt x="10680" y="7070"/>
                      <a:pt x="11025" y="6749"/>
                      <a:pt x="11264" y="6368"/>
                    </a:cubicBezTo>
                    <a:close/>
                    <a:moveTo>
                      <a:pt x="3334" y="6737"/>
                    </a:moveTo>
                    <a:lnTo>
                      <a:pt x="3334" y="7130"/>
                    </a:lnTo>
                    <a:cubicBezTo>
                      <a:pt x="3120" y="7415"/>
                      <a:pt x="3001" y="7749"/>
                      <a:pt x="2870" y="8082"/>
                    </a:cubicBezTo>
                    <a:cubicBezTo>
                      <a:pt x="2762" y="8332"/>
                      <a:pt x="2632" y="8582"/>
                      <a:pt x="2524" y="8844"/>
                    </a:cubicBezTo>
                    <a:lnTo>
                      <a:pt x="2346" y="8844"/>
                    </a:lnTo>
                    <a:cubicBezTo>
                      <a:pt x="2572" y="8582"/>
                      <a:pt x="2703" y="8225"/>
                      <a:pt x="2822" y="7927"/>
                    </a:cubicBezTo>
                    <a:cubicBezTo>
                      <a:pt x="2989" y="7534"/>
                      <a:pt x="3132" y="7130"/>
                      <a:pt x="3334" y="6737"/>
                    </a:cubicBezTo>
                    <a:close/>
                    <a:moveTo>
                      <a:pt x="3358" y="7142"/>
                    </a:moveTo>
                    <a:lnTo>
                      <a:pt x="3358" y="7665"/>
                    </a:lnTo>
                    <a:cubicBezTo>
                      <a:pt x="3167" y="8035"/>
                      <a:pt x="2977" y="8439"/>
                      <a:pt x="2798" y="8820"/>
                    </a:cubicBezTo>
                    <a:cubicBezTo>
                      <a:pt x="2762" y="8844"/>
                      <a:pt x="2751" y="8844"/>
                      <a:pt x="2727" y="8844"/>
                    </a:cubicBezTo>
                    <a:cubicBezTo>
                      <a:pt x="2810" y="8666"/>
                      <a:pt x="2870" y="8439"/>
                      <a:pt x="2929" y="8273"/>
                    </a:cubicBezTo>
                    <a:cubicBezTo>
                      <a:pt x="3060" y="7892"/>
                      <a:pt x="3215" y="7511"/>
                      <a:pt x="3358" y="7142"/>
                    </a:cubicBezTo>
                    <a:close/>
                    <a:moveTo>
                      <a:pt x="6025" y="7975"/>
                    </a:moveTo>
                    <a:lnTo>
                      <a:pt x="6025" y="8106"/>
                    </a:lnTo>
                    <a:lnTo>
                      <a:pt x="6001" y="8106"/>
                    </a:lnTo>
                    <a:cubicBezTo>
                      <a:pt x="5834" y="8308"/>
                      <a:pt x="5656" y="8511"/>
                      <a:pt x="5584" y="8749"/>
                    </a:cubicBezTo>
                    <a:cubicBezTo>
                      <a:pt x="5568" y="8789"/>
                      <a:pt x="5607" y="8819"/>
                      <a:pt x="5640" y="8819"/>
                    </a:cubicBezTo>
                    <a:cubicBezTo>
                      <a:pt x="5657" y="8819"/>
                      <a:pt x="5672" y="8812"/>
                      <a:pt x="5680" y="8797"/>
                    </a:cubicBezTo>
                    <a:cubicBezTo>
                      <a:pt x="5787" y="8630"/>
                      <a:pt x="5894" y="8463"/>
                      <a:pt x="6013" y="8308"/>
                    </a:cubicBezTo>
                    <a:lnTo>
                      <a:pt x="6013" y="8689"/>
                    </a:lnTo>
                    <a:cubicBezTo>
                      <a:pt x="5965" y="8761"/>
                      <a:pt x="5894" y="8808"/>
                      <a:pt x="5775" y="8844"/>
                    </a:cubicBezTo>
                    <a:cubicBezTo>
                      <a:pt x="5768" y="8845"/>
                      <a:pt x="5760" y="8846"/>
                      <a:pt x="5752" y="8846"/>
                    </a:cubicBezTo>
                    <a:cubicBezTo>
                      <a:pt x="5656" y="8846"/>
                      <a:pt x="5516" y="8782"/>
                      <a:pt x="5406" y="8749"/>
                    </a:cubicBezTo>
                    <a:cubicBezTo>
                      <a:pt x="5537" y="8666"/>
                      <a:pt x="5680" y="8439"/>
                      <a:pt x="5739" y="8368"/>
                    </a:cubicBezTo>
                    <a:cubicBezTo>
                      <a:pt x="5846" y="8249"/>
                      <a:pt x="5941" y="8106"/>
                      <a:pt x="6025" y="7975"/>
                    </a:cubicBezTo>
                    <a:close/>
                    <a:moveTo>
                      <a:pt x="5965" y="7094"/>
                    </a:moveTo>
                    <a:lnTo>
                      <a:pt x="5965" y="7618"/>
                    </a:lnTo>
                    <a:cubicBezTo>
                      <a:pt x="5965" y="7665"/>
                      <a:pt x="5977" y="7725"/>
                      <a:pt x="5977" y="7785"/>
                    </a:cubicBezTo>
                    <a:cubicBezTo>
                      <a:pt x="5870" y="7975"/>
                      <a:pt x="5727" y="8154"/>
                      <a:pt x="5572" y="8320"/>
                    </a:cubicBezTo>
                    <a:cubicBezTo>
                      <a:pt x="5501" y="8404"/>
                      <a:pt x="5418" y="8511"/>
                      <a:pt x="5334" y="8606"/>
                    </a:cubicBezTo>
                    <a:cubicBezTo>
                      <a:pt x="5299" y="8642"/>
                      <a:pt x="5215" y="8701"/>
                      <a:pt x="5203" y="8761"/>
                    </a:cubicBezTo>
                    <a:cubicBezTo>
                      <a:pt x="5156" y="8785"/>
                      <a:pt x="5096" y="8797"/>
                      <a:pt x="5037" y="8808"/>
                    </a:cubicBezTo>
                    <a:cubicBezTo>
                      <a:pt x="5191" y="8689"/>
                      <a:pt x="5299" y="8511"/>
                      <a:pt x="5394" y="8368"/>
                    </a:cubicBezTo>
                    <a:cubicBezTo>
                      <a:pt x="5560" y="8130"/>
                      <a:pt x="5715" y="7892"/>
                      <a:pt x="5918" y="7677"/>
                    </a:cubicBezTo>
                    <a:cubicBezTo>
                      <a:pt x="5954" y="7641"/>
                      <a:pt x="5921" y="7590"/>
                      <a:pt x="5881" y="7590"/>
                    </a:cubicBezTo>
                    <a:cubicBezTo>
                      <a:pt x="5870" y="7590"/>
                      <a:pt x="5857" y="7595"/>
                      <a:pt x="5846" y="7606"/>
                    </a:cubicBezTo>
                    <a:cubicBezTo>
                      <a:pt x="5668" y="7773"/>
                      <a:pt x="5501" y="7963"/>
                      <a:pt x="5358" y="8166"/>
                    </a:cubicBezTo>
                    <a:cubicBezTo>
                      <a:pt x="5203" y="8380"/>
                      <a:pt x="5001" y="8570"/>
                      <a:pt x="4882" y="8797"/>
                    </a:cubicBezTo>
                    <a:cubicBezTo>
                      <a:pt x="4858" y="8808"/>
                      <a:pt x="4858" y="8844"/>
                      <a:pt x="4882" y="8856"/>
                    </a:cubicBezTo>
                    <a:lnTo>
                      <a:pt x="4846" y="8856"/>
                    </a:lnTo>
                    <a:cubicBezTo>
                      <a:pt x="4727" y="8844"/>
                      <a:pt x="4656" y="8797"/>
                      <a:pt x="4584" y="8737"/>
                    </a:cubicBezTo>
                    <a:lnTo>
                      <a:pt x="4584" y="8547"/>
                    </a:lnTo>
                    <a:lnTo>
                      <a:pt x="4596" y="8547"/>
                    </a:lnTo>
                    <a:cubicBezTo>
                      <a:pt x="4617" y="8553"/>
                      <a:pt x="4637" y="8560"/>
                      <a:pt x="4658" y="8560"/>
                    </a:cubicBezTo>
                    <a:cubicBezTo>
                      <a:pt x="4673" y="8560"/>
                      <a:pt x="4688" y="8557"/>
                      <a:pt x="4703" y="8547"/>
                    </a:cubicBezTo>
                    <a:cubicBezTo>
                      <a:pt x="4763" y="8487"/>
                      <a:pt x="4822" y="8427"/>
                      <a:pt x="4882" y="8344"/>
                    </a:cubicBezTo>
                    <a:lnTo>
                      <a:pt x="4882" y="8344"/>
                    </a:lnTo>
                    <a:cubicBezTo>
                      <a:pt x="4834" y="8427"/>
                      <a:pt x="4787" y="8499"/>
                      <a:pt x="4763" y="8570"/>
                    </a:cubicBezTo>
                    <a:cubicBezTo>
                      <a:pt x="4734" y="8627"/>
                      <a:pt x="4789" y="8676"/>
                      <a:pt x="4842" y="8676"/>
                    </a:cubicBezTo>
                    <a:cubicBezTo>
                      <a:pt x="4856" y="8676"/>
                      <a:pt x="4870" y="8673"/>
                      <a:pt x="4882" y="8666"/>
                    </a:cubicBezTo>
                    <a:cubicBezTo>
                      <a:pt x="5287" y="8201"/>
                      <a:pt x="5751" y="7689"/>
                      <a:pt x="5965" y="7094"/>
                    </a:cubicBezTo>
                    <a:close/>
                    <a:moveTo>
                      <a:pt x="631" y="1"/>
                    </a:moveTo>
                    <a:cubicBezTo>
                      <a:pt x="607" y="1"/>
                      <a:pt x="584" y="16"/>
                      <a:pt x="584" y="45"/>
                    </a:cubicBezTo>
                    <a:cubicBezTo>
                      <a:pt x="465" y="1689"/>
                      <a:pt x="524" y="3379"/>
                      <a:pt x="524" y="5046"/>
                    </a:cubicBezTo>
                    <a:cubicBezTo>
                      <a:pt x="524" y="6332"/>
                      <a:pt x="441" y="7665"/>
                      <a:pt x="488" y="8951"/>
                    </a:cubicBezTo>
                    <a:cubicBezTo>
                      <a:pt x="346" y="8975"/>
                      <a:pt x="203" y="8987"/>
                      <a:pt x="60" y="8999"/>
                    </a:cubicBezTo>
                    <a:cubicBezTo>
                      <a:pt x="0" y="8999"/>
                      <a:pt x="0" y="9094"/>
                      <a:pt x="60" y="9094"/>
                    </a:cubicBezTo>
                    <a:cubicBezTo>
                      <a:pt x="203" y="9106"/>
                      <a:pt x="346" y="9118"/>
                      <a:pt x="488" y="9130"/>
                    </a:cubicBezTo>
                    <a:cubicBezTo>
                      <a:pt x="500" y="9416"/>
                      <a:pt x="524" y="9690"/>
                      <a:pt x="536" y="9951"/>
                    </a:cubicBezTo>
                    <a:cubicBezTo>
                      <a:pt x="542" y="10011"/>
                      <a:pt x="587" y="10041"/>
                      <a:pt x="630" y="10041"/>
                    </a:cubicBezTo>
                    <a:cubicBezTo>
                      <a:pt x="673" y="10041"/>
                      <a:pt x="715" y="10011"/>
                      <a:pt x="715" y="9951"/>
                    </a:cubicBezTo>
                    <a:cubicBezTo>
                      <a:pt x="738" y="9690"/>
                      <a:pt x="738" y="9416"/>
                      <a:pt x="762" y="9154"/>
                    </a:cubicBezTo>
                    <a:cubicBezTo>
                      <a:pt x="1736" y="9225"/>
                      <a:pt x="2719" y="9243"/>
                      <a:pt x="3704" y="9243"/>
                    </a:cubicBezTo>
                    <a:cubicBezTo>
                      <a:pt x="4718" y="9243"/>
                      <a:pt x="5734" y="9224"/>
                      <a:pt x="6740" y="9224"/>
                    </a:cubicBezTo>
                    <a:cubicBezTo>
                      <a:pt x="6871" y="9224"/>
                      <a:pt x="7002" y="9224"/>
                      <a:pt x="7132" y="9225"/>
                    </a:cubicBezTo>
                    <a:cubicBezTo>
                      <a:pt x="8156" y="9225"/>
                      <a:pt x="9216" y="9249"/>
                      <a:pt x="10252" y="9273"/>
                    </a:cubicBezTo>
                    <a:cubicBezTo>
                      <a:pt x="10276" y="9310"/>
                      <a:pt x="10317" y="9331"/>
                      <a:pt x="10355" y="9331"/>
                    </a:cubicBezTo>
                    <a:cubicBezTo>
                      <a:pt x="10391" y="9331"/>
                      <a:pt x="10425" y="9313"/>
                      <a:pt x="10442" y="9273"/>
                    </a:cubicBezTo>
                    <a:cubicBezTo>
                      <a:pt x="10587" y="9274"/>
                      <a:pt x="10731" y="9275"/>
                      <a:pt x="10875" y="9275"/>
                    </a:cubicBezTo>
                    <a:cubicBezTo>
                      <a:pt x="11952" y="9275"/>
                      <a:pt x="13011" y="9234"/>
                      <a:pt x="14062" y="9118"/>
                    </a:cubicBezTo>
                    <a:cubicBezTo>
                      <a:pt x="14192" y="9106"/>
                      <a:pt x="14192" y="8975"/>
                      <a:pt x="14085" y="8963"/>
                    </a:cubicBezTo>
                    <a:cubicBezTo>
                      <a:pt x="13216" y="8856"/>
                      <a:pt x="12323" y="8820"/>
                      <a:pt x="11406" y="8808"/>
                    </a:cubicBezTo>
                    <a:lnTo>
                      <a:pt x="11406" y="8666"/>
                    </a:lnTo>
                    <a:cubicBezTo>
                      <a:pt x="11502" y="7511"/>
                      <a:pt x="11668" y="6380"/>
                      <a:pt x="11633" y="5237"/>
                    </a:cubicBezTo>
                    <a:cubicBezTo>
                      <a:pt x="11609" y="4284"/>
                      <a:pt x="11490" y="3332"/>
                      <a:pt x="11406" y="2367"/>
                    </a:cubicBezTo>
                    <a:lnTo>
                      <a:pt x="11406" y="1784"/>
                    </a:lnTo>
                    <a:lnTo>
                      <a:pt x="11383" y="1784"/>
                    </a:lnTo>
                    <a:cubicBezTo>
                      <a:pt x="11383" y="1724"/>
                      <a:pt x="11335" y="1677"/>
                      <a:pt x="11275" y="1677"/>
                    </a:cubicBezTo>
                    <a:cubicBezTo>
                      <a:pt x="11152" y="1661"/>
                      <a:pt x="11029" y="1655"/>
                      <a:pt x="10906" y="1655"/>
                    </a:cubicBezTo>
                    <a:cubicBezTo>
                      <a:pt x="10553" y="1655"/>
                      <a:pt x="10200" y="1704"/>
                      <a:pt x="9847" y="1712"/>
                    </a:cubicBezTo>
                    <a:cubicBezTo>
                      <a:pt x="9834" y="1693"/>
                      <a:pt x="9814" y="1681"/>
                      <a:pt x="9797" y="1681"/>
                    </a:cubicBezTo>
                    <a:cubicBezTo>
                      <a:pt x="9782" y="1681"/>
                      <a:pt x="9769" y="1690"/>
                      <a:pt x="9763" y="1712"/>
                    </a:cubicBezTo>
                    <a:cubicBezTo>
                      <a:pt x="9763" y="1724"/>
                      <a:pt x="9740" y="1736"/>
                      <a:pt x="9740" y="1760"/>
                    </a:cubicBezTo>
                    <a:cubicBezTo>
                      <a:pt x="9728" y="1784"/>
                      <a:pt x="9716" y="1820"/>
                      <a:pt x="9716" y="1843"/>
                    </a:cubicBezTo>
                    <a:cubicBezTo>
                      <a:pt x="9430" y="2629"/>
                      <a:pt x="9549" y="3522"/>
                      <a:pt x="9644" y="4344"/>
                    </a:cubicBezTo>
                    <a:lnTo>
                      <a:pt x="9609" y="4379"/>
                    </a:lnTo>
                    <a:cubicBezTo>
                      <a:pt x="9549" y="4415"/>
                      <a:pt x="9597" y="4498"/>
                      <a:pt x="9656" y="4522"/>
                    </a:cubicBezTo>
                    <a:cubicBezTo>
                      <a:pt x="9656" y="4594"/>
                      <a:pt x="9668" y="4677"/>
                      <a:pt x="9668" y="4737"/>
                    </a:cubicBezTo>
                    <a:cubicBezTo>
                      <a:pt x="9680" y="4868"/>
                      <a:pt x="9680" y="4998"/>
                      <a:pt x="9704" y="5129"/>
                    </a:cubicBezTo>
                    <a:cubicBezTo>
                      <a:pt x="9680" y="5165"/>
                      <a:pt x="9656" y="5189"/>
                      <a:pt x="9644" y="5213"/>
                    </a:cubicBezTo>
                    <a:cubicBezTo>
                      <a:pt x="9597" y="5272"/>
                      <a:pt x="9656" y="5332"/>
                      <a:pt x="9716" y="5344"/>
                    </a:cubicBezTo>
                    <a:cubicBezTo>
                      <a:pt x="9763" y="6499"/>
                      <a:pt x="9740" y="7654"/>
                      <a:pt x="9680" y="8808"/>
                    </a:cubicBezTo>
                    <a:cubicBezTo>
                      <a:pt x="9430" y="8808"/>
                      <a:pt x="9192" y="8820"/>
                      <a:pt x="8942" y="8820"/>
                    </a:cubicBezTo>
                    <a:lnTo>
                      <a:pt x="8942" y="8808"/>
                    </a:lnTo>
                    <a:cubicBezTo>
                      <a:pt x="8882" y="8582"/>
                      <a:pt x="8835" y="8368"/>
                      <a:pt x="8787" y="8142"/>
                    </a:cubicBezTo>
                    <a:lnTo>
                      <a:pt x="8787" y="4010"/>
                    </a:lnTo>
                    <a:cubicBezTo>
                      <a:pt x="8811" y="3713"/>
                      <a:pt x="8823" y="3415"/>
                      <a:pt x="8811" y="3117"/>
                    </a:cubicBezTo>
                    <a:cubicBezTo>
                      <a:pt x="8811" y="3082"/>
                      <a:pt x="8811" y="3046"/>
                      <a:pt x="8787" y="3010"/>
                    </a:cubicBezTo>
                    <a:lnTo>
                      <a:pt x="8787" y="2748"/>
                    </a:lnTo>
                    <a:lnTo>
                      <a:pt x="8692" y="2748"/>
                    </a:lnTo>
                    <a:cubicBezTo>
                      <a:pt x="8644" y="2724"/>
                      <a:pt x="8573" y="2689"/>
                      <a:pt x="8466" y="2665"/>
                    </a:cubicBezTo>
                    <a:cubicBezTo>
                      <a:pt x="8339" y="2628"/>
                      <a:pt x="8163" y="2612"/>
                      <a:pt x="7976" y="2612"/>
                    </a:cubicBezTo>
                    <a:cubicBezTo>
                      <a:pt x="7742" y="2612"/>
                      <a:pt x="7491" y="2637"/>
                      <a:pt x="7299" y="2677"/>
                    </a:cubicBezTo>
                    <a:lnTo>
                      <a:pt x="7299" y="2629"/>
                    </a:lnTo>
                    <a:cubicBezTo>
                      <a:pt x="7299" y="2609"/>
                      <a:pt x="7281" y="2601"/>
                      <a:pt x="7263" y="2601"/>
                    </a:cubicBezTo>
                    <a:cubicBezTo>
                      <a:pt x="7248" y="2601"/>
                      <a:pt x="7233" y="2607"/>
                      <a:pt x="7227" y="2617"/>
                    </a:cubicBezTo>
                    <a:cubicBezTo>
                      <a:pt x="7227" y="2653"/>
                      <a:pt x="7215" y="2677"/>
                      <a:pt x="7215" y="2712"/>
                    </a:cubicBezTo>
                    <a:cubicBezTo>
                      <a:pt x="7204" y="2712"/>
                      <a:pt x="7168" y="2724"/>
                      <a:pt x="7156" y="2724"/>
                    </a:cubicBezTo>
                    <a:cubicBezTo>
                      <a:pt x="7144" y="2724"/>
                      <a:pt x="7120" y="2736"/>
                      <a:pt x="7120" y="2748"/>
                    </a:cubicBezTo>
                    <a:lnTo>
                      <a:pt x="7096" y="2748"/>
                    </a:lnTo>
                    <a:lnTo>
                      <a:pt x="7096" y="2796"/>
                    </a:lnTo>
                    <a:lnTo>
                      <a:pt x="7096" y="2855"/>
                    </a:lnTo>
                    <a:lnTo>
                      <a:pt x="7096" y="8844"/>
                    </a:lnTo>
                    <a:lnTo>
                      <a:pt x="6215" y="8844"/>
                    </a:lnTo>
                    <a:cubicBezTo>
                      <a:pt x="6191" y="8666"/>
                      <a:pt x="6168" y="8487"/>
                      <a:pt x="6144" y="8320"/>
                    </a:cubicBezTo>
                    <a:lnTo>
                      <a:pt x="6144" y="4975"/>
                    </a:lnTo>
                    <a:cubicBezTo>
                      <a:pt x="6144" y="4689"/>
                      <a:pt x="6156" y="4415"/>
                      <a:pt x="6144" y="4141"/>
                    </a:cubicBezTo>
                    <a:lnTo>
                      <a:pt x="6144" y="4117"/>
                    </a:lnTo>
                    <a:lnTo>
                      <a:pt x="6144" y="4082"/>
                    </a:lnTo>
                    <a:lnTo>
                      <a:pt x="6084" y="4082"/>
                    </a:lnTo>
                    <a:cubicBezTo>
                      <a:pt x="5751" y="4050"/>
                      <a:pt x="5412" y="4034"/>
                      <a:pt x="5075" y="4034"/>
                    </a:cubicBezTo>
                    <a:cubicBezTo>
                      <a:pt x="4907" y="4034"/>
                      <a:pt x="4739" y="4038"/>
                      <a:pt x="4572" y="4046"/>
                    </a:cubicBezTo>
                    <a:cubicBezTo>
                      <a:pt x="4537" y="4046"/>
                      <a:pt x="4525" y="4058"/>
                      <a:pt x="4513" y="4082"/>
                    </a:cubicBezTo>
                    <a:lnTo>
                      <a:pt x="4453" y="4082"/>
                    </a:lnTo>
                    <a:lnTo>
                      <a:pt x="4453" y="4891"/>
                    </a:lnTo>
                    <a:lnTo>
                      <a:pt x="4453" y="4939"/>
                    </a:lnTo>
                    <a:lnTo>
                      <a:pt x="4453" y="4951"/>
                    </a:lnTo>
                    <a:lnTo>
                      <a:pt x="4453" y="5749"/>
                    </a:lnTo>
                    <a:cubicBezTo>
                      <a:pt x="4394" y="6772"/>
                      <a:pt x="4358" y="7796"/>
                      <a:pt x="4429" y="8832"/>
                    </a:cubicBezTo>
                    <a:lnTo>
                      <a:pt x="3501" y="8832"/>
                    </a:lnTo>
                    <a:lnTo>
                      <a:pt x="3501" y="7749"/>
                    </a:lnTo>
                    <a:cubicBezTo>
                      <a:pt x="3524" y="6987"/>
                      <a:pt x="3632" y="6201"/>
                      <a:pt x="3501" y="5475"/>
                    </a:cubicBezTo>
                    <a:lnTo>
                      <a:pt x="3501" y="5344"/>
                    </a:lnTo>
                    <a:lnTo>
                      <a:pt x="1989" y="5344"/>
                    </a:lnTo>
                    <a:cubicBezTo>
                      <a:pt x="1977" y="5344"/>
                      <a:pt x="1965" y="5344"/>
                      <a:pt x="1941" y="5332"/>
                    </a:cubicBezTo>
                    <a:cubicBezTo>
                      <a:pt x="1934" y="5324"/>
                      <a:pt x="1925" y="5322"/>
                      <a:pt x="1916" y="5322"/>
                    </a:cubicBezTo>
                    <a:cubicBezTo>
                      <a:pt x="1897" y="5322"/>
                      <a:pt x="1878" y="5336"/>
                      <a:pt x="1870" y="5344"/>
                    </a:cubicBezTo>
                    <a:lnTo>
                      <a:pt x="1798" y="5344"/>
                    </a:lnTo>
                    <a:lnTo>
                      <a:pt x="1798" y="7689"/>
                    </a:lnTo>
                    <a:cubicBezTo>
                      <a:pt x="1750" y="8023"/>
                      <a:pt x="1667" y="8368"/>
                      <a:pt x="1739" y="8642"/>
                    </a:cubicBezTo>
                    <a:cubicBezTo>
                      <a:pt x="1750" y="8689"/>
                      <a:pt x="1762" y="8737"/>
                      <a:pt x="1798" y="8761"/>
                    </a:cubicBezTo>
                    <a:lnTo>
                      <a:pt x="1798" y="8880"/>
                    </a:lnTo>
                    <a:cubicBezTo>
                      <a:pt x="1453" y="8892"/>
                      <a:pt x="1108" y="8916"/>
                      <a:pt x="774" y="8939"/>
                    </a:cubicBezTo>
                    <a:cubicBezTo>
                      <a:pt x="822" y="7642"/>
                      <a:pt x="738" y="6332"/>
                      <a:pt x="738" y="5046"/>
                    </a:cubicBezTo>
                    <a:cubicBezTo>
                      <a:pt x="738" y="3379"/>
                      <a:pt x="798" y="1712"/>
                      <a:pt x="679" y="45"/>
                    </a:cubicBezTo>
                    <a:cubicBezTo>
                      <a:pt x="679" y="16"/>
                      <a:pt x="655" y="1"/>
                      <a:pt x="63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0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Doodle Banner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45" name="Google Shape;645;p30"/>
          <p:cNvSpPr/>
          <p:nvPr/>
        </p:nvSpPr>
        <p:spPr>
          <a:xfrm>
            <a:off x="1170740" y="2188426"/>
            <a:ext cx="1798965" cy="1804183"/>
          </a:xfrm>
          <a:custGeom>
            <a:rect b="b" l="l" r="r" t="t"/>
            <a:pathLst>
              <a:path extrusionOk="0" h="61419" w="46389">
                <a:moveTo>
                  <a:pt x="6060" y="1"/>
                </a:moveTo>
                <a:cubicBezTo>
                  <a:pt x="3572" y="1"/>
                  <a:pt x="1750" y="110"/>
                  <a:pt x="1357" y="461"/>
                </a:cubicBezTo>
                <a:cubicBezTo>
                  <a:pt x="281" y="1279"/>
                  <a:pt x="539" y="8813"/>
                  <a:pt x="453" y="16347"/>
                </a:cubicBezTo>
                <a:cubicBezTo>
                  <a:pt x="367" y="23880"/>
                  <a:pt x="367" y="41897"/>
                  <a:pt x="453" y="45406"/>
                </a:cubicBezTo>
                <a:cubicBezTo>
                  <a:pt x="539" y="49001"/>
                  <a:pt x="1" y="59118"/>
                  <a:pt x="819" y="60388"/>
                </a:cubicBezTo>
                <a:cubicBezTo>
                  <a:pt x="1516" y="61284"/>
                  <a:pt x="7543" y="61387"/>
                  <a:pt x="11368" y="61387"/>
                </a:cubicBezTo>
                <a:cubicBezTo>
                  <a:pt x="12501" y="61387"/>
                  <a:pt x="13441" y="61378"/>
                  <a:pt x="13992" y="61378"/>
                </a:cubicBezTo>
                <a:cubicBezTo>
                  <a:pt x="15172" y="61378"/>
                  <a:pt x="17864" y="61418"/>
                  <a:pt x="20632" y="61418"/>
                </a:cubicBezTo>
                <a:cubicBezTo>
                  <a:pt x="23572" y="61418"/>
                  <a:pt x="26598" y="61373"/>
                  <a:pt x="27984" y="61184"/>
                </a:cubicBezTo>
                <a:cubicBezTo>
                  <a:pt x="28436" y="61141"/>
                  <a:pt x="29222" y="61119"/>
                  <a:pt x="30220" y="61119"/>
                </a:cubicBezTo>
                <a:cubicBezTo>
                  <a:pt x="31218" y="61119"/>
                  <a:pt x="32429" y="61141"/>
                  <a:pt x="33731" y="61184"/>
                </a:cubicBezTo>
                <a:cubicBezTo>
                  <a:pt x="38661" y="61184"/>
                  <a:pt x="44860" y="61184"/>
                  <a:pt x="45312" y="60474"/>
                </a:cubicBezTo>
                <a:cubicBezTo>
                  <a:pt x="46022" y="59311"/>
                  <a:pt x="45936" y="48635"/>
                  <a:pt x="45936" y="42629"/>
                </a:cubicBezTo>
                <a:cubicBezTo>
                  <a:pt x="45850" y="34643"/>
                  <a:pt x="46194" y="23601"/>
                  <a:pt x="46281" y="18047"/>
                </a:cubicBezTo>
                <a:cubicBezTo>
                  <a:pt x="46388" y="12407"/>
                  <a:pt x="46108" y="1193"/>
                  <a:pt x="45570" y="461"/>
                </a:cubicBezTo>
                <a:cubicBezTo>
                  <a:pt x="45314" y="134"/>
                  <a:pt x="42472" y="17"/>
                  <a:pt x="38906" y="17"/>
                </a:cubicBezTo>
                <a:cubicBezTo>
                  <a:pt x="33785" y="17"/>
                  <a:pt x="27172" y="258"/>
                  <a:pt x="24583" y="461"/>
                </a:cubicBezTo>
                <a:cubicBezTo>
                  <a:pt x="24243" y="482"/>
                  <a:pt x="23817" y="492"/>
                  <a:pt x="23320" y="492"/>
                </a:cubicBezTo>
                <a:cubicBezTo>
                  <a:pt x="21333" y="492"/>
                  <a:pt x="18220" y="340"/>
                  <a:pt x="14983" y="203"/>
                </a:cubicBezTo>
                <a:cubicBezTo>
                  <a:pt x="11856" y="115"/>
                  <a:pt x="8609" y="1"/>
                  <a:pt x="606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0"/>
          <p:cNvSpPr txBox="1"/>
          <p:nvPr/>
        </p:nvSpPr>
        <p:spPr>
          <a:xfrm>
            <a:off x="1232020" y="2329958"/>
            <a:ext cx="1632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9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47" name="Google Shape;647;p30"/>
          <p:cNvSpPr txBox="1"/>
          <p:nvPr/>
        </p:nvSpPr>
        <p:spPr>
          <a:xfrm>
            <a:off x="1304550" y="2676200"/>
            <a:ext cx="14874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has a beautiful name and high temperatures. It is hotter than all the other planets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30"/>
          <p:cNvSpPr/>
          <p:nvPr/>
        </p:nvSpPr>
        <p:spPr>
          <a:xfrm>
            <a:off x="6193343" y="2204732"/>
            <a:ext cx="1798965" cy="1804183"/>
          </a:xfrm>
          <a:custGeom>
            <a:rect b="b" l="l" r="r" t="t"/>
            <a:pathLst>
              <a:path extrusionOk="0" h="61419" w="46389">
                <a:moveTo>
                  <a:pt x="6060" y="1"/>
                </a:moveTo>
                <a:cubicBezTo>
                  <a:pt x="3572" y="1"/>
                  <a:pt x="1750" y="110"/>
                  <a:pt x="1357" y="461"/>
                </a:cubicBezTo>
                <a:cubicBezTo>
                  <a:pt x="281" y="1279"/>
                  <a:pt x="539" y="8813"/>
                  <a:pt x="453" y="16347"/>
                </a:cubicBezTo>
                <a:cubicBezTo>
                  <a:pt x="367" y="23880"/>
                  <a:pt x="367" y="41897"/>
                  <a:pt x="453" y="45406"/>
                </a:cubicBezTo>
                <a:cubicBezTo>
                  <a:pt x="539" y="49001"/>
                  <a:pt x="1" y="59118"/>
                  <a:pt x="819" y="60388"/>
                </a:cubicBezTo>
                <a:cubicBezTo>
                  <a:pt x="1516" y="61284"/>
                  <a:pt x="7543" y="61387"/>
                  <a:pt x="11368" y="61387"/>
                </a:cubicBezTo>
                <a:cubicBezTo>
                  <a:pt x="12501" y="61387"/>
                  <a:pt x="13441" y="61378"/>
                  <a:pt x="13992" y="61378"/>
                </a:cubicBezTo>
                <a:cubicBezTo>
                  <a:pt x="15172" y="61378"/>
                  <a:pt x="17864" y="61418"/>
                  <a:pt x="20632" y="61418"/>
                </a:cubicBezTo>
                <a:cubicBezTo>
                  <a:pt x="23572" y="61418"/>
                  <a:pt x="26598" y="61373"/>
                  <a:pt x="27984" y="61184"/>
                </a:cubicBezTo>
                <a:cubicBezTo>
                  <a:pt x="28436" y="61141"/>
                  <a:pt x="29222" y="61119"/>
                  <a:pt x="30220" y="61119"/>
                </a:cubicBezTo>
                <a:cubicBezTo>
                  <a:pt x="31218" y="61119"/>
                  <a:pt x="32429" y="61141"/>
                  <a:pt x="33731" y="61184"/>
                </a:cubicBezTo>
                <a:cubicBezTo>
                  <a:pt x="38661" y="61184"/>
                  <a:pt x="44860" y="61184"/>
                  <a:pt x="45312" y="60474"/>
                </a:cubicBezTo>
                <a:cubicBezTo>
                  <a:pt x="46022" y="59311"/>
                  <a:pt x="45936" y="48635"/>
                  <a:pt x="45936" y="42629"/>
                </a:cubicBezTo>
                <a:cubicBezTo>
                  <a:pt x="45850" y="34643"/>
                  <a:pt x="46194" y="23601"/>
                  <a:pt x="46281" y="18047"/>
                </a:cubicBezTo>
                <a:cubicBezTo>
                  <a:pt x="46388" y="12407"/>
                  <a:pt x="46108" y="1193"/>
                  <a:pt x="45570" y="461"/>
                </a:cubicBezTo>
                <a:cubicBezTo>
                  <a:pt x="45314" y="134"/>
                  <a:pt x="42472" y="17"/>
                  <a:pt x="38906" y="17"/>
                </a:cubicBezTo>
                <a:cubicBezTo>
                  <a:pt x="33785" y="17"/>
                  <a:pt x="27172" y="258"/>
                  <a:pt x="24583" y="461"/>
                </a:cubicBezTo>
                <a:cubicBezTo>
                  <a:pt x="24243" y="482"/>
                  <a:pt x="23817" y="492"/>
                  <a:pt x="23320" y="492"/>
                </a:cubicBezTo>
                <a:cubicBezTo>
                  <a:pt x="21333" y="492"/>
                  <a:pt x="18220" y="340"/>
                  <a:pt x="14983" y="203"/>
                </a:cubicBezTo>
                <a:cubicBezTo>
                  <a:pt x="11856" y="115"/>
                  <a:pt x="8609" y="1"/>
                  <a:pt x="606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30"/>
          <p:cNvSpPr txBox="1"/>
          <p:nvPr/>
        </p:nvSpPr>
        <p:spPr>
          <a:xfrm>
            <a:off x="6276518" y="2329958"/>
            <a:ext cx="1632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Earth</a:t>
            </a:r>
            <a:endParaRPr sz="19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50" name="Google Shape;650;p30"/>
          <p:cNvSpPr txBox="1"/>
          <p:nvPr/>
        </p:nvSpPr>
        <p:spPr>
          <a:xfrm>
            <a:off x="6266988" y="2676202"/>
            <a:ext cx="16326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Earth is the third planet from the Sun, the only one that harbors life and where we all live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1" name="Google Shape;651;p30"/>
          <p:cNvSpPr/>
          <p:nvPr/>
        </p:nvSpPr>
        <p:spPr>
          <a:xfrm>
            <a:off x="3685592" y="2204732"/>
            <a:ext cx="1798965" cy="1804183"/>
          </a:xfrm>
          <a:custGeom>
            <a:rect b="b" l="l" r="r" t="t"/>
            <a:pathLst>
              <a:path extrusionOk="0" h="61419" w="46389">
                <a:moveTo>
                  <a:pt x="6060" y="1"/>
                </a:moveTo>
                <a:cubicBezTo>
                  <a:pt x="3572" y="1"/>
                  <a:pt x="1750" y="110"/>
                  <a:pt x="1357" y="461"/>
                </a:cubicBezTo>
                <a:cubicBezTo>
                  <a:pt x="281" y="1279"/>
                  <a:pt x="539" y="8813"/>
                  <a:pt x="453" y="16347"/>
                </a:cubicBezTo>
                <a:cubicBezTo>
                  <a:pt x="367" y="23880"/>
                  <a:pt x="367" y="41897"/>
                  <a:pt x="453" y="45406"/>
                </a:cubicBezTo>
                <a:cubicBezTo>
                  <a:pt x="539" y="49001"/>
                  <a:pt x="1" y="59118"/>
                  <a:pt x="819" y="60388"/>
                </a:cubicBezTo>
                <a:cubicBezTo>
                  <a:pt x="1516" y="61284"/>
                  <a:pt x="7543" y="61387"/>
                  <a:pt x="11368" y="61387"/>
                </a:cubicBezTo>
                <a:cubicBezTo>
                  <a:pt x="12501" y="61387"/>
                  <a:pt x="13441" y="61378"/>
                  <a:pt x="13992" y="61378"/>
                </a:cubicBezTo>
                <a:cubicBezTo>
                  <a:pt x="15172" y="61378"/>
                  <a:pt x="17864" y="61418"/>
                  <a:pt x="20632" y="61418"/>
                </a:cubicBezTo>
                <a:cubicBezTo>
                  <a:pt x="23572" y="61418"/>
                  <a:pt x="26598" y="61373"/>
                  <a:pt x="27984" y="61184"/>
                </a:cubicBezTo>
                <a:cubicBezTo>
                  <a:pt x="28436" y="61141"/>
                  <a:pt x="29222" y="61119"/>
                  <a:pt x="30220" y="61119"/>
                </a:cubicBezTo>
                <a:cubicBezTo>
                  <a:pt x="31218" y="61119"/>
                  <a:pt x="32429" y="61141"/>
                  <a:pt x="33731" y="61184"/>
                </a:cubicBezTo>
                <a:cubicBezTo>
                  <a:pt x="38661" y="61184"/>
                  <a:pt x="44860" y="61184"/>
                  <a:pt x="45312" y="60474"/>
                </a:cubicBezTo>
                <a:cubicBezTo>
                  <a:pt x="46022" y="59311"/>
                  <a:pt x="45936" y="48635"/>
                  <a:pt x="45936" y="42629"/>
                </a:cubicBezTo>
                <a:cubicBezTo>
                  <a:pt x="45850" y="34643"/>
                  <a:pt x="46194" y="23601"/>
                  <a:pt x="46281" y="18047"/>
                </a:cubicBezTo>
                <a:cubicBezTo>
                  <a:pt x="46388" y="12407"/>
                  <a:pt x="46108" y="1193"/>
                  <a:pt x="45570" y="461"/>
                </a:cubicBezTo>
                <a:cubicBezTo>
                  <a:pt x="45314" y="134"/>
                  <a:pt x="42472" y="17"/>
                  <a:pt x="38906" y="17"/>
                </a:cubicBezTo>
                <a:cubicBezTo>
                  <a:pt x="33785" y="17"/>
                  <a:pt x="27172" y="258"/>
                  <a:pt x="24583" y="461"/>
                </a:cubicBezTo>
                <a:cubicBezTo>
                  <a:pt x="24243" y="482"/>
                  <a:pt x="23817" y="492"/>
                  <a:pt x="23320" y="492"/>
                </a:cubicBezTo>
                <a:cubicBezTo>
                  <a:pt x="21333" y="492"/>
                  <a:pt x="18220" y="340"/>
                  <a:pt x="14983" y="203"/>
                </a:cubicBezTo>
                <a:cubicBezTo>
                  <a:pt x="11856" y="115"/>
                  <a:pt x="8609" y="1"/>
                  <a:pt x="606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0"/>
          <p:cNvSpPr txBox="1"/>
          <p:nvPr/>
        </p:nvSpPr>
        <p:spPr>
          <a:xfrm>
            <a:off x="3749721" y="2329958"/>
            <a:ext cx="1632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9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53" name="Google Shape;653;p30"/>
          <p:cNvSpPr txBox="1"/>
          <p:nvPr/>
        </p:nvSpPr>
        <p:spPr>
          <a:xfrm>
            <a:off x="3749687" y="2675600"/>
            <a:ext cx="1632600" cy="1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a cold place. Iron oxide dust is the cause of its red cast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54" name="Google Shape;654;p30"/>
          <p:cNvGrpSpPr/>
          <p:nvPr/>
        </p:nvGrpSpPr>
        <p:grpSpPr>
          <a:xfrm>
            <a:off x="803732" y="1814655"/>
            <a:ext cx="2146923" cy="2177954"/>
            <a:chOff x="803732" y="1814655"/>
            <a:chExt cx="2146923" cy="2177954"/>
          </a:xfrm>
        </p:grpSpPr>
        <p:sp>
          <p:nvSpPr>
            <p:cNvPr id="655" name="Google Shape;655;p30"/>
            <p:cNvSpPr/>
            <p:nvPr/>
          </p:nvSpPr>
          <p:spPr>
            <a:xfrm>
              <a:off x="1151689" y="2188426"/>
              <a:ext cx="1798965" cy="1804183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6" name="Google Shape;656;p30"/>
            <p:cNvGrpSpPr/>
            <p:nvPr/>
          </p:nvGrpSpPr>
          <p:grpSpPr>
            <a:xfrm>
              <a:off x="803732" y="1814655"/>
              <a:ext cx="824704" cy="779327"/>
              <a:chOff x="1177000" y="1619850"/>
              <a:chExt cx="713350" cy="674100"/>
            </a:xfrm>
          </p:grpSpPr>
          <p:sp>
            <p:nvSpPr>
              <p:cNvPr id="657" name="Google Shape;657;p30"/>
              <p:cNvSpPr/>
              <p:nvPr/>
            </p:nvSpPr>
            <p:spPr>
              <a:xfrm>
                <a:off x="1223525" y="1650275"/>
                <a:ext cx="624000" cy="614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30"/>
              <p:cNvSpPr/>
              <p:nvPr/>
            </p:nvSpPr>
            <p:spPr>
              <a:xfrm>
                <a:off x="1177000" y="1619850"/>
                <a:ext cx="713350" cy="674100"/>
              </a:xfrm>
              <a:custGeom>
                <a:rect b="b" l="l" r="r" t="t"/>
                <a:pathLst>
                  <a:path extrusionOk="0" h="26964" w="28534">
                    <a:moveTo>
                      <a:pt x="12893" y="982"/>
                    </a:moveTo>
                    <a:lnTo>
                      <a:pt x="13613" y="1113"/>
                    </a:lnTo>
                    <a:lnTo>
                      <a:pt x="12827" y="1179"/>
                    </a:lnTo>
                    <a:lnTo>
                      <a:pt x="11977" y="1310"/>
                    </a:lnTo>
                    <a:lnTo>
                      <a:pt x="11191" y="1506"/>
                    </a:lnTo>
                    <a:lnTo>
                      <a:pt x="10471" y="1833"/>
                    </a:lnTo>
                    <a:lnTo>
                      <a:pt x="9686" y="2095"/>
                    </a:lnTo>
                    <a:lnTo>
                      <a:pt x="8966" y="2488"/>
                    </a:lnTo>
                    <a:lnTo>
                      <a:pt x="8312" y="2946"/>
                    </a:lnTo>
                    <a:lnTo>
                      <a:pt x="7592" y="3404"/>
                    </a:lnTo>
                    <a:lnTo>
                      <a:pt x="6937" y="3731"/>
                    </a:lnTo>
                    <a:lnTo>
                      <a:pt x="6937" y="3731"/>
                    </a:lnTo>
                    <a:lnTo>
                      <a:pt x="7526" y="3338"/>
                    </a:lnTo>
                    <a:lnTo>
                      <a:pt x="8050" y="2880"/>
                    </a:lnTo>
                    <a:lnTo>
                      <a:pt x="8639" y="2488"/>
                    </a:lnTo>
                    <a:lnTo>
                      <a:pt x="9293" y="2160"/>
                    </a:lnTo>
                    <a:lnTo>
                      <a:pt x="9948" y="1899"/>
                    </a:lnTo>
                    <a:lnTo>
                      <a:pt x="10602" y="1571"/>
                    </a:lnTo>
                    <a:lnTo>
                      <a:pt x="11257" y="1375"/>
                    </a:lnTo>
                    <a:lnTo>
                      <a:pt x="11977" y="1179"/>
                    </a:lnTo>
                    <a:lnTo>
                      <a:pt x="12042" y="1113"/>
                    </a:lnTo>
                    <a:lnTo>
                      <a:pt x="12107" y="982"/>
                    </a:lnTo>
                    <a:close/>
                    <a:moveTo>
                      <a:pt x="8966" y="3142"/>
                    </a:moveTo>
                    <a:lnTo>
                      <a:pt x="7985" y="3731"/>
                    </a:lnTo>
                    <a:lnTo>
                      <a:pt x="7068" y="4320"/>
                    </a:lnTo>
                    <a:lnTo>
                      <a:pt x="7068" y="4320"/>
                    </a:lnTo>
                    <a:lnTo>
                      <a:pt x="7854" y="3666"/>
                    </a:lnTo>
                    <a:lnTo>
                      <a:pt x="8966" y="3142"/>
                    </a:lnTo>
                    <a:close/>
                    <a:moveTo>
                      <a:pt x="5825" y="4909"/>
                    </a:moveTo>
                    <a:lnTo>
                      <a:pt x="4974" y="5825"/>
                    </a:lnTo>
                    <a:lnTo>
                      <a:pt x="5563" y="5171"/>
                    </a:lnTo>
                    <a:lnTo>
                      <a:pt x="5825" y="4909"/>
                    </a:lnTo>
                    <a:close/>
                    <a:moveTo>
                      <a:pt x="24542" y="5760"/>
                    </a:moveTo>
                    <a:lnTo>
                      <a:pt x="24708" y="5950"/>
                    </a:lnTo>
                    <a:lnTo>
                      <a:pt x="24708" y="5950"/>
                    </a:lnTo>
                    <a:lnTo>
                      <a:pt x="24542" y="5825"/>
                    </a:lnTo>
                    <a:lnTo>
                      <a:pt x="24542" y="5760"/>
                    </a:lnTo>
                    <a:close/>
                    <a:moveTo>
                      <a:pt x="23167" y="5891"/>
                    </a:moveTo>
                    <a:lnTo>
                      <a:pt x="23756" y="6414"/>
                    </a:lnTo>
                    <a:lnTo>
                      <a:pt x="23822" y="6872"/>
                    </a:lnTo>
                    <a:lnTo>
                      <a:pt x="23167" y="5891"/>
                    </a:lnTo>
                    <a:close/>
                    <a:moveTo>
                      <a:pt x="24824" y="6082"/>
                    </a:moveTo>
                    <a:lnTo>
                      <a:pt x="25000" y="6283"/>
                    </a:lnTo>
                    <a:lnTo>
                      <a:pt x="25458" y="6938"/>
                    </a:lnTo>
                    <a:lnTo>
                      <a:pt x="25785" y="7592"/>
                    </a:lnTo>
                    <a:lnTo>
                      <a:pt x="26112" y="8247"/>
                    </a:lnTo>
                    <a:lnTo>
                      <a:pt x="26178" y="8901"/>
                    </a:lnTo>
                    <a:lnTo>
                      <a:pt x="25654" y="7854"/>
                    </a:lnTo>
                    <a:lnTo>
                      <a:pt x="25065" y="6872"/>
                    </a:lnTo>
                    <a:lnTo>
                      <a:pt x="24803" y="6349"/>
                    </a:lnTo>
                    <a:lnTo>
                      <a:pt x="24869" y="6218"/>
                    </a:lnTo>
                    <a:lnTo>
                      <a:pt x="24824" y="6082"/>
                    </a:lnTo>
                    <a:close/>
                    <a:moveTo>
                      <a:pt x="4189" y="6349"/>
                    </a:moveTo>
                    <a:lnTo>
                      <a:pt x="3796" y="7069"/>
                    </a:lnTo>
                    <a:lnTo>
                      <a:pt x="3469" y="7789"/>
                    </a:lnTo>
                    <a:lnTo>
                      <a:pt x="2945" y="8574"/>
                    </a:lnTo>
                    <a:lnTo>
                      <a:pt x="2487" y="9425"/>
                    </a:lnTo>
                    <a:lnTo>
                      <a:pt x="2226" y="9883"/>
                    </a:lnTo>
                    <a:lnTo>
                      <a:pt x="2226" y="9817"/>
                    </a:lnTo>
                    <a:lnTo>
                      <a:pt x="2618" y="8836"/>
                    </a:lnTo>
                    <a:lnTo>
                      <a:pt x="3076" y="7919"/>
                    </a:lnTo>
                    <a:lnTo>
                      <a:pt x="3600" y="7134"/>
                    </a:lnTo>
                    <a:lnTo>
                      <a:pt x="4189" y="6349"/>
                    </a:lnTo>
                    <a:close/>
                    <a:moveTo>
                      <a:pt x="5956" y="3142"/>
                    </a:moveTo>
                    <a:lnTo>
                      <a:pt x="5105" y="3862"/>
                    </a:lnTo>
                    <a:lnTo>
                      <a:pt x="4254" y="4647"/>
                    </a:lnTo>
                    <a:lnTo>
                      <a:pt x="3534" y="5498"/>
                    </a:lnTo>
                    <a:lnTo>
                      <a:pt x="2880" y="6414"/>
                    </a:lnTo>
                    <a:lnTo>
                      <a:pt x="2160" y="7461"/>
                    </a:lnTo>
                    <a:lnTo>
                      <a:pt x="1571" y="8508"/>
                    </a:lnTo>
                    <a:lnTo>
                      <a:pt x="1113" y="9686"/>
                    </a:lnTo>
                    <a:lnTo>
                      <a:pt x="720" y="10864"/>
                    </a:lnTo>
                    <a:lnTo>
                      <a:pt x="917" y="10079"/>
                    </a:lnTo>
                    <a:lnTo>
                      <a:pt x="1113" y="9294"/>
                    </a:lnTo>
                    <a:lnTo>
                      <a:pt x="1375" y="8574"/>
                    </a:lnTo>
                    <a:lnTo>
                      <a:pt x="1702" y="7854"/>
                    </a:lnTo>
                    <a:lnTo>
                      <a:pt x="2356" y="6676"/>
                    </a:lnTo>
                    <a:lnTo>
                      <a:pt x="3142" y="5629"/>
                    </a:lnTo>
                    <a:lnTo>
                      <a:pt x="3993" y="4647"/>
                    </a:lnTo>
                    <a:lnTo>
                      <a:pt x="4974" y="3731"/>
                    </a:lnTo>
                    <a:lnTo>
                      <a:pt x="5956" y="3142"/>
                    </a:lnTo>
                    <a:close/>
                    <a:moveTo>
                      <a:pt x="26701" y="11584"/>
                    </a:moveTo>
                    <a:lnTo>
                      <a:pt x="26898" y="12500"/>
                    </a:lnTo>
                    <a:lnTo>
                      <a:pt x="26963" y="13482"/>
                    </a:lnTo>
                    <a:lnTo>
                      <a:pt x="26832" y="12631"/>
                    </a:lnTo>
                    <a:lnTo>
                      <a:pt x="26701" y="11846"/>
                    </a:lnTo>
                    <a:lnTo>
                      <a:pt x="26701" y="11584"/>
                    </a:lnTo>
                    <a:close/>
                    <a:moveTo>
                      <a:pt x="9424" y="1637"/>
                    </a:moveTo>
                    <a:lnTo>
                      <a:pt x="8246" y="2291"/>
                    </a:lnTo>
                    <a:lnTo>
                      <a:pt x="7134" y="3077"/>
                    </a:lnTo>
                    <a:lnTo>
                      <a:pt x="6152" y="3927"/>
                    </a:lnTo>
                    <a:lnTo>
                      <a:pt x="5301" y="4909"/>
                    </a:lnTo>
                    <a:lnTo>
                      <a:pt x="4385" y="5694"/>
                    </a:lnTo>
                    <a:lnTo>
                      <a:pt x="3600" y="6545"/>
                    </a:lnTo>
                    <a:lnTo>
                      <a:pt x="2880" y="7527"/>
                    </a:lnTo>
                    <a:lnTo>
                      <a:pt x="2553" y="8050"/>
                    </a:lnTo>
                    <a:lnTo>
                      <a:pt x="2291" y="8639"/>
                    </a:lnTo>
                    <a:lnTo>
                      <a:pt x="2029" y="9228"/>
                    </a:lnTo>
                    <a:lnTo>
                      <a:pt x="1833" y="9948"/>
                    </a:lnTo>
                    <a:lnTo>
                      <a:pt x="1637" y="10603"/>
                    </a:lnTo>
                    <a:lnTo>
                      <a:pt x="1506" y="11322"/>
                    </a:lnTo>
                    <a:lnTo>
                      <a:pt x="1048" y="12435"/>
                    </a:lnTo>
                    <a:lnTo>
                      <a:pt x="720" y="13548"/>
                    </a:lnTo>
                    <a:lnTo>
                      <a:pt x="851" y="12239"/>
                    </a:lnTo>
                    <a:lnTo>
                      <a:pt x="1113" y="10995"/>
                    </a:lnTo>
                    <a:lnTo>
                      <a:pt x="1506" y="9752"/>
                    </a:lnTo>
                    <a:lnTo>
                      <a:pt x="2029" y="8574"/>
                    </a:lnTo>
                    <a:lnTo>
                      <a:pt x="2618" y="7592"/>
                    </a:lnTo>
                    <a:lnTo>
                      <a:pt x="3207" y="6611"/>
                    </a:lnTo>
                    <a:lnTo>
                      <a:pt x="3927" y="5629"/>
                    </a:lnTo>
                    <a:lnTo>
                      <a:pt x="4778" y="4778"/>
                    </a:lnTo>
                    <a:lnTo>
                      <a:pt x="5629" y="3927"/>
                    </a:lnTo>
                    <a:lnTo>
                      <a:pt x="6545" y="3142"/>
                    </a:lnTo>
                    <a:lnTo>
                      <a:pt x="7592" y="2488"/>
                    </a:lnTo>
                    <a:lnTo>
                      <a:pt x="8639" y="1899"/>
                    </a:lnTo>
                    <a:lnTo>
                      <a:pt x="9424" y="1637"/>
                    </a:lnTo>
                    <a:close/>
                    <a:moveTo>
                      <a:pt x="24280" y="6938"/>
                    </a:moveTo>
                    <a:lnTo>
                      <a:pt x="24738" y="7789"/>
                    </a:lnTo>
                    <a:lnTo>
                      <a:pt x="25065" y="8639"/>
                    </a:lnTo>
                    <a:lnTo>
                      <a:pt x="25392" y="9490"/>
                    </a:lnTo>
                    <a:lnTo>
                      <a:pt x="25654" y="10406"/>
                    </a:lnTo>
                    <a:lnTo>
                      <a:pt x="25851" y="11322"/>
                    </a:lnTo>
                    <a:lnTo>
                      <a:pt x="25916" y="12304"/>
                    </a:lnTo>
                    <a:lnTo>
                      <a:pt x="25981" y="13220"/>
                    </a:lnTo>
                    <a:lnTo>
                      <a:pt x="25981" y="14137"/>
                    </a:lnTo>
                    <a:lnTo>
                      <a:pt x="25851" y="13220"/>
                    </a:lnTo>
                    <a:lnTo>
                      <a:pt x="25654" y="12304"/>
                    </a:lnTo>
                    <a:lnTo>
                      <a:pt x="25196" y="10537"/>
                    </a:lnTo>
                    <a:lnTo>
                      <a:pt x="24673" y="8705"/>
                    </a:lnTo>
                    <a:lnTo>
                      <a:pt x="24280" y="6938"/>
                    </a:lnTo>
                    <a:close/>
                    <a:moveTo>
                      <a:pt x="25523" y="6152"/>
                    </a:moveTo>
                    <a:lnTo>
                      <a:pt x="26178" y="7200"/>
                    </a:lnTo>
                    <a:lnTo>
                      <a:pt x="26767" y="8247"/>
                    </a:lnTo>
                    <a:lnTo>
                      <a:pt x="27225" y="9359"/>
                    </a:lnTo>
                    <a:lnTo>
                      <a:pt x="27552" y="10472"/>
                    </a:lnTo>
                    <a:lnTo>
                      <a:pt x="27748" y="11650"/>
                    </a:lnTo>
                    <a:lnTo>
                      <a:pt x="27879" y="12893"/>
                    </a:lnTo>
                    <a:lnTo>
                      <a:pt x="27879" y="14071"/>
                    </a:lnTo>
                    <a:lnTo>
                      <a:pt x="27748" y="15315"/>
                    </a:lnTo>
                    <a:lnTo>
                      <a:pt x="27683" y="15445"/>
                    </a:lnTo>
                    <a:lnTo>
                      <a:pt x="27748" y="14202"/>
                    </a:lnTo>
                    <a:lnTo>
                      <a:pt x="27618" y="13024"/>
                    </a:lnTo>
                    <a:lnTo>
                      <a:pt x="27683" y="12370"/>
                    </a:lnTo>
                    <a:lnTo>
                      <a:pt x="27618" y="11715"/>
                    </a:lnTo>
                    <a:lnTo>
                      <a:pt x="27552" y="11061"/>
                    </a:lnTo>
                    <a:lnTo>
                      <a:pt x="27487" y="10406"/>
                    </a:lnTo>
                    <a:lnTo>
                      <a:pt x="27290" y="9752"/>
                    </a:lnTo>
                    <a:lnTo>
                      <a:pt x="27094" y="9097"/>
                    </a:lnTo>
                    <a:lnTo>
                      <a:pt x="26832" y="8508"/>
                    </a:lnTo>
                    <a:lnTo>
                      <a:pt x="26505" y="7854"/>
                    </a:lnTo>
                    <a:lnTo>
                      <a:pt x="26440" y="7789"/>
                    </a:lnTo>
                    <a:lnTo>
                      <a:pt x="25981" y="6938"/>
                    </a:lnTo>
                    <a:lnTo>
                      <a:pt x="25523" y="6152"/>
                    </a:lnTo>
                    <a:close/>
                    <a:moveTo>
                      <a:pt x="27290" y="14791"/>
                    </a:moveTo>
                    <a:lnTo>
                      <a:pt x="27159" y="15904"/>
                    </a:lnTo>
                    <a:lnTo>
                      <a:pt x="26963" y="16951"/>
                    </a:lnTo>
                    <a:lnTo>
                      <a:pt x="26832" y="17474"/>
                    </a:lnTo>
                    <a:lnTo>
                      <a:pt x="26570" y="18063"/>
                    </a:lnTo>
                    <a:lnTo>
                      <a:pt x="26505" y="18194"/>
                    </a:lnTo>
                    <a:lnTo>
                      <a:pt x="26701" y="17540"/>
                    </a:lnTo>
                    <a:lnTo>
                      <a:pt x="26832" y="16885"/>
                    </a:lnTo>
                    <a:lnTo>
                      <a:pt x="26963" y="16231"/>
                    </a:lnTo>
                    <a:lnTo>
                      <a:pt x="26963" y="15576"/>
                    </a:lnTo>
                    <a:lnTo>
                      <a:pt x="27290" y="14791"/>
                    </a:lnTo>
                    <a:close/>
                    <a:moveTo>
                      <a:pt x="1375" y="12631"/>
                    </a:moveTo>
                    <a:lnTo>
                      <a:pt x="1375" y="13548"/>
                    </a:lnTo>
                    <a:lnTo>
                      <a:pt x="1375" y="14398"/>
                    </a:lnTo>
                    <a:lnTo>
                      <a:pt x="1375" y="15249"/>
                    </a:lnTo>
                    <a:lnTo>
                      <a:pt x="1375" y="16885"/>
                    </a:lnTo>
                    <a:lnTo>
                      <a:pt x="1506" y="18521"/>
                    </a:lnTo>
                    <a:lnTo>
                      <a:pt x="1244" y="17736"/>
                    </a:lnTo>
                    <a:lnTo>
                      <a:pt x="982" y="16885"/>
                    </a:lnTo>
                    <a:lnTo>
                      <a:pt x="851" y="16034"/>
                    </a:lnTo>
                    <a:lnTo>
                      <a:pt x="720" y="15249"/>
                    </a:lnTo>
                    <a:lnTo>
                      <a:pt x="982" y="13940"/>
                    </a:lnTo>
                    <a:lnTo>
                      <a:pt x="1375" y="12631"/>
                    </a:lnTo>
                    <a:close/>
                    <a:moveTo>
                      <a:pt x="786" y="18129"/>
                    </a:moveTo>
                    <a:lnTo>
                      <a:pt x="1113" y="18979"/>
                    </a:lnTo>
                    <a:lnTo>
                      <a:pt x="1440" y="19699"/>
                    </a:lnTo>
                    <a:lnTo>
                      <a:pt x="1898" y="20615"/>
                    </a:lnTo>
                    <a:lnTo>
                      <a:pt x="1506" y="20026"/>
                    </a:lnTo>
                    <a:lnTo>
                      <a:pt x="1178" y="19437"/>
                    </a:lnTo>
                    <a:lnTo>
                      <a:pt x="982" y="18783"/>
                    </a:lnTo>
                    <a:lnTo>
                      <a:pt x="786" y="18129"/>
                    </a:lnTo>
                    <a:close/>
                    <a:moveTo>
                      <a:pt x="26505" y="13744"/>
                    </a:moveTo>
                    <a:lnTo>
                      <a:pt x="26570" y="14660"/>
                    </a:lnTo>
                    <a:lnTo>
                      <a:pt x="26505" y="15511"/>
                    </a:lnTo>
                    <a:lnTo>
                      <a:pt x="26505" y="15642"/>
                    </a:lnTo>
                    <a:lnTo>
                      <a:pt x="26440" y="15707"/>
                    </a:lnTo>
                    <a:lnTo>
                      <a:pt x="26505" y="15838"/>
                    </a:lnTo>
                    <a:lnTo>
                      <a:pt x="26374" y="16689"/>
                    </a:lnTo>
                    <a:lnTo>
                      <a:pt x="26178" y="17605"/>
                    </a:lnTo>
                    <a:lnTo>
                      <a:pt x="25916" y="18456"/>
                    </a:lnTo>
                    <a:lnTo>
                      <a:pt x="25523" y="19307"/>
                    </a:lnTo>
                    <a:lnTo>
                      <a:pt x="25065" y="20223"/>
                    </a:lnTo>
                    <a:lnTo>
                      <a:pt x="24411" y="20877"/>
                    </a:lnTo>
                    <a:lnTo>
                      <a:pt x="23691" y="21597"/>
                    </a:lnTo>
                    <a:lnTo>
                      <a:pt x="23625" y="21597"/>
                    </a:lnTo>
                    <a:lnTo>
                      <a:pt x="24214" y="20812"/>
                    </a:lnTo>
                    <a:lnTo>
                      <a:pt x="24803" y="20026"/>
                    </a:lnTo>
                    <a:lnTo>
                      <a:pt x="25262" y="19110"/>
                    </a:lnTo>
                    <a:lnTo>
                      <a:pt x="25589" y="18194"/>
                    </a:lnTo>
                    <a:lnTo>
                      <a:pt x="25785" y="17605"/>
                    </a:lnTo>
                    <a:lnTo>
                      <a:pt x="26047" y="16754"/>
                    </a:lnTo>
                    <a:lnTo>
                      <a:pt x="26243" y="15838"/>
                    </a:lnTo>
                    <a:lnTo>
                      <a:pt x="26374" y="14922"/>
                    </a:lnTo>
                    <a:lnTo>
                      <a:pt x="26440" y="14071"/>
                    </a:lnTo>
                    <a:lnTo>
                      <a:pt x="26505" y="13744"/>
                    </a:lnTo>
                    <a:close/>
                    <a:moveTo>
                      <a:pt x="1833" y="17605"/>
                    </a:moveTo>
                    <a:lnTo>
                      <a:pt x="2160" y="18718"/>
                    </a:lnTo>
                    <a:lnTo>
                      <a:pt x="2684" y="19830"/>
                    </a:lnTo>
                    <a:lnTo>
                      <a:pt x="3207" y="20877"/>
                    </a:lnTo>
                    <a:lnTo>
                      <a:pt x="3927" y="21859"/>
                    </a:lnTo>
                    <a:lnTo>
                      <a:pt x="3927" y="21859"/>
                    </a:lnTo>
                    <a:lnTo>
                      <a:pt x="3731" y="21663"/>
                    </a:lnTo>
                    <a:lnTo>
                      <a:pt x="3273" y="21204"/>
                    </a:lnTo>
                    <a:lnTo>
                      <a:pt x="2880" y="20746"/>
                    </a:lnTo>
                    <a:lnTo>
                      <a:pt x="2487" y="20223"/>
                    </a:lnTo>
                    <a:lnTo>
                      <a:pt x="2160" y="19699"/>
                    </a:lnTo>
                    <a:lnTo>
                      <a:pt x="1964" y="18652"/>
                    </a:lnTo>
                    <a:lnTo>
                      <a:pt x="1833" y="17605"/>
                    </a:lnTo>
                    <a:close/>
                    <a:moveTo>
                      <a:pt x="2356" y="11846"/>
                    </a:moveTo>
                    <a:lnTo>
                      <a:pt x="2291" y="12631"/>
                    </a:lnTo>
                    <a:lnTo>
                      <a:pt x="2226" y="13482"/>
                    </a:lnTo>
                    <a:lnTo>
                      <a:pt x="2291" y="14267"/>
                    </a:lnTo>
                    <a:lnTo>
                      <a:pt x="2356" y="15118"/>
                    </a:lnTo>
                    <a:lnTo>
                      <a:pt x="2487" y="15969"/>
                    </a:lnTo>
                    <a:lnTo>
                      <a:pt x="2684" y="16754"/>
                    </a:lnTo>
                    <a:lnTo>
                      <a:pt x="2945" y="17605"/>
                    </a:lnTo>
                    <a:lnTo>
                      <a:pt x="3207" y="18390"/>
                    </a:lnTo>
                    <a:lnTo>
                      <a:pt x="3796" y="19634"/>
                    </a:lnTo>
                    <a:lnTo>
                      <a:pt x="4516" y="20877"/>
                    </a:lnTo>
                    <a:lnTo>
                      <a:pt x="5367" y="22055"/>
                    </a:lnTo>
                    <a:lnTo>
                      <a:pt x="5825" y="22579"/>
                    </a:lnTo>
                    <a:lnTo>
                      <a:pt x="6348" y="23102"/>
                    </a:lnTo>
                    <a:lnTo>
                      <a:pt x="5629" y="22579"/>
                    </a:lnTo>
                    <a:lnTo>
                      <a:pt x="4909" y="21924"/>
                    </a:lnTo>
                    <a:lnTo>
                      <a:pt x="4385" y="21401"/>
                    </a:lnTo>
                    <a:lnTo>
                      <a:pt x="3993" y="20877"/>
                    </a:lnTo>
                    <a:lnTo>
                      <a:pt x="3534" y="20288"/>
                    </a:lnTo>
                    <a:lnTo>
                      <a:pt x="3207" y="19699"/>
                    </a:lnTo>
                    <a:lnTo>
                      <a:pt x="2684" y="18521"/>
                    </a:lnTo>
                    <a:lnTo>
                      <a:pt x="2356" y="17343"/>
                    </a:lnTo>
                    <a:lnTo>
                      <a:pt x="2029" y="16100"/>
                    </a:lnTo>
                    <a:lnTo>
                      <a:pt x="1833" y="14856"/>
                    </a:lnTo>
                    <a:lnTo>
                      <a:pt x="1833" y="14529"/>
                    </a:lnTo>
                    <a:lnTo>
                      <a:pt x="2029" y="13155"/>
                    </a:lnTo>
                    <a:lnTo>
                      <a:pt x="2356" y="11846"/>
                    </a:lnTo>
                    <a:close/>
                    <a:moveTo>
                      <a:pt x="24738" y="18914"/>
                    </a:moveTo>
                    <a:lnTo>
                      <a:pt x="24673" y="19045"/>
                    </a:lnTo>
                    <a:lnTo>
                      <a:pt x="24673" y="19176"/>
                    </a:lnTo>
                    <a:lnTo>
                      <a:pt x="24673" y="19241"/>
                    </a:lnTo>
                    <a:lnTo>
                      <a:pt x="24411" y="19830"/>
                    </a:lnTo>
                    <a:lnTo>
                      <a:pt x="24084" y="20354"/>
                    </a:lnTo>
                    <a:lnTo>
                      <a:pt x="23298" y="21335"/>
                    </a:lnTo>
                    <a:lnTo>
                      <a:pt x="22448" y="22186"/>
                    </a:lnTo>
                    <a:lnTo>
                      <a:pt x="21466" y="22971"/>
                    </a:lnTo>
                    <a:lnTo>
                      <a:pt x="20877" y="23299"/>
                    </a:lnTo>
                    <a:lnTo>
                      <a:pt x="20877" y="23299"/>
                    </a:lnTo>
                    <a:lnTo>
                      <a:pt x="21400" y="22906"/>
                    </a:lnTo>
                    <a:lnTo>
                      <a:pt x="21924" y="22513"/>
                    </a:lnTo>
                    <a:lnTo>
                      <a:pt x="22382" y="22055"/>
                    </a:lnTo>
                    <a:lnTo>
                      <a:pt x="22906" y="21597"/>
                    </a:lnTo>
                    <a:lnTo>
                      <a:pt x="23429" y="20943"/>
                    </a:lnTo>
                    <a:lnTo>
                      <a:pt x="23887" y="20288"/>
                    </a:lnTo>
                    <a:lnTo>
                      <a:pt x="24345" y="19634"/>
                    </a:lnTo>
                    <a:lnTo>
                      <a:pt x="24738" y="18914"/>
                    </a:lnTo>
                    <a:close/>
                    <a:moveTo>
                      <a:pt x="26112" y="19699"/>
                    </a:moveTo>
                    <a:lnTo>
                      <a:pt x="25720" y="20419"/>
                    </a:lnTo>
                    <a:lnTo>
                      <a:pt x="25262" y="21008"/>
                    </a:lnTo>
                    <a:lnTo>
                      <a:pt x="24738" y="21663"/>
                    </a:lnTo>
                    <a:lnTo>
                      <a:pt x="24214" y="22186"/>
                    </a:lnTo>
                    <a:lnTo>
                      <a:pt x="23625" y="22775"/>
                    </a:lnTo>
                    <a:lnTo>
                      <a:pt x="23037" y="23299"/>
                    </a:lnTo>
                    <a:lnTo>
                      <a:pt x="22448" y="23757"/>
                    </a:lnTo>
                    <a:lnTo>
                      <a:pt x="21793" y="24215"/>
                    </a:lnTo>
                    <a:lnTo>
                      <a:pt x="21139" y="24607"/>
                    </a:lnTo>
                    <a:lnTo>
                      <a:pt x="20419" y="24935"/>
                    </a:lnTo>
                    <a:lnTo>
                      <a:pt x="19699" y="25327"/>
                    </a:lnTo>
                    <a:lnTo>
                      <a:pt x="18979" y="25589"/>
                    </a:lnTo>
                    <a:lnTo>
                      <a:pt x="18259" y="25851"/>
                    </a:lnTo>
                    <a:lnTo>
                      <a:pt x="17474" y="26047"/>
                    </a:lnTo>
                    <a:lnTo>
                      <a:pt x="16689" y="26244"/>
                    </a:lnTo>
                    <a:lnTo>
                      <a:pt x="15903" y="26374"/>
                    </a:lnTo>
                    <a:lnTo>
                      <a:pt x="15052" y="26505"/>
                    </a:lnTo>
                    <a:lnTo>
                      <a:pt x="14202" y="26571"/>
                    </a:lnTo>
                    <a:lnTo>
                      <a:pt x="13285" y="26571"/>
                    </a:lnTo>
                    <a:lnTo>
                      <a:pt x="12435" y="26505"/>
                    </a:lnTo>
                    <a:lnTo>
                      <a:pt x="11584" y="26374"/>
                    </a:lnTo>
                    <a:lnTo>
                      <a:pt x="10733" y="26244"/>
                    </a:lnTo>
                    <a:lnTo>
                      <a:pt x="9882" y="26047"/>
                    </a:lnTo>
                    <a:lnTo>
                      <a:pt x="9097" y="25785"/>
                    </a:lnTo>
                    <a:lnTo>
                      <a:pt x="8312" y="25524"/>
                    </a:lnTo>
                    <a:lnTo>
                      <a:pt x="7526" y="25196"/>
                    </a:lnTo>
                    <a:lnTo>
                      <a:pt x="6741" y="24804"/>
                    </a:lnTo>
                    <a:lnTo>
                      <a:pt x="6021" y="24346"/>
                    </a:lnTo>
                    <a:lnTo>
                      <a:pt x="5367" y="23822"/>
                    </a:lnTo>
                    <a:lnTo>
                      <a:pt x="4712" y="23299"/>
                    </a:lnTo>
                    <a:lnTo>
                      <a:pt x="4058" y="22710"/>
                    </a:lnTo>
                    <a:lnTo>
                      <a:pt x="3469" y="22055"/>
                    </a:lnTo>
                    <a:lnTo>
                      <a:pt x="4254" y="22710"/>
                    </a:lnTo>
                    <a:lnTo>
                      <a:pt x="5040" y="23299"/>
                    </a:lnTo>
                    <a:lnTo>
                      <a:pt x="5432" y="23757"/>
                    </a:lnTo>
                    <a:lnTo>
                      <a:pt x="5890" y="24084"/>
                    </a:lnTo>
                    <a:lnTo>
                      <a:pt x="6283" y="24411"/>
                    </a:lnTo>
                    <a:lnTo>
                      <a:pt x="6741" y="24738"/>
                    </a:lnTo>
                    <a:lnTo>
                      <a:pt x="7723" y="25262"/>
                    </a:lnTo>
                    <a:lnTo>
                      <a:pt x="8704" y="25589"/>
                    </a:lnTo>
                    <a:lnTo>
                      <a:pt x="9752" y="25851"/>
                    </a:lnTo>
                    <a:lnTo>
                      <a:pt x="10864" y="26047"/>
                    </a:lnTo>
                    <a:lnTo>
                      <a:pt x="11977" y="26113"/>
                    </a:lnTo>
                    <a:lnTo>
                      <a:pt x="13089" y="26047"/>
                    </a:lnTo>
                    <a:lnTo>
                      <a:pt x="14333" y="26047"/>
                    </a:lnTo>
                    <a:lnTo>
                      <a:pt x="15511" y="25851"/>
                    </a:lnTo>
                    <a:lnTo>
                      <a:pt x="16885" y="25720"/>
                    </a:lnTo>
                    <a:lnTo>
                      <a:pt x="18259" y="25458"/>
                    </a:lnTo>
                    <a:lnTo>
                      <a:pt x="19568" y="25000"/>
                    </a:lnTo>
                    <a:lnTo>
                      <a:pt x="20746" y="24542"/>
                    </a:lnTo>
                    <a:lnTo>
                      <a:pt x="21924" y="23888"/>
                    </a:lnTo>
                    <a:lnTo>
                      <a:pt x="23037" y="23168"/>
                    </a:lnTo>
                    <a:lnTo>
                      <a:pt x="23495" y="22710"/>
                    </a:lnTo>
                    <a:lnTo>
                      <a:pt x="24018" y="22317"/>
                    </a:lnTo>
                    <a:lnTo>
                      <a:pt x="24476" y="21793"/>
                    </a:lnTo>
                    <a:lnTo>
                      <a:pt x="24869" y="21335"/>
                    </a:lnTo>
                    <a:lnTo>
                      <a:pt x="25262" y="20746"/>
                    </a:lnTo>
                    <a:lnTo>
                      <a:pt x="25720" y="20223"/>
                    </a:lnTo>
                    <a:lnTo>
                      <a:pt x="26112" y="19699"/>
                    </a:lnTo>
                    <a:close/>
                    <a:moveTo>
                      <a:pt x="13285" y="1"/>
                    </a:moveTo>
                    <a:lnTo>
                      <a:pt x="12304" y="132"/>
                    </a:lnTo>
                    <a:lnTo>
                      <a:pt x="11322" y="328"/>
                    </a:lnTo>
                    <a:lnTo>
                      <a:pt x="10341" y="524"/>
                    </a:lnTo>
                    <a:lnTo>
                      <a:pt x="9424" y="852"/>
                    </a:lnTo>
                    <a:lnTo>
                      <a:pt x="8115" y="1310"/>
                    </a:lnTo>
                    <a:lnTo>
                      <a:pt x="6872" y="1899"/>
                    </a:lnTo>
                    <a:lnTo>
                      <a:pt x="5694" y="2684"/>
                    </a:lnTo>
                    <a:lnTo>
                      <a:pt x="4581" y="3535"/>
                    </a:lnTo>
                    <a:lnTo>
                      <a:pt x="3927" y="4058"/>
                    </a:lnTo>
                    <a:lnTo>
                      <a:pt x="3862" y="4189"/>
                    </a:lnTo>
                    <a:lnTo>
                      <a:pt x="2945" y="5171"/>
                    </a:lnTo>
                    <a:lnTo>
                      <a:pt x="2095" y="6283"/>
                    </a:lnTo>
                    <a:lnTo>
                      <a:pt x="1440" y="7396"/>
                    </a:lnTo>
                    <a:lnTo>
                      <a:pt x="917" y="8574"/>
                    </a:lnTo>
                    <a:lnTo>
                      <a:pt x="524" y="9817"/>
                    </a:lnTo>
                    <a:lnTo>
                      <a:pt x="197" y="10995"/>
                    </a:lnTo>
                    <a:lnTo>
                      <a:pt x="66" y="12304"/>
                    </a:lnTo>
                    <a:lnTo>
                      <a:pt x="0" y="13548"/>
                    </a:lnTo>
                    <a:lnTo>
                      <a:pt x="66" y="14856"/>
                    </a:lnTo>
                    <a:lnTo>
                      <a:pt x="262" y="16100"/>
                    </a:lnTo>
                    <a:lnTo>
                      <a:pt x="262" y="16885"/>
                    </a:lnTo>
                    <a:lnTo>
                      <a:pt x="262" y="17605"/>
                    </a:lnTo>
                    <a:lnTo>
                      <a:pt x="393" y="18325"/>
                    </a:lnTo>
                    <a:lnTo>
                      <a:pt x="589" y="19045"/>
                    </a:lnTo>
                    <a:lnTo>
                      <a:pt x="917" y="19699"/>
                    </a:lnTo>
                    <a:lnTo>
                      <a:pt x="1244" y="20419"/>
                    </a:lnTo>
                    <a:lnTo>
                      <a:pt x="1767" y="21008"/>
                    </a:lnTo>
                    <a:lnTo>
                      <a:pt x="2291" y="21663"/>
                    </a:lnTo>
                    <a:lnTo>
                      <a:pt x="2356" y="21663"/>
                    </a:lnTo>
                    <a:lnTo>
                      <a:pt x="2422" y="21728"/>
                    </a:lnTo>
                    <a:lnTo>
                      <a:pt x="2618" y="21663"/>
                    </a:lnTo>
                    <a:lnTo>
                      <a:pt x="3142" y="22382"/>
                    </a:lnTo>
                    <a:lnTo>
                      <a:pt x="3796" y="23037"/>
                    </a:lnTo>
                    <a:lnTo>
                      <a:pt x="4451" y="23691"/>
                    </a:lnTo>
                    <a:lnTo>
                      <a:pt x="5170" y="24215"/>
                    </a:lnTo>
                    <a:lnTo>
                      <a:pt x="5890" y="24738"/>
                    </a:lnTo>
                    <a:lnTo>
                      <a:pt x="6610" y="25196"/>
                    </a:lnTo>
                    <a:lnTo>
                      <a:pt x="7396" y="25589"/>
                    </a:lnTo>
                    <a:lnTo>
                      <a:pt x="8246" y="25982"/>
                    </a:lnTo>
                    <a:lnTo>
                      <a:pt x="9097" y="26244"/>
                    </a:lnTo>
                    <a:lnTo>
                      <a:pt x="9948" y="26505"/>
                    </a:lnTo>
                    <a:lnTo>
                      <a:pt x="10799" y="26702"/>
                    </a:lnTo>
                    <a:lnTo>
                      <a:pt x="11649" y="26833"/>
                    </a:lnTo>
                    <a:lnTo>
                      <a:pt x="12566" y="26898"/>
                    </a:lnTo>
                    <a:lnTo>
                      <a:pt x="13416" y="26963"/>
                    </a:lnTo>
                    <a:lnTo>
                      <a:pt x="14333" y="26963"/>
                    </a:lnTo>
                    <a:lnTo>
                      <a:pt x="15249" y="26898"/>
                    </a:lnTo>
                    <a:lnTo>
                      <a:pt x="16100" y="26767"/>
                    </a:lnTo>
                    <a:lnTo>
                      <a:pt x="17016" y="26636"/>
                    </a:lnTo>
                    <a:lnTo>
                      <a:pt x="17866" y="26374"/>
                    </a:lnTo>
                    <a:lnTo>
                      <a:pt x="18717" y="26113"/>
                    </a:lnTo>
                    <a:lnTo>
                      <a:pt x="19568" y="25785"/>
                    </a:lnTo>
                    <a:lnTo>
                      <a:pt x="20419" y="25458"/>
                    </a:lnTo>
                    <a:lnTo>
                      <a:pt x="21204" y="25066"/>
                    </a:lnTo>
                    <a:lnTo>
                      <a:pt x="21989" y="24607"/>
                    </a:lnTo>
                    <a:lnTo>
                      <a:pt x="22775" y="24084"/>
                    </a:lnTo>
                    <a:lnTo>
                      <a:pt x="23495" y="23495"/>
                    </a:lnTo>
                    <a:lnTo>
                      <a:pt x="24149" y="22906"/>
                    </a:lnTo>
                    <a:lnTo>
                      <a:pt x="24803" y="22252"/>
                    </a:lnTo>
                    <a:lnTo>
                      <a:pt x="25392" y="21597"/>
                    </a:lnTo>
                    <a:lnTo>
                      <a:pt x="25981" y="20877"/>
                    </a:lnTo>
                    <a:lnTo>
                      <a:pt x="26505" y="20092"/>
                    </a:lnTo>
                    <a:lnTo>
                      <a:pt x="26963" y="19241"/>
                    </a:lnTo>
                    <a:lnTo>
                      <a:pt x="27421" y="18259"/>
                    </a:lnTo>
                    <a:lnTo>
                      <a:pt x="27748" y="17212"/>
                    </a:lnTo>
                    <a:lnTo>
                      <a:pt x="28076" y="16165"/>
                    </a:lnTo>
                    <a:lnTo>
                      <a:pt x="28272" y="15118"/>
                    </a:lnTo>
                    <a:lnTo>
                      <a:pt x="28403" y="14398"/>
                    </a:lnTo>
                    <a:lnTo>
                      <a:pt x="28468" y="13678"/>
                    </a:lnTo>
                    <a:lnTo>
                      <a:pt x="28534" y="12893"/>
                    </a:lnTo>
                    <a:lnTo>
                      <a:pt x="28534" y="12173"/>
                    </a:lnTo>
                    <a:lnTo>
                      <a:pt x="28468" y="11453"/>
                    </a:lnTo>
                    <a:lnTo>
                      <a:pt x="28403" y="10733"/>
                    </a:lnTo>
                    <a:lnTo>
                      <a:pt x="28272" y="10014"/>
                    </a:lnTo>
                    <a:lnTo>
                      <a:pt x="28076" y="9294"/>
                    </a:lnTo>
                    <a:lnTo>
                      <a:pt x="27814" y="8574"/>
                    </a:lnTo>
                    <a:lnTo>
                      <a:pt x="27552" y="7919"/>
                    </a:lnTo>
                    <a:lnTo>
                      <a:pt x="27159" y="7265"/>
                    </a:lnTo>
                    <a:lnTo>
                      <a:pt x="26832" y="6676"/>
                    </a:lnTo>
                    <a:lnTo>
                      <a:pt x="26374" y="6087"/>
                    </a:lnTo>
                    <a:lnTo>
                      <a:pt x="25916" y="5498"/>
                    </a:lnTo>
                    <a:lnTo>
                      <a:pt x="25392" y="4974"/>
                    </a:lnTo>
                    <a:lnTo>
                      <a:pt x="24803" y="4516"/>
                    </a:lnTo>
                    <a:lnTo>
                      <a:pt x="26047" y="4974"/>
                    </a:lnTo>
                    <a:lnTo>
                      <a:pt x="26178" y="4974"/>
                    </a:lnTo>
                    <a:lnTo>
                      <a:pt x="26309" y="4909"/>
                    </a:lnTo>
                    <a:lnTo>
                      <a:pt x="26309" y="4778"/>
                    </a:lnTo>
                    <a:lnTo>
                      <a:pt x="26309" y="4647"/>
                    </a:lnTo>
                    <a:lnTo>
                      <a:pt x="27029" y="4713"/>
                    </a:lnTo>
                    <a:lnTo>
                      <a:pt x="27159" y="4713"/>
                    </a:lnTo>
                    <a:lnTo>
                      <a:pt x="27225" y="4582"/>
                    </a:lnTo>
                    <a:lnTo>
                      <a:pt x="27225" y="4385"/>
                    </a:lnTo>
                    <a:lnTo>
                      <a:pt x="27094" y="4320"/>
                    </a:lnTo>
                    <a:lnTo>
                      <a:pt x="25654" y="3927"/>
                    </a:lnTo>
                    <a:lnTo>
                      <a:pt x="26636" y="4058"/>
                    </a:lnTo>
                    <a:lnTo>
                      <a:pt x="26832" y="4058"/>
                    </a:lnTo>
                    <a:lnTo>
                      <a:pt x="26898" y="3927"/>
                    </a:lnTo>
                    <a:lnTo>
                      <a:pt x="26898" y="3731"/>
                    </a:lnTo>
                    <a:lnTo>
                      <a:pt x="26832" y="3666"/>
                    </a:lnTo>
                    <a:lnTo>
                      <a:pt x="26767" y="3666"/>
                    </a:lnTo>
                    <a:lnTo>
                      <a:pt x="25392" y="3207"/>
                    </a:lnTo>
                    <a:lnTo>
                      <a:pt x="23167" y="2488"/>
                    </a:lnTo>
                    <a:lnTo>
                      <a:pt x="20877" y="1833"/>
                    </a:lnTo>
                    <a:lnTo>
                      <a:pt x="20746" y="1833"/>
                    </a:lnTo>
                    <a:lnTo>
                      <a:pt x="20550" y="1768"/>
                    </a:lnTo>
                    <a:lnTo>
                      <a:pt x="20419" y="1768"/>
                    </a:lnTo>
                    <a:lnTo>
                      <a:pt x="20353" y="1833"/>
                    </a:lnTo>
                    <a:lnTo>
                      <a:pt x="20288" y="1899"/>
                    </a:lnTo>
                    <a:lnTo>
                      <a:pt x="20288" y="2030"/>
                    </a:lnTo>
                    <a:lnTo>
                      <a:pt x="20288" y="2095"/>
                    </a:lnTo>
                    <a:lnTo>
                      <a:pt x="20222" y="2160"/>
                    </a:lnTo>
                    <a:lnTo>
                      <a:pt x="20157" y="2226"/>
                    </a:lnTo>
                    <a:lnTo>
                      <a:pt x="20157" y="2357"/>
                    </a:lnTo>
                    <a:lnTo>
                      <a:pt x="20157" y="2422"/>
                    </a:lnTo>
                    <a:lnTo>
                      <a:pt x="20026" y="2488"/>
                    </a:lnTo>
                    <a:lnTo>
                      <a:pt x="19961" y="2618"/>
                    </a:lnTo>
                    <a:lnTo>
                      <a:pt x="19961" y="2749"/>
                    </a:lnTo>
                    <a:lnTo>
                      <a:pt x="20092" y="2880"/>
                    </a:lnTo>
                    <a:lnTo>
                      <a:pt x="20157" y="2880"/>
                    </a:lnTo>
                    <a:lnTo>
                      <a:pt x="20222" y="3469"/>
                    </a:lnTo>
                    <a:lnTo>
                      <a:pt x="20288" y="3993"/>
                    </a:lnTo>
                    <a:lnTo>
                      <a:pt x="20419" y="4844"/>
                    </a:lnTo>
                    <a:lnTo>
                      <a:pt x="20615" y="5694"/>
                    </a:lnTo>
                    <a:lnTo>
                      <a:pt x="21139" y="7330"/>
                    </a:lnTo>
                    <a:lnTo>
                      <a:pt x="21139" y="7396"/>
                    </a:lnTo>
                    <a:lnTo>
                      <a:pt x="21597" y="8967"/>
                    </a:lnTo>
                    <a:lnTo>
                      <a:pt x="21662" y="9097"/>
                    </a:lnTo>
                    <a:lnTo>
                      <a:pt x="21859" y="9097"/>
                    </a:lnTo>
                    <a:lnTo>
                      <a:pt x="21989" y="8967"/>
                    </a:lnTo>
                    <a:lnTo>
                      <a:pt x="21989" y="8836"/>
                    </a:lnTo>
                    <a:lnTo>
                      <a:pt x="21924" y="8508"/>
                    </a:lnTo>
                    <a:lnTo>
                      <a:pt x="21989" y="8443"/>
                    </a:lnTo>
                    <a:lnTo>
                      <a:pt x="22120" y="8378"/>
                    </a:lnTo>
                    <a:lnTo>
                      <a:pt x="22186" y="8247"/>
                    </a:lnTo>
                    <a:lnTo>
                      <a:pt x="22251" y="8181"/>
                    </a:lnTo>
                    <a:lnTo>
                      <a:pt x="22382" y="8181"/>
                    </a:lnTo>
                    <a:lnTo>
                      <a:pt x="22448" y="8116"/>
                    </a:lnTo>
                    <a:lnTo>
                      <a:pt x="22578" y="8050"/>
                    </a:lnTo>
                    <a:lnTo>
                      <a:pt x="22578" y="7919"/>
                    </a:lnTo>
                    <a:lnTo>
                      <a:pt x="22448" y="7396"/>
                    </a:lnTo>
                    <a:lnTo>
                      <a:pt x="22906" y="8050"/>
                    </a:lnTo>
                    <a:lnTo>
                      <a:pt x="23037" y="8116"/>
                    </a:lnTo>
                    <a:lnTo>
                      <a:pt x="23233" y="8116"/>
                    </a:lnTo>
                    <a:lnTo>
                      <a:pt x="23364" y="7985"/>
                    </a:lnTo>
                    <a:lnTo>
                      <a:pt x="23364" y="7919"/>
                    </a:lnTo>
                    <a:lnTo>
                      <a:pt x="23364" y="7854"/>
                    </a:lnTo>
                    <a:lnTo>
                      <a:pt x="22644" y="6152"/>
                    </a:lnTo>
                    <a:lnTo>
                      <a:pt x="22644" y="6152"/>
                    </a:lnTo>
                    <a:lnTo>
                      <a:pt x="23560" y="7330"/>
                    </a:lnTo>
                    <a:lnTo>
                      <a:pt x="23625" y="7461"/>
                    </a:lnTo>
                    <a:lnTo>
                      <a:pt x="23822" y="7461"/>
                    </a:lnTo>
                    <a:lnTo>
                      <a:pt x="23953" y="7396"/>
                    </a:lnTo>
                    <a:lnTo>
                      <a:pt x="24476" y="9490"/>
                    </a:lnTo>
                    <a:lnTo>
                      <a:pt x="25065" y="11519"/>
                    </a:lnTo>
                    <a:lnTo>
                      <a:pt x="25262" y="12566"/>
                    </a:lnTo>
                    <a:lnTo>
                      <a:pt x="25458" y="13613"/>
                    </a:lnTo>
                    <a:lnTo>
                      <a:pt x="25589" y="14660"/>
                    </a:lnTo>
                    <a:lnTo>
                      <a:pt x="25589" y="15707"/>
                    </a:lnTo>
                    <a:lnTo>
                      <a:pt x="25327" y="16689"/>
                    </a:lnTo>
                    <a:lnTo>
                      <a:pt x="24934" y="17605"/>
                    </a:lnTo>
                    <a:lnTo>
                      <a:pt x="24476" y="18521"/>
                    </a:lnTo>
                    <a:lnTo>
                      <a:pt x="24018" y="19372"/>
                    </a:lnTo>
                    <a:lnTo>
                      <a:pt x="23429" y="20223"/>
                    </a:lnTo>
                    <a:lnTo>
                      <a:pt x="22840" y="21008"/>
                    </a:lnTo>
                    <a:lnTo>
                      <a:pt x="22120" y="21728"/>
                    </a:lnTo>
                    <a:lnTo>
                      <a:pt x="21400" y="22382"/>
                    </a:lnTo>
                    <a:lnTo>
                      <a:pt x="20615" y="22971"/>
                    </a:lnTo>
                    <a:lnTo>
                      <a:pt x="19764" y="23430"/>
                    </a:lnTo>
                    <a:lnTo>
                      <a:pt x="18914" y="23822"/>
                    </a:lnTo>
                    <a:lnTo>
                      <a:pt x="17997" y="24149"/>
                    </a:lnTo>
                    <a:lnTo>
                      <a:pt x="17147" y="24411"/>
                    </a:lnTo>
                    <a:lnTo>
                      <a:pt x="16165" y="24673"/>
                    </a:lnTo>
                    <a:lnTo>
                      <a:pt x="14333" y="25000"/>
                    </a:lnTo>
                    <a:lnTo>
                      <a:pt x="12827" y="25196"/>
                    </a:lnTo>
                    <a:lnTo>
                      <a:pt x="11846" y="25131"/>
                    </a:lnTo>
                    <a:lnTo>
                      <a:pt x="10799" y="24935"/>
                    </a:lnTo>
                    <a:lnTo>
                      <a:pt x="9817" y="24738"/>
                    </a:lnTo>
                    <a:lnTo>
                      <a:pt x="8901" y="24477"/>
                    </a:lnTo>
                    <a:lnTo>
                      <a:pt x="8312" y="24084"/>
                    </a:lnTo>
                    <a:lnTo>
                      <a:pt x="7723" y="23691"/>
                    </a:lnTo>
                    <a:lnTo>
                      <a:pt x="7199" y="23233"/>
                    </a:lnTo>
                    <a:lnTo>
                      <a:pt x="6676" y="22775"/>
                    </a:lnTo>
                    <a:lnTo>
                      <a:pt x="6087" y="22121"/>
                    </a:lnTo>
                    <a:lnTo>
                      <a:pt x="5498" y="21466"/>
                    </a:lnTo>
                    <a:lnTo>
                      <a:pt x="4974" y="20812"/>
                    </a:lnTo>
                    <a:lnTo>
                      <a:pt x="4516" y="20092"/>
                    </a:lnTo>
                    <a:lnTo>
                      <a:pt x="4123" y="19307"/>
                    </a:lnTo>
                    <a:lnTo>
                      <a:pt x="3731" y="18521"/>
                    </a:lnTo>
                    <a:lnTo>
                      <a:pt x="3404" y="17736"/>
                    </a:lnTo>
                    <a:lnTo>
                      <a:pt x="3142" y="16951"/>
                    </a:lnTo>
                    <a:lnTo>
                      <a:pt x="2880" y="16100"/>
                    </a:lnTo>
                    <a:lnTo>
                      <a:pt x="2749" y="15249"/>
                    </a:lnTo>
                    <a:lnTo>
                      <a:pt x="2618" y="14398"/>
                    </a:lnTo>
                    <a:lnTo>
                      <a:pt x="2553" y="13548"/>
                    </a:lnTo>
                    <a:lnTo>
                      <a:pt x="2553" y="12631"/>
                    </a:lnTo>
                    <a:lnTo>
                      <a:pt x="2618" y="11781"/>
                    </a:lnTo>
                    <a:lnTo>
                      <a:pt x="2749" y="10930"/>
                    </a:lnTo>
                    <a:lnTo>
                      <a:pt x="2945" y="10079"/>
                    </a:lnTo>
                    <a:lnTo>
                      <a:pt x="3142" y="9359"/>
                    </a:lnTo>
                    <a:lnTo>
                      <a:pt x="3404" y="8639"/>
                    </a:lnTo>
                    <a:lnTo>
                      <a:pt x="3469" y="8574"/>
                    </a:lnTo>
                    <a:lnTo>
                      <a:pt x="3993" y="7789"/>
                    </a:lnTo>
                    <a:lnTo>
                      <a:pt x="4451" y="7200"/>
                    </a:lnTo>
                    <a:lnTo>
                      <a:pt x="4974" y="6611"/>
                    </a:lnTo>
                    <a:lnTo>
                      <a:pt x="5563" y="6087"/>
                    </a:lnTo>
                    <a:lnTo>
                      <a:pt x="6152" y="5563"/>
                    </a:lnTo>
                    <a:lnTo>
                      <a:pt x="7396" y="4647"/>
                    </a:lnTo>
                    <a:lnTo>
                      <a:pt x="8704" y="3796"/>
                    </a:lnTo>
                    <a:lnTo>
                      <a:pt x="10144" y="3011"/>
                    </a:lnTo>
                    <a:lnTo>
                      <a:pt x="11584" y="2422"/>
                    </a:lnTo>
                    <a:lnTo>
                      <a:pt x="13024" y="1899"/>
                    </a:lnTo>
                    <a:lnTo>
                      <a:pt x="14463" y="1441"/>
                    </a:lnTo>
                    <a:lnTo>
                      <a:pt x="14594" y="1375"/>
                    </a:lnTo>
                    <a:lnTo>
                      <a:pt x="14594" y="1310"/>
                    </a:lnTo>
                    <a:lnTo>
                      <a:pt x="14660" y="1310"/>
                    </a:lnTo>
                    <a:lnTo>
                      <a:pt x="14725" y="1179"/>
                    </a:lnTo>
                    <a:lnTo>
                      <a:pt x="14791" y="1113"/>
                    </a:lnTo>
                    <a:lnTo>
                      <a:pt x="14725" y="982"/>
                    </a:lnTo>
                    <a:lnTo>
                      <a:pt x="14660" y="917"/>
                    </a:lnTo>
                    <a:lnTo>
                      <a:pt x="13547" y="655"/>
                    </a:lnTo>
                    <a:lnTo>
                      <a:pt x="12500" y="590"/>
                    </a:lnTo>
                    <a:lnTo>
                      <a:pt x="13416" y="524"/>
                    </a:lnTo>
                    <a:lnTo>
                      <a:pt x="14333" y="524"/>
                    </a:lnTo>
                    <a:lnTo>
                      <a:pt x="14463" y="459"/>
                    </a:lnTo>
                    <a:lnTo>
                      <a:pt x="14463" y="393"/>
                    </a:lnTo>
                    <a:lnTo>
                      <a:pt x="14463" y="263"/>
                    </a:lnTo>
                    <a:lnTo>
                      <a:pt x="14333" y="197"/>
                    </a:lnTo>
                    <a:lnTo>
                      <a:pt x="13482" y="197"/>
                    </a:lnTo>
                    <a:lnTo>
                      <a:pt x="13416" y="66"/>
                    </a:lnTo>
                    <a:lnTo>
                      <a:pt x="13285" y="1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59" name="Google Shape;659;p30"/>
          <p:cNvGrpSpPr/>
          <p:nvPr/>
        </p:nvGrpSpPr>
        <p:grpSpPr>
          <a:xfrm>
            <a:off x="3337382" y="1814655"/>
            <a:ext cx="2128126" cy="2194260"/>
            <a:chOff x="3337382" y="1814655"/>
            <a:chExt cx="2128126" cy="2194260"/>
          </a:xfrm>
        </p:grpSpPr>
        <p:sp>
          <p:nvSpPr>
            <p:cNvPr id="660" name="Google Shape;660;p30"/>
            <p:cNvSpPr/>
            <p:nvPr/>
          </p:nvSpPr>
          <p:spPr>
            <a:xfrm>
              <a:off x="3666542" y="2204732"/>
              <a:ext cx="1798965" cy="1804183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61" name="Google Shape;661;p30"/>
            <p:cNvGrpSpPr/>
            <p:nvPr/>
          </p:nvGrpSpPr>
          <p:grpSpPr>
            <a:xfrm>
              <a:off x="3337382" y="1814655"/>
              <a:ext cx="824704" cy="779327"/>
              <a:chOff x="1177000" y="1619850"/>
              <a:chExt cx="713350" cy="674100"/>
            </a:xfrm>
          </p:grpSpPr>
          <p:sp>
            <p:nvSpPr>
              <p:cNvPr id="662" name="Google Shape;662;p30"/>
              <p:cNvSpPr/>
              <p:nvPr/>
            </p:nvSpPr>
            <p:spPr>
              <a:xfrm>
                <a:off x="1223525" y="1650275"/>
                <a:ext cx="624000" cy="614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30"/>
              <p:cNvSpPr/>
              <p:nvPr/>
            </p:nvSpPr>
            <p:spPr>
              <a:xfrm>
                <a:off x="1177000" y="1619850"/>
                <a:ext cx="713350" cy="674100"/>
              </a:xfrm>
              <a:custGeom>
                <a:rect b="b" l="l" r="r" t="t"/>
                <a:pathLst>
                  <a:path extrusionOk="0" h="26964" w="28534">
                    <a:moveTo>
                      <a:pt x="12893" y="982"/>
                    </a:moveTo>
                    <a:lnTo>
                      <a:pt x="13613" y="1113"/>
                    </a:lnTo>
                    <a:lnTo>
                      <a:pt x="12827" y="1179"/>
                    </a:lnTo>
                    <a:lnTo>
                      <a:pt x="11977" y="1310"/>
                    </a:lnTo>
                    <a:lnTo>
                      <a:pt x="11191" y="1506"/>
                    </a:lnTo>
                    <a:lnTo>
                      <a:pt x="10471" y="1833"/>
                    </a:lnTo>
                    <a:lnTo>
                      <a:pt x="9686" y="2095"/>
                    </a:lnTo>
                    <a:lnTo>
                      <a:pt x="8966" y="2488"/>
                    </a:lnTo>
                    <a:lnTo>
                      <a:pt x="8312" y="2946"/>
                    </a:lnTo>
                    <a:lnTo>
                      <a:pt x="7592" y="3404"/>
                    </a:lnTo>
                    <a:lnTo>
                      <a:pt x="6937" y="3731"/>
                    </a:lnTo>
                    <a:lnTo>
                      <a:pt x="6937" y="3731"/>
                    </a:lnTo>
                    <a:lnTo>
                      <a:pt x="7526" y="3338"/>
                    </a:lnTo>
                    <a:lnTo>
                      <a:pt x="8050" y="2880"/>
                    </a:lnTo>
                    <a:lnTo>
                      <a:pt x="8639" y="2488"/>
                    </a:lnTo>
                    <a:lnTo>
                      <a:pt x="9293" y="2160"/>
                    </a:lnTo>
                    <a:lnTo>
                      <a:pt x="9948" y="1899"/>
                    </a:lnTo>
                    <a:lnTo>
                      <a:pt x="10602" y="1571"/>
                    </a:lnTo>
                    <a:lnTo>
                      <a:pt x="11257" y="1375"/>
                    </a:lnTo>
                    <a:lnTo>
                      <a:pt x="11977" y="1179"/>
                    </a:lnTo>
                    <a:lnTo>
                      <a:pt x="12042" y="1113"/>
                    </a:lnTo>
                    <a:lnTo>
                      <a:pt x="12107" y="982"/>
                    </a:lnTo>
                    <a:close/>
                    <a:moveTo>
                      <a:pt x="8966" y="3142"/>
                    </a:moveTo>
                    <a:lnTo>
                      <a:pt x="7985" y="3731"/>
                    </a:lnTo>
                    <a:lnTo>
                      <a:pt x="7068" y="4320"/>
                    </a:lnTo>
                    <a:lnTo>
                      <a:pt x="7068" y="4320"/>
                    </a:lnTo>
                    <a:lnTo>
                      <a:pt x="7854" y="3666"/>
                    </a:lnTo>
                    <a:lnTo>
                      <a:pt x="8966" y="3142"/>
                    </a:lnTo>
                    <a:close/>
                    <a:moveTo>
                      <a:pt x="5825" y="4909"/>
                    </a:moveTo>
                    <a:lnTo>
                      <a:pt x="4974" y="5825"/>
                    </a:lnTo>
                    <a:lnTo>
                      <a:pt x="5563" y="5171"/>
                    </a:lnTo>
                    <a:lnTo>
                      <a:pt x="5825" y="4909"/>
                    </a:lnTo>
                    <a:close/>
                    <a:moveTo>
                      <a:pt x="24542" y="5760"/>
                    </a:moveTo>
                    <a:lnTo>
                      <a:pt x="24708" y="5950"/>
                    </a:lnTo>
                    <a:lnTo>
                      <a:pt x="24708" y="5950"/>
                    </a:lnTo>
                    <a:lnTo>
                      <a:pt x="24542" y="5825"/>
                    </a:lnTo>
                    <a:lnTo>
                      <a:pt x="24542" y="5760"/>
                    </a:lnTo>
                    <a:close/>
                    <a:moveTo>
                      <a:pt x="23167" y="5891"/>
                    </a:moveTo>
                    <a:lnTo>
                      <a:pt x="23756" y="6414"/>
                    </a:lnTo>
                    <a:lnTo>
                      <a:pt x="23822" y="6872"/>
                    </a:lnTo>
                    <a:lnTo>
                      <a:pt x="23167" y="5891"/>
                    </a:lnTo>
                    <a:close/>
                    <a:moveTo>
                      <a:pt x="24824" y="6082"/>
                    </a:moveTo>
                    <a:lnTo>
                      <a:pt x="25000" y="6283"/>
                    </a:lnTo>
                    <a:lnTo>
                      <a:pt x="25458" y="6938"/>
                    </a:lnTo>
                    <a:lnTo>
                      <a:pt x="25785" y="7592"/>
                    </a:lnTo>
                    <a:lnTo>
                      <a:pt x="26112" y="8247"/>
                    </a:lnTo>
                    <a:lnTo>
                      <a:pt x="26178" y="8901"/>
                    </a:lnTo>
                    <a:lnTo>
                      <a:pt x="25654" y="7854"/>
                    </a:lnTo>
                    <a:lnTo>
                      <a:pt x="25065" y="6872"/>
                    </a:lnTo>
                    <a:lnTo>
                      <a:pt x="24803" y="6349"/>
                    </a:lnTo>
                    <a:lnTo>
                      <a:pt x="24869" y="6218"/>
                    </a:lnTo>
                    <a:lnTo>
                      <a:pt x="24824" y="6082"/>
                    </a:lnTo>
                    <a:close/>
                    <a:moveTo>
                      <a:pt x="4189" y="6349"/>
                    </a:moveTo>
                    <a:lnTo>
                      <a:pt x="3796" y="7069"/>
                    </a:lnTo>
                    <a:lnTo>
                      <a:pt x="3469" y="7789"/>
                    </a:lnTo>
                    <a:lnTo>
                      <a:pt x="2945" y="8574"/>
                    </a:lnTo>
                    <a:lnTo>
                      <a:pt x="2487" y="9425"/>
                    </a:lnTo>
                    <a:lnTo>
                      <a:pt x="2226" y="9883"/>
                    </a:lnTo>
                    <a:lnTo>
                      <a:pt x="2226" y="9817"/>
                    </a:lnTo>
                    <a:lnTo>
                      <a:pt x="2618" y="8836"/>
                    </a:lnTo>
                    <a:lnTo>
                      <a:pt x="3076" y="7919"/>
                    </a:lnTo>
                    <a:lnTo>
                      <a:pt x="3600" y="7134"/>
                    </a:lnTo>
                    <a:lnTo>
                      <a:pt x="4189" y="6349"/>
                    </a:lnTo>
                    <a:close/>
                    <a:moveTo>
                      <a:pt x="5956" y="3142"/>
                    </a:moveTo>
                    <a:lnTo>
                      <a:pt x="5105" y="3862"/>
                    </a:lnTo>
                    <a:lnTo>
                      <a:pt x="4254" y="4647"/>
                    </a:lnTo>
                    <a:lnTo>
                      <a:pt x="3534" y="5498"/>
                    </a:lnTo>
                    <a:lnTo>
                      <a:pt x="2880" y="6414"/>
                    </a:lnTo>
                    <a:lnTo>
                      <a:pt x="2160" y="7461"/>
                    </a:lnTo>
                    <a:lnTo>
                      <a:pt x="1571" y="8508"/>
                    </a:lnTo>
                    <a:lnTo>
                      <a:pt x="1113" y="9686"/>
                    </a:lnTo>
                    <a:lnTo>
                      <a:pt x="720" y="10864"/>
                    </a:lnTo>
                    <a:lnTo>
                      <a:pt x="917" y="10079"/>
                    </a:lnTo>
                    <a:lnTo>
                      <a:pt x="1113" y="9294"/>
                    </a:lnTo>
                    <a:lnTo>
                      <a:pt x="1375" y="8574"/>
                    </a:lnTo>
                    <a:lnTo>
                      <a:pt x="1702" y="7854"/>
                    </a:lnTo>
                    <a:lnTo>
                      <a:pt x="2356" y="6676"/>
                    </a:lnTo>
                    <a:lnTo>
                      <a:pt x="3142" y="5629"/>
                    </a:lnTo>
                    <a:lnTo>
                      <a:pt x="3993" y="4647"/>
                    </a:lnTo>
                    <a:lnTo>
                      <a:pt x="4974" y="3731"/>
                    </a:lnTo>
                    <a:lnTo>
                      <a:pt x="5956" y="3142"/>
                    </a:lnTo>
                    <a:close/>
                    <a:moveTo>
                      <a:pt x="26701" y="11584"/>
                    </a:moveTo>
                    <a:lnTo>
                      <a:pt x="26898" y="12500"/>
                    </a:lnTo>
                    <a:lnTo>
                      <a:pt x="26963" y="13482"/>
                    </a:lnTo>
                    <a:lnTo>
                      <a:pt x="26832" y="12631"/>
                    </a:lnTo>
                    <a:lnTo>
                      <a:pt x="26701" y="11846"/>
                    </a:lnTo>
                    <a:lnTo>
                      <a:pt x="26701" y="11584"/>
                    </a:lnTo>
                    <a:close/>
                    <a:moveTo>
                      <a:pt x="9424" y="1637"/>
                    </a:moveTo>
                    <a:lnTo>
                      <a:pt x="8246" y="2291"/>
                    </a:lnTo>
                    <a:lnTo>
                      <a:pt x="7134" y="3077"/>
                    </a:lnTo>
                    <a:lnTo>
                      <a:pt x="6152" y="3927"/>
                    </a:lnTo>
                    <a:lnTo>
                      <a:pt x="5301" y="4909"/>
                    </a:lnTo>
                    <a:lnTo>
                      <a:pt x="4385" y="5694"/>
                    </a:lnTo>
                    <a:lnTo>
                      <a:pt x="3600" y="6545"/>
                    </a:lnTo>
                    <a:lnTo>
                      <a:pt x="2880" y="7527"/>
                    </a:lnTo>
                    <a:lnTo>
                      <a:pt x="2553" y="8050"/>
                    </a:lnTo>
                    <a:lnTo>
                      <a:pt x="2291" y="8639"/>
                    </a:lnTo>
                    <a:lnTo>
                      <a:pt x="2029" y="9228"/>
                    </a:lnTo>
                    <a:lnTo>
                      <a:pt x="1833" y="9948"/>
                    </a:lnTo>
                    <a:lnTo>
                      <a:pt x="1637" y="10603"/>
                    </a:lnTo>
                    <a:lnTo>
                      <a:pt x="1506" y="11322"/>
                    </a:lnTo>
                    <a:lnTo>
                      <a:pt x="1048" y="12435"/>
                    </a:lnTo>
                    <a:lnTo>
                      <a:pt x="720" y="13548"/>
                    </a:lnTo>
                    <a:lnTo>
                      <a:pt x="851" y="12239"/>
                    </a:lnTo>
                    <a:lnTo>
                      <a:pt x="1113" y="10995"/>
                    </a:lnTo>
                    <a:lnTo>
                      <a:pt x="1506" y="9752"/>
                    </a:lnTo>
                    <a:lnTo>
                      <a:pt x="2029" y="8574"/>
                    </a:lnTo>
                    <a:lnTo>
                      <a:pt x="2618" y="7592"/>
                    </a:lnTo>
                    <a:lnTo>
                      <a:pt x="3207" y="6611"/>
                    </a:lnTo>
                    <a:lnTo>
                      <a:pt x="3927" y="5629"/>
                    </a:lnTo>
                    <a:lnTo>
                      <a:pt x="4778" y="4778"/>
                    </a:lnTo>
                    <a:lnTo>
                      <a:pt x="5629" y="3927"/>
                    </a:lnTo>
                    <a:lnTo>
                      <a:pt x="6545" y="3142"/>
                    </a:lnTo>
                    <a:lnTo>
                      <a:pt x="7592" y="2488"/>
                    </a:lnTo>
                    <a:lnTo>
                      <a:pt x="8639" y="1899"/>
                    </a:lnTo>
                    <a:lnTo>
                      <a:pt x="9424" y="1637"/>
                    </a:lnTo>
                    <a:close/>
                    <a:moveTo>
                      <a:pt x="24280" y="6938"/>
                    </a:moveTo>
                    <a:lnTo>
                      <a:pt x="24738" y="7789"/>
                    </a:lnTo>
                    <a:lnTo>
                      <a:pt x="25065" y="8639"/>
                    </a:lnTo>
                    <a:lnTo>
                      <a:pt x="25392" y="9490"/>
                    </a:lnTo>
                    <a:lnTo>
                      <a:pt x="25654" y="10406"/>
                    </a:lnTo>
                    <a:lnTo>
                      <a:pt x="25851" y="11322"/>
                    </a:lnTo>
                    <a:lnTo>
                      <a:pt x="25916" y="12304"/>
                    </a:lnTo>
                    <a:lnTo>
                      <a:pt x="25981" y="13220"/>
                    </a:lnTo>
                    <a:lnTo>
                      <a:pt x="25981" y="14137"/>
                    </a:lnTo>
                    <a:lnTo>
                      <a:pt x="25851" y="13220"/>
                    </a:lnTo>
                    <a:lnTo>
                      <a:pt x="25654" y="12304"/>
                    </a:lnTo>
                    <a:lnTo>
                      <a:pt x="25196" y="10537"/>
                    </a:lnTo>
                    <a:lnTo>
                      <a:pt x="24673" y="8705"/>
                    </a:lnTo>
                    <a:lnTo>
                      <a:pt x="24280" y="6938"/>
                    </a:lnTo>
                    <a:close/>
                    <a:moveTo>
                      <a:pt x="25523" y="6152"/>
                    </a:moveTo>
                    <a:lnTo>
                      <a:pt x="26178" y="7200"/>
                    </a:lnTo>
                    <a:lnTo>
                      <a:pt x="26767" y="8247"/>
                    </a:lnTo>
                    <a:lnTo>
                      <a:pt x="27225" y="9359"/>
                    </a:lnTo>
                    <a:lnTo>
                      <a:pt x="27552" y="10472"/>
                    </a:lnTo>
                    <a:lnTo>
                      <a:pt x="27748" y="11650"/>
                    </a:lnTo>
                    <a:lnTo>
                      <a:pt x="27879" y="12893"/>
                    </a:lnTo>
                    <a:lnTo>
                      <a:pt x="27879" y="14071"/>
                    </a:lnTo>
                    <a:lnTo>
                      <a:pt x="27748" y="15315"/>
                    </a:lnTo>
                    <a:lnTo>
                      <a:pt x="27683" y="15445"/>
                    </a:lnTo>
                    <a:lnTo>
                      <a:pt x="27748" y="14202"/>
                    </a:lnTo>
                    <a:lnTo>
                      <a:pt x="27618" y="13024"/>
                    </a:lnTo>
                    <a:lnTo>
                      <a:pt x="27683" y="12370"/>
                    </a:lnTo>
                    <a:lnTo>
                      <a:pt x="27618" y="11715"/>
                    </a:lnTo>
                    <a:lnTo>
                      <a:pt x="27552" y="11061"/>
                    </a:lnTo>
                    <a:lnTo>
                      <a:pt x="27487" y="10406"/>
                    </a:lnTo>
                    <a:lnTo>
                      <a:pt x="27290" y="9752"/>
                    </a:lnTo>
                    <a:lnTo>
                      <a:pt x="27094" y="9097"/>
                    </a:lnTo>
                    <a:lnTo>
                      <a:pt x="26832" y="8508"/>
                    </a:lnTo>
                    <a:lnTo>
                      <a:pt x="26505" y="7854"/>
                    </a:lnTo>
                    <a:lnTo>
                      <a:pt x="26440" y="7789"/>
                    </a:lnTo>
                    <a:lnTo>
                      <a:pt x="25981" y="6938"/>
                    </a:lnTo>
                    <a:lnTo>
                      <a:pt x="25523" y="6152"/>
                    </a:lnTo>
                    <a:close/>
                    <a:moveTo>
                      <a:pt x="27290" y="14791"/>
                    </a:moveTo>
                    <a:lnTo>
                      <a:pt x="27159" y="15904"/>
                    </a:lnTo>
                    <a:lnTo>
                      <a:pt x="26963" y="16951"/>
                    </a:lnTo>
                    <a:lnTo>
                      <a:pt x="26832" y="17474"/>
                    </a:lnTo>
                    <a:lnTo>
                      <a:pt x="26570" y="18063"/>
                    </a:lnTo>
                    <a:lnTo>
                      <a:pt x="26505" y="18194"/>
                    </a:lnTo>
                    <a:lnTo>
                      <a:pt x="26701" y="17540"/>
                    </a:lnTo>
                    <a:lnTo>
                      <a:pt x="26832" y="16885"/>
                    </a:lnTo>
                    <a:lnTo>
                      <a:pt x="26963" y="16231"/>
                    </a:lnTo>
                    <a:lnTo>
                      <a:pt x="26963" y="15576"/>
                    </a:lnTo>
                    <a:lnTo>
                      <a:pt x="27290" y="14791"/>
                    </a:lnTo>
                    <a:close/>
                    <a:moveTo>
                      <a:pt x="1375" y="12631"/>
                    </a:moveTo>
                    <a:lnTo>
                      <a:pt x="1375" y="13548"/>
                    </a:lnTo>
                    <a:lnTo>
                      <a:pt x="1375" y="14398"/>
                    </a:lnTo>
                    <a:lnTo>
                      <a:pt x="1375" y="15249"/>
                    </a:lnTo>
                    <a:lnTo>
                      <a:pt x="1375" y="16885"/>
                    </a:lnTo>
                    <a:lnTo>
                      <a:pt x="1506" y="18521"/>
                    </a:lnTo>
                    <a:lnTo>
                      <a:pt x="1244" y="17736"/>
                    </a:lnTo>
                    <a:lnTo>
                      <a:pt x="982" y="16885"/>
                    </a:lnTo>
                    <a:lnTo>
                      <a:pt x="851" y="16034"/>
                    </a:lnTo>
                    <a:lnTo>
                      <a:pt x="720" y="15249"/>
                    </a:lnTo>
                    <a:lnTo>
                      <a:pt x="982" y="13940"/>
                    </a:lnTo>
                    <a:lnTo>
                      <a:pt x="1375" y="12631"/>
                    </a:lnTo>
                    <a:close/>
                    <a:moveTo>
                      <a:pt x="786" y="18129"/>
                    </a:moveTo>
                    <a:lnTo>
                      <a:pt x="1113" y="18979"/>
                    </a:lnTo>
                    <a:lnTo>
                      <a:pt x="1440" y="19699"/>
                    </a:lnTo>
                    <a:lnTo>
                      <a:pt x="1898" y="20615"/>
                    </a:lnTo>
                    <a:lnTo>
                      <a:pt x="1506" y="20026"/>
                    </a:lnTo>
                    <a:lnTo>
                      <a:pt x="1178" y="19437"/>
                    </a:lnTo>
                    <a:lnTo>
                      <a:pt x="982" y="18783"/>
                    </a:lnTo>
                    <a:lnTo>
                      <a:pt x="786" y="18129"/>
                    </a:lnTo>
                    <a:close/>
                    <a:moveTo>
                      <a:pt x="26505" y="13744"/>
                    </a:moveTo>
                    <a:lnTo>
                      <a:pt x="26570" y="14660"/>
                    </a:lnTo>
                    <a:lnTo>
                      <a:pt x="26505" y="15511"/>
                    </a:lnTo>
                    <a:lnTo>
                      <a:pt x="26505" y="15642"/>
                    </a:lnTo>
                    <a:lnTo>
                      <a:pt x="26440" y="15707"/>
                    </a:lnTo>
                    <a:lnTo>
                      <a:pt x="26505" y="15838"/>
                    </a:lnTo>
                    <a:lnTo>
                      <a:pt x="26374" y="16689"/>
                    </a:lnTo>
                    <a:lnTo>
                      <a:pt x="26178" y="17605"/>
                    </a:lnTo>
                    <a:lnTo>
                      <a:pt x="25916" y="18456"/>
                    </a:lnTo>
                    <a:lnTo>
                      <a:pt x="25523" y="19307"/>
                    </a:lnTo>
                    <a:lnTo>
                      <a:pt x="25065" y="20223"/>
                    </a:lnTo>
                    <a:lnTo>
                      <a:pt x="24411" y="20877"/>
                    </a:lnTo>
                    <a:lnTo>
                      <a:pt x="23691" y="21597"/>
                    </a:lnTo>
                    <a:lnTo>
                      <a:pt x="23625" y="21597"/>
                    </a:lnTo>
                    <a:lnTo>
                      <a:pt x="24214" y="20812"/>
                    </a:lnTo>
                    <a:lnTo>
                      <a:pt x="24803" y="20026"/>
                    </a:lnTo>
                    <a:lnTo>
                      <a:pt x="25262" y="19110"/>
                    </a:lnTo>
                    <a:lnTo>
                      <a:pt x="25589" y="18194"/>
                    </a:lnTo>
                    <a:lnTo>
                      <a:pt x="25785" y="17605"/>
                    </a:lnTo>
                    <a:lnTo>
                      <a:pt x="26047" y="16754"/>
                    </a:lnTo>
                    <a:lnTo>
                      <a:pt x="26243" y="15838"/>
                    </a:lnTo>
                    <a:lnTo>
                      <a:pt x="26374" y="14922"/>
                    </a:lnTo>
                    <a:lnTo>
                      <a:pt x="26440" y="14071"/>
                    </a:lnTo>
                    <a:lnTo>
                      <a:pt x="26505" y="13744"/>
                    </a:lnTo>
                    <a:close/>
                    <a:moveTo>
                      <a:pt x="1833" y="17605"/>
                    </a:moveTo>
                    <a:lnTo>
                      <a:pt x="2160" y="18718"/>
                    </a:lnTo>
                    <a:lnTo>
                      <a:pt x="2684" y="19830"/>
                    </a:lnTo>
                    <a:lnTo>
                      <a:pt x="3207" y="20877"/>
                    </a:lnTo>
                    <a:lnTo>
                      <a:pt x="3927" y="21859"/>
                    </a:lnTo>
                    <a:lnTo>
                      <a:pt x="3927" y="21859"/>
                    </a:lnTo>
                    <a:lnTo>
                      <a:pt x="3731" y="21663"/>
                    </a:lnTo>
                    <a:lnTo>
                      <a:pt x="3273" y="21204"/>
                    </a:lnTo>
                    <a:lnTo>
                      <a:pt x="2880" y="20746"/>
                    </a:lnTo>
                    <a:lnTo>
                      <a:pt x="2487" y="20223"/>
                    </a:lnTo>
                    <a:lnTo>
                      <a:pt x="2160" y="19699"/>
                    </a:lnTo>
                    <a:lnTo>
                      <a:pt x="1964" y="18652"/>
                    </a:lnTo>
                    <a:lnTo>
                      <a:pt x="1833" y="17605"/>
                    </a:lnTo>
                    <a:close/>
                    <a:moveTo>
                      <a:pt x="2356" y="11846"/>
                    </a:moveTo>
                    <a:lnTo>
                      <a:pt x="2291" y="12631"/>
                    </a:lnTo>
                    <a:lnTo>
                      <a:pt x="2226" y="13482"/>
                    </a:lnTo>
                    <a:lnTo>
                      <a:pt x="2291" y="14267"/>
                    </a:lnTo>
                    <a:lnTo>
                      <a:pt x="2356" y="15118"/>
                    </a:lnTo>
                    <a:lnTo>
                      <a:pt x="2487" y="15969"/>
                    </a:lnTo>
                    <a:lnTo>
                      <a:pt x="2684" y="16754"/>
                    </a:lnTo>
                    <a:lnTo>
                      <a:pt x="2945" y="17605"/>
                    </a:lnTo>
                    <a:lnTo>
                      <a:pt x="3207" y="18390"/>
                    </a:lnTo>
                    <a:lnTo>
                      <a:pt x="3796" y="19634"/>
                    </a:lnTo>
                    <a:lnTo>
                      <a:pt x="4516" y="20877"/>
                    </a:lnTo>
                    <a:lnTo>
                      <a:pt x="5367" y="22055"/>
                    </a:lnTo>
                    <a:lnTo>
                      <a:pt x="5825" y="22579"/>
                    </a:lnTo>
                    <a:lnTo>
                      <a:pt x="6348" y="23102"/>
                    </a:lnTo>
                    <a:lnTo>
                      <a:pt x="5629" y="22579"/>
                    </a:lnTo>
                    <a:lnTo>
                      <a:pt x="4909" y="21924"/>
                    </a:lnTo>
                    <a:lnTo>
                      <a:pt x="4385" y="21401"/>
                    </a:lnTo>
                    <a:lnTo>
                      <a:pt x="3993" y="20877"/>
                    </a:lnTo>
                    <a:lnTo>
                      <a:pt x="3534" y="20288"/>
                    </a:lnTo>
                    <a:lnTo>
                      <a:pt x="3207" y="19699"/>
                    </a:lnTo>
                    <a:lnTo>
                      <a:pt x="2684" y="18521"/>
                    </a:lnTo>
                    <a:lnTo>
                      <a:pt x="2356" y="17343"/>
                    </a:lnTo>
                    <a:lnTo>
                      <a:pt x="2029" y="16100"/>
                    </a:lnTo>
                    <a:lnTo>
                      <a:pt x="1833" y="14856"/>
                    </a:lnTo>
                    <a:lnTo>
                      <a:pt x="1833" y="14529"/>
                    </a:lnTo>
                    <a:lnTo>
                      <a:pt x="2029" y="13155"/>
                    </a:lnTo>
                    <a:lnTo>
                      <a:pt x="2356" y="11846"/>
                    </a:lnTo>
                    <a:close/>
                    <a:moveTo>
                      <a:pt x="24738" y="18914"/>
                    </a:moveTo>
                    <a:lnTo>
                      <a:pt x="24673" y="19045"/>
                    </a:lnTo>
                    <a:lnTo>
                      <a:pt x="24673" y="19176"/>
                    </a:lnTo>
                    <a:lnTo>
                      <a:pt x="24673" y="19241"/>
                    </a:lnTo>
                    <a:lnTo>
                      <a:pt x="24411" y="19830"/>
                    </a:lnTo>
                    <a:lnTo>
                      <a:pt x="24084" y="20354"/>
                    </a:lnTo>
                    <a:lnTo>
                      <a:pt x="23298" y="21335"/>
                    </a:lnTo>
                    <a:lnTo>
                      <a:pt x="22448" y="22186"/>
                    </a:lnTo>
                    <a:lnTo>
                      <a:pt x="21466" y="22971"/>
                    </a:lnTo>
                    <a:lnTo>
                      <a:pt x="20877" y="23299"/>
                    </a:lnTo>
                    <a:lnTo>
                      <a:pt x="20877" y="23299"/>
                    </a:lnTo>
                    <a:lnTo>
                      <a:pt x="21400" y="22906"/>
                    </a:lnTo>
                    <a:lnTo>
                      <a:pt x="21924" y="22513"/>
                    </a:lnTo>
                    <a:lnTo>
                      <a:pt x="22382" y="22055"/>
                    </a:lnTo>
                    <a:lnTo>
                      <a:pt x="22906" y="21597"/>
                    </a:lnTo>
                    <a:lnTo>
                      <a:pt x="23429" y="20943"/>
                    </a:lnTo>
                    <a:lnTo>
                      <a:pt x="23887" y="20288"/>
                    </a:lnTo>
                    <a:lnTo>
                      <a:pt x="24345" y="19634"/>
                    </a:lnTo>
                    <a:lnTo>
                      <a:pt x="24738" y="18914"/>
                    </a:lnTo>
                    <a:close/>
                    <a:moveTo>
                      <a:pt x="26112" y="19699"/>
                    </a:moveTo>
                    <a:lnTo>
                      <a:pt x="25720" y="20419"/>
                    </a:lnTo>
                    <a:lnTo>
                      <a:pt x="25262" y="21008"/>
                    </a:lnTo>
                    <a:lnTo>
                      <a:pt x="24738" y="21663"/>
                    </a:lnTo>
                    <a:lnTo>
                      <a:pt x="24214" y="22186"/>
                    </a:lnTo>
                    <a:lnTo>
                      <a:pt x="23625" y="22775"/>
                    </a:lnTo>
                    <a:lnTo>
                      <a:pt x="23037" y="23299"/>
                    </a:lnTo>
                    <a:lnTo>
                      <a:pt x="22448" y="23757"/>
                    </a:lnTo>
                    <a:lnTo>
                      <a:pt x="21793" y="24215"/>
                    </a:lnTo>
                    <a:lnTo>
                      <a:pt x="21139" y="24607"/>
                    </a:lnTo>
                    <a:lnTo>
                      <a:pt x="20419" y="24935"/>
                    </a:lnTo>
                    <a:lnTo>
                      <a:pt x="19699" y="25327"/>
                    </a:lnTo>
                    <a:lnTo>
                      <a:pt x="18979" y="25589"/>
                    </a:lnTo>
                    <a:lnTo>
                      <a:pt x="18259" y="25851"/>
                    </a:lnTo>
                    <a:lnTo>
                      <a:pt x="17474" y="26047"/>
                    </a:lnTo>
                    <a:lnTo>
                      <a:pt x="16689" y="26244"/>
                    </a:lnTo>
                    <a:lnTo>
                      <a:pt x="15903" y="26374"/>
                    </a:lnTo>
                    <a:lnTo>
                      <a:pt x="15052" y="26505"/>
                    </a:lnTo>
                    <a:lnTo>
                      <a:pt x="14202" y="26571"/>
                    </a:lnTo>
                    <a:lnTo>
                      <a:pt x="13285" y="26571"/>
                    </a:lnTo>
                    <a:lnTo>
                      <a:pt x="12435" y="26505"/>
                    </a:lnTo>
                    <a:lnTo>
                      <a:pt x="11584" y="26374"/>
                    </a:lnTo>
                    <a:lnTo>
                      <a:pt x="10733" y="26244"/>
                    </a:lnTo>
                    <a:lnTo>
                      <a:pt x="9882" y="26047"/>
                    </a:lnTo>
                    <a:lnTo>
                      <a:pt x="9097" y="25785"/>
                    </a:lnTo>
                    <a:lnTo>
                      <a:pt x="8312" y="25524"/>
                    </a:lnTo>
                    <a:lnTo>
                      <a:pt x="7526" y="25196"/>
                    </a:lnTo>
                    <a:lnTo>
                      <a:pt x="6741" y="24804"/>
                    </a:lnTo>
                    <a:lnTo>
                      <a:pt x="6021" y="24346"/>
                    </a:lnTo>
                    <a:lnTo>
                      <a:pt x="5367" y="23822"/>
                    </a:lnTo>
                    <a:lnTo>
                      <a:pt x="4712" y="23299"/>
                    </a:lnTo>
                    <a:lnTo>
                      <a:pt x="4058" y="22710"/>
                    </a:lnTo>
                    <a:lnTo>
                      <a:pt x="3469" y="22055"/>
                    </a:lnTo>
                    <a:lnTo>
                      <a:pt x="4254" y="22710"/>
                    </a:lnTo>
                    <a:lnTo>
                      <a:pt x="5040" y="23299"/>
                    </a:lnTo>
                    <a:lnTo>
                      <a:pt x="5432" y="23757"/>
                    </a:lnTo>
                    <a:lnTo>
                      <a:pt x="5890" y="24084"/>
                    </a:lnTo>
                    <a:lnTo>
                      <a:pt x="6283" y="24411"/>
                    </a:lnTo>
                    <a:lnTo>
                      <a:pt x="6741" y="24738"/>
                    </a:lnTo>
                    <a:lnTo>
                      <a:pt x="7723" y="25262"/>
                    </a:lnTo>
                    <a:lnTo>
                      <a:pt x="8704" y="25589"/>
                    </a:lnTo>
                    <a:lnTo>
                      <a:pt x="9752" y="25851"/>
                    </a:lnTo>
                    <a:lnTo>
                      <a:pt x="10864" y="26047"/>
                    </a:lnTo>
                    <a:lnTo>
                      <a:pt x="11977" y="26113"/>
                    </a:lnTo>
                    <a:lnTo>
                      <a:pt x="13089" y="26047"/>
                    </a:lnTo>
                    <a:lnTo>
                      <a:pt x="14333" y="26047"/>
                    </a:lnTo>
                    <a:lnTo>
                      <a:pt x="15511" y="25851"/>
                    </a:lnTo>
                    <a:lnTo>
                      <a:pt x="16885" y="25720"/>
                    </a:lnTo>
                    <a:lnTo>
                      <a:pt x="18259" y="25458"/>
                    </a:lnTo>
                    <a:lnTo>
                      <a:pt x="19568" y="25000"/>
                    </a:lnTo>
                    <a:lnTo>
                      <a:pt x="20746" y="24542"/>
                    </a:lnTo>
                    <a:lnTo>
                      <a:pt x="21924" y="23888"/>
                    </a:lnTo>
                    <a:lnTo>
                      <a:pt x="23037" y="23168"/>
                    </a:lnTo>
                    <a:lnTo>
                      <a:pt x="23495" y="22710"/>
                    </a:lnTo>
                    <a:lnTo>
                      <a:pt x="24018" y="22317"/>
                    </a:lnTo>
                    <a:lnTo>
                      <a:pt x="24476" y="21793"/>
                    </a:lnTo>
                    <a:lnTo>
                      <a:pt x="24869" y="21335"/>
                    </a:lnTo>
                    <a:lnTo>
                      <a:pt x="25262" y="20746"/>
                    </a:lnTo>
                    <a:lnTo>
                      <a:pt x="25720" y="20223"/>
                    </a:lnTo>
                    <a:lnTo>
                      <a:pt x="26112" y="19699"/>
                    </a:lnTo>
                    <a:close/>
                    <a:moveTo>
                      <a:pt x="13285" y="1"/>
                    </a:moveTo>
                    <a:lnTo>
                      <a:pt x="12304" y="132"/>
                    </a:lnTo>
                    <a:lnTo>
                      <a:pt x="11322" y="328"/>
                    </a:lnTo>
                    <a:lnTo>
                      <a:pt x="10341" y="524"/>
                    </a:lnTo>
                    <a:lnTo>
                      <a:pt x="9424" y="852"/>
                    </a:lnTo>
                    <a:lnTo>
                      <a:pt x="8115" y="1310"/>
                    </a:lnTo>
                    <a:lnTo>
                      <a:pt x="6872" y="1899"/>
                    </a:lnTo>
                    <a:lnTo>
                      <a:pt x="5694" y="2684"/>
                    </a:lnTo>
                    <a:lnTo>
                      <a:pt x="4581" y="3535"/>
                    </a:lnTo>
                    <a:lnTo>
                      <a:pt x="3927" y="4058"/>
                    </a:lnTo>
                    <a:lnTo>
                      <a:pt x="3862" y="4189"/>
                    </a:lnTo>
                    <a:lnTo>
                      <a:pt x="2945" y="5171"/>
                    </a:lnTo>
                    <a:lnTo>
                      <a:pt x="2095" y="6283"/>
                    </a:lnTo>
                    <a:lnTo>
                      <a:pt x="1440" y="7396"/>
                    </a:lnTo>
                    <a:lnTo>
                      <a:pt x="917" y="8574"/>
                    </a:lnTo>
                    <a:lnTo>
                      <a:pt x="524" y="9817"/>
                    </a:lnTo>
                    <a:lnTo>
                      <a:pt x="197" y="10995"/>
                    </a:lnTo>
                    <a:lnTo>
                      <a:pt x="66" y="12304"/>
                    </a:lnTo>
                    <a:lnTo>
                      <a:pt x="0" y="13548"/>
                    </a:lnTo>
                    <a:lnTo>
                      <a:pt x="66" y="14856"/>
                    </a:lnTo>
                    <a:lnTo>
                      <a:pt x="262" y="16100"/>
                    </a:lnTo>
                    <a:lnTo>
                      <a:pt x="262" y="16885"/>
                    </a:lnTo>
                    <a:lnTo>
                      <a:pt x="262" y="17605"/>
                    </a:lnTo>
                    <a:lnTo>
                      <a:pt x="393" y="18325"/>
                    </a:lnTo>
                    <a:lnTo>
                      <a:pt x="589" y="19045"/>
                    </a:lnTo>
                    <a:lnTo>
                      <a:pt x="917" y="19699"/>
                    </a:lnTo>
                    <a:lnTo>
                      <a:pt x="1244" y="20419"/>
                    </a:lnTo>
                    <a:lnTo>
                      <a:pt x="1767" y="21008"/>
                    </a:lnTo>
                    <a:lnTo>
                      <a:pt x="2291" y="21663"/>
                    </a:lnTo>
                    <a:lnTo>
                      <a:pt x="2356" y="21663"/>
                    </a:lnTo>
                    <a:lnTo>
                      <a:pt x="2422" y="21728"/>
                    </a:lnTo>
                    <a:lnTo>
                      <a:pt x="2618" y="21663"/>
                    </a:lnTo>
                    <a:lnTo>
                      <a:pt x="3142" y="22382"/>
                    </a:lnTo>
                    <a:lnTo>
                      <a:pt x="3796" y="23037"/>
                    </a:lnTo>
                    <a:lnTo>
                      <a:pt x="4451" y="23691"/>
                    </a:lnTo>
                    <a:lnTo>
                      <a:pt x="5170" y="24215"/>
                    </a:lnTo>
                    <a:lnTo>
                      <a:pt x="5890" y="24738"/>
                    </a:lnTo>
                    <a:lnTo>
                      <a:pt x="6610" y="25196"/>
                    </a:lnTo>
                    <a:lnTo>
                      <a:pt x="7396" y="25589"/>
                    </a:lnTo>
                    <a:lnTo>
                      <a:pt x="8246" y="25982"/>
                    </a:lnTo>
                    <a:lnTo>
                      <a:pt x="9097" y="26244"/>
                    </a:lnTo>
                    <a:lnTo>
                      <a:pt x="9948" y="26505"/>
                    </a:lnTo>
                    <a:lnTo>
                      <a:pt x="10799" y="26702"/>
                    </a:lnTo>
                    <a:lnTo>
                      <a:pt x="11649" y="26833"/>
                    </a:lnTo>
                    <a:lnTo>
                      <a:pt x="12566" y="26898"/>
                    </a:lnTo>
                    <a:lnTo>
                      <a:pt x="13416" y="26963"/>
                    </a:lnTo>
                    <a:lnTo>
                      <a:pt x="14333" y="26963"/>
                    </a:lnTo>
                    <a:lnTo>
                      <a:pt x="15249" y="26898"/>
                    </a:lnTo>
                    <a:lnTo>
                      <a:pt x="16100" y="26767"/>
                    </a:lnTo>
                    <a:lnTo>
                      <a:pt x="17016" y="26636"/>
                    </a:lnTo>
                    <a:lnTo>
                      <a:pt x="17866" y="26374"/>
                    </a:lnTo>
                    <a:lnTo>
                      <a:pt x="18717" y="26113"/>
                    </a:lnTo>
                    <a:lnTo>
                      <a:pt x="19568" y="25785"/>
                    </a:lnTo>
                    <a:lnTo>
                      <a:pt x="20419" y="25458"/>
                    </a:lnTo>
                    <a:lnTo>
                      <a:pt x="21204" y="25066"/>
                    </a:lnTo>
                    <a:lnTo>
                      <a:pt x="21989" y="24607"/>
                    </a:lnTo>
                    <a:lnTo>
                      <a:pt x="22775" y="24084"/>
                    </a:lnTo>
                    <a:lnTo>
                      <a:pt x="23495" y="23495"/>
                    </a:lnTo>
                    <a:lnTo>
                      <a:pt x="24149" y="22906"/>
                    </a:lnTo>
                    <a:lnTo>
                      <a:pt x="24803" y="22252"/>
                    </a:lnTo>
                    <a:lnTo>
                      <a:pt x="25392" y="21597"/>
                    </a:lnTo>
                    <a:lnTo>
                      <a:pt x="25981" y="20877"/>
                    </a:lnTo>
                    <a:lnTo>
                      <a:pt x="26505" y="20092"/>
                    </a:lnTo>
                    <a:lnTo>
                      <a:pt x="26963" y="19241"/>
                    </a:lnTo>
                    <a:lnTo>
                      <a:pt x="27421" y="18259"/>
                    </a:lnTo>
                    <a:lnTo>
                      <a:pt x="27748" y="17212"/>
                    </a:lnTo>
                    <a:lnTo>
                      <a:pt x="28076" y="16165"/>
                    </a:lnTo>
                    <a:lnTo>
                      <a:pt x="28272" y="15118"/>
                    </a:lnTo>
                    <a:lnTo>
                      <a:pt x="28403" y="14398"/>
                    </a:lnTo>
                    <a:lnTo>
                      <a:pt x="28468" y="13678"/>
                    </a:lnTo>
                    <a:lnTo>
                      <a:pt x="28534" y="12893"/>
                    </a:lnTo>
                    <a:lnTo>
                      <a:pt x="28534" y="12173"/>
                    </a:lnTo>
                    <a:lnTo>
                      <a:pt x="28468" y="11453"/>
                    </a:lnTo>
                    <a:lnTo>
                      <a:pt x="28403" y="10733"/>
                    </a:lnTo>
                    <a:lnTo>
                      <a:pt x="28272" y="10014"/>
                    </a:lnTo>
                    <a:lnTo>
                      <a:pt x="28076" y="9294"/>
                    </a:lnTo>
                    <a:lnTo>
                      <a:pt x="27814" y="8574"/>
                    </a:lnTo>
                    <a:lnTo>
                      <a:pt x="27552" y="7919"/>
                    </a:lnTo>
                    <a:lnTo>
                      <a:pt x="27159" y="7265"/>
                    </a:lnTo>
                    <a:lnTo>
                      <a:pt x="26832" y="6676"/>
                    </a:lnTo>
                    <a:lnTo>
                      <a:pt x="26374" y="6087"/>
                    </a:lnTo>
                    <a:lnTo>
                      <a:pt x="25916" y="5498"/>
                    </a:lnTo>
                    <a:lnTo>
                      <a:pt x="25392" y="4974"/>
                    </a:lnTo>
                    <a:lnTo>
                      <a:pt x="24803" y="4516"/>
                    </a:lnTo>
                    <a:lnTo>
                      <a:pt x="26047" y="4974"/>
                    </a:lnTo>
                    <a:lnTo>
                      <a:pt x="26178" y="4974"/>
                    </a:lnTo>
                    <a:lnTo>
                      <a:pt x="26309" y="4909"/>
                    </a:lnTo>
                    <a:lnTo>
                      <a:pt x="26309" y="4778"/>
                    </a:lnTo>
                    <a:lnTo>
                      <a:pt x="26309" y="4647"/>
                    </a:lnTo>
                    <a:lnTo>
                      <a:pt x="27029" y="4713"/>
                    </a:lnTo>
                    <a:lnTo>
                      <a:pt x="27159" y="4713"/>
                    </a:lnTo>
                    <a:lnTo>
                      <a:pt x="27225" y="4582"/>
                    </a:lnTo>
                    <a:lnTo>
                      <a:pt x="27225" y="4385"/>
                    </a:lnTo>
                    <a:lnTo>
                      <a:pt x="27094" y="4320"/>
                    </a:lnTo>
                    <a:lnTo>
                      <a:pt x="25654" y="3927"/>
                    </a:lnTo>
                    <a:lnTo>
                      <a:pt x="26636" y="4058"/>
                    </a:lnTo>
                    <a:lnTo>
                      <a:pt x="26832" y="4058"/>
                    </a:lnTo>
                    <a:lnTo>
                      <a:pt x="26898" y="3927"/>
                    </a:lnTo>
                    <a:lnTo>
                      <a:pt x="26898" y="3731"/>
                    </a:lnTo>
                    <a:lnTo>
                      <a:pt x="26832" y="3666"/>
                    </a:lnTo>
                    <a:lnTo>
                      <a:pt x="26767" y="3666"/>
                    </a:lnTo>
                    <a:lnTo>
                      <a:pt x="25392" y="3207"/>
                    </a:lnTo>
                    <a:lnTo>
                      <a:pt x="23167" y="2488"/>
                    </a:lnTo>
                    <a:lnTo>
                      <a:pt x="20877" y="1833"/>
                    </a:lnTo>
                    <a:lnTo>
                      <a:pt x="20746" y="1833"/>
                    </a:lnTo>
                    <a:lnTo>
                      <a:pt x="20550" y="1768"/>
                    </a:lnTo>
                    <a:lnTo>
                      <a:pt x="20419" y="1768"/>
                    </a:lnTo>
                    <a:lnTo>
                      <a:pt x="20353" y="1833"/>
                    </a:lnTo>
                    <a:lnTo>
                      <a:pt x="20288" y="1899"/>
                    </a:lnTo>
                    <a:lnTo>
                      <a:pt x="20288" y="2030"/>
                    </a:lnTo>
                    <a:lnTo>
                      <a:pt x="20288" y="2095"/>
                    </a:lnTo>
                    <a:lnTo>
                      <a:pt x="20222" y="2160"/>
                    </a:lnTo>
                    <a:lnTo>
                      <a:pt x="20157" y="2226"/>
                    </a:lnTo>
                    <a:lnTo>
                      <a:pt x="20157" y="2357"/>
                    </a:lnTo>
                    <a:lnTo>
                      <a:pt x="20157" y="2422"/>
                    </a:lnTo>
                    <a:lnTo>
                      <a:pt x="20026" y="2488"/>
                    </a:lnTo>
                    <a:lnTo>
                      <a:pt x="19961" y="2618"/>
                    </a:lnTo>
                    <a:lnTo>
                      <a:pt x="19961" y="2749"/>
                    </a:lnTo>
                    <a:lnTo>
                      <a:pt x="20092" y="2880"/>
                    </a:lnTo>
                    <a:lnTo>
                      <a:pt x="20157" y="2880"/>
                    </a:lnTo>
                    <a:lnTo>
                      <a:pt x="20222" y="3469"/>
                    </a:lnTo>
                    <a:lnTo>
                      <a:pt x="20288" y="3993"/>
                    </a:lnTo>
                    <a:lnTo>
                      <a:pt x="20419" y="4844"/>
                    </a:lnTo>
                    <a:lnTo>
                      <a:pt x="20615" y="5694"/>
                    </a:lnTo>
                    <a:lnTo>
                      <a:pt x="21139" y="7330"/>
                    </a:lnTo>
                    <a:lnTo>
                      <a:pt x="21139" y="7396"/>
                    </a:lnTo>
                    <a:lnTo>
                      <a:pt x="21597" y="8967"/>
                    </a:lnTo>
                    <a:lnTo>
                      <a:pt x="21662" y="9097"/>
                    </a:lnTo>
                    <a:lnTo>
                      <a:pt x="21859" y="9097"/>
                    </a:lnTo>
                    <a:lnTo>
                      <a:pt x="21989" y="8967"/>
                    </a:lnTo>
                    <a:lnTo>
                      <a:pt x="21989" y="8836"/>
                    </a:lnTo>
                    <a:lnTo>
                      <a:pt x="21924" y="8508"/>
                    </a:lnTo>
                    <a:lnTo>
                      <a:pt x="21989" y="8443"/>
                    </a:lnTo>
                    <a:lnTo>
                      <a:pt x="22120" y="8378"/>
                    </a:lnTo>
                    <a:lnTo>
                      <a:pt x="22186" y="8247"/>
                    </a:lnTo>
                    <a:lnTo>
                      <a:pt x="22251" y="8181"/>
                    </a:lnTo>
                    <a:lnTo>
                      <a:pt x="22382" y="8181"/>
                    </a:lnTo>
                    <a:lnTo>
                      <a:pt x="22448" y="8116"/>
                    </a:lnTo>
                    <a:lnTo>
                      <a:pt x="22578" y="8050"/>
                    </a:lnTo>
                    <a:lnTo>
                      <a:pt x="22578" y="7919"/>
                    </a:lnTo>
                    <a:lnTo>
                      <a:pt x="22448" y="7396"/>
                    </a:lnTo>
                    <a:lnTo>
                      <a:pt x="22906" y="8050"/>
                    </a:lnTo>
                    <a:lnTo>
                      <a:pt x="23037" y="8116"/>
                    </a:lnTo>
                    <a:lnTo>
                      <a:pt x="23233" y="8116"/>
                    </a:lnTo>
                    <a:lnTo>
                      <a:pt x="23364" y="7985"/>
                    </a:lnTo>
                    <a:lnTo>
                      <a:pt x="23364" y="7919"/>
                    </a:lnTo>
                    <a:lnTo>
                      <a:pt x="23364" y="7854"/>
                    </a:lnTo>
                    <a:lnTo>
                      <a:pt x="22644" y="6152"/>
                    </a:lnTo>
                    <a:lnTo>
                      <a:pt x="22644" y="6152"/>
                    </a:lnTo>
                    <a:lnTo>
                      <a:pt x="23560" y="7330"/>
                    </a:lnTo>
                    <a:lnTo>
                      <a:pt x="23625" y="7461"/>
                    </a:lnTo>
                    <a:lnTo>
                      <a:pt x="23822" y="7461"/>
                    </a:lnTo>
                    <a:lnTo>
                      <a:pt x="23953" y="7396"/>
                    </a:lnTo>
                    <a:lnTo>
                      <a:pt x="24476" y="9490"/>
                    </a:lnTo>
                    <a:lnTo>
                      <a:pt x="25065" y="11519"/>
                    </a:lnTo>
                    <a:lnTo>
                      <a:pt x="25262" y="12566"/>
                    </a:lnTo>
                    <a:lnTo>
                      <a:pt x="25458" y="13613"/>
                    </a:lnTo>
                    <a:lnTo>
                      <a:pt x="25589" y="14660"/>
                    </a:lnTo>
                    <a:lnTo>
                      <a:pt x="25589" y="15707"/>
                    </a:lnTo>
                    <a:lnTo>
                      <a:pt x="25327" y="16689"/>
                    </a:lnTo>
                    <a:lnTo>
                      <a:pt x="24934" y="17605"/>
                    </a:lnTo>
                    <a:lnTo>
                      <a:pt x="24476" y="18521"/>
                    </a:lnTo>
                    <a:lnTo>
                      <a:pt x="24018" y="19372"/>
                    </a:lnTo>
                    <a:lnTo>
                      <a:pt x="23429" y="20223"/>
                    </a:lnTo>
                    <a:lnTo>
                      <a:pt x="22840" y="21008"/>
                    </a:lnTo>
                    <a:lnTo>
                      <a:pt x="22120" y="21728"/>
                    </a:lnTo>
                    <a:lnTo>
                      <a:pt x="21400" y="22382"/>
                    </a:lnTo>
                    <a:lnTo>
                      <a:pt x="20615" y="22971"/>
                    </a:lnTo>
                    <a:lnTo>
                      <a:pt x="19764" y="23430"/>
                    </a:lnTo>
                    <a:lnTo>
                      <a:pt x="18914" y="23822"/>
                    </a:lnTo>
                    <a:lnTo>
                      <a:pt x="17997" y="24149"/>
                    </a:lnTo>
                    <a:lnTo>
                      <a:pt x="17147" y="24411"/>
                    </a:lnTo>
                    <a:lnTo>
                      <a:pt x="16165" y="24673"/>
                    </a:lnTo>
                    <a:lnTo>
                      <a:pt x="14333" y="25000"/>
                    </a:lnTo>
                    <a:lnTo>
                      <a:pt x="12827" y="25196"/>
                    </a:lnTo>
                    <a:lnTo>
                      <a:pt x="11846" y="25131"/>
                    </a:lnTo>
                    <a:lnTo>
                      <a:pt x="10799" y="24935"/>
                    </a:lnTo>
                    <a:lnTo>
                      <a:pt x="9817" y="24738"/>
                    </a:lnTo>
                    <a:lnTo>
                      <a:pt x="8901" y="24477"/>
                    </a:lnTo>
                    <a:lnTo>
                      <a:pt x="8312" y="24084"/>
                    </a:lnTo>
                    <a:lnTo>
                      <a:pt x="7723" y="23691"/>
                    </a:lnTo>
                    <a:lnTo>
                      <a:pt x="7199" y="23233"/>
                    </a:lnTo>
                    <a:lnTo>
                      <a:pt x="6676" y="22775"/>
                    </a:lnTo>
                    <a:lnTo>
                      <a:pt x="6087" y="22121"/>
                    </a:lnTo>
                    <a:lnTo>
                      <a:pt x="5498" y="21466"/>
                    </a:lnTo>
                    <a:lnTo>
                      <a:pt x="4974" y="20812"/>
                    </a:lnTo>
                    <a:lnTo>
                      <a:pt x="4516" y="20092"/>
                    </a:lnTo>
                    <a:lnTo>
                      <a:pt x="4123" y="19307"/>
                    </a:lnTo>
                    <a:lnTo>
                      <a:pt x="3731" y="18521"/>
                    </a:lnTo>
                    <a:lnTo>
                      <a:pt x="3404" y="17736"/>
                    </a:lnTo>
                    <a:lnTo>
                      <a:pt x="3142" y="16951"/>
                    </a:lnTo>
                    <a:lnTo>
                      <a:pt x="2880" y="16100"/>
                    </a:lnTo>
                    <a:lnTo>
                      <a:pt x="2749" y="15249"/>
                    </a:lnTo>
                    <a:lnTo>
                      <a:pt x="2618" y="14398"/>
                    </a:lnTo>
                    <a:lnTo>
                      <a:pt x="2553" y="13548"/>
                    </a:lnTo>
                    <a:lnTo>
                      <a:pt x="2553" y="12631"/>
                    </a:lnTo>
                    <a:lnTo>
                      <a:pt x="2618" y="11781"/>
                    </a:lnTo>
                    <a:lnTo>
                      <a:pt x="2749" y="10930"/>
                    </a:lnTo>
                    <a:lnTo>
                      <a:pt x="2945" y="10079"/>
                    </a:lnTo>
                    <a:lnTo>
                      <a:pt x="3142" y="9359"/>
                    </a:lnTo>
                    <a:lnTo>
                      <a:pt x="3404" y="8639"/>
                    </a:lnTo>
                    <a:lnTo>
                      <a:pt x="3469" y="8574"/>
                    </a:lnTo>
                    <a:lnTo>
                      <a:pt x="3993" y="7789"/>
                    </a:lnTo>
                    <a:lnTo>
                      <a:pt x="4451" y="7200"/>
                    </a:lnTo>
                    <a:lnTo>
                      <a:pt x="4974" y="6611"/>
                    </a:lnTo>
                    <a:lnTo>
                      <a:pt x="5563" y="6087"/>
                    </a:lnTo>
                    <a:lnTo>
                      <a:pt x="6152" y="5563"/>
                    </a:lnTo>
                    <a:lnTo>
                      <a:pt x="7396" y="4647"/>
                    </a:lnTo>
                    <a:lnTo>
                      <a:pt x="8704" y="3796"/>
                    </a:lnTo>
                    <a:lnTo>
                      <a:pt x="10144" y="3011"/>
                    </a:lnTo>
                    <a:lnTo>
                      <a:pt x="11584" y="2422"/>
                    </a:lnTo>
                    <a:lnTo>
                      <a:pt x="13024" y="1899"/>
                    </a:lnTo>
                    <a:lnTo>
                      <a:pt x="14463" y="1441"/>
                    </a:lnTo>
                    <a:lnTo>
                      <a:pt x="14594" y="1375"/>
                    </a:lnTo>
                    <a:lnTo>
                      <a:pt x="14594" y="1310"/>
                    </a:lnTo>
                    <a:lnTo>
                      <a:pt x="14660" y="1310"/>
                    </a:lnTo>
                    <a:lnTo>
                      <a:pt x="14725" y="1179"/>
                    </a:lnTo>
                    <a:lnTo>
                      <a:pt x="14791" y="1113"/>
                    </a:lnTo>
                    <a:lnTo>
                      <a:pt x="14725" y="982"/>
                    </a:lnTo>
                    <a:lnTo>
                      <a:pt x="14660" y="917"/>
                    </a:lnTo>
                    <a:lnTo>
                      <a:pt x="13547" y="655"/>
                    </a:lnTo>
                    <a:lnTo>
                      <a:pt x="12500" y="590"/>
                    </a:lnTo>
                    <a:lnTo>
                      <a:pt x="13416" y="524"/>
                    </a:lnTo>
                    <a:lnTo>
                      <a:pt x="14333" y="524"/>
                    </a:lnTo>
                    <a:lnTo>
                      <a:pt x="14463" y="459"/>
                    </a:lnTo>
                    <a:lnTo>
                      <a:pt x="14463" y="393"/>
                    </a:lnTo>
                    <a:lnTo>
                      <a:pt x="14463" y="263"/>
                    </a:lnTo>
                    <a:lnTo>
                      <a:pt x="14333" y="197"/>
                    </a:lnTo>
                    <a:lnTo>
                      <a:pt x="13482" y="197"/>
                    </a:lnTo>
                    <a:lnTo>
                      <a:pt x="13416" y="66"/>
                    </a:lnTo>
                    <a:lnTo>
                      <a:pt x="13285" y="1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64" name="Google Shape;664;p30"/>
          <p:cNvGrpSpPr/>
          <p:nvPr/>
        </p:nvGrpSpPr>
        <p:grpSpPr>
          <a:xfrm>
            <a:off x="5813882" y="1814655"/>
            <a:ext cx="2166480" cy="2194260"/>
            <a:chOff x="5813882" y="1814655"/>
            <a:chExt cx="2166480" cy="2194260"/>
          </a:xfrm>
        </p:grpSpPr>
        <p:sp>
          <p:nvSpPr>
            <p:cNvPr id="665" name="Google Shape;665;p30"/>
            <p:cNvSpPr/>
            <p:nvPr/>
          </p:nvSpPr>
          <p:spPr>
            <a:xfrm>
              <a:off x="6181396" y="2204732"/>
              <a:ext cx="1798965" cy="1804183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66" name="Google Shape;666;p30"/>
            <p:cNvGrpSpPr/>
            <p:nvPr/>
          </p:nvGrpSpPr>
          <p:grpSpPr>
            <a:xfrm>
              <a:off x="5813882" y="1814655"/>
              <a:ext cx="824704" cy="779327"/>
              <a:chOff x="1177000" y="1619850"/>
              <a:chExt cx="713350" cy="674100"/>
            </a:xfrm>
          </p:grpSpPr>
          <p:sp>
            <p:nvSpPr>
              <p:cNvPr id="667" name="Google Shape;667;p30"/>
              <p:cNvSpPr/>
              <p:nvPr/>
            </p:nvSpPr>
            <p:spPr>
              <a:xfrm>
                <a:off x="1223525" y="1650275"/>
                <a:ext cx="624000" cy="614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" name="Google Shape;668;p30"/>
              <p:cNvSpPr/>
              <p:nvPr/>
            </p:nvSpPr>
            <p:spPr>
              <a:xfrm>
                <a:off x="1177000" y="1619850"/>
                <a:ext cx="713350" cy="674100"/>
              </a:xfrm>
              <a:custGeom>
                <a:rect b="b" l="l" r="r" t="t"/>
                <a:pathLst>
                  <a:path extrusionOk="0" h="26964" w="28534">
                    <a:moveTo>
                      <a:pt x="12893" y="982"/>
                    </a:moveTo>
                    <a:lnTo>
                      <a:pt x="13613" y="1113"/>
                    </a:lnTo>
                    <a:lnTo>
                      <a:pt x="12827" y="1179"/>
                    </a:lnTo>
                    <a:lnTo>
                      <a:pt x="11977" y="1310"/>
                    </a:lnTo>
                    <a:lnTo>
                      <a:pt x="11191" y="1506"/>
                    </a:lnTo>
                    <a:lnTo>
                      <a:pt x="10471" y="1833"/>
                    </a:lnTo>
                    <a:lnTo>
                      <a:pt x="9686" y="2095"/>
                    </a:lnTo>
                    <a:lnTo>
                      <a:pt x="8966" y="2488"/>
                    </a:lnTo>
                    <a:lnTo>
                      <a:pt x="8312" y="2946"/>
                    </a:lnTo>
                    <a:lnTo>
                      <a:pt x="7592" y="3404"/>
                    </a:lnTo>
                    <a:lnTo>
                      <a:pt x="6937" y="3731"/>
                    </a:lnTo>
                    <a:lnTo>
                      <a:pt x="6937" y="3731"/>
                    </a:lnTo>
                    <a:lnTo>
                      <a:pt x="7526" y="3338"/>
                    </a:lnTo>
                    <a:lnTo>
                      <a:pt x="8050" y="2880"/>
                    </a:lnTo>
                    <a:lnTo>
                      <a:pt x="8639" y="2488"/>
                    </a:lnTo>
                    <a:lnTo>
                      <a:pt x="9293" y="2160"/>
                    </a:lnTo>
                    <a:lnTo>
                      <a:pt x="9948" y="1899"/>
                    </a:lnTo>
                    <a:lnTo>
                      <a:pt x="10602" y="1571"/>
                    </a:lnTo>
                    <a:lnTo>
                      <a:pt x="11257" y="1375"/>
                    </a:lnTo>
                    <a:lnTo>
                      <a:pt x="11977" y="1179"/>
                    </a:lnTo>
                    <a:lnTo>
                      <a:pt x="12042" y="1113"/>
                    </a:lnTo>
                    <a:lnTo>
                      <a:pt x="12107" y="982"/>
                    </a:lnTo>
                    <a:close/>
                    <a:moveTo>
                      <a:pt x="8966" y="3142"/>
                    </a:moveTo>
                    <a:lnTo>
                      <a:pt x="7985" y="3731"/>
                    </a:lnTo>
                    <a:lnTo>
                      <a:pt x="7068" y="4320"/>
                    </a:lnTo>
                    <a:lnTo>
                      <a:pt x="7068" y="4320"/>
                    </a:lnTo>
                    <a:lnTo>
                      <a:pt x="7854" y="3666"/>
                    </a:lnTo>
                    <a:lnTo>
                      <a:pt x="8966" y="3142"/>
                    </a:lnTo>
                    <a:close/>
                    <a:moveTo>
                      <a:pt x="5825" y="4909"/>
                    </a:moveTo>
                    <a:lnTo>
                      <a:pt x="4974" y="5825"/>
                    </a:lnTo>
                    <a:lnTo>
                      <a:pt x="5563" y="5171"/>
                    </a:lnTo>
                    <a:lnTo>
                      <a:pt x="5825" y="4909"/>
                    </a:lnTo>
                    <a:close/>
                    <a:moveTo>
                      <a:pt x="24542" y="5760"/>
                    </a:moveTo>
                    <a:lnTo>
                      <a:pt x="24708" y="5950"/>
                    </a:lnTo>
                    <a:lnTo>
                      <a:pt x="24708" y="5950"/>
                    </a:lnTo>
                    <a:lnTo>
                      <a:pt x="24542" y="5825"/>
                    </a:lnTo>
                    <a:lnTo>
                      <a:pt x="24542" y="5760"/>
                    </a:lnTo>
                    <a:close/>
                    <a:moveTo>
                      <a:pt x="23167" y="5891"/>
                    </a:moveTo>
                    <a:lnTo>
                      <a:pt x="23756" y="6414"/>
                    </a:lnTo>
                    <a:lnTo>
                      <a:pt x="23822" y="6872"/>
                    </a:lnTo>
                    <a:lnTo>
                      <a:pt x="23167" y="5891"/>
                    </a:lnTo>
                    <a:close/>
                    <a:moveTo>
                      <a:pt x="24824" y="6082"/>
                    </a:moveTo>
                    <a:lnTo>
                      <a:pt x="25000" y="6283"/>
                    </a:lnTo>
                    <a:lnTo>
                      <a:pt x="25458" y="6938"/>
                    </a:lnTo>
                    <a:lnTo>
                      <a:pt x="25785" y="7592"/>
                    </a:lnTo>
                    <a:lnTo>
                      <a:pt x="26112" y="8247"/>
                    </a:lnTo>
                    <a:lnTo>
                      <a:pt x="26178" y="8901"/>
                    </a:lnTo>
                    <a:lnTo>
                      <a:pt x="25654" y="7854"/>
                    </a:lnTo>
                    <a:lnTo>
                      <a:pt x="25065" y="6872"/>
                    </a:lnTo>
                    <a:lnTo>
                      <a:pt x="24803" y="6349"/>
                    </a:lnTo>
                    <a:lnTo>
                      <a:pt x="24869" y="6218"/>
                    </a:lnTo>
                    <a:lnTo>
                      <a:pt x="24824" y="6082"/>
                    </a:lnTo>
                    <a:close/>
                    <a:moveTo>
                      <a:pt x="4189" y="6349"/>
                    </a:moveTo>
                    <a:lnTo>
                      <a:pt x="3796" y="7069"/>
                    </a:lnTo>
                    <a:lnTo>
                      <a:pt x="3469" y="7789"/>
                    </a:lnTo>
                    <a:lnTo>
                      <a:pt x="2945" y="8574"/>
                    </a:lnTo>
                    <a:lnTo>
                      <a:pt x="2487" y="9425"/>
                    </a:lnTo>
                    <a:lnTo>
                      <a:pt x="2226" y="9883"/>
                    </a:lnTo>
                    <a:lnTo>
                      <a:pt x="2226" y="9817"/>
                    </a:lnTo>
                    <a:lnTo>
                      <a:pt x="2618" y="8836"/>
                    </a:lnTo>
                    <a:lnTo>
                      <a:pt x="3076" y="7919"/>
                    </a:lnTo>
                    <a:lnTo>
                      <a:pt x="3600" y="7134"/>
                    </a:lnTo>
                    <a:lnTo>
                      <a:pt x="4189" y="6349"/>
                    </a:lnTo>
                    <a:close/>
                    <a:moveTo>
                      <a:pt x="5956" y="3142"/>
                    </a:moveTo>
                    <a:lnTo>
                      <a:pt x="5105" y="3862"/>
                    </a:lnTo>
                    <a:lnTo>
                      <a:pt x="4254" y="4647"/>
                    </a:lnTo>
                    <a:lnTo>
                      <a:pt x="3534" y="5498"/>
                    </a:lnTo>
                    <a:lnTo>
                      <a:pt x="2880" y="6414"/>
                    </a:lnTo>
                    <a:lnTo>
                      <a:pt x="2160" y="7461"/>
                    </a:lnTo>
                    <a:lnTo>
                      <a:pt x="1571" y="8508"/>
                    </a:lnTo>
                    <a:lnTo>
                      <a:pt x="1113" y="9686"/>
                    </a:lnTo>
                    <a:lnTo>
                      <a:pt x="720" y="10864"/>
                    </a:lnTo>
                    <a:lnTo>
                      <a:pt x="917" y="10079"/>
                    </a:lnTo>
                    <a:lnTo>
                      <a:pt x="1113" y="9294"/>
                    </a:lnTo>
                    <a:lnTo>
                      <a:pt x="1375" y="8574"/>
                    </a:lnTo>
                    <a:lnTo>
                      <a:pt x="1702" y="7854"/>
                    </a:lnTo>
                    <a:lnTo>
                      <a:pt x="2356" y="6676"/>
                    </a:lnTo>
                    <a:lnTo>
                      <a:pt x="3142" y="5629"/>
                    </a:lnTo>
                    <a:lnTo>
                      <a:pt x="3993" y="4647"/>
                    </a:lnTo>
                    <a:lnTo>
                      <a:pt x="4974" y="3731"/>
                    </a:lnTo>
                    <a:lnTo>
                      <a:pt x="5956" y="3142"/>
                    </a:lnTo>
                    <a:close/>
                    <a:moveTo>
                      <a:pt x="26701" y="11584"/>
                    </a:moveTo>
                    <a:lnTo>
                      <a:pt x="26898" y="12500"/>
                    </a:lnTo>
                    <a:lnTo>
                      <a:pt x="26963" y="13482"/>
                    </a:lnTo>
                    <a:lnTo>
                      <a:pt x="26832" y="12631"/>
                    </a:lnTo>
                    <a:lnTo>
                      <a:pt x="26701" y="11846"/>
                    </a:lnTo>
                    <a:lnTo>
                      <a:pt x="26701" y="11584"/>
                    </a:lnTo>
                    <a:close/>
                    <a:moveTo>
                      <a:pt x="9424" y="1637"/>
                    </a:moveTo>
                    <a:lnTo>
                      <a:pt x="8246" y="2291"/>
                    </a:lnTo>
                    <a:lnTo>
                      <a:pt x="7134" y="3077"/>
                    </a:lnTo>
                    <a:lnTo>
                      <a:pt x="6152" y="3927"/>
                    </a:lnTo>
                    <a:lnTo>
                      <a:pt x="5301" y="4909"/>
                    </a:lnTo>
                    <a:lnTo>
                      <a:pt x="4385" y="5694"/>
                    </a:lnTo>
                    <a:lnTo>
                      <a:pt x="3600" y="6545"/>
                    </a:lnTo>
                    <a:lnTo>
                      <a:pt x="2880" y="7527"/>
                    </a:lnTo>
                    <a:lnTo>
                      <a:pt x="2553" y="8050"/>
                    </a:lnTo>
                    <a:lnTo>
                      <a:pt x="2291" y="8639"/>
                    </a:lnTo>
                    <a:lnTo>
                      <a:pt x="2029" y="9228"/>
                    </a:lnTo>
                    <a:lnTo>
                      <a:pt x="1833" y="9948"/>
                    </a:lnTo>
                    <a:lnTo>
                      <a:pt x="1637" y="10603"/>
                    </a:lnTo>
                    <a:lnTo>
                      <a:pt x="1506" y="11322"/>
                    </a:lnTo>
                    <a:lnTo>
                      <a:pt x="1048" y="12435"/>
                    </a:lnTo>
                    <a:lnTo>
                      <a:pt x="720" y="13548"/>
                    </a:lnTo>
                    <a:lnTo>
                      <a:pt x="851" y="12239"/>
                    </a:lnTo>
                    <a:lnTo>
                      <a:pt x="1113" y="10995"/>
                    </a:lnTo>
                    <a:lnTo>
                      <a:pt x="1506" y="9752"/>
                    </a:lnTo>
                    <a:lnTo>
                      <a:pt x="2029" y="8574"/>
                    </a:lnTo>
                    <a:lnTo>
                      <a:pt x="2618" y="7592"/>
                    </a:lnTo>
                    <a:lnTo>
                      <a:pt x="3207" y="6611"/>
                    </a:lnTo>
                    <a:lnTo>
                      <a:pt x="3927" y="5629"/>
                    </a:lnTo>
                    <a:lnTo>
                      <a:pt x="4778" y="4778"/>
                    </a:lnTo>
                    <a:lnTo>
                      <a:pt x="5629" y="3927"/>
                    </a:lnTo>
                    <a:lnTo>
                      <a:pt x="6545" y="3142"/>
                    </a:lnTo>
                    <a:lnTo>
                      <a:pt x="7592" y="2488"/>
                    </a:lnTo>
                    <a:lnTo>
                      <a:pt x="8639" y="1899"/>
                    </a:lnTo>
                    <a:lnTo>
                      <a:pt x="9424" y="1637"/>
                    </a:lnTo>
                    <a:close/>
                    <a:moveTo>
                      <a:pt x="24280" y="6938"/>
                    </a:moveTo>
                    <a:lnTo>
                      <a:pt x="24738" y="7789"/>
                    </a:lnTo>
                    <a:lnTo>
                      <a:pt x="25065" y="8639"/>
                    </a:lnTo>
                    <a:lnTo>
                      <a:pt x="25392" y="9490"/>
                    </a:lnTo>
                    <a:lnTo>
                      <a:pt x="25654" y="10406"/>
                    </a:lnTo>
                    <a:lnTo>
                      <a:pt x="25851" y="11322"/>
                    </a:lnTo>
                    <a:lnTo>
                      <a:pt x="25916" y="12304"/>
                    </a:lnTo>
                    <a:lnTo>
                      <a:pt x="25981" y="13220"/>
                    </a:lnTo>
                    <a:lnTo>
                      <a:pt x="25981" y="14137"/>
                    </a:lnTo>
                    <a:lnTo>
                      <a:pt x="25851" y="13220"/>
                    </a:lnTo>
                    <a:lnTo>
                      <a:pt x="25654" y="12304"/>
                    </a:lnTo>
                    <a:lnTo>
                      <a:pt x="25196" y="10537"/>
                    </a:lnTo>
                    <a:lnTo>
                      <a:pt x="24673" y="8705"/>
                    </a:lnTo>
                    <a:lnTo>
                      <a:pt x="24280" y="6938"/>
                    </a:lnTo>
                    <a:close/>
                    <a:moveTo>
                      <a:pt x="25523" y="6152"/>
                    </a:moveTo>
                    <a:lnTo>
                      <a:pt x="26178" y="7200"/>
                    </a:lnTo>
                    <a:lnTo>
                      <a:pt x="26767" y="8247"/>
                    </a:lnTo>
                    <a:lnTo>
                      <a:pt x="27225" y="9359"/>
                    </a:lnTo>
                    <a:lnTo>
                      <a:pt x="27552" y="10472"/>
                    </a:lnTo>
                    <a:lnTo>
                      <a:pt x="27748" y="11650"/>
                    </a:lnTo>
                    <a:lnTo>
                      <a:pt x="27879" y="12893"/>
                    </a:lnTo>
                    <a:lnTo>
                      <a:pt x="27879" y="14071"/>
                    </a:lnTo>
                    <a:lnTo>
                      <a:pt x="27748" y="15315"/>
                    </a:lnTo>
                    <a:lnTo>
                      <a:pt x="27683" y="15445"/>
                    </a:lnTo>
                    <a:lnTo>
                      <a:pt x="27748" y="14202"/>
                    </a:lnTo>
                    <a:lnTo>
                      <a:pt x="27618" y="13024"/>
                    </a:lnTo>
                    <a:lnTo>
                      <a:pt x="27683" y="12370"/>
                    </a:lnTo>
                    <a:lnTo>
                      <a:pt x="27618" y="11715"/>
                    </a:lnTo>
                    <a:lnTo>
                      <a:pt x="27552" y="11061"/>
                    </a:lnTo>
                    <a:lnTo>
                      <a:pt x="27487" y="10406"/>
                    </a:lnTo>
                    <a:lnTo>
                      <a:pt x="27290" y="9752"/>
                    </a:lnTo>
                    <a:lnTo>
                      <a:pt x="27094" y="9097"/>
                    </a:lnTo>
                    <a:lnTo>
                      <a:pt x="26832" y="8508"/>
                    </a:lnTo>
                    <a:lnTo>
                      <a:pt x="26505" y="7854"/>
                    </a:lnTo>
                    <a:lnTo>
                      <a:pt x="26440" y="7789"/>
                    </a:lnTo>
                    <a:lnTo>
                      <a:pt x="25981" y="6938"/>
                    </a:lnTo>
                    <a:lnTo>
                      <a:pt x="25523" y="6152"/>
                    </a:lnTo>
                    <a:close/>
                    <a:moveTo>
                      <a:pt x="27290" y="14791"/>
                    </a:moveTo>
                    <a:lnTo>
                      <a:pt x="27159" y="15904"/>
                    </a:lnTo>
                    <a:lnTo>
                      <a:pt x="26963" y="16951"/>
                    </a:lnTo>
                    <a:lnTo>
                      <a:pt x="26832" y="17474"/>
                    </a:lnTo>
                    <a:lnTo>
                      <a:pt x="26570" y="18063"/>
                    </a:lnTo>
                    <a:lnTo>
                      <a:pt x="26505" y="18194"/>
                    </a:lnTo>
                    <a:lnTo>
                      <a:pt x="26701" y="17540"/>
                    </a:lnTo>
                    <a:lnTo>
                      <a:pt x="26832" y="16885"/>
                    </a:lnTo>
                    <a:lnTo>
                      <a:pt x="26963" y="16231"/>
                    </a:lnTo>
                    <a:lnTo>
                      <a:pt x="26963" y="15576"/>
                    </a:lnTo>
                    <a:lnTo>
                      <a:pt x="27290" y="14791"/>
                    </a:lnTo>
                    <a:close/>
                    <a:moveTo>
                      <a:pt x="1375" y="12631"/>
                    </a:moveTo>
                    <a:lnTo>
                      <a:pt x="1375" y="13548"/>
                    </a:lnTo>
                    <a:lnTo>
                      <a:pt x="1375" y="14398"/>
                    </a:lnTo>
                    <a:lnTo>
                      <a:pt x="1375" y="15249"/>
                    </a:lnTo>
                    <a:lnTo>
                      <a:pt x="1375" y="16885"/>
                    </a:lnTo>
                    <a:lnTo>
                      <a:pt x="1506" y="18521"/>
                    </a:lnTo>
                    <a:lnTo>
                      <a:pt x="1244" y="17736"/>
                    </a:lnTo>
                    <a:lnTo>
                      <a:pt x="982" y="16885"/>
                    </a:lnTo>
                    <a:lnTo>
                      <a:pt x="851" y="16034"/>
                    </a:lnTo>
                    <a:lnTo>
                      <a:pt x="720" y="15249"/>
                    </a:lnTo>
                    <a:lnTo>
                      <a:pt x="982" y="13940"/>
                    </a:lnTo>
                    <a:lnTo>
                      <a:pt x="1375" y="12631"/>
                    </a:lnTo>
                    <a:close/>
                    <a:moveTo>
                      <a:pt x="786" y="18129"/>
                    </a:moveTo>
                    <a:lnTo>
                      <a:pt x="1113" y="18979"/>
                    </a:lnTo>
                    <a:lnTo>
                      <a:pt x="1440" y="19699"/>
                    </a:lnTo>
                    <a:lnTo>
                      <a:pt x="1898" y="20615"/>
                    </a:lnTo>
                    <a:lnTo>
                      <a:pt x="1506" y="20026"/>
                    </a:lnTo>
                    <a:lnTo>
                      <a:pt x="1178" y="19437"/>
                    </a:lnTo>
                    <a:lnTo>
                      <a:pt x="982" y="18783"/>
                    </a:lnTo>
                    <a:lnTo>
                      <a:pt x="786" y="18129"/>
                    </a:lnTo>
                    <a:close/>
                    <a:moveTo>
                      <a:pt x="26505" y="13744"/>
                    </a:moveTo>
                    <a:lnTo>
                      <a:pt x="26570" y="14660"/>
                    </a:lnTo>
                    <a:lnTo>
                      <a:pt x="26505" y="15511"/>
                    </a:lnTo>
                    <a:lnTo>
                      <a:pt x="26505" y="15642"/>
                    </a:lnTo>
                    <a:lnTo>
                      <a:pt x="26440" y="15707"/>
                    </a:lnTo>
                    <a:lnTo>
                      <a:pt x="26505" y="15838"/>
                    </a:lnTo>
                    <a:lnTo>
                      <a:pt x="26374" y="16689"/>
                    </a:lnTo>
                    <a:lnTo>
                      <a:pt x="26178" y="17605"/>
                    </a:lnTo>
                    <a:lnTo>
                      <a:pt x="25916" y="18456"/>
                    </a:lnTo>
                    <a:lnTo>
                      <a:pt x="25523" y="19307"/>
                    </a:lnTo>
                    <a:lnTo>
                      <a:pt x="25065" y="20223"/>
                    </a:lnTo>
                    <a:lnTo>
                      <a:pt x="24411" y="20877"/>
                    </a:lnTo>
                    <a:lnTo>
                      <a:pt x="23691" y="21597"/>
                    </a:lnTo>
                    <a:lnTo>
                      <a:pt x="23625" y="21597"/>
                    </a:lnTo>
                    <a:lnTo>
                      <a:pt x="24214" y="20812"/>
                    </a:lnTo>
                    <a:lnTo>
                      <a:pt x="24803" y="20026"/>
                    </a:lnTo>
                    <a:lnTo>
                      <a:pt x="25262" y="19110"/>
                    </a:lnTo>
                    <a:lnTo>
                      <a:pt x="25589" y="18194"/>
                    </a:lnTo>
                    <a:lnTo>
                      <a:pt x="25785" y="17605"/>
                    </a:lnTo>
                    <a:lnTo>
                      <a:pt x="26047" y="16754"/>
                    </a:lnTo>
                    <a:lnTo>
                      <a:pt x="26243" y="15838"/>
                    </a:lnTo>
                    <a:lnTo>
                      <a:pt x="26374" y="14922"/>
                    </a:lnTo>
                    <a:lnTo>
                      <a:pt x="26440" y="14071"/>
                    </a:lnTo>
                    <a:lnTo>
                      <a:pt x="26505" y="13744"/>
                    </a:lnTo>
                    <a:close/>
                    <a:moveTo>
                      <a:pt x="1833" y="17605"/>
                    </a:moveTo>
                    <a:lnTo>
                      <a:pt x="2160" y="18718"/>
                    </a:lnTo>
                    <a:lnTo>
                      <a:pt x="2684" y="19830"/>
                    </a:lnTo>
                    <a:lnTo>
                      <a:pt x="3207" y="20877"/>
                    </a:lnTo>
                    <a:lnTo>
                      <a:pt x="3927" y="21859"/>
                    </a:lnTo>
                    <a:lnTo>
                      <a:pt x="3927" y="21859"/>
                    </a:lnTo>
                    <a:lnTo>
                      <a:pt x="3731" y="21663"/>
                    </a:lnTo>
                    <a:lnTo>
                      <a:pt x="3273" y="21204"/>
                    </a:lnTo>
                    <a:lnTo>
                      <a:pt x="2880" y="20746"/>
                    </a:lnTo>
                    <a:lnTo>
                      <a:pt x="2487" y="20223"/>
                    </a:lnTo>
                    <a:lnTo>
                      <a:pt x="2160" y="19699"/>
                    </a:lnTo>
                    <a:lnTo>
                      <a:pt x="1964" y="18652"/>
                    </a:lnTo>
                    <a:lnTo>
                      <a:pt x="1833" y="17605"/>
                    </a:lnTo>
                    <a:close/>
                    <a:moveTo>
                      <a:pt x="2356" y="11846"/>
                    </a:moveTo>
                    <a:lnTo>
                      <a:pt x="2291" y="12631"/>
                    </a:lnTo>
                    <a:lnTo>
                      <a:pt x="2226" y="13482"/>
                    </a:lnTo>
                    <a:lnTo>
                      <a:pt x="2291" y="14267"/>
                    </a:lnTo>
                    <a:lnTo>
                      <a:pt x="2356" y="15118"/>
                    </a:lnTo>
                    <a:lnTo>
                      <a:pt x="2487" y="15969"/>
                    </a:lnTo>
                    <a:lnTo>
                      <a:pt x="2684" y="16754"/>
                    </a:lnTo>
                    <a:lnTo>
                      <a:pt x="2945" y="17605"/>
                    </a:lnTo>
                    <a:lnTo>
                      <a:pt x="3207" y="18390"/>
                    </a:lnTo>
                    <a:lnTo>
                      <a:pt x="3796" y="19634"/>
                    </a:lnTo>
                    <a:lnTo>
                      <a:pt x="4516" y="20877"/>
                    </a:lnTo>
                    <a:lnTo>
                      <a:pt x="5367" y="22055"/>
                    </a:lnTo>
                    <a:lnTo>
                      <a:pt x="5825" y="22579"/>
                    </a:lnTo>
                    <a:lnTo>
                      <a:pt x="6348" y="23102"/>
                    </a:lnTo>
                    <a:lnTo>
                      <a:pt x="5629" y="22579"/>
                    </a:lnTo>
                    <a:lnTo>
                      <a:pt x="4909" y="21924"/>
                    </a:lnTo>
                    <a:lnTo>
                      <a:pt x="4385" y="21401"/>
                    </a:lnTo>
                    <a:lnTo>
                      <a:pt x="3993" y="20877"/>
                    </a:lnTo>
                    <a:lnTo>
                      <a:pt x="3534" y="20288"/>
                    </a:lnTo>
                    <a:lnTo>
                      <a:pt x="3207" y="19699"/>
                    </a:lnTo>
                    <a:lnTo>
                      <a:pt x="2684" y="18521"/>
                    </a:lnTo>
                    <a:lnTo>
                      <a:pt x="2356" y="17343"/>
                    </a:lnTo>
                    <a:lnTo>
                      <a:pt x="2029" y="16100"/>
                    </a:lnTo>
                    <a:lnTo>
                      <a:pt x="1833" y="14856"/>
                    </a:lnTo>
                    <a:lnTo>
                      <a:pt x="1833" y="14529"/>
                    </a:lnTo>
                    <a:lnTo>
                      <a:pt x="2029" y="13155"/>
                    </a:lnTo>
                    <a:lnTo>
                      <a:pt x="2356" y="11846"/>
                    </a:lnTo>
                    <a:close/>
                    <a:moveTo>
                      <a:pt x="24738" y="18914"/>
                    </a:moveTo>
                    <a:lnTo>
                      <a:pt x="24673" y="19045"/>
                    </a:lnTo>
                    <a:lnTo>
                      <a:pt x="24673" y="19176"/>
                    </a:lnTo>
                    <a:lnTo>
                      <a:pt x="24673" y="19241"/>
                    </a:lnTo>
                    <a:lnTo>
                      <a:pt x="24411" y="19830"/>
                    </a:lnTo>
                    <a:lnTo>
                      <a:pt x="24084" y="20354"/>
                    </a:lnTo>
                    <a:lnTo>
                      <a:pt x="23298" y="21335"/>
                    </a:lnTo>
                    <a:lnTo>
                      <a:pt x="22448" y="22186"/>
                    </a:lnTo>
                    <a:lnTo>
                      <a:pt x="21466" y="22971"/>
                    </a:lnTo>
                    <a:lnTo>
                      <a:pt x="20877" y="23299"/>
                    </a:lnTo>
                    <a:lnTo>
                      <a:pt x="20877" y="23299"/>
                    </a:lnTo>
                    <a:lnTo>
                      <a:pt x="21400" y="22906"/>
                    </a:lnTo>
                    <a:lnTo>
                      <a:pt x="21924" y="22513"/>
                    </a:lnTo>
                    <a:lnTo>
                      <a:pt x="22382" y="22055"/>
                    </a:lnTo>
                    <a:lnTo>
                      <a:pt x="22906" y="21597"/>
                    </a:lnTo>
                    <a:lnTo>
                      <a:pt x="23429" y="20943"/>
                    </a:lnTo>
                    <a:lnTo>
                      <a:pt x="23887" y="20288"/>
                    </a:lnTo>
                    <a:lnTo>
                      <a:pt x="24345" y="19634"/>
                    </a:lnTo>
                    <a:lnTo>
                      <a:pt x="24738" y="18914"/>
                    </a:lnTo>
                    <a:close/>
                    <a:moveTo>
                      <a:pt x="26112" y="19699"/>
                    </a:moveTo>
                    <a:lnTo>
                      <a:pt x="25720" y="20419"/>
                    </a:lnTo>
                    <a:lnTo>
                      <a:pt x="25262" y="21008"/>
                    </a:lnTo>
                    <a:lnTo>
                      <a:pt x="24738" y="21663"/>
                    </a:lnTo>
                    <a:lnTo>
                      <a:pt x="24214" y="22186"/>
                    </a:lnTo>
                    <a:lnTo>
                      <a:pt x="23625" y="22775"/>
                    </a:lnTo>
                    <a:lnTo>
                      <a:pt x="23037" y="23299"/>
                    </a:lnTo>
                    <a:lnTo>
                      <a:pt x="22448" y="23757"/>
                    </a:lnTo>
                    <a:lnTo>
                      <a:pt x="21793" y="24215"/>
                    </a:lnTo>
                    <a:lnTo>
                      <a:pt x="21139" y="24607"/>
                    </a:lnTo>
                    <a:lnTo>
                      <a:pt x="20419" y="24935"/>
                    </a:lnTo>
                    <a:lnTo>
                      <a:pt x="19699" y="25327"/>
                    </a:lnTo>
                    <a:lnTo>
                      <a:pt x="18979" y="25589"/>
                    </a:lnTo>
                    <a:lnTo>
                      <a:pt x="18259" y="25851"/>
                    </a:lnTo>
                    <a:lnTo>
                      <a:pt x="17474" y="26047"/>
                    </a:lnTo>
                    <a:lnTo>
                      <a:pt x="16689" y="26244"/>
                    </a:lnTo>
                    <a:lnTo>
                      <a:pt x="15903" y="26374"/>
                    </a:lnTo>
                    <a:lnTo>
                      <a:pt x="15052" y="26505"/>
                    </a:lnTo>
                    <a:lnTo>
                      <a:pt x="14202" y="26571"/>
                    </a:lnTo>
                    <a:lnTo>
                      <a:pt x="13285" y="26571"/>
                    </a:lnTo>
                    <a:lnTo>
                      <a:pt x="12435" y="26505"/>
                    </a:lnTo>
                    <a:lnTo>
                      <a:pt x="11584" y="26374"/>
                    </a:lnTo>
                    <a:lnTo>
                      <a:pt x="10733" y="26244"/>
                    </a:lnTo>
                    <a:lnTo>
                      <a:pt x="9882" y="26047"/>
                    </a:lnTo>
                    <a:lnTo>
                      <a:pt x="9097" y="25785"/>
                    </a:lnTo>
                    <a:lnTo>
                      <a:pt x="8312" y="25524"/>
                    </a:lnTo>
                    <a:lnTo>
                      <a:pt x="7526" y="25196"/>
                    </a:lnTo>
                    <a:lnTo>
                      <a:pt x="6741" y="24804"/>
                    </a:lnTo>
                    <a:lnTo>
                      <a:pt x="6021" y="24346"/>
                    </a:lnTo>
                    <a:lnTo>
                      <a:pt x="5367" y="23822"/>
                    </a:lnTo>
                    <a:lnTo>
                      <a:pt x="4712" y="23299"/>
                    </a:lnTo>
                    <a:lnTo>
                      <a:pt x="4058" y="22710"/>
                    </a:lnTo>
                    <a:lnTo>
                      <a:pt x="3469" y="22055"/>
                    </a:lnTo>
                    <a:lnTo>
                      <a:pt x="4254" y="22710"/>
                    </a:lnTo>
                    <a:lnTo>
                      <a:pt x="5040" y="23299"/>
                    </a:lnTo>
                    <a:lnTo>
                      <a:pt x="5432" y="23757"/>
                    </a:lnTo>
                    <a:lnTo>
                      <a:pt x="5890" y="24084"/>
                    </a:lnTo>
                    <a:lnTo>
                      <a:pt x="6283" y="24411"/>
                    </a:lnTo>
                    <a:lnTo>
                      <a:pt x="6741" y="24738"/>
                    </a:lnTo>
                    <a:lnTo>
                      <a:pt x="7723" y="25262"/>
                    </a:lnTo>
                    <a:lnTo>
                      <a:pt x="8704" y="25589"/>
                    </a:lnTo>
                    <a:lnTo>
                      <a:pt x="9752" y="25851"/>
                    </a:lnTo>
                    <a:lnTo>
                      <a:pt x="10864" y="26047"/>
                    </a:lnTo>
                    <a:lnTo>
                      <a:pt x="11977" y="26113"/>
                    </a:lnTo>
                    <a:lnTo>
                      <a:pt x="13089" y="26047"/>
                    </a:lnTo>
                    <a:lnTo>
                      <a:pt x="14333" y="26047"/>
                    </a:lnTo>
                    <a:lnTo>
                      <a:pt x="15511" y="25851"/>
                    </a:lnTo>
                    <a:lnTo>
                      <a:pt x="16885" y="25720"/>
                    </a:lnTo>
                    <a:lnTo>
                      <a:pt x="18259" y="25458"/>
                    </a:lnTo>
                    <a:lnTo>
                      <a:pt x="19568" y="25000"/>
                    </a:lnTo>
                    <a:lnTo>
                      <a:pt x="20746" y="24542"/>
                    </a:lnTo>
                    <a:lnTo>
                      <a:pt x="21924" y="23888"/>
                    </a:lnTo>
                    <a:lnTo>
                      <a:pt x="23037" y="23168"/>
                    </a:lnTo>
                    <a:lnTo>
                      <a:pt x="23495" y="22710"/>
                    </a:lnTo>
                    <a:lnTo>
                      <a:pt x="24018" y="22317"/>
                    </a:lnTo>
                    <a:lnTo>
                      <a:pt x="24476" y="21793"/>
                    </a:lnTo>
                    <a:lnTo>
                      <a:pt x="24869" y="21335"/>
                    </a:lnTo>
                    <a:lnTo>
                      <a:pt x="25262" y="20746"/>
                    </a:lnTo>
                    <a:lnTo>
                      <a:pt x="25720" y="20223"/>
                    </a:lnTo>
                    <a:lnTo>
                      <a:pt x="26112" y="19699"/>
                    </a:lnTo>
                    <a:close/>
                    <a:moveTo>
                      <a:pt x="13285" y="1"/>
                    </a:moveTo>
                    <a:lnTo>
                      <a:pt x="12304" y="132"/>
                    </a:lnTo>
                    <a:lnTo>
                      <a:pt x="11322" y="328"/>
                    </a:lnTo>
                    <a:lnTo>
                      <a:pt x="10341" y="524"/>
                    </a:lnTo>
                    <a:lnTo>
                      <a:pt x="9424" y="852"/>
                    </a:lnTo>
                    <a:lnTo>
                      <a:pt x="8115" y="1310"/>
                    </a:lnTo>
                    <a:lnTo>
                      <a:pt x="6872" y="1899"/>
                    </a:lnTo>
                    <a:lnTo>
                      <a:pt x="5694" y="2684"/>
                    </a:lnTo>
                    <a:lnTo>
                      <a:pt x="4581" y="3535"/>
                    </a:lnTo>
                    <a:lnTo>
                      <a:pt x="3927" y="4058"/>
                    </a:lnTo>
                    <a:lnTo>
                      <a:pt x="3862" y="4189"/>
                    </a:lnTo>
                    <a:lnTo>
                      <a:pt x="2945" y="5171"/>
                    </a:lnTo>
                    <a:lnTo>
                      <a:pt x="2095" y="6283"/>
                    </a:lnTo>
                    <a:lnTo>
                      <a:pt x="1440" y="7396"/>
                    </a:lnTo>
                    <a:lnTo>
                      <a:pt x="917" y="8574"/>
                    </a:lnTo>
                    <a:lnTo>
                      <a:pt x="524" y="9817"/>
                    </a:lnTo>
                    <a:lnTo>
                      <a:pt x="197" y="10995"/>
                    </a:lnTo>
                    <a:lnTo>
                      <a:pt x="66" y="12304"/>
                    </a:lnTo>
                    <a:lnTo>
                      <a:pt x="0" y="13548"/>
                    </a:lnTo>
                    <a:lnTo>
                      <a:pt x="66" y="14856"/>
                    </a:lnTo>
                    <a:lnTo>
                      <a:pt x="262" y="16100"/>
                    </a:lnTo>
                    <a:lnTo>
                      <a:pt x="262" y="16885"/>
                    </a:lnTo>
                    <a:lnTo>
                      <a:pt x="262" y="17605"/>
                    </a:lnTo>
                    <a:lnTo>
                      <a:pt x="393" y="18325"/>
                    </a:lnTo>
                    <a:lnTo>
                      <a:pt x="589" y="19045"/>
                    </a:lnTo>
                    <a:lnTo>
                      <a:pt x="917" y="19699"/>
                    </a:lnTo>
                    <a:lnTo>
                      <a:pt x="1244" y="20419"/>
                    </a:lnTo>
                    <a:lnTo>
                      <a:pt x="1767" y="21008"/>
                    </a:lnTo>
                    <a:lnTo>
                      <a:pt x="2291" y="21663"/>
                    </a:lnTo>
                    <a:lnTo>
                      <a:pt x="2356" y="21663"/>
                    </a:lnTo>
                    <a:lnTo>
                      <a:pt x="2422" y="21728"/>
                    </a:lnTo>
                    <a:lnTo>
                      <a:pt x="2618" y="21663"/>
                    </a:lnTo>
                    <a:lnTo>
                      <a:pt x="3142" y="22382"/>
                    </a:lnTo>
                    <a:lnTo>
                      <a:pt x="3796" y="23037"/>
                    </a:lnTo>
                    <a:lnTo>
                      <a:pt x="4451" y="23691"/>
                    </a:lnTo>
                    <a:lnTo>
                      <a:pt x="5170" y="24215"/>
                    </a:lnTo>
                    <a:lnTo>
                      <a:pt x="5890" y="24738"/>
                    </a:lnTo>
                    <a:lnTo>
                      <a:pt x="6610" y="25196"/>
                    </a:lnTo>
                    <a:lnTo>
                      <a:pt x="7396" y="25589"/>
                    </a:lnTo>
                    <a:lnTo>
                      <a:pt x="8246" y="25982"/>
                    </a:lnTo>
                    <a:lnTo>
                      <a:pt x="9097" y="26244"/>
                    </a:lnTo>
                    <a:lnTo>
                      <a:pt x="9948" y="26505"/>
                    </a:lnTo>
                    <a:lnTo>
                      <a:pt x="10799" y="26702"/>
                    </a:lnTo>
                    <a:lnTo>
                      <a:pt x="11649" y="26833"/>
                    </a:lnTo>
                    <a:lnTo>
                      <a:pt x="12566" y="26898"/>
                    </a:lnTo>
                    <a:lnTo>
                      <a:pt x="13416" y="26963"/>
                    </a:lnTo>
                    <a:lnTo>
                      <a:pt x="14333" y="26963"/>
                    </a:lnTo>
                    <a:lnTo>
                      <a:pt x="15249" y="26898"/>
                    </a:lnTo>
                    <a:lnTo>
                      <a:pt x="16100" y="26767"/>
                    </a:lnTo>
                    <a:lnTo>
                      <a:pt x="17016" y="26636"/>
                    </a:lnTo>
                    <a:lnTo>
                      <a:pt x="17866" y="26374"/>
                    </a:lnTo>
                    <a:lnTo>
                      <a:pt x="18717" y="26113"/>
                    </a:lnTo>
                    <a:lnTo>
                      <a:pt x="19568" y="25785"/>
                    </a:lnTo>
                    <a:lnTo>
                      <a:pt x="20419" y="25458"/>
                    </a:lnTo>
                    <a:lnTo>
                      <a:pt x="21204" y="25066"/>
                    </a:lnTo>
                    <a:lnTo>
                      <a:pt x="21989" y="24607"/>
                    </a:lnTo>
                    <a:lnTo>
                      <a:pt x="22775" y="24084"/>
                    </a:lnTo>
                    <a:lnTo>
                      <a:pt x="23495" y="23495"/>
                    </a:lnTo>
                    <a:lnTo>
                      <a:pt x="24149" y="22906"/>
                    </a:lnTo>
                    <a:lnTo>
                      <a:pt x="24803" y="22252"/>
                    </a:lnTo>
                    <a:lnTo>
                      <a:pt x="25392" y="21597"/>
                    </a:lnTo>
                    <a:lnTo>
                      <a:pt x="25981" y="20877"/>
                    </a:lnTo>
                    <a:lnTo>
                      <a:pt x="26505" y="20092"/>
                    </a:lnTo>
                    <a:lnTo>
                      <a:pt x="26963" y="19241"/>
                    </a:lnTo>
                    <a:lnTo>
                      <a:pt x="27421" y="18259"/>
                    </a:lnTo>
                    <a:lnTo>
                      <a:pt x="27748" y="17212"/>
                    </a:lnTo>
                    <a:lnTo>
                      <a:pt x="28076" y="16165"/>
                    </a:lnTo>
                    <a:lnTo>
                      <a:pt x="28272" y="15118"/>
                    </a:lnTo>
                    <a:lnTo>
                      <a:pt x="28403" y="14398"/>
                    </a:lnTo>
                    <a:lnTo>
                      <a:pt x="28468" y="13678"/>
                    </a:lnTo>
                    <a:lnTo>
                      <a:pt x="28534" y="12893"/>
                    </a:lnTo>
                    <a:lnTo>
                      <a:pt x="28534" y="12173"/>
                    </a:lnTo>
                    <a:lnTo>
                      <a:pt x="28468" y="11453"/>
                    </a:lnTo>
                    <a:lnTo>
                      <a:pt x="28403" y="10733"/>
                    </a:lnTo>
                    <a:lnTo>
                      <a:pt x="28272" y="10014"/>
                    </a:lnTo>
                    <a:lnTo>
                      <a:pt x="28076" y="9294"/>
                    </a:lnTo>
                    <a:lnTo>
                      <a:pt x="27814" y="8574"/>
                    </a:lnTo>
                    <a:lnTo>
                      <a:pt x="27552" y="7919"/>
                    </a:lnTo>
                    <a:lnTo>
                      <a:pt x="27159" y="7265"/>
                    </a:lnTo>
                    <a:lnTo>
                      <a:pt x="26832" y="6676"/>
                    </a:lnTo>
                    <a:lnTo>
                      <a:pt x="26374" y="6087"/>
                    </a:lnTo>
                    <a:lnTo>
                      <a:pt x="25916" y="5498"/>
                    </a:lnTo>
                    <a:lnTo>
                      <a:pt x="25392" y="4974"/>
                    </a:lnTo>
                    <a:lnTo>
                      <a:pt x="24803" y="4516"/>
                    </a:lnTo>
                    <a:lnTo>
                      <a:pt x="26047" y="4974"/>
                    </a:lnTo>
                    <a:lnTo>
                      <a:pt x="26178" y="4974"/>
                    </a:lnTo>
                    <a:lnTo>
                      <a:pt x="26309" y="4909"/>
                    </a:lnTo>
                    <a:lnTo>
                      <a:pt x="26309" y="4778"/>
                    </a:lnTo>
                    <a:lnTo>
                      <a:pt x="26309" y="4647"/>
                    </a:lnTo>
                    <a:lnTo>
                      <a:pt x="27029" y="4713"/>
                    </a:lnTo>
                    <a:lnTo>
                      <a:pt x="27159" y="4713"/>
                    </a:lnTo>
                    <a:lnTo>
                      <a:pt x="27225" y="4582"/>
                    </a:lnTo>
                    <a:lnTo>
                      <a:pt x="27225" y="4385"/>
                    </a:lnTo>
                    <a:lnTo>
                      <a:pt x="27094" y="4320"/>
                    </a:lnTo>
                    <a:lnTo>
                      <a:pt x="25654" y="3927"/>
                    </a:lnTo>
                    <a:lnTo>
                      <a:pt x="26636" y="4058"/>
                    </a:lnTo>
                    <a:lnTo>
                      <a:pt x="26832" y="4058"/>
                    </a:lnTo>
                    <a:lnTo>
                      <a:pt x="26898" y="3927"/>
                    </a:lnTo>
                    <a:lnTo>
                      <a:pt x="26898" y="3731"/>
                    </a:lnTo>
                    <a:lnTo>
                      <a:pt x="26832" y="3666"/>
                    </a:lnTo>
                    <a:lnTo>
                      <a:pt x="26767" y="3666"/>
                    </a:lnTo>
                    <a:lnTo>
                      <a:pt x="25392" y="3207"/>
                    </a:lnTo>
                    <a:lnTo>
                      <a:pt x="23167" y="2488"/>
                    </a:lnTo>
                    <a:lnTo>
                      <a:pt x="20877" y="1833"/>
                    </a:lnTo>
                    <a:lnTo>
                      <a:pt x="20746" y="1833"/>
                    </a:lnTo>
                    <a:lnTo>
                      <a:pt x="20550" y="1768"/>
                    </a:lnTo>
                    <a:lnTo>
                      <a:pt x="20419" y="1768"/>
                    </a:lnTo>
                    <a:lnTo>
                      <a:pt x="20353" y="1833"/>
                    </a:lnTo>
                    <a:lnTo>
                      <a:pt x="20288" y="1899"/>
                    </a:lnTo>
                    <a:lnTo>
                      <a:pt x="20288" y="2030"/>
                    </a:lnTo>
                    <a:lnTo>
                      <a:pt x="20288" y="2095"/>
                    </a:lnTo>
                    <a:lnTo>
                      <a:pt x="20222" y="2160"/>
                    </a:lnTo>
                    <a:lnTo>
                      <a:pt x="20157" y="2226"/>
                    </a:lnTo>
                    <a:lnTo>
                      <a:pt x="20157" y="2357"/>
                    </a:lnTo>
                    <a:lnTo>
                      <a:pt x="20157" y="2422"/>
                    </a:lnTo>
                    <a:lnTo>
                      <a:pt x="20026" y="2488"/>
                    </a:lnTo>
                    <a:lnTo>
                      <a:pt x="19961" y="2618"/>
                    </a:lnTo>
                    <a:lnTo>
                      <a:pt x="19961" y="2749"/>
                    </a:lnTo>
                    <a:lnTo>
                      <a:pt x="20092" y="2880"/>
                    </a:lnTo>
                    <a:lnTo>
                      <a:pt x="20157" y="2880"/>
                    </a:lnTo>
                    <a:lnTo>
                      <a:pt x="20222" y="3469"/>
                    </a:lnTo>
                    <a:lnTo>
                      <a:pt x="20288" y="3993"/>
                    </a:lnTo>
                    <a:lnTo>
                      <a:pt x="20419" y="4844"/>
                    </a:lnTo>
                    <a:lnTo>
                      <a:pt x="20615" y="5694"/>
                    </a:lnTo>
                    <a:lnTo>
                      <a:pt x="21139" y="7330"/>
                    </a:lnTo>
                    <a:lnTo>
                      <a:pt x="21139" y="7396"/>
                    </a:lnTo>
                    <a:lnTo>
                      <a:pt x="21597" y="8967"/>
                    </a:lnTo>
                    <a:lnTo>
                      <a:pt x="21662" y="9097"/>
                    </a:lnTo>
                    <a:lnTo>
                      <a:pt x="21859" y="9097"/>
                    </a:lnTo>
                    <a:lnTo>
                      <a:pt x="21989" y="8967"/>
                    </a:lnTo>
                    <a:lnTo>
                      <a:pt x="21989" y="8836"/>
                    </a:lnTo>
                    <a:lnTo>
                      <a:pt x="21924" y="8508"/>
                    </a:lnTo>
                    <a:lnTo>
                      <a:pt x="21989" y="8443"/>
                    </a:lnTo>
                    <a:lnTo>
                      <a:pt x="22120" y="8378"/>
                    </a:lnTo>
                    <a:lnTo>
                      <a:pt x="22186" y="8247"/>
                    </a:lnTo>
                    <a:lnTo>
                      <a:pt x="22251" y="8181"/>
                    </a:lnTo>
                    <a:lnTo>
                      <a:pt x="22382" y="8181"/>
                    </a:lnTo>
                    <a:lnTo>
                      <a:pt x="22448" y="8116"/>
                    </a:lnTo>
                    <a:lnTo>
                      <a:pt x="22578" y="8050"/>
                    </a:lnTo>
                    <a:lnTo>
                      <a:pt x="22578" y="7919"/>
                    </a:lnTo>
                    <a:lnTo>
                      <a:pt x="22448" y="7396"/>
                    </a:lnTo>
                    <a:lnTo>
                      <a:pt x="22906" y="8050"/>
                    </a:lnTo>
                    <a:lnTo>
                      <a:pt x="23037" y="8116"/>
                    </a:lnTo>
                    <a:lnTo>
                      <a:pt x="23233" y="8116"/>
                    </a:lnTo>
                    <a:lnTo>
                      <a:pt x="23364" y="7985"/>
                    </a:lnTo>
                    <a:lnTo>
                      <a:pt x="23364" y="7919"/>
                    </a:lnTo>
                    <a:lnTo>
                      <a:pt x="23364" y="7854"/>
                    </a:lnTo>
                    <a:lnTo>
                      <a:pt x="22644" y="6152"/>
                    </a:lnTo>
                    <a:lnTo>
                      <a:pt x="22644" y="6152"/>
                    </a:lnTo>
                    <a:lnTo>
                      <a:pt x="23560" y="7330"/>
                    </a:lnTo>
                    <a:lnTo>
                      <a:pt x="23625" y="7461"/>
                    </a:lnTo>
                    <a:lnTo>
                      <a:pt x="23822" y="7461"/>
                    </a:lnTo>
                    <a:lnTo>
                      <a:pt x="23953" y="7396"/>
                    </a:lnTo>
                    <a:lnTo>
                      <a:pt x="24476" y="9490"/>
                    </a:lnTo>
                    <a:lnTo>
                      <a:pt x="25065" y="11519"/>
                    </a:lnTo>
                    <a:lnTo>
                      <a:pt x="25262" y="12566"/>
                    </a:lnTo>
                    <a:lnTo>
                      <a:pt x="25458" y="13613"/>
                    </a:lnTo>
                    <a:lnTo>
                      <a:pt x="25589" y="14660"/>
                    </a:lnTo>
                    <a:lnTo>
                      <a:pt x="25589" y="15707"/>
                    </a:lnTo>
                    <a:lnTo>
                      <a:pt x="25327" y="16689"/>
                    </a:lnTo>
                    <a:lnTo>
                      <a:pt x="24934" y="17605"/>
                    </a:lnTo>
                    <a:lnTo>
                      <a:pt x="24476" y="18521"/>
                    </a:lnTo>
                    <a:lnTo>
                      <a:pt x="24018" y="19372"/>
                    </a:lnTo>
                    <a:lnTo>
                      <a:pt x="23429" y="20223"/>
                    </a:lnTo>
                    <a:lnTo>
                      <a:pt x="22840" y="21008"/>
                    </a:lnTo>
                    <a:lnTo>
                      <a:pt x="22120" y="21728"/>
                    </a:lnTo>
                    <a:lnTo>
                      <a:pt x="21400" y="22382"/>
                    </a:lnTo>
                    <a:lnTo>
                      <a:pt x="20615" y="22971"/>
                    </a:lnTo>
                    <a:lnTo>
                      <a:pt x="19764" y="23430"/>
                    </a:lnTo>
                    <a:lnTo>
                      <a:pt x="18914" y="23822"/>
                    </a:lnTo>
                    <a:lnTo>
                      <a:pt x="17997" y="24149"/>
                    </a:lnTo>
                    <a:lnTo>
                      <a:pt x="17147" y="24411"/>
                    </a:lnTo>
                    <a:lnTo>
                      <a:pt x="16165" y="24673"/>
                    </a:lnTo>
                    <a:lnTo>
                      <a:pt x="14333" y="25000"/>
                    </a:lnTo>
                    <a:lnTo>
                      <a:pt x="12827" y="25196"/>
                    </a:lnTo>
                    <a:lnTo>
                      <a:pt x="11846" y="25131"/>
                    </a:lnTo>
                    <a:lnTo>
                      <a:pt x="10799" y="24935"/>
                    </a:lnTo>
                    <a:lnTo>
                      <a:pt x="9817" y="24738"/>
                    </a:lnTo>
                    <a:lnTo>
                      <a:pt x="8901" y="24477"/>
                    </a:lnTo>
                    <a:lnTo>
                      <a:pt x="8312" y="24084"/>
                    </a:lnTo>
                    <a:lnTo>
                      <a:pt x="7723" y="23691"/>
                    </a:lnTo>
                    <a:lnTo>
                      <a:pt x="7199" y="23233"/>
                    </a:lnTo>
                    <a:lnTo>
                      <a:pt x="6676" y="22775"/>
                    </a:lnTo>
                    <a:lnTo>
                      <a:pt x="6087" y="22121"/>
                    </a:lnTo>
                    <a:lnTo>
                      <a:pt x="5498" y="21466"/>
                    </a:lnTo>
                    <a:lnTo>
                      <a:pt x="4974" y="20812"/>
                    </a:lnTo>
                    <a:lnTo>
                      <a:pt x="4516" y="20092"/>
                    </a:lnTo>
                    <a:lnTo>
                      <a:pt x="4123" y="19307"/>
                    </a:lnTo>
                    <a:lnTo>
                      <a:pt x="3731" y="18521"/>
                    </a:lnTo>
                    <a:lnTo>
                      <a:pt x="3404" y="17736"/>
                    </a:lnTo>
                    <a:lnTo>
                      <a:pt x="3142" y="16951"/>
                    </a:lnTo>
                    <a:lnTo>
                      <a:pt x="2880" y="16100"/>
                    </a:lnTo>
                    <a:lnTo>
                      <a:pt x="2749" y="15249"/>
                    </a:lnTo>
                    <a:lnTo>
                      <a:pt x="2618" y="14398"/>
                    </a:lnTo>
                    <a:lnTo>
                      <a:pt x="2553" y="13548"/>
                    </a:lnTo>
                    <a:lnTo>
                      <a:pt x="2553" y="12631"/>
                    </a:lnTo>
                    <a:lnTo>
                      <a:pt x="2618" y="11781"/>
                    </a:lnTo>
                    <a:lnTo>
                      <a:pt x="2749" y="10930"/>
                    </a:lnTo>
                    <a:lnTo>
                      <a:pt x="2945" y="10079"/>
                    </a:lnTo>
                    <a:lnTo>
                      <a:pt x="3142" y="9359"/>
                    </a:lnTo>
                    <a:lnTo>
                      <a:pt x="3404" y="8639"/>
                    </a:lnTo>
                    <a:lnTo>
                      <a:pt x="3469" y="8574"/>
                    </a:lnTo>
                    <a:lnTo>
                      <a:pt x="3993" y="7789"/>
                    </a:lnTo>
                    <a:lnTo>
                      <a:pt x="4451" y="7200"/>
                    </a:lnTo>
                    <a:lnTo>
                      <a:pt x="4974" y="6611"/>
                    </a:lnTo>
                    <a:lnTo>
                      <a:pt x="5563" y="6087"/>
                    </a:lnTo>
                    <a:lnTo>
                      <a:pt x="6152" y="5563"/>
                    </a:lnTo>
                    <a:lnTo>
                      <a:pt x="7396" y="4647"/>
                    </a:lnTo>
                    <a:lnTo>
                      <a:pt x="8704" y="3796"/>
                    </a:lnTo>
                    <a:lnTo>
                      <a:pt x="10144" y="3011"/>
                    </a:lnTo>
                    <a:lnTo>
                      <a:pt x="11584" y="2422"/>
                    </a:lnTo>
                    <a:lnTo>
                      <a:pt x="13024" y="1899"/>
                    </a:lnTo>
                    <a:lnTo>
                      <a:pt x="14463" y="1441"/>
                    </a:lnTo>
                    <a:lnTo>
                      <a:pt x="14594" y="1375"/>
                    </a:lnTo>
                    <a:lnTo>
                      <a:pt x="14594" y="1310"/>
                    </a:lnTo>
                    <a:lnTo>
                      <a:pt x="14660" y="1310"/>
                    </a:lnTo>
                    <a:lnTo>
                      <a:pt x="14725" y="1179"/>
                    </a:lnTo>
                    <a:lnTo>
                      <a:pt x="14791" y="1113"/>
                    </a:lnTo>
                    <a:lnTo>
                      <a:pt x="14725" y="982"/>
                    </a:lnTo>
                    <a:lnTo>
                      <a:pt x="14660" y="917"/>
                    </a:lnTo>
                    <a:lnTo>
                      <a:pt x="13547" y="655"/>
                    </a:lnTo>
                    <a:lnTo>
                      <a:pt x="12500" y="590"/>
                    </a:lnTo>
                    <a:lnTo>
                      <a:pt x="13416" y="524"/>
                    </a:lnTo>
                    <a:lnTo>
                      <a:pt x="14333" y="524"/>
                    </a:lnTo>
                    <a:lnTo>
                      <a:pt x="14463" y="459"/>
                    </a:lnTo>
                    <a:lnTo>
                      <a:pt x="14463" y="393"/>
                    </a:lnTo>
                    <a:lnTo>
                      <a:pt x="14463" y="263"/>
                    </a:lnTo>
                    <a:lnTo>
                      <a:pt x="14333" y="197"/>
                    </a:lnTo>
                    <a:lnTo>
                      <a:pt x="13482" y="197"/>
                    </a:lnTo>
                    <a:lnTo>
                      <a:pt x="13416" y="66"/>
                    </a:lnTo>
                    <a:lnTo>
                      <a:pt x="13285" y="1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69" name="Google Shape;669;p30"/>
          <p:cNvSpPr txBox="1"/>
          <p:nvPr/>
        </p:nvSpPr>
        <p:spPr>
          <a:xfrm>
            <a:off x="944226" y="1989525"/>
            <a:ext cx="552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b="1" sz="2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70" name="Google Shape;670;p30"/>
          <p:cNvSpPr txBox="1"/>
          <p:nvPr/>
        </p:nvSpPr>
        <p:spPr>
          <a:xfrm>
            <a:off x="3473426" y="1989525"/>
            <a:ext cx="552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b="1" sz="2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71" name="Google Shape;671;p30"/>
          <p:cNvSpPr txBox="1"/>
          <p:nvPr/>
        </p:nvSpPr>
        <p:spPr>
          <a:xfrm>
            <a:off x="5949926" y="1989525"/>
            <a:ext cx="552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03</a:t>
            </a:r>
            <a:endParaRPr b="1" sz="2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6" name="Google Shape;676;p31"/>
          <p:cNvGrpSpPr/>
          <p:nvPr/>
        </p:nvGrpSpPr>
        <p:grpSpPr>
          <a:xfrm>
            <a:off x="1041000" y="1182585"/>
            <a:ext cx="7062003" cy="3563042"/>
            <a:chOff x="1041000" y="1182585"/>
            <a:chExt cx="7062003" cy="3563042"/>
          </a:xfrm>
        </p:grpSpPr>
        <p:sp>
          <p:nvSpPr>
            <p:cNvPr id="677" name="Google Shape;677;p31"/>
            <p:cNvSpPr/>
            <p:nvPr/>
          </p:nvSpPr>
          <p:spPr>
            <a:xfrm>
              <a:off x="1041000" y="1504700"/>
              <a:ext cx="1578966" cy="3240927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856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31"/>
            <p:cNvSpPr/>
            <p:nvPr/>
          </p:nvSpPr>
          <p:spPr>
            <a:xfrm>
              <a:off x="1041000" y="3545574"/>
              <a:ext cx="1578325" cy="942175"/>
            </a:xfrm>
            <a:custGeom>
              <a:rect b="b" l="l" r="r" t="t"/>
              <a:pathLst>
                <a:path extrusionOk="0" h="2246" w="2859">
                  <a:moveTo>
                    <a:pt x="0" y="2245"/>
                  </a:moveTo>
                  <a:lnTo>
                    <a:pt x="0" y="0"/>
                  </a:lnTo>
                  <a:lnTo>
                    <a:pt x="2858" y="0"/>
                  </a:lnTo>
                  <a:lnTo>
                    <a:pt x="2858" y="2245"/>
                  </a:lnTo>
                  <a:lnTo>
                    <a:pt x="0" y="2245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600" u="non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31"/>
            <p:cNvSpPr/>
            <p:nvPr/>
          </p:nvSpPr>
          <p:spPr>
            <a:xfrm>
              <a:off x="1492328" y="1185600"/>
              <a:ext cx="675670" cy="672028"/>
            </a:xfrm>
            <a:custGeom>
              <a:rect b="b" l="l" r="r" t="t"/>
              <a:pathLst>
                <a:path extrusionOk="0" h="1600" w="1608">
                  <a:moveTo>
                    <a:pt x="1607" y="804"/>
                  </a:moveTo>
                  <a:lnTo>
                    <a:pt x="1607" y="804"/>
                  </a:lnTo>
                  <a:cubicBezTo>
                    <a:pt x="1607" y="1243"/>
                    <a:pt x="1251" y="1599"/>
                    <a:pt x="804" y="1599"/>
                  </a:cubicBezTo>
                  <a:cubicBezTo>
                    <a:pt x="365" y="1599"/>
                    <a:pt x="0" y="1243"/>
                    <a:pt x="0" y="804"/>
                  </a:cubicBezTo>
                  <a:cubicBezTo>
                    <a:pt x="0" y="357"/>
                    <a:pt x="365" y="0"/>
                    <a:pt x="804" y="0"/>
                  </a:cubicBezTo>
                  <a:cubicBezTo>
                    <a:pt x="1251" y="0"/>
                    <a:pt x="1607" y="357"/>
                    <a:pt x="1607" y="804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600" u="non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31"/>
            <p:cNvSpPr/>
            <p:nvPr/>
          </p:nvSpPr>
          <p:spPr>
            <a:xfrm>
              <a:off x="1492337" y="1182585"/>
              <a:ext cx="675688" cy="678062"/>
            </a:xfrm>
            <a:custGeom>
              <a:rect b="b" l="l" r="r" t="t"/>
              <a:pathLst>
                <a:path extrusionOk="0" h="24842" w="24755">
                  <a:moveTo>
                    <a:pt x="12463" y="733"/>
                  </a:moveTo>
                  <a:cubicBezTo>
                    <a:pt x="13540" y="733"/>
                    <a:pt x="14271" y="733"/>
                    <a:pt x="15068" y="905"/>
                  </a:cubicBezTo>
                  <a:cubicBezTo>
                    <a:pt x="15778" y="1077"/>
                    <a:pt x="16510" y="1357"/>
                    <a:pt x="17393" y="1809"/>
                  </a:cubicBezTo>
                  <a:cubicBezTo>
                    <a:pt x="19287" y="2692"/>
                    <a:pt x="20901" y="4392"/>
                    <a:pt x="21891" y="5576"/>
                  </a:cubicBezTo>
                  <a:cubicBezTo>
                    <a:pt x="22774" y="6738"/>
                    <a:pt x="23958" y="9063"/>
                    <a:pt x="24044" y="12378"/>
                  </a:cubicBezTo>
                  <a:lnTo>
                    <a:pt x="24044" y="12658"/>
                  </a:lnTo>
                  <a:cubicBezTo>
                    <a:pt x="24044" y="14272"/>
                    <a:pt x="23764" y="15521"/>
                    <a:pt x="23226" y="16683"/>
                  </a:cubicBezTo>
                  <a:cubicBezTo>
                    <a:pt x="22688" y="17846"/>
                    <a:pt x="21978" y="18922"/>
                    <a:pt x="21267" y="19998"/>
                  </a:cubicBezTo>
                  <a:cubicBezTo>
                    <a:pt x="20535" y="20988"/>
                    <a:pt x="19739" y="21806"/>
                    <a:pt x="18663" y="22430"/>
                  </a:cubicBezTo>
                  <a:cubicBezTo>
                    <a:pt x="17586" y="23055"/>
                    <a:pt x="16316" y="23421"/>
                    <a:pt x="14896" y="23873"/>
                  </a:cubicBezTo>
                  <a:cubicBezTo>
                    <a:pt x="14164" y="24045"/>
                    <a:pt x="13453" y="24131"/>
                    <a:pt x="12657" y="24131"/>
                  </a:cubicBezTo>
                  <a:cubicBezTo>
                    <a:pt x="10677" y="24131"/>
                    <a:pt x="8696" y="23507"/>
                    <a:pt x="7986" y="23334"/>
                  </a:cubicBezTo>
                  <a:cubicBezTo>
                    <a:pt x="7362" y="23055"/>
                    <a:pt x="6544" y="22796"/>
                    <a:pt x="5747" y="22258"/>
                  </a:cubicBezTo>
                  <a:cubicBezTo>
                    <a:pt x="4929" y="21720"/>
                    <a:pt x="3939" y="20902"/>
                    <a:pt x="3057" y="19568"/>
                  </a:cubicBezTo>
                  <a:cubicBezTo>
                    <a:pt x="1980" y="17953"/>
                    <a:pt x="1442" y="16597"/>
                    <a:pt x="1076" y="15262"/>
                  </a:cubicBezTo>
                  <a:cubicBezTo>
                    <a:pt x="818" y="13992"/>
                    <a:pt x="710" y="12658"/>
                    <a:pt x="710" y="11216"/>
                  </a:cubicBezTo>
                  <a:lnTo>
                    <a:pt x="710" y="11043"/>
                  </a:lnTo>
                  <a:cubicBezTo>
                    <a:pt x="710" y="9601"/>
                    <a:pt x="1162" y="8267"/>
                    <a:pt x="1894" y="6911"/>
                  </a:cubicBezTo>
                  <a:cubicBezTo>
                    <a:pt x="2691" y="5662"/>
                    <a:pt x="3595" y="4500"/>
                    <a:pt x="4477" y="3682"/>
                  </a:cubicBezTo>
                  <a:cubicBezTo>
                    <a:pt x="5381" y="2885"/>
                    <a:pt x="6630" y="2067"/>
                    <a:pt x="8072" y="1529"/>
                  </a:cubicBezTo>
                  <a:cubicBezTo>
                    <a:pt x="9514" y="991"/>
                    <a:pt x="11043" y="733"/>
                    <a:pt x="12377" y="733"/>
                  </a:cubicBezTo>
                  <a:close/>
                  <a:moveTo>
                    <a:pt x="12377" y="1"/>
                  </a:moveTo>
                  <a:cubicBezTo>
                    <a:pt x="10849" y="1"/>
                    <a:pt x="9234" y="367"/>
                    <a:pt x="7814" y="905"/>
                  </a:cubicBezTo>
                  <a:cubicBezTo>
                    <a:pt x="6372" y="1443"/>
                    <a:pt x="5016" y="2240"/>
                    <a:pt x="4047" y="3144"/>
                  </a:cubicBezTo>
                  <a:cubicBezTo>
                    <a:pt x="3057" y="4048"/>
                    <a:pt x="2067" y="5210"/>
                    <a:pt x="1249" y="6545"/>
                  </a:cubicBezTo>
                  <a:cubicBezTo>
                    <a:pt x="538" y="7901"/>
                    <a:pt x="0" y="9515"/>
                    <a:pt x="0" y="11043"/>
                  </a:cubicBezTo>
                  <a:lnTo>
                    <a:pt x="0" y="11216"/>
                  </a:lnTo>
                  <a:cubicBezTo>
                    <a:pt x="0" y="12744"/>
                    <a:pt x="86" y="14079"/>
                    <a:pt x="452" y="15435"/>
                  </a:cubicBezTo>
                  <a:cubicBezTo>
                    <a:pt x="710" y="16877"/>
                    <a:pt x="1356" y="18298"/>
                    <a:pt x="2519" y="19912"/>
                  </a:cubicBezTo>
                  <a:cubicBezTo>
                    <a:pt x="3401" y="21354"/>
                    <a:pt x="4391" y="22258"/>
                    <a:pt x="5381" y="22882"/>
                  </a:cubicBezTo>
                  <a:cubicBezTo>
                    <a:pt x="6286" y="23421"/>
                    <a:pt x="7168" y="23765"/>
                    <a:pt x="7814" y="23959"/>
                  </a:cubicBezTo>
                  <a:cubicBezTo>
                    <a:pt x="8524" y="24217"/>
                    <a:pt x="10504" y="24841"/>
                    <a:pt x="12657" y="24841"/>
                  </a:cubicBezTo>
                  <a:cubicBezTo>
                    <a:pt x="13453" y="24841"/>
                    <a:pt x="14271" y="24755"/>
                    <a:pt x="15068" y="24497"/>
                  </a:cubicBezTo>
                  <a:cubicBezTo>
                    <a:pt x="16596" y="24131"/>
                    <a:pt x="17845" y="23679"/>
                    <a:pt x="19007" y="23055"/>
                  </a:cubicBezTo>
                  <a:cubicBezTo>
                    <a:pt x="20191" y="22344"/>
                    <a:pt x="21073" y="21526"/>
                    <a:pt x="21891" y="20364"/>
                  </a:cubicBezTo>
                  <a:cubicBezTo>
                    <a:pt x="22602" y="19288"/>
                    <a:pt x="23312" y="18211"/>
                    <a:pt x="23850" y="16963"/>
                  </a:cubicBezTo>
                  <a:cubicBezTo>
                    <a:pt x="24388" y="15801"/>
                    <a:pt x="24754" y="14358"/>
                    <a:pt x="24754" y="12658"/>
                  </a:cubicBezTo>
                  <a:lnTo>
                    <a:pt x="24754" y="12378"/>
                  </a:lnTo>
                  <a:cubicBezTo>
                    <a:pt x="24668" y="8891"/>
                    <a:pt x="23506" y="6372"/>
                    <a:pt x="22430" y="5124"/>
                  </a:cubicBezTo>
                  <a:cubicBezTo>
                    <a:pt x="21439" y="3854"/>
                    <a:pt x="19739" y="2153"/>
                    <a:pt x="17759" y="1163"/>
                  </a:cubicBezTo>
                  <a:cubicBezTo>
                    <a:pt x="16768" y="733"/>
                    <a:pt x="16058" y="453"/>
                    <a:pt x="15240" y="195"/>
                  </a:cubicBezTo>
                  <a:cubicBezTo>
                    <a:pt x="14358" y="1"/>
                    <a:pt x="13540" y="1"/>
                    <a:pt x="124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31"/>
            <p:cNvSpPr/>
            <p:nvPr/>
          </p:nvSpPr>
          <p:spPr>
            <a:xfrm>
              <a:off x="2870238" y="1504700"/>
              <a:ext cx="1578966" cy="3240927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1"/>
            <p:cNvSpPr/>
            <p:nvPr/>
          </p:nvSpPr>
          <p:spPr>
            <a:xfrm>
              <a:off x="2870237" y="3545574"/>
              <a:ext cx="1578325" cy="942175"/>
            </a:xfrm>
            <a:custGeom>
              <a:rect b="b" l="l" r="r" t="t"/>
              <a:pathLst>
                <a:path extrusionOk="0" h="2246" w="2859">
                  <a:moveTo>
                    <a:pt x="0" y="2245"/>
                  </a:moveTo>
                  <a:lnTo>
                    <a:pt x="0" y="0"/>
                  </a:lnTo>
                  <a:lnTo>
                    <a:pt x="2858" y="0"/>
                  </a:lnTo>
                  <a:lnTo>
                    <a:pt x="2858" y="2245"/>
                  </a:lnTo>
                  <a:lnTo>
                    <a:pt x="0" y="2245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600" u="non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31"/>
            <p:cNvSpPr/>
            <p:nvPr/>
          </p:nvSpPr>
          <p:spPr>
            <a:xfrm>
              <a:off x="3321565" y="1185600"/>
              <a:ext cx="675670" cy="672028"/>
            </a:xfrm>
            <a:custGeom>
              <a:rect b="b" l="l" r="r" t="t"/>
              <a:pathLst>
                <a:path extrusionOk="0" h="1600" w="1608">
                  <a:moveTo>
                    <a:pt x="1607" y="804"/>
                  </a:moveTo>
                  <a:lnTo>
                    <a:pt x="1607" y="804"/>
                  </a:lnTo>
                  <a:cubicBezTo>
                    <a:pt x="1607" y="1243"/>
                    <a:pt x="1251" y="1599"/>
                    <a:pt x="804" y="1599"/>
                  </a:cubicBezTo>
                  <a:cubicBezTo>
                    <a:pt x="365" y="1599"/>
                    <a:pt x="0" y="1243"/>
                    <a:pt x="0" y="804"/>
                  </a:cubicBezTo>
                  <a:cubicBezTo>
                    <a:pt x="0" y="357"/>
                    <a:pt x="365" y="0"/>
                    <a:pt x="804" y="0"/>
                  </a:cubicBezTo>
                  <a:cubicBezTo>
                    <a:pt x="1251" y="0"/>
                    <a:pt x="1607" y="357"/>
                    <a:pt x="1607" y="804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600" u="non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31"/>
            <p:cNvSpPr/>
            <p:nvPr/>
          </p:nvSpPr>
          <p:spPr>
            <a:xfrm>
              <a:off x="3321575" y="1182585"/>
              <a:ext cx="675688" cy="678062"/>
            </a:xfrm>
            <a:custGeom>
              <a:rect b="b" l="l" r="r" t="t"/>
              <a:pathLst>
                <a:path extrusionOk="0" h="24842" w="24755">
                  <a:moveTo>
                    <a:pt x="12463" y="733"/>
                  </a:moveTo>
                  <a:cubicBezTo>
                    <a:pt x="13540" y="733"/>
                    <a:pt x="14271" y="733"/>
                    <a:pt x="15068" y="905"/>
                  </a:cubicBezTo>
                  <a:cubicBezTo>
                    <a:pt x="15778" y="1077"/>
                    <a:pt x="16510" y="1357"/>
                    <a:pt x="17393" y="1809"/>
                  </a:cubicBezTo>
                  <a:cubicBezTo>
                    <a:pt x="19287" y="2692"/>
                    <a:pt x="20901" y="4392"/>
                    <a:pt x="21891" y="5576"/>
                  </a:cubicBezTo>
                  <a:cubicBezTo>
                    <a:pt x="22774" y="6738"/>
                    <a:pt x="23958" y="9063"/>
                    <a:pt x="24044" y="12378"/>
                  </a:cubicBezTo>
                  <a:lnTo>
                    <a:pt x="24044" y="12658"/>
                  </a:lnTo>
                  <a:cubicBezTo>
                    <a:pt x="24044" y="14272"/>
                    <a:pt x="23764" y="15521"/>
                    <a:pt x="23226" y="16683"/>
                  </a:cubicBezTo>
                  <a:cubicBezTo>
                    <a:pt x="22688" y="17846"/>
                    <a:pt x="21978" y="18922"/>
                    <a:pt x="21267" y="19998"/>
                  </a:cubicBezTo>
                  <a:cubicBezTo>
                    <a:pt x="20535" y="20988"/>
                    <a:pt x="19739" y="21806"/>
                    <a:pt x="18663" y="22430"/>
                  </a:cubicBezTo>
                  <a:cubicBezTo>
                    <a:pt x="17586" y="23055"/>
                    <a:pt x="16316" y="23421"/>
                    <a:pt x="14896" y="23873"/>
                  </a:cubicBezTo>
                  <a:cubicBezTo>
                    <a:pt x="14164" y="24045"/>
                    <a:pt x="13453" y="24131"/>
                    <a:pt x="12657" y="24131"/>
                  </a:cubicBezTo>
                  <a:cubicBezTo>
                    <a:pt x="10677" y="24131"/>
                    <a:pt x="8696" y="23507"/>
                    <a:pt x="7986" y="23334"/>
                  </a:cubicBezTo>
                  <a:cubicBezTo>
                    <a:pt x="7362" y="23055"/>
                    <a:pt x="6544" y="22796"/>
                    <a:pt x="5747" y="22258"/>
                  </a:cubicBezTo>
                  <a:cubicBezTo>
                    <a:pt x="4929" y="21720"/>
                    <a:pt x="3939" y="20902"/>
                    <a:pt x="3057" y="19568"/>
                  </a:cubicBezTo>
                  <a:cubicBezTo>
                    <a:pt x="1980" y="17953"/>
                    <a:pt x="1442" y="16597"/>
                    <a:pt x="1076" y="15262"/>
                  </a:cubicBezTo>
                  <a:cubicBezTo>
                    <a:pt x="818" y="13992"/>
                    <a:pt x="710" y="12658"/>
                    <a:pt x="710" y="11216"/>
                  </a:cubicBezTo>
                  <a:lnTo>
                    <a:pt x="710" y="11043"/>
                  </a:lnTo>
                  <a:cubicBezTo>
                    <a:pt x="710" y="9601"/>
                    <a:pt x="1162" y="8267"/>
                    <a:pt x="1894" y="6911"/>
                  </a:cubicBezTo>
                  <a:cubicBezTo>
                    <a:pt x="2691" y="5662"/>
                    <a:pt x="3595" y="4500"/>
                    <a:pt x="4477" y="3682"/>
                  </a:cubicBezTo>
                  <a:cubicBezTo>
                    <a:pt x="5381" y="2885"/>
                    <a:pt x="6630" y="2067"/>
                    <a:pt x="8072" y="1529"/>
                  </a:cubicBezTo>
                  <a:cubicBezTo>
                    <a:pt x="9514" y="991"/>
                    <a:pt x="11043" y="733"/>
                    <a:pt x="12377" y="733"/>
                  </a:cubicBezTo>
                  <a:close/>
                  <a:moveTo>
                    <a:pt x="12377" y="1"/>
                  </a:moveTo>
                  <a:cubicBezTo>
                    <a:pt x="10849" y="1"/>
                    <a:pt x="9234" y="367"/>
                    <a:pt x="7814" y="905"/>
                  </a:cubicBezTo>
                  <a:cubicBezTo>
                    <a:pt x="6372" y="1443"/>
                    <a:pt x="5016" y="2240"/>
                    <a:pt x="4047" y="3144"/>
                  </a:cubicBezTo>
                  <a:cubicBezTo>
                    <a:pt x="3057" y="4048"/>
                    <a:pt x="2067" y="5210"/>
                    <a:pt x="1249" y="6545"/>
                  </a:cubicBezTo>
                  <a:cubicBezTo>
                    <a:pt x="538" y="7901"/>
                    <a:pt x="0" y="9515"/>
                    <a:pt x="0" y="11043"/>
                  </a:cubicBezTo>
                  <a:lnTo>
                    <a:pt x="0" y="11216"/>
                  </a:lnTo>
                  <a:cubicBezTo>
                    <a:pt x="0" y="12744"/>
                    <a:pt x="86" y="14079"/>
                    <a:pt x="452" y="15435"/>
                  </a:cubicBezTo>
                  <a:cubicBezTo>
                    <a:pt x="710" y="16877"/>
                    <a:pt x="1356" y="18298"/>
                    <a:pt x="2519" y="19912"/>
                  </a:cubicBezTo>
                  <a:cubicBezTo>
                    <a:pt x="3401" y="21354"/>
                    <a:pt x="4391" y="22258"/>
                    <a:pt x="5381" y="22882"/>
                  </a:cubicBezTo>
                  <a:cubicBezTo>
                    <a:pt x="6286" y="23421"/>
                    <a:pt x="7168" y="23765"/>
                    <a:pt x="7814" y="23959"/>
                  </a:cubicBezTo>
                  <a:cubicBezTo>
                    <a:pt x="8524" y="24217"/>
                    <a:pt x="10504" y="24841"/>
                    <a:pt x="12657" y="24841"/>
                  </a:cubicBezTo>
                  <a:cubicBezTo>
                    <a:pt x="13453" y="24841"/>
                    <a:pt x="14271" y="24755"/>
                    <a:pt x="15068" y="24497"/>
                  </a:cubicBezTo>
                  <a:cubicBezTo>
                    <a:pt x="16596" y="24131"/>
                    <a:pt x="17845" y="23679"/>
                    <a:pt x="19007" y="23055"/>
                  </a:cubicBezTo>
                  <a:cubicBezTo>
                    <a:pt x="20191" y="22344"/>
                    <a:pt x="21073" y="21526"/>
                    <a:pt x="21891" y="20364"/>
                  </a:cubicBezTo>
                  <a:cubicBezTo>
                    <a:pt x="22602" y="19288"/>
                    <a:pt x="23312" y="18211"/>
                    <a:pt x="23850" y="16963"/>
                  </a:cubicBezTo>
                  <a:cubicBezTo>
                    <a:pt x="24388" y="15801"/>
                    <a:pt x="24754" y="14358"/>
                    <a:pt x="24754" y="12658"/>
                  </a:cubicBezTo>
                  <a:lnTo>
                    <a:pt x="24754" y="12378"/>
                  </a:lnTo>
                  <a:cubicBezTo>
                    <a:pt x="24668" y="8891"/>
                    <a:pt x="23506" y="6372"/>
                    <a:pt x="22430" y="5124"/>
                  </a:cubicBezTo>
                  <a:cubicBezTo>
                    <a:pt x="21439" y="3854"/>
                    <a:pt x="19739" y="2153"/>
                    <a:pt x="17759" y="1163"/>
                  </a:cubicBezTo>
                  <a:cubicBezTo>
                    <a:pt x="16768" y="733"/>
                    <a:pt x="16058" y="453"/>
                    <a:pt x="15240" y="195"/>
                  </a:cubicBezTo>
                  <a:cubicBezTo>
                    <a:pt x="14358" y="1"/>
                    <a:pt x="13540" y="1"/>
                    <a:pt x="124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1"/>
            <p:cNvSpPr/>
            <p:nvPr/>
          </p:nvSpPr>
          <p:spPr>
            <a:xfrm>
              <a:off x="4697138" y="1504700"/>
              <a:ext cx="1578966" cy="3240927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1"/>
            <p:cNvSpPr/>
            <p:nvPr/>
          </p:nvSpPr>
          <p:spPr>
            <a:xfrm>
              <a:off x="4697137" y="3545574"/>
              <a:ext cx="1578325" cy="942175"/>
            </a:xfrm>
            <a:custGeom>
              <a:rect b="b" l="l" r="r" t="t"/>
              <a:pathLst>
                <a:path extrusionOk="0" h="2246" w="2859">
                  <a:moveTo>
                    <a:pt x="0" y="2245"/>
                  </a:moveTo>
                  <a:lnTo>
                    <a:pt x="0" y="0"/>
                  </a:lnTo>
                  <a:lnTo>
                    <a:pt x="2858" y="0"/>
                  </a:lnTo>
                  <a:lnTo>
                    <a:pt x="2858" y="2245"/>
                  </a:lnTo>
                  <a:lnTo>
                    <a:pt x="0" y="2245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600" u="non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31"/>
            <p:cNvSpPr/>
            <p:nvPr/>
          </p:nvSpPr>
          <p:spPr>
            <a:xfrm>
              <a:off x="5148465" y="1185600"/>
              <a:ext cx="675670" cy="672028"/>
            </a:xfrm>
            <a:custGeom>
              <a:rect b="b" l="l" r="r" t="t"/>
              <a:pathLst>
                <a:path extrusionOk="0" h="1600" w="1608">
                  <a:moveTo>
                    <a:pt x="1607" y="804"/>
                  </a:moveTo>
                  <a:lnTo>
                    <a:pt x="1607" y="804"/>
                  </a:lnTo>
                  <a:cubicBezTo>
                    <a:pt x="1607" y="1243"/>
                    <a:pt x="1251" y="1599"/>
                    <a:pt x="804" y="1599"/>
                  </a:cubicBezTo>
                  <a:cubicBezTo>
                    <a:pt x="365" y="1599"/>
                    <a:pt x="0" y="1243"/>
                    <a:pt x="0" y="804"/>
                  </a:cubicBezTo>
                  <a:cubicBezTo>
                    <a:pt x="0" y="357"/>
                    <a:pt x="365" y="0"/>
                    <a:pt x="804" y="0"/>
                  </a:cubicBezTo>
                  <a:cubicBezTo>
                    <a:pt x="1251" y="0"/>
                    <a:pt x="1607" y="357"/>
                    <a:pt x="1607" y="804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600" u="non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31"/>
            <p:cNvSpPr/>
            <p:nvPr/>
          </p:nvSpPr>
          <p:spPr>
            <a:xfrm>
              <a:off x="5148475" y="1182585"/>
              <a:ext cx="675688" cy="678062"/>
            </a:xfrm>
            <a:custGeom>
              <a:rect b="b" l="l" r="r" t="t"/>
              <a:pathLst>
                <a:path extrusionOk="0" h="24842" w="24755">
                  <a:moveTo>
                    <a:pt x="12463" y="733"/>
                  </a:moveTo>
                  <a:cubicBezTo>
                    <a:pt x="13540" y="733"/>
                    <a:pt x="14271" y="733"/>
                    <a:pt x="15068" y="905"/>
                  </a:cubicBezTo>
                  <a:cubicBezTo>
                    <a:pt x="15778" y="1077"/>
                    <a:pt x="16510" y="1357"/>
                    <a:pt x="17393" y="1809"/>
                  </a:cubicBezTo>
                  <a:cubicBezTo>
                    <a:pt x="19287" y="2692"/>
                    <a:pt x="20901" y="4392"/>
                    <a:pt x="21891" y="5576"/>
                  </a:cubicBezTo>
                  <a:cubicBezTo>
                    <a:pt x="22774" y="6738"/>
                    <a:pt x="23958" y="9063"/>
                    <a:pt x="24044" y="12378"/>
                  </a:cubicBezTo>
                  <a:lnTo>
                    <a:pt x="24044" y="12658"/>
                  </a:lnTo>
                  <a:cubicBezTo>
                    <a:pt x="24044" y="14272"/>
                    <a:pt x="23764" y="15521"/>
                    <a:pt x="23226" y="16683"/>
                  </a:cubicBezTo>
                  <a:cubicBezTo>
                    <a:pt x="22688" y="17846"/>
                    <a:pt x="21978" y="18922"/>
                    <a:pt x="21267" y="19998"/>
                  </a:cubicBezTo>
                  <a:cubicBezTo>
                    <a:pt x="20535" y="20988"/>
                    <a:pt x="19739" y="21806"/>
                    <a:pt x="18663" y="22430"/>
                  </a:cubicBezTo>
                  <a:cubicBezTo>
                    <a:pt x="17586" y="23055"/>
                    <a:pt x="16316" y="23421"/>
                    <a:pt x="14896" y="23873"/>
                  </a:cubicBezTo>
                  <a:cubicBezTo>
                    <a:pt x="14164" y="24045"/>
                    <a:pt x="13453" y="24131"/>
                    <a:pt x="12657" y="24131"/>
                  </a:cubicBezTo>
                  <a:cubicBezTo>
                    <a:pt x="10677" y="24131"/>
                    <a:pt x="8696" y="23507"/>
                    <a:pt x="7986" y="23334"/>
                  </a:cubicBezTo>
                  <a:cubicBezTo>
                    <a:pt x="7362" y="23055"/>
                    <a:pt x="6544" y="22796"/>
                    <a:pt x="5747" y="22258"/>
                  </a:cubicBezTo>
                  <a:cubicBezTo>
                    <a:pt x="4929" y="21720"/>
                    <a:pt x="3939" y="20902"/>
                    <a:pt x="3057" y="19568"/>
                  </a:cubicBezTo>
                  <a:cubicBezTo>
                    <a:pt x="1980" y="17953"/>
                    <a:pt x="1442" y="16597"/>
                    <a:pt x="1076" y="15262"/>
                  </a:cubicBezTo>
                  <a:cubicBezTo>
                    <a:pt x="818" y="13992"/>
                    <a:pt x="710" y="12658"/>
                    <a:pt x="710" y="11216"/>
                  </a:cubicBezTo>
                  <a:lnTo>
                    <a:pt x="710" y="11043"/>
                  </a:lnTo>
                  <a:cubicBezTo>
                    <a:pt x="710" y="9601"/>
                    <a:pt x="1162" y="8267"/>
                    <a:pt x="1894" y="6911"/>
                  </a:cubicBezTo>
                  <a:cubicBezTo>
                    <a:pt x="2691" y="5662"/>
                    <a:pt x="3595" y="4500"/>
                    <a:pt x="4477" y="3682"/>
                  </a:cubicBezTo>
                  <a:cubicBezTo>
                    <a:pt x="5381" y="2885"/>
                    <a:pt x="6630" y="2067"/>
                    <a:pt x="8072" y="1529"/>
                  </a:cubicBezTo>
                  <a:cubicBezTo>
                    <a:pt x="9514" y="991"/>
                    <a:pt x="11043" y="733"/>
                    <a:pt x="12377" y="733"/>
                  </a:cubicBezTo>
                  <a:close/>
                  <a:moveTo>
                    <a:pt x="12377" y="1"/>
                  </a:moveTo>
                  <a:cubicBezTo>
                    <a:pt x="10849" y="1"/>
                    <a:pt x="9234" y="367"/>
                    <a:pt x="7814" y="905"/>
                  </a:cubicBezTo>
                  <a:cubicBezTo>
                    <a:pt x="6372" y="1443"/>
                    <a:pt x="5016" y="2240"/>
                    <a:pt x="4047" y="3144"/>
                  </a:cubicBezTo>
                  <a:cubicBezTo>
                    <a:pt x="3057" y="4048"/>
                    <a:pt x="2067" y="5210"/>
                    <a:pt x="1249" y="6545"/>
                  </a:cubicBezTo>
                  <a:cubicBezTo>
                    <a:pt x="538" y="7901"/>
                    <a:pt x="0" y="9515"/>
                    <a:pt x="0" y="11043"/>
                  </a:cubicBezTo>
                  <a:lnTo>
                    <a:pt x="0" y="11216"/>
                  </a:lnTo>
                  <a:cubicBezTo>
                    <a:pt x="0" y="12744"/>
                    <a:pt x="86" y="14079"/>
                    <a:pt x="452" y="15435"/>
                  </a:cubicBezTo>
                  <a:cubicBezTo>
                    <a:pt x="710" y="16877"/>
                    <a:pt x="1356" y="18298"/>
                    <a:pt x="2519" y="19912"/>
                  </a:cubicBezTo>
                  <a:cubicBezTo>
                    <a:pt x="3401" y="21354"/>
                    <a:pt x="4391" y="22258"/>
                    <a:pt x="5381" y="22882"/>
                  </a:cubicBezTo>
                  <a:cubicBezTo>
                    <a:pt x="6286" y="23421"/>
                    <a:pt x="7168" y="23765"/>
                    <a:pt x="7814" y="23959"/>
                  </a:cubicBezTo>
                  <a:cubicBezTo>
                    <a:pt x="8524" y="24217"/>
                    <a:pt x="10504" y="24841"/>
                    <a:pt x="12657" y="24841"/>
                  </a:cubicBezTo>
                  <a:cubicBezTo>
                    <a:pt x="13453" y="24841"/>
                    <a:pt x="14271" y="24755"/>
                    <a:pt x="15068" y="24497"/>
                  </a:cubicBezTo>
                  <a:cubicBezTo>
                    <a:pt x="16596" y="24131"/>
                    <a:pt x="17845" y="23679"/>
                    <a:pt x="19007" y="23055"/>
                  </a:cubicBezTo>
                  <a:cubicBezTo>
                    <a:pt x="20191" y="22344"/>
                    <a:pt x="21073" y="21526"/>
                    <a:pt x="21891" y="20364"/>
                  </a:cubicBezTo>
                  <a:cubicBezTo>
                    <a:pt x="22602" y="19288"/>
                    <a:pt x="23312" y="18211"/>
                    <a:pt x="23850" y="16963"/>
                  </a:cubicBezTo>
                  <a:cubicBezTo>
                    <a:pt x="24388" y="15801"/>
                    <a:pt x="24754" y="14358"/>
                    <a:pt x="24754" y="12658"/>
                  </a:cubicBezTo>
                  <a:lnTo>
                    <a:pt x="24754" y="12378"/>
                  </a:lnTo>
                  <a:cubicBezTo>
                    <a:pt x="24668" y="8891"/>
                    <a:pt x="23506" y="6372"/>
                    <a:pt x="22430" y="5124"/>
                  </a:cubicBezTo>
                  <a:cubicBezTo>
                    <a:pt x="21439" y="3854"/>
                    <a:pt x="19739" y="2153"/>
                    <a:pt x="17759" y="1163"/>
                  </a:cubicBezTo>
                  <a:cubicBezTo>
                    <a:pt x="16768" y="733"/>
                    <a:pt x="16058" y="453"/>
                    <a:pt x="15240" y="195"/>
                  </a:cubicBezTo>
                  <a:cubicBezTo>
                    <a:pt x="14358" y="1"/>
                    <a:pt x="13540" y="1"/>
                    <a:pt x="12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1"/>
            <p:cNvSpPr/>
            <p:nvPr/>
          </p:nvSpPr>
          <p:spPr>
            <a:xfrm>
              <a:off x="6524038" y="1504700"/>
              <a:ext cx="1578966" cy="3240927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1"/>
            <p:cNvSpPr/>
            <p:nvPr/>
          </p:nvSpPr>
          <p:spPr>
            <a:xfrm>
              <a:off x="6524037" y="3545574"/>
              <a:ext cx="1578325" cy="942175"/>
            </a:xfrm>
            <a:custGeom>
              <a:rect b="b" l="l" r="r" t="t"/>
              <a:pathLst>
                <a:path extrusionOk="0" h="2246" w="2859">
                  <a:moveTo>
                    <a:pt x="0" y="2245"/>
                  </a:moveTo>
                  <a:lnTo>
                    <a:pt x="0" y="0"/>
                  </a:lnTo>
                  <a:lnTo>
                    <a:pt x="2858" y="0"/>
                  </a:lnTo>
                  <a:lnTo>
                    <a:pt x="2858" y="2245"/>
                  </a:lnTo>
                  <a:lnTo>
                    <a:pt x="0" y="2245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600" u="non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31"/>
            <p:cNvSpPr/>
            <p:nvPr/>
          </p:nvSpPr>
          <p:spPr>
            <a:xfrm>
              <a:off x="6975365" y="1185600"/>
              <a:ext cx="675670" cy="672028"/>
            </a:xfrm>
            <a:custGeom>
              <a:rect b="b" l="l" r="r" t="t"/>
              <a:pathLst>
                <a:path extrusionOk="0" h="1600" w="1608">
                  <a:moveTo>
                    <a:pt x="1607" y="804"/>
                  </a:moveTo>
                  <a:lnTo>
                    <a:pt x="1607" y="804"/>
                  </a:lnTo>
                  <a:cubicBezTo>
                    <a:pt x="1607" y="1243"/>
                    <a:pt x="1251" y="1599"/>
                    <a:pt x="804" y="1599"/>
                  </a:cubicBezTo>
                  <a:cubicBezTo>
                    <a:pt x="365" y="1599"/>
                    <a:pt x="0" y="1243"/>
                    <a:pt x="0" y="804"/>
                  </a:cubicBezTo>
                  <a:cubicBezTo>
                    <a:pt x="0" y="357"/>
                    <a:pt x="365" y="0"/>
                    <a:pt x="804" y="0"/>
                  </a:cubicBezTo>
                  <a:cubicBezTo>
                    <a:pt x="1251" y="0"/>
                    <a:pt x="1607" y="357"/>
                    <a:pt x="1607" y="804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600" u="non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31"/>
            <p:cNvSpPr/>
            <p:nvPr/>
          </p:nvSpPr>
          <p:spPr>
            <a:xfrm>
              <a:off x="6975375" y="1182585"/>
              <a:ext cx="675688" cy="678062"/>
            </a:xfrm>
            <a:custGeom>
              <a:rect b="b" l="l" r="r" t="t"/>
              <a:pathLst>
                <a:path extrusionOk="0" h="24842" w="24755">
                  <a:moveTo>
                    <a:pt x="12463" y="733"/>
                  </a:moveTo>
                  <a:cubicBezTo>
                    <a:pt x="13540" y="733"/>
                    <a:pt x="14271" y="733"/>
                    <a:pt x="15068" y="905"/>
                  </a:cubicBezTo>
                  <a:cubicBezTo>
                    <a:pt x="15778" y="1077"/>
                    <a:pt x="16510" y="1357"/>
                    <a:pt x="17393" y="1809"/>
                  </a:cubicBezTo>
                  <a:cubicBezTo>
                    <a:pt x="19287" y="2692"/>
                    <a:pt x="20901" y="4392"/>
                    <a:pt x="21891" y="5576"/>
                  </a:cubicBezTo>
                  <a:cubicBezTo>
                    <a:pt x="22774" y="6738"/>
                    <a:pt x="23958" y="9063"/>
                    <a:pt x="24044" y="12378"/>
                  </a:cubicBezTo>
                  <a:lnTo>
                    <a:pt x="24044" y="12658"/>
                  </a:lnTo>
                  <a:cubicBezTo>
                    <a:pt x="24044" y="14272"/>
                    <a:pt x="23764" y="15521"/>
                    <a:pt x="23226" y="16683"/>
                  </a:cubicBezTo>
                  <a:cubicBezTo>
                    <a:pt x="22688" y="17846"/>
                    <a:pt x="21978" y="18922"/>
                    <a:pt x="21267" y="19998"/>
                  </a:cubicBezTo>
                  <a:cubicBezTo>
                    <a:pt x="20535" y="20988"/>
                    <a:pt x="19739" y="21806"/>
                    <a:pt x="18663" y="22430"/>
                  </a:cubicBezTo>
                  <a:cubicBezTo>
                    <a:pt x="17586" y="23055"/>
                    <a:pt x="16316" y="23421"/>
                    <a:pt x="14896" y="23873"/>
                  </a:cubicBezTo>
                  <a:cubicBezTo>
                    <a:pt x="14164" y="24045"/>
                    <a:pt x="13453" y="24131"/>
                    <a:pt x="12657" y="24131"/>
                  </a:cubicBezTo>
                  <a:cubicBezTo>
                    <a:pt x="10677" y="24131"/>
                    <a:pt x="8696" y="23507"/>
                    <a:pt x="7986" y="23334"/>
                  </a:cubicBezTo>
                  <a:cubicBezTo>
                    <a:pt x="7362" y="23055"/>
                    <a:pt x="6544" y="22796"/>
                    <a:pt x="5747" y="22258"/>
                  </a:cubicBezTo>
                  <a:cubicBezTo>
                    <a:pt x="4929" y="21720"/>
                    <a:pt x="3939" y="20902"/>
                    <a:pt x="3057" y="19568"/>
                  </a:cubicBezTo>
                  <a:cubicBezTo>
                    <a:pt x="1980" y="17953"/>
                    <a:pt x="1442" y="16597"/>
                    <a:pt x="1076" y="15262"/>
                  </a:cubicBezTo>
                  <a:cubicBezTo>
                    <a:pt x="818" y="13992"/>
                    <a:pt x="710" y="12658"/>
                    <a:pt x="710" y="11216"/>
                  </a:cubicBezTo>
                  <a:lnTo>
                    <a:pt x="710" y="11043"/>
                  </a:lnTo>
                  <a:cubicBezTo>
                    <a:pt x="710" y="9601"/>
                    <a:pt x="1162" y="8267"/>
                    <a:pt x="1894" y="6911"/>
                  </a:cubicBezTo>
                  <a:cubicBezTo>
                    <a:pt x="2691" y="5662"/>
                    <a:pt x="3595" y="4500"/>
                    <a:pt x="4477" y="3682"/>
                  </a:cubicBezTo>
                  <a:cubicBezTo>
                    <a:pt x="5381" y="2885"/>
                    <a:pt x="6630" y="2067"/>
                    <a:pt x="8072" y="1529"/>
                  </a:cubicBezTo>
                  <a:cubicBezTo>
                    <a:pt x="9514" y="991"/>
                    <a:pt x="11043" y="733"/>
                    <a:pt x="12377" y="733"/>
                  </a:cubicBezTo>
                  <a:close/>
                  <a:moveTo>
                    <a:pt x="12377" y="1"/>
                  </a:moveTo>
                  <a:cubicBezTo>
                    <a:pt x="10849" y="1"/>
                    <a:pt x="9234" y="367"/>
                    <a:pt x="7814" y="905"/>
                  </a:cubicBezTo>
                  <a:cubicBezTo>
                    <a:pt x="6372" y="1443"/>
                    <a:pt x="5016" y="2240"/>
                    <a:pt x="4047" y="3144"/>
                  </a:cubicBezTo>
                  <a:cubicBezTo>
                    <a:pt x="3057" y="4048"/>
                    <a:pt x="2067" y="5210"/>
                    <a:pt x="1249" y="6545"/>
                  </a:cubicBezTo>
                  <a:cubicBezTo>
                    <a:pt x="538" y="7901"/>
                    <a:pt x="0" y="9515"/>
                    <a:pt x="0" y="11043"/>
                  </a:cubicBezTo>
                  <a:lnTo>
                    <a:pt x="0" y="11216"/>
                  </a:lnTo>
                  <a:cubicBezTo>
                    <a:pt x="0" y="12744"/>
                    <a:pt x="86" y="14079"/>
                    <a:pt x="452" y="15435"/>
                  </a:cubicBezTo>
                  <a:cubicBezTo>
                    <a:pt x="710" y="16877"/>
                    <a:pt x="1356" y="18298"/>
                    <a:pt x="2519" y="19912"/>
                  </a:cubicBezTo>
                  <a:cubicBezTo>
                    <a:pt x="3401" y="21354"/>
                    <a:pt x="4391" y="22258"/>
                    <a:pt x="5381" y="22882"/>
                  </a:cubicBezTo>
                  <a:cubicBezTo>
                    <a:pt x="6286" y="23421"/>
                    <a:pt x="7168" y="23765"/>
                    <a:pt x="7814" y="23959"/>
                  </a:cubicBezTo>
                  <a:cubicBezTo>
                    <a:pt x="8524" y="24217"/>
                    <a:pt x="10504" y="24841"/>
                    <a:pt x="12657" y="24841"/>
                  </a:cubicBezTo>
                  <a:cubicBezTo>
                    <a:pt x="13453" y="24841"/>
                    <a:pt x="14271" y="24755"/>
                    <a:pt x="15068" y="24497"/>
                  </a:cubicBezTo>
                  <a:cubicBezTo>
                    <a:pt x="16596" y="24131"/>
                    <a:pt x="17845" y="23679"/>
                    <a:pt x="19007" y="23055"/>
                  </a:cubicBezTo>
                  <a:cubicBezTo>
                    <a:pt x="20191" y="22344"/>
                    <a:pt x="21073" y="21526"/>
                    <a:pt x="21891" y="20364"/>
                  </a:cubicBezTo>
                  <a:cubicBezTo>
                    <a:pt x="22602" y="19288"/>
                    <a:pt x="23312" y="18211"/>
                    <a:pt x="23850" y="16963"/>
                  </a:cubicBezTo>
                  <a:cubicBezTo>
                    <a:pt x="24388" y="15801"/>
                    <a:pt x="24754" y="14358"/>
                    <a:pt x="24754" y="12658"/>
                  </a:cubicBezTo>
                  <a:lnTo>
                    <a:pt x="24754" y="12378"/>
                  </a:lnTo>
                  <a:cubicBezTo>
                    <a:pt x="24668" y="8891"/>
                    <a:pt x="23506" y="6372"/>
                    <a:pt x="22430" y="5124"/>
                  </a:cubicBezTo>
                  <a:cubicBezTo>
                    <a:pt x="21439" y="3854"/>
                    <a:pt x="19739" y="2153"/>
                    <a:pt x="17759" y="1163"/>
                  </a:cubicBezTo>
                  <a:cubicBezTo>
                    <a:pt x="16768" y="733"/>
                    <a:pt x="16058" y="453"/>
                    <a:pt x="15240" y="195"/>
                  </a:cubicBezTo>
                  <a:cubicBezTo>
                    <a:pt x="14358" y="1"/>
                    <a:pt x="13540" y="1"/>
                    <a:pt x="124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93" name="Google Shape;693;p31"/>
            <p:cNvGrpSpPr/>
            <p:nvPr/>
          </p:nvGrpSpPr>
          <p:grpSpPr>
            <a:xfrm>
              <a:off x="1605846" y="3835609"/>
              <a:ext cx="449325" cy="325670"/>
              <a:chOff x="-20571700" y="3722875"/>
              <a:chExt cx="304050" cy="220375"/>
            </a:xfrm>
          </p:grpSpPr>
          <p:sp>
            <p:nvSpPr>
              <p:cNvPr id="694" name="Google Shape;694;p31"/>
              <p:cNvSpPr/>
              <p:nvPr/>
            </p:nvSpPr>
            <p:spPr>
              <a:xfrm>
                <a:off x="-20333850" y="3728200"/>
                <a:ext cx="66200" cy="35475"/>
              </a:xfrm>
              <a:custGeom>
                <a:rect b="b" l="l" r="r" t="t"/>
                <a:pathLst>
                  <a:path extrusionOk="0" h="1419" w="2648">
                    <a:moveTo>
                      <a:pt x="2301" y="1"/>
                    </a:moveTo>
                    <a:cubicBezTo>
                      <a:pt x="1324" y="1"/>
                      <a:pt x="411" y="599"/>
                      <a:pt x="1" y="1418"/>
                    </a:cubicBezTo>
                    <a:lnTo>
                      <a:pt x="820" y="1418"/>
                    </a:lnTo>
                    <a:cubicBezTo>
                      <a:pt x="1135" y="1040"/>
                      <a:pt x="1702" y="725"/>
                      <a:pt x="2301" y="725"/>
                    </a:cubicBezTo>
                    <a:cubicBezTo>
                      <a:pt x="2490" y="725"/>
                      <a:pt x="2647" y="568"/>
                      <a:pt x="2647" y="379"/>
                    </a:cubicBezTo>
                    <a:cubicBezTo>
                      <a:pt x="2647" y="158"/>
                      <a:pt x="2490" y="1"/>
                      <a:pt x="23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31"/>
              <p:cNvSpPr/>
              <p:nvPr/>
            </p:nvSpPr>
            <p:spPr>
              <a:xfrm>
                <a:off x="-20571700" y="3782550"/>
                <a:ext cx="49650" cy="51225"/>
              </a:xfrm>
              <a:custGeom>
                <a:rect b="b" l="l" r="r" t="t"/>
                <a:pathLst>
                  <a:path extrusionOk="0" h="2049" w="1986">
                    <a:moveTo>
                      <a:pt x="379" y="0"/>
                    </a:moveTo>
                    <a:cubicBezTo>
                      <a:pt x="189" y="0"/>
                      <a:pt x="32" y="158"/>
                      <a:pt x="32" y="347"/>
                    </a:cubicBezTo>
                    <a:cubicBezTo>
                      <a:pt x="0" y="473"/>
                      <a:pt x="0" y="599"/>
                      <a:pt x="32" y="725"/>
                    </a:cubicBezTo>
                    <a:cubicBezTo>
                      <a:pt x="158" y="1355"/>
                      <a:pt x="662" y="1891"/>
                      <a:pt x="1292" y="2048"/>
                    </a:cubicBezTo>
                    <a:lnTo>
                      <a:pt x="19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31"/>
              <p:cNvSpPr/>
              <p:nvPr/>
            </p:nvSpPr>
            <p:spPr>
              <a:xfrm>
                <a:off x="-20320450" y="3782550"/>
                <a:ext cx="52800" cy="52800"/>
              </a:xfrm>
              <a:custGeom>
                <a:rect b="b" l="l" r="r" t="t"/>
                <a:pathLst>
                  <a:path extrusionOk="0" h="2112" w="2112">
                    <a:moveTo>
                      <a:pt x="1040" y="0"/>
                    </a:moveTo>
                    <a:cubicBezTo>
                      <a:pt x="442" y="0"/>
                      <a:pt x="1" y="473"/>
                      <a:pt x="1" y="1072"/>
                    </a:cubicBezTo>
                    <a:cubicBezTo>
                      <a:pt x="1" y="1670"/>
                      <a:pt x="442" y="2111"/>
                      <a:pt x="1040" y="2111"/>
                    </a:cubicBezTo>
                    <a:cubicBezTo>
                      <a:pt x="1639" y="2111"/>
                      <a:pt x="2111" y="1670"/>
                      <a:pt x="2111" y="1072"/>
                    </a:cubicBezTo>
                    <a:cubicBezTo>
                      <a:pt x="2111" y="473"/>
                      <a:pt x="1639" y="0"/>
                      <a:pt x="10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31"/>
              <p:cNvSpPr/>
              <p:nvPr/>
            </p:nvSpPr>
            <p:spPr>
              <a:xfrm>
                <a:off x="-20571700" y="3722875"/>
                <a:ext cx="178025" cy="220375"/>
              </a:xfrm>
              <a:custGeom>
                <a:rect b="b" l="l" r="r" t="t"/>
                <a:pathLst>
                  <a:path extrusionOk="0" h="8815" w="7121">
                    <a:moveTo>
                      <a:pt x="4017" y="1"/>
                    </a:moveTo>
                    <a:cubicBezTo>
                      <a:pt x="3729" y="1"/>
                      <a:pt x="3444" y="168"/>
                      <a:pt x="3340" y="497"/>
                    </a:cubicBezTo>
                    <a:lnTo>
                      <a:pt x="820" y="8090"/>
                    </a:lnTo>
                    <a:lnTo>
                      <a:pt x="347" y="8090"/>
                    </a:lnTo>
                    <a:cubicBezTo>
                      <a:pt x="158" y="8090"/>
                      <a:pt x="0" y="8247"/>
                      <a:pt x="0" y="8436"/>
                    </a:cubicBezTo>
                    <a:cubicBezTo>
                      <a:pt x="0" y="8657"/>
                      <a:pt x="158" y="8814"/>
                      <a:pt x="347" y="8814"/>
                    </a:cubicBezTo>
                    <a:lnTo>
                      <a:pt x="1040" y="8814"/>
                    </a:lnTo>
                    <a:cubicBezTo>
                      <a:pt x="1198" y="8814"/>
                      <a:pt x="1324" y="8720"/>
                      <a:pt x="1418" y="8562"/>
                    </a:cubicBezTo>
                    <a:lnTo>
                      <a:pt x="3781" y="1442"/>
                    </a:lnTo>
                    <a:lnTo>
                      <a:pt x="4285" y="5002"/>
                    </a:lnTo>
                    <a:cubicBezTo>
                      <a:pt x="4348" y="5664"/>
                      <a:pt x="4884" y="6199"/>
                      <a:pt x="5545" y="6294"/>
                    </a:cubicBezTo>
                    <a:cubicBezTo>
                      <a:pt x="5583" y="6297"/>
                      <a:pt x="5620" y="6298"/>
                      <a:pt x="5657" y="6298"/>
                    </a:cubicBezTo>
                    <a:cubicBezTo>
                      <a:pt x="6459" y="6298"/>
                      <a:pt x="7121" y="5659"/>
                      <a:pt x="7121" y="4876"/>
                    </a:cubicBezTo>
                    <a:cubicBezTo>
                      <a:pt x="7121" y="4593"/>
                      <a:pt x="7026" y="4372"/>
                      <a:pt x="6932" y="4120"/>
                    </a:cubicBezTo>
                    <a:lnTo>
                      <a:pt x="4632" y="340"/>
                    </a:lnTo>
                    <a:cubicBezTo>
                      <a:pt x="4490" y="113"/>
                      <a:pt x="4252" y="1"/>
                      <a:pt x="40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31"/>
              <p:cNvSpPr/>
              <p:nvPr/>
            </p:nvSpPr>
            <p:spPr>
              <a:xfrm>
                <a:off x="-20404725" y="3782550"/>
                <a:ext cx="28375" cy="41775"/>
              </a:xfrm>
              <a:custGeom>
                <a:rect b="b" l="l" r="r" t="t"/>
                <a:pathLst>
                  <a:path extrusionOk="0" h="1671" w="1135">
                    <a:moveTo>
                      <a:pt x="0" y="0"/>
                    </a:moveTo>
                    <a:lnTo>
                      <a:pt x="820" y="1387"/>
                    </a:lnTo>
                    <a:cubicBezTo>
                      <a:pt x="914" y="1450"/>
                      <a:pt x="914" y="1576"/>
                      <a:pt x="946" y="1670"/>
                    </a:cubicBezTo>
                    <a:cubicBezTo>
                      <a:pt x="1072" y="1513"/>
                      <a:pt x="1135" y="1292"/>
                      <a:pt x="1135" y="1072"/>
                    </a:cubicBezTo>
                    <a:lnTo>
                      <a:pt x="113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9" name="Google Shape;699;p31"/>
              <p:cNvSpPr/>
              <p:nvPr/>
            </p:nvSpPr>
            <p:spPr>
              <a:xfrm>
                <a:off x="-20502400" y="3887300"/>
                <a:ext cx="1600" cy="25"/>
              </a:xfrm>
              <a:custGeom>
                <a:rect b="b" l="l" r="r" t="t"/>
                <a:pathLst>
                  <a:path extrusionOk="0" h="1" w="64">
                    <a:moveTo>
                      <a:pt x="64" y="1"/>
                    </a:moveTo>
                    <a:cubicBezTo>
                      <a:pt x="1" y="1"/>
                      <a:pt x="1" y="1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0" name="Google Shape;700;p31"/>
              <p:cNvSpPr/>
              <p:nvPr/>
            </p:nvSpPr>
            <p:spPr>
              <a:xfrm>
                <a:off x="-20500825" y="3782550"/>
                <a:ext cx="220575" cy="159125"/>
              </a:xfrm>
              <a:custGeom>
                <a:rect b="b" l="l" r="r" t="t"/>
                <a:pathLst>
                  <a:path extrusionOk="0" h="6365" w="8823">
                    <a:moveTo>
                      <a:pt x="5703" y="0"/>
                    </a:moveTo>
                    <a:lnTo>
                      <a:pt x="5703" y="1072"/>
                    </a:lnTo>
                    <a:cubicBezTo>
                      <a:pt x="5703" y="1670"/>
                      <a:pt x="5420" y="2174"/>
                      <a:pt x="4979" y="2489"/>
                    </a:cubicBezTo>
                    <a:cubicBezTo>
                      <a:pt x="4979" y="3655"/>
                      <a:pt x="4034" y="4600"/>
                      <a:pt x="2868" y="4600"/>
                    </a:cubicBezTo>
                    <a:cubicBezTo>
                      <a:pt x="1828" y="4600"/>
                      <a:pt x="946" y="3875"/>
                      <a:pt x="789" y="2836"/>
                    </a:cubicBezTo>
                    <a:cubicBezTo>
                      <a:pt x="694" y="2489"/>
                      <a:pt x="694" y="2395"/>
                      <a:pt x="662" y="2111"/>
                    </a:cubicBezTo>
                    <a:cubicBezTo>
                      <a:pt x="631" y="2206"/>
                      <a:pt x="32" y="4065"/>
                      <a:pt x="1" y="4159"/>
                    </a:cubicBezTo>
                    <a:cubicBezTo>
                      <a:pt x="473" y="4632"/>
                      <a:pt x="1104" y="4947"/>
                      <a:pt x="1797" y="4947"/>
                    </a:cubicBezTo>
                    <a:lnTo>
                      <a:pt x="3971" y="4947"/>
                    </a:lnTo>
                    <a:lnTo>
                      <a:pt x="3687" y="5671"/>
                    </a:lnTo>
                    <a:lnTo>
                      <a:pt x="3214" y="5671"/>
                    </a:lnTo>
                    <a:cubicBezTo>
                      <a:pt x="3025" y="5671"/>
                      <a:pt x="2868" y="5829"/>
                      <a:pt x="2868" y="6018"/>
                    </a:cubicBezTo>
                    <a:cubicBezTo>
                      <a:pt x="2868" y="6207"/>
                      <a:pt x="3025" y="6364"/>
                      <a:pt x="3214" y="6364"/>
                    </a:cubicBezTo>
                    <a:lnTo>
                      <a:pt x="3939" y="6364"/>
                    </a:lnTo>
                    <a:cubicBezTo>
                      <a:pt x="4097" y="6364"/>
                      <a:pt x="4191" y="6301"/>
                      <a:pt x="4254" y="6144"/>
                    </a:cubicBezTo>
                    <a:lnTo>
                      <a:pt x="4727" y="4915"/>
                    </a:lnTo>
                    <a:lnTo>
                      <a:pt x="5924" y="4915"/>
                    </a:lnTo>
                    <a:lnTo>
                      <a:pt x="6396" y="6144"/>
                    </a:lnTo>
                    <a:cubicBezTo>
                      <a:pt x="6459" y="6270"/>
                      <a:pt x="6617" y="6364"/>
                      <a:pt x="6711" y="6364"/>
                    </a:cubicBezTo>
                    <a:lnTo>
                      <a:pt x="7436" y="6364"/>
                    </a:lnTo>
                    <a:cubicBezTo>
                      <a:pt x="7625" y="6364"/>
                      <a:pt x="7783" y="6207"/>
                      <a:pt x="7783" y="6018"/>
                    </a:cubicBezTo>
                    <a:cubicBezTo>
                      <a:pt x="7783" y="5829"/>
                      <a:pt x="7625" y="5671"/>
                      <a:pt x="7436" y="5671"/>
                    </a:cubicBezTo>
                    <a:lnTo>
                      <a:pt x="6963" y="5671"/>
                    </a:lnTo>
                    <a:lnTo>
                      <a:pt x="6680" y="4947"/>
                    </a:lnTo>
                    <a:lnTo>
                      <a:pt x="6743" y="4947"/>
                    </a:lnTo>
                    <a:cubicBezTo>
                      <a:pt x="7310" y="4947"/>
                      <a:pt x="7846" y="4632"/>
                      <a:pt x="8066" y="4128"/>
                    </a:cubicBezTo>
                    <a:lnTo>
                      <a:pt x="8822" y="2710"/>
                    </a:lnTo>
                    <a:lnTo>
                      <a:pt x="8822" y="2710"/>
                    </a:lnTo>
                    <a:cubicBezTo>
                      <a:pt x="8633" y="2804"/>
                      <a:pt x="8381" y="2836"/>
                      <a:pt x="8192" y="2836"/>
                    </a:cubicBezTo>
                    <a:cubicBezTo>
                      <a:pt x="7279" y="2836"/>
                      <a:pt x="6491" y="2048"/>
                      <a:pt x="6491" y="1072"/>
                    </a:cubicBezTo>
                    <a:cubicBezTo>
                      <a:pt x="6491" y="662"/>
                      <a:pt x="6648" y="284"/>
                      <a:pt x="68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1" name="Google Shape;701;p31"/>
            <p:cNvGrpSpPr/>
            <p:nvPr/>
          </p:nvGrpSpPr>
          <p:grpSpPr>
            <a:xfrm>
              <a:off x="5260231" y="3773062"/>
              <a:ext cx="452798" cy="450766"/>
              <a:chOff x="-20199150" y="3693150"/>
              <a:chExt cx="306400" cy="305025"/>
            </a:xfrm>
          </p:grpSpPr>
          <p:sp>
            <p:nvSpPr>
              <p:cNvPr id="702" name="Google Shape;702;p31"/>
              <p:cNvSpPr/>
              <p:nvPr/>
            </p:nvSpPr>
            <p:spPr>
              <a:xfrm>
                <a:off x="-20182625" y="3762250"/>
                <a:ext cx="227650" cy="212650"/>
              </a:xfrm>
              <a:custGeom>
                <a:rect b="b" l="l" r="r" t="t"/>
                <a:pathLst>
                  <a:path extrusionOk="0" h="8506" w="9106">
                    <a:moveTo>
                      <a:pt x="1862" y="1"/>
                    </a:moveTo>
                    <a:cubicBezTo>
                      <a:pt x="1462" y="1"/>
                      <a:pt x="1056" y="148"/>
                      <a:pt x="726" y="466"/>
                    </a:cubicBezTo>
                    <a:cubicBezTo>
                      <a:pt x="1" y="1222"/>
                      <a:pt x="158" y="2514"/>
                      <a:pt x="1104" y="3018"/>
                    </a:cubicBezTo>
                    <a:lnTo>
                      <a:pt x="4097" y="4687"/>
                    </a:lnTo>
                    <a:lnTo>
                      <a:pt x="5735" y="7680"/>
                    </a:lnTo>
                    <a:cubicBezTo>
                      <a:pt x="6024" y="8223"/>
                      <a:pt x="6562" y="8506"/>
                      <a:pt x="7117" y="8506"/>
                    </a:cubicBezTo>
                    <a:cubicBezTo>
                      <a:pt x="7529" y="8506"/>
                      <a:pt x="7951" y="8349"/>
                      <a:pt x="8287" y="8027"/>
                    </a:cubicBezTo>
                    <a:cubicBezTo>
                      <a:pt x="9106" y="7239"/>
                      <a:pt x="8854" y="5853"/>
                      <a:pt x="7783" y="5412"/>
                    </a:cubicBezTo>
                    <a:lnTo>
                      <a:pt x="4632" y="4152"/>
                    </a:lnTo>
                    <a:lnTo>
                      <a:pt x="3372" y="1001"/>
                    </a:lnTo>
                    <a:cubicBezTo>
                      <a:pt x="3102" y="366"/>
                      <a:pt x="2491" y="1"/>
                      <a:pt x="186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" name="Google Shape;703;p31"/>
              <p:cNvSpPr/>
              <p:nvPr/>
            </p:nvSpPr>
            <p:spPr>
              <a:xfrm>
                <a:off x="-20077075" y="3785225"/>
                <a:ext cx="97700" cy="91075"/>
              </a:xfrm>
              <a:custGeom>
                <a:rect b="b" l="l" r="r" t="t"/>
                <a:pathLst>
                  <a:path extrusionOk="0" h="3643" w="3908">
                    <a:moveTo>
                      <a:pt x="1187" y="1"/>
                    </a:moveTo>
                    <a:cubicBezTo>
                      <a:pt x="799" y="1"/>
                      <a:pt x="395" y="94"/>
                      <a:pt x="1" y="303"/>
                    </a:cubicBezTo>
                    <a:lnTo>
                      <a:pt x="946" y="2697"/>
                    </a:lnTo>
                    <a:lnTo>
                      <a:pt x="3372" y="3642"/>
                    </a:lnTo>
                    <a:cubicBezTo>
                      <a:pt x="3907" y="2571"/>
                      <a:pt x="3624" y="1469"/>
                      <a:pt x="2931" y="713"/>
                    </a:cubicBezTo>
                    <a:cubicBezTo>
                      <a:pt x="2473" y="275"/>
                      <a:pt x="1852" y="1"/>
                      <a:pt x="11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31"/>
              <p:cNvSpPr/>
              <p:nvPr/>
            </p:nvSpPr>
            <p:spPr>
              <a:xfrm>
                <a:off x="-20051875" y="3693150"/>
                <a:ext cx="159125" cy="176850"/>
              </a:xfrm>
              <a:custGeom>
                <a:rect b="b" l="l" r="r" t="t"/>
                <a:pathLst>
                  <a:path extrusionOk="0" h="7074" w="6365">
                    <a:moveTo>
                      <a:pt x="3159" y="1"/>
                    </a:moveTo>
                    <a:cubicBezTo>
                      <a:pt x="3104" y="1"/>
                      <a:pt x="3057" y="16"/>
                      <a:pt x="3025" y="48"/>
                    </a:cubicBezTo>
                    <a:lnTo>
                      <a:pt x="190" y="1466"/>
                    </a:lnTo>
                    <a:cubicBezTo>
                      <a:pt x="64" y="1529"/>
                      <a:pt x="1" y="1655"/>
                      <a:pt x="1" y="1781"/>
                    </a:cubicBezTo>
                    <a:lnTo>
                      <a:pt x="1" y="2978"/>
                    </a:lnTo>
                    <a:cubicBezTo>
                      <a:pt x="54" y="2975"/>
                      <a:pt x="107" y="2974"/>
                      <a:pt x="159" y="2974"/>
                    </a:cubicBezTo>
                    <a:cubicBezTo>
                      <a:pt x="727" y="2974"/>
                      <a:pt x="1246" y="3128"/>
                      <a:pt x="1765" y="3387"/>
                    </a:cubicBezTo>
                    <a:lnTo>
                      <a:pt x="2206" y="2631"/>
                    </a:lnTo>
                    <a:cubicBezTo>
                      <a:pt x="2249" y="2524"/>
                      <a:pt x="2379" y="2461"/>
                      <a:pt x="2507" y="2461"/>
                    </a:cubicBezTo>
                    <a:cubicBezTo>
                      <a:pt x="2568" y="2461"/>
                      <a:pt x="2628" y="2475"/>
                      <a:pt x="2679" y="2505"/>
                    </a:cubicBezTo>
                    <a:cubicBezTo>
                      <a:pt x="2836" y="2600"/>
                      <a:pt x="2899" y="2820"/>
                      <a:pt x="2773" y="2978"/>
                    </a:cubicBezTo>
                    <a:lnTo>
                      <a:pt x="2301" y="3828"/>
                    </a:lnTo>
                    <a:cubicBezTo>
                      <a:pt x="2553" y="4017"/>
                      <a:pt x="2679" y="4080"/>
                      <a:pt x="2899" y="4490"/>
                    </a:cubicBezTo>
                    <a:lnTo>
                      <a:pt x="3813" y="4238"/>
                    </a:lnTo>
                    <a:cubicBezTo>
                      <a:pt x="3832" y="4235"/>
                      <a:pt x="3852" y="4233"/>
                      <a:pt x="3872" y="4233"/>
                    </a:cubicBezTo>
                    <a:cubicBezTo>
                      <a:pt x="4045" y="4233"/>
                      <a:pt x="4226" y="4352"/>
                      <a:pt x="4254" y="4522"/>
                    </a:cubicBezTo>
                    <a:cubicBezTo>
                      <a:pt x="4285" y="4711"/>
                      <a:pt x="4159" y="4931"/>
                      <a:pt x="3970" y="4963"/>
                    </a:cubicBezTo>
                    <a:lnTo>
                      <a:pt x="3183" y="5152"/>
                    </a:lnTo>
                    <a:cubicBezTo>
                      <a:pt x="3372" y="5750"/>
                      <a:pt x="3435" y="6412"/>
                      <a:pt x="3214" y="7073"/>
                    </a:cubicBezTo>
                    <a:cubicBezTo>
                      <a:pt x="3340" y="7042"/>
                      <a:pt x="6050" y="5719"/>
                      <a:pt x="6176" y="5624"/>
                    </a:cubicBezTo>
                    <a:cubicBezTo>
                      <a:pt x="6302" y="5561"/>
                      <a:pt x="6365" y="5435"/>
                      <a:pt x="6365" y="5309"/>
                    </a:cubicBezTo>
                    <a:lnTo>
                      <a:pt x="6365" y="1718"/>
                    </a:lnTo>
                    <a:cubicBezTo>
                      <a:pt x="6365" y="1623"/>
                      <a:pt x="6302" y="1497"/>
                      <a:pt x="6176" y="1466"/>
                    </a:cubicBezTo>
                    <a:lnTo>
                      <a:pt x="3340" y="48"/>
                    </a:lnTo>
                    <a:cubicBezTo>
                      <a:pt x="3277" y="16"/>
                      <a:pt x="3214" y="1"/>
                      <a:pt x="31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31"/>
              <p:cNvSpPr/>
              <p:nvPr/>
            </p:nvSpPr>
            <p:spPr>
              <a:xfrm>
                <a:off x="-20155825" y="3861300"/>
                <a:ext cx="92950" cy="92175"/>
              </a:xfrm>
              <a:custGeom>
                <a:rect b="b" l="l" r="r" t="t"/>
                <a:pathLst>
                  <a:path extrusionOk="0" h="3687" w="3718">
                    <a:moveTo>
                      <a:pt x="221" y="1"/>
                    </a:moveTo>
                    <a:lnTo>
                      <a:pt x="63" y="158"/>
                    </a:lnTo>
                    <a:lnTo>
                      <a:pt x="0" y="190"/>
                    </a:lnTo>
                    <a:lnTo>
                      <a:pt x="3529" y="3687"/>
                    </a:lnTo>
                    <a:lnTo>
                      <a:pt x="3560" y="3655"/>
                    </a:lnTo>
                    <a:lnTo>
                      <a:pt x="3718" y="3498"/>
                    </a:lnTo>
                    <a:lnTo>
                      <a:pt x="2457" y="1230"/>
                    </a:lnTo>
                    <a:lnTo>
                      <a:pt x="22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31"/>
              <p:cNvSpPr/>
              <p:nvPr/>
            </p:nvSpPr>
            <p:spPr>
              <a:xfrm>
                <a:off x="-20199150" y="3918025"/>
                <a:ext cx="81150" cy="80150"/>
              </a:xfrm>
              <a:custGeom>
                <a:rect b="b" l="l" r="r" t="t"/>
                <a:pathLst>
                  <a:path extrusionOk="0" h="3206" w="3246">
                    <a:moveTo>
                      <a:pt x="851" y="0"/>
                    </a:moveTo>
                    <a:lnTo>
                      <a:pt x="851" y="0"/>
                    </a:lnTo>
                    <a:cubicBezTo>
                      <a:pt x="756" y="536"/>
                      <a:pt x="851" y="1134"/>
                      <a:pt x="1071" y="1670"/>
                    </a:cubicBezTo>
                    <a:lnTo>
                      <a:pt x="158" y="2584"/>
                    </a:lnTo>
                    <a:cubicBezTo>
                      <a:pt x="0" y="2741"/>
                      <a:pt x="0" y="2930"/>
                      <a:pt x="158" y="3088"/>
                    </a:cubicBezTo>
                    <a:cubicBezTo>
                      <a:pt x="237" y="3166"/>
                      <a:pt x="331" y="3206"/>
                      <a:pt x="426" y="3206"/>
                    </a:cubicBezTo>
                    <a:cubicBezTo>
                      <a:pt x="520" y="3206"/>
                      <a:pt x="615" y="3166"/>
                      <a:pt x="693" y="3088"/>
                    </a:cubicBezTo>
                    <a:lnTo>
                      <a:pt x="1607" y="2174"/>
                    </a:lnTo>
                    <a:cubicBezTo>
                      <a:pt x="2017" y="2332"/>
                      <a:pt x="2458" y="2458"/>
                      <a:pt x="2899" y="2458"/>
                    </a:cubicBezTo>
                    <a:cubicBezTo>
                      <a:pt x="3025" y="2458"/>
                      <a:pt x="3119" y="2426"/>
                      <a:pt x="3245" y="2426"/>
                    </a:cubicBezTo>
                    <a:lnTo>
                      <a:pt x="8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31"/>
              <p:cNvSpPr/>
              <p:nvPr/>
            </p:nvSpPr>
            <p:spPr>
              <a:xfrm>
                <a:off x="-20173950" y="3880200"/>
                <a:ext cx="92175" cy="92200"/>
              </a:xfrm>
              <a:custGeom>
                <a:rect b="b" l="l" r="r" t="t"/>
                <a:pathLst>
                  <a:path extrusionOk="0" h="3688" w="3687">
                    <a:moveTo>
                      <a:pt x="316" y="1"/>
                    </a:moveTo>
                    <a:cubicBezTo>
                      <a:pt x="189" y="222"/>
                      <a:pt x="63" y="442"/>
                      <a:pt x="0" y="663"/>
                    </a:cubicBezTo>
                    <a:lnTo>
                      <a:pt x="3025" y="3687"/>
                    </a:lnTo>
                    <a:cubicBezTo>
                      <a:pt x="3245" y="3624"/>
                      <a:pt x="3498" y="3498"/>
                      <a:pt x="3687" y="3372"/>
                    </a:cubicBezTo>
                    <a:lnTo>
                      <a:pt x="31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8" name="Google Shape;708;p31"/>
            <p:cNvGrpSpPr/>
            <p:nvPr/>
          </p:nvGrpSpPr>
          <p:grpSpPr>
            <a:xfrm>
              <a:off x="3414829" y="3772618"/>
              <a:ext cx="451653" cy="451653"/>
              <a:chOff x="-20197575" y="4066875"/>
              <a:chExt cx="305625" cy="305625"/>
            </a:xfrm>
          </p:grpSpPr>
          <p:sp>
            <p:nvSpPr>
              <p:cNvPr id="709" name="Google Shape;709;p31"/>
              <p:cNvSpPr/>
              <p:nvPr/>
            </p:nvSpPr>
            <p:spPr>
              <a:xfrm>
                <a:off x="-20089675" y="4066875"/>
                <a:ext cx="89025" cy="92175"/>
              </a:xfrm>
              <a:custGeom>
                <a:rect b="b" l="l" r="r" t="t"/>
                <a:pathLst>
                  <a:path extrusionOk="0" h="3687" w="3561">
                    <a:moveTo>
                      <a:pt x="347" y="1"/>
                    </a:moveTo>
                    <a:cubicBezTo>
                      <a:pt x="158" y="1"/>
                      <a:pt x="0" y="158"/>
                      <a:pt x="0" y="379"/>
                    </a:cubicBezTo>
                    <a:cubicBezTo>
                      <a:pt x="0" y="568"/>
                      <a:pt x="158" y="725"/>
                      <a:pt x="347" y="725"/>
                    </a:cubicBezTo>
                    <a:cubicBezTo>
                      <a:pt x="946" y="725"/>
                      <a:pt x="1418" y="1229"/>
                      <a:pt x="1418" y="1828"/>
                    </a:cubicBezTo>
                    <a:lnTo>
                      <a:pt x="1418" y="3687"/>
                    </a:lnTo>
                    <a:cubicBezTo>
                      <a:pt x="1544" y="3624"/>
                      <a:pt x="1670" y="3592"/>
                      <a:pt x="1765" y="3592"/>
                    </a:cubicBezTo>
                    <a:cubicBezTo>
                      <a:pt x="1891" y="3592"/>
                      <a:pt x="2017" y="3624"/>
                      <a:pt x="2143" y="3687"/>
                    </a:cubicBezTo>
                    <a:lnTo>
                      <a:pt x="2143" y="1828"/>
                    </a:lnTo>
                    <a:cubicBezTo>
                      <a:pt x="2143" y="1229"/>
                      <a:pt x="2615" y="725"/>
                      <a:pt x="3182" y="725"/>
                    </a:cubicBezTo>
                    <a:cubicBezTo>
                      <a:pt x="3403" y="725"/>
                      <a:pt x="3561" y="568"/>
                      <a:pt x="3561" y="379"/>
                    </a:cubicBezTo>
                    <a:cubicBezTo>
                      <a:pt x="3561" y="158"/>
                      <a:pt x="3403" y="1"/>
                      <a:pt x="3182" y="1"/>
                    </a:cubicBezTo>
                    <a:cubicBezTo>
                      <a:pt x="2615" y="1"/>
                      <a:pt x="2080" y="284"/>
                      <a:pt x="1765" y="725"/>
                    </a:cubicBezTo>
                    <a:cubicBezTo>
                      <a:pt x="1450" y="284"/>
                      <a:pt x="946" y="1"/>
                      <a:pt x="3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31"/>
              <p:cNvSpPr/>
              <p:nvPr/>
            </p:nvSpPr>
            <p:spPr>
              <a:xfrm>
                <a:off x="-20024300" y="4085775"/>
                <a:ext cx="132350" cy="125250"/>
              </a:xfrm>
              <a:custGeom>
                <a:rect b="b" l="l" r="r" t="t"/>
                <a:pathLst>
                  <a:path extrusionOk="0" h="5010" w="5294">
                    <a:moveTo>
                      <a:pt x="2741" y="2175"/>
                    </a:moveTo>
                    <a:cubicBezTo>
                      <a:pt x="2930" y="2175"/>
                      <a:pt x="3119" y="2332"/>
                      <a:pt x="3119" y="2521"/>
                    </a:cubicBezTo>
                    <a:cubicBezTo>
                      <a:pt x="3119" y="2710"/>
                      <a:pt x="2930" y="2868"/>
                      <a:pt x="2741" y="2868"/>
                    </a:cubicBezTo>
                    <a:cubicBezTo>
                      <a:pt x="2552" y="2868"/>
                      <a:pt x="2395" y="2710"/>
                      <a:pt x="2395" y="2521"/>
                    </a:cubicBezTo>
                    <a:cubicBezTo>
                      <a:pt x="2395" y="2332"/>
                      <a:pt x="2552" y="2175"/>
                      <a:pt x="2741" y="2175"/>
                    </a:cubicBezTo>
                    <a:close/>
                    <a:moveTo>
                      <a:pt x="1985" y="3592"/>
                    </a:moveTo>
                    <a:cubicBezTo>
                      <a:pt x="2206" y="3592"/>
                      <a:pt x="2363" y="3750"/>
                      <a:pt x="2363" y="3939"/>
                    </a:cubicBezTo>
                    <a:cubicBezTo>
                      <a:pt x="2395" y="4128"/>
                      <a:pt x="2206" y="4285"/>
                      <a:pt x="1985" y="4285"/>
                    </a:cubicBezTo>
                    <a:cubicBezTo>
                      <a:pt x="1796" y="4285"/>
                      <a:pt x="1639" y="4128"/>
                      <a:pt x="1639" y="3939"/>
                    </a:cubicBezTo>
                    <a:cubicBezTo>
                      <a:pt x="1639" y="3750"/>
                      <a:pt x="1796" y="3592"/>
                      <a:pt x="1985" y="3592"/>
                    </a:cubicBezTo>
                    <a:close/>
                    <a:moveTo>
                      <a:pt x="4915" y="1"/>
                    </a:moveTo>
                    <a:cubicBezTo>
                      <a:pt x="2710" y="1"/>
                      <a:pt x="820" y="1355"/>
                      <a:pt x="0" y="3246"/>
                    </a:cubicBezTo>
                    <a:cubicBezTo>
                      <a:pt x="158" y="3435"/>
                      <a:pt x="252" y="3655"/>
                      <a:pt x="252" y="3939"/>
                    </a:cubicBezTo>
                    <a:lnTo>
                      <a:pt x="252" y="5010"/>
                    </a:lnTo>
                    <a:lnTo>
                      <a:pt x="2899" y="5010"/>
                    </a:lnTo>
                    <a:cubicBezTo>
                      <a:pt x="3340" y="5010"/>
                      <a:pt x="3718" y="4695"/>
                      <a:pt x="3812" y="4254"/>
                    </a:cubicBezTo>
                    <a:cubicBezTo>
                      <a:pt x="4632" y="4096"/>
                      <a:pt x="5293" y="3403"/>
                      <a:pt x="5293" y="2490"/>
                    </a:cubicBezTo>
                    <a:lnTo>
                      <a:pt x="5293" y="347"/>
                    </a:lnTo>
                    <a:cubicBezTo>
                      <a:pt x="5262" y="158"/>
                      <a:pt x="5104" y="1"/>
                      <a:pt x="49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31"/>
              <p:cNvSpPr/>
              <p:nvPr/>
            </p:nvSpPr>
            <p:spPr>
              <a:xfrm>
                <a:off x="-19983350" y="4263775"/>
                <a:ext cx="18925" cy="18150"/>
              </a:xfrm>
              <a:custGeom>
                <a:rect b="b" l="l" r="r" t="t"/>
                <a:pathLst>
                  <a:path extrusionOk="0" h="726" w="757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5"/>
                      <a:pt x="347" y="725"/>
                    </a:cubicBezTo>
                    <a:cubicBezTo>
                      <a:pt x="568" y="725"/>
                      <a:pt x="725" y="568"/>
                      <a:pt x="725" y="347"/>
                    </a:cubicBezTo>
                    <a:cubicBezTo>
                      <a:pt x="757" y="221"/>
                      <a:pt x="568" y="1"/>
                      <a:pt x="3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31"/>
              <p:cNvSpPr/>
              <p:nvPr/>
            </p:nvSpPr>
            <p:spPr>
              <a:xfrm>
                <a:off x="-20035325" y="4228350"/>
                <a:ext cx="125250" cy="143350"/>
              </a:xfrm>
              <a:custGeom>
                <a:rect b="b" l="l" r="r" t="t"/>
                <a:pathLst>
                  <a:path extrusionOk="0" h="5734" w="5010">
                    <a:moveTo>
                      <a:pt x="2426" y="756"/>
                    </a:moveTo>
                    <a:cubicBezTo>
                      <a:pt x="3025" y="756"/>
                      <a:pt x="3497" y="1229"/>
                      <a:pt x="3497" y="1827"/>
                    </a:cubicBezTo>
                    <a:cubicBezTo>
                      <a:pt x="3560" y="2363"/>
                      <a:pt x="3025" y="2899"/>
                      <a:pt x="2426" y="2899"/>
                    </a:cubicBezTo>
                    <a:cubicBezTo>
                      <a:pt x="1859" y="2899"/>
                      <a:pt x="1387" y="2426"/>
                      <a:pt x="1387" y="1827"/>
                    </a:cubicBezTo>
                    <a:cubicBezTo>
                      <a:pt x="1387" y="1229"/>
                      <a:pt x="1859" y="756"/>
                      <a:pt x="2426" y="756"/>
                    </a:cubicBezTo>
                    <a:close/>
                    <a:moveTo>
                      <a:pt x="693" y="0"/>
                    </a:moveTo>
                    <a:lnTo>
                      <a:pt x="693" y="2489"/>
                    </a:lnTo>
                    <a:cubicBezTo>
                      <a:pt x="693" y="2962"/>
                      <a:pt x="378" y="3371"/>
                      <a:pt x="0" y="3529"/>
                    </a:cubicBezTo>
                    <a:lnTo>
                      <a:pt x="0" y="4663"/>
                    </a:lnTo>
                    <a:cubicBezTo>
                      <a:pt x="0" y="5261"/>
                      <a:pt x="473" y="5734"/>
                      <a:pt x="1071" y="5734"/>
                    </a:cubicBezTo>
                    <a:cubicBezTo>
                      <a:pt x="1639" y="5734"/>
                      <a:pt x="2111" y="5261"/>
                      <a:pt x="2111" y="4663"/>
                    </a:cubicBezTo>
                    <a:cubicBezTo>
                      <a:pt x="2111" y="4474"/>
                      <a:pt x="2269" y="4316"/>
                      <a:pt x="2489" y="4316"/>
                    </a:cubicBezTo>
                    <a:cubicBezTo>
                      <a:pt x="3182" y="4316"/>
                      <a:pt x="3812" y="4033"/>
                      <a:pt x="4285" y="3529"/>
                    </a:cubicBezTo>
                    <a:cubicBezTo>
                      <a:pt x="4758" y="2993"/>
                      <a:pt x="5010" y="2331"/>
                      <a:pt x="4947" y="1670"/>
                    </a:cubicBezTo>
                    <a:cubicBezTo>
                      <a:pt x="4884" y="725"/>
                      <a:pt x="4127" y="0"/>
                      <a:pt x="32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" name="Google Shape;713;p31"/>
              <p:cNvSpPr/>
              <p:nvPr/>
            </p:nvSpPr>
            <p:spPr>
              <a:xfrm>
                <a:off x="-20054225" y="4175575"/>
                <a:ext cx="18125" cy="125250"/>
              </a:xfrm>
              <a:custGeom>
                <a:rect b="b" l="l" r="r" t="t"/>
                <a:pathLst>
                  <a:path extrusionOk="0" h="5010" w="725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lnTo>
                      <a:pt x="0" y="4632"/>
                    </a:lnTo>
                    <a:cubicBezTo>
                      <a:pt x="0" y="4852"/>
                      <a:pt x="158" y="5010"/>
                      <a:pt x="347" y="5010"/>
                    </a:cubicBezTo>
                    <a:cubicBezTo>
                      <a:pt x="567" y="5010"/>
                      <a:pt x="725" y="4852"/>
                      <a:pt x="725" y="4632"/>
                    </a:cubicBezTo>
                    <a:lnTo>
                      <a:pt x="725" y="347"/>
                    </a:lnTo>
                    <a:cubicBezTo>
                      <a:pt x="725" y="158"/>
                      <a:pt x="567" y="0"/>
                      <a:pt x="34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31"/>
              <p:cNvSpPr/>
              <p:nvPr/>
            </p:nvSpPr>
            <p:spPr>
              <a:xfrm>
                <a:off x="-20197575" y="4085775"/>
                <a:ext cx="132350" cy="125250"/>
              </a:xfrm>
              <a:custGeom>
                <a:rect b="b" l="l" r="r" t="t"/>
                <a:pathLst>
                  <a:path extrusionOk="0" h="5010" w="5294">
                    <a:moveTo>
                      <a:pt x="2521" y="2175"/>
                    </a:moveTo>
                    <a:cubicBezTo>
                      <a:pt x="2710" y="2175"/>
                      <a:pt x="2867" y="2332"/>
                      <a:pt x="2867" y="2521"/>
                    </a:cubicBezTo>
                    <a:cubicBezTo>
                      <a:pt x="2867" y="2710"/>
                      <a:pt x="2710" y="2868"/>
                      <a:pt x="2521" y="2868"/>
                    </a:cubicBezTo>
                    <a:cubicBezTo>
                      <a:pt x="2300" y="2868"/>
                      <a:pt x="2143" y="2710"/>
                      <a:pt x="2143" y="2521"/>
                    </a:cubicBezTo>
                    <a:cubicBezTo>
                      <a:pt x="2174" y="2332"/>
                      <a:pt x="2300" y="2175"/>
                      <a:pt x="2521" y="2175"/>
                    </a:cubicBezTo>
                    <a:close/>
                    <a:moveTo>
                      <a:pt x="3245" y="3592"/>
                    </a:moveTo>
                    <a:cubicBezTo>
                      <a:pt x="3466" y="3592"/>
                      <a:pt x="3623" y="3750"/>
                      <a:pt x="3623" y="3939"/>
                    </a:cubicBezTo>
                    <a:cubicBezTo>
                      <a:pt x="3623" y="4128"/>
                      <a:pt x="3466" y="4285"/>
                      <a:pt x="3245" y="4285"/>
                    </a:cubicBezTo>
                    <a:cubicBezTo>
                      <a:pt x="3056" y="4285"/>
                      <a:pt x="2899" y="4128"/>
                      <a:pt x="2899" y="3939"/>
                    </a:cubicBezTo>
                    <a:cubicBezTo>
                      <a:pt x="2867" y="3750"/>
                      <a:pt x="3056" y="3592"/>
                      <a:pt x="3245" y="3592"/>
                    </a:cubicBezTo>
                    <a:close/>
                    <a:moveTo>
                      <a:pt x="378" y="1"/>
                    </a:moveTo>
                    <a:cubicBezTo>
                      <a:pt x="189" y="1"/>
                      <a:pt x="32" y="158"/>
                      <a:pt x="32" y="347"/>
                    </a:cubicBezTo>
                    <a:lnTo>
                      <a:pt x="32" y="2490"/>
                    </a:lnTo>
                    <a:cubicBezTo>
                      <a:pt x="0" y="3403"/>
                      <a:pt x="662" y="4096"/>
                      <a:pt x="1481" y="4254"/>
                    </a:cubicBezTo>
                    <a:cubicBezTo>
                      <a:pt x="1576" y="4695"/>
                      <a:pt x="1954" y="5010"/>
                      <a:pt x="2395" y="5010"/>
                    </a:cubicBezTo>
                    <a:lnTo>
                      <a:pt x="5041" y="5010"/>
                    </a:lnTo>
                    <a:lnTo>
                      <a:pt x="5041" y="3939"/>
                    </a:lnTo>
                    <a:cubicBezTo>
                      <a:pt x="5041" y="3655"/>
                      <a:pt x="5136" y="3435"/>
                      <a:pt x="5293" y="3246"/>
                    </a:cubicBezTo>
                    <a:cubicBezTo>
                      <a:pt x="4474" y="1355"/>
                      <a:pt x="2584" y="1"/>
                      <a:pt x="3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" name="Google Shape;715;p31"/>
              <p:cNvSpPr/>
              <p:nvPr/>
            </p:nvSpPr>
            <p:spPr>
              <a:xfrm>
                <a:off x="-20179475" y="4229925"/>
                <a:ext cx="125275" cy="142575"/>
              </a:xfrm>
              <a:custGeom>
                <a:rect b="b" l="l" r="r" t="t"/>
                <a:pathLst>
                  <a:path extrusionOk="0" h="5703" w="5011">
                    <a:moveTo>
                      <a:pt x="2521" y="693"/>
                    </a:moveTo>
                    <a:cubicBezTo>
                      <a:pt x="3120" y="693"/>
                      <a:pt x="3592" y="1166"/>
                      <a:pt x="3592" y="1764"/>
                    </a:cubicBezTo>
                    <a:cubicBezTo>
                      <a:pt x="3592" y="2300"/>
                      <a:pt x="3120" y="2836"/>
                      <a:pt x="2521" y="2836"/>
                    </a:cubicBezTo>
                    <a:cubicBezTo>
                      <a:pt x="1954" y="2836"/>
                      <a:pt x="1482" y="2363"/>
                      <a:pt x="1482" y="1764"/>
                    </a:cubicBezTo>
                    <a:cubicBezTo>
                      <a:pt x="1482" y="1166"/>
                      <a:pt x="1954" y="693"/>
                      <a:pt x="2521" y="693"/>
                    </a:cubicBezTo>
                    <a:close/>
                    <a:moveTo>
                      <a:pt x="1797" y="0"/>
                    </a:moveTo>
                    <a:cubicBezTo>
                      <a:pt x="883" y="0"/>
                      <a:pt x="95" y="693"/>
                      <a:pt x="64" y="1638"/>
                    </a:cubicBezTo>
                    <a:cubicBezTo>
                      <a:pt x="1" y="2363"/>
                      <a:pt x="253" y="2962"/>
                      <a:pt x="726" y="3497"/>
                    </a:cubicBezTo>
                    <a:cubicBezTo>
                      <a:pt x="1198" y="4001"/>
                      <a:pt x="1828" y="4285"/>
                      <a:pt x="2521" y="4285"/>
                    </a:cubicBezTo>
                    <a:cubicBezTo>
                      <a:pt x="2742" y="4285"/>
                      <a:pt x="2899" y="4442"/>
                      <a:pt x="2899" y="4631"/>
                    </a:cubicBezTo>
                    <a:cubicBezTo>
                      <a:pt x="2899" y="5230"/>
                      <a:pt x="3372" y="5702"/>
                      <a:pt x="3939" y="5702"/>
                    </a:cubicBezTo>
                    <a:cubicBezTo>
                      <a:pt x="4538" y="5702"/>
                      <a:pt x="5010" y="5230"/>
                      <a:pt x="5010" y="4631"/>
                    </a:cubicBezTo>
                    <a:lnTo>
                      <a:pt x="5010" y="3497"/>
                    </a:lnTo>
                    <a:cubicBezTo>
                      <a:pt x="4601" y="3340"/>
                      <a:pt x="4317" y="2899"/>
                      <a:pt x="4317" y="2458"/>
                    </a:cubicBezTo>
                    <a:lnTo>
                      <a:pt x="431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" name="Google Shape;716;p31"/>
              <p:cNvSpPr/>
              <p:nvPr/>
            </p:nvSpPr>
            <p:spPr>
              <a:xfrm>
                <a:off x="-20125125" y="4263775"/>
                <a:ext cx="18150" cy="18150"/>
              </a:xfrm>
              <a:custGeom>
                <a:rect b="b" l="l" r="r" t="t"/>
                <a:pathLst>
                  <a:path extrusionOk="0" h="726" w="726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5"/>
                      <a:pt x="347" y="725"/>
                    </a:cubicBezTo>
                    <a:cubicBezTo>
                      <a:pt x="568" y="725"/>
                      <a:pt x="725" y="568"/>
                      <a:pt x="725" y="347"/>
                    </a:cubicBezTo>
                    <a:cubicBezTo>
                      <a:pt x="725" y="221"/>
                      <a:pt x="568" y="1"/>
                      <a:pt x="3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7" name="Google Shape;717;p31"/>
            <p:cNvGrpSpPr/>
            <p:nvPr/>
          </p:nvGrpSpPr>
          <p:grpSpPr>
            <a:xfrm>
              <a:off x="7106775" y="3773671"/>
              <a:ext cx="450507" cy="449547"/>
              <a:chOff x="-19822675" y="3692750"/>
              <a:chExt cx="304850" cy="304200"/>
            </a:xfrm>
          </p:grpSpPr>
          <p:sp>
            <p:nvSpPr>
              <p:cNvPr id="718" name="Google Shape;718;p31"/>
              <p:cNvSpPr/>
              <p:nvPr/>
            </p:nvSpPr>
            <p:spPr>
              <a:xfrm>
                <a:off x="-19715550" y="3692750"/>
                <a:ext cx="90600" cy="60675"/>
              </a:xfrm>
              <a:custGeom>
                <a:rect b="b" l="l" r="r" t="t"/>
                <a:pathLst>
                  <a:path extrusionOk="0" h="2427" w="3624">
                    <a:moveTo>
                      <a:pt x="441" y="1"/>
                    </a:moveTo>
                    <a:cubicBezTo>
                      <a:pt x="252" y="1"/>
                      <a:pt x="95" y="158"/>
                      <a:pt x="95" y="379"/>
                    </a:cubicBezTo>
                    <a:cubicBezTo>
                      <a:pt x="0" y="946"/>
                      <a:pt x="315" y="1482"/>
                      <a:pt x="756" y="1828"/>
                    </a:cubicBezTo>
                    <a:cubicBezTo>
                      <a:pt x="567" y="1986"/>
                      <a:pt x="347" y="2175"/>
                      <a:pt x="252" y="2427"/>
                    </a:cubicBezTo>
                    <a:cubicBezTo>
                      <a:pt x="756" y="2269"/>
                      <a:pt x="1261" y="2175"/>
                      <a:pt x="1828" y="2175"/>
                    </a:cubicBezTo>
                    <a:cubicBezTo>
                      <a:pt x="2363" y="2175"/>
                      <a:pt x="2867" y="2238"/>
                      <a:pt x="3403" y="2427"/>
                    </a:cubicBezTo>
                    <a:cubicBezTo>
                      <a:pt x="3277" y="2175"/>
                      <a:pt x="3088" y="1986"/>
                      <a:pt x="2867" y="1828"/>
                    </a:cubicBezTo>
                    <a:cubicBezTo>
                      <a:pt x="3308" y="1513"/>
                      <a:pt x="3623" y="946"/>
                      <a:pt x="3623" y="379"/>
                    </a:cubicBezTo>
                    <a:cubicBezTo>
                      <a:pt x="3623" y="158"/>
                      <a:pt x="3466" y="1"/>
                      <a:pt x="3277" y="1"/>
                    </a:cubicBezTo>
                    <a:cubicBezTo>
                      <a:pt x="3088" y="1"/>
                      <a:pt x="2930" y="158"/>
                      <a:pt x="2930" y="379"/>
                    </a:cubicBezTo>
                    <a:cubicBezTo>
                      <a:pt x="2930" y="946"/>
                      <a:pt x="2458" y="1482"/>
                      <a:pt x="1859" y="1482"/>
                    </a:cubicBezTo>
                    <a:cubicBezTo>
                      <a:pt x="1261" y="1482"/>
                      <a:pt x="788" y="946"/>
                      <a:pt x="788" y="379"/>
                    </a:cubicBezTo>
                    <a:cubicBezTo>
                      <a:pt x="788" y="158"/>
                      <a:pt x="630" y="1"/>
                      <a:pt x="44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31"/>
              <p:cNvSpPr/>
              <p:nvPr/>
            </p:nvSpPr>
            <p:spPr>
              <a:xfrm>
                <a:off x="-19660425" y="3766200"/>
                <a:ext cx="142600" cy="230750"/>
              </a:xfrm>
              <a:custGeom>
                <a:rect b="b" l="l" r="r" t="t"/>
                <a:pathLst>
                  <a:path extrusionOk="0" h="9230" w="5704">
                    <a:moveTo>
                      <a:pt x="1733" y="3521"/>
                    </a:moveTo>
                    <a:cubicBezTo>
                      <a:pt x="1922" y="3521"/>
                      <a:pt x="2080" y="3679"/>
                      <a:pt x="2080" y="3899"/>
                    </a:cubicBezTo>
                    <a:cubicBezTo>
                      <a:pt x="2080" y="4088"/>
                      <a:pt x="1922" y="4246"/>
                      <a:pt x="1733" y="4246"/>
                    </a:cubicBezTo>
                    <a:cubicBezTo>
                      <a:pt x="1544" y="4246"/>
                      <a:pt x="1387" y="4088"/>
                      <a:pt x="1387" y="3899"/>
                    </a:cubicBezTo>
                    <a:cubicBezTo>
                      <a:pt x="1387" y="3679"/>
                      <a:pt x="1544" y="3521"/>
                      <a:pt x="1733" y="3521"/>
                    </a:cubicBezTo>
                    <a:close/>
                    <a:moveTo>
                      <a:pt x="2080" y="4939"/>
                    </a:moveTo>
                    <a:cubicBezTo>
                      <a:pt x="2490" y="4939"/>
                      <a:pt x="2805" y="5254"/>
                      <a:pt x="2805" y="5664"/>
                    </a:cubicBezTo>
                    <a:cubicBezTo>
                      <a:pt x="2805" y="6042"/>
                      <a:pt x="2490" y="6357"/>
                      <a:pt x="2080" y="6357"/>
                    </a:cubicBezTo>
                    <a:cubicBezTo>
                      <a:pt x="1702" y="6357"/>
                      <a:pt x="1387" y="6042"/>
                      <a:pt x="1387" y="5664"/>
                    </a:cubicBezTo>
                    <a:cubicBezTo>
                      <a:pt x="1387" y="5254"/>
                      <a:pt x="1702" y="4939"/>
                      <a:pt x="2080" y="4939"/>
                    </a:cubicBezTo>
                    <a:close/>
                    <a:moveTo>
                      <a:pt x="5346" y="0"/>
                    </a:moveTo>
                    <a:cubicBezTo>
                      <a:pt x="5207" y="0"/>
                      <a:pt x="5057" y="65"/>
                      <a:pt x="5010" y="182"/>
                    </a:cubicBezTo>
                    <a:lnTo>
                      <a:pt x="4348" y="1474"/>
                    </a:lnTo>
                    <a:lnTo>
                      <a:pt x="3309" y="1883"/>
                    </a:lnTo>
                    <a:cubicBezTo>
                      <a:pt x="3088" y="1568"/>
                      <a:pt x="2805" y="1253"/>
                      <a:pt x="2490" y="1001"/>
                    </a:cubicBezTo>
                    <a:cubicBezTo>
                      <a:pt x="2017" y="1946"/>
                      <a:pt x="1103" y="2671"/>
                      <a:pt x="1" y="2797"/>
                    </a:cubicBezTo>
                    <a:lnTo>
                      <a:pt x="1387" y="8877"/>
                    </a:lnTo>
                    <a:cubicBezTo>
                      <a:pt x="2175" y="8562"/>
                      <a:pt x="2805" y="8027"/>
                      <a:pt x="3309" y="7365"/>
                    </a:cubicBezTo>
                    <a:lnTo>
                      <a:pt x="4348" y="7743"/>
                    </a:lnTo>
                    <a:lnTo>
                      <a:pt x="5010" y="9035"/>
                    </a:lnTo>
                    <a:cubicBezTo>
                      <a:pt x="5078" y="9149"/>
                      <a:pt x="5213" y="9230"/>
                      <a:pt x="5342" y="9230"/>
                    </a:cubicBezTo>
                    <a:cubicBezTo>
                      <a:pt x="5391" y="9230"/>
                      <a:pt x="5439" y="9218"/>
                      <a:pt x="5483" y="9192"/>
                    </a:cubicBezTo>
                    <a:cubicBezTo>
                      <a:pt x="5640" y="9129"/>
                      <a:pt x="5703" y="8877"/>
                      <a:pt x="5640" y="8720"/>
                    </a:cubicBezTo>
                    <a:lnTo>
                      <a:pt x="4915" y="7270"/>
                    </a:lnTo>
                    <a:cubicBezTo>
                      <a:pt x="4884" y="7207"/>
                      <a:pt x="4821" y="7113"/>
                      <a:pt x="4726" y="7113"/>
                    </a:cubicBezTo>
                    <a:lnTo>
                      <a:pt x="3718" y="6735"/>
                    </a:lnTo>
                    <a:cubicBezTo>
                      <a:pt x="4002" y="6168"/>
                      <a:pt x="4128" y="5569"/>
                      <a:pt x="4222" y="4939"/>
                    </a:cubicBezTo>
                    <a:lnTo>
                      <a:pt x="5325" y="4939"/>
                    </a:lnTo>
                    <a:cubicBezTo>
                      <a:pt x="5514" y="4939"/>
                      <a:pt x="5672" y="4782"/>
                      <a:pt x="5672" y="4592"/>
                    </a:cubicBezTo>
                    <a:cubicBezTo>
                      <a:pt x="5672" y="4403"/>
                      <a:pt x="5514" y="4246"/>
                      <a:pt x="5325" y="4246"/>
                    </a:cubicBezTo>
                    <a:lnTo>
                      <a:pt x="4222" y="4246"/>
                    </a:lnTo>
                    <a:cubicBezTo>
                      <a:pt x="4191" y="3616"/>
                      <a:pt x="4002" y="2986"/>
                      <a:pt x="3718" y="2482"/>
                    </a:cubicBezTo>
                    <a:lnTo>
                      <a:pt x="4726" y="2072"/>
                    </a:lnTo>
                    <a:cubicBezTo>
                      <a:pt x="4821" y="2041"/>
                      <a:pt x="4884" y="2009"/>
                      <a:pt x="4915" y="1915"/>
                    </a:cubicBezTo>
                    <a:lnTo>
                      <a:pt x="5640" y="497"/>
                    </a:lnTo>
                    <a:cubicBezTo>
                      <a:pt x="5703" y="339"/>
                      <a:pt x="5640" y="119"/>
                      <a:pt x="5483" y="24"/>
                    </a:cubicBezTo>
                    <a:cubicBezTo>
                      <a:pt x="5442" y="8"/>
                      <a:pt x="5395" y="0"/>
                      <a:pt x="534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31"/>
              <p:cNvSpPr/>
              <p:nvPr/>
            </p:nvSpPr>
            <p:spPr>
              <a:xfrm>
                <a:off x="-19728150" y="3763650"/>
                <a:ext cx="114225" cy="54375"/>
              </a:xfrm>
              <a:custGeom>
                <a:rect b="b" l="l" r="r" t="t"/>
                <a:pathLst>
                  <a:path extrusionOk="0" h="2175" w="4569">
                    <a:moveTo>
                      <a:pt x="2269" y="0"/>
                    </a:moveTo>
                    <a:cubicBezTo>
                      <a:pt x="1449" y="0"/>
                      <a:pt x="662" y="252"/>
                      <a:pt x="0" y="630"/>
                    </a:cubicBezTo>
                    <a:cubicBezTo>
                      <a:pt x="126" y="914"/>
                      <a:pt x="315" y="1197"/>
                      <a:pt x="504" y="1418"/>
                    </a:cubicBezTo>
                    <a:cubicBezTo>
                      <a:pt x="977" y="1891"/>
                      <a:pt x="1607" y="2174"/>
                      <a:pt x="2269" y="2174"/>
                    </a:cubicBezTo>
                    <a:cubicBezTo>
                      <a:pt x="3308" y="2174"/>
                      <a:pt x="4222" y="1544"/>
                      <a:pt x="4568" y="630"/>
                    </a:cubicBezTo>
                    <a:cubicBezTo>
                      <a:pt x="3907" y="252"/>
                      <a:pt x="3119" y="0"/>
                      <a:pt x="22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31"/>
              <p:cNvSpPr/>
              <p:nvPr/>
            </p:nvSpPr>
            <p:spPr>
              <a:xfrm>
                <a:off x="-19695075" y="3868400"/>
                <a:ext cx="48075" cy="110300"/>
              </a:xfrm>
              <a:custGeom>
                <a:rect b="b" l="l" r="r" t="t"/>
                <a:pathLst>
                  <a:path extrusionOk="0" h="4412" w="1923">
                    <a:moveTo>
                      <a:pt x="977" y="0"/>
                    </a:moveTo>
                    <a:lnTo>
                      <a:pt x="0" y="4285"/>
                    </a:lnTo>
                    <a:cubicBezTo>
                      <a:pt x="316" y="4380"/>
                      <a:pt x="631" y="4411"/>
                      <a:pt x="977" y="4411"/>
                    </a:cubicBezTo>
                    <a:cubicBezTo>
                      <a:pt x="1261" y="4411"/>
                      <a:pt x="1576" y="4380"/>
                      <a:pt x="1922" y="4285"/>
                    </a:cubicBezTo>
                    <a:lnTo>
                      <a:pt x="97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31"/>
              <p:cNvSpPr/>
              <p:nvPr/>
            </p:nvSpPr>
            <p:spPr>
              <a:xfrm>
                <a:off x="-19822675" y="3764250"/>
                <a:ext cx="142575" cy="229550"/>
              </a:xfrm>
              <a:custGeom>
                <a:rect b="b" l="l" r="r" t="t"/>
                <a:pathLst>
                  <a:path extrusionOk="0" h="9182" w="5703">
                    <a:moveTo>
                      <a:pt x="3939" y="3599"/>
                    </a:moveTo>
                    <a:cubicBezTo>
                      <a:pt x="4128" y="3599"/>
                      <a:pt x="4285" y="3757"/>
                      <a:pt x="4285" y="3977"/>
                    </a:cubicBezTo>
                    <a:cubicBezTo>
                      <a:pt x="4285" y="4166"/>
                      <a:pt x="4128" y="4324"/>
                      <a:pt x="3939" y="4324"/>
                    </a:cubicBezTo>
                    <a:cubicBezTo>
                      <a:pt x="3750" y="4324"/>
                      <a:pt x="3592" y="4166"/>
                      <a:pt x="3592" y="3977"/>
                    </a:cubicBezTo>
                    <a:cubicBezTo>
                      <a:pt x="3592" y="3757"/>
                      <a:pt x="3750" y="3599"/>
                      <a:pt x="3939" y="3599"/>
                    </a:cubicBezTo>
                    <a:close/>
                    <a:moveTo>
                      <a:pt x="3592" y="5017"/>
                    </a:moveTo>
                    <a:cubicBezTo>
                      <a:pt x="3970" y="5017"/>
                      <a:pt x="4285" y="5332"/>
                      <a:pt x="4285" y="5742"/>
                    </a:cubicBezTo>
                    <a:cubicBezTo>
                      <a:pt x="4285" y="6120"/>
                      <a:pt x="3970" y="6435"/>
                      <a:pt x="3592" y="6435"/>
                    </a:cubicBezTo>
                    <a:cubicBezTo>
                      <a:pt x="3183" y="6435"/>
                      <a:pt x="2868" y="6120"/>
                      <a:pt x="2868" y="5742"/>
                    </a:cubicBezTo>
                    <a:cubicBezTo>
                      <a:pt x="2868" y="5332"/>
                      <a:pt x="3183" y="5017"/>
                      <a:pt x="3592" y="5017"/>
                    </a:cubicBezTo>
                    <a:close/>
                    <a:moveTo>
                      <a:pt x="371" y="1"/>
                    </a:moveTo>
                    <a:cubicBezTo>
                      <a:pt x="318" y="1"/>
                      <a:pt x="266" y="12"/>
                      <a:pt x="221" y="39"/>
                    </a:cubicBezTo>
                    <a:cubicBezTo>
                      <a:pt x="64" y="102"/>
                      <a:pt x="1" y="354"/>
                      <a:pt x="64" y="480"/>
                    </a:cubicBezTo>
                    <a:lnTo>
                      <a:pt x="788" y="1930"/>
                    </a:lnTo>
                    <a:cubicBezTo>
                      <a:pt x="820" y="1993"/>
                      <a:pt x="914" y="2056"/>
                      <a:pt x="977" y="2056"/>
                    </a:cubicBezTo>
                    <a:lnTo>
                      <a:pt x="2017" y="2465"/>
                    </a:lnTo>
                    <a:cubicBezTo>
                      <a:pt x="1733" y="3001"/>
                      <a:pt x="1576" y="3599"/>
                      <a:pt x="1481" y="4229"/>
                    </a:cubicBezTo>
                    <a:lnTo>
                      <a:pt x="379" y="4229"/>
                    </a:lnTo>
                    <a:cubicBezTo>
                      <a:pt x="190" y="4229"/>
                      <a:pt x="32" y="4387"/>
                      <a:pt x="32" y="4576"/>
                    </a:cubicBezTo>
                    <a:cubicBezTo>
                      <a:pt x="32" y="4797"/>
                      <a:pt x="190" y="4954"/>
                      <a:pt x="379" y="4954"/>
                    </a:cubicBezTo>
                    <a:lnTo>
                      <a:pt x="1481" y="4954"/>
                    </a:lnTo>
                    <a:cubicBezTo>
                      <a:pt x="1544" y="5584"/>
                      <a:pt x="1733" y="6151"/>
                      <a:pt x="2017" y="6718"/>
                    </a:cubicBezTo>
                    <a:lnTo>
                      <a:pt x="977" y="7096"/>
                    </a:lnTo>
                    <a:cubicBezTo>
                      <a:pt x="914" y="7159"/>
                      <a:pt x="820" y="7191"/>
                      <a:pt x="788" y="7254"/>
                    </a:cubicBezTo>
                    <a:lnTo>
                      <a:pt x="64" y="8672"/>
                    </a:lnTo>
                    <a:cubicBezTo>
                      <a:pt x="1" y="8829"/>
                      <a:pt x="64" y="9081"/>
                      <a:pt x="221" y="9144"/>
                    </a:cubicBezTo>
                    <a:cubicBezTo>
                      <a:pt x="282" y="9170"/>
                      <a:pt x="340" y="9182"/>
                      <a:pt x="394" y="9182"/>
                    </a:cubicBezTo>
                    <a:cubicBezTo>
                      <a:pt x="536" y="9182"/>
                      <a:pt x="648" y="9101"/>
                      <a:pt x="694" y="8987"/>
                    </a:cubicBezTo>
                    <a:lnTo>
                      <a:pt x="1387" y="7695"/>
                    </a:lnTo>
                    <a:lnTo>
                      <a:pt x="2395" y="7317"/>
                    </a:lnTo>
                    <a:cubicBezTo>
                      <a:pt x="2868" y="7979"/>
                      <a:pt x="3529" y="8483"/>
                      <a:pt x="4317" y="8829"/>
                    </a:cubicBezTo>
                    <a:lnTo>
                      <a:pt x="5703" y="2749"/>
                    </a:lnTo>
                    <a:cubicBezTo>
                      <a:pt x="4947" y="2749"/>
                      <a:pt x="4285" y="2434"/>
                      <a:pt x="3813" y="1930"/>
                    </a:cubicBezTo>
                    <a:cubicBezTo>
                      <a:pt x="3529" y="1646"/>
                      <a:pt x="3340" y="1362"/>
                      <a:pt x="3214" y="1016"/>
                    </a:cubicBezTo>
                    <a:cubicBezTo>
                      <a:pt x="2899" y="1236"/>
                      <a:pt x="2647" y="1552"/>
                      <a:pt x="2395" y="1867"/>
                    </a:cubicBezTo>
                    <a:lnTo>
                      <a:pt x="1387" y="1489"/>
                    </a:lnTo>
                    <a:lnTo>
                      <a:pt x="694" y="165"/>
                    </a:lnTo>
                    <a:cubicBezTo>
                      <a:pt x="649" y="75"/>
                      <a:pt x="506" y="1"/>
                      <a:pt x="3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23" name="Google Shape;723;p31"/>
          <p:cNvSpPr txBox="1"/>
          <p:nvPr/>
        </p:nvSpPr>
        <p:spPr>
          <a:xfrm>
            <a:off x="1623912" y="1268402"/>
            <a:ext cx="4125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Lato Black"/>
              <a:buNone/>
            </a:pPr>
            <a:r>
              <a:rPr b="1" i="0" lang="en" sz="3000" u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</a:t>
            </a:r>
            <a:endParaRPr b="1" sz="30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24" name="Google Shape;724;p31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Doodle Banner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25" name="Google Shape;725;p31"/>
          <p:cNvSpPr txBox="1"/>
          <p:nvPr/>
        </p:nvSpPr>
        <p:spPr>
          <a:xfrm>
            <a:off x="1230038" y="2585450"/>
            <a:ext cx="1200900" cy="7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a very cold place. It’s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6" name="Google Shape;726;p31"/>
          <p:cNvSpPr txBox="1"/>
          <p:nvPr/>
        </p:nvSpPr>
        <p:spPr>
          <a:xfrm>
            <a:off x="1289293" y="2027121"/>
            <a:ext cx="10824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Mars</a:t>
            </a:r>
            <a:endParaRPr sz="18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727" name="Google Shape;727;p31"/>
          <p:cNvSpPr txBox="1"/>
          <p:nvPr/>
        </p:nvSpPr>
        <p:spPr>
          <a:xfrm>
            <a:off x="6713088" y="2585450"/>
            <a:ext cx="1201200" cy="7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a gas giant and the biggest planet of them all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Google Shape;728;p31"/>
          <p:cNvSpPr txBox="1"/>
          <p:nvPr/>
        </p:nvSpPr>
        <p:spPr>
          <a:xfrm>
            <a:off x="6772392" y="2027121"/>
            <a:ext cx="10824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Jupiter</a:t>
            </a:r>
            <a:endParaRPr sz="18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729" name="Google Shape;729;p31"/>
          <p:cNvSpPr txBox="1"/>
          <p:nvPr/>
        </p:nvSpPr>
        <p:spPr>
          <a:xfrm>
            <a:off x="4888483" y="2585450"/>
            <a:ext cx="1201200" cy="7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made of helium and hydrogen and has rings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0" name="Google Shape;730;p31"/>
          <p:cNvSpPr txBox="1"/>
          <p:nvPr/>
        </p:nvSpPr>
        <p:spPr>
          <a:xfrm>
            <a:off x="4947892" y="2026944"/>
            <a:ext cx="10824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Saturn</a:t>
            </a:r>
            <a:endParaRPr sz="18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731" name="Google Shape;731;p31"/>
          <p:cNvSpPr txBox="1"/>
          <p:nvPr/>
        </p:nvSpPr>
        <p:spPr>
          <a:xfrm>
            <a:off x="3059258" y="2585450"/>
            <a:ext cx="1200900" cy="7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 but is really hot and warm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2" name="Google Shape;732;p31"/>
          <p:cNvSpPr txBox="1"/>
          <p:nvPr/>
        </p:nvSpPr>
        <p:spPr>
          <a:xfrm>
            <a:off x="3118516" y="2027121"/>
            <a:ext cx="10824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Venus</a:t>
            </a:r>
            <a:endParaRPr sz="18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733" name="Google Shape;733;p31"/>
          <p:cNvSpPr txBox="1"/>
          <p:nvPr/>
        </p:nvSpPr>
        <p:spPr>
          <a:xfrm>
            <a:off x="3453150" y="1268402"/>
            <a:ext cx="4125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Lato Black"/>
              <a:buNone/>
            </a:pPr>
            <a:r>
              <a:rPr b="1" lang="en" sz="30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</a:t>
            </a:r>
            <a:endParaRPr b="1" sz="30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34" name="Google Shape;734;p31"/>
          <p:cNvSpPr txBox="1"/>
          <p:nvPr/>
        </p:nvSpPr>
        <p:spPr>
          <a:xfrm>
            <a:off x="5280050" y="1268402"/>
            <a:ext cx="4125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Lato Black"/>
              <a:buNone/>
            </a:pPr>
            <a:r>
              <a:rPr b="1" lang="en" sz="30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</a:t>
            </a:r>
            <a:endParaRPr b="1" sz="30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35" name="Google Shape;735;p31"/>
          <p:cNvSpPr txBox="1"/>
          <p:nvPr/>
        </p:nvSpPr>
        <p:spPr>
          <a:xfrm>
            <a:off x="7106950" y="1268402"/>
            <a:ext cx="4125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Lato Black"/>
              <a:buNone/>
            </a:pPr>
            <a:r>
              <a:rPr b="1" lang="en" sz="30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</a:t>
            </a:r>
            <a:endParaRPr b="1" sz="30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0" name="Google Shape;740;p32"/>
          <p:cNvGrpSpPr/>
          <p:nvPr/>
        </p:nvGrpSpPr>
        <p:grpSpPr>
          <a:xfrm>
            <a:off x="1130888" y="1117875"/>
            <a:ext cx="6409488" cy="3669901"/>
            <a:chOff x="1130888" y="1117875"/>
            <a:chExt cx="6409488" cy="3669901"/>
          </a:xfrm>
        </p:grpSpPr>
        <p:grpSp>
          <p:nvGrpSpPr>
            <p:cNvPr id="741" name="Google Shape;741;p32"/>
            <p:cNvGrpSpPr/>
            <p:nvPr/>
          </p:nvGrpSpPr>
          <p:grpSpPr>
            <a:xfrm>
              <a:off x="1130888" y="3099050"/>
              <a:ext cx="3053163" cy="1688726"/>
              <a:chOff x="1130888" y="3099050"/>
              <a:chExt cx="3053163" cy="1688726"/>
            </a:xfrm>
          </p:grpSpPr>
          <p:sp>
            <p:nvSpPr>
              <p:cNvPr id="742" name="Google Shape;742;p32"/>
              <p:cNvSpPr/>
              <p:nvPr/>
            </p:nvSpPr>
            <p:spPr>
              <a:xfrm>
                <a:off x="1130888" y="3099050"/>
                <a:ext cx="3053163" cy="1688726"/>
              </a:xfrm>
              <a:custGeom>
                <a:rect b="b" l="l" r="r" t="t"/>
                <a:pathLst>
                  <a:path extrusionOk="0" h="15681" w="22650">
                    <a:moveTo>
                      <a:pt x="6064" y="1"/>
                    </a:moveTo>
                    <a:lnTo>
                      <a:pt x="5646" y="140"/>
                    </a:lnTo>
                    <a:lnTo>
                      <a:pt x="5297" y="210"/>
                    </a:lnTo>
                    <a:lnTo>
                      <a:pt x="4740" y="558"/>
                    </a:lnTo>
                    <a:lnTo>
                      <a:pt x="4322" y="907"/>
                    </a:lnTo>
                    <a:lnTo>
                      <a:pt x="4112" y="1255"/>
                    </a:lnTo>
                    <a:lnTo>
                      <a:pt x="3973" y="1534"/>
                    </a:lnTo>
                    <a:lnTo>
                      <a:pt x="3834" y="1813"/>
                    </a:lnTo>
                    <a:lnTo>
                      <a:pt x="3694" y="1743"/>
                    </a:lnTo>
                    <a:lnTo>
                      <a:pt x="2719" y="1743"/>
                    </a:lnTo>
                    <a:lnTo>
                      <a:pt x="2161" y="1952"/>
                    </a:lnTo>
                    <a:lnTo>
                      <a:pt x="1604" y="2231"/>
                    </a:lnTo>
                    <a:lnTo>
                      <a:pt x="907" y="2649"/>
                    </a:lnTo>
                    <a:lnTo>
                      <a:pt x="558" y="2928"/>
                    </a:lnTo>
                    <a:lnTo>
                      <a:pt x="349" y="3206"/>
                    </a:lnTo>
                    <a:lnTo>
                      <a:pt x="140" y="3555"/>
                    </a:lnTo>
                    <a:lnTo>
                      <a:pt x="71" y="3833"/>
                    </a:lnTo>
                    <a:lnTo>
                      <a:pt x="1" y="4112"/>
                    </a:lnTo>
                    <a:lnTo>
                      <a:pt x="1" y="4391"/>
                    </a:lnTo>
                    <a:lnTo>
                      <a:pt x="71" y="4948"/>
                    </a:lnTo>
                    <a:lnTo>
                      <a:pt x="280" y="5436"/>
                    </a:lnTo>
                    <a:lnTo>
                      <a:pt x="558" y="5785"/>
                    </a:lnTo>
                    <a:lnTo>
                      <a:pt x="767" y="6133"/>
                    </a:lnTo>
                    <a:lnTo>
                      <a:pt x="558" y="6551"/>
                    </a:lnTo>
                    <a:lnTo>
                      <a:pt x="349" y="6969"/>
                    </a:lnTo>
                    <a:lnTo>
                      <a:pt x="140" y="7597"/>
                    </a:lnTo>
                    <a:lnTo>
                      <a:pt x="71" y="8293"/>
                    </a:lnTo>
                    <a:lnTo>
                      <a:pt x="71" y="9060"/>
                    </a:lnTo>
                    <a:lnTo>
                      <a:pt x="140" y="9408"/>
                    </a:lnTo>
                    <a:lnTo>
                      <a:pt x="210" y="9827"/>
                    </a:lnTo>
                    <a:lnTo>
                      <a:pt x="419" y="10245"/>
                    </a:lnTo>
                    <a:lnTo>
                      <a:pt x="698" y="10663"/>
                    </a:lnTo>
                    <a:lnTo>
                      <a:pt x="977" y="11011"/>
                    </a:lnTo>
                    <a:lnTo>
                      <a:pt x="1255" y="11290"/>
                    </a:lnTo>
                    <a:lnTo>
                      <a:pt x="1604" y="11499"/>
                    </a:lnTo>
                    <a:lnTo>
                      <a:pt x="1882" y="11638"/>
                    </a:lnTo>
                    <a:lnTo>
                      <a:pt x="2231" y="11778"/>
                    </a:lnTo>
                    <a:lnTo>
                      <a:pt x="2510" y="11848"/>
                    </a:lnTo>
                    <a:lnTo>
                      <a:pt x="3067" y="11848"/>
                    </a:lnTo>
                    <a:lnTo>
                      <a:pt x="3555" y="11778"/>
                    </a:lnTo>
                    <a:lnTo>
                      <a:pt x="3973" y="11638"/>
                    </a:lnTo>
                    <a:lnTo>
                      <a:pt x="4322" y="11499"/>
                    </a:lnTo>
                    <a:lnTo>
                      <a:pt x="4461" y="12196"/>
                    </a:lnTo>
                    <a:lnTo>
                      <a:pt x="4670" y="12893"/>
                    </a:lnTo>
                    <a:lnTo>
                      <a:pt x="4949" y="13450"/>
                    </a:lnTo>
                    <a:lnTo>
                      <a:pt x="5297" y="13938"/>
                    </a:lnTo>
                    <a:lnTo>
                      <a:pt x="5646" y="14356"/>
                    </a:lnTo>
                    <a:lnTo>
                      <a:pt x="6064" y="14705"/>
                    </a:lnTo>
                    <a:lnTo>
                      <a:pt x="6552" y="14983"/>
                    </a:lnTo>
                    <a:lnTo>
                      <a:pt x="7039" y="15193"/>
                    </a:lnTo>
                    <a:lnTo>
                      <a:pt x="7527" y="15402"/>
                    </a:lnTo>
                    <a:lnTo>
                      <a:pt x="8085" y="15541"/>
                    </a:lnTo>
                    <a:lnTo>
                      <a:pt x="9130" y="15680"/>
                    </a:lnTo>
                    <a:lnTo>
                      <a:pt x="10245" y="15680"/>
                    </a:lnTo>
                    <a:lnTo>
                      <a:pt x="11221" y="15541"/>
                    </a:lnTo>
                    <a:lnTo>
                      <a:pt x="11708" y="15471"/>
                    </a:lnTo>
                    <a:lnTo>
                      <a:pt x="12126" y="15402"/>
                    </a:lnTo>
                    <a:lnTo>
                      <a:pt x="12893" y="15053"/>
                    </a:lnTo>
                    <a:lnTo>
                      <a:pt x="13590" y="14635"/>
                    </a:lnTo>
                    <a:lnTo>
                      <a:pt x="14147" y="14217"/>
                    </a:lnTo>
                    <a:lnTo>
                      <a:pt x="14566" y="13799"/>
                    </a:lnTo>
                    <a:lnTo>
                      <a:pt x="14844" y="13450"/>
                    </a:lnTo>
                    <a:lnTo>
                      <a:pt x="15123" y="13102"/>
                    </a:lnTo>
                    <a:lnTo>
                      <a:pt x="16099" y="13172"/>
                    </a:lnTo>
                    <a:lnTo>
                      <a:pt x="16865" y="13172"/>
                    </a:lnTo>
                    <a:lnTo>
                      <a:pt x="17283" y="13102"/>
                    </a:lnTo>
                    <a:lnTo>
                      <a:pt x="17632" y="12963"/>
                    </a:lnTo>
                    <a:lnTo>
                      <a:pt x="17911" y="12823"/>
                    </a:lnTo>
                    <a:lnTo>
                      <a:pt x="18189" y="12614"/>
                    </a:lnTo>
                    <a:lnTo>
                      <a:pt x="18607" y="12126"/>
                    </a:lnTo>
                    <a:lnTo>
                      <a:pt x="19026" y="11569"/>
                    </a:lnTo>
                    <a:lnTo>
                      <a:pt x="19374" y="11499"/>
                    </a:lnTo>
                    <a:lnTo>
                      <a:pt x="20141" y="11290"/>
                    </a:lnTo>
                    <a:lnTo>
                      <a:pt x="20628" y="11011"/>
                    </a:lnTo>
                    <a:lnTo>
                      <a:pt x="21116" y="10733"/>
                    </a:lnTo>
                    <a:lnTo>
                      <a:pt x="21604" y="10314"/>
                    </a:lnTo>
                    <a:lnTo>
                      <a:pt x="22092" y="9757"/>
                    </a:lnTo>
                    <a:lnTo>
                      <a:pt x="22371" y="9130"/>
                    </a:lnTo>
                    <a:lnTo>
                      <a:pt x="22580" y="8503"/>
                    </a:lnTo>
                    <a:lnTo>
                      <a:pt x="22649" y="7875"/>
                    </a:lnTo>
                    <a:lnTo>
                      <a:pt x="22580" y="7248"/>
                    </a:lnTo>
                    <a:lnTo>
                      <a:pt x="22440" y="6691"/>
                    </a:lnTo>
                    <a:lnTo>
                      <a:pt x="22161" y="6133"/>
                    </a:lnTo>
                    <a:lnTo>
                      <a:pt x="21883" y="5576"/>
                    </a:lnTo>
                    <a:lnTo>
                      <a:pt x="21604" y="5088"/>
                    </a:lnTo>
                    <a:lnTo>
                      <a:pt x="21395" y="4809"/>
                    </a:lnTo>
                    <a:lnTo>
                      <a:pt x="21186" y="4670"/>
                    </a:lnTo>
                    <a:lnTo>
                      <a:pt x="20698" y="4321"/>
                    </a:lnTo>
                    <a:lnTo>
                      <a:pt x="20141" y="4112"/>
                    </a:lnTo>
                    <a:lnTo>
                      <a:pt x="19583" y="3903"/>
                    </a:lnTo>
                    <a:lnTo>
                      <a:pt x="18607" y="3764"/>
                    </a:lnTo>
                    <a:lnTo>
                      <a:pt x="18189" y="3764"/>
                    </a:lnTo>
                    <a:lnTo>
                      <a:pt x="18189" y="3624"/>
                    </a:lnTo>
                    <a:lnTo>
                      <a:pt x="18189" y="3415"/>
                    </a:lnTo>
                    <a:lnTo>
                      <a:pt x="18120" y="3067"/>
                    </a:lnTo>
                    <a:lnTo>
                      <a:pt x="17980" y="2858"/>
                    </a:lnTo>
                    <a:lnTo>
                      <a:pt x="17771" y="2649"/>
                    </a:lnTo>
                    <a:lnTo>
                      <a:pt x="17492" y="2440"/>
                    </a:lnTo>
                    <a:lnTo>
                      <a:pt x="17144" y="2300"/>
                    </a:lnTo>
                    <a:lnTo>
                      <a:pt x="16726" y="2231"/>
                    </a:lnTo>
                    <a:lnTo>
                      <a:pt x="15681" y="2231"/>
                    </a:lnTo>
                    <a:lnTo>
                      <a:pt x="15402" y="2300"/>
                    </a:lnTo>
                    <a:lnTo>
                      <a:pt x="15471" y="2161"/>
                    </a:lnTo>
                    <a:lnTo>
                      <a:pt x="15541" y="2091"/>
                    </a:lnTo>
                    <a:lnTo>
                      <a:pt x="15541" y="1882"/>
                    </a:lnTo>
                    <a:lnTo>
                      <a:pt x="15471" y="1673"/>
                    </a:lnTo>
                    <a:lnTo>
                      <a:pt x="15262" y="1464"/>
                    </a:lnTo>
                    <a:lnTo>
                      <a:pt x="14914" y="1185"/>
                    </a:lnTo>
                    <a:lnTo>
                      <a:pt x="14356" y="837"/>
                    </a:lnTo>
                    <a:lnTo>
                      <a:pt x="13660" y="628"/>
                    </a:lnTo>
                    <a:lnTo>
                      <a:pt x="13032" y="558"/>
                    </a:lnTo>
                    <a:lnTo>
                      <a:pt x="12405" y="628"/>
                    </a:lnTo>
                    <a:lnTo>
                      <a:pt x="11848" y="767"/>
                    </a:lnTo>
                    <a:lnTo>
                      <a:pt x="11290" y="907"/>
                    </a:lnTo>
                    <a:lnTo>
                      <a:pt x="10942" y="1046"/>
                    </a:lnTo>
                    <a:lnTo>
                      <a:pt x="10593" y="1255"/>
                    </a:lnTo>
                    <a:lnTo>
                      <a:pt x="10524" y="1046"/>
                    </a:lnTo>
                    <a:lnTo>
                      <a:pt x="10315" y="837"/>
                    </a:lnTo>
                    <a:lnTo>
                      <a:pt x="10036" y="628"/>
                    </a:lnTo>
                    <a:lnTo>
                      <a:pt x="9548" y="419"/>
                    </a:lnTo>
                    <a:lnTo>
                      <a:pt x="8921" y="210"/>
                    </a:lnTo>
                    <a:lnTo>
                      <a:pt x="8154" y="70"/>
                    </a:lnTo>
                    <a:lnTo>
                      <a:pt x="710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32"/>
              <p:cNvSpPr/>
              <p:nvPr/>
            </p:nvSpPr>
            <p:spPr>
              <a:xfrm>
                <a:off x="1196667" y="3166573"/>
                <a:ext cx="2902864" cy="1553680"/>
              </a:xfrm>
              <a:custGeom>
                <a:rect b="b" l="l" r="r" t="t"/>
                <a:pathLst>
                  <a:path extrusionOk="0" h="14427" w="21535">
                    <a:moveTo>
                      <a:pt x="6969" y="489"/>
                    </a:moveTo>
                    <a:lnTo>
                      <a:pt x="7457" y="558"/>
                    </a:lnTo>
                    <a:lnTo>
                      <a:pt x="7875" y="698"/>
                    </a:lnTo>
                    <a:lnTo>
                      <a:pt x="8363" y="907"/>
                    </a:lnTo>
                    <a:lnTo>
                      <a:pt x="8781" y="1116"/>
                    </a:lnTo>
                    <a:lnTo>
                      <a:pt x="9130" y="1395"/>
                    </a:lnTo>
                    <a:lnTo>
                      <a:pt x="9478" y="1673"/>
                    </a:lnTo>
                    <a:lnTo>
                      <a:pt x="9757" y="2022"/>
                    </a:lnTo>
                    <a:lnTo>
                      <a:pt x="9827" y="2161"/>
                    </a:lnTo>
                    <a:lnTo>
                      <a:pt x="10036" y="2161"/>
                    </a:lnTo>
                    <a:lnTo>
                      <a:pt x="10105" y="2091"/>
                    </a:lnTo>
                    <a:lnTo>
                      <a:pt x="10663" y="1673"/>
                    </a:lnTo>
                    <a:lnTo>
                      <a:pt x="11290" y="1255"/>
                    </a:lnTo>
                    <a:lnTo>
                      <a:pt x="11987" y="1046"/>
                    </a:lnTo>
                    <a:lnTo>
                      <a:pt x="12614" y="976"/>
                    </a:lnTo>
                    <a:lnTo>
                      <a:pt x="12963" y="976"/>
                    </a:lnTo>
                    <a:lnTo>
                      <a:pt x="13241" y="1046"/>
                    </a:lnTo>
                    <a:lnTo>
                      <a:pt x="13520" y="1186"/>
                    </a:lnTo>
                    <a:lnTo>
                      <a:pt x="13729" y="1395"/>
                    </a:lnTo>
                    <a:lnTo>
                      <a:pt x="13868" y="1604"/>
                    </a:lnTo>
                    <a:lnTo>
                      <a:pt x="14008" y="1952"/>
                    </a:lnTo>
                    <a:lnTo>
                      <a:pt x="14078" y="2301"/>
                    </a:lnTo>
                    <a:lnTo>
                      <a:pt x="14078" y="2788"/>
                    </a:lnTo>
                    <a:lnTo>
                      <a:pt x="14078" y="2928"/>
                    </a:lnTo>
                    <a:lnTo>
                      <a:pt x="14147" y="2997"/>
                    </a:lnTo>
                    <a:lnTo>
                      <a:pt x="14426" y="2997"/>
                    </a:lnTo>
                    <a:lnTo>
                      <a:pt x="14844" y="2788"/>
                    </a:lnTo>
                    <a:lnTo>
                      <a:pt x="15262" y="2719"/>
                    </a:lnTo>
                    <a:lnTo>
                      <a:pt x="15680" y="2649"/>
                    </a:lnTo>
                    <a:lnTo>
                      <a:pt x="16098" y="2719"/>
                    </a:lnTo>
                    <a:lnTo>
                      <a:pt x="16447" y="2858"/>
                    </a:lnTo>
                    <a:lnTo>
                      <a:pt x="16726" y="3137"/>
                    </a:lnTo>
                    <a:lnTo>
                      <a:pt x="16935" y="3555"/>
                    </a:lnTo>
                    <a:lnTo>
                      <a:pt x="16935" y="4112"/>
                    </a:lnTo>
                    <a:lnTo>
                      <a:pt x="17004" y="4252"/>
                    </a:lnTo>
                    <a:lnTo>
                      <a:pt x="17144" y="4321"/>
                    </a:lnTo>
                    <a:lnTo>
                      <a:pt x="17980" y="4321"/>
                    </a:lnTo>
                    <a:lnTo>
                      <a:pt x="18677" y="4461"/>
                    </a:lnTo>
                    <a:lnTo>
                      <a:pt x="19304" y="4670"/>
                    </a:lnTo>
                    <a:lnTo>
                      <a:pt x="19862" y="4949"/>
                    </a:lnTo>
                    <a:lnTo>
                      <a:pt x="20280" y="5367"/>
                    </a:lnTo>
                    <a:lnTo>
                      <a:pt x="20628" y="5924"/>
                    </a:lnTo>
                    <a:lnTo>
                      <a:pt x="20907" y="6482"/>
                    </a:lnTo>
                    <a:lnTo>
                      <a:pt x="21046" y="7248"/>
                    </a:lnTo>
                    <a:lnTo>
                      <a:pt x="21046" y="7597"/>
                    </a:lnTo>
                    <a:lnTo>
                      <a:pt x="20977" y="7945"/>
                    </a:lnTo>
                    <a:lnTo>
                      <a:pt x="20907" y="8224"/>
                    </a:lnTo>
                    <a:lnTo>
                      <a:pt x="20837" y="8503"/>
                    </a:lnTo>
                    <a:lnTo>
                      <a:pt x="20489" y="8991"/>
                    </a:lnTo>
                    <a:lnTo>
                      <a:pt x="20071" y="9409"/>
                    </a:lnTo>
                    <a:lnTo>
                      <a:pt x="19513" y="9687"/>
                    </a:lnTo>
                    <a:lnTo>
                      <a:pt x="18956" y="9827"/>
                    </a:lnTo>
                    <a:lnTo>
                      <a:pt x="18328" y="9827"/>
                    </a:lnTo>
                    <a:lnTo>
                      <a:pt x="17632" y="9757"/>
                    </a:lnTo>
                    <a:lnTo>
                      <a:pt x="17562" y="9757"/>
                    </a:lnTo>
                    <a:lnTo>
                      <a:pt x="17423" y="9827"/>
                    </a:lnTo>
                    <a:lnTo>
                      <a:pt x="17353" y="9896"/>
                    </a:lnTo>
                    <a:lnTo>
                      <a:pt x="17353" y="10036"/>
                    </a:lnTo>
                    <a:lnTo>
                      <a:pt x="17353" y="10315"/>
                    </a:lnTo>
                    <a:lnTo>
                      <a:pt x="17283" y="10593"/>
                    </a:lnTo>
                    <a:lnTo>
                      <a:pt x="17144" y="10802"/>
                    </a:lnTo>
                    <a:lnTo>
                      <a:pt x="17074" y="11011"/>
                    </a:lnTo>
                    <a:lnTo>
                      <a:pt x="16726" y="11290"/>
                    </a:lnTo>
                    <a:lnTo>
                      <a:pt x="16308" y="11499"/>
                    </a:lnTo>
                    <a:lnTo>
                      <a:pt x="15889" y="11569"/>
                    </a:lnTo>
                    <a:lnTo>
                      <a:pt x="15402" y="11569"/>
                    </a:lnTo>
                    <a:lnTo>
                      <a:pt x="14844" y="11430"/>
                    </a:lnTo>
                    <a:lnTo>
                      <a:pt x="14426" y="11221"/>
                    </a:lnTo>
                    <a:lnTo>
                      <a:pt x="14217" y="11221"/>
                    </a:lnTo>
                    <a:lnTo>
                      <a:pt x="14078" y="11290"/>
                    </a:lnTo>
                    <a:lnTo>
                      <a:pt x="13590" y="11987"/>
                    </a:lnTo>
                    <a:lnTo>
                      <a:pt x="13032" y="12545"/>
                    </a:lnTo>
                    <a:lnTo>
                      <a:pt x="12335" y="13032"/>
                    </a:lnTo>
                    <a:lnTo>
                      <a:pt x="11569" y="13381"/>
                    </a:lnTo>
                    <a:lnTo>
                      <a:pt x="10802" y="13660"/>
                    </a:lnTo>
                    <a:lnTo>
                      <a:pt x="9966" y="13869"/>
                    </a:lnTo>
                    <a:lnTo>
                      <a:pt x="8363" y="13869"/>
                    </a:lnTo>
                    <a:lnTo>
                      <a:pt x="7597" y="13729"/>
                    </a:lnTo>
                    <a:lnTo>
                      <a:pt x="6830" y="13451"/>
                    </a:lnTo>
                    <a:lnTo>
                      <a:pt x="6203" y="13032"/>
                    </a:lnTo>
                    <a:lnTo>
                      <a:pt x="5645" y="12545"/>
                    </a:lnTo>
                    <a:lnTo>
                      <a:pt x="5436" y="12266"/>
                    </a:lnTo>
                    <a:lnTo>
                      <a:pt x="5227" y="11987"/>
                    </a:lnTo>
                    <a:lnTo>
                      <a:pt x="5088" y="11639"/>
                    </a:lnTo>
                    <a:lnTo>
                      <a:pt x="4949" y="11290"/>
                    </a:lnTo>
                    <a:lnTo>
                      <a:pt x="4879" y="10872"/>
                    </a:lnTo>
                    <a:lnTo>
                      <a:pt x="4809" y="10454"/>
                    </a:lnTo>
                    <a:lnTo>
                      <a:pt x="4879" y="9966"/>
                    </a:lnTo>
                    <a:lnTo>
                      <a:pt x="4879" y="9478"/>
                    </a:lnTo>
                    <a:lnTo>
                      <a:pt x="4879" y="9409"/>
                    </a:lnTo>
                    <a:lnTo>
                      <a:pt x="4879" y="9339"/>
                    </a:lnTo>
                    <a:lnTo>
                      <a:pt x="4739" y="9269"/>
                    </a:lnTo>
                    <a:lnTo>
                      <a:pt x="4530" y="9269"/>
                    </a:lnTo>
                    <a:lnTo>
                      <a:pt x="4112" y="9548"/>
                    </a:lnTo>
                    <a:lnTo>
                      <a:pt x="3624" y="9757"/>
                    </a:lnTo>
                    <a:lnTo>
                      <a:pt x="3206" y="9896"/>
                    </a:lnTo>
                    <a:lnTo>
                      <a:pt x="2788" y="9966"/>
                    </a:lnTo>
                    <a:lnTo>
                      <a:pt x="2370" y="9896"/>
                    </a:lnTo>
                    <a:lnTo>
                      <a:pt x="1952" y="9827"/>
                    </a:lnTo>
                    <a:lnTo>
                      <a:pt x="1534" y="9548"/>
                    </a:lnTo>
                    <a:lnTo>
                      <a:pt x="1116" y="9269"/>
                    </a:lnTo>
                    <a:lnTo>
                      <a:pt x="698" y="8781"/>
                    </a:lnTo>
                    <a:lnTo>
                      <a:pt x="489" y="8294"/>
                    </a:lnTo>
                    <a:lnTo>
                      <a:pt x="419" y="7736"/>
                    </a:lnTo>
                    <a:lnTo>
                      <a:pt x="558" y="7248"/>
                    </a:lnTo>
                    <a:lnTo>
                      <a:pt x="767" y="6830"/>
                    </a:lnTo>
                    <a:lnTo>
                      <a:pt x="1046" y="6412"/>
                    </a:lnTo>
                    <a:lnTo>
                      <a:pt x="1534" y="6064"/>
                    </a:lnTo>
                    <a:lnTo>
                      <a:pt x="2022" y="5715"/>
                    </a:lnTo>
                    <a:lnTo>
                      <a:pt x="2091" y="5646"/>
                    </a:lnTo>
                    <a:lnTo>
                      <a:pt x="2091" y="5506"/>
                    </a:lnTo>
                    <a:lnTo>
                      <a:pt x="2091" y="5436"/>
                    </a:lnTo>
                    <a:lnTo>
                      <a:pt x="2022" y="5297"/>
                    </a:lnTo>
                    <a:lnTo>
                      <a:pt x="1464" y="5018"/>
                    </a:lnTo>
                    <a:lnTo>
                      <a:pt x="1046" y="4670"/>
                    </a:lnTo>
                    <a:lnTo>
                      <a:pt x="837" y="4321"/>
                    </a:lnTo>
                    <a:lnTo>
                      <a:pt x="767" y="4043"/>
                    </a:lnTo>
                    <a:lnTo>
                      <a:pt x="837" y="3694"/>
                    </a:lnTo>
                    <a:lnTo>
                      <a:pt x="976" y="3416"/>
                    </a:lnTo>
                    <a:lnTo>
                      <a:pt x="1185" y="3137"/>
                    </a:lnTo>
                    <a:lnTo>
                      <a:pt x="1464" y="2858"/>
                    </a:lnTo>
                    <a:lnTo>
                      <a:pt x="1813" y="2649"/>
                    </a:lnTo>
                    <a:lnTo>
                      <a:pt x="2231" y="2510"/>
                    </a:lnTo>
                    <a:lnTo>
                      <a:pt x="2579" y="2370"/>
                    </a:lnTo>
                    <a:lnTo>
                      <a:pt x="3346" y="2370"/>
                    </a:lnTo>
                    <a:lnTo>
                      <a:pt x="3624" y="2510"/>
                    </a:lnTo>
                    <a:lnTo>
                      <a:pt x="3903" y="2649"/>
                    </a:lnTo>
                    <a:lnTo>
                      <a:pt x="4043" y="2997"/>
                    </a:lnTo>
                    <a:lnTo>
                      <a:pt x="4112" y="2997"/>
                    </a:lnTo>
                    <a:lnTo>
                      <a:pt x="4182" y="3067"/>
                    </a:lnTo>
                    <a:lnTo>
                      <a:pt x="4252" y="2997"/>
                    </a:lnTo>
                    <a:lnTo>
                      <a:pt x="4321" y="2928"/>
                    </a:lnTo>
                    <a:lnTo>
                      <a:pt x="4391" y="2858"/>
                    </a:lnTo>
                    <a:lnTo>
                      <a:pt x="4461" y="2788"/>
                    </a:lnTo>
                    <a:lnTo>
                      <a:pt x="4391" y="2231"/>
                    </a:lnTo>
                    <a:lnTo>
                      <a:pt x="4461" y="1743"/>
                    </a:lnTo>
                    <a:lnTo>
                      <a:pt x="4670" y="1395"/>
                    </a:lnTo>
                    <a:lnTo>
                      <a:pt x="4879" y="1046"/>
                    </a:lnTo>
                    <a:lnTo>
                      <a:pt x="5227" y="837"/>
                    </a:lnTo>
                    <a:lnTo>
                      <a:pt x="5576" y="628"/>
                    </a:lnTo>
                    <a:lnTo>
                      <a:pt x="5994" y="558"/>
                    </a:lnTo>
                    <a:lnTo>
                      <a:pt x="6482" y="489"/>
                    </a:lnTo>
                    <a:close/>
                    <a:moveTo>
                      <a:pt x="5994" y="1"/>
                    </a:moveTo>
                    <a:lnTo>
                      <a:pt x="5576" y="140"/>
                    </a:lnTo>
                    <a:lnTo>
                      <a:pt x="5158" y="280"/>
                    </a:lnTo>
                    <a:lnTo>
                      <a:pt x="4809" y="489"/>
                    </a:lnTo>
                    <a:lnTo>
                      <a:pt x="4461" y="767"/>
                    </a:lnTo>
                    <a:lnTo>
                      <a:pt x="4252" y="1116"/>
                    </a:lnTo>
                    <a:lnTo>
                      <a:pt x="4043" y="1464"/>
                    </a:lnTo>
                    <a:lnTo>
                      <a:pt x="3973" y="1813"/>
                    </a:lnTo>
                    <a:lnTo>
                      <a:pt x="3973" y="2231"/>
                    </a:lnTo>
                    <a:lnTo>
                      <a:pt x="3764" y="2022"/>
                    </a:lnTo>
                    <a:lnTo>
                      <a:pt x="3415" y="1882"/>
                    </a:lnTo>
                    <a:lnTo>
                      <a:pt x="2649" y="1882"/>
                    </a:lnTo>
                    <a:lnTo>
                      <a:pt x="2231" y="1952"/>
                    </a:lnTo>
                    <a:lnTo>
                      <a:pt x="1882" y="2091"/>
                    </a:lnTo>
                    <a:lnTo>
                      <a:pt x="1255" y="2440"/>
                    </a:lnTo>
                    <a:lnTo>
                      <a:pt x="767" y="2858"/>
                    </a:lnTo>
                    <a:lnTo>
                      <a:pt x="489" y="3206"/>
                    </a:lnTo>
                    <a:lnTo>
                      <a:pt x="279" y="3625"/>
                    </a:lnTo>
                    <a:lnTo>
                      <a:pt x="279" y="4043"/>
                    </a:lnTo>
                    <a:lnTo>
                      <a:pt x="419" y="4461"/>
                    </a:lnTo>
                    <a:lnTo>
                      <a:pt x="628" y="4879"/>
                    </a:lnTo>
                    <a:lnTo>
                      <a:pt x="976" y="5227"/>
                    </a:lnTo>
                    <a:lnTo>
                      <a:pt x="1394" y="5506"/>
                    </a:lnTo>
                    <a:lnTo>
                      <a:pt x="767" y="5924"/>
                    </a:lnTo>
                    <a:lnTo>
                      <a:pt x="349" y="6412"/>
                    </a:lnTo>
                    <a:lnTo>
                      <a:pt x="140" y="6900"/>
                    </a:lnTo>
                    <a:lnTo>
                      <a:pt x="1" y="7457"/>
                    </a:lnTo>
                    <a:lnTo>
                      <a:pt x="1" y="7945"/>
                    </a:lnTo>
                    <a:lnTo>
                      <a:pt x="140" y="8433"/>
                    </a:lnTo>
                    <a:lnTo>
                      <a:pt x="419" y="8921"/>
                    </a:lnTo>
                    <a:lnTo>
                      <a:pt x="698" y="9339"/>
                    </a:lnTo>
                    <a:lnTo>
                      <a:pt x="1116" y="9757"/>
                    </a:lnTo>
                    <a:lnTo>
                      <a:pt x="1534" y="10106"/>
                    </a:lnTo>
                    <a:lnTo>
                      <a:pt x="2022" y="10315"/>
                    </a:lnTo>
                    <a:lnTo>
                      <a:pt x="2509" y="10454"/>
                    </a:lnTo>
                    <a:lnTo>
                      <a:pt x="2997" y="10524"/>
                    </a:lnTo>
                    <a:lnTo>
                      <a:pt x="3555" y="10384"/>
                    </a:lnTo>
                    <a:lnTo>
                      <a:pt x="4043" y="10175"/>
                    </a:lnTo>
                    <a:lnTo>
                      <a:pt x="4530" y="9827"/>
                    </a:lnTo>
                    <a:lnTo>
                      <a:pt x="4391" y="10454"/>
                    </a:lnTo>
                    <a:lnTo>
                      <a:pt x="4391" y="11011"/>
                    </a:lnTo>
                    <a:lnTo>
                      <a:pt x="4530" y="11569"/>
                    </a:lnTo>
                    <a:lnTo>
                      <a:pt x="4670" y="12057"/>
                    </a:lnTo>
                    <a:lnTo>
                      <a:pt x="4949" y="12475"/>
                    </a:lnTo>
                    <a:lnTo>
                      <a:pt x="5297" y="12893"/>
                    </a:lnTo>
                    <a:lnTo>
                      <a:pt x="5645" y="13241"/>
                    </a:lnTo>
                    <a:lnTo>
                      <a:pt x="6064" y="13520"/>
                    </a:lnTo>
                    <a:lnTo>
                      <a:pt x="6551" y="13799"/>
                    </a:lnTo>
                    <a:lnTo>
                      <a:pt x="7039" y="14008"/>
                    </a:lnTo>
                    <a:lnTo>
                      <a:pt x="7597" y="14217"/>
                    </a:lnTo>
                    <a:lnTo>
                      <a:pt x="8154" y="14287"/>
                    </a:lnTo>
                    <a:lnTo>
                      <a:pt x="8712" y="14426"/>
                    </a:lnTo>
                    <a:lnTo>
                      <a:pt x="9896" y="14426"/>
                    </a:lnTo>
                    <a:lnTo>
                      <a:pt x="10454" y="14356"/>
                    </a:lnTo>
                    <a:lnTo>
                      <a:pt x="11081" y="14147"/>
                    </a:lnTo>
                    <a:lnTo>
                      <a:pt x="11708" y="13938"/>
                    </a:lnTo>
                    <a:lnTo>
                      <a:pt x="12335" y="13660"/>
                    </a:lnTo>
                    <a:lnTo>
                      <a:pt x="12893" y="13381"/>
                    </a:lnTo>
                    <a:lnTo>
                      <a:pt x="13729" y="12545"/>
                    </a:lnTo>
                    <a:lnTo>
                      <a:pt x="14217" y="12057"/>
                    </a:lnTo>
                    <a:lnTo>
                      <a:pt x="14426" y="11778"/>
                    </a:lnTo>
                    <a:lnTo>
                      <a:pt x="14983" y="12057"/>
                    </a:lnTo>
                    <a:lnTo>
                      <a:pt x="15541" y="12126"/>
                    </a:lnTo>
                    <a:lnTo>
                      <a:pt x="16098" y="12126"/>
                    </a:lnTo>
                    <a:lnTo>
                      <a:pt x="16586" y="11987"/>
                    </a:lnTo>
                    <a:lnTo>
                      <a:pt x="17004" y="11708"/>
                    </a:lnTo>
                    <a:lnTo>
                      <a:pt x="17423" y="11290"/>
                    </a:lnTo>
                    <a:lnTo>
                      <a:pt x="17701" y="10872"/>
                    </a:lnTo>
                    <a:lnTo>
                      <a:pt x="17841" y="10315"/>
                    </a:lnTo>
                    <a:lnTo>
                      <a:pt x="18538" y="10384"/>
                    </a:lnTo>
                    <a:lnTo>
                      <a:pt x="19234" y="10315"/>
                    </a:lnTo>
                    <a:lnTo>
                      <a:pt x="19862" y="10106"/>
                    </a:lnTo>
                    <a:lnTo>
                      <a:pt x="20419" y="9757"/>
                    </a:lnTo>
                    <a:lnTo>
                      <a:pt x="20837" y="9339"/>
                    </a:lnTo>
                    <a:lnTo>
                      <a:pt x="21186" y="8781"/>
                    </a:lnTo>
                    <a:lnTo>
                      <a:pt x="21464" y="8154"/>
                    </a:lnTo>
                    <a:lnTo>
                      <a:pt x="21534" y="7388"/>
                    </a:lnTo>
                    <a:lnTo>
                      <a:pt x="21534" y="6970"/>
                    </a:lnTo>
                    <a:lnTo>
                      <a:pt x="21464" y="6551"/>
                    </a:lnTo>
                    <a:lnTo>
                      <a:pt x="21395" y="6203"/>
                    </a:lnTo>
                    <a:lnTo>
                      <a:pt x="21255" y="5855"/>
                    </a:lnTo>
                    <a:lnTo>
                      <a:pt x="21046" y="5506"/>
                    </a:lnTo>
                    <a:lnTo>
                      <a:pt x="20837" y="5227"/>
                    </a:lnTo>
                    <a:lnTo>
                      <a:pt x="20628" y="4949"/>
                    </a:lnTo>
                    <a:lnTo>
                      <a:pt x="20349" y="4670"/>
                    </a:lnTo>
                    <a:lnTo>
                      <a:pt x="19653" y="4252"/>
                    </a:lnTo>
                    <a:lnTo>
                      <a:pt x="18956" y="3973"/>
                    </a:lnTo>
                    <a:lnTo>
                      <a:pt x="18189" y="3834"/>
                    </a:lnTo>
                    <a:lnTo>
                      <a:pt x="17423" y="3834"/>
                    </a:lnTo>
                    <a:lnTo>
                      <a:pt x="17353" y="3276"/>
                    </a:lnTo>
                    <a:lnTo>
                      <a:pt x="17144" y="2928"/>
                    </a:lnTo>
                    <a:lnTo>
                      <a:pt x="16865" y="2579"/>
                    </a:lnTo>
                    <a:lnTo>
                      <a:pt x="16447" y="2370"/>
                    </a:lnTo>
                    <a:lnTo>
                      <a:pt x="16029" y="2301"/>
                    </a:lnTo>
                    <a:lnTo>
                      <a:pt x="15541" y="2231"/>
                    </a:lnTo>
                    <a:lnTo>
                      <a:pt x="15053" y="2301"/>
                    </a:lnTo>
                    <a:lnTo>
                      <a:pt x="14496" y="2440"/>
                    </a:lnTo>
                    <a:lnTo>
                      <a:pt x="14496" y="2022"/>
                    </a:lnTo>
                    <a:lnTo>
                      <a:pt x="14426" y="1604"/>
                    </a:lnTo>
                    <a:lnTo>
                      <a:pt x="14287" y="1325"/>
                    </a:lnTo>
                    <a:lnTo>
                      <a:pt x="14078" y="1046"/>
                    </a:lnTo>
                    <a:lnTo>
                      <a:pt x="13799" y="837"/>
                    </a:lnTo>
                    <a:lnTo>
                      <a:pt x="13520" y="698"/>
                    </a:lnTo>
                    <a:lnTo>
                      <a:pt x="13241" y="558"/>
                    </a:lnTo>
                    <a:lnTo>
                      <a:pt x="12893" y="489"/>
                    </a:lnTo>
                    <a:lnTo>
                      <a:pt x="12475" y="489"/>
                    </a:lnTo>
                    <a:lnTo>
                      <a:pt x="12126" y="558"/>
                    </a:lnTo>
                    <a:lnTo>
                      <a:pt x="11360" y="767"/>
                    </a:lnTo>
                    <a:lnTo>
                      <a:pt x="10663" y="1116"/>
                    </a:lnTo>
                    <a:lnTo>
                      <a:pt x="9966" y="1534"/>
                    </a:lnTo>
                    <a:lnTo>
                      <a:pt x="9618" y="1116"/>
                    </a:lnTo>
                    <a:lnTo>
                      <a:pt x="9199" y="767"/>
                    </a:lnTo>
                    <a:lnTo>
                      <a:pt x="8712" y="419"/>
                    </a:lnTo>
                    <a:lnTo>
                      <a:pt x="8224" y="210"/>
                    </a:lnTo>
                    <a:lnTo>
                      <a:pt x="7666" y="71"/>
                    </a:lnTo>
                    <a:lnTo>
                      <a:pt x="710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4" name="Google Shape;744;p32"/>
            <p:cNvGrpSpPr/>
            <p:nvPr/>
          </p:nvGrpSpPr>
          <p:grpSpPr>
            <a:xfrm>
              <a:off x="4487213" y="3031513"/>
              <a:ext cx="3053163" cy="1688726"/>
              <a:chOff x="4487213" y="3031513"/>
              <a:chExt cx="3053163" cy="1688726"/>
            </a:xfrm>
          </p:grpSpPr>
          <p:sp>
            <p:nvSpPr>
              <p:cNvPr id="745" name="Google Shape;745;p32"/>
              <p:cNvSpPr/>
              <p:nvPr/>
            </p:nvSpPr>
            <p:spPr>
              <a:xfrm rot="10800000">
                <a:off x="4487213" y="3031513"/>
                <a:ext cx="3053163" cy="1688726"/>
              </a:xfrm>
              <a:custGeom>
                <a:rect b="b" l="l" r="r" t="t"/>
                <a:pathLst>
                  <a:path extrusionOk="0" h="15681" w="22650">
                    <a:moveTo>
                      <a:pt x="6064" y="1"/>
                    </a:moveTo>
                    <a:lnTo>
                      <a:pt x="5646" y="140"/>
                    </a:lnTo>
                    <a:lnTo>
                      <a:pt x="5297" y="210"/>
                    </a:lnTo>
                    <a:lnTo>
                      <a:pt x="4740" y="558"/>
                    </a:lnTo>
                    <a:lnTo>
                      <a:pt x="4322" y="907"/>
                    </a:lnTo>
                    <a:lnTo>
                      <a:pt x="4112" y="1255"/>
                    </a:lnTo>
                    <a:lnTo>
                      <a:pt x="3973" y="1534"/>
                    </a:lnTo>
                    <a:lnTo>
                      <a:pt x="3834" y="1813"/>
                    </a:lnTo>
                    <a:lnTo>
                      <a:pt x="3694" y="1743"/>
                    </a:lnTo>
                    <a:lnTo>
                      <a:pt x="2719" y="1743"/>
                    </a:lnTo>
                    <a:lnTo>
                      <a:pt x="2161" y="1952"/>
                    </a:lnTo>
                    <a:lnTo>
                      <a:pt x="1604" y="2231"/>
                    </a:lnTo>
                    <a:lnTo>
                      <a:pt x="907" y="2649"/>
                    </a:lnTo>
                    <a:lnTo>
                      <a:pt x="558" y="2928"/>
                    </a:lnTo>
                    <a:lnTo>
                      <a:pt x="349" y="3206"/>
                    </a:lnTo>
                    <a:lnTo>
                      <a:pt x="140" y="3555"/>
                    </a:lnTo>
                    <a:lnTo>
                      <a:pt x="71" y="3833"/>
                    </a:lnTo>
                    <a:lnTo>
                      <a:pt x="1" y="4112"/>
                    </a:lnTo>
                    <a:lnTo>
                      <a:pt x="1" y="4391"/>
                    </a:lnTo>
                    <a:lnTo>
                      <a:pt x="71" y="4948"/>
                    </a:lnTo>
                    <a:lnTo>
                      <a:pt x="280" y="5436"/>
                    </a:lnTo>
                    <a:lnTo>
                      <a:pt x="558" y="5785"/>
                    </a:lnTo>
                    <a:lnTo>
                      <a:pt x="767" y="6133"/>
                    </a:lnTo>
                    <a:lnTo>
                      <a:pt x="558" y="6551"/>
                    </a:lnTo>
                    <a:lnTo>
                      <a:pt x="349" y="6969"/>
                    </a:lnTo>
                    <a:lnTo>
                      <a:pt x="140" y="7597"/>
                    </a:lnTo>
                    <a:lnTo>
                      <a:pt x="71" y="8293"/>
                    </a:lnTo>
                    <a:lnTo>
                      <a:pt x="71" y="9060"/>
                    </a:lnTo>
                    <a:lnTo>
                      <a:pt x="140" y="9408"/>
                    </a:lnTo>
                    <a:lnTo>
                      <a:pt x="210" y="9827"/>
                    </a:lnTo>
                    <a:lnTo>
                      <a:pt x="419" y="10245"/>
                    </a:lnTo>
                    <a:lnTo>
                      <a:pt x="698" y="10663"/>
                    </a:lnTo>
                    <a:lnTo>
                      <a:pt x="977" y="11011"/>
                    </a:lnTo>
                    <a:lnTo>
                      <a:pt x="1255" y="11290"/>
                    </a:lnTo>
                    <a:lnTo>
                      <a:pt x="1604" y="11499"/>
                    </a:lnTo>
                    <a:lnTo>
                      <a:pt x="1882" y="11638"/>
                    </a:lnTo>
                    <a:lnTo>
                      <a:pt x="2231" y="11778"/>
                    </a:lnTo>
                    <a:lnTo>
                      <a:pt x="2510" y="11848"/>
                    </a:lnTo>
                    <a:lnTo>
                      <a:pt x="3067" y="11848"/>
                    </a:lnTo>
                    <a:lnTo>
                      <a:pt x="3555" y="11778"/>
                    </a:lnTo>
                    <a:lnTo>
                      <a:pt x="3973" y="11638"/>
                    </a:lnTo>
                    <a:lnTo>
                      <a:pt x="4322" y="11499"/>
                    </a:lnTo>
                    <a:lnTo>
                      <a:pt x="4461" y="12196"/>
                    </a:lnTo>
                    <a:lnTo>
                      <a:pt x="4670" y="12893"/>
                    </a:lnTo>
                    <a:lnTo>
                      <a:pt x="4949" y="13450"/>
                    </a:lnTo>
                    <a:lnTo>
                      <a:pt x="5297" y="13938"/>
                    </a:lnTo>
                    <a:lnTo>
                      <a:pt x="5646" y="14356"/>
                    </a:lnTo>
                    <a:lnTo>
                      <a:pt x="6064" y="14705"/>
                    </a:lnTo>
                    <a:lnTo>
                      <a:pt x="6552" y="14983"/>
                    </a:lnTo>
                    <a:lnTo>
                      <a:pt x="7039" y="15193"/>
                    </a:lnTo>
                    <a:lnTo>
                      <a:pt x="7527" y="15402"/>
                    </a:lnTo>
                    <a:lnTo>
                      <a:pt x="8085" y="15541"/>
                    </a:lnTo>
                    <a:lnTo>
                      <a:pt x="9130" y="15680"/>
                    </a:lnTo>
                    <a:lnTo>
                      <a:pt x="10245" y="15680"/>
                    </a:lnTo>
                    <a:lnTo>
                      <a:pt x="11221" y="15541"/>
                    </a:lnTo>
                    <a:lnTo>
                      <a:pt x="11708" y="15471"/>
                    </a:lnTo>
                    <a:lnTo>
                      <a:pt x="12126" y="15402"/>
                    </a:lnTo>
                    <a:lnTo>
                      <a:pt x="12893" y="15053"/>
                    </a:lnTo>
                    <a:lnTo>
                      <a:pt x="13590" y="14635"/>
                    </a:lnTo>
                    <a:lnTo>
                      <a:pt x="14147" y="14217"/>
                    </a:lnTo>
                    <a:lnTo>
                      <a:pt x="14566" y="13799"/>
                    </a:lnTo>
                    <a:lnTo>
                      <a:pt x="14844" y="13450"/>
                    </a:lnTo>
                    <a:lnTo>
                      <a:pt x="15123" y="13102"/>
                    </a:lnTo>
                    <a:lnTo>
                      <a:pt x="16099" y="13172"/>
                    </a:lnTo>
                    <a:lnTo>
                      <a:pt x="16865" y="13172"/>
                    </a:lnTo>
                    <a:lnTo>
                      <a:pt x="17283" y="13102"/>
                    </a:lnTo>
                    <a:lnTo>
                      <a:pt x="17632" y="12963"/>
                    </a:lnTo>
                    <a:lnTo>
                      <a:pt x="17911" y="12823"/>
                    </a:lnTo>
                    <a:lnTo>
                      <a:pt x="18189" y="12614"/>
                    </a:lnTo>
                    <a:lnTo>
                      <a:pt x="18607" y="12126"/>
                    </a:lnTo>
                    <a:lnTo>
                      <a:pt x="19026" y="11569"/>
                    </a:lnTo>
                    <a:lnTo>
                      <a:pt x="19374" y="11499"/>
                    </a:lnTo>
                    <a:lnTo>
                      <a:pt x="20141" y="11290"/>
                    </a:lnTo>
                    <a:lnTo>
                      <a:pt x="20628" y="11011"/>
                    </a:lnTo>
                    <a:lnTo>
                      <a:pt x="21116" y="10733"/>
                    </a:lnTo>
                    <a:lnTo>
                      <a:pt x="21604" y="10314"/>
                    </a:lnTo>
                    <a:lnTo>
                      <a:pt x="22092" y="9757"/>
                    </a:lnTo>
                    <a:lnTo>
                      <a:pt x="22371" y="9130"/>
                    </a:lnTo>
                    <a:lnTo>
                      <a:pt x="22580" y="8503"/>
                    </a:lnTo>
                    <a:lnTo>
                      <a:pt x="22649" y="7875"/>
                    </a:lnTo>
                    <a:lnTo>
                      <a:pt x="22580" y="7248"/>
                    </a:lnTo>
                    <a:lnTo>
                      <a:pt x="22440" y="6691"/>
                    </a:lnTo>
                    <a:lnTo>
                      <a:pt x="22161" y="6133"/>
                    </a:lnTo>
                    <a:lnTo>
                      <a:pt x="21883" y="5576"/>
                    </a:lnTo>
                    <a:lnTo>
                      <a:pt x="21604" y="5088"/>
                    </a:lnTo>
                    <a:lnTo>
                      <a:pt x="21395" y="4809"/>
                    </a:lnTo>
                    <a:lnTo>
                      <a:pt x="21186" y="4670"/>
                    </a:lnTo>
                    <a:lnTo>
                      <a:pt x="20698" y="4321"/>
                    </a:lnTo>
                    <a:lnTo>
                      <a:pt x="20141" y="4112"/>
                    </a:lnTo>
                    <a:lnTo>
                      <a:pt x="19583" y="3903"/>
                    </a:lnTo>
                    <a:lnTo>
                      <a:pt x="18607" y="3764"/>
                    </a:lnTo>
                    <a:lnTo>
                      <a:pt x="18189" y="3764"/>
                    </a:lnTo>
                    <a:lnTo>
                      <a:pt x="18189" y="3624"/>
                    </a:lnTo>
                    <a:lnTo>
                      <a:pt x="18189" y="3415"/>
                    </a:lnTo>
                    <a:lnTo>
                      <a:pt x="18120" y="3067"/>
                    </a:lnTo>
                    <a:lnTo>
                      <a:pt x="17980" y="2858"/>
                    </a:lnTo>
                    <a:lnTo>
                      <a:pt x="17771" y="2649"/>
                    </a:lnTo>
                    <a:lnTo>
                      <a:pt x="17492" y="2440"/>
                    </a:lnTo>
                    <a:lnTo>
                      <a:pt x="17144" y="2300"/>
                    </a:lnTo>
                    <a:lnTo>
                      <a:pt x="16726" y="2231"/>
                    </a:lnTo>
                    <a:lnTo>
                      <a:pt x="15681" y="2231"/>
                    </a:lnTo>
                    <a:lnTo>
                      <a:pt x="15402" y="2300"/>
                    </a:lnTo>
                    <a:lnTo>
                      <a:pt x="15471" y="2161"/>
                    </a:lnTo>
                    <a:lnTo>
                      <a:pt x="15541" y="2091"/>
                    </a:lnTo>
                    <a:lnTo>
                      <a:pt x="15541" y="1882"/>
                    </a:lnTo>
                    <a:lnTo>
                      <a:pt x="15471" y="1673"/>
                    </a:lnTo>
                    <a:lnTo>
                      <a:pt x="15262" y="1464"/>
                    </a:lnTo>
                    <a:lnTo>
                      <a:pt x="14914" y="1185"/>
                    </a:lnTo>
                    <a:lnTo>
                      <a:pt x="14356" y="837"/>
                    </a:lnTo>
                    <a:lnTo>
                      <a:pt x="13660" y="628"/>
                    </a:lnTo>
                    <a:lnTo>
                      <a:pt x="13032" y="558"/>
                    </a:lnTo>
                    <a:lnTo>
                      <a:pt x="12405" y="628"/>
                    </a:lnTo>
                    <a:lnTo>
                      <a:pt x="11848" y="767"/>
                    </a:lnTo>
                    <a:lnTo>
                      <a:pt x="11290" y="907"/>
                    </a:lnTo>
                    <a:lnTo>
                      <a:pt x="10942" y="1046"/>
                    </a:lnTo>
                    <a:lnTo>
                      <a:pt x="10593" y="1255"/>
                    </a:lnTo>
                    <a:lnTo>
                      <a:pt x="10524" y="1046"/>
                    </a:lnTo>
                    <a:lnTo>
                      <a:pt x="10315" y="837"/>
                    </a:lnTo>
                    <a:lnTo>
                      <a:pt x="10036" y="628"/>
                    </a:lnTo>
                    <a:lnTo>
                      <a:pt x="9548" y="419"/>
                    </a:lnTo>
                    <a:lnTo>
                      <a:pt x="8921" y="210"/>
                    </a:lnTo>
                    <a:lnTo>
                      <a:pt x="8154" y="70"/>
                    </a:lnTo>
                    <a:lnTo>
                      <a:pt x="71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32"/>
              <p:cNvSpPr/>
              <p:nvPr/>
            </p:nvSpPr>
            <p:spPr>
              <a:xfrm rot="10800000">
                <a:off x="4571732" y="3099037"/>
                <a:ext cx="2902864" cy="1553680"/>
              </a:xfrm>
              <a:custGeom>
                <a:rect b="b" l="l" r="r" t="t"/>
                <a:pathLst>
                  <a:path extrusionOk="0" h="14427" w="21535">
                    <a:moveTo>
                      <a:pt x="6969" y="489"/>
                    </a:moveTo>
                    <a:lnTo>
                      <a:pt x="7457" y="558"/>
                    </a:lnTo>
                    <a:lnTo>
                      <a:pt x="7875" y="698"/>
                    </a:lnTo>
                    <a:lnTo>
                      <a:pt x="8363" y="907"/>
                    </a:lnTo>
                    <a:lnTo>
                      <a:pt x="8781" y="1116"/>
                    </a:lnTo>
                    <a:lnTo>
                      <a:pt x="9130" y="1395"/>
                    </a:lnTo>
                    <a:lnTo>
                      <a:pt x="9478" y="1673"/>
                    </a:lnTo>
                    <a:lnTo>
                      <a:pt x="9757" y="2022"/>
                    </a:lnTo>
                    <a:lnTo>
                      <a:pt x="9827" y="2161"/>
                    </a:lnTo>
                    <a:lnTo>
                      <a:pt x="10036" y="2161"/>
                    </a:lnTo>
                    <a:lnTo>
                      <a:pt x="10105" y="2091"/>
                    </a:lnTo>
                    <a:lnTo>
                      <a:pt x="10663" y="1673"/>
                    </a:lnTo>
                    <a:lnTo>
                      <a:pt x="11290" y="1255"/>
                    </a:lnTo>
                    <a:lnTo>
                      <a:pt x="11987" y="1046"/>
                    </a:lnTo>
                    <a:lnTo>
                      <a:pt x="12614" y="976"/>
                    </a:lnTo>
                    <a:lnTo>
                      <a:pt x="12963" y="976"/>
                    </a:lnTo>
                    <a:lnTo>
                      <a:pt x="13241" y="1046"/>
                    </a:lnTo>
                    <a:lnTo>
                      <a:pt x="13520" y="1186"/>
                    </a:lnTo>
                    <a:lnTo>
                      <a:pt x="13729" y="1395"/>
                    </a:lnTo>
                    <a:lnTo>
                      <a:pt x="13868" y="1604"/>
                    </a:lnTo>
                    <a:lnTo>
                      <a:pt x="14008" y="1952"/>
                    </a:lnTo>
                    <a:lnTo>
                      <a:pt x="14078" y="2301"/>
                    </a:lnTo>
                    <a:lnTo>
                      <a:pt x="14078" y="2788"/>
                    </a:lnTo>
                    <a:lnTo>
                      <a:pt x="14078" y="2928"/>
                    </a:lnTo>
                    <a:lnTo>
                      <a:pt x="14147" y="2997"/>
                    </a:lnTo>
                    <a:lnTo>
                      <a:pt x="14426" y="2997"/>
                    </a:lnTo>
                    <a:lnTo>
                      <a:pt x="14844" y="2788"/>
                    </a:lnTo>
                    <a:lnTo>
                      <a:pt x="15262" y="2719"/>
                    </a:lnTo>
                    <a:lnTo>
                      <a:pt x="15680" y="2649"/>
                    </a:lnTo>
                    <a:lnTo>
                      <a:pt x="16098" y="2719"/>
                    </a:lnTo>
                    <a:lnTo>
                      <a:pt x="16447" y="2858"/>
                    </a:lnTo>
                    <a:lnTo>
                      <a:pt x="16726" y="3137"/>
                    </a:lnTo>
                    <a:lnTo>
                      <a:pt x="16935" y="3555"/>
                    </a:lnTo>
                    <a:lnTo>
                      <a:pt x="16935" y="4112"/>
                    </a:lnTo>
                    <a:lnTo>
                      <a:pt x="17004" y="4252"/>
                    </a:lnTo>
                    <a:lnTo>
                      <a:pt x="17144" y="4321"/>
                    </a:lnTo>
                    <a:lnTo>
                      <a:pt x="17980" y="4321"/>
                    </a:lnTo>
                    <a:lnTo>
                      <a:pt x="18677" y="4461"/>
                    </a:lnTo>
                    <a:lnTo>
                      <a:pt x="19304" y="4670"/>
                    </a:lnTo>
                    <a:lnTo>
                      <a:pt x="19862" y="4949"/>
                    </a:lnTo>
                    <a:lnTo>
                      <a:pt x="20280" y="5367"/>
                    </a:lnTo>
                    <a:lnTo>
                      <a:pt x="20628" y="5924"/>
                    </a:lnTo>
                    <a:lnTo>
                      <a:pt x="20907" y="6482"/>
                    </a:lnTo>
                    <a:lnTo>
                      <a:pt x="21046" y="7248"/>
                    </a:lnTo>
                    <a:lnTo>
                      <a:pt x="21046" y="7597"/>
                    </a:lnTo>
                    <a:lnTo>
                      <a:pt x="20977" y="7945"/>
                    </a:lnTo>
                    <a:lnTo>
                      <a:pt x="20907" y="8224"/>
                    </a:lnTo>
                    <a:lnTo>
                      <a:pt x="20837" y="8503"/>
                    </a:lnTo>
                    <a:lnTo>
                      <a:pt x="20489" y="8991"/>
                    </a:lnTo>
                    <a:lnTo>
                      <a:pt x="20071" y="9409"/>
                    </a:lnTo>
                    <a:lnTo>
                      <a:pt x="19513" y="9687"/>
                    </a:lnTo>
                    <a:lnTo>
                      <a:pt x="18956" y="9827"/>
                    </a:lnTo>
                    <a:lnTo>
                      <a:pt x="18328" y="9827"/>
                    </a:lnTo>
                    <a:lnTo>
                      <a:pt x="17632" y="9757"/>
                    </a:lnTo>
                    <a:lnTo>
                      <a:pt x="17562" y="9757"/>
                    </a:lnTo>
                    <a:lnTo>
                      <a:pt x="17423" y="9827"/>
                    </a:lnTo>
                    <a:lnTo>
                      <a:pt x="17353" y="9896"/>
                    </a:lnTo>
                    <a:lnTo>
                      <a:pt x="17353" y="10036"/>
                    </a:lnTo>
                    <a:lnTo>
                      <a:pt x="17353" y="10315"/>
                    </a:lnTo>
                    <a:lnTo>
                      <a:pt x="17283" y="10593"/>
                    </a:lnTo>
                    <a:lnTo>
                      <a:pt x="17144" y="10802"/>
                    </a:lnTo>
                    <a:lnTo>
                      <a:pt x="17074" y="11011"/>
                    </a:lnTo>
                    <a:lnTo>
                      <a:pt x="16726" y="11290"/>
                    </a:lnTo>
                    <a:lnTo>
                      <a:pt x="16308" y="11499"/>
                    </a:lnTo>
                    <a:lnTo>
                      <a:pt x="15889" y="11569"/>
                    </a:lnTo>
                    <a:lnTo>
                      <a:pt x="15402" y="11569"/>
                    </a:lnTo>
                    <a:lnTo>
                      <a:pt x="14844" y="11430"/>
                    </a:lnTo>
                    <a:lnTo>
                      <a:pt x="14426" y="11221"/>
                    </a:lnTo>
                    <a:lnTo>
                      <a:pt x="14217" y="11221"/>
                    </a:lnTo>
                    <a:lnTo>
                      <a:pt x="14078" y="11290"/>
                    </a:lnTo>
                    <a:lnTo>
                      <a:pt x="13590" y="11987"/>
                    </a:lnTo>
                    <a:lnTo>
                      <a:pt x="13032" y="12545"/>
                    </a:lnTo>
                    <a:lnTo>
                      <a:pt x="12335" y="13032"/>
                    </a:lnTo>
                    <a:lnTo>
                      <a:pt x="11569" y="13381"/>
                    </a:lnTo>
                    <a:lnTo>
                      <a:pt x="10802" y="13660"/>
                    </a:lnTo>
                    <a:lnTo>
                      <a:pt x="9966" y="13869"/>
                    </a:lnTo>
                    <a:lnTo>
                      <a:pt x="8363" y="13869"/>
                    </a:lnTo>
                    <a:lnTo>
                      <a:pt x="7597" y="13729"/>
                    </a:lnTo>
                    <a:lnTo>
                      <a:pt x="6830" y="13451"/>
                    </a:lnTo>
                    <a:lnTo>
                      <a:pt x="6203" y="13032"/>
                    </a:lnTo>
                    <a:lnTo>
                      <a:pt x="5645" y="12545"/>
                    </a:lnTo>
                    <a:lnTo>
                      <a:pt x="5436" y="12266"/>
                    </a:lnTo>
                    <a:lnTo>
                      <a:pt x="5227" y="11987"/>
                    </a:lnTo>
                    <a:lnTo>
                      <a:pt x="5088" y="11639"/>
                    </a:lnTo>
                    <a:lnTo>
                      <a:pt x="4949" y="11290"/>
                    </a:lnTo>
                    <a:lnTo>
                      <a:pt x="4879" y="10872"/>
                    </a:lnTo>
                    <a:lnTo>
                      <a:pt x="4809" y="10454"/>
                    </a:lnTo>
                    <a:lnTo>
                      <a:pt x="4879" y="9966"/>
                    </a:lnTo>
                    <a:lnTo>
                      <a:pt x="4879" y="9478"/>
                    </a:lnTo>
                    <a:lnTo>
                      <a:pt x="4879" y="9409"/>
                    </a:lnTo>
                    <a:lnTo>
                      <a:pt x="4879" y="9339"/>
                    </a:lnTo>
                    <a:lnTo>
                      <a:pt x="4739" y="9269"/>
                    </a:lnTo>
                    <a:lnTo>
                      <a:pt x="4530" y="9269"/>
                    </a:lnTo>
                    <a:lnTo>
                      <a:pt x="4112" y="9548"/>
                    </a:lnTo>
                    <a:lnTo>
                      <a:pt x="3624" y="9757"/>
                    </a:lnTo>
                    <a:lnTo>
                      <a:pt x="3206" y="9896"/>
                    </a:lnTo>
                    <a:lnTo>
                      <a:pt x="2788" y="9966"/>
                    </a:lnTo>
                    <a:lnTo>
                      <a:pt x="2370" y="9896"/>
                    </a:lnTo>
                    <a:lnTo>
                      <a:pt x="1952" y="9827"/>
                    </a:lnTo>
                    <a:lnTo>
                      <a:pt x="1534" y="9548"/>
                    </a:lnTo>
                    <a:lnTo>
                      <a:pt x="1116" y="9269"/>
                    </a:lnTo>
                    <a:lnTo>
                      <a:pt x="698" y="8781"/>
                    </a:lnTo>
                    <a:lnTo>
                      <a:pt x="489" y="8294"/>
                    </a:lnTo>
                    <a:lnTo>
                      <a:pt x="419" y="7736"/>
                    </a:lnTo>
                    <a:lnTo>
                      <a:pt x="558" y="7248"/>
                    </a:lnTo>
                    <a:lnTo>
                      <a:pt x="767" y="6830"/>
                    </a:lnTo>
                    <a:lnTo>
                      <a:pt x="1046" y="6412"/>
                    </a:lnTo>
                    <a:lnTo>
                      <a:pt x="1534" y="6064"/>
                    </a:lnTo>
                    <a:lnTo>
                      <a:pt x="2022" y="5715"/>
                    </a:lnTo>
                    <a:lnTo>
                      <a:pt x="2091" y="5646"/>
                    </a:lnTo>
                    <a:lnTo>
                      <a:pt x="2091" y="5506"/>
                    </a:lnTo>
                    <a:lnTo>
                      <a:pt x="2091" y="5436"/>
                    </a:lnTo>
                    <a:lnTo>
                      <a:pt x="2022" y="5297"/>
                    </a:lnTo>
                    <a:lnTo>
                      <a:pt x="1464" y="5018"/>
                    </a:lnTo>
                    <a:lnTo>
                      <a:pt x="1046" y="4670"/>
                    </a:lnTo>
                    <a:lnTo>
                      <a:pt x="837" y="4321"/>
                    </a:lnTo>
                    <a:lnTo>
                      <a:pt x="767" y="4043"/>
                    </a:lnTo>
                    <a:lnTo>
                      <a:pt x="837" y="3694"/>
                    </a:lnTo>
                    <a:lnTo>
                      <a:pt x="976" y="3416"/>
                    </a:lnTo>
                    <a:lnTo>
                      <a:pt x="1185" y="3137"/>
                    </a:lnTo>
                    <a:lnTo>
                      <a:pt x="1464" y="2858"/>
                    </a:lnTo>
                    <a:lnTo>
                      <a:pt x="1813" y="2649"/>
                    </a:lnTo>
                    <a:lnTo>
                      <a:pt x="2231" y="2510"/>
                    </a:lnTo>
                    <a:lnTo>
                      <a:pt x="2579" y="2370"/>
                    </a:lnTo>
                    <a:lnTo>
                      <a:pt x="3346" y="2370"/>
                    </a:lnTo>
                    <a:lnTo>
                      <a:pt x="3624" y="2510"/>
                    </a:lnTo>
                    <a:lnTo>
                      <a:pt x="3903" y="2649"/>
                    </a:lnTo>
                    <a:lnTo>
                      <a:pt x="4043" y="2997"/>
                    </a:lnTo>
                    <a:lnTo>
                      <a:pt x="4112" y="2997"/>
                    </a:lnTo>
                    <a:lnTo>
                      <a:pt x="4182" y="3067"/>
                    </a:lnTo>
                    <a:lnTo>
                      <a:pt x="4252" y="2997"/>
                    </a:lnTo>
                    <a:lnTo>
                      <a:pt x="4321" y="2928"/>
                    </a:lnTo>
                    <a:lnTo>
                      <a:pt x="4391" y="2858"/>
                    </a:lnTo>
                    <a:lnTo>
                      <a:pt x="4461" y="2788"/>
                    </a:lnTo>
                    <a:lnTo>
                      <a:pt x="4391" y="2231"/>
                    </a:lnTo>
                    <a:lnTo>
                      <a:pt x="4461" y="1743"/>
                    </a:lnTo>
                    <a:lnTo>
                      <a:pt x="4670" y="1395"/>
                    </a:lnTo>
                    <a:lnTo>
                      <a:pt x="4879" y="1046"/>
                    </a:lnTo>
                    <a:lnTo>
                      <a:pt x="5227" y="837"/>
                    </a:lnTo>
                    <a:lnTo>
                      <a:pt x="5576" y="628"/>
                    </a:lnTo>
                    <a:lnTo>
                      <a:pt x="5994" y="558"/>
                    </a:lnTo>
                    <a:lnTo>
                      <a:pt x="6482" y="489"/>
                    </a:lnTo>
                    <a:close/>
                    <a:moveTo>
                      <a:pt x="5994" y="1"/>
                    </a:moveTo>
                    <a:lnTo>
                      <a:pt x="5576" y="140"/>
                    </a:lnTo>
                    <a:lnTo>
                      <a:pt x="5158" y="280"/>
                    </a:lnTo>
                    <a:lnTo>
                      <a:pt x="4809" y="489"/>
                    </a:lnTo>
                    <a:lnTo>
                      <a:pt x="4461" y="767"/>
                    </a:lnTo>
                    <a:lnTo>
                      <a:pt x="4252" y="1116"/>
                    </a:lnTo>
                    <a:lnTo>
                      <a:pt x="4043" y="1464"/>
                    </a:lnTo>
                    <a:lnTo>
                      <a:pt x="3973" y="1813"/>
                    </a:lnTo>
                    <a:lnTo>
                      <a:pt x="3973" y="2231"/>
                    </a:lnTo>
                    <a:lnTo>
                      <a:pt x="3764" y="2022"/>
                    </a:lnTo>
                    <a:lnTo>
                      <a:pt x="3415" y="1882"/>
                    </a:lnTo>
                    <a:lnTo>
                      <a:pt x="2649" y="1882"/>
                    </a:lnTo>
                    <a:lnTo>
                      <a:pt x="2231" y="1952"/>
                    </a:lnTo>
                    <a:lnTo>
                      <a:pt x="1882" y="2091"/>
                    </a:lnTo>
                    <a:lnTo>
                      <a:pt x="1255" y="2440"/>
                    </a:lnTo>
                    <a:lnTo>
                      <a:pt x="767" y="2858"/>
                    </a:lnTo>
                    <a:lnTo>
                      <a:pt x="489" y="3206"/>
                    </a:lnTo>
                    <a:lnTo>
                      <a:pt x="279" y="3625"/>
                    </a:lnTo>
                    <a:lnTo>
                      <a:pt x="279" y="4043"/>
                    </a:lnTo>
                    <a:lnTo>
                      <a:pt x="419" y="4461"/>
                    </a:lnTo>
                    <a:lnTo>
                      <a:pt x="628" y="4879"/>
                    </a:lnTo>
                    <a:lnTo>
                      <a:pt x="976" y="5227"/>
                    </a:lnTo>
                    <a:lnTo>
                      <a:pt x="1394" y="5506"/>
                    </a:lnTo>
                    <a:lnTo>
                      <a:pt x="767" y="5924"/>
                    </a:lnTo>
                    <a:lnTo>
                      <a:pt x="349" y="6412"/>
                    </a:lnTo>
                    <a:lnTo>
                      <a:pt x="140" y="6900"/>
                    </a:lnTo>
                    <a:lnTo>
                      <a:pt x="1" y="7457"/>
                    </a:lnTo>
                    <a:lnTo>
                      <a:pt x="1" y="7945"/>
                    </a:lnTo>
                    <a:lnTo>
                      <a:pt x="140" y="8433"/>
                    </a:lnTo>
                    <a:lnTo>
                      <a:pt x="419" y="8921"/>
                    </a:lnTo>
                    <a:lnTo>
                      <a:pt x="698" y="9339"/>
                    </a:lnTo>
                    <a:lnTo>
                      <a:pt x="1116" y="9757"/>
                    </a:lnTo>
                    <a:lnTo>
                      <a:pt x="1534" y="10106"/>
                    </a:lnTo>
                    <a:lnTo>
                      <a:pt x="2022" y="10315"/>
                    </a:lnTo>
                    <a:lnTo>
                      <a:pt x="2509" y="10454"/>
                    </a:lnTo>
                    <a:lnTo>
                      <a:pt x="2997" y="10524"/>
                    </a:lnTo>
                    <a:lnTo>
                      <a:pt x="3555" y="10384"/>
                    </a:lnTo>
                    <a:lnTo>
                      <a:pt x="4043" y="10175"/>
                    </a:lnTo>
                    <a:lnTo>
                      <a:pt x="4530" y="9827"/>
                    </a:lnTo>
                    <a:lnTo>
                      <a:pt x="4391" y="10454"/>
                    </a:lnTo>
                    <a:lnTo>
                      <a:pt x="4391" y="11011"/>
                    </a:lnTo>
                    <a:lnTo>
                      <a:pt x="4530" y="11569"/>
                    </a:lnTo>
                    <a:lnTo>
                      <a:pt x="4670" y="12057"/>
                    </a:lnTo>
                    <a:lnTo>
                      <a:pt x="4949" y="12475"/>
                    </a:lnTo>
                    <a:lnTo>
                      <a:pt x="5297" y="12893"/>
                    </a:lnTo>
                    <a:lnTo>
                      <a:pt x="5645" y="13241"/>
                    </a:lnTo>
                    <a:lnTo>
                      <a:pt x="6064" y="13520"/>
                    </a:lnTo>
                    <a:lnTo>
                      <a:pt x="6551" y="13799"/>
                    </a:lnTo>
                    <a:lnTo>
                      <a:pt x="7039" y="14008"/>
                    </a:lnTo>
                    <a:lnTo>
                      <a:pt x="7597" y="14217"/>
                    </a:lnTo>
                    <a:lnTo>
                      <a:pt x="8154" y="14287"/>
                    </a:lnTo>
                    <a:lnTo>
                      <a:pt x="8712" y="14426"/>
                    </a:lnTo>
                    <a:lnTo>
                      <a:pt x="9896" y="14426"/>
                    </a:lnTo>
                    <a:lnTo>
                      <a:pt x="10454" y="14356"/>
                    </a:lnTo>
                    <a:lnTo>
                      <a:pt x="11081" y="14147"/>
                    </a:lnTo>
                    <a:lnTo>
                      <a:pt x="11708" y="13938"/>
                    </a:lnTo>
                    <a:lnTo>
                      <a:pt x="12335" y="13660"/>
                    </a:lnTo>
                    <a:lnTo>
                      <a:pt x="12893" y="13381"/>
                    </a:lnTo>
                    <a:lnTo>
                      <a:pt x="13729" y="12545"/>
                    </a:lnTo>
                    <a:lnTo>
                      <a:pt x="14217" y="12057"/>
                    </a:lnTo>
                    <a:lnTo>
                      <a:pt x="14426" y="11778"/>
                    </a:lnTo>
                    <a:lnTo>
                      <a:pt x="14983" y="12057"/>
                    </a:lnTo>
                    <a:lnTo>
                      <a:pt x="15541" y="12126"/>
                    </a:lnTo>
                    <a:lnTo>
                      <a:pt x="16098" y="12126"/>
                    </a:lnTo>
                    <a:lnTo>
                      <a:pt x="16586" y="11987"/>
                    </a:lnTo>
                    <a:lnTo>
                      <a:pt x="17004" y="11708"/>
                    </a:lnTo>
                    <a:lnTo>
                      <a:pt x="17423" y="11290"/>
                    </a:lnTo>
                    <a:lnTo>
                      <a:pt x="17701" y="10872"/>
                    </a:lnTo>
                    <a:lnTo>
                      <a:pt x="17841" y="10315"/>
                    </a:lnTo>
                    <a:lnTo>
                      <a:pt x="18538" y="10384"/>
                    </a:lnTo>
                    <a:lnTo>
                      <a:pt x="19234" y="10315"/>
                    </a:lnTo>
                    <a:lnTo>
                      <a:pt x="19862" y="10106"/>
                    </a:lnTo>
                    <a:lnTo>
                      <a:pt x="20419" y="9757"/>
                    </a:lnTo>
                    <a:lnTo>
                      <a:pt x="20837" y="9339"/>
                    </a:lnTo>
                    <a:lnTo>
                      <a:pt x="21186" y="8781"/>
                    </a:lnTo>
                    <a:lnTo>
                      <a:pt x="21464" y="8154"/>
                    </a:lnTo>
                    <a:lnTo>
                      <a:pt x="21534" y="7388"/>
                    </a:lnTo>
                    <a:lnTo>
                      <a:pt x="21534" y="6970"/>
                    </a:lnTo>
                    <a:lnTo>
                      <a:pt x="21464" y="6551"/>
                    </a:lnTo>
                    <a:lnTo>
                      <a:pt x="21395" y="6203"/>
                    </a:lnTo>
                    <a:lnTo>
                      <a:pt x="21255" y="5855"/>
                    </a:lnTo>
                    <a:lnTo>
                      <a:pt x="21046" y="5506"/>
                    </a:lnTo>
                    <a:lnTo>
                      <a:pt x="20837" y="5227"/>
                    </a:lnTo>
                    <a:lnTo>
                      <a:pt x="20628" y="4949"/>
                    </a:lnTo>
                    <a:lnTo>
                      <a:pt x="20349" y="4670"/>
                    </a:lnTo>
                    <a:lnTo>
                      <a:pt x="19653" y="4252"/>
                    </a:lnTo>
                    <a:lnTo>
                      <a:pt x="18956" y="3973"/>
                    </a:lnTo>
                    <a:lnTo>
                      <a:pt x="18189" y="3834"/>
                    </a:lnTo>
                    <a:lnTo>
                      <a:pt x="17423" y="3834"/>
                    </a:lnTo>
                    <a:lnTo>
                      <a:pt x="17353" y="3276"/>
                    </a:lnTo>
                    <a:lnTo>
                      <a:pt x="17144" y="2928"/>
                    </a:lnTo>
                    <a:lnTo>
                      <a:pt x="16865" y="2579"/>
                    </a:lnTo>
                    <a:lnTo>
                      <a:pt x="16447" y="2370"/>
                    </a:lnTo>
                    <a:lnTo>
                      <a:pt x="16029" y="2301"/>
                    </a:lnTo>
                    <a:lnTo>
                      <a:pt x="15541" y="2231"/>
                    </a:lnTo>
                    <a:lnTo>
                      <a:pt x="15053" y="2301"/>
                    </a:lnTo>
                    <a:lnTo>
                      <a:pt x="14496" y="2440"/>
                    </a:lnTo>
                    <a:lnTo>
                      <a:pt x="14496" y="2022"/>
                    </a:lnTo>
                    <a:lnTo>
                      <a:pt x="14426" y="1604"/>
                    </a:lnTo>
                    <a:lnTo>
                      <a:pt x="14287" y="1325"/>
                    </a:lnTo>
                    <a:lnTo>
                      <a:pt x="14078" y="1046"/>
                    </a:lnTo>
                    <a:lnTo>
                      <a:pt x="13799" y="837"/>
                    </a:lnTo>
                    <a:lnTo>
                      <a:pt x="13520" y="698"/>
                    </a:lnTo>
                    <a:lnTo>
                      <a:pt x="13241" y="558"/>
                    </a:lnTo>
                    <a:lnTo>
                      <a:pt x="12893" y="489"/>
                    </a:lnTo>
                    <a:lnTo>
                      <a:pt x="12475" y="489"/>
                    </a:lnTo>
                    <a:lnTo>
                      <a:pt x="12126" y="558"/>
                    </a:lnTo>
                    <a:lnTo>
                      <a:pt x="11360" y="767"/>
                    </a:lnTo>
                    <a:lnTo>
                      <a:pt x="10663" y="1116"/>
                    </a:lnTo>
                    <a:lnTo>
                      <a:pt x="9966" y="1534"/>
                    </a:lnTo>
                    <a:lnTo>
                      <a:pt x="9618" y="1116"/>
                    </a:lnTo>
                    <a:lnTo>
                      <a:pt x="9199" y="767"/>
                    </a:lnTo>
                    <a:lnTo>
                      <a:pt x="8712" y="419"/>
                    </a:lnTo>
                    <a:lnTo>
                      <a:pt x="8224" y="210"/>
                    </a:lnTo>
                    <a:lnTo>
                      <a:pt x="7666" y="71"/>
                    </a:lnTo>
                    <a:lnTo>
                      <a:pt x="710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7" name="Google Shape;747;p32"/>
            <p:cNvGrpSpPr/>
            <p:nvPr/>
          </p:nvGrpSpPr>
          <p:grpSpPr>
            <a:xfrm>
              <a:off x="4487213" y="1117875"/>
              <a:ext cx="3053163" cy="1688726"/>
              <a:chOff x="4487213" y="1117875"/>
              <a:chExt cx="3053163" cy="1688726"/>
            </a:xfrm>
          </p:grpSpPr>
          <p:sp>
            <p:nvSpPr>
              <p:cNvPr id="748" name="Google Shape;748;p32"/>
              <p:cNvSpPr/>
              <p:nvPr/>
            </p:nvSpPr>
            <p:spPr>
              <a:xfrm rot="10800000">
                <a:off x="4487213" y="1117875"/>
                <a:ext cx="3053163" cy="1688726"/>
              </a:xfrm>
              <a:custGeom>
                <a:rect b="b" l="l" r="r" t="t"/>
                <a:pathLst>
                  <a:path extrusionOk="0" h="15681" w="22650">
                    <a:moveTo>
                      <a:pt x="6064" y="1"/>
                    </a:moveTo>
                    <a:lnTo>
                      <a:pt x="5646" y="140"/>
                    </a:lnTo>
                    <a:lnTo>
                      <a:pt x="5297" y="210"/>
                    </a:lnTo>
                    <a:lnTo>
                      <a:pt x="4740" y="558"/>
                    </a:lnTo>
                    <a:lnTo>
                      <a:pt x="4322" y="907"/>
                    </a:lnTo>
                    <a:lnTo>
                      <a:pt x="4112" y="1255"/>
                    </a:lnTo>
                    <a:lnTo>
                      <a:pt x="3973" y="1534"/>
                    </a:lnTo>
                    <a:lnTo>
                      <a:pt x="3834" y="1813"/>
                    </a:lnTo>
                    <a:lnTo>
                      <a:pt x="3694" y="1743"/>
                    </a:lnTo>
                    <a:lnTo>
                      <a:pt x="2719" y="1743"/>
                    </a:lnTo>
                    <a:lnTo>
                      <a:pt x="2161" y="1952"/>
                    </a:lnTo>
                    <a:lnTo>
                      <a:pt x="1604" y="2231"/>
                    </a:lnTo>
                    <a:lnTo>
                      <a:pt x="907" y="2649"/>
                    </a:lnTo>
                    <a:lnTo>
                      <a:pt x="558" y="2928"/>
                    </a:lnTo>
                    <a:lnTo>
                      <a:pt x="349" y="3206"/>
                    </a:lnTo>
                    <a:lnTo>
                      <a:pt x="140" y="3555"/>
                    </a:lnTo>
                    <a:lnTo>
                      <a:pt x="71" y="3833"/>
                    </a:lnTo>
                    <a:lnTo>
                      <a:pt x="1" y="4112"/>
                    </a:lnTo>
                    <a:lnTo>
                      <a:pt x="1" y="4391"/>
                    </a:lnTo>
                    <a:lnTo>
                      <a:pt x="71" y="4948"/>
                    </a:lnTo>
                    <a:lnTo>
                      <a:pt x="280" y="5436"/>
                    </a:lnTo>
                    <a:lnTo>
                      <a:pt x="558" y="5785"/>
                    </a:lnTo>
                    <a:lnTo>
                      <a:pt x="767" y="6133"/>
                    </a:lnTo>
                    <a:lnTo>
                      <a:pt x="558" y="6551"/>
                    </a:lnTo>
                    <a:lnTo>
                      <a:pt x="349" y="6969"/>
                    </a:lnTo>
                    <a:lnTo>
                      <a:pt x="140" y="7597"/>
                    </a:lnTo>
                    <a:lnTo>
                      <a:pt x="71" y="8293"/>
                    </a:lnTo>
                    <a:lnTo>
                      <a:pt x="71" y="9060"/>
                    </a:lnTo>
                    <a:lnTo>
                      <a:pt x="140" y="9408"/>
                    </a:lnTo>
                    <a:lnTo>
                      <a:pt x="210" y="9827"/>
                    </a:lnTo>
                    <a:lnTo>
                      <a:pt x="419" y="10245"/>
                    </a:lnTo>
                    <a:lnTo>
                      <a:pt x="698" y="10663"/>
                    </a:lnTo>
                    <a:lnTo>
                      <a:pt x="977" y="11011"/>
                    </a:lnTo>
                    <a:lnTo>
                      <a:pt x="1255" y="11290"/>
                    </a:lnTo>
                    <a:lnTo>
                      <a:pt x="1604" y="11499"/>
                    </a:lnTo>
                    <a:lnTo>
                      <a:pt x="1882" y="11638"/>
                    </a:lnTo>
                    <a:lnTo>
                      <a:pt x="2231" y="11778"/>
                    </a:lnTo>
                    <a:lnTo>
                      <a:pt x="2510" y="11848"/>
                    </a:lnTo>
                    <a:lnTo>
                      <a:pt x="3067" y="11848"/>
                    </a:lnTo>
                    <a:lnTo>
                      <a:pt x="3555" y="11778"/>
                    </a:lnTo>
                    <a:lnTo>
                      <a:pt x="3973" y="11638"/>
                    </a:lnTo>
                    <a:lnTo>
                      <a:pt x="4322" y="11499"/>
                    </a:lnTo>
                    <a:lnTo>
                      <a:pt x="4461" y="12196"/>
                    </a:lnTo>
                    <a:lnTo>
                      <a:pt x="4670" y="12893"/>
                    </a:lnTo>
                    <a:lnTo>
                      <a:pt x="4949" y="13450"/>
                    </a:lnTo>
                    <a:lnTo>
                      <a:pt x="5297" y="13938"/>
                    </a:lnTo>
                    <a:lnTo>
                      <a:pt x="5646" y="14356"/>
                    </a:lnTo>
                    <a:lnTo>
                      <a:pt x="6064" y="14705"/>
                    </a:lnTo>
                    <a:lnTo>
                      <a:pt x="6552" y="14983"/>
                    </a:lnTo>
                    <a:lnTo>
                      <a:pt x="7039" y="15193"/>
                    </a:lnTo>
                    <a:lnTo>
                      <a:pt x="7527" y="15402"/>
                    </a:lnTo>
                    <a:lnTo>
                      <a:pt x="8085" y="15541"/>
                    </a:lnTo>
                    <a:lnTo>
                      <a:pt x="9130" y="15680"/>
                    </a:lnTo>
                    <a:lnTo>
                      <a:pt x="10245" y="15680"/>
                    </a:lnTo>
                    <a:lnTo>
                      <a:pt x="11221" y="15541"/>
                    </a:lnTo>
                    <a:lnTo>
                      <a:pt x="11708" y="15471"/>
                    </a:lnTo>
                    <a:lnTo>
                      <a:pt x="12126" y="15402"/>
                    </a:lnTo>
                    <a:lnTo>
                      <a:pt x="12893" y="15053"/>
                    </a:lnTo>
                    <a:lnTo>
                      <a:pt x="13590" y="14635"/>
                    </a:lnTo>
                    <a:lnTo>
                      <a:pt x="14147" y="14217"/>
                    </a:lnTo>
                    <a:lnTo>
                      <a:pt x="14566" y="13799"/>
                    </a:lnTo>
                    <a:lnTo>
                      <a:pt x="14844" y="13450"/>
                    </a:lnTo>
                    <a:lnTo>
                      <a:pt x="15123" y="13102"/>
                    </a:lnTo>
                    <a:lnTo>
                      <a:pt x="16099" y="13172"/>
                    </a:lnTo>
                    <a:lnTo>
                      <a:pt x="16865" y="13172"/>
                    </a:lnTo>
                    <a:lnTo>
                      <a:pt x="17283" y="13102"/>
                    </a:lnTo>
                    <a:lnTo>
                      <a:pt x="17632" y="12963"/>
                    </a:lnTo>
                    <a:lnTo>
                      <a:pt x="17911" y="12823"/>
                    </a:lnTo>
                    <a:lnTo>
                      <a:pt x="18189" y="12614"/>
                    </a:lnTo>
                    <a:lnTo>
                      <a:pt x="18607" y="12126"/>
                    </a:lnTo>
                    <a:lnTo>
                      <a:pt x="19026" y="11569"/>
                    </a:lnTo>
                    <a:lnTo>
                      <a:pt x="19374" y="11499"/>
                    </a:lnTo>
                    <a:lnTo>
                      <a:pt x="20141" y="11290"/>
                    </a:lnTo>
                    <a:lnTo>
                      <a:pt x="20628" y="11011"/>
                    </a:lnTo>
                    <a:lnTo>
                      <a:pt x="21116" y="10733"/>
                    </a:lnTo>
                    <a:lnTo>
                      <a:pt x="21604" y="10314"/>
                    </a:lnTo>
                    <a:lnTo>
                      <a:pt x="22092" y="9757"/>
                    </a:lnTo>
                    <a:lnTo>
                      <a:pt x="22371" y="9130"/>
                    </a:lnTo>
                    <a:lnTo>
                      <a:pt x="22580" y="8503"/>
                    </a:lnTo>
                    <a:lnTo>
                      <a:pt x="22649" y="7875"/>
                    </a:lnTo>
                    <a:lnTo>
                      <a:pt x="22580" y="7248"/>
                    </a:lnTo>
                    <a:lnTo>
                      <a:pt x="22440" y="6691"/>
                    </a:lnTo>
                    <a:lnTo>
                      <a:pt x="22161" y="6133"/>
                    </a:lnTo>
                    <a:lnTo>
                      <a:pt x="21883" y="5576"/>
                    </a:lnTo>
                    <a:lnTo>
                      <a:pt x="21604" y="5088"/>
                    </a:lnTo>
                    <a:lnTo>
                      <a:pt x="21395" y="4809"/>
                    </a:lnTo>
                    <a:lnTo>
                      <a:pt x="21186" y="4670"/>
                    </a:lnTo>
                    <a:lnTo>
                      <a:pt x="20698" y="4321"/>
                    </a:lnTo>
                    <a:lnTo>
                      <a:pt x="20141" y="4112"/>
                    </a:lnTo>
                    <a:lnTo>
                      <a:pt x="19583" y="3903"/>
                    </a:lnTo>
                    <a:lnTo>
                      <a:pt x="18607" y="3764"/>
                    </a:lnTo>
                    <a:lnTo>
                      <a:pt x="18189" y="3764"/>
                    </a:lnTo>
                    <a:lnTo>
                      <a:pt x="18189" y="3624"/>
                    </a:lnTo>
                    <a:lnTo>
                      <a:pt x="18189" y="3415"/>
                    </a:lnTo>
                    <a:lnTo>
                      <a:pt x="18120" y="3067"/>
                    </a:lnTo>
                    <a:lnTo>
                      <a:pt x="17980" y="2858"/>
                    </a:lnTo>
                    <a:lnTo>
                      <a:pt x="17771" y="2649"/>
                    </a:lnTo>
                    <a:lnTo>
                      <a:pt x="17492" y="2440"/>
                    </a:lnTo>
                    <a:lnTo>
                      <a:pt x="17144" y="2300"/>
                    </a:lnTo>
                    <a:lnTo>
                      <a:pt x="16726" y="2231"/>
                    </a:lnTo>
                    <a:lnTo>
                      <a:pt x="15681" y="2231"/>
                    </a:lnTo>
                    <a:lnTo>
                      <a:pt x="15402" y="2300"/>
                    </a:lnTo>
                    <a:lnTo>
                      <a:pt x="15471" y="2161"/>
                    </a:lnTo>
                    <a:lnTo>
                      <a:pt x="15541" y="2091"/>
                    </a:lnTo>
                    <a:lnTo>
                      <a:pt x="15541" y="1882"/>
                    </a:lnTo>
                    <a:lnTo>
                      <a:pt x="15471" y="1673"/>
                    </a:lnTo>
                    <a:lnTo>
                      <a:pt x="15262" y="1464"/>
                    </a:lnTo>
                    <a:lnTo>
                      <a:pt x="14914" y="1185"/>
                    </a:lnTo>
                    <a:lnTo>
                      <a:pt x="14356" y="837"/>
                    </a:lnTo>
                    <a:lnTo>
                      <a:pt x="13660" y="628"/>
                    </a:lnTo>
                    <a:lnTo>
                      <a:pt x="13032" y="558"/>
                    </a:lnTo>
                    <a:lnTo>
                      <a:pt x="12405" y="628"/>
                    </a:lnTo>
                    <a:lnTo>
                      <a:pt x="11848" y="767"/>
                    </a:lnTo>
                    <a:lnTo>
                      <a:pt x="11290" y="907"/>
                    </a:lnTo>
                    <a:lnTo>
                      <a:pt x="10942" y="1046"/>
                    </a:lnTo>
                    <a:lnTo>
                      <a:pt x="10593" y="1255"/>
                    </a:lnTo>
                    <a:lnTo>
                      <a:pt x="10524" y="1046"/>
                    </a:lnTo>
                    <a:lnTo>
                      <a:pt x="10315" y="837"/>
                    </a:lnTo>
                    <a:lnTo>
                      <a:pt x="10036" y="628"/>
                    </a:lnTo>
                    <a:lnTo>
                      <a:pt x="9548" y="419"/>
                    </a:lnTo>
                    <a:lnTo>
                      <a:pt x="8921" y="210"/>
                    </a:lnTo>
                    <a:lnTo>
                      <a:pt x="8154" y="70"/>
                    </a:lnTo>
                    <a:lnTo>
                      <a:pt x="710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32"/>
              <p:cNvSpPr/>
              <p:nvPr/>
            </p:nvSpPr>
            <p:spPr>
              <a:xfrm rot="10800000">
                <a:off x="4571732" y="1185399"/>
                <a:ext cx="2902864" cy="1553680"/>
              </a:xfrm>
              <a:custGeom>
                <a:rect b="b" l="l" r="r" t="t"/>
                <a:pathLst>
                  <a:path extrusionOk="0" h="14427" w="21535">
                    <a:moveTo>
                      <a:pt x="6969" y="489"/>
                    </a:moveTo>
                    <a:lnTo>
                      <a:pt x="7457" y="558"/>
                    </a:lnTo>
                    <a:lnTo>
                      <a:pt x="7875" y="698"/>
                    </a:lnTo>
                    <a:lnTo>
                      <a:pt x="8363" y="907"/>
                    </a:lnTo>
                    <a:lnTo>
                      <a:pt x="8781" y="1116"/>
                    </a:lnTo>
                    <a:lnTo>
                      <a:pt x="9130" y="1395"/>
                    </a:lnTo>
                    <a:lnTo>
                      <a:pt x="9478" y="1673"/>
                    </a:lnTo>
                    <a:lnTo>
                      <a:pt x="9757" y="2022"/>
                    </a:lnTo>
                    <a:lnTo>
                      <a:pt x="9827" y="2161"/>
                    </a:lnTo>
                    <a:lnTo>
                      <a:pt x="10036" y="2161"/>
                    </a:lnTo>
                    <a:lnTo>
                      <a:pt x="10105" y="2091"/>
                    </a:lnTo>
                    <a:lnTo>
                      <a:pt x="10663" y="1673"/>
                    </a:lnTo>
                    <a:lnTo>
                      <a:pt x="11290" y="1255"/>
                    </a:lnTo>
                    <a:lnTo>
                      <a:pt x="11987" y="1046"/>
                    </a:lnTo>
                    <a:lnTo>
                      <a:pt x="12614" y="976"/>
                    </a:lnTo>
                    <a:lnTo>
                      <a:pt x="12963" y="976"/>
                    </a:lnTo>
                    <a:lnTo>
                      <a:pt x="13241" y="1046"/>
                    </a:lnTo>
                    <a:lnTo>
                      <a:pt x="13520" y="1186"/>
                    </a:lnTo>
                    <a:lnTo>
                      <a:pt x="13729" y="1395"/>
                    </a:lnTo>
                    <a:lnTo>
                      <a:pt x="13868" y="1604"/>
                    </a:lnTo>
                    <a:lnTo>
                      <a:pt x="14008" y="1952"/>
                    </a:lnTo>
                    <a:lnTo>
                      <a:pt x="14078" y="2301"/>
                    </a:lnTo>
                    <a:lnTo>
                      <a:pt x="14078" y="2788"/>
                    </a:lnTo>
                    <a:lnTo>
                      <a:pt x="14078" y="2928"/>
                    </a:lnTo>
                    <a:lnTo>
                      <a:pt x="14147" y="2997"/>
                    </a:lnTo>
                    <a:lnTo>
                      <a:pt x="14426" y="2997"/>
                    </a:lnTo>
                    <a:lnTo>
                      <a:pt x="14844" y="2788"/>
                    </a:lnTo>
                    <a:lnTo>
                      <a:pt x="15262" y="2719"/>
                    </a:lnTo>
                    <a:lnTo>
                      <a:pt x="15680" y="2649"/>
                    </a:lnTo>
                    <a:lnTo>
                      <a:pt x="16098" y="2719"/>
                    </a:lnTo>
                    <a:lnTo>
                      <a:pt x="16447" y="2858"/>
                    </a:lnTo>
                    <a:lnTo>
                      <a:pt x="16726" y="3137"/>
                    </a:lnTo>
                    <a:lnTo>
                      <a:pt x="16935" y="3555"/>
                    </a:lnTo>
                    <a:lnTo>
                      <a:pt x="16935" y="4112"/>
                    </a:lnTo>
                    <a:lnTo>
                      <a:pt x="17004" y="4252"/>
                    </a:lnTo>
                    <a:lnTo>
                      <a:pt x="17144" y="4321"/>
                    </a:lnTo>
                    <a:lnTo>
                      <a:pt x="17980" y="4321"/>
                    </a:lnTo>
                    <a:lnTo>
                      <a:pt x="18677" y="4461"/>
                    </a:lnTo>
                    <a:lnTo>
                      <a:pt x="19304" y="4670"/>
                    </a:lnTo>
                    <a:lnTo>
                      <a:pt x="19862" y="4949"/>
                    </a:lnTo>
                    <a:lnTo>
                      <a:pt x="20280" y="5367"/>
                    </a:lnTo>
                    <a:lnTo>
                      <a:pt x="20628" y="5924"/>
                    </a:lnTo>
                    <a:lnTo>
                      <a:pt x="20907" y="6482"/>
                    </a:lnTo>
                    <a:lnTo>
                      <a:pt x="21046" y="7248"/>
                    </a:lnTo>
                    <a:lnTo>
                      <a:pt x="21046" y="7597"/>
                    </a:lnTo>
                    <a:lnTo>
                      <a:pt x="20977" y="7945"/>
                    </a:lnTo>
                    <a:lnTo>
                      <a:pt x="20907" y="8224"/>
                    </a:lnTo>
                    <a:lnTo>
                      <a:pt x="20837" y="8503"/>
                    </a:lnTo>
                    <a:lnTo>
                      <a:pt x="20489" y="8991"/>
                    </a:lnTo>
                    <a:lnTo>
                      <a:pt x="20071" y="9409"/>
                    </a:lnTo>
                    <a:lnTo>
                      <a:pt x="19513" y="9687"/>
                    </a:lnTo>
                    <a:lnTo>
                      <a:pt x="18956" y="9827"/>
                    </a:lnTo>
                    <a:lnTo>
                      <a:pt x="18328" y="9827"/>
                    </a:lnTo>
                    <a:lnTo>
                      <a:pt x="17632" y="9757"/>
                    </a:lnTo>
                    <a:lnTo>
                      <a:pt x="17562" y="9757"/>
                    </a:lnTo>
                    <a:lnTo>
                      <a:pt x="17423" y="9827"/>
                    </a:lnTo>
                    <a:lnTo>
                      <a:pt x="17353" y="9896"/>
                    </a:lnTo>
                    <a:lnTo>
                      <a:pt x="17353" y="10036"/>
                    </a:lnTo>
                    <a:lnTo>
                      <a:pt x="17353" y="10315"/>
                    </a:lnTo>
                    <a:lnTo>
                      <a:pt x="17283" y="10593"/>
                    </a:lnTo>
                    <a:lnTo>
                      <a:pt x="17144" y="10802"/>
                    </a:lnTo>
                    <a:lnTo>
                      <a:pt x="17074" y="11011"/>
                    </a:lnTo>
                    <a:lnTo>
                      <a:pt x="16726" y="11290"/>
                    </a:lnTo>
                    <a:lnTo>
                      <a:pt x="16308" y="11499"/>
                    </a:lnTo>
                    <a:lnTo>
                      <a:pt x="15889" y="11569"/>
                    </a:lnTo>
                    <a:lnTo>
                      <a:pt x="15402" y="11569"/>
                    </a:lnTo>
                    <a:lnTo>
                      <a:pt x="14844" y="11430"/>
                    </a:lnTo>
                    <a:lnTo>
                      <a:pt x="14426" y="11221"/>
                    </a:lnTo>
                    <a:lnTo>
                      <a:pt x="14217" y="11221"/>
                    </a:lnTo>
                    <a:lnTo>
                      <a:pt x="14078" y="11290"/>
                    </a:lnTo>
                    <a:lnTo>
                      <a:pt x="13590" y="11987"/>
                    </a:lnTo>
                    <a:lnTo>
                      <a:pt x="13032" y="12545"/>
                    </a:lnTo>
                    <a:lnTo>
                      <a:pt x="12335" y="13032"/>
                    </a:lnTo>
                    <a:lnTo>
                      <a:pt x="11569" y="13381"/>
                    </a:lnTo>
                    <a:lnTo>
                      <a:pt x="10802" y="13660"/>
                    </a:lnTo>
                    <a:lnTo>
                      <a:pt x="9966" y="13869"/>
                    </a:lnTo>
                    <a:lnTo>
                      <a:pt x="8363" y="13869"/>
                    </a:lnTo>
                    <a:lnTo>
                      <a:pt x="7597" y="13729"/>
                    </a:lnTo>
                    <a:lnTo>
                      <a:pt x="6830" y="13451"/>
                    </a:lnTo>
                    <a:lnTo>
                      <a:pt x="6203" y="13032"/>
                    </a:lnTo>
                    <a:lnTo>
                      <a:pt x="5645" y="12545"/>
                    </a:lnTo>
                    <a:lnTo>
                      <a:pt x="5436" y="12266"/>
                    </a:lnTo>
                    <a:lnTo>
                      <a:pt x="5227" y="11987"/>
                    </a:lnTo>
                    <a:lnTo>
                      <a:pt x="5088" y="11639"/>
                    </a:lnTo>
                    <a:lnTo>
                      <a:pt x="4949" y="11290"/>
                    </a:lnTo>
                    <a:lnTo>
                      <a:pt x="4879" y="10872"/>
                    </a:lnTo>
                    <a:lnTo>
                      <a:pt x="4809" y="10454"/>
                    </a:lnTo>
                    <a:lnTo>
                      <a:pt x="4879" y="9966"/>
                    </a:lnTo>
                    <a:lnTo>
                      <a:pt x="4879" y="9478"/>
                    </a:lnTo>
                    <a:lnTo>
                      <a:pt x="4879" y="9409"/>
                    </a:lnTo>
                    <a:lnTo>
                      <a:pt x="4879" y="9339"/>
                    </a:lnTo>
                    <a:lnTo>
                      <a:pt x="4739" y="9269"/>
                    </a:lnTo>
                    <a:lnTo>
                      <a:pt x="4530" y="9269"/>
                    </a:lnTo>
                    <a:lnTo>
                      <a:pt x="4112" y="9548"/>
                    </a:lnTo>
                    <a:lnTo>
                      <a:pt x="3624" y="9757"/>
                    </a:lnTo>
                    <a:lnTo>
                      <a:pt x="3206" y="9896"/>
                    </a:lnTo>
                    <a:lnTo>
                      <a:pt x="2788" y="9966"/>
                    </a:lnTo>
                    <a:lnTo>
                      <a:pt x="2370" y="9896"/>
                    </a:lnTo>
                    <a:lnTo>
                      <a:pt x="1952" y="9827"/>
                    </a:lnTo>
                    <a:lnTo>
                      <a:pt x="1534" y="9548"/>
                    </a:lnTo>
                    <a:lnTo>
                      <a:pt x="1116" y="9269"/>
                    </a:lnTo>
                    <a:lnTo>
                      <a:pt x="698" y="8781"/>
                    </a:lnTo>
                    <a:lnTo>
                      <a:pt x="489" y="8294"/>
                    </a:lnTo>
                    <a:lnTo>
                      <a:pt x="419" y="7736"/>
                    </a:lnTo>
                    <a:lnTo>
                      <a:pt x="558" y="7248"/>
                    </a:lnTo>
                    <a:lnTo>
                      <a:pt x="767" y="6830"/>
                    </a:lnTo>
                    <a:lnTo>
                      <a:pt x="1046" y="6412"/>
                    </a:lnTo>
                    <a:lnTo>
                      <a:pt x="1534" y="6064"/>
                    </a:lnTo>
                    <a:lnTo>
                      <a:pt x="2022" y="5715"/>
                    </a:lnTo>
                    <a:lnTo>
                      <a:pt x="2091" y="5646"/>
                    </a:lnTo>
                    <a:lnTo>
                      <a:pt x="2091" y="5506"/>
                    </a:lnTo>
                    <a:lnTo>
                      <a:pt x="2091" y="5436"/>
                    </a:lnTo>
                    <a:lnTo>
                      <a:pt x="2022" y="5297"/>
                    </a:lnTo>
                    <a:lnTo>
                      <a:pt x="1464" y="5018"/>
                    </a:lnTo>
                    <a:lnTo>
                      <a:pt x="1046" y="4670"/>
                    </a:lnTo>
                    <a:lnTo>
                      <a:pt x="837" y="4321"/>
                    </a:lnTo>
                    <a:lnTo>
                      <a:pt x="767" y="4043"/>
                    </a:lnTo>
                    <a:lnTo>
                      <a:pt x="837" y="3694"/>
                    </a:lnTo>
                    <a:lnTo>
                      <a:pt x="976" y="3416"/>
                    </a:lnTo>
                    <a:lnTo>
                      <a:pt x="1185" y="3137"/>
                    </a:lnTo>
                    <a:lnTo>
                      <a:pt x="1464" y="2858"/>
                    </a:lnTo>
                    <a:lnTo>
                      <a:pt x="1813" y="2649"/>
                    </a:lnTo>
                    <a:lnTo>
                      <a:pt x="2231" y="2510"/>
                    </a:lnTo>
                    <a:lnTo>
                      <a:pt x="2579" y="2370"/>
                    </a:lnTo>
                    <a:lnTo>
                      <a:pt x="3346" y="2370"/>
                    </a:lnTo>
                    <a:lnTo>
                      <a:pt x="3624" y="2510"/>
                    </a:lnTo>
                    <a:lnTo>
                      <a:pt x="3903" y="2649"/>
                    </a:lnTo>
                    <a:lnTo>
                      <a:pt x="4043" y="2997"/>
                    </a:lnTo>
                    <a:lnTo>
                      <a:pt x="4112" y="2997"/>
                    </a:lnTo>
                    <a:lnTo>
                      <a:pt x="4182" y="3067"/>
                    </a:lnTo>
                    <a:lnTo>
                      <a:pt x="4252" y="2997"/>
                    </a:lnTo>
                    <a:lnTo>
                      <a:pt x="4321" y="2928"/>
                    </a:lnTo>
                    <a:lnTo>
                      <a:pt x="4391" y="2858"/>
                    </a:lnTo>
                    <a:lnTo>
                      <a:pt x="4461" y="2788"/>
                    </a:lnTo>
                    <a:lnTo>
                      <a:pt x="4391" y="2231"/>
                    </a:lnTo>
                    <a:lnTo>
                      <a:pt x="4461" y="1743"/>
                    </a:lnTo>
                    <a:lnTo>
                      <a:pt x="4670" y="1395"/>
                    </a:lnTo>
                    <a:lnTo>
                      <a:pt x="4879" y="1046"/>
                    </a:lnTo>
                    <a:lnTo>
                      <a:pt x="5227" y="837"/>
                    </a:lnTo>
                    <a:lnTo>
                      <a:pt x="5576" y="628"/>
                    </a:lnTo>
                    <a:lnTo>
                      <a:pt x="5994" y="558"/>
                    </a:lnTo>
                    <a:lnTo>
                      <a:pt x="6482" y="489"/>
                    </a:lnTo>
                    <a:close/>
                    <a:moveTo>
                      <a:pt x="5994" y="1"/>
                    </a:moveTo>
                    <a:lnTo>
                      <a:pt x="5576" y="140"/>
                    </a:lnTo>
                    <a:lnTo>
                      <a:pt x="5158" y="280"/>
                    </a:lnTo>
                    <a:lnTo>
                      <a:pt x="4809" y="489"/>
                    </a:lnTo>
                    <a:lnTo>
                      <a:pt x="4461" y="767"/>
                    </a:lnTo>
                    <a:lnTo>
                      <a:pt x="4252" y="1116"/>
                    </a:lnTo>
                    <a:lnTo>
                      <a:pt x="4043" y="1464"/>
                    </a:lnTo>
                    <a:lnTo>
                      <a:pt x="3973" y="1813"/>
                    </a:lnTo>
                    <a:lnTo>
                      <a:pt x="3973" y="2231"/>
                    </a:lnTo>
                    <a:lnTo>
                      <a:pt x="3764" y="2022"/>
                    </a:lnTo>
                    <a:lnTo>
                      <a:pt x="3415" y="1882"/>
                    </a:lnTo>
                    <a:lnTo>
                      <a:pt x="2649" y="1882"/>
                    </a:lnTo>
                    <a:lnTo>
                      <a:pt x="2231" y="1952"/>
                    </a:lnTo>
                    <a:lnTo>
                      <a:pt x="1882" y="2091"/>
                    </a:lnTo>
                    <a:lnTo>
                      <a:pt x="1255" y="2440"/>
                    </a:lnTo>
                    <a:lnTo>
                      <a:pt x="767" y="2858"/>
                    </a:lnTo>
                    <a:lnTo>
                      <a:pt x="489" y="3206"/>
                    </a:lnTo>
                    <a:lnTo>
                      <a:pt x="279" y="3625"/>
                    </a:lnTo>
                    <a:lnTo>
                      <a:pt x="279" y="4043"/>
                    </a:lnTo>
                    <a:lnTo>
                      <a:pt x="419" y="4461"/>
                    </a:lnTo>
                    <a:lnTo>
                      <a:pt x="628" y="4879"/>
                    </a:lnTo>
                    <a:lnTo>
                      <a:pt x="976" y="5227"/>
                    </a:lnTo>
                    <a:lnTo>
                      <a:pt x="1394" y="5506"/>
                    </a:lnTo>
                    <a:lnTo>
                      <a:pt x="767" y="5924"/>
                    </a:lnTo>
                    <a:lnTo>
                      <a:pt x="349" y="6412"/>
                    </a:lnTo>
                    <a:lnTo>
                      <a:pt x="140" y="6900"/>
                    </a:lnTo>
                    <a:lnTo>
                      <a:pt x="1" y="7457"/>
                    </a:lnTo>
                    <a:lnTo>
                      <a:pt x="1" y="7945"/>
                    </a:lnTo>
                    <a:lnTo>
                      <a:pt x="140" y="8433"/>
                    </a:lnTo>
                    <a:lnTo>
                      <a:pt x="419" y="8921"/>
                    </a:lnTo>
                    <a:lnTo>
                      <a:pt x="698" y="9339"/>
                    </a:lnTo>
                    <a:lnTo>
                      <a:pt x="1116" y="9757"/>
                    </a:lnTo>
                    <a:lnTo>
                      <a:pt x="1534" y="10106"/>
                    </a:lnTo>
                    <a:lnTo>
                      <a:pt x="2022" y="10315"/>
                    </a:lnTo>
                    <a:lnTo>
                      <a:pt x="2509" y="10454"/>
                    </a:lnTo>
                    <a:lnTo>
                      <a:pt x="2997" y="10524"/>
                    </a:lnTo>
                    <a:lnTo>
                      <a:pt x="3555" y="10384"/>
                    </a:lnTo>
                    <a:lnTo>
                      <a:pt x="4043" y="10175"/>
                    </a:lnTo>
                    <a:lnTo>
                      <a:pt x="4530" y="9827"/>
                    </a:lnTo>
                    <a:lnTo>
                      <a:pt x="4391" y="10454"/>
                    </a:lnTo>
                    <a:lnTo>
                      <a:pt x="4391" y="11011"/>
                    </a:lnTo>
                    <a:lnTo>
                      <a:pt x="4530" y="11569"/>
                    </a:lnTo>
                    <a:lnTo>
                      <a:pt x="4670" y="12057"/>
                    </a:lnTo>
                    <a:lnTo>
                      <a:pt x="4949" y="12475"/>
                    </a:lnTo>
                    <a:lnTo>
                      <a:pt x="5297" y="12893"/>
                    </a:lnTo>
                    <a:lnTo>
                      <a:pt x="5645" y="13241"/>
                    </a:lnTo>
                    <a:lnTo>
                      <a:pt x="6064" y="13520"/>
                    </a:lnTo>
                    <a:lnTo>
                      <a:pt x="6551" y="13799"/>
                    </a:lnTo>
                    <a:lnTo>
                      <a:pt x="7039" y="14008"/>
                    </a:lnTo>
                    <a:lnTo>
                      <a:pt x="7597" y="14217"/>
                    </a:lnTo>
                    <a:lnTo>
                      <a:pt x="8154" y="14287"/>
                    </a:lnTo>
                    <a:lnTo>
                      <a:pt x="8712" y="14426"/>
                    </a:lnTo>
                    <a:lnTo>
                      <a:pt x="9896" y="14426"/>
                    </a:lnTo>
                    <a:lnTo>
                      <a:pt x="10454" y="14356"/>
                    </a:lnTo>
                    <a:lnTo>
                      <a:pt x="11081" y="14147"/>
                    </a:lnTo>
                    <a:lnTo>
                      <a:pt x="11708" y="13938"/>
                    </a:lnTo>
                    <a:lnTo>
                      <a:pt x="12335" y="13660"/>
                    </a:lnTo>
                    <a:lnTo>
                      <a:pt x="12893" y="13381"/>
                    </a:lnTo>
                    <a:lnTo>
                      <a:pt x="13729" y="12545"/>
                    </a:lnTo>
                    <a:lnTo>
                      <a:pt x="14217" y="12057"/>
                    </a:lnTo>
                    <a:lnTo>
                      <a:pt x="14426" y="11778"/>
                    </a:lnTo>
                    <a:lnTo>
                      <a:pt x="14983" y="12057"/>
                    </a:lnTo>
                    <a:lnTo>
                      <a:pt x="15541" y="12126"/>
                    </a:lnTo>
                    <a:lnTo>
                      <a:pt x="16098" y="12126"/>
                    </a:lnTo>
                    <a:lnTo>
                      <a:pt x="16586" y="11987"/>
                    </a:lnTo>
                    <a:lnTo>
                      <a:pt x="17004" y="11708"/>
                    </a:lnTo>
                    <a:lnTo>
                      <a:pt x="17423" y="11290"/>
                    </a:lnTo>
                    <a:lnTo>
                      <a:pt x="17701" y="10872"/>
                    </a:lnTo>
                    <a:lnTo>
                      <a:pt x="17841" y="10315"/>
                    </a:lnTo>
                    <a:lnTo>
                      <a:pt x="18538" y="10384"/>
                    </a:lnTo>
                    <a:lnTo>
                      <a:pt x="19234" y="10315"/>
                    </a:lnTo>
                    <a:lnTo>
                      <a:pt x="19862" y="10106"/>
                    </a:lnTo>
                    <a:lnTo>
                      <a:pt x="20419" y="9757"/>
                    </a:lnTo>
                    <a:lnTo>
                      <a:pt x="20837" y="9339"/>
                    </a:lnTo>
                    <a:lnTo>
                      <a:pt x="21186" y="8781"/>
                    </a:lnTo>
                    <a:lnTo>
                      <a:pt x="21464" y="8154"/>
                    </a:lnTo>
                    <a:lnTo>
                      <a:pt x="21534" y="7388"/>
                    </a:lnTo>
                    <a:lnTo>
                      <a:pt x="21534" y="6970"/>
                    </a:lnTo>
                    <a:lnTo>
                      <a:pt x="21464" y="6551"/>
                    </a:lnTo>
                    <a:lnTo>
                      <a:pt x="21395" y="6203"/>
                    </a:lnTo>
                    <a:lnTo>
                      <a:pt x="21255" y="5855"/>
                    </a:lnTo>
                    <a:lnTo>
                      <a:pt x="21046" y="5506"/>
                    </a:lnTo>
                    <a:lnTo>
                      <a:pt x="20837" y="5227"/>
                    </a:lnTo>
                    <a:lnTo>
                      <a:pt x="20628" y="4949"/>
                    </a:lnTo>
                    <a:lnTo>
                      <a:pt x="20349" y="4670"/>
                    </a:lnTo>
                    <a:lnTo>
                      <a:pt x="19653" y="4252"/>
                    </a:lnTo>
                    <a:lnTo>
                      <a:pt x="18956" y="3973"/>
                    </a:lnTo>
                    <a:lnTo>
                      <a:pt x="18189" y="3834"/>
                    </a:lnTo>
                    <a:lnTo>
                      <a:pt x="17423" y="3834"/>
                    </a:lnTo>
                    <a:lnTo>
                      <a:pt x="17353" y="3276"/>
                    </a:lnTo>
                    <a:lnTo>
                      <a:pt x="17144" y="2928"/>
                    </a:lnTo>
                    <a:lnTo>
                      <a:pt x="16865" y="2579"/>
                    </a:lnTo>
                    <a:lnTo>
                      <a:pt x="16447" y="2370"/>
                    </a:lnTo>
                    <a:lnTo>
                      <a:pt x="16029" y="2301"/>
                    </a:lnTo>
                    <a:lnTo>
                      <a:pt x="15541" y="2231"/>
                    </a:lnTo>
                    <a:lnTo>
                      <a:pt x="15053" y="2301"/>
                    </a:lnTo>
                    <a:lnTo>
                      <a:pt x="14496" y="2440"/>
                    </a:lnTo>
                    <a:lnTo>
                      <a:pt x="14496" y="2022"/>
                    </a:lnTo>
                    <a:lnTo>
                      <a:pt x="14426" y="1604"/>
                    </a:lnTo>
                    <a:lnTo>
                      <a:pt x="14287" y="1325"/>
                    </a:lnTo>
                    <a:lnTo>
                      <a:pt x="14078" y="1046"/>
                    </a:lnTo>
                    <a:lnTo>
                      <a:pt x="13799" y="837"/>
                    </a:lnTo>
                    <a:lnTo>
                      <a:pt x="13520" y="698"/>
                    </a:lnTo>
                    <a:lnTo>
                      <a:pt x="13241" y="558"/>
                    </a:lnTo>
                    <a:lnTo>
                      <a:pt x="12893" y="489"/>
                    </a:lnTo>
                    <a:lnTo>
                      <a:pt x="12475" y="489"/>
                    </a:lnTo>
                    <a:lnTo>
                      <a:pt x="12126" y="558"/>
                    </a:lnTo>
                    <a:lnTo>
                      <a:pt x="11360" y="767"/>
                    </a:lnTo>
                    <a:lnTo>
                      <a:pt x="10663" y="1116"/>
                    </a:lnTo>
                    <a:lnTo>
                      <a:pt x="9966" y="1534"/>
                    </a:lnTo>
                    <a:lnTo>
                      <a:pt x="9618" y="1116"/>
                    </a:lnTo>
                    <a:lnTo>
                      <a:pt x="9199" y="767"/>
                    </a:lnTo>
                    <a:lnTo>
                      <a:pt x="8712" y="419"/>
                    </a:lnTo>
                    <a:lnTo>
                      <a:pt x="8224" y="210"/>
                    </a:lnTo>
                    <a:lnTo>
                      <a:pt x="7666" y="71"/>
                    </a:lnTo>
                    <a:lnTo>
                      <a:pt x="710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0" name="Google Shape;750;p32"/>
            <p:cNvGrpSpPr/>
            <p:nvPr/>
          </p:nvGrpSpPr>
          <p:grpSpPr>
            <a:xfrm>
              <a:off x="1130888" y="1148950"/>
              <a:ext cx="3053163" cy="1688726"/>
              <a:chOff x="1130888" y="1148950"/>
              <a:chExt cx="3053163" cy="1688726"/>
            </a:xfrm>
          </p:grpSpPr>
          <p:sp>
            <p:nvSpPr>
              <p:cNvPr id="751" name="Google Shape;751;p32"/>
              <p:cNvSpPr/>
              <p:nvPr/>
            </p:nvSpPr>
            <p:spPr>
              <a:xfrm>
                <a:off x="1130888" y="1148950"/>
                <a:ext cx="3053163" cy="1688726"/>
              </a:xfrm>
              <a:custGeom>
                <a:rect b="b" l="l" r="r" t="t"/>
                <a:pathLst>
                  <a:path extrusionOk="0" h="15681" w="22650">
                    <a:moveTo>
                      <a:pt x="6064" y="1"/>
                    </a:moveTo>
                    <a:lnTo>
                      <a:pt x="5646" y="140"/>
                    </a:lnTo>
                    <a:lnTo>
                      <a:pt x="5297" y="210"/>
                    </a:lnTo>
                    <a:lnTo>
                      <a:pt x="4740" y="558"/>
                    </a:lnTo>
                    <a:lnTo>
                      <a:pt x="4322" y="907"/>
                    </a:lnTo>
                    <a:lnTo>
                      <a:pt x="4112" y="1255"/>
                    </a:lnTo>
                    <a:lnTo>
                      <a:pt x="3973" y="1534"/>
                    </a:lnTo>
                    <a:lnTo>
                      <a:pt x="3834" y="1813"/>
                    </a:lnTo>
                    <a:lnTo>
                      <a:pt x="3694" y="1743"/>
                    </a:lnTo>
                    <a:lnTo>
                      <a:pt x="2719" y="1743"/>
                    </a:lnTo>
                    <a:lnTo>
                      <a:pt x="2161" y="1952"/>
                    </a:lnTo>
                    <a:lnTo>
                      <a:pt x="1604" y="2231"/>
                    </a:lnTo>
                    <a:lnTo>
                      <a:pt x="907" y="2649"/>
                    </a:lnTo>
                    <a:lnTo>
                      <a:pt x="558" y="2928"/>
                    </a:lnTo>
                    <a:lnTo>
                      <a:pt x="349" y="3206"/>
                    </a:lnTo>
                    <a:lnTo>
                      <a:pt x="140" y="3555"/>
                    </a:lnTo>
                    <a:lnTo>
                      <a:pt x="71" y="3833"/>
                    </a:lnTo>
                    <a:lnTo>
                      <a:pt x="1" y="4112"/>
                    </a:lnTo>
                    <a:lnTo>
                      <a:pt x="1" y="4391"/>
                    </a:lnTo>
                    <a:lnTo>
                      <a:pt x="71" y="4948"/>
                    </a:lnTo>
                    <a:lnTo>
                      <a:pt x="280" y="5436"/>
                    </a:lnTo>
                    <a:lnTo>
                      <a:pt x="558" y="5785"/>
                    </a:lnTo>
                    <a:lnTo>
                      <a:pt x="767" y="6133"/>
                    </a:lnTo>
                    <a:lnTo>
                      <a:pt x="558" y="6551"/>
                    </a:lnTo>
                    <a:lnTo>
                      <a:pt x="349" y="6969"/>
                    </a:lnTo>
                    <a:lnTo>
                      <a:pt x="140" y="7597"/>
                    </a:lnTo>
                    <a:lnTo>
                      <a:pt x="71" y="8293"/>
                    </a:lnTo>
                    <a:lnTo>
                      <a:pt x="71" y="9060"/>
                    </a:lnTo>
                    <a:lnTo>
                      <a:pt x="140" y="9408"/>
                    </a:lnTo>
                    <a:lnTo>
                      <a:pt x="210" y="9827"/>
                    </a:lnTo>
                    <a:lnTo>
                      <a:pt x="419" y="10245"/>
                    </a:lnTo>
                    <a:lnTo>
                      <a:pt x="698" y="10663"/>
                    </a:lnTo>
                    <a:lnTo>
                      <a:pt x="977" y="11011"/>
                    </a:lnTo>
                    <a:lnTo>
                      <a:pt x="1255" y="11290"/>
                    </a:lnTo>
                    <a:lnTo>
                      <a:pt x="1604" y="11499"/>
                    </a:lnTo>
                    <a:lnTo>
                      <a:pt x="1882" y="11638"/>
                    </a:lnTo>
                    <a:lnTo>
                      <a:pt x="2231" y="11778"/>
                    </a:lnTo>
                    <a:lnTo>
                      <a:pt x="2510" y="11848"/>
                    </a:lnTo>
                    <a:lnTo>
                      <a:pt x="3067" y="11848"/>
                    </a:lnTo>
                    <a:lnTo>
                      <a:pt x="3555" y="11778"/>
                    </a:lnTo>
                    <a:lnTo>
                      <a:pt x="3973" y="11638"/>
                    </a:lnTo>
                    <a:lnTo>
                      <a:pt x="4322" y="11499"/>
                    </a:lnTo>
                    <a:lnTo>
                      <a:pt x="4461" y="12196"/>
                    </a:lnTo>
                    <a:lnTo>
                      <a:pt x="4670" y="12893"/>
                    </a:lnTo>
                    <a:lnTo>
                      <a:pt x="4949" y="13450"/>
                    </a:lnTo>
                    <a:lnTo>
                      <a:pt x="5297" y="13938"/>
                    </a:lnTo>
                    <a:lnTo>
                      <a:pt x="5646" y="14356"/>
                    </a:lnTo>
                    <a:lnTo>
                      <a:pt x="6064" y="14705"/>
                    </a:lnTo>
                    <a:lnTo>
                      <a:pt x="6552" y="14983"/>
                    </a:lnTo>
                    <a:lnTo>
                      <a:pt x="7039" y="15193"/>
                    </a:lnTo>
                    <a:lnTo>
                      <a:pt x="7527" y="15402"/>
                    </a:lnTo>
                    <a:lnTo>
                      <a:pt x="8085" y="15541"/>
                    </a:lnTo>
                    <a:lnTo>
                      <a:pt x="9130" y="15680"/>
                    </a:lnTo>
                    <a:lnTo>
                      <a:pt x="10245" y="15680"/>
                    </a:lnTo>
                    <a:lnTo>
                      <a:pt x="11221" y="15541"/>
                    </a:lnTo>
                    <a:lnTo>
                      <a:pt x="11708" y="15471"/>
                    </a:lnTo>
                    <a:lnTo>
                      <a:pt x="12126" y="15402"/>
                    </a:lnTo>
                    <a:lnTo>
                      <a:pt x="12893" y="15053"/>
                    </a:lnTo>
                    <a:lnTo>
                      <a:pt x="13590" y="14635"/>
                    </a:lnTo>
                    <a:lnTo>
                      <a:pt x="14147" y="14217"/>
                    </a:lnTo>
                    <a:lnTo>
                      <a:pt x="14566" y="13799"/>
                    </a:lnTo>
                    <a:lnTo>
                      <a:pt x="14844" y="13450"/>
                    </a:lnTo>
                    <a:lnTo>
                      <a:pt x="15123" y="13102"/>
                    </a:lnTo>
                    <a:lnTo>
                      <a:pt x="16099" y="13172"/>
                    </a:lnTo>
                    <a:lnTo>
                      <a:pt x="16865" y="13172"/>
                    </a:lnTo>
                    <a:lnTo>
                      <a:pt x="17283" y="13102"/>
                    </a:lnTo>
                    <a:lnTo>
                      <a:pt x="17632" y="12963"/>
                    </a:lnTo>
                    <a:lnTo>
                      <a:pt x="17911" y="12823"/>
                    </a:lnTo>
                    <a:lnTo>
                      <a:pt x="18189" y="12614"/>
                    </a:lnTo>
                    <a:lnTo>
                      <a:pt x="18607" y="12126"/>
                    </a:lnTo>
                    <a:lnTo>
                      <a:pt x="19026" y="11569"/>
                    </a:lnTo>
                    <a:lnTo>
                      <a:pt x="19374" y="11499"/>
                    </a:lnTo>
                    <a:lnTo>
                      <a:pt x="20141" y="11290"/>
                    </a:lnTo>
                    <a:lnTo>
                      <a:pt x="20628" y="11011"/>
                    </a:lnTo>
                    <a:lnTo>
                      <a:pt x="21116" y="10733"/>
                    </a:lnTo>
                    <a:lnTo>
                      <a:pt x="21604" y="10314"/>
                    </a:lnTo>
                    <a:lnTo>
                      <a:pt x="22092" y="9757"/>
                    </a:lnTo>
                    <a:lnTo>
                      <a:pt x="22371" y="9130"/>
                    </a:lnTo>
                    <a:lnTo>
                      <a:pt x="22580" y="8503"/>
                    </a:lnTo>
                    <a:lnTo>
                      <a:pt x="22649" y="7875"/>
                    </a:lnTo>
                    <a:lnTo>
                      <a:pt x="22580" y="7248"/>
                    </a:lnTo>
                    <a:lnTo>
                      <a:pt x="22440" y="6691"/>
                    </a:lnTo>
                    <a:lnTo>
                      <a:pt x="22161" y="6133"/>
                    </a:lnTo>
                    <a:lnTo>
                      <a:pt x="21883" y="5576"/>
                    </a:lnTo>
                    <a:lnTo>
                      <a:pt x="21604" y="5088"/>
                    </a:lnTo>
                    <a:lnTo>
                      <a:pt x="21395" y="4809"/>
                    </a:lnTo>
                    <a:lnTo>
                      <a:pt x="21186" y="4670"/>
                    </a:lnTo>
                    <a:lnTo>
                      <a:pt x="20698" y="4321"/>
                    </a:lnTo>
                    <a:lnTo>
                      <a:pt x="20141" y="4112"/>
                    </a:lnTo>
                    <a:lnTo>
                      <a:pt x="19583" y="3903"/>
                    </a:lnTo>
                    <a:lnTo>
                      <a:pt x="18607" y="3764"/>
                    </a:lnTo>
                    <a:lnTo>
                      <a:pt x="18189" y="3764"/>
                    </a:lnTo>
                    <a:lnTo>
                      <a:pt x="18189" y="3624"/>
                    </a:lnTo>
                    <a:lnTo>
                      <a:pt x="18189" y="3415"/>
                    </a:lnTo>
                    <a:lnTo>
                      <a:pt x="18120" y="3067"/>
                    </a:lnTo>
                    <a:lnTo>
                      <a:pt x="17980" y="2858"/>
                    </a:lnTo>
                    <a:lnTo>
                      <a:pt x="17771" y="2649"/>
                    </a:lnTo>
                    <a:lnTo>
                      <a:pt x="17492" y="2440"/>
                    </a:lnTo>
                    <a:lnTo>
                      <a:pt x="17144" y="2300"/>
                    </a:lnTo>
                    <a:lnTo>
                      <a:pt x="16726" y="2231"/>
                    </a:lnTo>
                    <a:lnTo>
                      <a:pt x="15681" y="2231"/>
                    </a:lnTo>
                    <a:lnTo>
                      <a:pt x="15402" y="2300"/>
                    </a:lnTo>
                    <a:lnTo>
                      <a:pt x="15471" y="2161"/>
                    </a:lnTo>
                    <a:lnTo>
                      <a:pt x="15541" y="2091"/>
                    </a:lnTo>
                    <a:lnTo>
                      <a:pt x="15541" y="1882"/>
                    </a:lnTo>
                    <a:lnTo>
                      <a:pt x="15471" y="1673"/>
                    </a:lnTo>
                    <a:lnTo>
                      <a:pt x="15262" y="1464"/>
                    </a:lnTo>
                    <a:lnTo>
                      <a:pt x="14914" y="1185"/>
                    </a:lnTo>
                    <a:lnTo>
                      <a:pt x="14356" y="837"/>
                    </a:lnTo>
                    <a:lnTo>
                      <a:pt x="13660" y="628"/>
                    </a:lnTo>
                    <a:lnTo>
                      <a:pt x="13032" y="558"/>
                    </a:lnTo>
                    <a:lnTo>
                      <a:pt x="12405" y="628"/>
                    </a:lnTo>
                    <a:lnTo>
                      <a:pt x="11848" y="767"/>
                    </a:lnTo>
                    <a:lnTo>
                      <a:pt x="11290" y="907"/>
                    </a:lnTo>
                    <a:lnTo>
                      <a:pt x="10942" y="1046"/>
                    </a:lnTo>
                    <a:lnTo>
                      <a:pt x="10593" y="1255"/>
                    </a:lnTo>
                    <a:lnTo>
                      <a:pt x="10524" y="1046"/>
                    </a:lnTo>
                    <a:lnTo>
                      <a:pt x="10315" y="837"/>
                    </a:lnTo>
                    <a:lnTo>
                      <a:pt x="10036" y="628"/>
                    </a:lnTo>
                    <a:lnTo>
                      <a:pt x="9548" y="419"/>
                    </a:lnTo>
                    <a:lnTo>
                      <a:pt x="8921" y="210"/>
                    </a:lnTo>
                    <a:lnTo>
                      <a:pt x="8154" y="70"/>
                    </a:lnTo>
                    <a:lnTo>
                      <a:pt x="71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32"/>
              <p:cNvSpPr/>
              <p:nvPr/>
            </p:nvSpPr>
            <p:spPr>
              <a:xfrm>
                <a:off x="1196667" y="1216473"/>
                <a:ext cx="2902864" cy="1553680"/>
              </a:xfrm>
              <a:custGeom>
                <a:rect b="b" l="l" r="r" t="t"/>
                <a:pathLst>
                  <a:path extrusionOk="0" h="14427" w="21535">
                    <a:moveTo>
                      <a:pt x="6969" y="489"/>
                    </a:moveTo>
                    <a:lnTo>
                      <a:pt x="7457" y="558"/>
                    </a:lnTo>
                    <a:lnTo>
                      <a:pt x="7875" y="698"/>
                    </a:lnTo>
                    <a:lnTo>
                      <a:pt x="8363" y="907"/>
                    </a:lnTo>
                    <a:lnTo>
                      <a:pt x="8781" y="1116"/>
                    </a:lnTo>
                    <a:lnTo>
                      <a:pt x="9130" y="1395"/>
                    </a:lnTo>
                    <a:lnTo>
                      <a:pt x="9478" y="1673"/>
                    </a:lnTo>
                    <a:lnTo>
                      <a:pt x="9757" y="2022"/>
                    </a:lnTo>
                    <a:lnTo>
                      <a:pt x="9827" y="2161"/>
                    </a:lnTo>
                    <a:lnTo>
                      <a:pt x="10036" y="2161"/>
                    </a:lnTo>
                    <a:lnTo>
                      <a:pt x="10105" y="2091"/>
                    </a:lnTo>
                    <a:lnTo>
                      <a:pt x="10663" y="1673"/>
                    </a:lnTo>
                    <a:lnTo>
                      <a:pt x="11290" y="1255"/>
                    </a:lnTo>
                    <a:lnTo>
                      <a:pt x="11987" y="1046"/>
                    </a:lnTo>
                    <a:lnTo>
                      <a:pt x="12614" y="976"/>
                    </a:lnTo>
                    <a:lnTo>
                      <a:pt x="12963" y="976"/>
                    </a:lnTo>
                    <a:lnTo>
                      <a:pt x="13241" y="1046"/>
                    </a:lnTo>
                    <a:lnTo>
                      <a:pt x="13520" y="1186"/>
                    </a:lnTo>
                    <a:lnTo>
                      <a:pt x="13729" y="1395"/>
                    </a:lnTo>
                    <a:lnTo>
                      <a:pt x="13868" y="1604"/>
                    </a:lnTo>
                    <a:lnTo>
                      <a:pt x="14008" y="1952"/>
                    </a:lnTo>
                    <a:lnTo>
                      <a:pt x="14078" y="2301"/>
                    </a:lnTo>
                    <a:lnTo>
                      <a:pt x="14078" y="2788"/>
                    </a:lnTo>
                    <a:lnTo>
                      <a:pt x="14078" y="2928"/>
                    </a:lnTo>
                    <a:lnTo>
                      <a:pt x="14147" y="2997"/>
                    </a:lnTo>
                    <a:lnTo>
                      <a:pt x="14426" y="2997"/>
                    </a:lnTo>
                    <a:lnTo>
                      <a:pt x="14844" y="2788"/>
                    </a:lnTo>
                    <a:lnTo>
                      <a:pt x="15262" y="2719"/>
                    </a:lnTo>
                    <a:lnTo>
                      <a:pt x="15680" y="2649"/>
                    </a:lnTo>
                    <a:lnTo>
                      <a:pt x="16098" y="2719"/>
                    </a:lnTo>
                    <a:lnTo>
                      <a:pt x="16447" y="2858"/>
                    </a:lnTo>
                    <a:lnTo>
                      <a:pt x="16726" y="3137"/>
                    </a:lnTo>
                    <a:lnTo>
                      <a:pt x="16935" y="3555"/>
                    </a:lnTo>
                    <a:lnTo>
                      <a:pt x="16935" y="4112"/>
                    </a:lnTo>
                    <a:lnTo>
                      <a:pt x="17004" y="4252"/>
                    </a:lnTo>
                    <a:lnTo>
                      <a:pt x="17144" y="4321"/>
                    </a:lnTo>
                    <a:lnTo>
                      <a:pt x="17980" y="4321"/>
                    </a:lnTo>
                    <a:lnTo>
                      <a:pt x="18677" y="4461"/>
                    </a:lnTo>
                    <a:lnTo>
                      <a:pt x="19304" y="4670"/>
                    </a:lnTo>
                    <a:lnTo>
                      <a:pt x="19862" y="4949"/>
                    </a:lnTo>
                    <a:lnTo>
                      <a:pt x="20280" y="5367"/>
                    </a:lnTo>
                    <a:lnTo>
                      <a:pt x="20628" y="5924"/>
                    </a:lnTo>
                    <a:lnTo>
                      <a:pt x="20907" y="6482"/>
                    </a:lnTo>
                    <a:lnTo>
                      <a:pt x="21046" y="7248"/>
                    </a:lnTo>
                    <a:lnTo>
                      <a:pt x="21046" y="7597"/>
                    </a:lnTo>
                    <a:lnTo>
                      <a:pt x="20977" y="7945"/>
                    </a:lnTo>
                    <a:lnTo>
                      <a:pt x="20907" y="8224"/>
                    </a:lnTo>
                    <a:lnTo>
                      <a:pt x="20837" y="8503"/>
                    </a:lnTo>
                    <a:lnTo>
                      <a:pt x="20489" y="8991"/>
                    </a:lnTo>
                    <a:lnTo>
                      <a:pt x="20071" y="9409"/>
                    </a:lnTo>
                    <a:lnTo>
                      <a:pt x="19513" y="9687"/>
                    </a:lnTo>
                    <a:lnTo>
                      <a:pt x="18956" y="9827"/>
                    </a:lnTo>
                    <a:lnTo>
                      <a:pt x="18328" y="9827"/>
                    </a:lnTo>
                    <a:lnTo>
                      <a:pt x="17632" y="9757"/>
                    </a:lnTo>
                    <a:lnTo>
                      <a:pt x="17562" y="9757"/>
                    </a:lnTo>
                    <a:lnTo>
                      <a:pt x="17423" y="9827"/>
                    </a:lnTo>
                    <a:lnTo>
                      <a:pt x="17353" y="9896"/>
                    </a:lnTo>
                    <a:lnTo>
                      <a:pt x="17353" y="10036"/>
                    </a:lnTo>
                    <a:lnTo>
                      <a:pt x="17353" y="10315"/>
                    </a:lnTo>
                    <a:lnTo>
                      <a:pt x="17283" y="10593"/>
                    </a:lnTo>
                    <a:lnTo>
                      <a:pt x="17144" y="10802"/>
                    </a:lnTo>
                    <a:lnTo>
                      <a:pt x="17074" y="11011"/>
                    </a:lnTo>
                    <a:lnTo>
                      <a:pt x="16726" y="11290"/>
                    </a:lnTo>
                    <a:lnTo>
                      <a:pt x="16308" y="11499"/>
                    </a:lnTo>
                    <a:lnTo>
                      <a:pt x="15889" y="11569"/>
                    </a:lnTo>
                    <a:lnTo>
                      <a:pt x="15402" y="11569"/>
                    </a:lnTo>
                    <a:lnTo>
                      <a:pt x="14844" y="11430"/>
                    </a:lnTo>
                    <a:lnTo>
                      <a:pt x="14426" y="11221"/>
                    </a:lnTo>
                    <a:lnTo>
                      <a:pt x="14217" y="11221"/>
                    </a:lnTo>
                    <a:lnTo>
                      <a:pt x="14078" y="11290"/>
                    </a:lnTo>
                    <a:lnTo>
                      <a:pt x="13590" y="11987"/>
                    </a:lnTo>
                    <a:lnTo>
                      <a:pt x="13032" y="12545"/>
                    </a:lnTo>
                    <a:lnTo>
                      <a:pt x="12335" y="13032"/>
                    </a:lnTo>
                    <a:lnTo>
                      <a:pt x="11569" y="13381"/>
                    </a:lnTo>
                    <a:lnTo>
                      <a:pt x="10802" y="13660"/>
                    </a:lnTo>
                    <a:lnTo>
                      <a:pt x="9966" y="13869"/>
                    </a:lnTo>
                    <a:lnTo>
                      <a:pt x="8363" y="13869"/>
                    </a:lnTo>
                    <a:lnTo>
                      <a:pt x="7597" y="13729"/>
                    </a:lnTo>
                    <a:lnTo>
                      <a:pt x="6830" y="13451"/>
                    </a:lnTo>
                    <a:lnTo>
                      <a:pt x="6203" y="13032"/>
                    </a:lnTo>
                    <a:lnTo>
                      <a:pt x="5645" y="12545"/>
                    </a:lnTo>
                    <a:lnTo>
                      <a:pt x="5436" y="12266"/>
                    </a:lnTo>
                    <a:lnTo>
                      <a:pt x="5227" y="11987"/>
                    </a:lnTo>
                    <a:lnTo>
                      <a:pt x="5088" y="11639"/>
                    </a:lnTo>
                    <a:lnTo>
                      <a:pt x="4949" y="11290"/>
                    </a:lnTo>
                    <a:lnTo>
                      <a:pt x="4879" y="10872"/>
                    </a:lnTo>
                    <a:lnTo>
                      <a:pt x="4809" y="10454"/>
                    </a:lnTo>
                    <a:lnTo>
                      <a:pt x="4879" y="9966"/>
                    </a:lnTo>
                    <a:lnTo>
                      <a:pt x="4879" y="9478"/>
                    </a:lnTo>
                    <a:lnTo>
                      <a:pt x="4879" y="9409"/>
                    </a:lnTo>
                    <a:lnTo>
                      <a:pt x="4879" y="9339"/>
                    </a:lnTo>
                    <a:lnTo>
                      <a:pt x="4739" y="9269"/>
                    </a:lnTo>
                    <a:lnTo>
                      <a:pt x="4530" y="9269"/>
                    </a:lnTo>
                    <a:lnTo>
                      <a:pt x="4112" y="9548"/>
                    </a:lnTo>
                    <a:lnTo>
                      <a:pt x="3624" y="9757"/>
                    </a:lnTo>
                    <a:lnTo>
                      <a:pt x="3206" y="9896"/>
                    </a:lnTo>
                    <a:lnTo>
                      <a:pt x="2788" y="9966"/>
                    </a:lnTo>
                    <a:lnTo>
                      <a:pt x="2370" y="9896"/>
                    </a:lnTo>
                    <a:lnTo>
                      <a:pt x="1952" y="9827"/>
                    </a:lnTo>
                    <a:lnTo>
                      <a:pt x="1534" y="9548"/>
                    </a:lnTo>
                    <a:lnTo>
                      <a:pt x="1116" y="9269"/>
                    </a:lnTo>
                    <a:lnTo>
                      <a:pt x="698" y="8781"/>
                    </a:lnTo>
                    <a:lnTo>
                      <a:pt x="489" y="8294"/>
                    </a:lnTo>
                    <a:lnTo>
                      <a:pt x="419" y="7736"/>
                    </a:lnTo>
                    <a:lnTo>
                      <a:pt x="558" y="7248"/>
                    </a:lnTo>
                    <a:lnTo>
                      <a:pt x="767" y="6830"/>
                    </a:lnTo>
                    <a:lnTo>
                      <a:pt x="1046" y="6412"/>
                    </a:lnTo>
                    <a:lnTo>
                      <a:pt x="1534" y="6064"/>
                    </a:lnTo>
                    <a:lnTo>
                      <a:pt x="2022" y="5715"/>
                    </a:lnTo>
                    <a:lnTo>
                      <a:pt x="2091" y="5646"/>
                    </a:lnTo>
                    <a:lnTo>
                      <a:pt x="2091" y="5506"/>
                    </a:lnTo>
                    <a:lnTo>
                      <a:pt x="2091" y="5436"/>
                    </a:lnTo>
                    <a:lnTo>
                      <a:pt x="2022" y="5297"/>
                    </a:lnTo>
                    <a:lnTo>
                      <a:pt x="1464" y="5018"/>
                    </a:lnTo>
                    <a:lnTo>
                      <a:pt x="1046" y="4670"/>
                    </a:lnTo>
                    <a:lnTo>
                      <a:pt x="837" y="4321"/>
                    </a:lnTo>
                    <a:lnTo>
                      <a:pt x="767" y="4043"/>
                    </a:lnTo>
                    <a:lnTo>
                      <a:pt x="837" y="3694"/>
                    </a:lnTo>
                    <a:lnTo>
                      <a:pt x="976" y="3416"/>
                    </a:lnTo>
                    <a:lnTo>
                      <a:pt x="1185" y="3137"/>
                    </a:lnTo>
                    <a:lnTo>
                      <a:pt x="1464" y="2858"/>
                    </a:lnTo>
                    <a:lnTo>
                      <a:pt x="1813" y="2649"/>
                    </a:lnTo>
                    <a:lnTo>
                      <a:pt x="2231" y="2510"/>
                    </a:lnTo>
                    <a:lnTo>
                      <a:pt x="2579" y="2370"/>
                    </a:lnTo>
                    <a:lnTo>
                      <a:pt x="3346" y="2370"/>
                    </a:lnTo>
                    <a:lnTo>
                      <a:pt x="3624" y="2510"/>
                    </a:lnTo>
                    <a:lnTo>
                      <a:pt x="3903" y="2649"/>
                    </a:lnTo>
                    <a:lnTo>
                      <a:pt x="4043" y="2997"/>
                    </a:lnTo>
                    <a:lnTo>
                      <a:pt x="4112" y="2997"/>
                    </a:lnTo>
                    <a:lnTo>
                      <a:pt x="4182" y="3067"/>
                    </a:lnTo>
                    <a:lnTo>
                      <a:pt x="4252" y="2997"/>
                    </a:lnTo>
                    <a:lnTo>
                      <a:pt x="4321" y="2928"/>
                    </a:lnTo>
                    <a:lnTo>
                      <a:pt x="4391" y="2858"/>
                    </a:lnTo>
                    <a:lnTo>
                      <a:pt x="4461" y="2788"/>
                    </a:lnTo>
                    <a:lnTo>
                      <a:pt x="4391" y="2231"/>
                    </a:lnTo>
                    <a:lnTo>
                      <a:pt x="4461" y="1743"/>
                    </a:lnTo>
                    <a:lnTo>
                      <a:pt x="4670" y="1395"/>
                    </a:lnTo>
                    <a:lnTo>
                      <a:pt x="4879" y="1046"/>
                    </a:lnTo>
                    <a:lnTo>
                      <a:pt x="5227" y="837"/>
                    </a:lnTo>
                    <a:lnTo>
                      <a:pt x="5576" y="628"/>
                    </a:lnTo>
                    <a:lnTo>
                      <a:pt x="5994" y="558"/>
                    </a:lnTo>
                    <a:lnTo>
                      <a:pt x="6482" y="489"/>
                    </a:lnTo>
                    <a:close/>
                    <a:moveTo>
                      <a:pt x="5994" y="1"/>
                    </a:moveTo>
                    <a:lnTo>
                      <a:pt x="5576" y="140"/>
                    </a:lnTo>
                    <a:lnTo>
                      <a:pt x="5158" y="280"/>
                    </a:lnTo>
                    <a:lnTo>
                      <a:pt x="4809" y="489"/>
                    </a:lnTo>
                    <a:lnTo>
                      <a:pt x="4461" y="767"/>
                    </a:lnTo>
                    <a:lnTo>
                      <a:pt x="4252" y="1116"/>
                    </a:lnTo>
                    <a:lnTo>
                      <a:pt x="4043" y="1464"/>
                    </a:lnTo>
                    <a:lnTo>
                      <a:pt x="3973" y="1813"/>
                    </a:lnTo>
                    <a:lnTo>
                      <a:pt x="3973" y="2231"/>
                    </a:lnTo>
                    <a:lnTo>
                      <a:pt x="3764" y="2022"/>
                    </a:lnTo>
                    <a:lnTo>
                      <a:pt x="3415" y="1882"/>
                    </a:lnTo>
                    <a:lnTo>
                      <a:pt x="2649" y="1882"/>
                    </a:lnTo>
                    <a:lnTo>
                      <a:pt x="2231" y="1952"/>
                    </a:lnTo>
                    <a:lnTo>
                      <a:pt x="1882" y="2091"/>
                    </a:lnTo>
                    <a:lnTo>
                      <a:pt x="1255" y="2440"/>
                    </a:lnTo>
                    <a:lnTo>
                      <a:pt x="767" y="2858"/>
                    </a:lnTo>
                    <a:lnTo>
                      <a:pt x="489" y="3206"/>
                    </a:lnTo>
                    <a:lnTo>
                      <a:pt x="279" y="3625"/>
                    </a:lnTo>
                    <a:lnTo>
                      <a:pt x="279" y="4043"/>
                    </a:lnTo>
                    <a:lnTo>
                      <a:pt x="419" y="4461"/>
                    </a:lnTo>
                    <a:lnTo>
                      <a:pt x="628" y="4879"/>
                    </a:lnTo>
                    <a:lnTo>
                      <a:pt x="976" y="5227"/>
                    </a:lnTo>
                    <a:lnTo>
                      <a:pt x="1394" y="5506"/>
                    </a:lnTo>
                    <a:lnTo>
                      <a:pt x="767" y="5924"/>
                    </a:lnTo>
                    <a:lnTo>
                      <a:pt x="349" y="6412"/>
                    </a:lnTo>
                    <a:lnTo>
                      <a:pt x="140" y="6900"/>
                    </a:lnTo>
                    <a:lnTo>
                      <a:pt x="1" y="7457"/>
                    </a:lnTo>
                    <a:lnTo>
                      <a:pt x="1" y="7945"/>
                    </a:lnTo>
                    <a:lnTo>
                      <a:pt x="140" y="8433"/>
                    </a:lnTo>
                    <a:lnTo>
                      <a:pt x="419" y="8921"/>
                    </a:lnTo>
                    <a:lnTo>
                      <a:pt x="698" y="9339"/>
                    </a:lnTo>
                    <a:lnTo>
                      <a:pt x="1116" y="9757"/>
                    </a:lnTo>
                    <a:lnTo>
                      <a:pt x="1534" y="10106"/>
                    </a:lnTo>
                    <a:lnTo>
                      <a:pt x="2022" y="10315"/>
                    </a:lnTo>
                    <a:lnTo>
                      <a:pt x="2509" y="10454"/>
                    </a:lnTo>
                    <a:lnTo>
                      <a:pt x="2997" y="10524"/>
                    </a:lnTo>
                    <a:lnTo>
                      <a:pt x="3555" y="10384"/>
                    </a:lnTo>
                    <a:lnTo>
                      <a:pt x="4043" y="10175"/>
                    </a:lnTo>
                    <a:lnTo>
                      <a:pt x="4530" y="9827"/>
                    </a:lnTo>
                    <a:lnTo>
                      <a:pt x="4391" y="10454"/>
                    </a:lnTo>
                    <a:lnTo>
                      <a:pt x="4391" y="11011"/>
                    </a:lnTo>
                    <a:lnTo>
                      <a:pt x="4530" y="11569"/>
                    </a:lnTo>
                    <a:lnTo>
                      <a:pt x="4670" y="12057"/>
                    </a:lnTo>
                    <a:lnTo>
                      <a:pt x="4949" y="12475"/>
                    </a:lnTo>
                    <a:lnTo>
                      <a:pt x="5297" y="12893"/>
                    </a:lnTo>
                    <a:lnTo>
                      <a:pt x="5645" y="13241"/>
                    </a:lnTo>
                    <a:lnTo>
                      <a:pt x="6064" y="13520"/>
                    </a:lnTo>
                    <a:lnTo>
                      <a:pt x="6551" y="13799"/>
                    </a:lnTo>
                    <a:lnTo>
                      <a:pt x="7039" y="14008"/>
                    </a:lnTo>
                    <a:lnTo>
                      <a:pt x="7597" y="14217"/>
                    </a:lnTo>
                    <a:lnTo>
                      <a:pt x="8154" y="14287"/>
                    </a:lnTo>
                    <a:lnTo>
                      <a:pt x="8712" y="14426"/>
                    </a:lnTo>
                    <a:lnTo>
                      <a:pt x="9896" y="14426"/>
                    </a:lnTo>
                    <a:lnTo>
                      <a:pt x="10454" y="14356"/>
                    </a:lnTo>
                    <a:lnTo>
                      <a:pt x="11081" y="14147"/>
                    </a:lnTo>
                    <a:lnTo>
                      <a:pt x="11708" y="13938"/>
                    </a:lnTo>
                    <a:lnTo>
                      <a:pt x="12335" y="13660"/>
                    </a:lnTo>
                    <a:lnTo>
                      <a:pt x="12893" y="13381"/>
                    </a:lnTo>
                    <a:lnTo>
                      <a:pt x="13729" y="12545"/>
                    </a:lnTo>
                    <a:lnTo>
                      <a:pt x="14217" y="12057"/>
                    </a:lnTo>
                    <a:lnTo>
                      <a:pt x="14426" y="11778"/>
                    </a:lnTo>
                    <a:lnTo>
                      <a:pt x="14983" y="12057"/>
                    </a:lnTo>
                    <a:lnTo>
                      <a:pt x="15541" y="12126"/>
                    </a:lnTo>
                    <a:lnTo>
                      <a:pt x="16098" y="12126"/>
                    </a:lnTo>
                    <a:lnTo>
                      <a:pt x="16586" y="11987"/>
                    </a:lnTo>
                    <a:lnTo>
                      <a:pt x="17004" y="11708"/>
                    </a:lnTo>
                    <a:lnTo>
                      <a:pt x="17423" y="11290"/>
                    </a:lnTo>
                    <a:lnTo>
                      <a:pt x="17701" y="10872"/>
                    </a:lnTo>
                    <a:lnTo>
                      <a:pt x="17841" y="10315"/>
                    </a:lnTo>
                    <a:lnTo>
                      <a:pt x="18538" y="10384"/>
                    </a:lnTo>
                    <a:lnTo>
                      <a:pt x="19234" y="10315"/>
                    </a:lnTo>
                    <a:lnTo>
                      <a:pt x="19862" y="10106"/>
                    </a:lnTo>
                    <a:lnTo>
                      <a:pt x="20419" y="9757"/>
                    </a:lnTo>
                    <a:lnTo>
                      <a:pt x="20837" y="9339"/>
                    </a:lnTo>
                    <a:lnTo>
                      <a:pt x="21186" y="8781"/>
                    </a:lnTo>
                    <a:lnTo>
                      <a:pt x="21464" y="8154"/>
                    </a:lnTo>
                    <a:lnTo>
                      <a:pt x="21534" y="7388"/>
                    </a:lnTo>
                    <a:lnTo>
                      <a:pt x="21534" y="6970"/>
                    </a:lnTo>
                    <a:lnTo>
                      <a:pt x="21464" y="6551"/>
                    </a:lnTo>
                    <a:lnTo>
                      <a:pt x="21395" y="6203"/>
                    </a:lnTo>
                    <a:lnTo>
                      <a:pt x="21255" y="5855"/>
                    </a:lnTo>
                    <a:lnTo>
                      <a:pt x="21046" y="5506"/>
                    </a:lnTo>
                    <a:lnTo>
                      <a:pt x="20837" y="5227"/>
                    </a:lnTo>
                    <a:lnTo>
                      <a:pt x="20628" y="4949"/>
                    </a:lnTo>
                    <a:lnTo>
                      <a:pt x="20349" y="4670"/>
                    </a:lnTo>
                    <a:lnTo>
                      <a:pt x="19653" y="4252"/>
                    </a:lnTo>
                    <a:lnTo>
                      <a:pt x="18956" y="3973"/>
                    </a:lnTo>
                    <a:lnTo>
                      <a:pt x="18189" y="3834"/>
                    </a:lnTo>
                    <a:lnTo>
                      <a:pt x="17423" y="3834"/>
                    </a:lnTo>
                    <a:lnTo>
                      <a:pt x="17353" y="3276"/>
                    </a:lnTo>
                    <a:lnTo>
                      <a:pt x="17144" y="2928"/>
                    </a:lnTo>
                    <a:lnTo>
                      <a:pt x="16865" y="2579"/>
                    </a:lnTo>
                    <a:lnTo>
                      <a:pt x="16447" y="2370"/>
                    </a:lnTo>
                    <a:lnTo>
                      <a:pt x="16029" y="2301"/>
                    </a:lnTo>
                    <a:lnTo>
                      <a:pt x="15541" y="2231"/>
                    </a:lnTo>
                    <a:lnTo>
                      <a:pt x="15053" y="2301"/>
                    </a:lnTo>
                    <a:lnTo>
                      <a:pt x="14496" y="2440"/>
                    </a:lnTo>
                    <a:lnTo>
                      <a:pt x="14496" y="2022"/>
                    </a:lnTo>
                    <a:lnTo>
                      <a:pt x="14426" y="1604"/>
                    </a:lnTo>
                    <a:lnTo>
                      <a:pt x="14287" y="1325"/>
                    </a:lnTo>
                    <a:lnTo>
                      <a:pt x="14078" y="1046"/>
                    </a:lnTo>
                    <a:lnTo>
                      <a:pt x="13799" y="837"/>
                    </a:lnTo>
                    <a:lnTo>
                      <a:pt x="13520" y="698"/>
                    </a:lnTo>
                    <a:lnTo>
                      <a:pt x="13241" y="558"/>
                    </a:lnTo>
                    <a:lnTo>
                      <a:pt x="12893" y="489"/>
                    </a:lnTo>
                    <a:lnTo>
                      <a:pt x="12475" y="489"/>
                    </a:lnTo>
                    <a:lnTo>
                      <a:pt x="12126" y="558"/>
                    </a:lnTo>
                    <a:lnTo>
                      <a:pt x="11360" y="767"/>
                    </a:lnTo>
                    <a:lnTo>
                      <a:pt x="10663" y="1116"/>
                    </a:lnTo>
                    <a:lnTo>
                      <a:pt x="9966" y="1534"/>
                    </a:lnTo>
                    <a:lnTo>
                      <a:pt x="9618" y="1116"/>
                    </a:lnTo>
                    <a:lnTo>
                      <a:pt x="9199" y="767"/>
                    </a:lnTo>
                    <a:lnTo>
                      <a:pt x="8712" y="419"/>
                    </a:lnTo>
                    <a:lnTo>
                      <a:pt x="8224" y="210"/>
                    </a:lnTo>
                    <a:lnTo>
                      <a:pt x="7666" y="71"/>
                    </a:lnTo>
                    <a:lnTo>
                      <a:pt x="710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53" name="Google Shape;753;p32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Doodle Banner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54" name="Google Shape;754;p32"/>
          <p:cNvSpPr txBox="1"/>
          <p:nvPr/>
        </p:nvSpPr>
        <p:spPr>
          <a:xfrm>
            <a:off x="2098250" y="1654850"/>
            <a:ext cx="9762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8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55" name="Google Shape;755;p32"/>
          <p:cNvSpPr txBox="1"/>
          <p:nvPr/>
        </p:nvSpPr>
        <p:spPr>
          <a:xfrm>
            <a:off x="2098250" y="1922546"/>
            <a:ext cx="15399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56" name="Google Shape;756;p32"/>
          <p:cNvSpPr txBox="1"/>
          <p:nvPr/>
        </p:nvSpPr>
        <p:spPr>
          <a:xfrm>
            <a:off x="2098250" y="3599550"/>
            <a:ext cx="9762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Jupiter</a:t>
            </a:r>
            <a:endParaRPr b="1" sz="18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57" name="Google Shape;757;p32"/>
          <p:cNvSpPr txBox="1"/>
          <p:nvPr/>
        </p:nvSpPr>
        <p:spPr>
          <a:xfrm>
            <a:off x="2098250" y="3867246"/>
            <a:ext cx="15399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It’</a:t>
            </a: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 a gas giant and the biggest planet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8" name="Google Shape;758;p32"/>
          <p:cNvSpPr txBox="1"/>
          <p:nvPr/>
        </p:nvSpPr>
        <p:spPr>
          <a:xfrm>
            <a:off x="5650925" y="1654850"/>
            <a:ext cx="9762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18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59" name="Google Shape;759;p32"/>
          <p:cNvSpPr txBox="1"/>
          <p:nvPr/>
        </p:nvSpPr>
        <p:spPr>
          <a:xfrm>
            <a:off x="5650925" y="1922546"/>
            <a:ext cx="15399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0" name="Google Shape;760;p32"/>
          <p:cNvSpPr txBox="1"/>
          <p:nvPr/>
        </p:nvSpPr>
        <p:spPr>
          <a:xfrm>
            <a:off x="5650925" y="3599550"/>
            <a:ext cx="9762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b="1" sz="18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61" name="Google Shape;761;p32"/>
          <p:cNvSpPr txBox="1"/>
          <p:nvPr/>
        </p:nvSpPr>
        <p:spPr>
          <a:xfrm>
            <a:off x="5650925" y="3867246"/>
            <a:ext cx="15399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Saturn is the ringed one. It’s a gas giant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62" name="Google Shape;762;p32"/>
          <p:cNvGrpSpPr/>
          <p:nvPr/>
        </p:nvGrpSpPr>
        <p:grpSpPr>
          <a:xfrm>
            <a:off x="1577584" y="1654842"/>
            <a:ext cx="429504" cy="370879"/>
            <a:chOff x="-42651700" y="3217825"/>
            <a:chExt cx="367600" cy="317425"/>
          </a:xfrm>
        </p:grpSpPr>
        <p:sp>
          <p:nvSpPr>
            <p:cNvPr id="763" name="Google Shape;763;p32"/>
            <p:cNvSpPr/>
            <p:nvPr/>
          </p:nvSpPr>
          <p:spPr>
            <a:xfrm>
              <a:off x="-42651700" y="3239075"/>
              <a:ext cx="367600" cy="296175"/>
            </a:xfrm>
            <a:custGeom>
              <a:rect b="b" l="l" r="r" t="t"/>
              <a:pathLst>
                <a:path extrusionOk="0" h="11847" w="14704">
                  <a:moveTo>
                    <a:pt x="7370" y="797"/>
                  </a:moveTo>
                  <a:cubicBezTo>
                    <a:pt x="8536" y="797"/>
                    <a:pt x="9694" y="1246"/>
                    <a:pt x="10576" y="2143"/>
                  </a:cubicBezTo>
                  <a:cubicBezTo>
                    <a:pt x="12340" y="3908"/>
                    <a:pt x="12340" y="6775"/>
                    <a:pt x="10576" y="8539"/>
                  </a:cubicBezTo>
                  <a:cubicBezTo>
                    <a:pt x="9757" y="9390"/>
                    <a:pt x="8623" y="9894"/>
                    <a:pt x="7363" y="9894"/>
                  </a:cubicBezTo>
                  <a:cubicBezTo>
                    <a:pt x="6102" y="9894"/>
                    <a:pt x="4937" y="9358"/>
                    <a:pt x="4118" y="8539"/>
                  </a:cubicBezTo>
                  <a:cubicBezTo>
                    <a:pt x="2353" y="6775"/>
                    <a:pt x="2353" y="3908"/>
                    <a:pt x="4118" y="2143"/>
                  </a:cubicBezTo>
                  <a:cubicBezTo>
                    <a:pt x="5031" y="1246"/>
                    <a:pt x="6205" y="797"/>
                    <a:pt x="7370" y="797"/>
                  </a:cubicBezTo>
                  <a:close/>
                  <a:moveTo>
                    <a:pt x="7326" y="1"/>
                  </a:moveTo>
                  <a:cubicBezTo>
                    <a:pt x="2091" y="1"/>
                    <a:pt x="0" y="6750"/>
                    <a:pt x="4275" y="9768"/>
                  </a:cubicBezTo>
                  <a:lnTo>
                    <a:pt x="3424" y="11280"/>
                  </a:lnTo>
                  <a:cubicBezTo>
                    <a:pt x="3298" y="11532"/>
                    <a:pt x="3487" y="11847"/>
                    <a:pt x="3771" y="11847"/>
                  </a:cubicBezTo>
                  <a:cubicBezTo>
                    <a:pt x="3929" y="11847"/>
                    <a:pt x="4086" y="11784"/>
                    <a:pt x="4118" y="11626"/>
                  </a:cubicBezTo>
                  <a:lnTo>
                    <a:pt x="5000" y="10209"/>
                  </a:lnTo>
                  <a:cubicBezTo>
                    <a:pt x="5740" y="10571"/>
                    <a:pt x="6543" y="10752"/>
                    <a:pt x="7351" y="10752"/>
                  </a:cubicBezTo>
                  <a:cubicBezTo>
                    <a:pt x="8158" y="10752"/>
                    <a:pt x="8969" y="10571"/>
                    <a:pt x="9725" y="10209"/>
                  </a:cubicBezTo>
                  <a:lnTo>
                    <a:pt x="10576" y="11626"/>
                  </a:lnTo>
                  <a:cubicBezTo>
                    <a:pt x="10671" y="11784"/>
                    <a:pt x="10828" y="11847"/>
                    <a:pt x="10923" y="11847"/>
                  </a:cubicBezTo>
                  <a:cubicBezTo>
                    <a:pt x="11238" y="11847"/>
                    <a:pt x="11458" y="11532"/>
                    <a:pt x="11301" y="11280"/>
                  </a:cubicBezTo>
                  <a:lnTo>
                    <a:pt x="10419" y="9768"/>
                  </a:lnTo>
                  <a:cubicBezTo>
                    <a:pt x="14703" y="6775"/>
                    <a:pt x="12592" y="1"/>
                    <a:pt x="7363" y="1"/>
                  </a:cubicBezTo>
                  <a:cubicBezTo>
                    <a:pt x="7350" y="1"/>
                    <a:pt x="7338" y="1"/>
                    <a:pt x="73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32"/>
            <p:cNvSpPr/>
            <p:nvPr/>
          </p:nvSpPr>
          <p:spPr>
            <a:xfrm>
              <a:off x="-42419600" y="3217825"/>
              <a:ext cx="106350" cy="106350"/>
            </a:xfrm>
            <a:custGeom>
              <a:rect b="b" l="l" r="r" t="t"/>
              <a:pathLst>
                <a:path extrusionOk="0" h="4254" w="4254">
                  <a:moveTo>
                    <a:pt x="1355" y="0"/>
                  </a:moveTo>
                  <a:cubicBezTo>
                    <a:pt x="882" y="0"/>
                    <a:pt x="410" y="95"/>
                    <a:pt x="0" y="315"/>
                  </a:cubicBezTo>
                  <a:cubicBezTo>
                    <a:pt x="1891" y="946"/>
                    <a:pt x="3340" y="2395"/>
                    <a:pt x="3938" y="4254"/>
                  </a:cubicBezTo>
                  <a:cubicBezTo>
                    <a:pt x="4128" y="3844"/>
                    <a:pt x="4254" y="3371"/>
                    <a:pt x="4254" y="2899"/>
                  </a:cubicBezTo>
                  <a:cubicBezTo>
                    <a:pt x="4254" y="1292"/>
                    <a:pt x="2962" y="0"/>
                    <a:pt x="13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32"/>
            <p:cNvSpPr/>
            <p:nvPr/>
          </p:nvSpPr>
          <p:spPr>
            <a:xfrm>
              <a:off x="-42623600" y="3218600"/>
              <a:ext cx="106350" cy="106375"/>
            </a:xfrm>
            <a:custGeom>
              <a:rect b="b" l="l" r="r" t="t"/>
              <a:pathLst>
                <a:path extrusionOk="0" h="4255" w="4254">
                  <a:moveTo>
                    <a:pt x="2931" y="1"/>
                  </a:moveTo>
                  <a:cubicBezTo>
                    <a:pt x="1292" y="1"/>
                    <a:pt x="1" y="1293"/>
                    <a:pt x="1" y="2899"/>
                  </a:cubicBezTo>
                  <a:cubicBezTo>
                    <a:pt x="1" y="3372"/>
                    <a:pt x="127" y="3845"/>
                    <a:pt x="316" y="4254"/>
                  </a:cubicBezTo>
                  <a:cubicBezTo>
                    <a:pt x="977" y="2364"/>
                    <a:pt x="2426" y="915"/>
                    <a:pt x="4254" y="316"/>
                  </a:cubicBezTo>
                  <a:cubicBezTo>
                    <a:pt x="3876" y="127"/>
                    <a:pt x="3403" y="1"/>
                    <a:pt x="29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32"/>
            <p:cNvSpPr/>
            <p:nvPr/>
          </p:nvSpPr>
          <p:spPr>
            <a:xfrm>
              <a:off x="-42561375" y="3279250"/>
              <a:ext cx="185900" cy="186700"/>
            </a:xfrm>
            <a:custGeom>
              <a:rect b="b" l="l" r="r" t="t"/>
              <a:pathLst>
                <a:path extrusionOk="0" h="7468" w="7436">
                  <a:moveTo>
                    <a:pt x="3781" y="1671"/>
                  </a:moveTo>
                  <a:cubicBezTo>
                    <a:pt x="4033" y="1671"/>
                    <a:pt x="4191" y="1860"/>
                    <a:pt x="4191" y="2112"/>
                  </a:cubicBezTo>
                  <a:lnTo>
                    <a:pt x="4191" y="3340"/>
                  </a:lnTo>
                  <a:lnTo>
                    <a:pt x="5388" y="3340"/>
                  </a:lnTo>
                  <a:cubicBezTo>
                    <a:pt x="5640" y="3340"/>
                    <a:pt x="5829" y="3529"/>
                    <a:pt x="5829" y="3750"/>
                  </a:cubicBezTo>
                  <a:cubicBezTo>
                    <a:pt x="5829" y="4002"/>
                    <a:pt x="5640" y="4128"/>
                    <a:pt x="5388" y="4128"/>
                  </a:cubicBezTo>
                  <a:lnTo>
                    <a:pt x="3750" y="4128"/>
                  </a:lnTo>
                  <a:cubicBezTo>
                    <a:pt x="3498" y="4128"/>
                    <a:pt x="3308" y="3939"/>
                    <a:pt x="3308" y="3750"/>
                  </a:cubicBezTo>
                  <a:lnTo>
                    <a:pt x="3308" y="2112"/>
                  </a:lnTo>
                  <a:lnTo>
                    <a:pt x="3340" y="2112"/>
                  </a:lnTo>
                  <a:cubicBezTo>
                    <a:pt x="3340" y="1860"/>
                    <a:pt x="3529" y="1671"/>
                    <a:pt x="3781" y="1671"/>
                  </a:cubicBezTo>
                  <a:close/>
                  <a:moveTo>
                    <a:pt x="3750" y="1"/>
                  </a:moveTo>
                  <a:cubicBezTo>
                    <a:pt x="1702" y="1"/>
                    <a:pt x="32" y="1671"/>
                    <a:pt x="0" y="3750"/>
                  </a:cubicBezTo>
                  <a:cubicBezTo>
                    <a:pt x="32" y="5798"/>
                    <a:pt x="1702" y="7467"/>
                    <a:pt x="3750" y="7467"/>
                  </a:cubicBezTo>
                  <a:cubicBezTo>
                    <a:pt x="5797" y="7467"/>
                    <a:pt x="7436" y="5798"/>
                    <a:pt x="7436" y="3750"/>
                  </a:cubicBezTo>
                  <a:cubicBezTo>
                    <a:pt x="7436" y="1702"/>
                    <a:pt x="5797" y="64"/>
                    <a:pt x="37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7" name="Google Shape;767;p32"/>
          <p:cNvGrpSpPr/>
          <p:nvPr/>
        </p:nvGrpSpPr>
        <p:grpSpPr>
          <a:xfrm>
            <a:off x="5154006" y="1706770"/>
            <a:ext cx="376926" cy="370324"/>
            <a:chOff x="-40748275" y="3238700"/>
            <a:chExt cx="322600" cy="316950"/>
          </a:xfrm>
        </p:grpSpPr>
        <p:sp>
          <p:nvSpPr>
            <p:cNvPr id="768" name="Google Shape;768;p32"/>
            <p:cNvSpPr/>
            <p:nvPr/>
          </p:nvSpPr>
          <p:spPr>
            <a:xfrm>
              <a:off x="-40709675" y="3273750"/>
              <a:ext cx="84300" cy="84300"/>
            </a:xfrm>
            <a:custGeom>
              <a:rect b="b" l="l" r="r" t="t"/>
              <a:pathLst>
                <a:path extrusionOk="0" h="3372" w="3372">
                  <a:moveTo>
                    <a:pt x="2710" y="0"/>
                  </a:moveTo>
                  <a:lnTo>
                    <a:pt x="1" y="2710"/>
                  </a:lnTo>
                  <a:lnTo>
                    <a:pt x="694" y="3371"/>
                  </a:lnTo>
                  <a:lnTo>
                    <a:pt x="3372" y="662"/>
                  </a:lnTo>
                  <a:lnTo>
                    <a:pt x="27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32"/>
            <p:cNvSpPr/>
            <p:nvPr/>
          </p:nvSpPr>
          <p:spPr>
            <a:xfrm>
              <a:off x="-40578925" y="3247175"/>
              <a:ext cx="151250" cy="149475"/>
            </a:xfrm>
            <a:custGeom>
              <a:rect b="b" l="l" r="r" t="t"/>
              <a:pathLst>
                <a:path extrusionOk="0" h="5979" w="6050">
                  <a:moveTo>
                    <a:pt x="2663" y="0"/>
                  </a:moveTo>
                  <a:cubicBezTo>
                    <a:pt x="2552" y="0"/>
                    <a:pt x="2442" y="39"/>
                    <a:pt x="2363" y="118"/>
                  </a:cubicBezTo>
                  <a:lnTo>
                    <a:pt x="1261" y="1221"/>
                  </a:lnTo>
                  <a:lnTo>
                    <a:pt x="2678" y="2639"/>
                  </a:lnTo>
                  <a:cubicBezTo>
                    <a:pt x="2836" y="2796"/>
                    <a:pt x="2836" y="3080"/>
                    <a:pt x="2678" y="3237"/>
                  </a:cubicBezTo>
                  <a:cubicBezTo>
                    <a:pt x="2637" y="3278"/>
                    <a:pt x="2560" y="3302"/>
                    <a:pt x="2473" y="3302"/>
                  </a:cubicBezTo>
                  <a:cubicBezTo>
                    <a:pt x="2360" y="3302"/>
                    <a:pt x="2232" y="3263"/>
                    <a:pt x="2143" y="3174"/>
                  </a:cubicBezTo>
                  <a:lnTo>
                    <a:pt x="725" y="1756"/>
                  </a:lnTo>
                  <a:lnTo>
                    <a:pt x="0" y="2481"/>
                  </a:lnTo>
                  <a:lnTo>
                    <a:pt x="3529" y="5978"/>
                  </a:lnTo>
                  <a:lnTo>
                    <a:pt x="5892" y="3615"/>
                  </a:lnTo>
                  <a:cubicBezTo>
                    <a:pt x="6049" y="3458"/>
                    <a:pt x="6049" y="3174"/>
                    <a:pt x="5892" y="3017"/>
                  </a:cubicBezTo>
                  <a:lnTo>
                    <a:pt x="2962" y="118"/>
                  </a:lnTo>
                  <a:cubicBezTo>
                    <a:pt x="2883" y="39"/>
                    <a:pt x="2773" y="0"/>
                    <a:pt x="26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32"/>
            <p:cNvSpPr/>
            <p:nvPr/>
          </p:nvSpPr>
          <p:spPr>
            <a:xfrm>
              <a:off x="-40678175" y="3305250"/>
              <a:ext cx="213475" cy="213475"/>
            </a:xfrm>
            <a:custGeom>
              <a:rect b="b" l="l" r="r" t="t"/>
              <a:pathLst>
                <a:path extrusionOk="0" h="8539" w="8539">
                  <a:moveTo>
                    <a:pt x="2679" y="0"/>
                  </a:moveTo>
                  <a:lnTo>
                    <a:pt x="1" y="2678"/>
                  </a:lnTo>
                  <a:lnTo>
                    <a:pt x="5861" y="8538"/>
                  </a:lnTo>
                  <a:lnTo>
                    <a:pt x="8539" y="5860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32"/>
            <p:cNvSpPr/>
            <p:nvPr/>
          </p:nvSpPr>
          <p:spPr>
            <a:xfrm>
              <a:off x="-40513550" y="3469850"/>
              <a:ext cx="87875" cy="85800"/>
            </a:xfrm>
            <a:custGeom>
              <a:rect b="b" l="l" r="r" t="t"/>
              <a:pathLst>
                <a:path extrusionOk="0" h="3432" w="3515">
                  <a:moveTo>
                    <a:pt x="2426" y="1"/>
                  </a:moveTo>
                  <a:lnTo>
                    <a:pt x="0" y="2427"/>
                  </a:lnTo>
                  <a:lnTo>
                    <a:pt x="2899" y="3404"/>
                  </a:lnTo>
                  <a:cubicBezTo>
                    <a:pt x="2948" y="3423"/>
                    <a:pt x="2996" y="3432"/>
                    <a:pt x="3044" y="3432"/>
                  </a:cubicBezTo>
                  <a:cubicBezTo>
                    <a:pt x="3302" y="3432"/>
                    <a:pt x="3514" y="3166"/>
                    <a:pt x="3434" y="2899"/>
                  </a:cubicBezTo>
                  <a:lnTo>
                    <a:pt x="24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32"/>
            <p:cNvSpPr/>
            <p:nvPr/>
          </p:nvSpPr>
          <p:spPr>
            <a:xfrm>
              <a:off x="-40738025" y="3404500"/>
              <a:ext cx="150450" cy="149475"/>
            </a:xfrm>
            <a:custGeom>
              <a:rect b="b" l="l" r="r" t="t"/>
              <a:pathLst>
                <a:path extrusionOk="0" h="5979" w="6018">
                  <a:moveTo>
                    <a:pt x="2521" y="0"/>
                  </a:moveTo>
                  <a:lnTo>
                    <a:pt x="1796" y="725"/>
                  </a:lnTo>
                  <a:lnTo>
                    <a:pt x="3308" y="2205"/>
                  </a:lnTo>
                  <a:cubicBezTo>
                    <a:pt x="3466" y="2363"/>
                    <a:pt x="3466" y="2646"/>
                    <a:pt x="3308" y="2804"/>
                  </a:cubicBezTo>
                  <a:cubicBezTo>
                    <a:pt x="3230" y="2883"/>
                    <a:pt x="3119" y="2922"/>
                    <a:pt x="3009" y="2922"/>
                  </a:cubicBezTo>
                  <a:cubicBezTo>
                    <a:pt x="2899" y="2922"/>
                    <a:pt x="2789" y="2883"/>
                    <a:pt x="2710" y="2804"/>
                  </a:cubicBezTo>
                  <a:lnTo>
                    <a:pt x="1229" y="1292"/>
                  </a:lnTo>
                  <a:lnTo>
                    <a:pt x="158" y="2363"/>
                  </a:lnTo>
                  <a:cubicBezTo>
                    <a:pt x="0" y="2520"/>
                    <a:pt x="0" y="2804"/>
                    <a:pt x="158" y="2962"/>
                  </a:cubicBezTo>
                  <a:lnTo>
                    <a:pt x="3056" y="5860"/>
                  </a:lnTo>
                  <a:cubicBezTo>
                    <a:pt x="3135" y="5939"/>
                    <a:pt x="3245" y="5978"/>
                    <a:pt x="3356" y="5978"/>
                  </a:cubicBezTo>
                  <a:cubicBezTo>
                    <a:pt x="3466" y="5978"/>
                    <a:pt x="3576" y="5939"/>
                    <a:pt x="3655" y="5860"/>
                  </a:cubicBezTo>
                  <a:lnTo>
                    <a:pt x="6018" y="3497"/>
                  </a:lnTo>
                  <a:lnTo>
                    <a:pt x="25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32"/>
            <p:cNvSpPr/>
            <p:nvPr/>
          </p:nvSpPr>
          <p:spPr>
            <a:xfrm>
              <a:off x="-40748275" y="3238700"/>
              <a:ext cx="92175" cy="87850"/>
            </a:xfrm>
            <a:custGeom>
              <a:rect b="b" l="l" r="r" t="t"/>
              <a:pathLst>
                <a:path extrusionOk="0" h="3514" w="3687">
                  <a:moveTo>
                    <a:pt x="2281" y="0"/>
                  </a:moveTo>
                  <a:cubicBezTo>
                    <a:pt x="1915" y="0"/>
                    <a:pt x="1545" y="142"/>
                    <a:pt x="1261" y="426"/>
                  </a:cubicBezTo>
                  <a:lnTo>
                    <a:pt x="568" y="1119"/>
                  </a:lnTo>
                  <a:cubicBezTo>
                    <a:pt x="1" y="1686"/>
                    <a:pt x="1" y="2568"/>
                    <a:pt x="568" y="3135"/>
                  </a:cubicBezTo>
                  <a:lnTo>
                    <a:pt x="946" y="3513"/>
                  </a:lnTo>
                  <a:lnTo>
                    <a:pt x="3687" y="804"/>
                  </a:lnTo>
                  <a:lnTo>
                    <a:pt x="3277" y="426"/>
                  </a:lnTo>
                  <a:cubicBezTo>
                    <a:pt x="3010" y="142"/>
                    <a:pt x="2647" y="0"/>
                    <a:pt x="22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4" name="Google Shape;774;p32"/>
          <p:cNvGrpSpPr/>
          <p:nvPr/>
        </p:nvGrpSpPr>
        <p:grpSpPr>
          <a:xfrm>
            <a:off x="5157014" y="3616099"/>
            <a:ext cx="370879" cy="337755"/>
            <a:chOff x="-40378075" y="3267450"/>
            <a:chExt cx="317425" cy="289075"/>
          </a:xfrm>
        </p:grpSpPr>
        <p:sp>
          <p:nvSpPr>
            <p:cNvPr id="775" name="Google Shape;775;p32"/>
            <p:cNvSpPr/>
            <p:nvPr/>
          </p:nvSpPr>
          <p:spPr>
            <a:xfrm>
              <a:off x="-40218975" y="3308400"/>
              <a:ext cx="158325" cy="248125"/>
            </a:xfrm>
            <a:custGeom>
              <a:rect b="b" l="l" r="r" t="t"/>
              <a:pathLst>
                <a:path extrusionOk="0" h="9925" w="6333">
                  <a:moveTo>
                    <a:pt x="4694" y="1"/>
                  </a:moveTo>
                  <a:lnTo>
                    <a:pt x="4694" y="7877"/>
                  </a:lnTo>
                  <a:cubicBezTo>
                    <a:pt x="4694" y="8097"/>
                    <a:pt x="4474" y="8255"/>
                    <a:pt x="4253" y="8255"/>
                  </a:cubicBezTo>
                  <a:cubicBezTo>
                    <a:pt x="2993" y="8255"/>
                    <a:pt x="1638" y="8696"/>
                    <a:pt x="693" y="9452"/>
                  </a:cubicBezTo>
                  <a:cubicBezTo>
                    <a:pt x="536" y="9546"/>
                    <a:pt x="189" y="9925"/>
                    <a:pt x="0" y="9925"/>
                  </a:cubicBezTo>
                  <a:lnTo>
                    <a:pt x="5073" y="9925"/>
                  </a:lnTo>
                  <a:cubicBezTo>
                    <a:pt x="5734" y="9925"/>
                    <a:pt x="6333" y="9357"/>
                    <a:pt x="6333" y="8696"/>
                  </a:cubicBezTo>
                  <a:lnTo>
                    <a:pt x="6333" y="1229"/>
                  </a:lnTo>
                  <a:cubicBezTo>
                    <a:pt x="6333" y="536"/>
                    <a:pt x="5766" y="1"/>
                    <a:pt x="5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2"/>
            <p:cNvSpPr/>
            <p:nvPr/>
          </p:nvSpPr>
          <p:spPr>
            <a:xfrm>
              <a:off x="-40316650" y="3267450"/>
              <a:ext cx="86675" cy="257575"/>
            </a:xfrm>
            <a:custGeom>
              <a:rect b="b" l="l" r="r" t="t"/>
              <a:pathLst>
                <a:path extrusionOk="0" h="10303" w="3467">
                  <a:moveTo>
                    <a:pt x="1" y="0"/>
                  </a:moveTo>
                  <a:lnTo>
                    <a:pt x="1" y="9105"/>
                  </a:lnTo>
                  <a:cubicBezTo>
                    <a:pt x="1166" y="9200"/>
                    <a:pt x="2489" y="9578"/>
                    <a:pt x="3466" y="10302"/>
                  </a:cubicBezTo>
                  <a:lnTo>
                    <a:pt x="3466" y="1197"/>
                  </a:lnTo>
                  <a:cubicBezTo>
                    <a:pt x="2489" y="473"/>
                    <a:pt x="1229" y="9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32"/>
            <p:cNvSpPr/>
            <p:nvPr/>
          </p:nvSpPr>
          <p:spPr>
            <a:xfrm>
              <a:off x="-40209525" y="3267450"/>
              <a:ext cx="86650" cy="257575"/>
            </a:xfrm>
            <a:custGeom>
              <a:rect b="b" l="l" r="r" t="t"/>
              <a:pathLst>
                <a:path extrusionOk="0" h="10303" w="3466">
                  <a:moveTo>
                    <a:pt x="3466" y="0"/>
                  </a:moveTo>
                  <a:cubicBezTo>
                    <a:pt x="2300" y="95"/>
                    <a:pt x="977" y="473"/>
                    <a:pt x="0" y="1197"/>
                  </a:cubicBezTo>
                  <a:lnTo>
                    <a:pt x="0" y="10302"/>
                  </a:lnTo>
                  <a:cubicBezTo>
                    <a:pt x="977" y="9578"/>
                    <a:pt x="2237" y="9200"/>
                    <a:pt x="3466" y="9105"/>
                  </a:cubicBezTo>
                  <a:lnTo>
                    <a:pt x="34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32"/>
            <p:cNvSpPr/>
            <p:nvPr/>
          </p:nvSpPr>
          <p:spPr>
            <a:xfrm>
              <a:off x="-40378075" y="3308400"/>
              <a:ext cx="157550" cy="248125"/>
            </a:xfrm>
            <a:custGeom>
              <a:rect b="b" l="l" r="r" t="t"/>
              <a:pathLst>
                <a:path extrusionOk="0" h="9925" w="6302"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lnTo>
                    <a:pt x="0" y="8664"/>
                  </a:lnTo>
                  <a:cubicBezTo>
                    <a:pt x="32" y="9357"/>
                    <a:pt x="567" y="9925"/>
                    <a:pt x="1229" y="9925"/>
                  </a:cubicBezTo>
                  <a:lnTo>
                    <a:pt x="6301" y="9925"/>
                  </a:lnTo>
                  <a:cubicBezTo>
                    <a:pt x="6112" y="9925"/>
                    <a:pt x="5766" y="9609"/>
                    <a:pt x="5608" y="9452"/>
                  </a:cubicBezTo>
                  <a:cubicBezTo>
                    <a:pt x="4631" y="8664"/>
                    <a:pt x="3277" y="8255"/>
                    <a:pt x="2048" y="8255"/>
                  </a:cubicBezTo>
                  <a:cubicBezTo>
                    <a:pt x="1828" y="8255"/>
                    <a:pt x="1638" y="8066"/>
                    <a:pt x="1638" y="7877"/>
                  </a:cubicBezTo>
                  <a:lnTo>
                    <a:pt x="16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9" name="Google Shape;779;p32"/>
          <p:cNvGrpSpPr/>
          <p:nvPr/>
        </p:nvGrpSpPr>
        <p:grpSpPr>
          <a:xfrm>
            <a:off x="1606435" y="3651487"/>
            <a:ext cx="371814" cy="369974"/>
            <a:chOff x="-41893475" y="3584850"/>
            <a:chExt cx="318225" cy="316650"/>
          </a:xfrm>
        </p:grpSpPr>
        <p:sp>
          <p:nvSpPr>
            <p:cNvPr id="780" name="Google Shape;780;p32"/>
            <p:cNvSpPr/>
            <p:nvPr/>
          </p:nvSpPr>
          <p:spPr>
            <a:xfrm>
              <a:off x="-41827300" y="3715600"/>
              <a:ext cx="186675" cy="185900"/>
            </a:xfrm>
            <a:custGeom>
              <a:rect b="b" l="l" r="r" t="t"/>
              <a:pathLst>
                <a:path extrusionOk="0" h="7436" w="7467">
                  <a:moveTo>
                    <a:pt x="3686" y="1465"/>
                  </a:moveTo>
                  <a:cubicBezTo>
                    <a:pt x="3836" y="1465"/>
                    <a:pt x="3985" y="1544"/>
                    <a:pt x="4064" y="1702"/>
                  </a:cubicBezTo>
                  <a:lnTo>
                    <a:pt x="4537" y="2678"/>
                  </a:lnTo>
                  <a:lnTo>
                    <a:pt x="5608" y="2836"/>
                  </a:lnTo>
                  <a:cubicBezTo>
                    <a:pt x="5955" y="2867"/>
                    <a:pt x="6081" y="3308"/>
                    <a:pt x="5829" y="3561"/>
                  </a:cubicBezTo>
                  <a:lnTo>
                    <a:pt x="5041" y="4285"/>
                  </a:lnTo>
                  <a:lnTo>
                    <a:pt x="5261" y="5356"/>
                  </a:lnTo>
                  <a:cubicBezTo>
                    <a:pt x="5286" y="5630"/>
                    <a:pt x="5075" y="5845"/>
                    <a:pt x="4845" y="5845"/>
                  </a:cubicBezTo>
                  <a:cubicBezTo>
                    <a:pt x="4784" y="5845"/>
                    <a:pt x="4722" y="5830"/>
                    <a:pt x="4663" y="5797"/>
                  </a:cubicBezTo>
                  <a:lnTo>
                    <a:pt x="3686" y="5262"/>
                  </a:lnTo>
                  <a:lnTo>
                    <a:pt x="2678" y="5797"/>
                  </a:lnTo>
                  <a:cubicBezTo>
                    <a:pt x="2616" y="5828"/>
                    <a:pt x="2553" y="5842"/>
                    <a:pt x="2492" y="5842"/>
                  </a:cubicBezTo>
                  <a:cubicBezTo>
                    <a:pt x="2244" y="5842"/>
                    <a:pt x="2035" y="5609"/>
                    <a:pt x="2111" y="5356"/>
                  </a:cubicBezTo>
                  <a:lnTo>
                    <a:pt x="2300" y="4285"/>
                  </a:lnTo>
                  <a:lnTo>
                    <a:pt x="1512" y="3561"/>
                  </a:lnTo>
                  <a:cubicBezTo>
                    <a:pt x="1323" y="3308"/>
                    <a:pt x="1418" y="2867"/>
                    <a:pt x="1796" y="2836"/>
                  </a:cubicBezTo>
                  <a:lnTo>
                    <a:pt x="2836" y="2678"/>
                  </a:lnTo>
                  <a:lnTo>
                    <a:pt x="3308" y="1702"/>
                  </a:lnTo>
                  <a:cubicBezTo>
                    <a:pt x="3387" y="1544"/>
                    <a:pt x="3537" y="1465"/>
                    <a:pt x="3686" y="1465"/>
                  </a:cubicBezTo>
                  <a:close/>
                  <a:moveTo>
                    <a:pt x="3718" y="0"/>
                  </a:moveTo>
                  <a:cubicBezTo>
                    <a:pt x="1670" y="0"/>
                    <a:pt x="32" y="1670"/>
                    <a:pt x="32" y="3750"/>
                  </a:cubicBezTo>
                  <a:cubicBezTo>
                    <a:pt x="0" y="5766"/>
                    <a:pt x="1670" y="7436"/>
                    <a:pt x="3718" y="7436"/>
                  </a:cubicBezTo>
                  <a:cubicBezTo>
                    <a:pt x="5765" y="7436"/>
                    <a:pt x="7404" y="5797"/>
                    <a:pt x="7467" y="3750"/>
                  </a:cubicBezTo>
                  <a:cubicBezTo>
                    <a:pt x="7467" y="1702"/>
                    <a:pt x="5797" y="32"/>
                    <a:pt x="37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2"/>
            <p:cNvSpPr/>
            <p:nvPr/>
          </p:nvSpPr>
          <p:spPr>
            <a:xfrm>
              <a:off x="-41726500" y="3586725"/>
              <a:ext cx="151250" cy="147800"/>
            </a:xfrm>
            <a:custGeom>
              <a:rect b="b" l="l" r="r" t="t"/>
              <a:pathLst>
                <a:path extrusionOk="0" h="5912" w="6050">
                  <a:moveTo>
                    <a:pt x="3829" y="0"/>
                  </a:moveTo>
                  <a:cubicBezTo>
                    <a:pt x="3706" y="0"/>
                    <a:pt x="3580" y="47"/>
                    <a:pt x="3498" y="146"/>
                  </a:cubicBezTo>
                  <a:lnTo>
                    <a:pt x="1" y="4336"/>
                  </a:lnTo>
                  <a:cubicBezTo>
                    <a:pt x="1229" y="4399"/>
                    <a:pt x="2332" y="4998"/>
                    <a:pt x="3088" y="5912"/>
                  </a:cubicBezTo>
                  <a:lnTo>
                    <a:pt x="5861" y="2446"/>
                  </a:lnTo>
                  <a:cubicBezTo>
                    <a:pt x="6050" y="2289"/>
                    <a:pt x="6050" y="2037"/>
                    <a:pt x="5924" y="1879"/>
                  </a:cubicBezTo>
                  <a:lnTo>
                    <a:pt x="4128" y="115"/>
                  </a:lnTo>
                  <a:cubicBezTo>
                    <a:pt x="4053" y="40"/>
                    <a:pt x="3942" y="0"/>
                    <a:pt x="3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32"/>
            <p:cNvSpPr/>
            <p:nvPr/>
          </p:nvSpPr>
          <p:spPr>
            <a:xfrm>
              <a:off x="-41808400" y="3584850"/>
              <a:ext cx="148100" cy="89825"/>
            </a:xfrm>
            <a:custGeom>
              <a:rect b="b" l="l" r="r" t="t"/>
              <a:pathLst>
                <a:path extrusionOk="0" h="3593" w="5924">
                  <a:moveTo>
                    <a:pt x="0" y="1"/>
                  </a:moveTo>
                  <a:lnTo>
                    <a:pt x="2962" y="3592"/>
                  </a:lnTo>
                  <a:lnTo>
                    <a:pt x="59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2"/>
            <p:cNvSpPr/>
            <p:nvPr/>
          </p:nvSpPr>
          <p:spPr>
            <a:xfrm>
              <a:off x="-41893475" y="3586725"/>
              <a:ext cx="148875" cy="147025"/>
            </a:xfrm>
            <a:custGeom>
              <a:rect b="b" l="l" r="r" t="t"/>
              <a:pathLst>
                <a:path extrusionOk="0" h="5881" w="5955">
                  <a:moveTo>
                    <a:pt x="2194" y="0"/>
                  </a:moveTo>
                  <a:cubicBezTo>
                    <a:pt x="2084" y="0"/>
                    <a:pt x="1965" y="40"/>
                    <a:pt x="1859" y="115"/>
                  </a:cubicBezTo>
                  <a:lnTo>
                    <a:pt x="95" y="1879"/>
                  </a:lnTo>
                  <a:cubicBezTo>
                    <a:pt x="1" y="2037"/>
                    <a:pt x="1" y="2289"/>
                    <a:pt x="95" y="2446"/>
                  </a:cubicBezTo>
                  <a:lnTo>
                    <a:pt x="2899" y="5880"/>
                  </a:lnTo>
                  <a:cubicBezTo>
                    <a:pt x="3655" y="4998"/>
                    <a:pt x="4758" y="4399"/>
                    <a:pt x="5955" y="4305"/>
                  </a:cubicBezTo>
                  <a:lnTo>
                    <a:pt x="2490" y="146"/>
                  </a:lnTo>
                  <a:cubicBezTo>
                    <a:pt x="2424" y="47"/>
                    <a:pt x="2315" y="0"/>
                    <a:pt x="21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8" name="Google Shape;788;p33"/>
          <p:cNvGrpSpPr/>
          <p:nvPr/>
        </p:nvGrpSpPr>
        <p:grpSpPr>
          <a:xfrm>
            <a:off x="671550" y="1106790"/>
            <a:ext cx="3819775" cy="3290164"/>
            <a:chOff x="671550" y="1106790"/>
            <a:chExt cx="3819775" cy="3290164"/>
          </a:xfrm>
        </p:grpSpPr>
        <p:grpSp>
          <p:nvGrpSpPr>
            <p:cNvPr id="789" name="Google Shape;789;p33"/>
            <p:cNvGrpSpPr/>
            <p:nvPr/>
          </p:nvGrpSpPr>
          <p:grpSpPr>
            <a:xfrm>
              <a:off x="671550" y="1106790"/>
              <a:ext cx="3819775" cy="3290164"/>
              <a:chOff x="671550" y="1106790"/>
              <a:chExt cx="3819775" cy="3290164"/>
            </a:xfrm>
          </p:grpSpPr>
          <p:grpSp>
            <p:nvGrpSpPr>
              <p:cNvPr id="790" name="Google Shape;790;p33"/>
              <p:cNvGrpSpPr/>
              <p:nvPr/>
            </p:nvGrpSpPr>
            <p:grpSpPr>
              <a:xfrm>
                <a:off x="671550" y="1284354"/>
                <a:ext cx="3819775" cy="3112600"/>
                <a:chOff x="671550" y="1284354"/>
                <a:chExt cx="3819775" cy="3112600"/>
              </a:xfrm>
            </p:grpSpPr>
            <p:sp>
              <p:nvSpPr>
                <p:cNvPr id="791" name="Google Shape;791;p33"/>
                <p:cNvSpPr/>
                <p:nvPr/>
              </p:nvSpPr>
              <p:spPr>
                <a:xfrm>
                  <a:off x="671550" y="1284354"/>
                  <a:ext cx="3754250" cy="3112600"/>
                </a:xfrm>
                <a:custGeom>
                  <a:rect b="b" l="l" r="r" t="t"/>
                  <a:pathLst>
                    <a:path extrusionOk="0" h="124504" w="150170">
                      <a:moveTo>
                        <a:pt x="128093" y="5203"/>
                      </a:moveTo>
                      <a:cubicBezTo>
                        <a:pt x="105563" y="-5280"/>
                        <a:pt x="22278" y="627"/>
                        <a:pt x="6119" y="20145"/>
                      </a:cubicBezTo>
                      <a:cubicBezTo>
                        <a:pt x="-10040" y="39663"/>
                        <a:pt x="8609" y="111829"/>
                        <a:pt x="31139" y="122312"/>
                      </a:cubicBezTo>
                      <a:cubicBezTo>
                        <a:pt x="53669" y="132795"/>
                        <a:pt x="125140" y="102562"/>
                        <a:pt x="141299" y="83044"/>
                      </a:cubicBezTo>
                      <a:cubicBezTo>
                        <a:pt x="157458" y="63526"/>
                        <a:pt x="150623" y="15686"/>
                        <a:pt x="128093" y="520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792" name="Google Shape;792;p33"/>
                <p:cNvSpPr/>
                <p:nvPr/>
              </p:nvSpPr>
              <p:spPr>
                <a:xfrm>
                  <a:off x="737075" y="1284354"/>
                  <a:ext cx="3754250" cy="3112600"/>
                </a:xfrm>
                <a:custGeom>
                  <a:rect b="b" l="l" r="r" t="t"/>
                  <a:pathLst>
                    <a:path extrusionOk="0" h="124504" w="150170">
                      <a:moveTo>
                        <a:pt x="128093" y="5203"/>
                      </a:moveTo>
                      <a:cubicBezTo>
                        <a:pt x="105563" y="-5280"/>
                        <a:pt x="22278" y="627"/>
                        <a:pt x="6119" y="20145"/>
                      </a:cubicBezTo>
                      <a:cubicBezTo>
                        <a:pt x="-10040" y="39663"/>
                        <a:pt x="8609" y="111829"/>
                        <a:pt x="31139" y="122312"/>
                      </a:cubicBezTo>
                      <a:cubicBezTo>
                        <a:pt x="53669" y="132795"/>
                        <a:pt x="125140" y="102562"/>
                        <a:pt x="141299" y="83044"/>
                      </a:cubicBezTo>
                      <a:cubicBezTo>
                        <a:pt x="157458" y="63526"/>
                        <a:pt x="150623" y="15686"/>
                        <a:pt x="128093" y="5203"/>
                      </a:cubicBezTo>
                      <a:close/>
                    </a:path>
                  </a:pathLst>
                </a:cu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</p:grpSp>
          <p:sp>
            <p:nvSpPr>
              <p:cNvPr id="793" name="Google Shape;793;p33"/>
              <p:cNvSpPr/>
              <p:nvPr/>
            </p:nvSpPr>
            <p:spPr>
              <a:xfrm>
                <a:off x="3640563" y="1109887"/>
                <a:ext cx="731400" cy="727800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33"/>
              <p:cNvSpPr/>
              <p:nvPr/>
            </p:nvSpPr>
            <p:spPr>
              <a:xfrm>
                <a:off x="3640575" y="1106790"/>
                <a:ext cx="731386" cy="733957"/>
              </a:xfrm>
              <a:custGeom>
                <a:rect b="b" l="l" r="r" t="t"/>
                <a:pathLst>
                  <a:path extrusionOk="0" h="24842" w="24755">
                    <a:moveTo>
                      <a:pt x="12463" y="733"/>
                    </a:moveTo>
                    <a:cubicBezTo>
                      <a:pt x="13540" y="733"/>
                      <a:pt x="14271" y="733"/>
                      <a:pt x="15068" y="905"/>
                    </a:cubicBezTo>
                    <a:cubicBezTo>
                      <a:pt x="15778" y="1077"/>
                      <a:pt x="16510" y="1357"/>
                      <a:pt x="17393" y="1809"/>
                    </a:cubicBezTo>
                    <a:cubicBezTo>
                      <a:pt x="19287" y="2692"/>
                      <a:pt x="20901" y="4392"/>
                      <a:pt x="21891" y="5576"/>
                    </a:cubicBezTo>
                    <a:cubicBezTo>
                      <a:pt x="22774" y="6738"/>
                      <a:pt x="23958" y="9063"/>
                      <a:pt x="24044" y="12378"/>
                    </a:cubicBezTo>
                    <a:lnTo>
                      <a:pt x="24044" y="12658"/>
                    </a:lnTo>
                    <a:cubicBezTo>
                      <a:pt x="24044" y="14272"/>
                      <a:pt x="23764" y="15521"/>
                      <a:pt x="23226" y="16683"/>
                    </a:cubicBezTo>
                    <a:cubicBezTo>
                      <a:pt x="22688" y="17846"/>
                      <a:pt x="21978" y="18922"/>
                      <a:pt x="21267" y="19998"/>
                    </a:cubicBezTo>
                    <a:cubicBezTo>
                      <a:pt x="20535" y="20988"/>
                      <a:pt x="19739" y="21806"/>
                      <a:pt x="18663" y="22430"/>
                    </a:cubicBezTo>
                    <a:cubicBezTo>
                      <a:pt x="17586" y="23055"/>
                      <a:pt x="16316" y="23421"/>
                      <a:pt x="14896" y="23873"/>
                    </a:cubicBezTo>
                    <a:cubicBezTo>
                      <a:pt x="14164" y="24045"/>
                      <a:pt x="13453" y="24131"/>
                      <a:pt x="12657" y="24131"/>
                    </a:cubicBezTo>
                    <a:cubicBezTo>
                      <a:pt x="10677" y="24131"/>
                      <a:pt x="8696" y="23507"/>
                      <a:pt x="7986" y="23334"/>
                    </a:cubicBezTo>
                    <a:cubicBezTo>
                      <a:pt x="7362" y="23055"/>
                      <a:pt x="6544" y="22796"/>
                      <a:pt x="5747" y="22258"/>
                    </a:cubicBezTo>
                    <a:cubicBezTo>
                      <a:pt x="4929" y="21720"/>
                      <a:pt x="3939" y="20902"/>
                      <a:pt x="3057" y="19568"/>
                    </a:cubicBezTo>
                    <a:cubicBezTo>
                      <a:pt x="1980" y="17953"/>
                      <a:pt x="1442" y="16597"/>
                      <a:pt x="1076" y="15262"/>
                    </a:cubicBezTo>
                    <a:cubicBezTo>
                      <a:pt x="818" y="13992"/>
                      <a:pt x="710" y="12658"/>
                      <a:pt x="710" y="11216"/>
                    </a:cubicBezTo>
                    <a:lnTo>
                      <a:pt x="710" y="11043"/>
                    </a:lnTo>
                    <a:cubicBezTo>
                      <a:pt x="710" y="9601"/>
                      <a:pt x="1162" y="8267"/>
                      <a:pt x="1894" y="6911"/>
                    </a:cubicBezTo>
                    <a:cubicBezTo>
                      <a:pt x="2691" y="5662"/>
                      <a:pt x="3595" y="4500"/>
                      <a:pt x="4477" y="3682"/>
                    </a:cubicBezTo>
                    <a:cubicBezTo>
                      <a:pt x="5381" y="2885"/>
                      <a:pt x="6630" y="2067"/>
                      <a:pt x="8072" y="1529"/>
                    </a:cubicBezTo>
                    <a:cubicBezTo>
                      <a:pt x="9514" y="991"/>
                      <a:pt x="11043" y="733"/>
                      <a:pt x="12377" y="733"/>
                    </a:cubicBezTo>
                    <a:close/>
                    <a:moveTo>
                      <a:pt x="12377" y="1"/>
                    </a:moveTo>
                    <a:cubicBezTo>
                      <a:pt x="10849" y="1"/>
                      <a:pt x="9234" y="367"/>
                      <a:pt x="7814" y="905"/>
                    </a:cubicBezTo>
                    <a:cubicBezTo>
                      <a:pt x="6372" y="1443"/>
                      <a:pt x="5016" y="2240"/>
                      <a:pt x="4047" y="3144"/>
                    </a:cubicBezTo>
                    <a:cubicBezTo>
                      <a:pt x="3057" y="4048"/>
                      <a:pt x="2067" y="5210"/>
                      <a:pt x="1249" y="6545"/>
                    </a:cubicBezTo>
                    <a:cubicBezTo>
                      <a:pt x="538" y="7901"/>
                      <a:pt x="0" y="9515"/>
                      <a:pt x="0" y="11043"/>
                    </a:cubicBezTo>
                    <a:lnTo>
                      <a:pt x="0" y="11216"/>
                    </a:lnTo>
                    <a:cubicBezTo>
                      <a:pt x="0" y="12744"/>
                      <a:pt x="86" y="14079"/>
                      <a:pt x="452" y="15435"/>
                    </a:cubicBezTo>
                    <a:cubicBezTo>
                      <a:pt x="710" y="16877"/>
                      <a:pt x="1356" y="18298"/>
                      <a:pt x="2519" y="19912"/>
                    </a:cubicBezTo>
                    <a:cubicBezTo>
                      <a:pt x="3401" y="21354"/>
                      <a:pt x="4391" y="22258"/>
                      <a:pt x="5381" y="22882"/>
                    </a:cubicBezTo>
                    <a:cubicBezTo>
                      <a:pt x="6286" y="23421"/>
                      <a:pt x="7168" y="23765"/>
                      <a:pt x="7814" y="23959"/>
                    </a:cubicBezTo>
                    <a:cubicBezTo>
                      <a:pt x="8524" y="24217"/>
                      <a:pt x="10504" y="24841"/>
                      <a:pt x="12657" y="24841"/>
                    </a:cubicBezTo>
                    <a:cubicBezTo>
                      <a:pt x="13453" y="24841"/>
                      <a:pt x="14271" y="24755"/>
                      <a:pt x="15068" y="24497"/>
                    </a:cubicBezTo>
                    <a:cubicBezTo>
                      <a:pt x="16596" y="24131"/>
                      <a:pt x="17845" y="23679"/>
                      <a:pt x="19007" y="23055"/>
                    </a:cubicBezTo>
                    <a:cubicBezTo>
                      <a:pt x="20191" y="22344"/>
                      <a:pt x="21073" y="21526"/>
                      <a:pt x="21891" y="20364"/>
                    </a:cubicBezTo>
                    <a:cubicBezTo>
                      <a:pt x="22602" y="19288"/>
                      <a:pt x="23312" y="18211"/>
                      <a:pt x="23850" y="16963"/>
                    </a:cubicBezTo>
                    <a:cubicBezTo>
                      <a:pt x="24388" y="15801"/>
                      <a:pt x="24754" y="14358"/>
                      <a:pt x="24754" y="12658"/>
                    </a:cubicBezTo>
                    <a:lnTo>
                      <a:pt x="24754" y="12378"/>
                    </a:lnTo>
                    <a:cubicBezTo>
                      <a:pt x="24668" y="8891"/>
                      <a:pt x="23506" y="6372"/>
                      <a:pt x="22430" y="5124"/>
                    </a:cubicBezTo>
                    <a:cubicBezTo>
                      <a:pt x="21439" y="3854"/>
                      <a:pt x="19739" y="2153"/>
                      <a:pt x="17759" y="1163"/>
                    </a:cubicBezTo>
                    <a:cubicBezTo>
                      <a:pt x="16768" y="733"/>
                      <a:pt x="16058" y="453"/>
                      <a:pt x="15240" y="195"/>
                    </a:cubicBezTo>
                    <a:cubicBezTo>
                      <a:pt x="14358" y="1"/>
                      <a:pt x="13540" y="1"/>
                      <a:pt x="124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33"/>
              <p:cNvSpPr/>
              <p:nvPr/>
            </p:nvSpPr>
            <p:spPr>
              <a:xfrm>
                <a:off x="3747788" y="1284364"/>
                <a:ext cx="516973" cy="378819"/>
              </a:xfrm>
              <a:custGeom>
                <a:rect b="b" l="l" r="r" t="t"/>
                <a:pathLst>
                  <a:path extrusionOk="0" h="5452" w="7439">
                    <a:moveTo>
                      <a:pt x="6688" y="0"/>
                    </a:moveTo>
                    <a:cubicBezTo>
                      <a:pt x="6501" y="0"/>
                      <a:pt x="6317" y="85"/>
                      <a:pt x="6171" y="248"/>
                    </a:cubicBezTo>
                    <a:lnTo>
                      <a:pt x="3103" y="3717"/>
                    </a:lnTo>
                    <a:lnTo>
                      <a:pt x="1301" y="1349"/>
                    </a:lnTo>
                    <a:cubicBezTo>
                      <a:pt x="1183" y="1171"/>
                      <a:pt x="982" y="1075"/>
                      <a:pt x="776" y="1075"/>
                    </a:cubicBezTo>
                    <a:cubicBezTo>
                      <a:pt x="634" y="1075"/>
                      <a:pt x="490" y="1120"/>
                      <a:pt x="367" y="1215"/>
                    </a:cubicBezTo>
                    <a:cubicBezTo>
                      <a:pt x="67" y="1415"/>
                      <a:pt x="0" y="1849"/>
                      <a:pt x="234" y="2149"/>
                    </a:cubicBezTo>
                    <a:lnTo>
                      <a:pt x="2502" y="5185"/>
                    </a:lnTo>
                    <a:cubicBezTo>
                      <a:pt x="2602" y="5352"/>
                      <a:pt x="2802" y="5452"/>
                      <a:pt x="3002" y="5452"/>
                    </a:cubicBezTo>
                    <a:lnTo>
                      <a:pt x="3036" y="5452"/>
                    </a:lnTo>
                    <a:cubicBezTo>
                      <a:pt x="3236" y="5452"/>
                      <a:pt x="3436" y="5385"/>
                      <a:pt x="3570" y="5251"/>
                    </a:cubicBezTo>
                    <a:lnTo>
                      <a:pt x="7205" y="1149"/>
                    </a:lnTo>
                    <a:cubicBezTo>
                      <a:pt x="7439" y="848"/>
                      <a:pt x="7406" y="415"/>
                      <a:pt x="7139" y="181"/>
                    </a:cubicBezTo>
                    <a:cubicBezTo>
                      <a:pt x="7002" y="60"/>
                      <a:pt x="6844" y="0"/>
                      <a:pt x="66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6" name="Google Shape;796;p33"/>
            <p:cNvGrpSpPr/>
            <p:nvPr/>
          </p:nvGrpSpPr>
          <p:grpSpPr>
            <a:xfrm>
              <a:off x="1168656" y="1663174"/>
              <a:ext cx="640822" cy="2178536"/>
              <a:chOff x="1168656" y="1663174"/>
              <a:chExt cx="640822" cy="2178536"/>
            </a:xfrm>
          </p:grpSpPr>
          <p:sp>
            <p:nvSpPr>
              <p:cNvPr id="797" name="Google Shape;797;p33"/>
              <p:cNvSpPr/>
              <p:nvPr/>
            </p:nvSpPr>
            <p:spPr>
              <a:xfrm>
                <a:off x="1168678" y="1665887"/>
                <a:ext cx="640800" cy="637500"/>
              </a:xfrm>
              <a:prstGeom prst="roundRect">
                <a:avLst>
                  <a:gd fmla="val 50000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33"/>
              <p:cNvSpPr/>
              <p:nvPr/>
            </p:nvSpPr>
            <p:spPr>
              <a:xfrm>
                <a:off x="1168656" y="1663174"/>
                <a:ext cx="640721" cy="642973"/>
              </a:xfrm>
              <a:custGeom>
                <a:rect b="b" l="l" r="r" t="t"/>
                <a:pathLst>
                  <a:path extrusionOk="0" h="24842" w="24755">
                    <a:moveTo>
                      <a:pt x="12463" y="733"/>
                    </a:moveTo>
                    <a:cubicBezTo>
                      <a:pt x="13540" y="733"/>
                      <a:pt x="14271" y="733"/>
                      <a:pt x="15068" y="905"/>
                    </a:cubicBezTo>
                    <a:cubicBezTo>
                      <a:pt x="15778" y="1077"/>
                      <a:pt x="16510" y="1357"/>
                      <a:pt x="17393" y="1809"/>
                    </a:cubicBezTo>
                    <a:cubicBezTo>
                      <a:pt x="19287" y="2692"/>
                      <a:pt x="20901" y="4392"/>
                      <a:pt x="21891" y="5576"/>
                    </a:cubicBezTo>
                    <a:cubicBezTo>
                      <a:pt x="22774" y="6738"/>
                      <a:pt x="23958" y="9063"/>
                      <a:pt x="24044" y="12378"/>
                    </a:cubicBezTo>
                    <a:lnTo>
                      <a:pt x="24044" y="12658"/>
                    </a:lnTo>
                    <a:cubicBezTo>
                      <a:pt x="24044" y="14272"/>
                      <a:pt x="23764" y="15521"/>
                      <a:pt x="23226" y="16683"/>
                    </a:cubicBezTo>
                    <a:cubicBezTo>
                      <a:pt x="22688" y="17846"/>
                      <a:pt x="21978" y="18922"/>
                      <a:pt x="21267" y="19998"/>
                    </a:cubicBezTo>
                    <a:cubicBezTo>
                      <a:pt x="20535" y="20988"/>
                      <a:pt x="19739" y="21806"/>
                      <a:pt x="18663" y="22430"/>
                    </a:cubicBezTo>
                    <a:cubicBezTo>
                      <a:pt x="17586" y="23055"/>
                      <a:pt x="16316" y="23421"/>
                      <a:pt x="14896" y="23873"/>
                    </a:cubicBezTo>
                    <a:cubicBezTo>
                      <a:pt x="14164" y="24045"/>
                      <a:pt x="13453" y="24131"/>
                      <a:pt x="12657" y="24131"/>
                    </a:cubicBezTo>
                    <a:cubicBezTo>
                      <a:pt x="10677" y="24131"/>
                      <a:pt x="8696" y="23507"/>
                      <a:pt x="7986" y="23334"/>
                    </a:cubicBezTo>
                    <a:cubicBezTo>
                      <a:pt x="7362" y="23055"/>
                      <a:pt x="6544" y="22796"/>
                      <a:pt x="5747" y="22258"/>
                    </a:cubicBezTo>
                    <a:cubicBezTo>
                      <a:pt x="4929" y="21720"/>
                      <a:pt x="3939" y="20902"/>
                      <a:pt x="3057" y="19568"/>
                    </a:cubicBezTo>
                    <a:cubicBezTo>
                      <a:pt x="1980" y="17953"/>
                      <a:pt x="1442" y="16597"/>
                      <a:pt x="1076" y="15262"/>
                    </a:cubicBezTo>
                    <a:cubicBezTo>
                      <a:pt x="818" y="13992"/>
                      <a:pt x="710" y="12658"/>
                      <a:pt x="710" y="11216"/>
                    </a:cubicBezTo>
                    <a:lnTo>
                      <a:pt x="710" y="11043"/>
                    </a:lnTo>
                    <a:cubicBezTo>
                      <a:pt x="710" y="9601"/>
                      <a:pt x="1162" y="8267"/>
                      <a:pt x="1894" y="6911"/>
                    </a:cubicBezTo>
                    <a:cubicBezTo>
                      <a:pt x="2691" y="5662"/>
                      <a:pt x="3595" y="4500"/>
                      <a:pt x="4477" y="3682"/>
                    </a:cubicBezTo>
                    <a:cubicBezTo>
                      <a:pt x="5381" y="2885"/>
                      <a:pt x="6630" y="2067"/>
                      <a:pt x="8072" y="1529"/>
                    </a:cubicBezTo>
                    <a:cubicBezTo>
                      <a:pt x="9514" y="991"/>
                      <a:pt x="11043" y="733"/>
                      <a:pt x="12377" y="733"/>
                    </a:cubicBezTo>
                    <a:close/>
                    <a:moveTo>
                      <a:pt x="12377" y="1"/>
                    </a:moveTo>
                    <a:cubicBezTo>
                      <a:pt x="10849" y="1"/>
                      <a:pt x="9234" y="367"/>
                      <a:pt x="7814" y="905"/>
                    </a:cubicBezTo>
                    <a:cubicBezTo>
                      <a:pt x="6372" y="1443"/>
                      <a:pt x="5016" y="2240"/>
                      <a:pt x="4047" y="3144"/>
                    </a:cubicBezTo>
                    <a:cubicBezTo>
                      <a:pt x="3057" y="4048"/>
                      <a:pt x="2067" y="5210"/>
                      <a:pt x="1249" y="6545"/>
                    </a:cubicBezTo>
                    <a:cubicBezTo>
                      <a:pt x="538" y="7901"/>
                      <a:pt x="0" y="9515"/>
                      <a:pt x="0" y="11043"/>
                    </a:cubicBezTo>
                    <a:lnTo>
                      <a:pt x="0" y="11216"/>
                    </a:lnTo>
                    <a:cubicBezTo>
                      <a:pt x="0" y="12744"/>
                      <a:pt x="86" y="14079"/>
                      <a:pt x="452" y="15435"/>
                    </a:cubicBezTo>
                    <a:cubicBezTo>
                      <a:pt x="710" y="16877"/>
                      <a:pt x="1356" y="18298"/>
                      <a:pt x="2519" y="19912"/>
                    </a:cubicBezTo>
                    <a:cubicBezTo>
                      <a:pt x="3401" y="21354"/>
                      <a:pt x="4391" y="22258"/>
                      <a:pt x="5381" y="22882"/>
                    </a:cubicBezTo>
                    <a:cubicBezTo>
                      <a:pt x="6286" y="23421"/>
                      <a:pt x="7168" y="23765"/>
                      <a:pt x="7814" y="23959"/>
                    </a:cubicBezTo>
                    <a:cubicBezTo>
                      <a:pt x="8524" y="24217"/>
                      <a:pt x="10504" y="24841"/>
                      <a:pt x="12657" y="24841"/>
                    </a:cubicBezTo>
                    <a:cubicBezTo>
                      <a:pt x="13453" y="24841"/>
                      <a:pt x="14271" y="24755"/>
                      <a:pt x="15068" y="24497"/>
                    </a:cubicBezTo>
                    <a:cubicBezTo>
                      <a:pt x="16596" y="24131"/>
                      <a:pt x="17845" y="23679"/>
                      <a:pt x="19007" y="23055"/>
                    </a:cubicBezTo>
                    <a:cubicBezTo>
                      <a:pt x="20191" y="22344"/>
                      <a:pt x="21073" y="21526"/>
                      <a:pt x="21891" y="20364"/>
                    </a:cubicBezTo>
                    <a:cubicBezTo>
                      <a:pt x="22602" y="19288"/>
                      <a:pt x="23312" y="18211"/>
                      <a:pt x="23850" y="16963"/>
                    </a:cubicBezTo>
                    <a:cubicBezTo>
                      <a:pt x="24388" y="15801"/>
                      <a:pt x="24754" y="14358"/>
                      <a:pt x="24754" y="12658"/>
                    </a:cubicBezTo>
                    <a:lnTo>
                      <a:pt x="24754" y="12378"/>
                    </a:lnTo>
                    <a:cubicBezTo>
                      <a:pt x="24668" y="8891"/>
                      <a:pt x="23506" y="6372"/>
                      <a:pt x="22430" y="5124"/>
                    </a:cubicBezTo>
                    <a:cubicBezTo>
                      <a:pt x="21439" y="3854"/>
                      <a:pt x="19739" y="2153"/>
                      <a:pt x="17759" y="1163"/>
                    </a:cubicBezTo>
                    <a:cubicBezTo>
                      <a:pt x="16768" y="733"/>
                      <a:pt x="16058" y="453"/>
                      <a:pt x="15240" y="195"/>
                    </a:cubicBezTo>
                    <a:cubicBezTo>
                      <a:pt x="14358" y="1"/>
                      <a:pt x="13540" y="1"/>
                      <a:pt x="124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99" name="Google Shape;799;p33"/>
              <p:cNvGrpSpPr/>
              <p:nvPr/>
            </p:nvGrpSpPr>
            <p:grpSpPr>
              <a:xfrm>
                <a:off x="1304481" y="3381948"/>
                <a:ext cx="369072" cy="280037"/>
                <a:chOff x="7542031" y="2011835"/>
                <a:chExt cx="369072" cy="280037"/>
              </a:xfrm>
            </p:grpSpPr>
            <p:sp>
              <p:nvSpPr>
                <p:cNvPr id="800" name="Google Shape;800;p33"/>
                <p:cNvSpPr/>
                <p:nvPr/>
              </p:nvSpPr>
              <p:spPr>
                <a:xfrm>
                  <a:off x="7542413" y="2281615"/>
                  <a:ext cx="368308" cy="10257"/>
                </a:xfrm>
                <a:custGeom>
                  <a:rect b="b" l="l" r="r" t="t"/>
                  <a:pathLst>
                    <a:path extrusionOk="0" h="322" w="11562">
                      <a:moveTo>
                        <a:pt x="167" y="0"/>
                      </a:moveTo>
                      <a:cubicBezTo>
                        <a:pt x="72" y="0"/>
                        <a:pt x="0" y="72"/>
                        <a:pt x="0" y="155"/>
                      </a:cubicBezTo>
                      <a:cubicBezTo>
                        <a:pt x="0" y="250"/>
                        <a:pt x="72" y="322"/>
                        <a:pt x="167" y="322"/>
                      </a:cubicBezTo>
                      <a:lnTo>
                        <a:pt x="11395" y="322"/>
                      </a:lnTo>
                      <a:cubicBezTo>
                        <a:pt x="11490" y="322"/>
                        <a:pt x="11561" y="250"/>
                        <a:pt x="11561" y="155"/>
                      </a:cubicBezTo>
                      <a:cubicBezTo>
                        <a:pt x="11561" y="72"/>
                        <a:pt x="11490" y="0"/>
                        <a:pt x="1139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1" name="Google Shape;801;p33"/>
                <p:cNvSpPr/>
                <p:nvPr/>
              </p:nvSpPr>
              <p:spPr>
                <a:xfrm>
                  <a:off x="7542031" y="2117753"/>
                  <a:ext cx="369072" cy="108753"/>
                </a:xfrm>
                <a:custGeom>
                  <a:rect b="b" l="l" r="r" t="t"/>
                  <a:pathLst>
                    <a:path extrusionOk="0" h="3414" w="11586">
                      <a:moveTo>
                        <a:pt x="191" y="1"/>
                      </a:moveTo>
                      <a:cubicBezTo>
                        <a:pt x="96" y="1"/>
                        <a:pt x="24" y="72"/>
                        <a:pt x="24" y="167"/>
                      </a:cubicBezTo>
                      <a:cubicBezTo>
                        <a:pt x="24" y="263"/>
                        <a:pt x="96" y="334"/>
                        <a:pt x="191" y="334"/>
                      </a:cubicBezTo>
                      <a:lnTo>
                        <a:pt x="3298" y="334"/>
                      </a:lnTo>
                      <a:cubicBezTo>
                        <a:pt x="3501" y="334"/>
                        <a:pt x="3656" y="525"/>
                        <a:pt x="3608" y="715"/>
                      </a:cubicBezTo>
                      <a:cubicBezTo>
                        <a:pt x="3584" y="858"/>
                        <a:pt x="3560" y="1001"/>
                        <a:pt x="3560" y="1156"/>
                      </a:cubicBezTo>
                      <a:cubicBezTo>
                        <a:pt x="3417" y="953"/>
                        <a:pt x="3298" y="775"/>
                        <a:pt x="3013" y="775"/>
                      </a:cubicBezTo>
                      <a:cubicBezTo>
                        <a:pt x="2584" y="775"/>
                        <a:pt x="2524" y="1227"/>
                        <a:pt x="2298" y="1227"/>
                      </a:cubicBezTo>
                      <a:cubicBezTo>
                        <a:pt x="2084" y="1227"/>
                        <a:pt x="2036" y="775"/>
                        <a:pt x="1584" y="775"/>
                      </a:cubicBezTo>
                      <a:cubicBezTo>
                        <a:pt x="1143" y="775"/>
                        <a:pt x="1096" y="1227"/>
                        <a:pt x="870" y="1227"/>
                      </a:cubicBezTo>
                      <a:cubicBezTo>
                        <a:pt x="655" y="1227"/>
                        <a:pt x="608" y="775"/>
                        <a:pt x="155" y="775"/>
                      </a:cubicBezTo>
                      <a:cubicBezTo>
                        <a:pt x="72" y="775"/>
                        <a:pt x="0" y="858"/>
                        <a:pt x="0" y="941"/>
                      </a:cubicBezTo>
                      <a:cubicBezTo>
                        <a:pt x="0" y="1037"/>
                        <a:pt x="72" y="1108"/>
                        <a:pt x="155" y="1108"/>
                      </a:cubicBezTo>
                      <a:cubicBezTo>
                        <a:pt x="250" y="1108"/>
                        <a:pt x="298" y="1156"/>
                        <a:pt x="381" y="1275"/>
                      </a:cubicBezTo>
                      <a:cubicBezTo>
                        <a:pt x="489" y="1394"/>
                        <a:pt x="608" y="1572"/>
                        <a:pt x="870" y="1572"/>
                      </a:cubicBezTo>
                      <a:cubicBezTo>
                        <a:pt x="1310" y="1572"/>
                        <a:pt x="1370" y="1120"/>
                        <a:pt x="1584" y="1120"/>
                      </a:cubicBezTo>
                      <a:cubicBezTo>
                        <a:pt x="1810" y="1120"/>
                        <a:pt x="1858" y="1572"/>
                        <a:pt x="2298" y="1572"/>
                      </a:cubicBezTo>
                      <a:cubicBezTo>
                        <a:pt x="2751" y="1572"/>
                        <a:pt x="2798" y="1120"/>
                        <a:pt x="3013" y="1120"/>
                      </a:cubicBezTo>
                      <a:cubicBezTo>
                        <a:pt x="3227" y="1120"/>
                        <a:pt x="3251" y="1465"/>
                        <a:pt x="3596" y="1549"/>
                      </a:cubicBezTo>
                      <a:cubicBezTo>
                        <a:pt x="3788" y="2713"/>
                        <a:pt x="4782" y="3414"/>
                        <a:pt x="5807" y="3414"/>
                      </a:cubicBezTo>
                      <a:cubicBezTo>
                        <a:pt x="6375" y="3414"/>
                        <a:pt x="6952" y="3199"/>
                        <a:pt x="7406" y="2727"/>
                      </a:cubicBezTo>
                      <a:cubicBezTo>
                        <a:pt x="7739" y="2406"/>
                        <a:pt x="7930" y="1989"/>
                        <a:pt x="8001" y="1549"/>
                      </a:cubicBezTo>
                      <a:cubicBezTo>
                        <a:pt x="8335" y="1465"/>
                        <a:pt x="8370" y="1120"/>
                        <a:pt x="8573" y="1120"/>
                      </a:cubicBezTo>
                      <a:cubicBezTo>
                        <a:pt x="8787" y="1120"/>
                        <a:pt x="8835" y="1572"/>
                        <a:pt x="9287" y="1572"/>
                      </a:cubicBezTo>
                      <a:cubicBezTo>
                        <a:pt x="9728" y="1572"/>
                        <a:pt x="9775" y="1120"/>
                        <a:pt x="10002" y="1120"/>
                      </a:cubicBezTo>
                      <a:cubicBezTo>
                        <a:pt x="10216" y="1120"/>
                        <a:pt x="10264" y="1572"/>
                        <a:pt x="10716" y="1572"/>
                      </a:cubicBezTo>
                      <a:cubicBezTo>
                        <a:pt x="11157" y="1572"/>
                        <a:pt x="11204" y="1120"/>
                        <a:pt x="11430" y="1120"/>
                      </a:cubicBezTo>
                      <a:cubicBezTo>
                        <a:pt x="11514" y="1120"/>
                        <a:pt x="11585" y="1048"/>
                        <a:pt x="11585" y="953"/>
                      </a:cubicBezTo>
                      <a:cubicBezTo>
                        <a:pt x="11585" y="870"/>
                        <a:pt x="11514" y="798"/>
                        <a:pt x="11430" y="798"/>
                      </a:cubicBezTo>
                      <a:cubicBezTo>
                        <a:pt x="10990" y="798"/>
                        <a:pt x="10930" y="1239"/>
                        <a:pt x="10716" y="1239"/>
                      </a:cubicBezTo>
                      <a:cubicBezTo>
                        <a:pt x="10490" y="1239"/>
                        <a:pt x="10442" y="798"/>
                        <a:pt x="10002" y="798"/>
                      </a:cubicBezTo>
                      <a:cubicBezTo>
                        <a:pt x="9561" y="798"/>
                        <a:pt x="9502" y="1239"/>
                        <a:pt x="9287" y="1239"/>
                      </a:cubicBezTo>
                      <a:cubicBezTo>
                        <a:pt x="9061" y="1239"/>
                        <a:pt x="9013" y="798"/>
                        <a:pt x="8573" y="798"/>
                      </a:cubicBezTo>
                      <a:cubicBezTo>
                        <a:pt x="8287" y="798"/>
                        <a:pt x="8168" y="977"/>
                        <a:pt x="8037" y="1132"/>
                      </a:cubicBezTo>
                      <a:cubicBezTo>
                        <a:pt x="8037" y="1001"/>
                        <a:pt x="8013" y="858"/>
                        <a:pt x="7989" y="715"/>
                      </a:cubicBezTo>
                      <a:cubicBezTo>
                        <a:pt x="7942" y="525"/>
                        <a:pt x="8097" y="334"/>
                        <a:pt x="8299" y="334"/>
                      </a:cubicBezTo>
                      <a:lnTo>
                        <a:pt x="11407" y="334"/>
                      </a:lnTo>
                      <a:cubicBezTo>
                        <a:pt x="11502" y="334"/>
                        <a:pt x="11573" y="263"/>
                        <a:pt x="11573" y="167"/>
                      </a:cubicBezTo>
                      <a:cubicBezTo>
                        <a:pt x="11573" y="72"/>
                        <a:pt x="11502" y="1"/>
                        <a:pt x="11407" y="1"/>
                      </a:cubicBezTo>
                      <a:lnTo>
                        <a:pt x="8299" y="1"/>
                      </a:lnTo>
                      <a:cubicBezTo>
                        <a:pt x="8109" y="1"/>
                        <a:pt x="7918" y="96"/>
                        <a:pt x="7799" y="239"/>
                      </a:cubicBezTo>
                      <a:cubicBezTo>
                        <a:pt x="7680" y="394"/>
                        <a:pt x="7620" y="596"/>
                        <a:pt x="7656" y="787"/>
                      </a:cubicBezTo>
                      <a:cubicBezTo>
                        <a:pt x="7935" y="2081"/>
                        <a:pt x="6886" y="3086"/>
                        <a:pt x="5777" y="3086"/>
                      </a:cubicBezTo>
                      <a:cubicBezTo>
                        <a:pt x="5325" y="3086"/>
                        <a:pt x="4863" y="2919"/>
                        <a:pt x="4477" y="2537"/>
                      </a:cubicBezTo>
                      <a:cubicBezTo>
                        <a:pt x="4001" y="2060"/>
                        <a:pt x="3822" y="1406"/>
                        <a:pt x="3953" y="787"/>
                      </a:cubicBezTo>
                      <a:cubicBezTo>
                        <a:pt x="4037" y="394"/>
                        <a:pt x="3727" y="1"/>
                        <a:pt x="329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2" name="Google Shape;802;p33"/>
                <p:cNvSpPr/>
                <p:nvPr/>
              </p:nvSpPr>
              <p:spPr>
                <a:xfrm>
                  <a:off x="7636099" y="2216376"/>
                  <a:ext cx="18986" cy="18986"/>
                </a:xfrm>
                <a:custGeom>
                  <a:rect b="b" l="l" r="r" t="t"/>
                  <a:pathLst>
                    <a:path extrusionOk="0" h="596" w="596">
                      <a:moveTo>
                        <a:pt x="298" y="0"/>
                      </a:moveTo>
                      <a:cubicBezTo>
                        <a:pt x="143" y="0"/>
                        <a:pt x="0" y="143"/>
                        <a:pt x="0" y="298"/>
                      </a:cubicBezTo>
                      <a:cubicBezTo>
                        <a:pt x="0" y="465"/>
                        <a:pt x="143" y="596"/>
                        <a:pt x="298" y="596"/>
                      </a:cubicBezTo>
                      <a:cubicBezTo>
                        <a:pt x="464" y="596"/>
                        <a:pt x="595" y="465"/>
                        <a:pt x="595" y="298"/>
                      </a:cubicBezTo>
                      <a:cubicBezTo>
                        <a:pt x="595" y="143"/>
                        <a:pt x="464" y="24"/>
                        <a:pt x="29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3" name="Google Shape;803;p33"/>
                <p:cNvSpPr/>
                <p:nvPr/>
              </p:nvSpPr>
              <p:spPr>
                <a:xfrm>
                  <a:off x="7559105" y="2240268"/>
                  <a:ext cx="18986" cy="18986"/>
                </a:xfrm>
                <a:custGeom>
                  <a:rect b="b" l="l" r="r" t="t"/>
                  <a:pathLst>
                    <a:path extrusionOk="0" h="596" w="596">
                      <a:moveTo>
                        <a:pt x="298" y="0"/>
                      </a:moveTo>
                      <a:cubicBezTo>
                        <a:pt x="131" y="0"/>
                        <a:pt x="0" y="131"/>
                        <a:pt x="0" y="298"/>
                      </a:cubicBezTo>
                      <a:cubicBezTo>
                        <a:pt x="0" y="465"/>
                        <a:pt x="131" y="596"/>
                        <a:pt x="298" y="596"/>
                      </a:cubicBezTo>
                      <a:cubicBezTo>
                        <a:pt x="453" y="596"/>
                        <a:pt x="595" y="465"/>
                        <a:pt x="595" y="298"/>
                      </a:cubicBezTo>
                      <a:cubicBezTo>
                        <a:pt x="595" y="143"/>
                        <a:pt x="453" y="12"/>
                        <a:pt x="29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4" name="Google Shape;804;p33"/>
                <p:cNvSpPr/>
                <p:nvPr/>
              </p:nvSpPr>
              <p:spPr>
                <a:xfrm>
                  <a:off x="7582614" y="2194365"/>
                  <a:ext cx="18986" cy="19017"/>
                </a:xfrm>
                <a:custGeom>
                  <a:rect b="b" l="l" r="r" t="t"/>
                  <a:pathLst>
                    <a:path extrusionOk="0" h="597" w="596">
                      <a:moveTo>
                        <a:pt x="298" y="1"/>
                      </a:moveTo>
                      <a:cubicBezTo>
                        <a:pt x="131" y="1"/>
                        <a:pt x="0" y="132"/>
                        <a:pt x="0" y="298"/>
                      </a:cubicBezTo>
                      <a:cubicBezTo>
                        <a:pt x="0" y="453"/>
                        <a:pt x="131" y="596"/>
                        <a:pt x="298" y="596"/>
                      </a:cubicBezTo>
                      <a:cubicBezTo>
                        <a:pt x="465" y="596"/>
                        <a:pt x="596" y="453"/>
                        <a:pt x="596" y="298"/>
                      </a:cubicBezTo>
                      <a:cubicBezTo>
                        <a:pt x="596" y="132"/>
                        <a:pt x="465" y="13"/>
                        <a:pt x="29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5" name="Google Shape;805;p33"/>
                <p:cNvSpPr/>
                <p:nvPr/>
              </p:nvSpPr>
              <p:spPr>
                <a:xfrm>
                  <a:off x="7798400" y="2216376"/>
                  <a:ext cx="19017" cy="18986"/>
                </a:xfrm>
                <a:custGeom>
                  <a:rect b="b" l="l" r="r" t="t"/>
                  <a:pathLst>
                    <a:path extrusionOk="0" h="596" w="597">
                      <a:moveTo>
                        <a:pt x="299" y="0"/>
                      </a:moveTo>
                      <a:cubicBezTo>
                        <a:pt x="132" y="0"/>
                        <a:pt x="1" y="143"/>
                        <a:pt x="1" y="298"/>
                      </a:cubicBezTo>
                      <a:cubicBezTo>
                        <a:pt x="1" y="465"/>
                        <a:pt x="132" y="596"/>
                        <a:pt x="299" y="596"/>
                      </a:cubicBezTo>
                      <a:cubicBezTo>
                        <a:pt x="465" y="596"/>
                        <a:pt x="596" y="465"/>
                        <a:pt x="596" y="298"/>
                      </a:cubicBezTo>
                      <a:cubicBezTo>
                        <a:pt x="596" y="143"/>
                        <a:pt x="465" y="24"/>
                        <a:pt x="299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6" name="Google Shape;806;p33"/>
                <p:cNvSpPr/>
                <p:nvPr/>
              </p:nvSpPr>
              <p:spPr>
                <a:xfrm>
                  <a:off x="7875043" y="2240268"/>
                  <a:ext cx="18986" cy="18986"/>
                </a:xfrm>
                <a:custGeom>
                  <a:rect b="b" l="l" r="r" t="t"/>
                  <a:pathLst>
                    <a:path extrusionOk="0" h="596" w="596">
                      <a:moveTo>
                        <a:pt x="298" y="0"/>
                      </a:moveTo>
                      <a:cubicBezTo>
                        <a:pt x="143" y="0"/>
                        <a:pt x="0" y="131"/>
                        <a:pt x="0" y="298"/>
                      </a:cubicBezTo>
                      <a:cubicBezTo>
                        <a:pt x="0" y="465"/>
                        <a:pt x="143" y="596"/>
                        <a:pt x="298" y="596"/>
                      </a:cubicBezTo>
                      <a:cubicBezTo>
                        <a:pt x="464" y="596"/>
                        <a:pt x="595" y="465"/>
                        <a:pt x="595" y="298"/>
                      </a:cubicBezTo>
                      <a:cubicBezTo>
                        <a:pt x="595" y="143"/>
                        <a:pt x="464" y="12"/>
                        <a:pt x="29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7" name="Google Shape;807;p33"/>
                <p:cNvSpPr/>
                <p:nvPr/>
              </p:nvSpPr>
              <p:spPr>
                <a:xfrm>
                  <a:off x="7851502" y="2194365"/>
                  <a:ext cx="19017" cy="19017"/>
                </a:xfrm>
                <a:custGeom>
                  <a:rect b="b" l="l" r="r" t="t"/>
                  <a:pathLst>
                    <a:path extrusionOk="0" h="597" w="597">
                      <a:moveTo>
                        <a:pt x="299" y="1"/>
                      </a:moveTo>
                      <a:cubicBezTo>
                        <a:pt x="132" y="1"/>
                        <a:pt x="1" y="132"/>
                        <a:pt x="1" y="298"/>
                      </a:cubicBezTo>
                      <a:cubicBezTo>
                        <a:pt x="1" y="453"/>
                        <a:pt x="132" y="596"/>
                        <a:pt x="299" y="596"/>
                      </a:cubicBezTo>
                      <a:cubicBezTo>
                        <a:pt x="465" y="596"/>
                        <a:pt x="596" y="453"/>
                        <a:pt x="596" y="298"/>
                      </a:cubicBezTo>
                      <a:cubicBezTo>
                        <a:pt x="596" y="132"/>
                        <a:pt x="465" y="13"/>
                        <a:pt x="29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8" name="Google Shape;808;p33"/>
                <p:cNvSpPr/>
                <p:nvPr/>
              </p:nvSpPr>
              <p:spPr>
                <a:xfrm>
                  <a:off x="7680090" y="2011835"/>
                  <a:ext cx="106205" cy="189028"/>
                </a:xfrm>
                <a:custGeom>
                  <a:rect b="b" l="l" r="r" t="t"/>
                  <a:pathLst>
                    <a:path extrusionOk="0" h="5934" w="3334">
                      <a:moveTo>
                        <a:pt x="1448" y="1"/>
                      </a:moveTo>
                      <a:cubicBezTo>
                        <a:pt x="1340" y="1"/>
                        <a:pt x="1233" y="69"/>
                        <a:pt x="1215" y="206"/>
                      </a:cubicBezTo>
                      <a:lnTo>
                        <a:pt x="857" y="2421"/>
                      </a:lnTo>
                      <a:cubicBezTo>
                        <a:pt x="774" y="2838"/>
                        <a:pt x="596" y="3254"/>
                        <a:pt x="322" y="3611"/>
                      </a:cubicBezTo>
                      <a:cubicBezTo>
                        <a:pt x="107" y="3885"/>
                        <a:pt x="0" y="4207"/>
                        <a:pt x="24" y="4552"/>
                      </a:cubicBezTo>
                      <a:cubicBezTo>
                        <a:pt x="36" y="4921"/>
                        <a:pt x="179" y="5266"/>
                        <a:pt x="453" y="5516"/>
                      </a:cubicBezTo>
                      <a:cubicBezTo>
                        <a:pt x="738" y="5790"/>
                        <a:pt x="1096" y="5933"/>
                        <a:pt x="1465" y="5933"/>
                      </a:cubicBezTo>
                      <a:cubicBezTo>
                        <a:pt x="2655" y="5933"/>
                        <a:pt x="3334" y="4540"/>
                        <a:pt x="2584" y="3600"/>
                      </a:cubicBezTo>
                      <a:cubicBezTo>
                        <a:pt x="2370" y="3350"/>
                        <a:pt x="2227" y="3064"/>
                        <a:pt x="2131" y="2754"/>
                      </a:cubicBezTo>
                      <a:cubicBezTo>
                        <a:pt x="2112" y="2678"/>
                        <a:pt x="2048" y="2625"/>
                        <a:pt x="1980" y="2625"/>
                      </a:cubicBezTo>
                      <a:cubicBezTo>
                        <a:pt x="1963" y="2625"/>
                        <a:pt x="1946" y="2628"/>
                        <a:pt x="1929" y="2635"/>
                      </a:cubicBezTo>
                      <a:cubicBezTo>
                        <a:pt x="1834" y="2659"/>
                        <a:pt x="1786" y="2754"/>
                        <a:pt x="1810" y="2838"/>
                      </a:cubicBezTo>
                      <a:cubicBezTo>
                        <a:pt x="2096" y="3790"/>
                        <a:pt x="2548" y="3802"/>
                        <a:pt x="2548" y="4493"/>
                      </a:cubicBezTo>
                      <a:cubicBezTo>
                        <a:pt x="2548" y="5092"/>
                        <a:pt x="2072" y="5576"/>
                        <a:pt x="1463" y="5576"/>
                      </a:cubicBezTo>
                      <a:cubicBezTo>
                        <a:pt x="1456" y="5576"/>
                        <a:pt x="1448" y="5576"/>
                        <a:pt x="1441" y="5576"/>
                      </a:cubicBezTo>
                      <a:cubicBezTo>
                        <a:pt x="548" y="5564"/>
                        <a:pt x="36" y="4516"/>
                        <a:pt x="584" y="3802"/>
                      </a:cubicBezTo>
                      <a:cubicBezTo>
                        <a:pt x="893" y="3409"/>
                        <a:pt x="1108" y="2945"/>
                        <a:pt x="1179" y="2468"/>
                      </a:cubicBezTo>
                      <a:lnTo>
                        <a:pt x="1453" y="849"/>
                      </a:lnTo>
                      <a:lnTo>
                        <a:pt x="1631" y="1945"/>
                      </a:lnTo>
                      <a:cubicBezTo>
                        <a:pt x="1642" y="2033"/>
                        <a:pt x="1725" y="2101"/>
                        <a:pt x="1803" y="2101"/>
                      </a:cubicBezTo>
                      <a:cubicBezTo>
                        <a:pt x="1810" y="2101"/>
                        <a:pt x="1816" y="2100"/>
                        <a:pt x="1822" y="2099"/>
                      </a:cubicBezTo>
                      <a:cubicBezTo>
                        <a:pt x="1905" y="2076"/>
                        <a:pt x="1989" y="1992"/>
                        <a:pt x="1965" y="1897"/>
                      </a:cubicBezTo>
                      <a:lnTo>
                        <a:pt x="1691" y="206"/>
                      </a:lnTo>
                      <a:cubicBezTo>
                        <a:pt x="1667" y="69"/>
                        <a:pt x="1557" y="1"/>
                        <a:pt x="144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09" name="Google Shape;809;p33"/>
              <p:cNvGrpSpPr/>
              <p:nvPr/>
            </p:nvGrpSpPr>
            <p:grpSpPr>
              <a:xfrm>
                <a:off x="1298581" y="2568681"/>
                <a:ext cx="380858" cy="367575"/>
                <a:chOff x="7964906" y="1499894"/>
                <a:chExt cx="380858" cy="367575"/>
              </a:xfrm>
            </p:grpSpPr>
            <p:sp>
              <p:nvSpPr>
                <p:cNvPr id="810" name="Google Shape;810;p33"/>
                <p:cNvSpPr/>
                <p:nvPr/>
              </p:nvSpPr>
              <p:spPr>
                <a:xfrm>
                  <a:off x="7964906" y="1501359"/>
                  <a:ext cx="377099" cy="365600"/>
                </a:xfrm>
                <a:custGeom>
                  <a:rect b="b" l="l" r="r" t="t"/>
                  <a:pathLst>
                    <a:path extrusionOk="0" h="11477" w="11838">
                      <a:moveTo>
                        <a:pt x="6668" y="4170"/>
                      </a:moveTo>
                      <a:cubicBezTo>
                        <a:pt x="6859" y="4468"/>
                        <a:pt x="7085" y="4694"/>
                        <a:pt x="7359" y="4873"/>
                      </a:cubicBezTo>
                      <a:cubicBezTo>
                        <a:pt x="7383" y="4873"/>
                        <a:pt x="7383" y="4885"/>
                        <a:pt x="7395" y="4885"/>
                      </a:cubicBezTo>
                      <a:cubicBezTo>
                        <a:pt x="6978" y="5289"/>
                        <a:pt x="6990" y="5325"/>
                        <a:pt x="6930" y="5325"/>
                      </a:cubicBezTo>
                      <a:cubicBezTo>
                        <a:pt x="6871" y="5325"/>
                        <a:pt x="6906" y="5301"/>
                        <a:pt x="6252" y="4670"/>
                      </a:cubicBezTo>
                      <a:cubicBezTo>
                        <a:pt x="6228" y="4647"/>
                        <a:pt x="6228" y="4635"/>
                        <a:pt x="6228" y="4623"/>
                      </a:cubicBezTo>
                      <a:cubicBezTo>
                        <a:pt x="6228" y="4575"/>
                        <a:pt x="6264" y="4575"/>
                        <a:pt x="6668" y="4170"/>
                      </a:cubicBezTo>
                      <a:close/>
                      <a:moveTo>
                        <a:pt x="6144" y="5039"/>
                      </a:moveTo>
                      <a:lnTo>
                        <a:pt x="6514" y="5409"/>
                      </a:lnTo>
                      <a:cubicBezTo>
                        <a:pt x="6287" y="5611"/>
                        <a:pt x="5918" y="6075"/>
                        <a:pt x="5609" y="6968"/>
                      </a:cubicBezTo>
                      <a:cubicBezTo>
                        <a:pt x="5171" y="8200"/>
                        <a:pt x="4345" y="8864"/>
                        <a:pt x="3268" y="8864"/>
                      </a:cubicBezTo>
                      <a:cubicBezTo>
                        <a:pt x="3231" y="8864"/>
                        <a:pt x="3194" y="8863"/>
                        <a:pt x="3156" y="8861"/>
                      </a:cubicBezTo>
                      <a:cubicBezTo>
                        <a:pt x="3133" y="8860"/>
                        <a:pt x="3110" y="8860"/>
                        <a:pt x="3087" y="8860"/>
                      </a:cubicBezTo>
                      <a:cubicBezTo>
                        <a:pt x="1839" y="8860"/>
                        <a:pt x="1004" y="10112"/>
                        <a:pt x="549" y="10778"/>
                      </a:cubicBezTo>
                      <a:cubicBezTo>
                        <a:pt x="501" y="10850"/>
                        <a:pt x="453" y="10933"/>
                        <a:pt x="418" y="10993"/>
                      </a:cubicBezTo>
                      <a:cubicBezTo>
                        <a:pt x="489" y="10612"/>
                        <a:pt x="739" y="9814"/>
                        <a:pt x="1287" y="9171"/>
                      </a:cubicBezTo>
                      <a:cubicBezTo>
                        <a:pt x="1727" y="8671"/>
                        <a:pt x="2275" y="8349"/>
                        <a:pt x="2942" y="8349"/>
                      </a:cubicBezTo>
                      <a:cubicBezTo>
                        <a:pt x="4049" y="8349"/>
                        <a:pt x="4728" y="7861"/>
                        <a:pt x="5109" y="6790"/>
                      </a:cubicBezTo>
                      <a:cubicBezTo>
                        <a:pt x="5454" y="5825"/>
                        <a:pt x="5871" y="5301"/>
                        <a:pt x="6144" y="5039"/>
                      </a:cubicBezTo>
                      <a:close/>
                      <a:moveTo>
                        <a:pt x="10008" y="0"/>
                      </a:moveTo>
                      <a:cubicBezTo>
                        <a:pt x="9561" y="0"/>
                        <a:pt x="9041" y="122"/>
                        <a:pt x="8478" y="372"/>
                      </a:cubicBezTo>
                      <a:cubicBezTo>
                        <a:pt x="8395" y="420"/>
                        <a:pt x="8359" y="515"/>
                        <a:pt x="8395" y="598"/>
                      </a:cubicBezTo>
                      <a:cubicBezTo>
                        <a:pt x="8422" y="671"/>
                        <a:pt x="8484" y="702"/>
                        <a:pt x="8549" y="702"/>
                      </a:cubicBezTo>
                      <a:cubicBezTo>
                        <a:pt x="8569" y="702"/>
                        <a:pt x="8589" y="699"/>
                        <a:pt x="8609" y="694"/>
                      </a:cubicBezTo>
                      <a:cubicBezTo>
                        <a:pt x="9121" y="466"/>
                        <a:pt x="9607" y="352"/>
                        <a:pt x="10014" y="352"/>
                      </a:cubicBezTo>
                      <a:cubicBezTo>
                        <a:pt x="10394" y="352"/>
                        <a:pt x="10706" y="451"/>
                        <a:pt x="10907" y="646"/>
                      </a:cubicBezTo>
                      <a:cubicBezTo>
                        <a:pt x="11645" y="1384"/>
                        <a:pt x="10907" y="3325"/>
                        <a:pt x="10014" y="4206"/>
                      </a:cubicBezTo>
                      <a:cubicBezTo>
                        <a:pt x="9543" y="4677"/>
                        <a:pt x="9023" y="4874"/>
                        <a:pt x="8537" y="4874"/>
                      </a:cubicBezTo>
                      <a:cubicBezTo>
                        <a:pt x="6872" y="4874"/>
                        <a:pt x="5593" y="2566"/>
                        <a:pt x="7942" y="1027"/>
                      </a:cubicBezTo>
                      <a:cubicBezTo>
                        <a:pt x="8014" y="991"/>
                        <a:pt x="8049" y="884"/>
                        <a:pt x="7990" y="789"/>
                      </a:cubicBezTo>
                      <a:cubicBezTo>
                        <a:pt x="7961" y="745"/>
                        <a:pt x="7910" y="719"/>
                        <a:pt x="7855" y="719"/>
                      </a:cubicBezTo>
                      <a:cubicBezTo>
                        <a:pt x="7820" y="719"/>
                        <a:pt x="7784" y="730"/>
                        <a:pt x="7752" y="753"/>
                      </a:cubicBezTo>
                      <a:cubicBezTo>
                        <a:pt x="6335" y="1670"/>
                        <a:pt x="6073" y="2872"/>
                        <a:pt x="6490" y="3849"/>
                      </a:cubicBezTo>
                      <a:lnTo>
                        <a:pt x="5990" y="4337"/>
                      </a:lnTo>
                      <a:cubicBezTo>
                        <a:pt x="5894" y="4444"/>
                        <a:pt x="5847" y="4623"/>
                        <a:pt x="5918" y="4777"/>
                      </a:cubicBezTo>
                      <a:cubicBezTo>
                        <a:pt x="5621" y="5063"/>
                        <a:pt x="5156" y="5635"/>
                        <a:pt x="4787" y="6671"/>
                      </a:cubicBezTo>
                      <a:cubicBezTo>
                        <a:pt x="4430" y="7635"/>
                        <a:pt x="3847" y="7992"/>
                        <a:pt x="2930" y="8016"/>
                      </a:cubicBezTo>
                      <a:cubicBezTo>
                        <a:pt x="1370" y="8016"/>
                        <a:pt x="572" y="9504"/>
                        <a:pt x="310" y="10135"/>
                      </a:cubicBezTo>
                      <a:cubicBezTo>
                        <a:pt x="203" y="10397"/>
                        <a:pt x="132" y="10647"/>
                        <a:pt x="72" y="10873"/>
                      </a:cubicBezTo>
                      <a:cubicBezTo>
                        <a:pt x="1" y="11231"/>
                        <a:pt x="13" y="11326"/>
                        <a:pt x="215" y="11445"/>
                      </a:cubicBezTo>
                      <a:cubicBezTo>
                        <a:pt x="253" y="11467"/>
                        <a:pt x="289" y="11476"/>
                        <a:pt x="323" y="11476"/>
                      </a:cubicBezTo>
                      <a:cubicBezTo>
                        <a:pt x="419" y="11476"/>
                        <a:pt x="502" y="11402"/>
                        <a:pt x="572" y="11314"/>
                      </a:cubicBezTo>
                      <a:cubicBezTo>
                        <a:pt x="912" y="10893"/>
                        <a:pt x="1769" y="9205"/>
                        <a:pt x="3065" y="9205"/>
                      </a:cubicBezTo>
                      <a:cubicBezTo>
                        <a:pt x="3087" y="9205"/>
                        <a:pt x="3110" y="9206"/>
                        <a:pt x="3132" y="9207"/>
                      </a:cubicBezTo>
                      <a:cubicBezTo>
                        <a:pt x="3160" y="9207"/>
                        <a:pt x="3187" y="9208"/>
                        <a:pt x="3215" y="9208"/>
                      </a:cubicBezTo>
                      <a:cubicBezTo>
                        <a:pt x="4529" y="9208"/>
                        <a:pt x="5463" y="8371"/>
                        <a:pt x="5918" y="7099"/>
                      </a:cubicBezTo>
                      <a:cubicBezTo>
                        <a:pt x="6252" y="6194"/>
                        <a:pt x="6621" y="5778"/>
                        <a:pt x="6787" y="5635"/>
                      </a:cubicBezTo>
                      <a:cubicBezTo>
                        <a:pt x="6833" y="5652"/>
                        <a:pt x="6879" y="5661"/>
                        <a:pt x="6924" y="5661"/>
                      </a:cubicBezTo>
                      <a:cubicBezTo>
                        <a:pt x="7030" y="5661"/>
                        <a:pt x="7129" y="5615"/>
                        <a:pt x="7204" y="5539"/>
                      </a:cubicBezTo>
                      <a:lnTo>
                        <a:pt x="7692" y="5051"/>
                      </a:lnTo>
                      <a:cubicBezTo>
                        <a:pt x="7967" y="5171"/>
                        <a:pt x="8246" y="5226"/>
                        <a:pt x="8521" y="5226"/>
                      </a:cubicBezTo>
                      <a:cubicBezTo>
                        <a:pt x="9152" y="5226"/>
                        <a:pt x="9763" y="4933"/>
                        <a:pt x="10252" y="4444"/>
                      </a:cubicBezTo>
                      <a:cubicBezTo>
                        <a:pt x="10752" y="3932"/>
                        <a:pt x="11205" y="3146"/>
                        <a:pt x="11407" y="2396"/>
                      </a:cubicBezTo>
                      <a:cubicBezTo>
                        <a:pt x="11838" y="837"/>
                        <a:pt x="11177" y="0"/>
                        <a:pt x="1000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1" name="Google Shape;811;p33"/>
                <p:cNvSpPr/>
                <p:nvPr/>
              </p:nvSpPr>
              <p:spPr>
                <a:xfrm>
                  <a:off x="7965288" y="1499894"/>
                  <a:ext cx="202948" cy="193870"/>
                </a:xfrm>
                <a:custGeom>
                  <a:rect b="b" l="l" r="r" t="t"/>
                  <a:pathLst>
                    <a:path extrusionOk="0" h="6086" w="6371">
                      <a:moveTo>
                        <a:pt x="5278" y="341"/>
                      </a:moveTo>
                      <a:cubicBezTo>
                        <a:pt x="5440" y="341"/>
                        <a:pt x="5578" y="379"/>
                        <a:pt x="5668" y="466"/>
                      </a:cubicBezTo>
                      <a:cubicBezTo>
                        <a:pt x="6073" y="871"/>
                        <a:pt x="5442" y="2514"/>
                        <a:pt x="4513" y="2526"/>
                      </a:cubicBezTo>
                      <a:cubicBezTo>
                        <a:pt x="4509" y="2526"/>
                        <a:pt x="4504" y="2526"/>
                        <a:pt x="4500" y="2526"/>
                      </a:cubicBezTo>
                      <a:cubicBezTo>
                        <a:pt x="3826" y="2526"/>
                        <a:pt x="3220" y="1652"/>
                        <a:pt x="3942" y="930"/>
                      </a:cubicBezTo>
                      <a:cubicBezTo>
                        <a:pt x="4276" y="595"/>
                        <a:pt x="4858" y="341"/>
                        <a:pt x="5278" y="341"/>
                      </a:cubicBezTo>
                      <a:close/>
                      <a:moveTo>
                        <a:pt x="3525" y="2359"/>
                      </a:moveTo>
                      <a:cubicBezTo>
                        <a:pt x="3596" y="2466"/>
                        <a:pt x="3692" y="2549"/>
                        <a:pt x="3775" y="2609"/>
                      </a:cubicBezTo>
                      <a:lnTo>
                        <a:pt x="3680" y="2716"/>
                      </a:lnTo>
                      <a:lnTo>
                        <a:pt x="3418" y="2466"/>
                      </a:lnTo>
                      <a:lnTo>
                        <a:pt x="3525" y="2359"/>
                      </a:lnTo>
                      <a:close/>
                      <a:moveTo>
                        <a:pt x="5223" y="1"/>
                      </a:moveTo>
                      <a:cubicBezTo>
                        <a:pt x="4679" y="1"/>
                        <a:pt x="4024" y="324"/>
                        <a:pt x="3656" y="692"/>
                      </a:cubicBezTo>
                      <a:cubicBezTo>
                        <a:pt x="3287" y="1061"/>
                        <a:pt x="3120" y="1561"/>
                        <a:pt x="3311" y="2049"/>
                      </a:cubicBezTo>
                      <a:cubicBezTo>
                        <a:pt x="3132" y="2240"/>
                        <a:pt x="2977" y="2299"/>
                        <a:pt x="3037" y="2537"/>
                      </a:cubicBezTo>
                      <a:cubicBezTo>
                        <a:pt x="2299" y="3288"/>
                        <a:pt x="2620" y="4133"/>
                        <a:pt x="1572" y="4145"/>
                      </a:cubicBezTo>
                      <a:cubicBezTo>
                        <a:pt x="715" y="4145"/>
                        <a:pt x="298" y="4954"/>
                        <a:pt x="144" y="5288"/>
                      </a:cubicBezTo>
                      <a:cubicBezTo>
                        <a:pt x="84" y="5431"/>
                        <a:pt x="36" y="5562"/>
                        <a:pt x="25" y="5681"/>
                      </a:cubicBezTo>
                      <a:cubicBezTo>
                        <a:pt x="1" y="5824"/>
                        <a:pt x="1" y="5931"/>
                        <a:pt x="60" y="6002"/>
                      </a:cubicBezTo>
                      <a:cubicBezTo>
                        <a:pt x="144" y="6050"/>
                        <a:pt x="203" y="6086"/>
                        <a:pt x="263" y="6086"/>
                      </a:cubicBezTo>
                      <a:cubicBezTo>
                        <a:pt x="406" y="6086"/>
                        <a:pt x="501" y="5919"/>
                        <a:pt x="584" y="5788"/>
                      </a:cubicBezTo>
                      <a:cubicBezTo>
                        <a:pt x="781" y="5476"/>
                        <a:pt x="1168" y="4905"/>
                        <a:pt x="1670" y="4905"/>
                      </a:cubicBezTo>
                      <a:cubicBezTo>
                        <a:pt x="1685" y="4905"/>
                        <a:pt x="1700" y="4906"/>
                        <a:pt x="1715" y="4907"/>
                      </a:cubicBezTo>
                      <a:cubicBezTo>
                        <a:pt x="1735" y="4908"/>
                        <a:pt x="1755" y="4908"/>
                        <a:pt x="1775" y="4908"/>
                      </a:cubicBezTo>
                      <a:cubicBezTo>
                        <a:pt x="2074" y="4908"/>
                        <a:pt x="2350" y="4824"/>
                        <a:pt x="2584" y="4657"/>
                      </a:cubicBezTo>
                      <a:cubicBezTo>
                        <a:pt x="2668" y="4597"/>
                        <a:pt x="2680" y="4490"/>
                        <a:pt x="2632" y="4419"/>
                      </a:cubicBezTo>
                      <a:cubicBezTo>
                        <a:pt x="2603" y="4367"/>
                        <a:pt x="2546" y="4343"/>
                        <a:pt x="2491" y="4343"/>
                      </a:cubicBezTo>
                      <a:cubicBezTo>
                        <a:pt x="2456" y="4343"/>
                        <a:pt x="2421" y="4353"/>
                        <a:pt x="2394" y="4371"/>
                      </a:cubicBezTo>
                      <a:cubicBezTo>
                        <a:pt x="2203" y="4502"/>
                        <a:pt x="1977" y="4562"/>
                        <a:pt x="1727" y="4562"/>
                      </a:cubicBezTo>
                      <a:cubicBezTo>
                        <a:pt x="1718" y="4561"/>
                        <a:pt x="1710" y="4561"/>
                        <a:pt x="1701" y="4561"/>
                      </a:cubicBezTo>
                      <a:cubicBezTo>
                        <a:pt x="1225" y="4561"/>
                        <a:pt x="853" y="4877"/>
                        <a:pt x="596" y="5204"/>
                      </a:cubicBezTo>
                      <a:cubicBezTo>
                        <a:pt x="792" y="4813"/>
                        <a:pt x="1132" y="4477"/>
                        <a:pt x="1564" y="4477"/>
                      </a:cubicBezTo>
                      <a:cubicBezTo>
                        <a:pt x="1579" y="4477"/>
                        <a:pt x="1593" y="4477"/>
                        <a:pt x="1608" y="4478"/>
                      </a:cubicBezTo>
                      <a:cubicBezTo>
                        <a:pt x="2203" y="4478"/>
                        <a:pt x="2584" y="4192"/>
                        <a:pt x="2799" y="3609"/>
                      </a:cubicBezTo>
                      <a:cubicBezTo>
                        <a:pt x="2942" y="3192"/>
                        <a:pt x="3120" y="2942"/>
                        <a:pt x="3263" y="2788"/>
                      </a:cubicBezTo>
                      <a:lnTo>
                        <a:pt x="3334" y="2871"/>
                      </a:lnTo>
                      <a:cubicBezTo>
                        <a:pt x="3001" y="3228"/>
                        <a:pt x="2930" y="3645"/>
                        <a:pt x="2787" y="3907"/>
                      </a:cubicBezTo>
                      <a:cubicBezTo>
                        <a:pt x="2739" y="3978"/>
                        <a:pt x="2763" y="4085"/>
                        <a:pt x="2846" y="4133"/>
                      </a:cubicBezTo>
                      <a:cubicBezTo>
                        <a:pt x="2869" y="4148"/>
                        <a:pt x="2895" y="4155"/>
                        <a:pt x="2921" y="4155"/>
                      </a:cubicBezTo>
                      <a:cubicBezTo>
                        <a:pt x="2978" y="4155"/>
                        <a:pt x="3036" y="4122"/>
                        <a:pt x="3061" y="4073"/>
                      </a:cubicBezTo>
                      <a:cubicBezTo>
                        <a:pt x="3227" y="3764"/>
                        <a:pt x="3299" y="3359"/>
                        <a:pt x="3596" y="3061"/>
                      </a:cubicBezTo>
                      <a:cubicBezTo>
                        <a:pt x="3608" y="3061"/>
                        <a:pt x="3608" y="3073"/>
                        <a:pt x="3632" y="3073"/>
                      </a:cubicBezTo>
                      <a:cubicBezTo>
                        <a:pt x="3811" y="3073"/>
                        <a:pt x="3870" y="2930"/>
                        <a:pt x="4049" y="2776"/>
                      </a:cubicBezTo>
                      <a:cubicBezTo>
                        <a:pt x="4183" y="2825"/>
                        <a:pt x="4318" y="2848"/>
                        <a:pt x="4450" y="2848"/>
                      </a:cubicBezTo>
                      <a:cubicBezTo>
                        <a:pt x="4797" y="2848"/>
                        <a:pt x="5127" y="2689"/>
                        <a:pt x="5394" y="2430"/>
                      </a:cubicBezTo>
                      <a:cubicBezTo>
                        <a:pt x="5930" y="1895"/>
                        <a:pt x="6371" y="752"/>
                        <a:pt x="5859" y="228"/>
                      </a:cubicBezTo>
                      <a:cubicBezTo>
                        <a:pt x="5695" y="68"/>
                        <a:pt x="5470" y="1"/>
                        <a:pt x="5223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2" name="Google Shape;812;p33"/>
                <p:cNvSpPr/>
                <p:nvPr/>
              </p:nvSpPr>
              <p:spPr>
                <a:xfrm>
                  <a:off x="8137879" y="1673440"/>
                  <a:ext cx="207886" cy="194029"/>
                </a:xfrm>
                <a:custGeom>
                  <a:rect b="b" l="l" r="r" t="t"/>
                  <a:pathLst>
                    <a:path extrusionOk="0" h="6091" w="6526">
                      <a:moveTo>
                        <a:pt x="5242" y="346"/>
                      </a:moveTo>
                      <a:cubicBezTo>
                        <a:pt x="5404" y="346"/>
                        <a:pt x="5542" y="384"/>
                        <a:pt x="5632" y="471"/>
                      </a:cubicBezTo>
                      <a:cubicBezTo>
                        <a:pt x="5953" y="792"/>
                        <a:pt x="5656" y="1733"/>
                        <a:pt x="5179" y="2197"/>
                      </a:cubicBezTo>
                      <a:cubicBezTo>
                        <a:pt x="4947" y="2429"/>
                        <a:pt x="4696" y="2526"/>
                        <a:pt x="4464" y="2526"/>
                      </a:cubicBezTo>
                      <a:cubicBezTo>
                        <a:pt x="3754" y="2526"/>
                        <a:pt x="3218" y="1626"/>
                        <a:pt x="3917" y="935"/>
                      </a:cubicBezTo>
                      <a:cubicBezTo>
                        <a:pt x="4243" y="601"/>
                        <a:pt x="4823" y="346"/>
                        <a:pt x="5242" y="346"/>
                      </a:cubicBezTo>
                      <a:close/>
                      <a:moveTo>
                        <a:pt x="3512" y="2364"/>
                      </a:moveTo>
                      <a:cubicBezTo>
                        <a:pt x="3572" y="2447"/>
                        <a:pt x="3655" y="2543"/>
                        <a:pt x="3762" y="2614"/>
                      </a:cubicBezTo>
                      <a:lnTo>
                        <a:pt x="3655" y="2721"/>
                      </a:lnTo>
                      <a:lnTo>
                        <a:pt x="3405" y="2459"/>
                      </a:lnTo>
                      <a:lnTo>
                        <a:pt x="3512" y="2364"/>
                      </a:lnTo>
                      <a:close/>
                      <a:moveTo>
                        <a:pt x="5245" y="0"/>
                      </a:moveTo>
                      <a:cubicBezTo>
                        <a:pt x="4702" y="0"/>
                        <a:pt x="4047" y="329"/>
                        <a:pt x="3679" y="697"/>
                      </a:cubicBezTo>
                      <a:cubicBezTo>
                        <a:pt x="3298" y="1066"/>
                        <a:pt x="3143" y="1554"/>
                        <a:pt x="3334" y="2042"/>
                      </a:cubicBezTo>
                      <a:cubicBezTo>
                        <a:pt x="3155" y="2245"/>
                        <a:pt x="2989" y="2304"/>
                        <a:pt x="3048" y="2543"/>
                      </a:cubicBezTo>
                      <a:cubicBezTo>
                        <a:pt x="2322" y="3281"/>
                        <a:pt x="2631" y="4126"/>
                        <a:pt x="1596" y="4150"/>
                      </a:cubicBezTo>
                      <a:cubicBezTo>
                        <a:pt x="726" y="4150"/>
                        <a:pt x="310" y="4948"/>
                        <a:pt x="167" y="5293"/>
                      </a:cubicBezTo>
                      <a:cubicBezTo>
                        <a:pt x="107" y="5424"/>
                        <a:pt x="60" y="5555"/>
                        <a:pt x="48" y="5674"/>
                      </a:cubicBezTo>
                      <a:cubicBezTo>
                        <a:pt x="0" y="5852"/>
                        <a:pt x="0" y="5972"/>
                        <a:pt x="167" y="6067"/>
                      </a:cubicBezTo>
                      <a:cubicBezTo>
                        <a:pt x="193" y="6083"/>
                        <a:pt x="220" y="6091"/>
                        <a:pt x="248" y="6091"/>
                      </a:cubicBezTo>
                      <a:cubicBezTo>
                        <a:pt x="319" y="6091"/>
                        <a:pt x="389" y="6040"/>
                        <a:pt x="441" y="5972"/>
                      </a:cubicBezTo>
                      <a:cubicBezTo>
                        <a:pt x="616" y="5762"/>
                        <a:pt x="1054" y="4923"/>
                        <a:pt x="1654" y="4923"/>
                      </a:cubicBezTo>
                      <a:cubicBezTo>
                        <a:pt x="1666" y="4923"/>
                        <a:pt x="1678" y="4923"/>
                        <a:pt x="1691" y="4924"/>
                      </a:cubicBezTo>
                      <a:cubicBezTo>
                        <a:pt x="1709" y="4924"/>
                        <a:pt x="1728" y="4925"/>
                        <a:pt x="1746" y="4925"/>
                      </a:cubicBezTo>
                      <a:cubicBezTo>
                        <a:pt x="2059" y="4925"/>
                        <a:pt x="2348" y="4830"/>
                        <a:pt x="2584" y="4662"/>
                      </a:cubicBezTo>
                      <a:cubicBezTo>
                        <a:pt x="2667" y="4602"/>
                        <a:pt x="2679" y="4507"/>
                        <a:pt x="2631" y="4424"/>
                      </a:cubicBezTo>
                      <a:cubicBezTo>
                        <a:pt x="2596" y="4381"/>
                        <a:pt x="2543" y="4359"/>
                        <a:pt x="2491" y="4359"/>
                      </a:cubicBezTo>
                      <a:cubicBezTo>
                        <a:pt x="2456" y="4359"/>
                        <a:pt x="2422" y="4369"/>
                        <a:pt x="2393" y="4388"/>
                      </a:cubicBezTo>
                      <a:cubicBezTo>
                        <a:pt x="2216" y="4510"/>
                        <a:pt x="1999" y="4580"/>
                        <a:pt x="1769" y="4580"/>
                      </a:cubicBezTo>
                      <a:cubicBezTo>
                        <a:pt x="1751" y="4580"/>
                        <a:pt x="1733" y="4579"/>
                        <a:pt x="1715" y="4578"/>
                      </a:cubicBezTo>
                      <a:cubicBezTo>
                        <a:pt x="1706" y="4578"/>
                        <a:pt x="1697" y="4578"/>
                        <a:pt x="1688" y="4578"/>
                      </a:cubicBezTo>
                      <a:cubicBezTo>
                        <a:pt x="1201" y="4578"/>
                        <a:pt x="841" y="4894"/>
                        <a:pt x="583" y="5221"/>
                      </a:cubicBezTo>
                      <a:cubicBezTo>
                        <a:pt x="782" y="4823"/>
                        <a:pt x="1131" y="4483"/>
                        <a:pt x="1573" y="4483"/>
                      </a:cubicBezTo>
                      <a:cubicBezTo>
                        <a:pt x="1580" y="4483"/>
                        <a:pt x="1588" y="4483"/>
                        <a:pt x="1596" y="4483"/>
                      </a:cubicBezTo>
                      <a:cubicBezTo>
                        <a:pt x="2191" y="4483"/>
                        <a:pt x="2572" y="4209"/>
                        <a:pt x="2786" y="3626"/>
                      </a:cubicBezTo>
                      <a:cubicBezTo>
                        <a:pt x="2929" y="3209"/>
                        <a:pt x="3108" y="2959"/>
                        <a:pt x="3239" y="2804"/>
                      </a:cubicBezTo>
                      <a:lnTo>
                        <a:pt x="3322" y="2876"/>
                      </a:lnTo>
                      <a:cubicBezTo>
                        <a:pt x="2989" y="3257"/>
                        <a:pt x="2917" y="3650"/>
                        <a:pt x="2750" y="3947"/>
                      </a:cubicBezTo>
                      <a:cubicBezTo>
                        <a:pt x="2703" y="4031"/>
                        <a:pt x="2739" y="4126"/>
                        <a:pt x="2810" y="4174"/>
                      </a:cubicBezTo>
                      <a:cubicBezTo>
                        <a:pt x="2832" y="4189"/>
                        <a:pt x="2858" y="4195"/>
                        <a:pt x="2885" y="4195"/>
                      </a:cubicBezTo>
                      <a:cubicBezTo>
                        <a:pt x="2943" y="4195"/>
                        <a:pt x="3003" y="4163"/>
                        <a:pt x="3036" y="4114"/>
                      </a:cubicBezTo>
                      <a:cubicBezTo>
                        <a:pt x="3215" y="3793"/>
                        <a:pt x="3286" y="3376"/>
                        <a:pt x="3584" y="3078"/>
                      </a:cubicBezTo>
                      <a:cubicBezTo>
                        <a:pt x="3596" y="3078"/>
                        <a:pt x="3596" y="3090"/>
                        <a:pt x="3620" y="3090"/>
                      </a:cubicBezTo>
                      <a:cubicBezTo>
                        <a:pt x="3798" y="3090"/>
                        <a:pt x="3858" y="2935"/>
                        <a:pt x="4036" y="2793"/>
                      </a:cubicBezTo>
                      <a:cubicBezTo>
                        <a:pt x="4179" y="2844"/>
                        <a:pt x="4319" y="2868"/>
                        <a:pt x="4454" y="2868"/>
                      </a:cubicBezTo>
                      <a:cubicBezTo>
                        <a:pt x="5689" y="2868"/>
                        <a:pt x="6526" y="887"/>
                        <a:pt x="5882" y="233"/>
                      </a:cubicBezTo>
                      <a:cubicBezTo>
                        <a:pt x="5718" y="69"/>
                        <a:pt x="5493" y="0"/>
                        <a:pt x="524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13" name="Google Shape;813;p33"/>
              <p:cNvSpPr/>
              <p:nvPr/>
            </p:nvSpPr>
            <p:spPr>
              <a:xfrm>
                <a:off x="1168678" y="2433675"/>
                <a:ext cx="640800" cy="637500"/>
              </a:xfrm>
              <a:prstGeom prst="roundRect">
                <a:avLst>
                  <a:gd fmla="val 50000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33"/>
              <p:cNvSpPr/>
              <p:nvPr/>
            </p:nvSpPr>
            <p:spPr>
              <a:xfrm>
                <a:off x="1168656" y="2430961"/>
                <a:ext cx="640721" cy="642973"/>
              </a:xfrm>
              <a:custGeom>
                <a:rect b="b" l="l" r="r" t="t"/>
                <a:pathLst>
                  <a:path extrusionOk="0" h="24842" w="24755">
                    <a:moveTo>
                      <a:pt x="12463" y="733"/>
                    </a:moveTo>
                    <a:cubicBezTo>
                      <a:pt x="13540" y="733"/>
                      <a:pt x="14271" y="733"/>
                      <a:pt x="15068" y="905"/>
                    </a:cubicBezTo>
                    <a:cubicBezTo>
                      <a:pt x="15778" y="1077"/>
                      <a:pt x="16510" y="1357"/>
                      <a:pt x="17393" y="1809"/>
                    </a:cubicBezTo>
                    <a:cubicBezTo>
                      <a:pt x="19287" y="2692"/>
                      <a:pt x="20901" y="4392"/>
                      <a:pt x="21891" y="5576"/>
                    </a:cubicBezTo>
                    <a:cubicBezTo>
                      <a:pt x="22774" y="6738"/>
                      <a:pt x="23958" y="9063"/>
                      <a:pt x="24044" y="12378"/>
                    </a:cubicBezTo>
                    <a:lnTo>
                      <a:pt x="24044" y="12658"/>
                    </a:lnTo>
                    <a:cubicBezTo>
                      <a:pt x="24044" y="14272"/>
                      <a:pt x="23764" y="15521"/>
                      <a:pt x="23226" y="16683"/>
                    </a:cubicBezTo>
                    <a:cubicBezTo>
                      <a:pt x="22688" y="17846"/>
                      <a:pt x="21978" y="18922"/>
                      <a:pt x="21267" y="19998"/>
                    </a:cubicBezTo>
                    <a:cubicBezTo>
                      <a:pt x="20535" y="20988"/>
                      <a:pt x="19739" y="21806"/>
                      <a:pt x="18663" y="22430"/>
                    </a:cubicBezTo>
                    <a:cubicBezTo>
                      <a:pt x="17586" y="23055"/>
                      <a:pt x="16316" y="23421"/>
                      <a:pt x="14896" y="23873"/>
                    </a:cubicBezTo>
                    <a:cubicBezTo>
                      <a:pt x="14164" y="24045"/>
                      <a:pt x="13453" y="24131"/>
                      <a:pt x="12657" y="24131"/>
                    </a:cubicBezTo>
                    <a:cubicBezTo>
                      <a:pt x="10677" y="24131"/>
                      <a:pt x="8696" y="23507"/>
                      <a:pt x="7986" y="23334"/>
                    </a:cubicBezTo>
                    <a:cubicBezTo>
                      <a:pt x="7362" y="23055"/>
                      <a:pt x="6544" y="22796"/>
                      <a:pt x="5747" y="22258"/>
                    </a:cubicBezTo>
                    <a:cubicBezTo>
                      <a:pt x="4929" y="21720"/>
                      <a:pt x="3939" y="20902"/>
                      <a:pt x="3057" y="19568"/>
                    </a:cubicBezTo>
                    <a:cubicBezTo>
                      <a:pt x="1980" y="17953"/>
                      <a:pt x="1442" y="16597"/>
                      <a:pt x="1076" y="15262"/>
                    </a:cubicBezTo>
                    <a:cubicBezTo>
                      <a:pt x="818" y="13992"/>
                      <a:pt x="710" y="12658"/>
                      <a:pt x="710" y="11216"/>
                    </a:cubicBezTo>
                    <a:lnTo>
                      <a:pt x="710" y="11043"/>
                    </a:lnTo>
                    <a:cubicBezTo>
                      <a:pt x="710" y="9601"/>
                      <a:pt x="1162" y="8267"/>
                      <a:pt x="1894" y="6911"/>
                    </a:cubicBezTo>
                    <a:cubicBezTo>
                      <a:pt x="2691" y="5662"/>
                      <a:pt x="3595" y="4500"/>
                      <a:pt x="4477" y="3682"/>
                    </a:cubicBezTo>
                    <a:cubicBezTo>
                      <a:pt x="5381" y="2885"/>
                      <a:pt x="6630" y="2067"/>
                      <a:pt x="8072" y="1529"/>
                    </a:cubicBezTo>
                    <a:cubicBezTo>
                      <a:pt x="9514" y="991"/>
                      <a:pt x="11043" y="733"/>
                      <a:pt x="12377" y="733"/>
                    </a:cubicBezTo>
                    <a:close/>
                    <a:moveTo>
                      <a:pt x="12377" y="1"/>
                    </a:moveTo>
                    <a:cubicBezTo>
                      <a:pt x="10849" y="1"/>
                      <a:pt x="9234" y="367"/>
                      <a:pt x="7814" y="905"/>
                    </a:cubicBezTo>
                    <a:cubicBezTo>
                      <a:pt x="6372" y="1443"/>
                      <a:pt x="5016" y="2240"/>
                      <a:pt x="4047" y="3144"/>
                    </a:cubicBezTo>
                    <a:cubicBezTo>
                      <a:pt x="3057" y="4048"/>
                      <a:pt x="2067" y="5210"/>
                      <a:pt x="1249" y="6545"/>
                    </a:cubicBezTo>
                    <a:cubicBezTo>
                      <a:pt x="538" y="7901"/>
                      <a:pt x="0" y="9515"/>
                      <a:pt x="0" y="11043"/>
                    </a:cubicBezTo>
                    <a:lnTo>
                      <a:pt x="0" y="11216"/>
                    </a:lnTo>
                    <a:cubicBezTo>
                      <a:pt x="0" y="12744"/>
                      <a:pt x="86" y="14079"/>
                      <a:pt x="452" y="15435"/>
                    </a:cubicBezTo>
                    <a:cubicBezTo>
                      <a:pt x="710" y="16877"/>
                      <a:pt x="1356" y="18298"/>
                      <a:pt x="2519" y="19912"/>
                    </a:cubicBezTo>
                    <a:cubicBezTo>
                      <a:pt x="3401" y="21354"/>
                      <a:pt x="4391" y="22258"/>
                      <a:pt x="5381" y="22882"/>
                    </a:cubicBezTo>
                    <a:cubicBezTo>
                      <a:pt x="6286" y="23421"/>
                      <a:pt x="7168" y="23765"/>
                      <a:pt x="7814" y="23959"/>
                    </a:cubicBezTo>
                    <a:cubicBezTo>
                      <a:pt x="8524" y="24217"/>
                      <a:pt x="10504" y="24841"/>
                      <a:pt x="12657" y="24841"/>
                    </a:cubicBezTo>
                    <a:cubicBezTo>
                      <a:pt x="13453" y="24841"/>
                      <a:pt x="14271" y="24755"/>
                      <a:pt x="15068" y="24497"/>
                    </a:cubicBezTo>
                    <a:cubicBezTo>
                      <a:pt x="16596" y="24131"/>
                      <a:pt x="17845" y="23679"/>
                      <a:pt x="19007" y="23055"/>
                    </a:cubicBezTo>
                    <a:cubicBezTo>
                      <a:pt x="20191" y="22344"/>
                      <a:pt x="21073" y="21526"/>
                      <a:pt x="21891" y="20364"/>
                    </a:cubicBezTo>
                    <a:cubicBezTo>
                      <a:pt x="22602" y="19288"/>
                      <a:pt x="23312" y="18211"/>
                      <a:pt x="23850" y="16963"/>
                    </a:cubicBezTo>
                    <a:cubicBezTo>
                      <a:pt x="24388" y="15801"/>
                      <a:pt x="24754" y="14358"/>
                      <a:pt x="24754" y="12658"/>
                    </a:cubicBezTo>
                    <a:lnTo>
                      <a:pt x="24754" y="12378"/>
                    </a:lnTo>
                    <a:cubicBezTo>
                      <a:pt x="24668" y="8891"/>
                      <a:pt x="23506" y="6372"/>
                      <a:pt x="22430" y="5124"/>
                    </a:cubicBezTo>
                    <a:cubicBezTo>
                      <a:pt x="21439" y="3854"/>
                      <a:pt x="19739" y="2153"/>
                      <a:pt x="17759" y="1163"/>
                    </a:cubicBezTo>
                    <a:cubicBezTo>
                      <a:pt x="16768" y="733"/>
                      <a:pt x="16058" y="453"/>
                      <a:pt x="15240" y="195"/>
                    </a:cubicBezTo>
                    <a:cubicBezTo>
                      <a:pt x="14358" y="1"/>
                      <a:pt x="13540" y="1"/>
                      <a:pt x="124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33"/>
              <p:cNvSpPr/>
              <p:nvPr/>
            </p:nvSpPr>
            <p:spPr>
              <a:xfrm>
                <a:off x="1168678" y="3201450"/>
                <a:ext cx="640800" cy="637500"/>
              </a:xfrm>
              <a:prstGeom prst="roundRect">
                <a:avLst>
                  <a:gd fmla="val 50000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33"/>
              <p:cNvSpPr/>
              <p:nvPr/>
            </p:nvSpPr>
            <p:spPr>
              <a:xfrm>
                <a:off x="1168656" y="3198736"/>
                <a:ext cx="640721" cy="642973"/>
              </a:xfrm>
              <a:custGeom>
                <a:rect b="b" l="l" r="r" t="t"/>
                <a:pathLst>
                  <a:path extrusionOk="0" h="24842" w="24755">
                    <a:moveTo>
                      <a:pt x="12463" y="733"/>
                    </a:moveTo>
                    <a:cubicBezTo>
                      <a:pt x="13540" y="733"/>
                      <a:pt x="14271" y="733"/>
                      <a:pt x="15068" y="905"/>
                    </a:cubicBezTo>
                    <a:cubicBezTo>
                      <a:pt x="15778" y="1077"/>
                      <a:pt x="16510" y="1357"/>
                      <a:pt x="17393" y="1809"/>
                    </a:cubicBezTo>
                    <a:cubicBezTo>
                      <a:pt x="19287" y="2692"/>
                      <a:pt x="20901" y="4392"/>
                      <a:pt x="21891" y="5576"/>
                    </a:cubicBezTo>
                    <a:cubicBezTo>
                      <a:pt x="22774" y="6738"/>
                      <a:pt x="23958" y="9063"/>
                      <a:pt x="24044" y="12378"/>
                    </a:cubicBezTo>
                    <a:lnTo>
                      <a:pt x="24044" y="12658"/>
                    </a:lnTo>
                    <a:cubicBezTo>
                      <a:pt x="24044" y="14272"/>
                      <a:pt x="23764" y="15521"/>
                      <a:pt x="23226" y="16683"/>
                    </a:cubicBezTo>
                    <a:cubicBezTo>
                      <a:pt x="22688" y="17846"/>
                      <a:pt x="21978" y="18922"/>
                      <a:pt x="21267" y="19998"/>
                    </a:cubicBezTo>
                    <a:cubicBezTo>
                      <a:pt x="20535" y="20988"/>
                      <a:pt x="19739" y="21806"/>
                      <a:pt x="18663" y="22430"/>
                    </a:cubicBezTo>
                    <a:cubicBezTo>
                      <a:pt x="17586" y="23055"/>
                      <a:pt x="16316" y="23421"/>
                      <a:pt x="14896" y="23873"/>
                    </a:cubicBezTo>
                    <a:cubicBezTo>
                      <a:pt x="14164" y="24045"/>
                      <a:pt x="13453" y="24131"/>
                      <a:pt x="12657" y="24131"/>
                    </a:cubicBezTo>
                    <a:cubicBezTo>
                      <a:pt x="10677" y="24131"/>
                      <a:pt x="8696" y="23507"/>
                      <a:pt x="7986" y="23334"/>
                    </a:cubicBezTo>
                    <a:cubicBezTo>
                      <a:pt x="7362" y="23055"/>
                      <a:pt x="6544" y="22796"/>
                      <a:pt x="5747" y="22258"/>
                    </a:cubicBezTo>
                    <a:cubicBezTo>
                      <a:pt x="4929" y="21720"/>
                      <a:pt x="3939" y="20902"/>
                      <a:pt x="3057" y="19568"/>
                    </a:cubicBezTo>
                    <a:cubicBezTo>
                      <a:pt x="1980" y="17953"/>
                      <a:pt x="1442" y="16597"/>
                      <a:pt x="1076" y="15262"/>
                    </a:cubicBezTo>
                    <a:cubicBezTo>
                      <a:pt x="818" y="13992"/>
                      <a:pt x="710" y="12658"/>
                      <a:pt x="710" y="11216"/>
                    </a:cubicBezTo>
                    <a:lnTo>
                      <a:pt x="710" y="11043"/>
                    </a:lnTo>
                    <a:cubicBezTo>
                      <a:pt x="710" y="9601"/>
                      <a:pt x="1162" y="8267"/>
                      <a:pt x="1894" y="6911"/>
                    </a:cubicBezTo>
                    <a:cubicBezTo>
                      <a:pt x="2691" y="5662"/>
                      <a:pt x="3595" y="4500"/>
                      <a:pt x="4477" y="3682"/>
                    </a:cubicBezTo>
                    <a:cubicBezTo>
                      <a:pt x="5381" y="2885"/>
                      <a:pt x="6630" y="2067"/>
                      <a:pt x="8072" y="1529"/>
                    </a:cubicBezTo>
                    <a:cubicBezTo>
                      <a:pt x="9514" y="991"/>
                      <a:pt x="11043" y="733"/>
                      <a:pt x="12377" y="733"/>
                    </a:cubicBezTo>
                    <a:close/>
                    <a:moveTo>
                      <a:pt x="12377" y="1"/>
                    </a:moveTo>
                    <a:cubicBezTo>
                      <a:pt x="10849" y="1"/>
                      <a:pt x="9234" y="367"/>
                      <a:pt x="7814" y="905"/>
                    </a:cubicBezTo>
                    <a:cubicBezTo>
                      <a:pt x="6372" y="1443"/>
                      <a:pt x="5016" y="2240"/>
                      <a:pt x="4047" y="3144"/>
                    </a:cubicBezTo>
                    <a:cubicBezTo>
                      <a:pt x="3057" y="4048"/>
                      <a:pt x="2067" y="5210"/>
                      <a:pt x="1249" y="6545"/>
                    </a:cubicBezTo>
                    <a:cubicBezTo>
                      <a:pt x="538" y="7901"/>
                      <a:pt x="0" y="9515"/>
                      <a:pt x="0" y="11043"/>
                    </a:cubicBezTo>
                    <a:lnTo>
                      <a:pt x="0" y="11216"/>
                    </a:lnTo>
                    <a:cubicBezTo>
                      <a:pt x="0" y="12744"/>
                      <a:pt x="86" y="14079"/>
                      <a:pt x="452" y="15435"/>
                    </a:cubicBezTo>
                    <a:cubicBezTo>
                      <a:pt x="710" y="16877"/>
                      <a:pt x="1356" y="18298"/>
                      <a:pt x="2519" y="19912"/>
                    </a:cubicBezTo>
                    <a:cubicBezTo>
                      <a:pt x="3401" y="21354"/>
                      <a:pt x="4391" y="22258"/>
                      <a:pt x="5381" y="22882"/>
                    </a:cubicBezTo>
                    <a:cubicBezTo>
                      <a:pt x="6286" y="23421"/>
                      <a:pt x="7168" y="23765"/>
                      <a:pt x="7814" y="23959"/>
                    </a:cubicBezTo>
                    <a:cubicBezTo>
                      <a:pt x="8524" y="24217"/>
                      <a:pt x="10504" y="24841"/>
                      <a:pt x="12657" y="24841"/>
                    </a:cubicBezTo>
                    <a:cubicBezTo>
                      <a:pt x="13453" y="24841"/>
                      <a:pt x="14271" y="24755"/>
                      <a:pt x="15068" y="24497"/>
                    </a:cubicBezTo>
                    <a:cubicBezTo>
                      <a:pt x="16596" y="24131"/>
                      <a:pt x="17845" y="23679"/>
                      <a:pt x="19007" y="23055"/>
                    </a:cubicBezTo>
                    <a:cubicBezTo>
                      <a:pt x="20191" y="22344"/>
                      <a:pt x="21073" y="21526"/>
                      <a:pt x="21891" y="20364"/>
                    </a:cubicBezTo>
                    <a:cubicBezTo>
                      <a:pt x="22602" y="19288"/>
                      <a:pt x="23312" y="18211"/>
                      <a:pt x="23850" y="16963"/>
                    </a:cubicBezTo>
                    <a:cubicBezTo>
                      <a:pt x="24388" y="15801"/>
                      <a:pt x="24754" y="14358"/>
                      <a:pt x="24754" y="12658"/>
                    </a:cubicBezTo>
                    <a:lnTo>
                      <a:pt x="24754" y="12378"/>
                    </a:lnTo>
                    <a:cubicBezTo>
                      <a:pt x="24668" y="8891"/>
                      <a:pt x="23506" y="6372"/>
                      <a:pt x="22430" y="5124"/>
                    </a:cubicBezTo>
                    <a:cubicBezTo>
                      <a:pt x="21439" y="3854"/>
                      <a:pt x="19739" y="2153"/>
                      <a:pt x="17759" y="1163"/>
                    </a:cubicBezTo>
                    <a:cubicBezTo>
                      <a:pt x="16768" y="733"/>
                      <a:pt x="16058" y="453"/>
                      <a:pt x="15240" y="195"/>
                    </a:cubicBezTo>
                    <a:cubicBezTo>
                      <a:pt x="14358" y="1"/>
                      <a:pt x="13540" y="1"/>
                      <a:pt x="124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33"/>
              <p:cNvSpPr/>
              <p:nvPr/>
            </p:nvSpPr>
            <p:spPr>
              <a:xfrm>
                <a:off x="1298574" y="1843833"/>
                <a:ext cx="380877" cy="279088"/>
              </a:xfrm>
              <a:custGeom>
                <a:rect b="b" l="l" r="r" t="t"/>
                <a:pathLst>
                  <a:path extrusionOk="0" h="5452" w="7439">
                    <a:moveTo>
                      <a:pt x="6688" y="0"/>
                    </a:moveTo>
                    <a:cubicBezTo>
                      <a:pt x="6501" y="0"/>
                      <a:pt x="6317" y="85"/>
                      <a:pt x="6171" y="248"/>
                    </a:cubicBezTo>
                    <a:lnTo>
                      <a:pt x="3103" y="3717"/>
                    </a:lnTo>
                    <a:lnTo>
                      <a:pt x="1301" y="1349"/>
                    </a:lnTo>
                    <a:cubicBezTo>
                      <a:pt x="1183" y="1171"/>
                      <a:pt x="982" y="1075"/>
                      <a:pt x="776" y="1075"/>
                    </a:cubicBezTo>
                    <a:cubicBezTo>
                      <a:pt x="634" y="1075"/>
                      <a:pt x="490" y="1120"/>
                      <a:pt x="367" y="1215"/>
                    </a:cubicBezTo>
                    <a:cubicBezTo>
                      <a:pt x="67" y="1415"/>
                      <a:pt x="0" y="1849"/>
                      <a:pt x="234" y="2149"/>
                    </a:cubicBezTo>
                    <a:lnTo>
                      <a:pt x="2502" y="5185"/>
                    </a:lnTo>
                    <a:cubicBezTo>
                      <a:pt x="2602" y="5352"/>
                      <a:pt x="2802" y="5452"/>
                      <a:pt x="3002" y="5452"/>
                    </a:cubicBezTo>
                    <a:lnTo>
                      <a:pt x="3036" y="5452"/>
                    </a:lnTo>
                    <a:cubicBezTo>
                      <a:pt x="3236" y="5452"/>
                      <a:pt x="3436" y="5385"/>
                      <a:pt x="3570" y="5251"/>
                    </a:cubicBezTo>
                    <a:lnTo>
                      <a:pt x="7205" y="1149"/>
                    </a:lnTo>
                    <a:cubicBezTo>
                      <a:pt x="7439" y="848"/>
                      <a:pt x="7406" y="415"/>
                      <a:pt x="7139" y="181"/>
                    </a:cubicBezTo>
                    <a:cubicBezTo>
                      <a:pt x="7002" y="60"/>
                      <a:pt x="6844" y="0"/>
                      <a:pt x="66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33"/>
              <p:cNvSpPr/>
              <p:nvPr/>
            </p:nvSpPr>
            <p:spPr>
              <a:xfrm>
                <a:off x="1298574" y="2614258"/>
                <a:ext cx="380877" cy="279088"/>
              </a:xfrm>
              <a:custGeom>
                <a:rect b="b" l="l" r="r" t="t"/>
                <a:pathLst>
                  <a:path extrusionOk="0" h="5452" w="7439">
                    <a:moveTo>
                      <a:pt x="6688" y="0"/>
                    </a:moveTo>
                    <a:cubicBezTo>
                      <a:pt x="6501" y="0"/>
                      <a:pt x="6317" y="85"/>
                      <a:pt x="6171" y="248"/>
                    </a:cubicBezTo>
                    <a:lnTo>
                      <a:pt x="3103" y="3717"/>
                    </a:lnTo>
                    <a:lnTo>
                      <a:pt x="1301" y="1349"/>
                    </a:lnTo>
                    <a:cubicBezTo>
                      <a:pt x="1183" y="1171"/>
                      <a:pt x="982" y="1075"/>
                      <a:pt x="776" y="1075"/>
                    </a:cubicBezTo>
                    <a:cubicBezTo>
                      <a:pt x="634" y="1075"/>
                      <a:pt x="490" y="1120"/>
                      <a:pt x="367" y="1215"/>
                    </a:cubicBezTo>
                    <a:cubicBezTo>
                      <a:pt x="67" y="1415"/>
                      <a:pt x="0" y="1849"/>
                      <a:pt x="234" y="2149"/>
                    </a:cubicBezTo>
                    <a:lnTo>
                      <a:pt x="2502" y="5185"/>
                    </a:lnTo>
                    <a:cubicBezTo>
                      <a:pt x="2602" y="5352"/>
                      <a:pt x="2802" y="5452"/>
                      <a:pt x="3002" y="5452"/>
                    </a:cubicBezTo>
                    <a:lnTo>
                      <a:pt x="3036" y="5452"/>
                    </a:lnTo>
                    <a:cubicBezTo>
                      <a:pt x="3236" y="5452"/>
                      <a:pt x="3436" y="5385"/>
                      <a:pt x="3570" y="5251"/>
                    </a:cubicBezTo>
                    <a:lnTo>
                      <a:pt x="7205" y="1149"/>
                    </a:lnTo>
                    <a:cubicBezTo>
                      <a:pt x="7439" y="848"/>
                      <a:pt x="7406" y="415"/>
                      <a:pt x="7139" y="181"/>
                    </a:cubicBezTo>
                    <a:cubicBezTo>
                      <a:pt x="7002" y="60"/>
                      <a:pt x="6844" y="0"/>
                      <a:pt x="66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33"/>
              <p:cNvSpPr/>
              <p:nvPr/>
            </p:nvSpPr>
            <p:spPr>
              <a:xfrm>
                <a:off x="1298574" y="3384683"/>
                <a:ext cx="380877" cy="279088"/>
              </a:xfrm>
              <a:custGeom>
                <a:rect b="b" l="l" r="r" t="t"/>
                <a:pathLst>
                  <a:path extrusionOk="0" h="5452" w="7439">
                    <a:moveTo>
                      <a:pt x="6688" y="0"/>
                    </a:moveTo>
                    <a:cubicBezTo>
                      <a:pt x="6501" y="0"/>
                      <a:pt x="6317" y="85"/>
                      <a:pt x="6171" y="248"/>
                    </a:cubicBezTo>
                    <a:lnTo>
                      <a:pt x="3103" y="3717"/>
                    </a:lnTo>
                    <a:lnTo>
                      <a:pt x="1301" y="1349"/>
                    </a:lnTo>
                    <a:cubicBezTo>
                      <a:pt x="1183" y="1171"/>
                      <a:pt x="982" y="1075"/>
                      <a:pt x="776" y="1075"/>
                    </a:cubicBezTo>
                    <a:cubicBezTo>
                      <a:pt x="634" y="1075"/>
                      <a:pt x="490" y="1120"/>
                      <a:pt x="367" y="1215"/>
                    </a:cubicBezTo>
                    <a:cubicBezTo>
                      <a:pt x="67" y="1415"/>
                      <a:pt x="0" y="1849"/>
                      <a:pt x="234" y="2149"/>
                    </a:cubicBezTo>
                    <a:lnTo>
                      <a:pt x="2502" y="5185"/>
                    </a:lnTo>
                    <a:cubicBezTo>
                      <a:pt x="2602" y="5352"/>
                      <a:pt x="2802" y="5452"/>
                      <a:pt x="3002" y="5452"/>
                    </a:cubicBezTo>
                    <a:lnTo>
                      <a:pt x="3036" y="5452"/>
                    </a:lnTo>
                    <a:cubicBezTo>
                      <a:pt x="3236" y="5452"/>
                      <a:pt x="3436" y="5385"/>
                      <a:pt x="3570" y="5251"/>
                    </a:cubicBezTo>
                    <a:lnTo>
                      <a:pt x="7205" y="1149"/>
                    </a:lnTo>
                    <a:cubicBezTo>
                      <a:pt x="7439" y="848"/>
                      <a:pt x="7406" y="415"/>
                      <a:pt x="7139" y="181"/>
                    </a:cubicBezTo>
                    <a:cubicBezTo>
                      <a:pt x="7002" y="60"/>
                      <a:pt x="6844" y="0"/>
                      <a:pt x="66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20" name="Google Shape;820;p33"/>
          <p:cNvGrpSpPr/>
          <p:nvPr/>
        </p:nvGrpSpPr>
        <p:grpSpPr>
          <a:xfrm>
            <a:off x="4668193" y="1106790"/>
            <a:ext cx="3815807" cy="3383935"/>
            <a:chOff x="4668193" y="1106790"/>
            <a:chExt cx="3815807" cy="3383935"/>
          </a:xfrm>
        </p:grpSpPr>
        <p:grpSp>
          <p:nvGrpSpPr>
            <p:cNvPr id="821" name="Google Shape;821;p33"/>
            <p:cNvGrpSpPr/>
            <p:nvPr/>
          </p:nvGrpSpPr>
          <p:grpSpPr>
            <a:xfrm>
              <a:off x="4668193" y="1106790"/>
              <a:ext cx="3815807" cy="3383935"/>
              <a:chOff x="4668193" y="1106790"/>
              <a:chExt cx="3815807" cy="3383935"/>
            </a:xfrm>
          </p:grpSpPr>
          <p:grpSp>
            <p:nvGrpSpPr>
              <p:cNvPr id="822" name="Google Shape;822;p33"/>
              <p:cNvGrpSpPr/>
              <p:nvPr/>
            </p:nvGrpSpPr>
            <p:grpSpPr>
              <a:xfrm>
                <a:off x="4668193" y="1259224"/>
                <a:ext cx="3815807" cy="3231501"/>
                <a:chOff x="4668193" y="1259224"/>
                <a:chExt cx="3815807" cy="3231501"/>
              </a:xfrm>
            </p:grpSpPr>
            <p:sp>
              <p:nvSpPr>
                <p:cNvPr id="823" name="Google Shape;823;p33"/>
                <p:cNvSpPr/>
                <p:nvPr/>
              </p:nvSpPr>
              <p:spPr>
                <a:xfrm rot="10800000">
                  <a:off x="4668193" y="1327861"/>
                  <a:ext cx="3724207" cy="3162864"/>
                </a:xfrm>
                <a:custGeom>
                  <a:rect b="b" l="l" r="r" t="t"/>
                  <a:pathLst>
                    <a:path extrusionOk="0" h="132006" w="155678">
                      <a:moveTo>
                        <a:pt x="138767" y="30003"/>
                      </a:moveTo>
                      <a:cubicBezTo>
                        <a:pt x="125794" y="10311"/>
                        <a:pt x="90174" y="4230"/>
                        <a:pt x="67876" y="1855"/>
                      </a:cubicBezTo>
                      <a:cubicBezTo>
                        <a:pt x="45578" y="-520"/>
                        <a:pt x="12971" y="-3879"/>
                        <a:pt x="4978" y="15755"/>
                      </a:cubicBezTo>
                      <a:cubicBezTo>
                        <a:pt x="-3015" y="35389"/>
                        <a:pt x="-3536" y="102284"/>
                        <a:pt x="19920" y="119659"/>
                      </a:cubicBezTo>
                      <a:cubicBezTo>
                        <a:pt x="43377" y="137034"/>
                        <a:pt x="125909" y="134950"/>
                        <a:pt x="145717" y="120007"/>
                      </a:cubicBezTo>
                      <a:cubicBezTo>
                        <a:pt x="165525" y="105064"/>
                        <a:pt x="151741" y="49695"/>
                        <a:pt x="138767" y="300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824" name="Google Shape;824;p33"/>
                <p:cNvSpPr/>
                <p:nvPr/>
              </p:nvSpPr>
              <p:spPr>
                <a:xfrm rot="10800000">
                  <a:off x="4759793" y="1259224"/>
                  <a:ext cx="3724207" cy="3162864"/>
                </a:xfrm>
                <a:custGeom>
                  <a:rect b="b" l="l" r="r" t="t"/>
                  <a:pathLst>
                    <a:path extrusionOk="0" h="132006" w="155678">
                      <a:moveTo>
                        <a:pt x="138767" y="30003"/>
                      </a:moveTo>
                      <a:cubicBezTo>
                        <a:pt x="125794" y="10311"/>
                        <a:pt x="90174" y="4230"/>
                        <a:pt x="67876" y="1855"/>
                      </a:cubicBezTo>
                      <a:cubicBezTo>
                        <a:pt x="45578" y="-520"/>
                        <a:pt x="12971" y="-3879"/>
                        <a:pt x="4978" y="15755"/>
                      </a:cubicBezTo>
                      <a:cubicBezTo>
                        <a:pt x="-3015" y="35389"/>
                        <a:pt x="-3536" y="102284"/>
                        <a:pt x="19920" y="119659"/>
                      </a:cubicBezTo>
                      <a:cubicBezTo>
                        <a:pt x="43377" y="137034"/>
                        <a:pt x="125909" y="134950"/>
                        <a:pt x="145717" y="120007"/>
                      </a:cubicBezTo>
                      <a:cubicBezTo>
                        <a:pt x="165525" y="105064"/>
                        <a:pt x="151741" y="49695"/>
                        <a:pt x="138767" y="30003"/>
                      </a:cubicBezTo>
                      <a:close/>
                    </a:path>
                  </a:pathLst>
                </a:cu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</p:grpSp>
          <p:grpSp>
            <p:nvGrpSpPr>
              <p:cNvPr id="825" name="Google Shape;825;p33"/>
              <p:cNvGrpSpPr/>
              <p:nvPr/>
            </p:nvGrpSpPr>
            <p:grpSpPr>
              <a:xfrm>
                <a:off x="7876084" y="1284359"/>
                <a:ext cx="377583" cy="378805"/>
                <a:chOff x="4209575" y="5522788"/>
                <a:chExt cx="220873" cy="221614"/>
              </a:xfrm>
            </p:grpSpPr>
            <p:sp>
              <p:nvSpPr>
                <p:cNvPr id="826" name="Google Shape;826;p33"/>
                <p:cNvSpPr/>
                <p:nvPr/>
              </p:nvSpPr>
              <p:spPr>
                <a:xfrm>
                  <a:off x="4288451" y="5523583"/>
                  <a:ext cx="141996" cy="220819"/>
                </a:xfrm>
                <a:custGeom>
                  <a:rect b="b" l="l" r="r" t="t"/>
                  <a:pathLst>
                    <a:path extrusionOk="0" h="10002" w="6431">
                      <a:moveTo>
                        <a:pt x="4025" y="0"/>
                      </a:moveTo>
                      <a:cubicBezTo>
                        <a:pt x="3870" y="0"/>
                        <a:pt x="3704" y="60"/>
                        <a:pt x="3608" y="179"/>
                      </a:cubicBezTo>
                      <a:lnTo>
                        <a:pt x="1465" y="2322"/>
                      </a:lnTo>
                      <a:lnTo>
                        <a:pt x="299" y="1167"/>
                      </a:lnTo>
                      <a:cubicBezTo>
                        <a:pt x="269" y="1138"/>
                        <a:pt x="227" y="1123"/>
                        <a:pt x="184" y="1123"/>
                      </a:cubicBezTo>
                      <a:cubicBezTo>
                        <a:pt x="141" y="1123"/>
                        <a:pt x="96" y="1138"/>
                        <a:pt x="60" y="1167"/>
                      </a:cubicBezTo>
                      <a:cubicBezTo>
                        <a:pt x="1" y="1227"/>
                        <a:pt x="1" y="1322"/>
                        <a:pt x="60" y="1405"/>
                      </a:cubicBezTo>
                      <a:lnTo>
                        <a:pt x="1346" y="2679"/>
                      </a:lnTo>
                      <a:cubicBezTo>
                        <a:pt x="1370" y="2715"/>
                        <a:pt x="1418" y="2727"/>
                        <a:pt x="1465" y="2727"/>
                      </a:cubicBezTo>
                      <a:cubicBezTo>
                        <a:pt x="1501" y="2727"/>
                        <a:pt x="1549" y="2715"/>
                        <a:pt x="1584" y="2679"/>
                      </a:cubicBezTo>
                      <a:lnTo>
                        <a:pt x="3847" y="417"/>
                      </a:lnTo>
                      <a:cubicBezTo>
                        <a:pt x="3882" y="370"/>
                        <a:pt x="3966" y="346"/>
                        <a:pt x="4037" y="346"/>
                      </a:cubicBezTo>
                      <a:cubicBezTo>
                        <a:pt x="4109" y="346"/>
                        <a:pt x="4168" y="370"/>
                        <a:pt x="4228" y="417"/>
                      </a:cubicBezTo>
                      <a:lnTo>
                        <a:pt x="6049" y="2239"/>
                      </a:lnTo>
                      <a:cubicBezTo>
                        <a:pt x="6085" y="2275"/>
                        <a:pt x="6121" y="2358"/>
                        <a:pt x="6121" y="2429"/>
                      </a:cubicBezTo>
                      <a:cubicBezTo>
                        <a:pt x="6121" y="2501"/>
                        <a:pt x="6085" y="2560"/>
                        <a:pt x="6049" y="2620"/>
                      </a:cubicBezTo>
                      <a:lnTo>
                        <a:pt x="3775" y="4882"/>
                      </a:lnTo>
                      <a:cubicBezTo>
                        <a:pt x="3716" y="4942"/>
                        <a:pt x="3716" y="5049"/>
                        <a:pt x="3775" y="5120"/>
                      </a:cubicBezTo>
                      <a:lnTo>
                        <a:pt x="6049" y="7382"/>
                      </a:lnTo>
                      <a:cubicBezTo>
                        <a:pt x="6085" y="7430"/>
                        <a:pt x="6121" y="7501"/>
                        <a:pt x="6121" y="7573"/>
                      </a:cubicBezTo>
                      <a:cubicBezTo>
                        <a:pt x="6121" y="7656"/>
                        <a:pt x="6085" y="7716"/>
                        <a:pt x="6049" y="7775"/>
                      </a:cubicBezTo>
                      <a:lnTo>
                        <a:pt x="4228" y="9585"/>
                      </a:lnTo>
                      <a:cubicBezTo>
                        <a:pt x="4174" y="9639"/>
                        <a:pt x="4103" y="9665"/>
                        <a:pt x="4033" y="9665"/>
                      </a:cubicBezTo>
                      <a:cubicBezTo>
                        <a:pt x="3963" y="9665"/>
                        <a:pt x="3894" y="9639"/>
                        <a:pt x="3847" y="9585"/>
                      </a:cubicBezTo>
                      <a:lnTo>
                        <a:pt x="2989" y="8740"/>
                      </a:lnTo>
                      <a:cubicBezTo>
                        <a:pt x="2960" y="8710"/>
                        <a:pt x="2921" y="8695"/>
                        <a:pt x="2879" y="8695"/>
                      </a:cubicBezTo>
                      <a:cubicBezTo>
                        <a:pt x="2838" y="8695"/>
                        <a:pt x="2793" y="8710"/>
                        <a:pt x="2751" y="8740"/>
                      </a:cubicBezTo>
                      <a:cubicBezTo>
                        <a:pt x="2692" y="8799"/>
                        <a:pt x="2692" y="8906"/>
                        <a:pt x="2751" y="8978"/>
                      </a:cubicBezTo>
                      <a:lnTo>
                        <a:pt x="3608" y="9823"/>
                      </a:lnTo>
                      <a:cubicBezTo>
                        <a:pt x="3728" y="9942"/>
                        <a:pt x="3870" y="10002"/>
                        <a:pt x="4025" y="10002"/>
                      </a:cubicBezTo>
                      <a:cubicBezTo>
                        <a:pt x="4168" y="10002"/>
                        <a:pt x="4335" y="9942"/>
                        <a:pt x="4442" y="9823"/>
                      </a:cubicBezTo>
                      <a:lnTo>
                        <a:pt x="6252" y="8013"/>
                      </a:lnTo>
                      <a:cubicBezTo>
                        <a:pt x="6371" y="7894"/>
                        <a:pt x="6430" y="7740"/>
                        <a:pt x="6430" y="7597"/>
                      </a:cubicBezTo>
                      <a:cubicBezTo>
                        <a:pt x="6430" y="7430"/>
                        <a:pt x="6371" y="7275"/>
                        <a:pt x="6252" y="7180"/>
                      </a:cubicBezTo>
                      <a:lnTo>
                        <a:pt x="4109" y="4977"/>
                      </a:lnTo>
                      <a:lnTo>
                        <a:pt x="6252" y="2834"/>
                      </a:lnTo>
                      <a:cubicBezTo>
                        <a:pt x="6371" y="2715"/>
                        <a:pt x="6430" y="2560"/>
                        <a:pt x="6430" y="2417"/>
                      </a:cubicBezTo>
                      <a:cubicBezTo>
                        <a:pt x="6430" y="2251"/>
                        <a:pt x="6371" y="2096"/>
                        <a:pt x="6252" y="2001"/>
                      </a:cubicBezTo>
                      <a:lnTo>
                        <a:pt x="4442" y="179"/>
                      </a:lnTo>
                      <a:cubicBezTo>
                        <a:pt x="4323" y="60"/>
                        <a:pt x="4168" y="0"/>
                        <a:pt x="40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7" name="Google Shape;827;p33"/>
                <p:cNvSpPr/>
                <p:nvPr/>
              </p:nvSpPr>
              <p:spPr>
                <a:xfrm>
                  <a:off x="4209575" y="5522788"/>
                  <a:ext cx="135682" cy="220311"/>
                </a:xfrm>
                <a:custGeom>
                  <a:rect b="b" l="l" r="r" t="t"/>
                  <a:pathLst>
                    <a:path extrusionOk="0" h="9979" w="6145">
                      <a:moveTo>
                        <a:pt x="2477" y="1"/>
                      </a:moveTo>
                      <a:cubicBezTo>
                        <a:pt x="2311" y="1"/>
                        <a:pt x="2156" y="60"/>
                        <a:pt x="2061" y="179"/>
                      </a:cubicBezTo>
                      <a:lnTo>
                        <a:pt x="239" y="2001"/>
                      </a:lnTo>
                      <a:cubicBezTo>
                        <a:pt x="1" y="2239"/>
                        <a:pt x="1" y="2608"/>
                        <a:pt x="239" y="2846"/>
                      </a:cubicBezTo>
                      <a:lnTo>
                        <a:pt x="2382" y="4989"/>
                      </a:lnTo>
                      <a:lnTo>
                        <a:pt x="239" y="7133"/>
                      </a:lnTo>
                      <a:cubicBezTo>
                        <a:pt x="1" y="7371"/>
                        <a:pt x="1" y="7752"/>
                        <a:pt x="239" y="7990"/>
                      </a:cubicBezTo>
                      <a:lnTo>
                        <a:pt x="2061" y="9800"/>
                      </a:lnTo>
                      <a:cubicBezTo>
                        <a:pt x="2180" y="9919"/>
                        <a:pt x="2323" y="9978"/>
                        <a:pt x="2477" y="9978"/>
                      </a:cubicBezTo>
                      <a:cubicBezTo>
                        <a:pt x="2620" y="9978"/>
                        <a:pt x="2787" y="9919"/>
                        <a:pt x="2882" y="9800"/>
                      </a:cubicBezTo>
                      <a:lnTo>
                        <a:pt x="5037" y="7656"/>
                      </a:lnTo>
                      <a:lnTo>
                        <a:pt x="5859" y="8490"/>
                      </a:lnTo>
                      <a:cubicBezTo>
                        <a:pt x="5895" y="8520"/>
                        <a:pt x="5936" y="8535"/>
                        <a:pt x="5978" y="8535"/>
                      </a:cubicBezTo>
                      <a:cubicBezTo>
                        <a:pt x="6020" y="8535"/>
                        <a:pt x="6061" y="8520"/>
                        <a:pt x="6097" y="8490"/>
                      </a:cubicBezTo>
                      <a:cubicBezTo>
                        <a:pt x="6145" y="8430"/>
                        <a:pt x="6145" y="8323"/>
                        <a:pt x="6085" y="8264"/>
                      </a:cubicBezTo>
                      <a:lnTo>
                        <a:pt x="5156" y="7335"/>
                      </a:lnTo>
                      <a:cubicBezTo>
                        <a:pt x="5121" y="7299"/>
                        <a:pt x="5073" y="7287"/>
                        <a:pt x="5037" y="7287"/>
                      </a:cubicBezTo>
                      <a:cubicBezTo>
                        <a:pt x="4990" y="7287"/>
                        <a:pt x="4942" y="7299"/>
                        <a:pt x="4918" y="7335"/>
                      </a:cubicBezTo>
                      <a:lnTo>
                        <a:pt x="2656" y="9597"/>
                      </a:lnTo>
                      <a:cubicBezTo>
                        <a:pt x="2608" y="9633"/>
                        <a:pt x="2537" y="9669"/>
                        <a:pt x="2454" y="9669"/>
                      </a:cubicBezTo>
                      <a:cubicBezTo>
                        <a:pt x="2382" y="9669"/>
                        <a:pt x="2323" y="9633"/>
                        <a:pt x="2263" y="9597"/>
                      </a:cubicBezTo>
                      <a:lnTo>
                        <a:pt x="453" y="7776"/>
                      </a:lnTo>
                      <a:cubicBezTo>
                        <a:pt x="346" y="7668"/>
                        <a:pt x="346" y="7490"/>
                        <a:pt x="453" y="7395"/>
                      </a:cubicBezTo>
                      <a:lnTo>
                        <a:pt x="2716" y="5132"/>
                      </a:lnTo>
                      <a:cubicBezTo>
                        <a:pt x="2739" y="5097"/>
                        <a:pt x="2751" y="5049"/>
                        <a:pt x="2751" y="5013"/>
                      </a:cubicBezTo>
                      <a:cubicBezTo>
                        <a:pt x="2751" y="4966"/>
                        <a:pt x="2739" y="4918"/>
                        <a:pt x="2716" y="4894"/>
                      </a:cubicBezTo>
                      <a:lnTo>
                        <a:pt x="453" y="2632"/>
                      </a:lnTo>
                      <a:cubicBezTo>
                        <a:pt x="346" y="2525"/>
                        <a:pt x="346" y="2346"/>
                        <a:pt x="453" y="2239"/>
                      </a:cubicBezTo>
                      <a:lnTo>
                        <a:pt x="2263" y="417"/>
                      </a:lnTo>
                      <a:cubicBezTo>
                        <a:pt x="2311" y="382"/>
                        <a:pt x="2382" y="346"/>
                        <a:pt x="2454" y="346"/>
                      </a:cubicBezTo>
                      <a:cubicBezTo>
                        <a:pt x="2537" y="346"/>
                        <a:pt x="2597" y="382"/>
                        <a:pt x="2656" y="417"/>
                      </a:cubicBezTo>
                      <a:lnTo>
                        <a:pt x="3168" y="941"/>
                      </a:lnTo>
                      <a:cubicBezTo>
                        <a:pt x="3198" y="971"/>
                        <a:pt x="3239" y="986"/>
                        <a:pt x="3283" y="986"/>
                      </a:cubicBezTo>
                      <a:cubicBezTo>
                        <a:pt x="3326" y="986"/>
                        <a:pt x="3370" y="971"/>
                        <a:pt x="3406" y="941"/>
                      </a:cubicBezTo>
                      <a:cubicBezTo>
                        <a:pt x="3466" y="882"/>
                        <a:pt x="3466" y="775"/>
                        <a:pt x="3406" y="703"/>
                      </a:cubicBezTo>
                      <a:lnTo>
                        <a:pt x="2882" y="179"/>
                      </a:lnTo>
                      <a:cubicBezTo>
                        <a:pt x="2775" y="60"/>
                        <a:pt x="2620" y="1"/>
                        <a:pt x="247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28" name="Google Shape;828;p33"/>
              <p:cNvSpPr/>
              <p:nvPr/>
            </p:nvSpPr>
            <p:spPr>
              <a:xfrm>
                <a:off x="7699163" y="1109875"/>
                <a:ext cx="731400" cy="727800"/>
              </a:xfrm>
              <a:prstGeom prst="roundRect">
                <a:avLst>
                  <a:gd fmla="val 50000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33"/>
              <p:cNvSpPr/>
              <p:nvPr/>
            </p:nvSpPr>
            <p:spPr>
              <a:xfrm>
                <a:off x="7699163" y="1106790"/>
                <a:ext cx="731386" cy="733957"/>
              </a:xfrm>
              <a:custGeom>
                <a:rect b="b" l="l" r="r" t="t"/>
                <a:pathLst>
                  <a:path extrusionOk="0" h="24842" w="24755">
                    <a:moveTo>
                      <a:pt x="12463" y="733"/>
                    </a:moveTo>
                    <a:cubicBezTo>
                      <a:pt x="13540" y="733"/>
                      <a:pt x="14271" y="733"/>
                      <a:pt x="15068" y="905"/>
                    </a:cubicBezTo>
                    <a:cubicBezTo>
                      <a:pt x="15778" y="1077"/>
                      <a:pt x="16510" y="1357"/>
                      <a:pt x="17393" y="1809"/>
                    </a:cubicBezTo>
                    <a:cubicBezTo>
                      <a:pt x="19287" y="2692"/>
                      <a:pt x="20901" y="4392"/>
                      <a:pt x="21891" y="5576"/>
                    </a:cubicBezTo>
                    <a:cubicBezTo>
                      <a:pt x="22774" y="6738"/>
                      <a:pt x="23958" y="9063"/>
                      <a:pt x="24044" y="12378"/>
                    </a:cubicBezTo>
                    <a:lnTo>
                      <a:pt x="24044" y="12658"/>
                    </a:lnTo>
                    <a:cubicBezTo>
                      <a:pt x="24044" y="14272"/>
                      <a:pt x="23764" y="15521"/>
                      <a:pt x="23226" y="16683"/>
                    </a:cubicBezTo>
                    <a:cubicBezTo>
                      <a:pt x="22688" y="17846"/>
                      <a:pt x="21978" y="18922"/>
                      <a:pt x="21267" y="19998"/>
                    </a:cubicBezTo>
                    <a:cubicBezTo>
                      <a:pt x="20535" y="20988"/>
                      <a:pt x="19739" y="21806"/>
                      <a:pt x="18663" y="22430"/>
                    </a:cubicBezTo>
                    <a:cubicBezTo>
                      <a:pt x="17586" y="23055"/>
                      <a:pt x="16316" y="23421"/>
                      <a:pt x="14896" y="23873"/>
                    </a:cubicBezTo>
                    <a:cubicBezTo>
                      <a:pt x="14164" y="24045"/>
                      <a:pt x="13453" y="24131"/>
                      <a:pt x="12657" y="24131"/>
                    </a:cubicBezTo>
                    <a:cubicBezTo>
                      <a:pt x="10677" y="24131"/>
                      <a:pt x="8696" y="23507"/>
                      <a:pt x="7986" y="23334"/>
                    </a:cubicBezTo>
                    <a:cubicBezTo>
                      <a:pt x="7362" y="23055"/>
                      <a:pt x="6544" y="22796"/>
                      <a:pt x="5747" y="22258"/>
                    </a:cubicBezTo>
                    <a:cubicBezTo>
                      <a:pt x="4929" y="21720"/>
                      <a:pt x="3939" y="20902"/>
                      <a:pt x="3057" y="19568"/>
                    </a:cubicBezTo>
                    <a:cubicBezTo>
                      <a:pt x="1980" y="17953"/>
                      <a:pt x="1442" y="16597"/>
                      <a:pt x="1076" y="15262"/>
                    </a:cubicBezTo>
                    <a:cubicBezTo>
                      <a:pt x="818" y="13992"/>
                      <a:pt x="710" y="12658"/>
                      <a:pt x="710" y="11216"/>
                    </a:cubicBezTo>
                    <a:lnTo>
                      <a:pt x="710" y="11043"/>
                    </a:lnTo>
                    <a:cubicBezTo>
                      <a:pt x="710" y="9601"/>
                      <a:pt x="1162" y="8267"/>
                      <a:pt x="1894" y="6911"/>
                    </a:cubicBezTo>
                    <a:cubicBezTo>
                      <a:pt x="2691" y="5662"/>
                      <a:pt x="3595" y="4500"/>
                      <a:pt x="4477" y="3682"/>
                    </a:cubicBezTo>
                    <a:cubicBezTo>
                      <a:pt x="5381" y="2885"/>
                      <a:pt x="6630" y="2067"/>
                      <a:pt x="8072" y="1529"/>
                    </a:cubicBezTo>
                    <a:cubicBezTo>
                      <a:pt x="9514" y="991"/>
                      <a:pt x="11043" y="733"/>
                      <a:pt x="12377" y="733"/>
                    </a:cubicBezTo>
                    <a:close/>
                    <a:moveTo>
                      <a:pt x="12377" y="1"/>
                    </a:moveTo>
                    <a:cubicBezTo>
                      <a:pt x="10849" y="1"/>
                      <a:pt x="9234" y="367"/>
                      <a:pt x="7814" y="905"/>
                    </a:cubicBezTo>
                    <a:cubicBezTo>
                      <a:pt x="6372" y="1443"/>
                      <a:pt x="5016" y="2240"/>
                      <a:pt x="4047" y="3144"/>
                    </a:cubicBezTo>
                    <a:cubicBezTo>
                      <a:pt x="3057" y="4048"/>
                      <a:pt x="2067" y="5210"/>
                      <a:pt x="1249" y="6545"/>
                    </a:cubicBezTo>
                    <a:cubicBezTo>
                      <a:pt x="538" y="7901"/>
                      <a:pt x="0" y="9515"/>
                      <a:pt x="0" y="11043"/>
                    </a:cubicBezTo>
                    <a:lnTo>
                      <a:pt x="0" y="11216"/>
                    </a:lnTo>
                    <a:cubicBezTo>
                      <a:pt x="0" y="12744"/>
                      <a:pt x="86" y="14079"/>
                      <a:pt x="452" y="15435"/>
                    </a:cubicBezTo>
                    <a:cubicBezTo>
                      <a:pt x="710" y="16877"/>
                      <a:pt x="1356" y="18298"/>
                      <a:pt x="2519" y="19912"/>
                    </a:cubicBezTo>
                    <a:cubicBezTo>
                      <a:pt x="3401" y="21354"/>
                      <a:pt x="4391" y="22258"/>
                      <a:pt x="5381" y="22882"/>
                    </a:cubicBezTo>
                    <a:cubicBezTo>
                      <a:pt x="6286" y="23421"/>
                      <a:pt x="7168" y="23765"/>
                      <a:pt x="7814" y="23959"/>
                    </a:cubicBezTo>
                    <a:cubicBezTo>
                      <a:pt x="8524" y="24217"/>
                      <a:pt x="10504" y="24841"/>
                      <a:pt x="12657" y="24841"/>
                    </a:cubicBezTo>
                    <a:cubicBezTo>
                      <a:pt x="13453" y="24841"/>
                      <a:pt x="14271" y="24755"/>
                      <a:pt x="15068" y="24497"/>
                    </a:cubicBezTo>
                    <a:cubicBezTo>
                      <a:pt x="16596" y="24131"/>
                      <a:pt x="17845" y="23679"/>
                      <a:pt x="19007" y="23055"/>
                    </a:cubicBezTo>
                    <a:cubicBezTo>
                      <a:pt x="20191" y="22344"/>
                      <a:pt x="21073" y="21526"/>
                      <a:pt x="21891" y="20364"/>
                    </a:cubicBezTo>
                    <a:cubicBezTo>
                      <a:pt x="22602" y="19288"/>
                      <a:pt x="23312" y="18211"/>
                      <a:pt x="23850" y="16963"/>
                    </a:cubicBezTo>
                    <a:cubicBezTo>
                      <a:pt x="24388" y="15801"/>
                      <a:pt x="24754" y="14358"/>
                      <a:pt x="24754" y="12658"/>
                    </a:cubicBezTo>
                    <a:lnTo>
                      <a:pt x="24754" y="12378"/>
                    </a:lnTo>
                    <a:cubicBezTo>
                      <a:pt x="24668" y="8891"/>
                      <a:pt x="23506" y="6372"/>
                      <a:pt x="22430" y="5124"/>
                    </a:cubicBezTo>
                    <a:cubicBezTo>
                      <a:pt x="21439" y="3854"/>
                      <a:pt x="19739" y="2153"/>
                      <a:pt x="17759" y="1163"/>
                    </a:cubicBezTo>
                    <a:cubicBezTo>
                      <a:pt x="16768" y="733"/>
                      <a:pt x="16058" y="453"/>
                      <a:pt x="15240" y="195"/>
                    </a:cubicBezTo>
                    <a:cubicBezTo>
                      <a:pt x="14358" y="1"/>
                      <a:pt x="13540" y="1"/>
                      <a:pt x="124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33"/>
              <p:cNvSpPr/>
              <p:nvPr/>
            </p:nvSpPr>
            <p:spPr>
              <a:xfrm>
                <a:off x="7876058" y="1284953"/>
                <a:ext cx="377600" cy="377644"/>
              </a:xfrm>
              <a:custGeom>
                <a:rect b="b" l="l" r="r" t="t"/>
                <a:pathLst>
                  <a:path extrusionOk="0" h="6093" w="6239">
                    <a:moveTo>
                      <a:pt x="763" y="1"/>
                    </a:moveTo>
                    <a:cubicBezTo>
                      <a:pt x="598" y="1"/>
                      <a:pt x="430" y="60"/>
                      <a:pt x="301" y="189"/>
                    </a:cubicBezTo>
                    <a:cubicBezTo>
                      <a:pt x="34" y="422"/>
                      <a:pt x="34" y="889"/>
                      <a:pt x="301" y="1156"/>
                    </a:cubicBezTo>
                    <a:lnTo>
                      <a:pt x="2169" y="3057"/>
                    </a:lnTo>
                    <a:lnTo>
                      <a:pt x="268" y="4925"/>
                    </a:lnTo>
                    <a:cubicBezTo>
                      <a:pt x="1" y="5192"/>
                      <a:pt x="1" y="5593"/>
                      <a:pt x="234" y="5859"/>
                    </a:cubicBezTo>
                    <a:cubicBezTo>
                      <a:pt x="376" y="6001"/>
                      <a:pt x="565" y="6077"/>
                      <a:pt x="751" y="6077"/>
                    </a:cubicBezTo>
                    <a:cubicBezTo>
                      <a:pt x="915" y="6077"/>
                      <a:pt x="1076" y="6018"/>
                      <a:pt x="1202" y="5893"/>
                    </a:cubicBezTo>
                    <a:lnTo>
                      <a:pt x="3103" y="3991"/>
                    </a:lnTo>
                    <a:lnTo>
                      <a:pt x="4971" y="5893"/>
                    </a:lnTo>
                    <a:cubicBezTo>
                      <a:pt x="5104" y="6026"/>
                      <a:pt x="5280" y="6093"/>
                      <a:pt x="5455" y="6093"/>
                    </a:cubicBezTo>
                    <a:cubicBezTo>
                      <a:pt x="5630" y="6093"/>
                      <a:pt x="5805" y="6026"/>
                      <a:pt x="5938" y="5893"/>
                    </a:cubicBezTo>
                    <a:cubicBezTo>
                      <a:pt x="6205" y="5626"/>
                      <a:pt x="6205" y="5192"/>
                      <a:pt x="5938" y="4959"/>
                    </a:cubicBezTo>
                    <a:lnTo>
                      <a:pt x="4070" y="3057"/>
                    </a:lnTo>
                    <a:lnTo>
                      <a:pt x="5972" y="1189"/>
                    </a:lnTo>
                    <a:cubicBezTo>
                      <a:pt x="6239" y="923"/>
                      <a:pt x="6239" y="489"/>
                      <a:pt x="5972" y="222"/>
                    </a:cubicBezTo>
                    <a:cubicBezTo>
                      <a:pt x="5838" y="89"/>
                      <a:pt x="5663" y="22"/>
                      <a:pt x="5488" y="22"/>
                    </a:cubicBezTo>
                    <a:cubicBezTo>
                      <a:pt x="5313" y="22"/>
                      <a:pt x="5138" y="89"/>
                      <a:pt x="5004" y="222"/>
                    </a:cubicBezTo>
                    <a:lnTo>
                      <a:pt x="3136" y="2090"/>
                    </a:lnTo>
                    <a:lnTo>
                      <a:pt x="1235" y="189"/>
                    </a:lnTo>
                    <a:cubicBezTo>
                      <a:pt x="1114" y="68"/>
                      <a:pt x="940" y="1"/>
                      <a:pt x="7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31" name="Google Shape;831;p33"/>
            <p:cNvGrpSpPr/>
            <p:nvPr/>
          </p:nvGrpSpPr>
          <p:grpSpPr>
            <a:xfrm>
              <a:off x="5217081" y="1663174"/>
              <a:ext cx="640822" cy="2178536"/>
              <a:chOff x="5217081" y="1663174"/>
              <a:chExt cx="640822" cy="2178536"/>
            </a:xfrm>
          </p:grpSpPr>
          <p:sp>
            <p:nvSpPr>
              <p:cNvPr id="832" name="Google Shape;832;p33"/>
              <p:cNvSpPr/>
              <p:nvPr/>
            </p:nvSpPr>
            <p:spPr>
              <a:xfrm>
                <a:off x="5217103" y="1665887"/>
                <a:ext cx="640800" cy="637500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33"/>
              <p:cNvSpPr/>
              <p:nvPr/>
            </p:nvSpPr>
            <p:spPr>
              <a:xfrm>
                <a:off x="5217081" y="1663174"/>
                <a:ext cx="640721" cy="642973"/>
              </a:xfrm>
              <a:custGeom>
                <a:rect b="b" l="l" r="r" t="t"/>
                <a:pathLst>
                  <a:path extrusionOk="0" h="24842" w="24755">
                    <a:moveTo>
                      <a:pt x="12463" y="733"/>
                    </a:moveTo>
                    <a:cubicBezTo>
                      <a:pt x="13540" y="733"/>
                      <a:pt x="14271" y="733"/>
                      <a:pt x="15068" y="905"/>
                    </a:cubicBezTo>
                    <a:cubicBezTo>
                      <a:pt x="15778" y="1077"/>
                      <a:pt x="16510" y="1357"/>
                      <a:pt x="17393" y="1809"/>
                    </a:cubicBezTo>
                    <a:cubicBezTo>
                      <a:pt x="19287" y="2692"/>
                      <a:pt x="20901" y="4392"/>
                      <a:pt x="21891" y="5576"/>
                    </a:cubicBezTo>
                    <a:cubicBezTo>
                      <a:pt x="22774" y="6738"/>
                      <a:pt x="23958" y="9063"/>
                      <a:pt x="24044" y="12378"/>
                    </a:cubicBezTo>
                    <a:lnTo>
                      <a:pt x="24044" y="12658"/>
                    </a:lnTo>
                    <a:cubicBezTo>
                      <a:pt x="24044" y="14272"/>
                      <a:pt x="23764" y="15521"/>
                      <a:pt x="23226" y="16683"/>
                    </a:cubicBezTo>
                    <a:cubicBezTo>
                      <a:pt x="22688" y="17846"/>
                      <a:pt x="21978" y="18922"/>
                      <a:pt x="21267" y="19998"/>
                    </a:cubicBezTo>
                    <a:cubicBezTo>
                      <a:pt x="20535" y="20988"/>
                      <a:pt x="19739" y="21806"/>
                      <a:pt x="18663" y="22430"/>
                    </a:cubicBezTo>
                    <a:cubicBezTo>
                      <a:pt x="17586" y="23055"/>
                      <a:pt x="16316" y="23421"/>
                      <a:pt x="14896" y="23873"/>
                    </a:cubicBezTo>
                    <a:cubicBezTo>
                      <a:pt x="14164" y="24045"/>
                      <a:pt x="13453" y="24131"/>
                      <a:pt x="12657" y="24131"/>
                    </a:cubicBezTo>
                    <a:cubicBezTo>
                      <a:pt x="10677" y="24131"/>
                      <a:pt x="8696" y="23507"/>
                      <a:pt x="7986" y="23334"/>
                    </a:cubicBezTo>
                    <a:cubicBezTo>
                      <a:pt x="7362" y="23055"/>
                      <a:pt x="6544" y="22796"/>
                      <a:pt x="5747" y="22258"/>
                    </a:cubicBezTo>
                    <a:cubicBezTo>
                      <a:pt x="4929" y="21720"/>
                      <a:pt x="3939" y="20902"/>
                      <a:pt x="3057" y="19568"/>
                    </a:cubicBezTo>
                    <a:cubicBezTo>
                      <a:pt x="1980" y="17953"/>
                      <a:pt x="1442" y="16597"/>
                      <a:pt x="1076" y="15262"/>
                    </a:cubicBezTo>
                    <a:cubicBezTo>
                      <a:pt x="818" y="13992"/>
                      <a:pt x="710" y="12658"/>
                      <a:pt x="710" y="11216"/>
                    </a:cubicBezTo>
                    <a:lnTo>
                      <a:pt x="710" y="11043"/>
                    </a:lnTo>
                    <a:cubicBezTo>
                      <a:pt x="710" y="9601"/>
                      <a:pt x="1162" y="8267"/>
                      <a:pt x="1894" y="6911"/>
                    </a:cubicBezTo>
                    <a:cubicBezTo>
                      <a:pt x="2691" y="5662"/>
                      <a:pt x="3595" y="4500"/>
                      <a:pt x="4477" y="3682"/>
                    </a:cubicBezTo>
                    <a:cubicBezTo>
                      <a:pt x="5381" y="2885"/>
                      <a:pt x="6630" y="2067"/>
                      <a:pt x="8072" y="1529"/>
                    </a:cubicBezTo>
                    <a:cubicBezTo>
                      <a:pt x="9514" y="991"/>
                      <a:pt x="11043" y="733"/>
                      <a:pt x="12377" y="733"/>
                    </a:cubicBezTo>
                    <a:close/>
                    <a:moveTo>
                      <a:pt x="12377" y="1"/>
                    </a:moveTo>
                    <a:cubicBezTo>
                      <a:pt x="10849" y="1"/>
                      <a:pt x="9234" y="367"/>
                      <a:pt x="7814" y="905"/>
                    </a:cubicBezTo>
                    <a:cubicBezTo>
                      <a:pt x="6372" y="1443"/>
                      <a:pt x="5016" y="2240"/>
                      <a:pt x="4047" y="3144"/>
                    </a:cubicBezTo>
                    <a:cubicBezTo>
                      <a:pt x="3057" y="4048"/>
                      <a:pt x="2067" y="5210"/>
                      <a:pt x="1249" y="6545"/>
                    </a:cubicBezTo>
                    <a:cubicBezTo>
                      <a:pt x="538" y="7901"/>
                      <a:pt x="0" y="9515"/>
                      <a:pt x="0" y="11043"/>
                    </a:cubicBezTo>
                    <a:lnTo>
                      <a:pt x="0" y="11216"/>
                    </a:lnTo>
                    <a:cubicBezTo>
                      <a:pt x="0" y="12744"/>
                      <a:pt x="86" y="14079"/>
                      <a:pt x="452" y="15435"/>
                    </a:cubicBezTo>
                    <a:cubicBezTo>
                      <a:pt x="710" y="16877"/>
                      <a:pt x="1356" y="18298"/>
                      <a:pt x="2519" y="19912"/>
                    </a:cubicBezTo>
                    <a:cubicBezTo>
                      <a:pt x="3401" y="21354"/>
                      <a:pt x="4391" y="22258"/>
                      <a:pt x="5381" y="22882"/>
                    </a:cubicBezTo>
                    <a:cubicBezTo>
                      <a:pt x="6286" y="23421"/>
                      <a:pt x="7168" y="23765"/>
                      <a:pt x="7814" y="23959"/>
                    </a:cubicBezTo>
                    <a:cubicBezTo>
                      <a:pt x="8524" y="24217"/>
                      <a:pt x="10504" y="24841"/>
                      <a:pt x="12657" y="24841"/>
                    </a:cubicBezTo>
                    <a:cubicBezTo>
                      <a:pt x="13453" y="24841"/>
                      <a:pt x="14271" y="24755"/>
                      <a:pt x="15068" y="24497"/>
                    </a:cubicBezTo>
                    <a:cubicBezTo>
                      <a:pt x="16596" y="24131"/>
                      <a:pt x="17845" y="23679"/>
                      <a:pt x="19007" y="23055"/>
                    </a:cubicBezTo>
                    <a:cubicBezTo>
                      <a:pt x="20191" y="22344"/>
                      <a:pt x="21073" y="21526"/>
                      <a:pt x="21891" y="20364"/>
                    </a:cubicBezTo>
                    <a:cubicBezTo>
                      <a:pt x="22602" y="19288"/>
                      <a:pt x="23312" y="18211"/>
                      <a:pt x="23850" y="16963"/>
                    </a:cubicBezTo>
                    <a:cubicBezTo>
                      <a:pt x="24388" y="15801"/>
                      <a:pt x="24754" y="14358"/>
                      <a:pt x="24754" y="12658"/>
                    </a:cubicBezTo>
                    <a:lnTo>
                      <a:pt x="24754" y="12378"/>
                    </a:lnTo>
                    <a:cubicBezTo>
                      <a:pt x="24668" y="8891"/>
                      <a:pt x="23506" y="6372"/>
                      <a:pt x="22430" y="5124"/>
                    </a:cubicBezTo>
                    <a:cubicBezTo>
                      <a:pt x="21439" y="3854"/>
                      <a:pt x="19739" y="2153"/>
                      <a:pt x="17759" y="1163"/>
                    </a:cubicBezTo>
                    <a:cubicBezTo>
                      <a:pt x="16768" y="733"/>
                      <a:pt x="16058" y="453"/>
                      <a:pt x="15240" y="195"/>
                    </a:cubicBezTo>
                    <a:cubicBezTo>
                      <a:pt x="14358" y="1"/>
                      <a:pt x="13540" y="1"/>
                      <a:pt x="124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33"/>
              <p:cNvSpPr/>
              <p:nvPr/>
            </p:nvSpPr>
            <p:spPr>
              <a:xfrm>
                <a:off x="5217103" y="2433675"/>
                <a:ext cx="640800" cy="637500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5" name="Google Shape;835;p33"/>
              <p:cNvSpPr/>
              <p:nvPr/>
            </p:nvSpPr>
            <p:spPr>
              <a:xfrm>
                <a:off x="5217081" y="2430961"/>
                <a:ext cx="640721" cy="642973"/>
              </a:xfrm>
              <a:custGeom>
                <a:rect b="b" l="l" r="r" t="t"/>
                <a:pathLst>
                  <a:path extrusionOk="0" h="24842" w="24755">
                    <a:moveTo>
                      <a:pt x="12463" y="733"/>
                    </a:moveTo>
                    <a:cubicBezTo>
                      <a:pt x="13540" y="733"/>
                      <a:pt x="14271" y="733"/>
                      <a:pt x="15068" y="905"/>
                    </a:cubicBezTo>
                    <a:cubicBezTo>
                      <a:pt x="15778" y="1077"/>
                      <a:pt x="16510" y="1357"/>
                      <a:pt x="17393" y="1809"/>
                    </a:cubicBezTo>
                    <a:cubicBezTo>
                      <a:pt x="19287" y="2692"/>
                      <a:pt x="20901" y="4392"/>
                      <a:pt x="21891" y="5576"/>
                    </a:cubicBezTo>
                    <a:cubicBezTo>
                      <a:pt x="22774" y="6738"/>
                      <a:pt x="23958" y="9063"/>
                      <a:pt x="24044" y="12378"/>
                    </a:cubicBezTo>
                    <a:lnTo>
                      <a:pt x="24044" y="12658"/>
                    </a:lnTo>
                    <a:cubicBezTo>
                      <a:pt x="24044" y="14272"/>
                      <a:pt x="23764" y="15521"/>
                      <a:pt x="23226" y="16683"/>
                    </a:cubicBezTo>
                    <a:cubicBezTo>
                      <a:pt x="22688" y="17846"/>
                      <a:pt x="21978" y="18922"/>
                      <a:pt x="21267" y="19998"/>
                    </a:cubicBezTo>
                    <a:cubicBezTo>
                      <a:pt x="20535" y="20988"/>
                      <a:pt x="19739" y="21806"/>
                      <a:pt x="18663" y="22430"/>
                    </a:cubicBezTo>
                    <a:cubicBezTo>
                      <a:pt x="17586" y="23055"/>
                      <a:pt x="16316" y="23421"/>
                      <a:pt x="14896" y="23873"/>
                    </a:cubicBezTo>
                    <a:cubicBezTo>
                      <a:pt x="14164" y="24045"/>
                      <a:pt x="13453" y="24131"/>
                      <a:pt x="12657" y="24131"/>
                    </a:cubicBezTo>
                    <a:cubicBezTo>
                      <a:pt x="10677" y="24131"/>
                      <a:pt x="8696" y="23507"/>
                      <a:pt x="7986" y="23334"/>
                    </a:cubicBezTo>
                    <a:cubicBezTo>
                      <a:pt x="7362" y="23055"/>
                      <a:pt x="6544" y="22796"/>
                      <a:pt x="5747" y="22258"/>
                    </a:cubicBezTo>
                    <a:cubicBezTo>
                      <a:pt x="4929" y="21720"/>
                      <a:pt x="3939" y="20902"/>
                      <a:pt x="3057" y="19568"/>
                    </a:cubicBezTo>
                    <a:cubicBezTo>
                      <a:pt x="1980" y="17953"/>
                      <a:pt x="1442" y="16597"/>
                      <a:pt x="1076" y="15262"/>
                    </a:cubicBezTo>
                    <a:cubicBezTo>
                      <a:pt x="818" y="13992"/>
                      <a:pt x="710" y="12658"/>
                      <a:pt x="710" y="11216"/>
                    </a:cubicBezTo>
                    <a:lnTo>
                      <a:pt x="710" y="11043"/>
                    </a:lnTo>
                    <a:cubicBezTo>
                      <a:pt x="710" y="9601"/>
                      <a:pt x="1162" y="8267"/>
                      <a:pt x="1894" y="6911"/>
                    </a:cubicBezTo>
                    <a:cubicBezTo>
                      <a:pt x="2691" y="5662"/>
                      <a:pt x="3595" y="4500"/>
                      <a:pt x="4477" y="3682"/>
                    </a:cubicBezTo>
                    <a:cubicBezTo>
                      <a:pt x="5381" y="2885"/>
                      <a:pt x="6630" y="2067"/>
                      <a:pt x="8072" y="1529"/>
                    </a:cubicBezTo>
                    <a:cubicBezTo>
                      <a:pt x="9514" y="991"/>
                      <a:pt x="11043" y="733"/>
                      <a:pt x="12377" y="733"/>
                    </a:cubicBezTo>
                    <a:close/>
                    <a:moveTo>
                      <a:pt x="12377" y="1"/>
                    </a:moveTo>
                    <a:cubicBezTo>
                      <a:pt x="10849" y="1"/>
                      <a:pt x="9234" y="367"/>
                      <a:pt x="7814" y="905"/>
                    </a:cubicBezTo>
                    <a:cubicBezTo>
                      <a:pt x="6372" y="1443"/>
                      <a:pt x="5016" y="2240"/>
                      <a:pt x="4047" y="3144"/>
                    </a:cubicBezTo>
                    <a:cubicBezTo>
                      <a:pt x="3057" y="4048"/>
                      <a:pt x="2067" y="5210"/>
                      <a:pt x="1249" y="6545"/>
                    </a:cubicBezTo>
                    <a:cubicBezTo>
                      <a:pt x="538" y="7901"/>
                      <a:pt x="0" y="9515"/>
                      <a:pt x="0" y="11043"/>
                    </a:cubicBezTo>
                    <a:lnTo>
                      <a:pt x="0" y="11216"/>
                    </a:lnTo>
                    <a:cubicBezTo>
                      <a:pt x="0" y="12744"/>
                      <a:pt x="86" y="14079"/>
                      <a:pt x="452" y="15435"/>
                    </a:cubicBezTo>
                    <a:cubicBezTo>
                      <a:pt x="710" y="16877"/>
                      <a:pt x="1356" y="18298"/>
                      <a:pt x="2519" y="19912"/>
                    </a:cubicBezTo>
                    <a:cubicBezTo>
                      <a:pt x="3401" y="21354"/>
                      <a:pt x="4391" y="22258"/>
                      <a:pt x="5381" y="22882"/>
                    </a:cubicBezTo>
                    <a:cubicBezTo>
                      <a:pt x="6286" y="23421"/>
                      <a:pt x="7168" y="23765"/>
                      <a:pt x="7814" y="23959"/>
                    </a:cubicBezTo>
                    <a:cubicBezTo>
                      <a:pt x="8524" y="24217"/>
                      <a:pt x="10504" y="24841"/>
                      <a:pt x="12657" y="24841"/>
                    </a:cubicBezTo>
                    <a:cubicBezTo>
                      <a:pt x="13453" y="24841"/>
                      <a:pt x="14271" y="24755"/>
                      <a:pt x="15068" y="24497"/>
                    </a:cubicBezTo>
                    <a:cubicBezTo>
                      <a:pt x="16596" y="24131"/>
                      <a:pt x="17845" y="23679"/>
                      <a:pt x="19007" y="23055"/>
                    </a:cubicBezTo>
                    <a:cubicBezTo>
                      <a:pt x="20191" y="22344"/>
                      <a:pt x="21073" y="21526"/>
                      <a:pt x="21891" y="20364"/>
                    </a:cubicBezTo>
                    <a:cubicBezTo>
                      <a:pt x="22602" y="19288"/>
                      <a:pt x="23312" y="18211"/>
                      <a:pt x="23850" y="16963"/>
                    </a:cubicBezTo>
                    <a:cubicBezTo>
                      <a:pt x="24388" y="15801"/>
                      <a:pt x="24754" y="14358"/>
                      <a:pt x="24754" y="12658"/>
                    </a:cubicBezTo>
                    <a:lnTo>
                      <a:pt x="24754" y="12378"/>
                    </a:lnTo>
                    <a:cubicBezTo>
                      <a:pt x="24668" y="8891"/>
                      <a:pt x="23506" y="6372"/>
                      <a:pt x="22430" y="5124"/>
                    </a:cubicBezTo>
                    <a:cubicBezTo>
                      <a:pt x="21439" y="3854"/>
                      <a:pt x="19739" y="2153"/>
                      <a:pt x="17759" y="1163"/>
                    </a:cubicBezTo>
                    <a:cubicBezTo>
                      <a:pt x="16768" y="733"/>
                      <a:pt x="16058" y="453"/>
                      <a:pt x="15240" y="195"/>
                    </a:cubicBezTo>
                    <a:cubicBezTo>
                      <a:pt x="14358" y="1"/>
                      <a:pt x="13540" y="1"/>
                      <a:pt x="124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33"/>
              <p:cNvSpPr/>
              <p:nvPr/>
            </p:nvSpPr>
            <p:spPr>
              <a:xfrm>
                <a:off x="5217103" y="3201450"/>
                <a:ext cx="640800" cy="637500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33"/>
              <p:cNvSpPr/>
              <p:nvPr/>
            </p:nvSpPr>
            <p:spPr>
              <a:xfrm>
                <a:off x="5217081" y="3198736"/>
                <a:ext cx="640721" cy="642973"/>
              </a:xfrm>
              <a:custGeom>
                <a:rect b="b" l="l" r="r" t="t"/>
                <a:pathLst>
                  <a:path extrusionOk="0" h="24842" w="24755">
                    <a:moveTo>
                      <a:pt x="12463" y="733"/>
                    </a:moveTo>
                    <a:cubicBezTo>
                      <a:pt x="13540" y="733"/>
                      <a:pt x="14271" y="733"/>
                      <a:pt x="15068" y="905"/>
                    </a:cubicBezTo>
                    <a:cubicBezTo>
                      <a:pt x="15778" y="1077"/>
                      <a:pt x="16510" y="1357"/>
                      <a:pt x="17393" y="1809"/>
                    </a:cubicBezTo>
                    <a:cubicBezTo>
                      <a:pt x="19287" y="2692"/>
                      <a:pt x="20901" y="4392"/>
                      <a:pt x="21891" y="5576"/>
                    </a:cubicBezTo>
                    <a:cubicBezTo>
                      <a:pt x="22774" y="6738"/>
                      <a:pt x="23958" y="9063"/>
                      <a:pt x="24044" y="12378"/>
                    </a:cubicBezTo>
                    <a:lnTo>
                      <a:pt x="24044" y="12658"/>
                    </a:lnTo>
                    <a:cubicBezTo>
                      <a:pt x="24044" y="14272"/>
                      <a:pt x="23764" y="15521"/>
                      <a:pt x="23226" y="16683"/>
                    </a:cubicBezTo>
                    <a:cubicBezTo>
                      <a:pt x="22688" y="17846"/>
                      <a:pt x="21978" y="18922"/>
                      <a:pt x="21267" y="19998"/>
                    </a:cubicBezTo>
                    <a:cubicBezTo>
                      <a:pt x="20535" y="20988"/>
                      <a:pt x="19739" y="21806"/>
                      <a:pt x="18663" y="22430"/>
                    </a:cubicBezTo>
                    <a:cubicBezTo>
                      <a:pt x="17586" y="23055"/>
                      <a:pt x="16316" y="23421"/>
                      <a:pt x="14896" y="23873"/>
                    </a:cubicBezTo>
                    <a:cubicBezTo>
                      <a:pt x="14164" y="24045"/>
                      <a:pt x="13453" y="24131"/>
                      <a:pt x="12657" y="24131"/>
                    </a:cubicBezTo>
                    <a:cubicBezTo>
                      <a:pt x="10677" y="24131"/>
                      <a:pt x="8696" y="23507"/>
                      <a:pt x="7986" y="23334"/>
                    </a:cubicBezTo>
                    <a:cubicBezTo>
                      <a:pt x="7362" y="23055"/>
                      <a:pt x="6544" y="22796"/>
                      <a:pt x="5747" y="22258"/>
                    </a:cubicBezTo>
                    <a:cubicBezTo>
                      <a:pt x="4929" y="21720"/>
                      <a:pt x="3939" y="20902"/>
                      <a:pt x="3057" y="19568"/>
                    </a:cubicBezTo>
                    <a:cubicBezTo>
                      <a:pt x="1980" y="17953"/>
                      <a:pt x="1442" y="16597"/>
                      <a:pt x="1076" y="15262"/>
                    </a:cubicBezTo>
                    <a:cubicBezTo>
                      <a:pt x="818" y="13992"/>
                      <a:pt x="710" y="12658"/>
                      <a:pt x="710" y="11216"/>
                    </a:cubicBezTo>
                    <a:lnTo>
                      <a:pt x="710" y="11043"/>
                    </a:lnTo>
                    <a:cubicBezTo>
                      <a:pt x="710" y="9601"/>
                      <a:pt x="1162" y="8267"/>
                      <a:pt x="1894" y="6911"/>
                    </a:cubicBezTo>
                    <a:cubicBezTo>
                      <a:pt x="2691" y="5662"/>
                      <a:pt x="3595" y="4500"/>
                      <a:pt x="4477" y="3682"/>
                    </a:cubicBezTo>
                    <a:cubicBezTo>
                      <a:pt x="5381" y="2885"/>
                      <a:pt x="6630" y="2067"/>
                      <a:pt x="8072" y="1529"/>
                    </a:cubicBezTo>
                    <a:cubicBezTo>
                      <a:pt x="9514" y="991"/>
                      <a:pt x="11043" y="733"/>
                      <a:pt x="12377" y="733"/>
                    </a:cubicBezTo>
                    <a:close/>
                    <a:moveTo>
                      <a:pt x="12377" y="1"/>
                    </a:moveTo>
                    <a:cubicBezTo>
                      <a:pt x="10849" y="1"/>
                      <a:pt x="9234" y="367"/>
                      <a:pt x="7814" y="905"/>
                    </a:cubicBezTo>
                    <a:cubicBezTo>
                      <a:pt x="6372" y="1443"/>
                      <a:pt x="5016" y="2240"/>
                      <a:pt x="4047" y="3144"/>
                    </a:cubicBezTo>
                    <a:cubicBezTo>
                      <a:pt x="3057" y="4048"/>
                      <a:pt x="2067" y="5210"/>
                      <a:pt x="1249" y="6545"/>
                    </a:cubicBezTo>
                    <a:cubicBezTo>
                      <a:pt x="538" y="7901"/>
                      <a:pt x="0" y="9515"/>
                      <a:pt x="0" y="11043"/>
                    </a:cubicBezTo>
                    <a:lnTo>
                      <a:pt x="0" y="11216"/>
                    </a:lnTo>
                    <a:cubicBezTo>
                      <a:pt x="0" y="12744"/>
                      <a:pt x="86" y="14079"/>
                      <a:pt x="452" y="15435"/>
                    </a:cubicBezTo>
                    <a:cubicBezTo>
                      <a:pt x="710" y="16877"/>
                      <a:pt x="1356" y="18298"/>
                      <a:pt x="2519" y="19912"/>
                    </a:cubicBezTo>
                    <a:cubicBezTo>
                      <a:pt x="3401" y="21354"/>
                      <a:pt x="4391" y="22258"/>
                      <a:pt x="5381" y="22882"/>
                    </a:cubicBezTo>
                    <a:cubicBezTo>
                      <a:pt x="6286" y="23421"/>
                      <a:pt x="7168" y="23765"/>
                      <a:pt x="7814" y="23959"/>
                    </a:cubicBezTo>
                    <a:cubicBezTo>
                      <a:pt x="8524" y="24217"/>
                      <a:pt x="10504" y="24841"/>
                      <a:pt x="12657" y="24841"/>
                    </a:cubicBezTo>
                    <a:cubicBezTo>
                      <a:pt x="13453" y="24841"/>
                      <a:pt x="14271" y="24755"/>
                      <a:pt x="15068" y="24497"/>
                    </a:cubicBezTo>
                    <a:cubicBezTo>
                      <a:pt x="16596" y="24131"/>
                      <a:pt x="17845" y="23679"/>
                      <a:pt x="19007" y="23055"/>
                    </a:cubicBezTo>
                    <a:cubicBezTo>
                      <a:pt x="20191" y="22344"/>
                      <a:pt x="21073" y="21526"/>
                      <a:pt x="21891" y="20364"/>
                    </a:cubicBezTo>
                    <a:cubicBezTo>
                      <a:pt x="22602" y="19288"/>
                      <a:pt x="23312" y="18211"/>
                      <a:pt x="23850" y="16963"/>
                    </a:cubicBezTo>
                    <a:cubicBezTo>
                      <a:pt x="24388" y="15801"/>
                      <a:pt x="24754" y="14358"/>
                      <a:pt x="24754" y="12658"/>
                    </a:cubicBezTo>
                    <a:lnTo>
                      <a:pt x="24754" y="12378"/>
                    </a:lnTo>
                    <a:cubicBezTo>
                      <a:pt x="24668" y="8891"/>
                      <a:pt x="23506" y="6372"/>
                      <a:pt x="22430" y="5124"/>
                    </a:cubicBezTo>
                    <a:cubicBezTo>
                      <a:pt x="21439" y="3854"/>
                      <a:pt x="19739" y="2153"/>
                      <a:pt x="17759" y="1163"/>
                    </a:cubicBezTo>
                    <a:cubicBezTo>
                      <a:pt x="16768" y="733"/>
                      <a:pt x="16058" y="453"/>
                      <a:pt x="15240" y="195"/>
                    </a:cubicBezTo>
                    <a:cubicBezTo>
                      <a:pt x="14358" y="1"/>
                      <a:pt x="13540" y="1"/>
                      <a:pt x="124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33"/>
              <p:cNvSpPr/>
              <p:nvPr/>
            </p:nvSpPr>
            <p:spPr>
              <a:xfrm>
                <a:off x="5397908" y="1845650"/>
                <a:ext cx="279070" cy="279105"/>
              </a:xfrm>
              <a:custGeom>
                <a:rect b="b" l="l" r="r" t="t"/>
                <a:pathLst>
                  <a:path extrusionOk="0" h="6093" w="6239">
                    <a:moveTo>
                      <a:pt x="763" y="1"/>
                    </a:moveTo>
                    <a:cubicBezTo>
                      <a:pt x="598" y="1"/>
                      <a:pt x="430" y="60"/>
                      <a:pt x="301" y="189"/>
                    </a:cubicBezTo>
                    <a:cubicBezTo>
                      <a:pt x="34" y="422"/>
                      <a:pt x="34" y="889"/>
                      <a:pt x="301" y="1156"/>
                    </a:cubicBezTo>
                    <a:lnTo>
                      <a:pt x="2169" y="3057"/>
                    </a:lnTo>
                    <a:lnTo>
                      <a:pt x="268" y="4925"/>
                    </a:lnTo>
                    <a:cubicBezTo>
                      <a:pt x="1" y="5192"/>
                      <a:pt x="1" y="5593"/>
                      <a:pt x="234" y="5859"/>
                    </a:cubicBezTo>
                    <a:cubicBezTo>
                      <a:pt x="376" y="6001"/>
                      <a:pt x="565" y="6077"/>
                      <a:pt x="751" y="6077"/>
                    </a:cubicBezTo>
                    <a:cubicBezTo>
                      <a:pt x="915" y="6077"/>
                      <a:pt x="1076" y="6018"/>
                      <a:pt x="1202" y="5893"/>
                    </a:cubicBezTo>
                    <a:lnTo>
                      <a:pt x="3103" y="3991"/>
                    </a:lnTo>
                    <a:lnTo>
                      <a:pt x="4971" y="5893"/>
                    </a:lnTo>
                    <a:cubicBezTo>
                      <a:pt x="5104" y="6026"/>
                      <a:pt x="5280" y="6093"/>
                      <a:pt x="5455" y="6093"/>
                    </a:cubicBezTo>
                    <a:cubicBezTo>
                      <a:pt x="5630" y="6093"/>
                      <a:pt x="5805" y="6026"/>
                      <a:pt x="5938" y="5893"/>
                    </a:cubicBezTo>
                    <a:cubicBezTo>
                      <a:pt x="6205" y="5626"/>
                      <a:pt x="6205" y="5192"/>
                      <a:pt x="5938" y="4959"/>
                    </a:cubicBezTo>
                    <a:lnTo>
                      <a:pt x="4070" y="3057"/>
                    </a:lnTo>
                    <a:lnTo>
                      <a:pt x="5972" y="1189"/>
                    </a:lnTo>
                    <a:cubicBezTo>
                      <a:pt x="6239" y="923"/>
                      <a:pt x="6239" y="489"/>
                      <a:pt x="5972" y="222"/>
                    </a:cubicBezTo>
                    <a:cubicBezTo>
                      <a:pt x="5838" y="89"/>
                      <a:pt x="5663" y="22"/>
                      <a:pt x="5488" y="22"/>
                    </a:cubicBezTo>
                    <a:cubicBezTo>
                      <a:pt x="5313" y="22"/>
                      <a:pt x="5138" y="89"/>
                      <a:pt x="5004" y="222"/>
                    </a:cubicBezTo>
                    <a:lnTo>
                      <a:pt x="3136" y="2090"/>
                    </a:lnTo>
                    <a:lnTo>
                      <a:pt x="1235" y="189"/>
                    </a:lnTo>
                    <a:cubicBezTo>
                      <a:pt x="1114" y="68"/>
                      <a:pt x="940" y="1"/>
                      <a:pt x="76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33"/>
              <p:cNvSpPr/>
              <p:nvPr/>
            </p:nvSpPr>
            <p:spPr>
              <a:xfrm>
                <a:off x="5397908" y="2611500"/>
                <a:ext cx="279070" cy="279105"/>
              </a:xfrm>
              <a:custGeom>
                <a:rect b="b" l="l" r="r" t="t"/>
                <a:pathLst>
                  <a:path extrusionOk="0" h="6093" w="6239">
                    <a:moveTo>
                      <a:pt x="763" y="1"/>
                    </a:moveTo>
                    <a:cubicBezTo>
                      <a:pt x="598" y="1"/>
                      <a:pt x="430" y="60"/>
                      <a:pt x="301" y="189"/>
                    </a:cubicBezTo>
                    <a:cubicBezTo>
                      <a:pt x="34" y="422"/>
                      <a:pt x="34" y="889"/>
                      <a:pt x="301" y="1156"/>
                    </a:cubicBezTo>
                    <a:lnTo>
                      <a:pt x="2169" y="3057"/>
                    </a:lnTo>
                    <a:lnTo>
                      <a:pt x="268" y="4925"/>
                    </a:lnTo>
                    <a:cubicBezTo>
                      <a:pt x="1" y="5192"/>
                      <a:pt x="1" y="5593"/>
                      <a:pt x="234" y="5859"/>
                    </a:cubicBezTo>
                    <a:cubicBezTo>
                      <a:pt x="376" y="6001"/>
                      <a:pt x="565" y="6077"/>
                      <a:pt x="751" y="6077"/>
                    </a:cubicBezTo>
                    <a:cubicBezTo>
                      <a:pt x="915" y="6077"/>
                      <a:pt x="1076" y="6018"/>
                      <a:pt x="1202" y="5893"/>
                    </a:cubicBezTo>
                    <a:lnTo>
                      <a:pt x="3103" y="3991"/>
                    </a:lnTo>
                    <a:lnTo>
                      <a:pt x="4971" y="5893"/>
                    </a:lnTo>
                    <a:cubicBezTo>
                      <a:pt x="5104" y="6026"/>
                      <a:pt x="5280" y="6093"/>
                      <a:pt x="5455" y="6093"/>
                    </a:cubicBezTo>
                    <a:cubicBezTo>
                      <a:pt x="5630" y="6093"/>
                      <a:pt x="5805" y="6026"/>
                      <a:pt x="5938" y="5893"/>
                    </a:cubicBezTo>
                    <a:cubicBezTo>
                      <a:pt x="6205" y="5626"/>
                      <a:pt x="6205" y="5192"/>
                      <a:pt x="5938" y="4959"/>
                    </a:cubicBezTo>
                    <a:lnTo>
                      <a:pt x="4070" y="3057"/>
                    </a:lnTo>
                    <a:lnTo>
                      <a:pt x="5972" y="1189"/>
                    </a:lnTo>
                    <a:cubicBezTo>
                      <a:pt x="6239" y="923"/>
                      <a:pt x="6239" y="489"/>
                      <a:pt x="5972" y="222"/>
                    </a:cubicBezTo>
                    <a:cubicBezTo>
                      <a:pt x="5838" y="89"/>
                      <a:pt x="5663" y="22"/>
                      <a:pt x="5488" y="22"/>
                    </a:cubicBezTo>
                    <a:cubicBezTo>
                      <a:pt x="5313" y="22"/>
                      <a:pt x="5138" y="89"/>
                      <a:pt x="5004" y="222"/>
                    </a:cubicBezTo>
                    <a:lnTo>
                      <a:pt x="3136" y="2090"/>
                    </a:lnTo>
                    <a:lnTo>
                      <a:pt x="1235" y="189"/>
                    </a:lnTo>
                    <a:cubicBezTo>
                      <a:pt x="1114" y="68"/>
                      <a:pt x="940" y="1"/>
                      <a:pt x="76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33"/>
              <p:cNvSpPr/>
              <p:nvPr/>
            </p:nvSpPr>
            <p:spPr>
              <a:xfrm>
                <a:off x="5397908" y="3380125"/>
                <a:ext cx="279070" cy="279105"/>
              </a:xfrm>
              <a:custGeom>
                <a:rect b="b" l="l" r="r" t="t"/>
                <a:pathLst>
                  <a:path extrusionOk="0" h="6093" w="6239">
                    <a:moveTo>
                      <a:pt x="763" y="1"/>
                    </a:moveTo>
                    <a:cubicBezTo>
                      <a:pt x="598" y="1"/>
                      <a:pt x="430" y="60"/>
                      <a:pt x="301" y="189"/>
                    </a:cubicBezTo>
                    <a:cubicBezTo>
                      <a:pt x="34" y="422"/>
                      <a:pt x="34" y="889"/>
                      <a:pt x="301" y="1156"/>
                    </a:cubicBezTo>
                    <a:lnTo>
                      <a:pt x="2169" y="3057"/>
                    </a:lnTo>
                    <a:lnTo>
                      <a:pt x="268" y="4925"/>
                    </a:lnTo>
                    <a:cubicBezTo>
                      <a:pt x="1" y="5192"/>
                      <a:pt x="1" y="5593"/>
                      <a:pt x="234" y="5859"/>
                    </a:cubicBezTo>
                    <a:cubicBezTo>
                      <a:pt x="376" y="6001"/>
                      <a:pt x="565" y="6077"/>
                      <a:pt x="751" y="6077"/>
                    </a:cubicBezTo>
                    <a:cubicBezTo>
                      <a:pt x="915" y="6077"/>
                      <a:pt x="1076" y="6018"/>
                      <a:pt x="1202" y="5893"/>
                    </a:cubicBezTo>
                    <a:lnTo>
                      <a:pt x="3103" y="3991"/>
                    </a:lnTo>
                    <a:lnTo>
                      <a:pt x="4971" y="5893"/>
                    </a:lnTo>
                    <a:cubicBezTo>
                      <a:pt x="5104" y="6026"/>
                      <a:pt x="5280" y="6093"/>
                      <a:pt x="5455" y="6093"/>
                    </a:cubicBezTo>
                    <a:cubicBezTo>
                      <a:pt x="5630" y="6093"/>
                      <a:pt x="5805" y="6026"/>
                      <a:pt x="5938" y="5893"/>
                    </a:cubicBezTo>
                    <a:cubicBezTo>
                      <a:pt x="6205" y="5626"/>
                      <a:pt x="6205" y="5192"/>
                      <a:pt x="5938" y="4959"/>
                    </a:cubicBezTo>
                    <a:lnTo>
                      <a:pt x="4070" y="3057"/>
                    </a:lnTo>
                    <a:lnTo>
                      <a:pt x="5972" y="1189"/>
                    </a:lnTo>
                    <a:cubicBezTo>
                      <a:pt x="6239" y="923"/>
                      <a:pt x="6239" y="489"/>
                      <a:pt x="5972" y="222"/>
                    </a:cubicBezTo>
                    <a:cubicBezTo>
                      <a:pt x="5838" y="89"/>
                      <a:pt x="5663" y="22"/>
                      <a:pt x="5488" y="22"/>
                    </a:cubicBezTo>
                    <a:cubicBezTo>
                      <a:pt x="5313" y="22"/>
                      <a:pt x="5138" y="89"/>
                      <a:pt x="5004" y="222"/>
                    </a:cubicBezTo>
                    <a:lnTo>
                      <a:pt x="3136" y="2090"/>
                    </a:lnTo>
                    <a:lnTo>
                      <a:pt x="1235" y="189"/>
                    </a:lnTo>
                    <a:cubicBezTo>
                      <a:pt x="1114" y="68"/>
                      <a:pt x="940" y="1"/>
                      <a:pt x="76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41" name="Google Shape;841;p33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Doodle Banner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42" name="Google Shape;842;p33"/>
          <p:cNvSpPr txBox="1"/>
          <p:nvPr/>
        </p:nvSpPr>
        <p:spPr>
          <a:xfrm>
            <a:off x="1899613" y="1756338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3" name="Google Shape;843;p33"/>
          <p:cNvSpPr txBox="1"/>
          <p:nvPr/>
        </p:nvSpPr>
        <p:spPr>
          <a:xfrm>
            <a:off x="1899613" y="2524156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place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4" name="Google Shape;844;p33"/>
          <p:cNvSpPr txBox="1"/>
          <p:nvPr/>
        </p:nvSpPr>
        <p:spPr>
          <a:xfrm>
            <a:off x="1899613" y="3291975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a gas giant and the biggest planet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5" name="Google Shape;845;p33"/>
          <p:cNvSpPr txBox="1"/>
          <p:nvPr/>
        </p:nvSpPr>
        <p:spPr>
          <a:xfrm>
            <a:off x="5958213" y="1756338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a gas giant and the biggest planet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6" name="Google Shape;846;p33"/>
          <p:cNvSpPr txBox="1"/>
          <p:nvPr/>
        </p:nvSpPr>
        <p:spPr>
          <a:xfrm>
            <a:off x="5958213" y="2524156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7" name="Google Shape;847;p33"/>
          <p:cNvSpPr txBox="1"/>
          <p:nvPr/>
        </p:nvSpPr>
        <p:spPr>
          <a:xfrm>
            <a:off x="5958213" y="3291975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the ringed one. It’s a gas giant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2" name="Google Shape;852;p34"/>
          <p:cNvGrpSpPr/>
          <p:nvPr/>
        </p:nvGrpSpPr>
        <p:grpSpPr>
          <a:xfrm>
            <a:off x="1445187" y="1295315"/>
            <a:ext cx="6253639" cy="3436766"/>
            <a:chOff x="1445187" y="1295315"/>
            <a:chExt cx="6253639" cy="3436766"/>
          </a:xfrm>
        </p:grpSpPr>
        <p:sp>
          <p:nvSpPr>
            <p:cNvPr id="853" name="Google Shape;853;p34"/>
            <p:cNvSpPr/>
            <p:nvPr/>
          </p:nvSpPr>
          <p:spPr>
            <a:xfrm>
              <a:off x="1445187" y="1295315"/>
              <a:ext cx="5938911" cy="833337"/>
            </a:xfrm>
            <a:custGeom>
              <a:rect b="b" l="l" r="r" t="t"/>
              <a:pathLst>
                <a:path extrusionOk="0" h="38078" w="271369">
                  <a:moveTo>
                    <a:pt x="252656" y="82"/>
                  </a:moveTo>
                  <a:lnTo>
                    <a:pt x="253882" y="163"/>
                  </a:lnTo>
                  <a:lnTo>
                    <a:pt x="252166" y="82"/>
                  </a:lnTo>
                  <a:close/>
                  <a:moveTo>
                    <a:pt x="2778" y="1144"/>
                  </a:moveTo>
                  <a:lnTo>
                    <a:pt x="2386" y="1291"/>
                  </a:lnTo>
                  <a:lnTo>
                    <a:pt x="2386" y="1291"/>
                  </a:lnTo>
                  <a:lnTo>
                    <a:pt x="2615" y="1226"/>
                  </a:lnTo>
                  <a:lnTo>
                    <a:pt x="3105" y="1144"/>
                  </a:lnTo>
                  <a:close/>
                  <a:moveTo>
                    <a:pt x="2370" y="1307"/>
                  </a:moveTo>
                  <a:lnTo>
                    <a:pt x="2255" y="1340"/>
                  </a:lnTo>
                  <a:lnTo>
                    <a:pt x="2255" y="1340"/>
                  </a:lnTo>
                  <a:lnTo>
                    <a:pt x="2125" y="1389"/>
                  </a:lnTo>
                  <a:lnTo>
                    <a:pt x="2125" y="1389"/>
                  </a:lnTo>
                  <a:lnTo>
                    <a:pt x="2370" y="1307"/>
                  </a:lnTo>
                  <a:close/>
                  <a:moveTo>
                    <a:pt x="2386" y="1291"/>
                  </a:moveTo>
                  <a:lnTo>
                    <a:pt x="2043" y="1389"/>
                  </a:lnTo>
                  <a:lnTo>
                    <a:pt x="2012" y="1410"/>
                  </a:lnTo>
                  <a:lnTo>
                    <a:pt x="2255" y="1340"/>
                  </a:lnTo>
                  <a:lnTo>
                    <a:pt x="2255" y="1340"/>
                  </a:lnTo>
                  <a:lnTo>
                    <a:pt x="2386" y="1291"/>
                  </a:lnTo>
                  <a:close/>
                  <a:moveTo>
                    <a:pt x="2012" y="1410"/>
                  </a:moveTo>
                  <a:lnTo>
                    <a:pt x="1798" y="1471"/>
                  </a:lnTo>
                  <a:lnTo>
                    <a:pt x="1389" y="1798"/>
                  </a:lnTo>
                  <a:lnTo>
                    <a:pt x="981" y="2125"/>
                  </a:lnTo>
                  <a:lnTo>
                    <a:pt x="981" y="2125"/>
                  </a:lnTo>
                  <a:lnTo>
                    <a:pt x="1553" y="1716"/>
                  </a:lnTo>
                  <a:lnTo>
                    <a:pt x="2012" y="1410"/>
                  </a:lnTo>
                  <a:close/>
                  <a:moveTo>
                    <a:pt x="981" y="2125"/>
                  </a:moveTo>
                  <a:lnTo>
                    <a:pt x="572" y="2697"/>
                  </a:lnTo>
                  <a:lnTo>
                    <a:pt x="376" y="3040"/>
                  </a:lnTo>
                  <a:lnTo>
                    <a:pt x="376" y="3040"/>
                  </a:lnTo>
                  <a:lnTo>
                    <a:pt x="572" y="2778"/>
                  </a:lnTo>
                  <a:lnTo>
                    <a:pt x="981" y="2125"/>
                  </a:lnTo>
                  <a:close/>
                  <a:moveTo>
                    <a:pt x="376" y="3040"/>
                  </a:moveTo>
                  <a:lnTo>
                    <a:pt x="327" y="3105"/>
                  </a:lnTo>
                  <a:lnTo>
                    <a:pt x="300" y="3173"/>
                  </a:lnTo>
                  <a:lnTo>
                    <a:pt x="300" y="3173"/>
                  </a:lnTo>
                  <a:lnTo>
                    <a:pt x="376" y="3040"/>
                  </a:lnTo>
                  <a:close/>
                  <a:moveTo>
                    <a:pt x="300" y="3173"/>
                  </a:moveTo>
                  <a:lnTo>
                    <a:pt x="245" y="3268"/>
                  </a:lnTo>
                  <a:lnTo>
                    <a:pt x="204" y="3411"/>
                  </a:lnTo>
                  <a:lnTo>
                    <a:pt x="300" y="3173"/>
                  </a:lnTo>
                  <a:close/>
                  <a:moveTo>
                    <a:pt x="204" y="3411"/>
                  </a:moveTo>
                  <a:lnTo>
                    <a:pt x="163" y="3514"/>
                  </a:lnTo>
                  <a:lnTo>
                    <a:pt x="147" y="3612"/>
                  </a:lnTo>
                  <a:lnTo>
                    <a:pt x="147" y="3612"/>
                  </a:lnTo>
                  <a:lnTo>
                    <a:pt x="204" y="3411"/>
                  </a:lnTo>
                  <a:close/>
                  <a:moveTo>
                    <a:pt x="147" y="3612"/>
                  </a:moveTo>
                  <a:lnTo>
                    <a:pt x="82" y="3840"/>
                  </a:lnTo>
                  <a:lnTo>
                    <a:pt x="82" y="4004"/>
                  </a:lnTo>
                  <a:lnTo>
                    <a:pt x="147" y="3612"/>
                  </a:lnTo>
                  <a:close/>
                  <a:moveTo>
                    <a:pt x="1661" y="36634"/>
                  </a:moveTo>
                  <a:lnTo>
                    <a:pt x="1716" y="36689"/>
                  </a:lnTo>
                  <a:lnTo>
                    <a:pt x="1879" y="36771"/>
                  </a:lnTo>
                  <a:lnTo>
                    <a:pt x="1879" y="36771"/>
                  </a:lnTo>
                  <a:lnTo>
                    <a:pt x="1879" y="36771"/>
                  </a:lnTo>
                  <a:lnTo>
                    <a:pt x="1879" y="36771"/>
                  </a:lnTo>
                  <a:lnTo>
                    <a:pt x="1661" y="36634"/>
                  </a:lnTo>
                  <a:close/>
                  <a:moveTo>
                    <a:pt x="1798" y="36509"/>
                  </a:moveTo>
                  <a:lnTo>
                    <a:pt x="1907" y="36553"/>
                  </a:lnTo>
                  <a:lnTo>
                    <a:pt x="1907" y="36553"/>
                  </a:lnTo>
                  <a:lnTo>
                    <a:pt x="2288" y="36771"/>
                  </a:lnTo>
                  <a:lnTo>
                    <a:pt x="1961" y="36607"/>
                  </a:lnTo>
                  <a:lnTo>
                    <a:pt x="1798" y="36509"/>
                  </a:lnTo>
                  <a:close/>
                  <a:moveTo>
                    <a:pt x="102386" y="37751"/>
                  </a:moveTo>
                  <a:lnTo>
                    <a:pt x="102631" y="37833"/>
                  </a:lnTo>
                  <a:lnTo>
                    <a:pt x="97157" y="37833"/>
                  </a:lnTo>
                  <a:lnTo>
                    <a:pt x="99036" y="37751"/>
                  </a:lnTo>
                  <a:close/>
                  <a:moveTo>
                    <a:pt x="250205" y="0"/>
                  </a:moveTo>
                  <a:lnTo>
                    <a:pt x="251676" y="82"/>
                  </a:lnTo>
                  <a:lnTo>
                    <a:pt x="247100" y="82"/>
                  </a:lnTo>
                  <a:lnTo>
                    <a:pt x="240726" y="163"/>
                  </a:lnTo>
                  <a:lnTo>
                    <a:pt x="228388" y="163"/>
                  </a:lnTo>
                  <a:lnTo>
                    <a:pt x="230185" y="245"/>
                  </a:lnTo>
                  <a:lnTo>
                    <a:pt x="233372" y="327"/>
                  </a:lnTo>
                  <a:lnTo>
                    <a:pt x="229286" y="327"/>
                  </a:lnTo>
                  <a:lnTo>
                    <a:pt x="225691" y="409"/>
                  </a:lnTo>
                  <a:lnTo>
                    <a:pt x="221197" y="409"/>
                  </a:lnTo>
                  <a:lnTo>
                    <a:pt x="212862" y="490"/>
                  </a:lnTo>
                  <a:lnTo>
                    <a:pt x="213026" y="409"/>
                  </a:lnTo>
                  <a:lnTo>
                    <a:pt x="211718" y="409"/>
                  </a:lnTo>
                  <a:lnTo>
                    <a:pt x="207796" y="327"/>
                  </a:lnTo>
                  <a:lnTo>
                    <a:pt x="208858" y="409"/>
                  </a:lnTo>
                  <a:lnTo>
                    <a:pt x="192189" y="327"/>
                  </a:lnTo>
                  <a:lnTo>
                    <a:pt x="163344" y="327"/>
                  </a:lnTo>
                  <a:lnTo>
                    <a:pt x="161220" y="245"/>
                  </a:lnTo>
                  <a:lnTo>
                    <a:pt x="159749" y="245"/>
                  </a:lnTo>
                  <a:lnTo>
                    <a:pt x="160974" y="163"/>
                  </a:lnTo>
                  <a:lnTo>
                    <a:pt x="150679" y="327"/>
                  </a:lnTo>
                  <a:lnTo>
                    <a:pt x="145612" y="327"/>
                  </a:lnTo>
                  <a:lnTo>
                    <a:pt x="140628" y="409"/>
                  </a:lnTo>
                  <a:lnTo>
                    <a:pt x="104838" y="490"/>
                  </a:lnTo>
                  <a:lnTo>
                    <a:pt x="68394" y="817"/>
                  </a:lnTo>
                  <a:lnTo>
                    <a:pt x="68966" y="817"/>
                  </a:lnTo>
                  <a:lnTo>
                    <a:pt x="56627" y="981"/>
                  </a:lnTo>
                  <a:lnTo>
                    <a:pt x="42818" y="981"/>
                  </a:lnTo>
                  <a:lnTo>
                    <a:pt x="22144" y="1144"/>
                  </a:lnTo>
                  <a:lnTo>
                    <a:pt x="12012" y="1062"/>
                  </a:lnTo>
                  <a:lnTo>
                    <a:pt x="7518" y="1144"/>
                  </a:lnTo>
                  <a:lnTo>
                    <a:pt x="8416" y="1144"/>
                  </a:lnTo>
                  <a:lnTo>
                    <a:pt x="24759" y="1226"/>
                  </a:lnTo>
                  <a:lnTo>
                    <a:pt x="41102" y="1389"/>
                  </a:lnTo>
                  <a:lnTo>
                    <a:pt x="74114" y="1716"/>
                  </a:lnTo>
                  <a:lnTo>
                    <a:pt x="96911" y="1879"/>
                  </a:lnTo>
                  <a:lnTo>
                    <a:pt x="120118" y="2043"/>
                  </a:lnTo>
                  <a:lnTo>
                    <a:pt x="145286" y="2043"/>
                  </a:lnTo>
                  <a:lnTo>
                    <a:pt x="168655" y="1879"/>
                  </a:lnTo>
                  <a:lnTo>
                    <a:pt x="173150" y="1879"/>
                  </a:lnTo>
                  <a:lnTo>
                    <a:pt x="177317" y="1961"/>
                  </a:lnTo>
                  <a:lnTo>
                    <a:pt x="221605" y="1798"/>
                  </a:lnTo>
                  <a:lnTo>
                    <a:pt x="254372" y="1798"/>
                  </a:lnTo>
                  <a:lnTo>
                    <a:pt x="254781" y="1879"/>
                  </a:lnTo>
                  <a:lnTo>
                    <a:pt x="255680" y="2043"/>
                  </a:lnTo>
                  <a:lnTo>
                    <a:pt x="256170" y="2125"/>
                  </a:lnTo>
                  <a:lnTo>
                    <a:pt x="256579" y="2206"/>
                  </a:lnTo>
                  <a:lnTo>
                    <a:pt x="257477" y="2451"/>
                  </a:lnTo>
                  <a:lnTo>
                    <a:pt x="258376" y="2697"/>
                  </a:lnTo>
                  <a:lnTo>
                    <a:pt x="259357" y="3023"/>
                  </a:lnTo>
                  <a:lnTo>
                    <a:pt x="260256" y="3432"/>
                  </a:lnTo>
                  <a:lnTo>
                    <a:pt x="260664" y="3677"/>
                  </a:lnTo>
                  <a:lnTo>
                    <a:pt x="260909" y="3759"/>
                  </a:lnTo>
                  <a:lnTo>
                    <a:pt x="261154" y="3922"/>
                  </a:lnTo>
                  <a:lnTo>
                    <a:pt x="261972" y="4412"/>
                  </a:lnTo>
                  <a:lnTo>
                    <a:pt x="262380" y="4658"/>
                  </a:lnTo>
                  <a:lnTo>
                    <a:pt x="262789" y="4984"/>
                  </a:lnTo>
                  <a:lnTo>
                    <a:pt x="263688" y="5556"/>
                  </a:lnTo>
                  <a:lnTo>
                    <a:pt x="264423" y="6292"/>
                  </a:lnTo>
                  <a:lnTo>
                    <a:pt x="264832" y="6619"/>
                  </a:lnTo>
                  <a:lnTo>
                    <a:pt x="265158" y="6946"/>
                  </a:lnTo>
                  <a:lnTo>
                    <a:pt x="265894" y="7763"/>
                  </a:lnTo>
                  <a:lnTo>
                    <a:pt x="266547" y="8498"/>
                  </a:lnTo>
                  <a:lnTo>
                    <a:pt x="267119" y="9397"/>
                  </a:lnTo>
                  <a:lnTo>
                    <a:pt x="267691" y="10214"/>
                  </a:lnTo>
                  <a:lnTo>
                    <a:pt x="268182" y="11113"/>
                  </a:lnTo>
                  <a:lnTo>
                    <a:pt x="268672" y="12012"/>
                  </a:lnTo>
                  <a:lnTo>
                    <a:pt x="268999" y="12992"/>
                  </a:lnTo>
                  <a:lnTo>
                    <a:pt x="269326" y="13891"/>
                  </a:lnTo>
                  <a:lnTo>
                    <a:pt x="269653" y="14872"/>
                  </a:lnTo>
                  <a:lnTo>
                    <a:pt x="269816" y="15770"/>
                  </a:lnTo>
                  <a:lnTo>
                    <a:pt x="269979" y="16669"/>
                  </a:lnTo>
                  <a:lnTo>
                    <a:pt x="270143" y="17650"/>
                  </a:lnTo>
                  <a:lnTo>
                    <a:pt x="270225" y="19448"/>
                  </a:lnTo>
                  <a:lnTo>
                    <a:pt x="270061" y="21082"/>
                  </a:lnTo>
                  <a:lnTo>
                    <a:pt x="269898" y="22716"/>
                  </a:lnTo>
                  <a:lnTo>
                    <a:pt x="269489" y="24105"/>
                  </a:lnTo>
                  <a:lnTo>
                    <a:pt x="269081" y="25331"/>
                  </a:lnTo>
                  <a:lnTo>
                    <a:pt x="268672" y="26393"/>
                  </a:lnTo>
                  <a:lnTo>
                    <a:pt x="268263" y="27292"/>
                  </a:lnTo>
                  <a:lnTo>
                    <a:pt x="267855" y="27946"/>
                  </a:lnTo>
                  <a:lnTo>
                    <a:pt x="267365" y="28763"/>
                  </a:lnTo>
                  <a:lnTo>
                    <a:pt x="267038" y="29253"/>
                  </a:lnTo>
                  <a:lnTo>
                    <a:pt x="266711" y="29743"/>
                  </a:lnTo>
                  <a:lnTo>
                    <a:pt x="266302" y="30234"/>
                  </a:lnTo>
                  <a:lnTo>
                    <a:pt x="265894" y="30642"/>
                  </a:lnTo>
                  <a:lnTo>
                    <a:pt x="264913" y="31786"/>
                  </a:lnTo>
                  <a:lnTo>
                    <a:pt x="263851" y="32767"/>
                  </a:lnTo>
                  <a:lnTo>
                    <a:pt x="262625" y="33666"/>
                  </a:lnTo>
                  <a:lnTo>
                    <a:pt x="261400" y="34401"/>
                  </a:lnTo>
                  <a:lnTo>
                    <a:pt x="260010" y="35136"/>
                  </a:lnTo>
                  <a:lnTo>
                    <a:pt x="258703" y="35708"/>
                  </a:lnTo>
                  <a:lnTo>
                    <a:pt x="257232" y="36117"/>
                  </a:lnTo>
                  <a:lnTo>
                    <a:pt x="255843" y="36444"/>
                  </a:lnTo>
                  <a:lnTo>
                    <a:pt x="254372" y="36689"/>
                  </a:lnTo>
                  <a:lnTo>
                    <a:pt x="252901" y="36771"/>
                  </a:lnTo>
                  <a:lnTo>
                    <a:pt x="221524" y="36771"/>
                  </a:lnTo>
                  <a:lnTo>
                    <a:pt x="212617" y="36852"/>
                  </a:lnTo>
                  <a:lnTo>
                    <a:pt x="173395" y="36852"/>
                  </a:lnTo>
                  <a:lnTo>
                    <a:pt x="168901" y="36771"/>
                  </a:lnTo>
                  <a:lnTo>
                    <a:pt x="164161" y="36771"/>
                  </a:lnTo>
                  <a:lnTo>
                    <a:pt x="159177" y="36689"/>
                  </a:lnTo>
                  <a:lnTo>
                    <a:pt x="143896" y="36689"/>
                  </a:lnTo>
                  <a:lnTo>
                    <a:pt x="134990" y="36525"/>
                  </a:lnTo>
                  <a:lnTo>
                    <a:pt x="126165" y="36362"/>
                  </a:lnTo>
                  <a:lnTo>
                    <a:pt x="112192" y="36280"/>
                  </a:lnTo>
                  <a:lnTo>
                    <a:pt x="71009" y="36280"/>
                  </a:lnTo>
                  <a:lnTo>
                    <a:pt x="71499" y="36362"/>
                  </a:lnTo>
                  <a:lnTo>
                    <a:pt x="59896" y="36362"/>
                  </a:lnTo>
                  <a:lnTo>
                    <a:pt x="44860" y="36444"/>
                  </a:lnTo>
                  <a:lnTo>
                    <a:pt x="37506" y="36444"/>
                  </a:lnTo>
                  <a:lnTo>
                    <a:pt x="35709" y="36525"/>
                  </a:lnTo>
                  <a:lnTo>
                    <a:pt x="35382" y="36444"/>
                  </a:lnTo>
                  <a:lnTo>
                    <a:pt x="31214" y="36525"/>
                  </a:lnTo>
                  <a:lnTo>
                    <a:pt x="27129" y="36525"/>
                  </a:lnTo>
                  <a:lnTo>
                    <a:pt x="24596" y="36607"/>
                  </a:lnTo>
                  <a:lnTo>
                    <a:pt x="19121" y="36607"/>
                  </a:lnTo>
                  <a:lnTo>
                    <a:pt x="11685" y="36771"/>
                  </a:lnTo>
                  <a:lnTo>
                    <a:pt x="4167" y="36852"/>
                  </a:lnTo>
                  <a:lnTo>
                    <a:pt x="2860" y="36852"/>
                  </a:lnTo>
                  <a:lnTo>
                    <a:pt x="2370" y="36771"/>
                  </a:lnTo>
                  <a:lnTo>
                    <a:pt x="1798" y="36444"/>
                  </a:lnTo>
                  <a:lnTo>
                    <a:pt x="1716" y="36444"/>
                  </a:lnTo>
                  <a:lnTo>
                    <a:pt x="1716" y="36444"/>
                  </a:lnTo>
                  <a:lnTo>
                    <a:pt x="1716" y="36444"/>
                  </a:lnTo>
                  <a:lnTo>
                    <a:pt x="1716" y="36444"/>
                  </a:lnTo>
                  <a:lnTo>
                    <a:pt x="1689" y="36444"/>
                  </a:lnTo>
                  <a:lnTo>
                    <a:pt x="1553" y="36362"/>
                  </a:lnTo>
                  <a:lnTo>
                    <a:pt x="1553" y="36362"/>
                  </a:lnTo>
                  <a:lnTo>
                    <a:pt x="1716" y="36444"/>
                  </a:lnTo>
                  <a:lnTo>
                    <a:pt x="1716" y="36444"/>
                  </a:lnTo>
                  <a:lnTo>
                    <a:pt x="1144" y="35953"/>
                  </a:lnTo>
                  <a:lnTo>
                    <a:pt x="654" y="35381"/>
                  </a:lnTo>
                  <a:lnTo>
                    <a:pt x="654" y="35381"/>
                  </a:lnTo>
                  <a:lnTo>
                    <a:pt x="817" y="35627"/>
                  </a:lnTo>
                  <a:lnTo>
                    <a:pt x="1085" y="35961"/>
                  </a:lnTo>
                  <a:lnTo>
                    <a:pt x="1085" y="35961"/>
                  </a:lnTo>
                  <a:lnTo>
                    <a:pt x="1553" y="36362"/>
                  </a:lnTo>
                  <a:lnTo>
                    <a:pt x="1144" y="36035"/>
                  </a:lnTo>
                  <a:lnTo>
                    <a:pt x="1085" y="35961"/>
                  </a:lnTo>
                  <a:lnTo>
                    <a:pt x="1085" y="35961"/>
                  </a:lnTo>
                  <a:lnTo>
                    <a:pt x="981" y="35872"/>
                  </a:lnTo>
                  <a:lnTo>
                    <a:pt x="572" y="35300"/>
                  </a:lnTo>
                  <a:lnTo>
                    <a:pt x="467" y="35055"/>
                  </a:lnTo>
                  <a:lnTo>
                    <a:pt x="467" y="35055"/>
                  </a:lnTo>
                  <a:lnTo>
                    <a:pt x="654" y="35381"/>
                  </a:lnTo>
                  <a:lnTo>
                    <a:pt x="409" y="34891"/>
                  </a:lnTo>
                  <a:lnTo>
                    <a:pt x="245" y="34401"/>
                  </a:lnTo>
                  <a:lnTo>
                    <a:pt x="163" y="33829"/>
                  </a:lnTo>
                  <a:lnTo>
                    <a:pt x="163" y="33012"/>
                  </a:lnTo>
                  <a:lnTo>
                    <a:pt x="163" y="30642"/>
                  </a:lnTo>
                  <a:lnTo>
                    <a:pt x="163" y="25576"/>
                  </a:lnTo>
                  <a:lnTo>
                    <a:pt x="82" y="22798"/>
                  </a:lnTo>
                  <a:lnTo>
                    <a:pt x="82" y="19284"/>
                  </a:lnTo>
                  <a:lnTo>
                    <a:pt x="82" y="14136"/>
                  </a:lnTo>
                  <a:lnTo>
                    <a:pt x="82" y="5883"/>
                  </a:lnTo>
                  <a:lnTo>
                    <a:pt x="0" y="4739"/>
                  </a:lnTo>
                  <a:lnTo>
                    <a:pt x="0" y="6864"/>
                  </a:lnTo>
                  <a:lnTo>
                    <a:pt x="0" y="10704"/>
                  </a:lnTo>
                  <a:lnTo>
                    <a:pt x="0" y="14381"/>
                  </a:lnTo>
                  <a:lnTo>
                    <a:pt x="0" y="15770"/>
                  </a:lnTo>
                  <a:lnTo>
                    <a:pt x="0" y="18385"/>
                  </a:lnTo>
                  <a:lnTo>
                    <a:pt x="0" y="22389"/>
                  </a:lnTo>
                  <a:lnTo>
                    <a:pt x="0" y="23288"/>
                  </a:lnTo>
                  <a:lnTo>
                    <a:pt x="0" y="30479"/>
                  </a:lnTo>
                  <a:lnTo>
                    <a:pt x="0" y="31868"/>
                  </a:lnTo>
                  <a:lnTo>
                    <a:pt x="0" y="33992"/>
                  </a:lnTo>
                  <a:lnTo>
                    <a:pt x="82" y="34483"/>
                  </a:lnTo>
                  <a:lnTo>
                    <a:pt x="245" y="34891"/>
                  </a:lnTo>
                  <a:lnTo>
                    <a:pt x="409" y="35381"/>
                  </a:lnTo>
                  <a:lnTo>
                    <a:pt x="654" y="35708"/>
                  </a:lnTo>
                  <a:lnTo>
                    <a:pt x="899" y="36035"/>
                  </a:lnTo>
                  <a:lnTo>
                    <a:pt x="1226" y="36362"/>
                  </a:lnTo>
                  <a:lnTo>
                    <a:pt x="1661" y="36634"/>
                  </a:lnTo>
                  <a:lnTo>
                    <a:pt x="1661" y="36634"/>
                  </a:lnTo>
                  <a:lnTo>
                    <a:pt x="1634" y="36607"/>
                  </a:lnTo>
                  <a:lnTo>
                    <a:pt x="1879" y="36771"/>
                  </a:lnTo>
                  <a:lnTo>
                    <a:pt x="1879" y="36771"/>
                  </a:lnTo>
                  <a:lnTo>
                    <a:pt x="1879" y="36771"/>
                  </a:lnTo>
                  <a:lnTo>
                    <a:pt x="1879" y="36771"/>
                  </a:lnTo>
                  <a:lnTo>
                    <a:pt x="1879" y="36771"/>
                  </a:lnTo>
                  <a:lnTo>
                    <a:pt x="2125" y="36934"/>
                  </a:lnTo>
                  <a:lnTo>
                    <a:pt x="2697" y="37097"/>
                  </a:lnTo>
                  <a:lnTo>
                    <a:pt x="3269" y="37179"/>
                  </a:lnTo>
                  <a:lnTo>
                    <a:pt x="3595" y="37179"/>
                  </a:lnTo>
                  <a:lnTo>
                    <a:pt x="3187" y="37097"/>
                  </a:lnTo>
                  <a:lnTo>
                    <a:pt x="6210" y="37179"/>
                  </a:lnTo>
                  <a:lnTo>
                    <a:pt x="18140" y="37097"/>
                  </a:lnTo>
                  <a:lnTo>
                    <a:pt x="21817" y="37097"/>
                  </a:lnTo>
                  <a:lnTo>
                    <a:pt x="8090" y="37179"/>
                  </a:lnTo>
                  <a:lnTo>
                    <a:pt x="27946" y="37097"/>
                  </a:lnTo>
                  <a:lnTo>
                    <a:pt x="31051" y="37097"/>
                  </a:lnTo>
                  <a:lnTo>
                    <a:pt x="30806" y="37179"/>
                  </a:lnTo>
                  <a:lnTo>
                    <a:pt x="44370" y="37179"/>
                  </a:lnTo>
                  <a:lnTo>
                    <a:pt x="40121" y="37261"/>
                  </a:lnTo>
                  <a:lnTo>
                    <a:pt x="43716" y="37261"/>
                  </a:lnTo>
                  <a:lnTo>
                    <a:pt x="44860" y="37343"/>
                  </a:lnTo>
                  <a:lnTo>
                    <a:pt x="45024" y="37343"/>
                  </a:lnTo>
                  <a:lnTo>
                    <a:pt x="46903" y="37424"/>
                  </a:lnTo>
                  <a:lnTo>
                    <a:pt x="50090" y="37343"/>
                  </a:lnTo>
                  <a:lnTo>
                    <a:pt x="58425" y="37343"/>
                  </a:lnTo>
                  <a:lnTo>
                    <a:pt x="68966" y="37506"/>
                  </a:lnTo>
                  <a:lnTo>
                    <a:pt x="69946" y="37424"/>
                  </a:lnTo>
                  <a:lnTo>
                    <a:pt x="68802" y="37343"/>
                  </a:lnTo>
                  <a:lnTo>
                    <a:pt x="71907" y="37343"/>
                  </a:lnTo>
                  <a:lnTo>
                    <a:pt x="71335" y="37424"/>
                  </a:lnTo>
                  <a:lnTo>
                    <a:pt x="71581" y="37424"/>
                  </a:lnTo>
                  <a:lnTo>
                    <a:pt x="73296" y="37506"/>
                  </a:lnTo>
                  <a:lnTo>
                    <a:pt x="75012" y="37588"/>
                  </a:lnTo>
                  <a:lnTo>
                    <a:pt x="75176" y="37588"/>
                  </a:lnTo>
                  <a:lnTo>
                    <a:pt x="74522" y="37669"/>
                  </a:lnTo>
                  <a:lnTo>
                    <a:pt x="78935" y="37669"/>
                  </a:lnTo>
                  <a:lnTo>
                    <a:pt x="79507" y="37588"/>
                  </a:lnTo>
                  <a:lnTo>
                    <a:pt x="81549" y="37588"/>
                  </a:lnTo>
                  <a:lnTo>
                    <a:pt x="86289" y="37669"/>
                  </a:lnTo>
                  <a:lnTo>
                    <a:pt x="86371" y="37669"/>
                  </a:lnTo>
                  <a:lnTo>
                    <a:pt x="86044" y="37751"/>
                  </a:lnTo>
                  <a:lnTo>
                    <a:pt x="89557" y="37751"/>
                  </a:lnTo>
                  <a:lnTo>
                    <a:pt x="90946" y="37833"/>
                  </a:lnTo>
                  <a:lnTo>
                    <a:pt x="80324" y="37833"/>
                  </a:lnTo>
                  <a:lnTo>
                    <a:pt x="94297" y="37996"/>
                  </a:lnTo>
                  <a:lnTo>
                    <a:pt x="108433" y="38078"/>
                  </a:lnTo>
                  <a:lnTo>
                    <a:pt x="115297" y="38078"/>
                  </a:lnTo>
                  <a:lnTo>
                    <a:pt x="121916" y="37915"/>
                  </a:lnTo>
                  <a:lnTo>
                    <a:pt x="127962" y="37833"/>
                  </a:lnTo>
                  <a:lnTo>
                    <a:pt x="133519" y="37669"/>
                  </a:lnTo>
                  <a:lnTo>
                    <a:pt x="134745" y="37751"/>
                  </a:lnTo>
                  <a:lnTo>
                    <a:pt x="137114" y="37751"/>
                  </a:lnTo>
                  <a:lnTo>
                    <a:pt x="143651" y="37833"/>
                  </a:lnTo>
                  <a:lnTo>
                    <a:pt x="149943" y="37751"/>
                  </a:lnTo>
                  <a:lnTo>
                    <a:pt x="152885" y="37751"/>
                  </a:lnTo>
                  <a:lnTo>
                    <a:pt x="163916" y="37588"/>
                  </a:lnTo>
                  <a:lnTo>
                    <a:pt x="181893" y="37424"/>
                  </a:lnTo>
                  <a:lnTo>
                    <a:pt x="200523" y="37343"/>
                  </a:lnTo>
                  <a:lnTo>
                    <a:pt x="219644" y="37343"/>
                  </a:lnTo>
                  <a:lnTo>
                    <a:pt x="239255" y="37424"/>
                  </a:lnTo>
                  <a:lnTo>
                    <a:pt x="245874" y="37506"/>
                  </a:lnTo>
                  <a:lnTo>
                    <a:pt x="249878" y="37506"/>
                  </a:lnTo>
                  <a:lnTo>
                    <a:pt x="252003" y="37588"/>
                  </a:lnTo>
                  <a:lnTo>
                    <a:pt x="254209" y="37506"/>
                  </a:lnTo>
                  <a:lnTo>
                    <a:pt x="254863" y="37424"/>
                  </a:lnTo>
                  <a:lnTo>
                    <a:pt x="255435" y="37343"/>
                  </a:lnTo>
                  <a:lnTo>
                    <a:pt x="256007" y="37261"/>
                  </a:lnTo>
                  <a:lnTo>
                    <a:pt x="256579" y="37179"/>
                  </a:lnTo>
                  <a:lnTo>
                    <a:pt x="257722" y="36852"/>
                  </a:lnTo>
                  <a:lnTo>
                    <a:pt x="258948" y="36525"/>
                  </a:lnTo>
                  <a:lnTo>
                    <a:pt x="260092" y="36035"/>
                  </a:lnTo>
                  <a:lnTo>
                    <a:pt x="261154" y="35545"/>
                  </a:lnTo>
                  <a:lnTo>
                    <a:pt x="262298" y="34891"/>
                  </a:lnTo>
                  <a:lnTo>
                    <a:pt x="263361" y="34237"/>
                  </a:lnTo>
                  <a:lnTo>
                    <a:pt x="264423" y="33420"/>
                  </a:lnTo>
                  <a:lnTo>
                    <a:pt x="265404" y="32603"/>
                  </a:lnTo>
                  <a:lnTo>
                    <a:pt x="265812" y="32113"/>
                  </a:lnTo>
                  <a:lnTo>
                    <a:pt x="266302" y="31704"/>
                  </a:lnTo>
                  <a:lnTo>
                    <a:pt x="266711" y="31214"/>
                  </a:lnTo>
                  <a:lnTo>
                    <a:pt x="267119" y="30724"/>
                  </a:lnTo>
                  <a:lnTo>
                    <a:pt x="267937" y="29662"/>
                  </a:lnTo>
                  <a:lnTo>
                    <a:pt x="268672" y="28518"/>
                  </a:lnTo>
                  <a:lnTo>
                    <a:pt x="268999" y="27946"/>
                  </a:lnTo>
                  <a:lnTo>
                    <a:pt x="269326" y="27374"/>
                  </a:lnTo>
                  <a:lnTo>
                    <a:pt x="269898" y="26230"/>
                  </a:lnTo>
                  <a:lnTo>
                    <a:pt x="270306" y="24922"/>
                  </a:lnTo>
                  <a:lnTo>
                    <a:pt x="270470" y="24677"/>
                  </a:lnTo>
                  <a:lnTo>
                    <a:pt x="270551" y="24350"/>
                  </a:lnTo>
                  <a:lnTo>
                    <a:pt x="270715" y="23697"/>
                  </a:lnTo>
                  <a:lnTo>
                    <a:pt x="270878" y="23043"/>
                  </a:lnTo>
                  <a:lnTo>
                    <a:pt x="271042" y="22389"/>
                  </a:lnTo>
                  <a:lnTo>
                    <a:pt x="271205" y="21082"/>
                  </a:lnTo>
                  <a:lnTo>
                    <a:pt x="271287" y="19774"/>
                  </a:lnTo>
                  <a:lnTo>
                    <a:pt x="271369" y="19121"/>
                  </a:lnTo>
                  <a:lnTo>
                    <a:pt x="271369" y="18467"/>
                  </a:lnTo>
                  <a:lnTo>
                    <a:pt x="271287" y="17160"/>
                  </a:lnTo>
                  <a:lnTo>
                    <a:pt x="271123" y="15852"/>
                  </a:lnTo>
                  <a:lnTo>
                    <a:pt x="270960" y="15199"/>
                  </a:lnTo>
                  <a:lnTo>
                    <a:pt x="270878" y="14627"/>
                  </a:lnTo>
                  <a:lnTo>
                    <a:pt x="270551" y="13319"/>
                  </a:lnTo>
                  <a:lnTo>
                    <a:pt x="270061" y="12175"/>
                  </a:lnTo>
                  <a:lnTo>
                    <a:pt x="269571" y="11031"/>
                  </a:lnTo>
                  <a:lnTo>
                    <a:pt x="269326" y="10459"/>
                  </a:lnTo>
                  <a:lnTo>
                    <a:pt x="268999" y="9887"/>
                  </a:lnTo>
                  <a:lnTo>
                    <a:pt x="268427" y="8825"/>
                  </a:lnTo>
                  <a:lnTo>
                    <a:pt x="268263" y="8580"/>
                  </a:lnTo>
                  <a:lnTo>
                    <a:pt x="268100" y="8335"/>
                  </a:lnTo>
                  <a:lnTo>
                    <a:pt x="267691" y="7844"/>
                  </a:lnTo>
                  <a:lnTo>
                    <a:pt x="267365" y="7354"/>
                  </a:lnTo>
                  <a:lnTo>
                    <a:pt x="267201" y="7109"/>
                  </a:lnTo>
                  <a:lnTo>
                    <a:pt x="266956" y="6864"/>
                  </a:lnTo>
                  <a:lnTo>
                    <a:pt x="266221" y="5965"/>
                  </a:lnTo>
                  <a:lnTo>
                    <a:pt x="265404" y="5148"/>
                  </a:lnTo>
                  <a:lnTo>
                    <a:pt x="264505" y="4412"/>
                  </a:lnTo>
                  <a:lnTo>
                    <a:pt x="263606" y="3759"/>
                  </a:lnTo>
                  <a:lnTo>
                    <a:pt x="262707" y="3105"/>
                  </a:lnTo>
                  <a:lnTo>
                    <a:pt x="261808" y="2533"/>
                  </a:lnTo>
                  <a:lnTo>
                    <a:pt x="260909" y="2043"/>
                  </a:lnTo>
                  <a:lnTo>
                    <a:pt x="260010" y="1634"/>
                  </a:lnTo>
                  <a:lnTo>
                    <a:pt x="259030" y="1226"/>
                  </a:lnTo>
                  <a:lnTo>
                    <a:pt x="258131" y="899"/>
                  </a:lnTo>
                  <a:lnTo>
                    <a:pt x="256333" y="490"/>
                  </a:lnTo>
                  <a:lnTo>
                    <a:pt x="254699" y="163"/>
                  </a:lnTo>
                  <a:lnTo>
                    <a:pt x="253147" y="82"/>
                  </a:lnTo>
                  <a:lnTo>
                    <a:pt x="2514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34"/>
            <p:cNvSpPr/>
            <p:nvPr/>
          </p:nvSpPr>
          <p:spPr>
            <a:xfrm>
              <a:off x="1445187" y="2167297"/>
              <a:ext cx="5250430" cy="829770"/>
            </a:xfrm>
            <a:custGeom>
              <a:rect b="b" l="l" r="r" t="t"/>
              <a:pathLst>
                <a:path extrusionOk="0" h="37915" w="239910">
                  <a:moveTo>
                    <a:pt x="221033" y="0"/>
                  </a:moveTo>
                  <a:lnTo>
                    <a:pt x="222504" y="82"/>
                  </a:lnTo>
                  <a:lnTo>
                    <a:pt x="223321" y="163"/>
                  </a:lnTo>
                  <a:lnTo>
                    <a:pt x="223648" y="200"/>
                  </a:lnTo>
                  <a:lnTo>
                    <a:pt x="223648" y="200"/>
                  </a:lnTo>
                  <a:lnTo>
                    <a:pt x="223485" y="163"/>
                  </a:lnTo>
                  <a:lnTo>
                    <a:pt x="223158" y="82"/>
                  </a:lnTo>
                  <a:lnTo>
                    <a:pt x="222831" y="82"/>
                  </a:lnTo>
                  <a:lnTo>
                    <a:pt x="221442" y="0"/>
                  </a:lnTo>
                  <a:close/>
                  <a:moveTo>
                    <a:pt x="223648" y="200"/>
                  </a:moveTo>
                  <a:lnTo>
                    <a:pt x="224220" y="327"/>
                  </a:lnTo>
                  <a:lnTo>
                    <a:pt x="224566" y="358"/>
                  </a:lnTo>
                  <a:lnTo>
                    <a:pt x="224566" y="358"/>
                  </a:lnTo>
                  <a:lnTo>
                    <a:pt x="224057" y="245"/>
                  </a:lnTo>
                  <a:lnTo>
                    <a:pt x="223648" y="200"/>
                  </a:lnTo>
                  <a:close/>
                  <a:moveTo>
                    <a:pt x="224566" y="358"/>
                  </a:moveTo>
                  <a:lnTo>
                    <a:pt x="224792" y="409"/>
                  </a:lnTo>
                  <a:lnTo>
                    <a:pt x="225037" y="409"/>
                  </a:lnTo>
                  <a:lnTo>
                    <a:pt x="225344" y="531"/>
                  </a:lnTo>
                  <a:lnTo>
                    <a:pt x="225344" y="531"/>
                  </a:lnTo>
                  <a:lnTo>
                    <a:pt x="225528" y="572"/>
                  </a:lnTo>
                  <a:lnTo>
                    <a:pt x="225991" y="681"/>
                  </a:lnTo>
                  <a:lnTo>
                    <a:pt x="226263" y="735"/>
                  </a:lnTo>
                  <a:lnTo>
                    <a:pt x="225119" y="409"/>
                  </a:lnTo>
                  <a:lnTo>
                    <a:pt x="224566" y="358"/>
                  </a:lnTo>
                  <a:close/>
                  <a:moveTo>
                    <a:pt x="3296" y="1171"/>
                  </a:moveTo>
                  <a:lnTo>
                    <a:pt x="3023" y="1226"/>
                  </a:lnTo>
                  <a:lnTo>
                    <a:pt x="2819" y="1307"/>
                  </a:lnTo>
                  <a:lnTo>
                    <a:pt x="2819" y="1307"/>
                  </a:lnTo>
                  <a:lnTo>
                    <a:pt x="3105" y="1226"/>
                  </a:lnTo>
                  <a:lnTo>
                    <a:pt x="3296" y="1171"/>
                  </a:lnTo>
                  <a:close/>
                  <a:moveTo>
                    <a:pt x="2819" y="1307"/>
                  </a:moveTo>
                  <a:lnTo>
                    <a:pt x="2533" y="1389"/>
                  </a:lnTo>
                  <a:lnTo>
                    <a:pt x="1961" y="1716"/>
                  </a:lnTo>
                  <a:lnTo>
                    <a:pt x="1389" y="2125"/>
                  </a:lnTo>
                  <a:lnTo>
                    <a:pt x="1389" y="2125"/>
                  </a:lnTo>
                  <a:lnTo>
                    <a:pt x="1634" y="1961"/>
                  </a:lnTo>
                  <a:lnTo>
                    <a:pt x="1634" y="1961"/>
                  </a:lnTo>
                  <a:lnTo>
                    <a:pt x="1226" y="2288"/>
                  </a:lnTo>
                  <a:lnTo>
                    <a:pt x="981" y="2615"/>
                  </a:lnTo>
                  <a:lnTo>
                    <a:pt x="654" y="3105"/>
                  </a:lnTo>
                  <a:lnTo>
                    <a:pt x="654" y="3105"/>
                  </a:lnTo>
                  <a:lnTo>
                    <a:pt x="1062" y="2615"/>
                  </a:lnTo>
                  <a:lnTo>
                    <a:pt x="1389" y="2206"/>
                  </a:lnTo>
                  <a:lnTo>
                    <a:pt x="1798" y="1879"/>
                  </a:lnTo>
                  <a:lnTo>
                    <a:pt x="2206" y="1634"/>
                  </a:lnTo>
                  <a:lnTo>
                    <a:pt x="2615" y="1389"/>
                  </a:lnTo>
                  <a:lnTo>
                    <a:pt x="2819" y="1307"/>
                  </a:lnTo>
                  <a:close/>
                  <a:moveTo>
                    <a:pt x="654" y="3105"/>
                  </a:moveTo>
                  <a:lnTo>
                    <a:pt x="409" y="3595"/>
                  </a:lnTo>
                  <a:lnTo>
                    <a:pt x="163" y="4167"/>
                  </a:lnTo>
                  <a:lnTo>
                    <a:pt x="82" y="4739"/>
                  </a:lnTo>
                  <a:lnTo>
                    <a:pt x="82" y="5230"/>
                  </a:lnTo>
                  <a:lnTo>
                    <a:pt x="163" y="4412"/>
                  </a:lnTo>
                  <a:lnTo>
                    <a:pt x="409" y="3677"/>
                  </a:lnTo>
                  <a:lnTo>
                    <a:pt x="654" y="3105"/>
                  </a:lnTo>
                  <a:close/>
                  <a:moveTo>
                    <a:pt x="163" y="33094"/>
                  </a:moveTo>
                  <a:lnTo>
                    <a:pt x="196" y="33355"/>
                  </a:lnTo>
                  <a:lnTo>
                    <a:pt x="196" y="33355"/>
                  </a:lnTo>
                  <a:lnTo>
                    <a:pt x="163" y="33257"/>
                  </a:lnTo>
                  <a:lnTo>
                    <a:pt x="163" y="33094"/>
                  </a:lnTo>
                  <a:close/>
                  <a:moveTo>
                    <a:pt x="343" y="33976"/>
                  </a:moveTo>
                  <a:lnTo>
                    <a:pt x="490" y="34319"/>
                  </a:lnTo>
                  <a:lnTo>
                    <a:pt x="735" y="34891"/>
                  </a:lnTo>
                  <a:lnTo>
                    <a:pt x="735" y="34891"/>
                  </a:lnTo>
                  <a:lnTo>
                    <a:pt x="409" y="34237"/>
                  </a:lnTo>
                  <a:lnTo>
                    <a:pt x="343" y="33976"/>
                  </a:lnTo>
                  <a:close/>
                  <a:moveTo>
                    <a:pt x="1471" y="35708"/>
                  </a:moveTo>
                  <a:lnTo>
                    <a:pt x="1471" y="35708"/>
                  </a:lnTo>
                  <a:lnTo>
                    <a:pt x="1471" y="35708"/>
                  </a:lnTo>
                  <a:lnTo>
                    <a:pt x="1471" y="35708"/>
                  </a:lnTo>
                  <a:lnTo>
                    <a:pt x="1471" y="35708"/>
                  </a:lnTo>
                  <a:close/>
                  <a:moveTo>
                    <a:pt x="1471" y="35708"/>
                  </a:moveTo>
                  <a:lnTo>
                    <a:pt x="1634" y="35872"/>
                  </a:lnTo>
                  <a:lnTo>
                    <a:pt x="1879" y="36035"/>
                  </a:lnTo>
                  <a:lnTo>
                    <a:pt x="1879" y="36035"/>
                  </a:lnTo>
                  <a:lnTo>
                    <a:pt x="1716" y="35872"/>
                  </a:lnTo>
                  <a:lnTo>
                    <a:pt x="1471" y="35708"/>
                  </a:lnTo>
                  <a:close/>
                  <a:moveTo>
                    <a:pt x="1879" y="36035"/>
                  </a:moveTo>
                  <a:lnTo>
                    <a:pt x="1879" y="36035"/>
                  </a:lnTo>
                  <a:lnTo>
                    <a:pt x="1879" y="36035"/>
                  </a:lnTo>
                  <a:lnTo>
                    <a:pt x="1879" y="36035"/>
                  </a:lnTo>
                  <a:lnTo>
                    <a:pt x="1879" y="36035"/>
                  </a:lnTo>
                  <a:close/>
                  <a:moveTo>
                    <a:pt x="17405" y="37016"/>
                  </a:moveTo>
                  <a:lnTo>
                    <a:pt x="5266" y="37097"/>
                  </a:lnTo>
                  <a:lnTo>
                    <a:pt x="5266" y="37097"/>
                  </a:lnTo>
                  <a:lnTo>
                    <a:pt x="8988" y="37016"/>
                  </a:lnTo>
                  <a:close/>
                  <a:moveTo>
                    <a:pt x="87024" y="37588"/>
                  </a:moveTo>
                  <a:lnTo>
                    <a:pt x="89394" y="37669"/>
                  </a:lnTo>
                  <a:lnTo>
                    <a:pt x="89639" y="37669"/>
                  </a:lnTo>
                  <a:lnTo>
                    <a:pt x="89476" y="37751"/>
                  </a:lnTo>
                  <a:lnTo>
                    <a:pt x="80977" y="37751"/>
                  </a:lnTo>
                  <a:lnTo>
                    <a:pt x="84736" y="37669"/>
                  </a:lnTo>
                  <a:lnTo>
                    <a:pt x="86371" y="37669"/>
                  </a:lnTo>
                  <a:lnTo>
                    <a:pt x="87024" y="37588"/>
                  </a:lnTo>
                  <a:close/>
                  <a:moveTo>
                    <a:pt x="214251" y="82"/>
                  </a:moveTo>
                  <a:lnTo>
                    <a:pt x="203302" y="163"/>
                  </a:lnTo>
                  <a:lnTo>
                    <a:pt x="204854" y="245"/>
                  </a:lnTo>
                  <a:lnTo>
                    <a:pt x="207796" y="327"/>
                  </a:lnTo>
                  <a:lnTo>
                    <a:pt x="204119" y="245"/>
                  </a:lnTo>
                  <a:lnTo>
                    <a:pt x="200932" y="327"/>
                  </a:lnTo>
                  <a:lnTo>
                    <a:pt x="196928" y="327"/>
                  </a:lnTo>
                  <a:lnTo>
                    <a:pt x="189572" y="408"/>
                  </a:lnTo>
                  <a:lnTo>
                    <a:pt x="189572" y="408"/>
                  </a:lnTo>
                  <a:lnTo>
                    <a:pt x="189411" y="327"/>
                  </a:lnTo>
                  <a:lnTo>
                    <a:pt x="156725" y="327"/>
                  </a:lnTo>
                  <a:lnTo>
                    <a:pt x="154111" y="245"/>
                  </a:lnTo>
                  <a:lnTo>
                    <a:pt x="146019" y="326"/>
                  </a:lnTo>
                  <a:lnTo>
                    <a:pt x="146019" y="326"/>
                  </a:lnTo>
                  <a:lnTo>
                    <a:pt x="145858" y="245"/>
                  </a:lnTo>
                  <a:lnTo>
                    <a:pt x="142017" y="245"/>
                  </a:lnTo>
                  <a:lnTo>
                    <a:pt x="143079" y="163"/>
                  </a:lnTo>
                  <a:lnTo>
                    <a:pt x="133927" y="245"/>
                  </a:lnTo>
                  <a:lnTo>
                    <a:pt x="129352" y="245"/>
                  </a:lnTo>
                  <a:lnTo>
                    <a:pt x="124939" y="327"/>
                  </a:lnTo>
                  <a:lnTo>
                    <a:pt x="92908" y="490"/>
                  </a:lnTo>
                  <a:lnTo>
                    <a:pt x="60386" y="735"/>
                  </a:lnTo>
                  <a:lnTo>
                    <a:pt x="60876" y="735"/>
                  </a:lnTo>
                  <a:lnTo>
                    <a:pt x="49845" y="899"/>
                  </a:lnTo>
                  <a:lnTo>
                    <a:pt x="37588" y="899"/>
                  </a:lnTo>
                  <a:lnTo>
                    <a:pt x="19121" y="981"/>
                  </a:lnTo>
                  <a:lnTo>
                    <a:pt x="4903" y="981"/>
                  </a:lnTo>
                  <a:lnTo>
                    <a:pt x="4331" y="1062"/>
                  </a:lnTo>
                  <a:lnTo>
                    <a:pt x="3677" y="1062"/>
                  </a:lnTo>
                  <a:lnTo>
                    <a:pt x="3296" y="1171"/>
                  </a:lnTo>
                  <a:lnTo>
                    <a:pt x="3296" y="1171"/>
                  </a:lnTo>
                  <a:lnTo>
                    <a:pt x="3432" y="1144"/>
                  </a:lnTo>
                  <a:lnTo>
                    <a:pt x="4412" y="1062"/>
                  </a:lnTo>
                  <a:lnTo>
                    <a:pt x="6782" y="1062"/>
                  </a:lnTo>
                  <a:lnTo>
                    <a:pt x="21409" y="1144"/>
                  </a:lnTo>
                  <a:lnTo>
                    <a:pt x="36035" y="1226"/>
                  </a:lnTo>
                  <a:lnTo>
                    <a:pt x="65452" y="1634"/>
                  </a:lnTo>
                  <a:lnTo>
                    <a:pt x="85880" y="1798"/>
                  </a:lnTo>
                  <a:lnTo>
                    <a:pt x="106635" y="1879"/>
                  </a:lnTo>
                  <a:lnTo>
                    <a:pt x="129025" y="1879"/>
                  </a:lnTo>
                  <a:lnTo>
                    <a:pt x="149943" y="1798"/>
                  </a:lnTo>
                  <a:lnTo>
                    <a:pt x="153947" y="1798"/>
                  </a:lnTo>
                  <a:lnTo>
                    <a:pt x="157706" y="1879"/>
                  </a:lnTo>
                  <a:lnTo>
                    <a:pt x="197255" y="1716"/>
                  </a:lnTo>
                  <a:lnTo>
                    <a:pt x="215559" y="1716"/>
                  </a:lnTo>
                  <a:lnTo>
                    <a:pt x="217111" y="1634"/>
                  </a:lnTo>
                  <a:lnTo>
                    <a:pt x="219154" y="1716"/>
                  </a:lnTo>
                  <a:lnTo>
                    <a:pt x="221279" y="1634"/>
                  </a:lnTo>
                  <a:lnTo>
                    <a:pt x="222504" y="1716"/>
                  </a:lnTo>
                  <a:lnTo>
                    <a:pt x="223158" y="1798"/>
                  </a:lnTo>
                  <a:lnTo>
                    <a:pt x="223812" y="1879"/>
                  </a:lnTo>
                  <a:lnTo>
                    <a:pt x="225201" y="2125"/>
                  </a:lnTo>
                  <a:lnTo>
                    <a:pt x="226672" y="2533"/>
                  </a:lnTo>
                  <a:lnTo>
                    <a:pt x="228224" y="3105"/>
                  </a:lnTo>
                  <a:lnTo>
                    <a:pt x="229695" y="3840"/>
                  </a:lnTo>
                  <a:lnTo>
                    <a:pt x="231248" y="4739"/>
                  </a:lnTo>
                  <a:lnTo>
                    <a:pt x="232637" y="5802"/>
                  </a:lnTo>
                  <a:lnTo>
                    <a:pt x="233944" y="7109"/>
                  </a:lnTo>
                  <a:lnTo>
                    <a:pt x="234598" y="7763"/>
                  </a:lnTo>
                  <a:lnTo>
                    <a:pt x="235170" y="8498"/>
                  </a:lnTo>
                  <a:lnTo>
                    <a:pt x="235742" y="9234"/>
                  </a:lnTo>
                  <a:lnTo>
                    <a:pt x="236232" y="9969"/>
                  </a:lnTo>
                  <a:lnTo>
                    <a:pt x="237131" y="11603"/>
                  </a:lnTo>
                  <a:lnTo>
                    <a:pt x="237785" y="13319"/>
                  </a:lnTo>
                  <a:lnTo>
                    <a:pt x="238357" y="15035"/>
                  </a:lnTo>
                  <a:lnTo>
                    <a:pt x="238683" y="16669"/>
                  </a:lnTo>
                  <a:lnTo>
                    <a:pt x="238765" y="18385"/>
                  </a:lnTo>
                  <a:lnTo>
                    <a:pt x="238765" y="19938"/>
                  </a:lnTo>
                  <a:lnTo>
                    <a:pt x="238683" y="21490"/>
                  </a:lnTo>
                  <a:lnTo>
                    <a:pt x="238602" y="22226"/>
                  </a:lnTo>
                  <a:lnTo>
                    <a:pt x="238520" y="22553"/>
                  </a:lnTo>
                  <a:lnTo>
                    <a:pt x="238438" y="22879"/>
                  </a:lnTo>
                  <a:lnTo>
                    <a:pt x="238111" y="24105"/>
                  </a:lnTo>
                  <a:lnTo>
                    <a:pt x="237703" y="25249"/>
                  </a:lnTo>
                  <a:lnTo>
                    <a:pt x="237539" y="25739"/>
                  </a:lnTo>
                  <a:lnTo>
                    <a:pt x="237376" y="26230"/>
                  </a:lnTo>
                  <a:lnTo>
                    <a:pt x="236967" y="26965"/>
                  </a:lnTo>
                  <a:lnTo>
                    <a:pt x="236641" y="27619"/>
                  </a:lnTo>
                  <a:lnTo>
                    <a:pt x="236232" y="28354"/>
                  </a:lnTo>
                  <a:lnTo>
                    <a:pt x="235660" y="29253"/>
                  </a:lnTo>
                  <a:lnTo>
                    <a:pt x="235006" y="30070"/>
                  </a:lnTo>
                  <a:lnTo>
                    <a:pt x="234107" y="31051"/>
                  </a:lnTo>
                  <a:lnTo>
                    <a:pt x="233209" y="32031"/>
                  </a:lnTo>
                  <a:lnTo>
                    <a:pt x="232228" y="32848"/>
                  </a:lnTo>
                  <a:lnTo>
                    <a:pt x="231166" y="33666"/>
                  </a:lnTo>
                  <a:lnTo>
                    <a:pt x="230022" y="34401"/>
                  </a:lnTo>
                  <a:lnTo>
                    <a:pt x="228796" y="34973"/>
                  </a:lnTo>
                  <a:lnTo>
                    <a:pt x="227570" y="35545"/>
                  </a:lnTo>
                  <a:lnTo>
                    <a:pt x="226345" y="35953"/>
                  </a:lnTo>
                  <a:lnTo>
                    <a:pt x="225037" y="36280"/>
                  </a:lnTo>
                  <a:lnTo>
                    <a:pt x="223730" y="36525"/>
                  </a:lnTo>
                  <a:lnTo>
                    <a:pt x="222423" y="36689"/>
                  </a:lnTo>
                  <a:lnTo>
                    <a:pt x="215804" y="36689"/>
                  </a:lnTo>
                  <a:lnTo>
                    <a:pt x="195784" y="36771"/>
                  </a:lnTo>
                  <a:lnTo>
                    <a:pt x="187858" y="36771"/>
                  </a:lnTo>
                  <a:lnTo>
                    <a:pt x="182628" y="36852"/>
                  </a:lnTo>
                  <a:lnTo>
                    <a:pt x="175274" y="36771"/>
                  </a:lnTo>
                  <a:lnTo>
                    <a:pt x="152803" y="36771"/>
                  </a:lnTo>
                  <a:lnTo>
                    <a:pt x="148799" y="36689"/>
                  </a:lnTo>
                  <a:lnTo>
                    <a:pt x="140138" y="36607"/>
                  </a:lnTo>
                  <a:lnTo>
                    <a:pt x="126492" y="36607"/>
                  </a:lnTo>
                  <a:lnTo>
                    <a:pt x="118484" y="36444"/>
                  </a:lnTo>
                  <a:lnTo>
                    <a:pt x="110639" y="36362"/>
                  </a:lnTo>
                  <a:lnTo>
                    <a:pt x="98137" y="36280"/>
                  </a:lnTo>
                  <a:lnTo>
                    <a:pt x="85553" y="36199"/>
                  </a:lnTo>
                  <a:lnTo>
                    <a:pt x="61366" y="36280"/>
                  </a:lnTo>
                  <a:lnTo>
                    <a:pt x="64226" y="36280"/>
                  </a:lnTo>
                  <a:lnTo>
                    <a:pt x="64880" y="36362"/>
                  </a:lnTo>
                  <a:lnTo>
                    <a:pt x="51479" y="36362"/>
                  </a:lnTo>
                  <a:lnTo>
                    <a:pt x="37996" y="36444"/>
                  </a:lnTo>
                  <a:lnTo>
                    <a:pt x="33584" y="36362"/>
                  </a:lnTo>
                  <a:lnTo>
                    <a:pt x="31459" y="36444"/>
                  </a:lnTo>
                  <a:lnTo>
                    <a:pt x="25740" y="36444"/>
                  </a:lnTo>
                  <a:lnTo>
                    <a:pt x="22144" y="36525"/>
                  </a:lnTo>
                  <a:lnTo>
                    <a:pt x="16833" y="36525"/>
                  </a:lnTo>
                  <a:lnTo>
                    <a:pt x="15035" y="36607"/>
                  </a:lnTo>
                  <a:lnTo>
                    <a:pt x="8335" y="36689"/>
                  </a:lnTo>
                  <a:lnTo>
                    <a:pt x="4086" y="36771"/>
                  </a:lnTo>
                  <a:lnTo>
                    <a:pt x="3269" y="36689"/>
                  </a:lnTo>
                  <a:lnTo>
                    <a:pt x="2615" y="36444"/>
                  </a:lnTo>
                  <a:lnTo>
                    <a:pt x="2206" y="36199"/>
                  </a:lnTo>
                  <a:lnTo>
                    <a:pt x="1879" y="36035"/>
                  </a:lnTo>
                  <a:lnTo>
                    <a:pt x="1879" y="36035"/>
                  </a:lnTo>
                  <a:lnTo>
                    <a:pt x="2125" y="36199"/>
                  </a:lnTo>
                  <a:lnTo>
                    <a:pt x="2615" y="36525"/>
                  </a:lnTo>
                  <a:lnTo>
                    <a:pt x="2125" y="36280"/>
                  </a:lnTo>
                  <a:lnTo>
                    <a:pt x="1634" y="35953"/>
                  </a:lnTo>
                  <a:lnTo>
                    <a:pt x="1144" y="35463"/>
                  </a:lnTo>
                  <a:lnTo>
                    <a:pt x="735" y="34891"/>
                  </a:lnTo>
                  <a:lnTo>
                    <a:pt x="1144" y="35381"/>
                  </a:lnTo>
                  <a:lnTo>
                    <a:pt x="1471" y="35708"/>
                  </a:lnTo>
                  <a:lnTo>
                    <a:pt x="1471" y="35708"/>
                  </a:lnTo>
                  <a:lnTo>
                    <a:pt x="1144" y="35300"/>
                  </a:lnTo>
                  <a:lnTo>
                    <a:pt x="817" y="34973"/>
                  </a:lnTo>
                  <a:lnTo>
                    <a:pt x="572" y="34401"/>
                  </a:lnTo>
                  <a:lnTo>
                    <a:pt x="654" y="34646"/>
                  </a:lnTo>
                  <a:lnTo>
                    <a:pt x="490" y="34237"/>
                  </a:lnTo>
                  <a:lnTo>
                    <a:pt x="327" y="33747"/>
                  </a:lnTo>
                  <a:lnTo>
                    <a:pt x="229" y="33453"/>
                  </a:lnTo>
                  <a:lnTo>
                    <a:pt x="229" y="33453"/>
                  </a:lnTo>
                  <a:lnTo>
                    <a:pt x="163" y="32930"/>
                  </a:lnTo>
                  <a:lnTo>
                    <a:pt x="163" y="32358"/>
                  </a:lnTo>
                  <a:lnTo>
                    <a:pt x="82" y="24105"/>
                  </a:lnTo>
                  <a:lnTo>
                    <a:pt x="82" y="22879"/>
                  </a:lnTo>
                  <a:lnTo>
                    <a:pt x="82" y="18467"/>
                  </a:lnTo>
                  <a:lnTo>
                    <a:pt x="82" y="13891"/>
                  </a:lnTo>
                  <a:lnTo>
                    <a:pt x="82" y="7518"/>
                  </a:lnTo>
                  <a:lnTo>
                    <a:pt x="0" y="6537"/>
                  </a:lnTo>
                  <a:lnTo>
                    <a:pt x="0" y="7436"/>
                  </a:lnTo>
                  <a:lnTo>
                    <a:pt x="0" y="10868"/>
                  </a:lnTo>
                  <a:lnTo>
                    <a:pt x="0" y="14055"/>
                  </a:lnTo>
                  <a:lnTo>
                    <a:pt x="0" y="15362"/>
                  </a:lnTo>
                  <a:lnTo>
                    <a:pt x="0" y="17732"/>
                  </a:lnTo>
                  <a:lnTo>
                    <a:pt x="0" y="21245"/>
                  </a:lnTo>
                  <a:lnTo>
                    <a:pt x="0" y="22062"/>
                  </a:lnTo>
                  <a:lnTo>
                    <a:pt x="0" y="28436"/>
                  </a:lnTo>
                  <a:lnTo>
                    <a:pt x="0" y="29743"/>
                  </a:lnTo>
                  <a:lnTo>
                    <a:pt x="0" y="31623"/>
                  </a:lnTo>
                  <a:lnTo>
                    <a:pt x="0" y="32522"/>
                  </a:lnTo>
                  <a:lnTo>
                    <a:pt x="0" y="33339"/>
                  </a:lnTo>
                  <a:lnTo>
                    <a:pt x="163" y="34074"/>
                  </a:lnTo>
                  <a:lnTo>
                    <a:pt x="347" y="34503"/>
                  </a:lnTo>
                  <a:lnTo>
                    <a:pt x="347" y="34503"/>
                  </a:lnTo>
                  <a:lnTo>
                    <a:pt x="327" y="34483"/>
                  </a:lnTo>
                  <a:lnTo>
                    <a:pt x="368" y="34551"/>
                  </a:lnTo>
                  <a:lnTo>
                    <a:pt x="368" y="34551"/>
                  </a:lnTo>
                  <a:lnTo>
                    <a:pt x="409" y="34646"/>
                  </a:lnTo>
                  <a:lnTo>
                    <a:pt x="409" y="34619"/>
                  </a:lnTo>
                  <a:lnTo>
                    <a:pt x="409" y="34619"/>
                  </a:lnTo>
                  <a:lnTo>
                    <a:pt x="572" y="34891"/>
                  </a:lnTo>
                  <a:lnTo>
                    <a:pt x="817" y="35381"/>
                  </a:lnTo>
                  <a:lnTo>
                    <a:pt x="1144" y="35708"/>
                  </a:lnTo>
                  <a:lnTo>
                    <a:pt x="1634" y="36199"/>
                  </a:lnTo>
                  <a:lnTo>
                    <a:pt x="2288" y="36525"/>
                  </a:lnTo>
                  <a:lnTo>
                    <a:pt x="2860" y="36852"/>
                  </a:lnTo>
                  <a:lnTo>
                    <a:pt x="3432" y="37016"/>
                  </a:lnTo>
                  <a:lnTo>
                    <a:pt x="4004" y="37016"/>
                  </a:lnTo>
                  <a:lnTo>
                    <a:pt x="5222" y="37097"/>
                  </a:lnTo>
                  <a:lnTo>
                    <a:pt x="5222" y="37097"/>
                  </a:lnTo>
                  <a:lnTo>
                    <a:pt x="5148" y="37097"/>
                  </a:lnTo>
                  <a:lnTo>
                    <a:pt x="5148" y="37097"/>
                  </a:lnTo>
                  <a:lnTo>
                    <a:pt x="5224" y="37097"/>
                  </a:lnTo>
                  <a:lnTo>
                    <a:pt x="5224" y="37097"/>
                  </a:lnTo>
                  <a:lnTo>
                    <a:pt x="5230" y="37097"/>
                  </a:lnTo>
                  <a:lnTo>
                    <a:pt x="5252" y="37097"/>
                  </a:lnTo>
                  <a:lnTo>
                    <a:pt x="5252" y="37097"/>
                  </a:lnTo>
                  <a:lnTo>
                    <a:pt x="22880" y="37016"/>
                  </a:lnTo>
                  <a:lnTo>
                    <a:pt x="25658" y="37016"/>
                  </a:lnTo>
                  <a:lnTo>
                    <a:pt x="25413" y="37097"/>
                  </a:lnTo>
                  <a:lnTo>
                    <a:pt x="37588" y="37097"/>
                  </a:lnTo>
                  <a:lnTo>
                    <a:pt x="33747" y="37179"/>
                  </a:lnTo>
                  <a:lnTo>
                    <a:pt x="36934" y="37179"/>
                  </a:lnTo>
                  <a:lnTo>
                    <a:pt x="37996" y="37261"/>
                  </a:lnTo>
                  <a:lnTo>
                    <a:pt x="37996" y="37179"/>
                  </a:lnTo>
                  <a:lnTo>
                    <a:pt x="38487" y="37261"/>
                  </a:lnTo>
                  <a:lnTo>
                    <a:pt x="50090" y="37261"/>
                  </a:lnTo>
                  <a:lnTo>
                    <a:pt x="59569" y="37343"/>
                  </a:lnTo>
                  <a:lnTo>
                    <a:pt x="60386" y="37343"/>
                  </a:lnTo>
                  <a:lnTo>
                    <a:pt x="59405" y="37261"/>
                  </a:lnTo>
                  <a:lnTo>
                    <a:pt x="62102" y="37261"/>
                  </a:lnTo>
                  <a:lnTo>
                    <a:pt x="61612" y="37343"/>
                  </a:lnTo>
                  <a:lnTo>
                    <a:pt x="61857" y="37343"/>
                  </a:lnTo>
                  <a:lnTo>
                    <a:pt x="63409" y="37424"/>
                  </a:lnTo>
                  <a:lnTo>
                    <a:pt x="64880" y="37424"/>
                  </a:lnTo>
                  <a:lnTo>
                    <a:pt x="65043" y="37506"/>
                  </a:lnTo>
                  <a:lnTo>
                    <a:pt x="64471" y="37506"/>
                  </a:lnTo>
                  <a:lnTo>
                    <a:pt x="68394" y="37588"/>
                  </a:lnTo>
                  <a:lnTo>
                    <a:pt x="68884" y="37506"/>
                  </a:lnTo>
                  <a:lnTo>
                    <a:pt x="75012" y="37506"/>
                  </a:lnTo>
                  <a:lnTo>
                    <a:pt x="75176" y="37588"/>
                  </a:lnTo>
                  <a:lnTo>
                    <a:pt x="75012" y="37588"/>
                  </a:lnTo>
                  <a:lnTo>
                    <a:pt x="74767" y="37669"/>
                  </a:lnTo>
                  <a:lnTo>
                    <a:pt x="74767" y="37669"/>
                  </a:lnTo>
                  <a:lnTo>
                    <a:pt x="76728" y="37588"/>
                  </a:lnTo>
                  <a:lnTo>
                    <a:pt x="77954" y="37669"/>
                  </a:lnTo>
                  <a:lnTo>
                    <a:pt x="79098" y="37669"/>
                  </a:lnTo>
                  <a:lnTo>
                    <a:pt x="80977" y="37751"/>
                  </a:lnTo>
                  <a:lnTo>
                    <a:pt x="80814" y="37751"/>
                  </a:lnTo>
                  <a:lnTo>
                    <a:pt x="69701" y="37669"/>
                  </a:lnTo>
                  <a:lnTo>
                    <a:pt x="82121" y="37833"/>
                  </a:lnTo>
                  <a:lnTo>
                    <a:pt x="94787" y="37915"/>
                  </a:lnTo>
                  <a:lnTo>
                    <a:pt x="100915" y="37915"/>
                  </a:lnTo>
                  <a:lnTo>
                    <a:pt x="106799" y="37833"/>
                  </a:lnTo>
                  <a:lnTo>
                    <a:pt x="112274" y="37669"/>
                  </a:lnTo>
                  <a:lnTo>
                    <a:pt x="117176" y="37506"/>
                  </a:lnTo>
                  <a:lnTo>
                    <a:pt x="118320" y="37588"/>
                  </a:lnTo>
                  <a:lnTo>
                    <a:pt x="120445" y="37669"/>
                  </a:lnTo>
                  <a:lnTo>
                    <a:pt x="131803" y="37669"/>
                  </a:lnTo>
                  <a:lnTo>
                    <a:pt x="134499" y="37588"/>
                  </a:lnTo>
                  <a:lnTo>
                    <a:pt x="144305" y="37424"/>
                  </a:lnTo>
                  <a:lnTo>
                    <a:pt x="160402" y="37343"/>
                  </a:lnTo>
                  <a:lnTo>
                    <a:pt x="176990" y="37261"/>
                  </a:lnTo>
                  <a:lnTo>
                    <a:pt x="194150" y="37261"/>
                  </a:lnTo>
                  <a:lnTo>
                    <a:pt x="211636" y="37343"/>
                  </a:lnTo>
                  <a:lnTo>
                    <a:pt x="217520" y="37424"/>
                  </a:lnTo>
                  <a:lnTo>
                    <a:pt x="221115" y="37424"/>
                  </a:lnTo>
                  <a:lnTo>
                    <a:pt x="223076" y="37343"/>
                  </a:lnTo>
                  <a:lnTo>
                    <a:pt x="225037" y="37097"/>
                  </a:lnTo>
                  <a:lnTo>
                    <a:pt x="226100" y="36852"/>
                  </a:lnTo>
                  <a:lnTo>
                    <a:pt x="227080" y="36525"/>
                  </a:lnTo>
                  <a:lnTo>
                    <a:pt x="228061" y="36117"/>
                  </a:lnTo>
                  <a:lnTo>
                    <a:pt x="229123" y="35708"/>
                  </a:lnTo>
                  <a:lnTo>
                    <a:pt x="230104" y="35218"/>
                  </a:lnTo>
                  <a:lnTo>
                    <a:pt x="231084" y="34646"/>
                  </a:lnTo>
                  <a:lnTo>
                    <a:pt x="231983" y="34074"/>
                  </a:lnTo>
                  <a:lnTo>
                    <a:pt x="232882" y="33420"/>
                  </a:lnTo>
                  <a:lnTo>
                    <a:pt x="233781" y="32685"/>
                  </a:lnTo>
                  <a:lnTo>
                    <a:pt x="234598" y="31868"/>
                  </a:lnTo>
                  <a:lnTo>
                    <a:pt x="235415" y="30969"/>
                  </a:lnTo>
                  <a:lnTo>
                    <a:pt x="236150" y="30070"/>
                  </a:lnTo>
                  <a:lnTo>
                    <a:pt x="236477" y="29662"/>
                  </a:lnTo>
                  <a:lnTo>
                    <a:pt x="236641" y="29416"/>
                  </a:lnTo>
                  <a:lnTo>
                    <a:pt x="236804" y="29171"/>
                  </a:lnTo>
                  <a:lnTo>
                    <a:pt x="237458" y="28109"/>
                  </a:lnTo>
                  <a:lnTo>
                    <a:pt x="237621" y="27864"/>
                  </a:lnTo>
                  <a:lnTo>
                    <a:pt x="237703" y="27619"/>
                  </a:lnTo>
                  <a:lnTo>
                    <a:pt x="237948" y="27129"/>
                  </a:lnTo>
                  <a:lnTo>
                    <a:pt x="238275" y="26557"/>
                  </a:lnTo>
                  <a:lnTo>
                    <a:pt x="238520" y="26066"/>
                  </a:lnTo>
                  <a:lnTo>
                    <a:pt x="238929" y="24922"/>
                  </a:lnTo>
                  <a:lnTo>
                    <a:pt x="239255" y="23778"/>
                  </a:lnTo>
                  <a:lnTo>
                    <a:pt x="239501" y="22634"/>
                  </a:lnTo>
                  <a:lnTo>
                    <a:pt x="239746" y="21490"/>
                  </a:lnTo>
                  <a:lnTo>
                    <a:pt x="239909" y="20346"/>
                  </a:lnTo>
                  <a:lnTo>
                    <a:pt x="239909" y="19121"/>
                  </a:lnTo>
                  <a:lnTo>
                    <a:pt x="239909" y="17977"/>
                  </a:lnTo>
                  <a:lnTo>
                    <a:pt x="239827" y="16833"/>
                  </a:lnTo>
                  <a:lnTo>
                    <a:pt x="239664" y="15689"/>
                  </a:lnTo>
                  <a:lnTo>
                    <a:pt x="239419" y="14545"/>
                  </a:lnTo>
                  <a:lnTo>
                    <a:pt x="239174" y="13483"/>
                  </a:lnTo>
                  <a:lnTo>
                    <a:pt x="238765" y="12420"/>
                  </a:lnTo>
                  <a:lnTo>
                    <a:pt x="238357" y="11358"/>
                  </a:lnTo>
                  <a:lnTo>
                    <a:pt x="237948" y="10377"/>
                  </a:lnTo>
                  <a:lnTo>
                    <a:pt x="237458" y="9397"/>
                  </a:lnTo>
                  <a:lnTo>
                    <a:pt x="236886" y="8498"/>
                  </a:lnTo>
                  <a:lnTo>
                    <a:pt x="236232" y="7681"/>
                  </a:lnTo>
                  <a:lnTo>
                    <a:pt x="235578" y="6864"/>
                  </a:lnTo>
                  <a:lnTo>
                    <a:pt x="234925" y="6047"/>
                  </a:lnTo>
                  <a:lnTo>
                    <a:pt x="234271" y="5393"/>
                  </a:lnTo>
                  <a:lnTo>
                    <a:pt x="233535" y="4739"/>
                  </a:lnTo>
                  <a:lnTo>
                    <a:pt x="232800" y="4086"/>
                  </a:lnTo>
                  <a:lnTo>
                    <a:pt x="231329" y="3023"/>
                  </a:lnTo>
                  <a:lnTo>
                    <a:pt x="230512" y="2533"/>
                  </a:lnTo>
                  <a:lnTo>
                    <a:pt x="229777" y="2125"/>
                  </a:lnTo>
                  <a:lnTo>
                    <a:pt x="228306" y="1471"/>
                  </a:lnTo>
                  <a:lnTo>
                    <a:pt x="226917" y="899"/>
                  </a:lnTo>
                  <a:lnTo>
                    <a:pt x="225991" y="681"/>
                  </a:lnTo>
                  <a:lnTo>
                    <a:pt x="225446" y="572"/>
                  </a:lnTo>
                  <a:lnTo>
                    <a:pt x="225344" y="531"/>
                  </a:lnTo>
                  <a:lnTo>
                    <a:pt x="225344" y="531"/>
                  </a:lnTo>
                  <a:lnTo>
                    <a:pt x="224792" y="409"/>
                  </a:lnTo>
                  <a:lnTo>
                    <a:pt x="224629" y="409"/>
                  </a:lnTo>
                  <a:lnTo>
                    <a:pt x="223076" y="163"/>
                  </a:lnTo>
                  <a:lnTo>
                    <a:pt x="221524" y="8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34"/>
            <p:cNvSpPr/>
            <p:nvPr/>
          </p:nvSpPr>
          <p:spPr>
            <a:xfrm>
              <a:off x="1445187" y="3028534"/>
              <a:ext cx="6253639" cy="833359"/>
            </a:xfrm>
            <a:custGeom>
              <a:rect b="b" l="l" r="r" t="t"/>
              <a:pathLst>
                <a:path extrusionOk="0" h="38079" w="285750">
                  <a:moveTo>
                    <a:pt x="3922" y="1145"/>
                  </a:moveTo>
                  <a:lnTo>
                    <a:pt x="3677" y="1186"/>
                  </a:lnTo>
                  <a:lnTo>
                    <a:pt x="3677" y="1186"/>
                  </a:lnTo>
                  <a:lnTo>
                    <a:pt x="4004" y="1145"/>
                  </a:lnTo>
                  <a:close/>
                  <a:moveTo>
                    <a:pt x="3677" y="1186"/>
                  </a:moveTo>
                  <a:lnTo>
                    <a:pt x="3350" y="1226"/>
                  </a:lnTo>
                  <a:lnTo>
                    <a:pt x="2615" y="1472"/>
                  </a:lnTo>
                  <a:lnTo>
                    <a:pt x="2615" y="1472"/>
                  </a:lnTo>
                  <a:lnTo>
                    <a:pt x="2615" y="1472"/>
                  </a:lnTo>
                  <a:lnTo>
                    <a:pt x="2860" y="1390"/>
                  </a:lnTo>
                  <a:lnTo>
                    <a:pt x="3432" y="1226"/>
                  </a:lnTo>
                  <a:lnTo>
                    <a:pt x="3677" y="1186"/>
                  </a:lnTo>
                  <a:close/>
                  <a:moveTo>
                    <a:pt x="2615" y="1472"/>
                  </a:moveTo>
                  <a:lnTo>
                    <a:pt x="2370" y="1553"/>
                  </a:lnTo>
                  <a:lnTo>
                    <a:pt x="2247" y="1635"/>
                  </a:lnTo>
                  <a:lnTo>
                    <a:pt x="2247" y="1635"/>
                  </a:lnTo>
                  <a:lnTo>
                    <a:pt x="2615" y="1472"/>
                  </a:lnTo>
                  <a:close/>
                  <a:moveTo>
                    <a:pt x="2247" y="1635"/>
                  </a:moveTo>
                  <a:lnTo>
                    <a:pt x="1879" y="1798"/>
                  </a:lnTo>
                  <a:lnTo>
                    <a:pt x="2125" y="1717"/>
                  </a:lnTo>
                  <a:lnTo>
                    <a:pt x="2125" y="1717"/>
                  </a:lnTo>
                  <a:lnTo>
                    <a:pt x="1634" y="2044"/>
                  </a:lnTo>
                  <a:lnTo>
                    <a:pt x="1307" y="2370"/>
                  </a:lnTo>
                  <a:lnTo>
                    <a:pt x="899" y="2861"/>
                  </a:lnTo>
                  <a:lnTo>
                    <a:pt x="1389" y="2289"/>
                  </a:lnTo>
                  <a:lnTo>
                    <a:pt x="1879" y="1880"/>
                  </a:lnTo>
                  <a:lnTo>
                    <a:pt x="2247" y="1635"/>
                  </a:lnTo>
                  <a:close/>
                  <a:moveTo>
                    <a:pt x="899" y="2861"/>
                  </a:moveTo>
                  <a:lnTo>
                    <a:pt x="490" y="3433"/>
                  </a:lnTo>
                  <a:lnTo>
                    <a:pt x="245" y="4086"/>
                  </a:lnTo>
                  <a:lnTo>
                    <a:pt x="218" y="4195"/>
                  </a:lnTo>
                  <a:lnTo>
                    <a:pt x="218" y="4195"/>
                  </a:lnTo>
                  <a:lnTo>
                    <a:pt x="327" y="3923"/>
                  </a:lnTo>
                  <a:lnTo>
                    <a:pt x="490" y="3514"/>
                  </a:lnTo>
                  <a:lnTo>
                    <a:pt x="899" y="2861"/>
                  </a:lnTo>
                  <a:close/>
                  <a:moveTo>
                    <a:pt x="218" y="4195"/>
                  </a:moveTo>
                  <a:lnTo>
                    <a:pt x="163" y="4331"/>
                  </a:lnTo>
                  <a:lnTo>
                    <a:pt x="123" y="4577"/>
                  </a:lnTo>
                  <a:lnTo>
                    <a:pt x="123" y="4577"/>
                  </a:lnTo>
                  <a:lnTo>
                    <a:pt x="218" y="4195"/>
                  </a:lnTo>
                  <a:close/>
                  <a:moveTo>
                    <a:pt x="123" y="4577"/>
                  </a:moveTo>
                  <a:lnTo>
                    <a:pt x="82" y="4740"/>
                  </a:lnTo>
                  <a:lnTo>
                    <a:pt x="82" y="4822"/>
                  </a:lnTo>
                  <a:lnTo>
                    <a:pt x="123" y="4577"/>
                  </a:lnTo>
                  <a:close/>
                  <a:moveTo>
                    <a:pt x="204" y="33421"/>
                  </a:moveTo>
                  <a:lnTo>
                    <a:pt x="245" y="33666"/>
                  </a:lnTo>
                  <a:lnTo>
                    <a:pt x="286" y="33789"/>
                  </a:lnTo>
                  <a:lnTo>
                    <a:pt x="245" y="33585"/>
                  </a:lnTo>
                  <a:lnTo>
                    <a:pt x="204" y="33421"/>
                  </a:lnTo>
                  <a:close/>
                  <a:moveTo>
                    <a:pt x="572" y="34647"/>
                  </a:moveTo>
                  <a:lnTo>
                    <a:pt x="572" y="34647"/>
                  </a:lnTo>
                  <a:lnTo>
                    <a:pt x="572" y="34647"/>
                  </a:lnTo>
                  <a:lnTo>
                    <a:pt x="572" y="34647"/>
                  </a:lnTo>
                  <a:close/>
                  <a:moveTo>
                    <a:pt x="572" y="34647"/>
                  </a:moveTo>
                  <a:lnTo>
                    <a:pt x="719" y="34892"/>
                  </a:lnTo>
                  <a:lnTo>
                    <a:pt x="719" y="34892"/>
                  </a:lnTo>
                  <a:lnTo>
                    <a:pt x="747" y="34927"/>
                  </a:lnTo>
                  <a:lnTo>
                    <a:pt x="747" y="34927"/>
                  </a:lnTo>
                  <a:lnTo>
                    <a:pt x="572" y="34647"/>
                  </a:lnTo>
                  <a:close/>
                  <a:moveTo>
                    <a:pt x="654" y="34810"/>
                  </a:moveTo>
                  <a:lnTo>
                    <a:pt x="817" y="35055"/>
                  </a:lnTo>
                  <a:lnTo>
                    <a:pt x="719" y="34892"/>
                  </a:lnTo>
                  <a:lnTo>
                    <a:pt x="719" y="34892"/>
                  </a:lnTo>
                  <a:lnTo>
                    <a:pt x="654" y="34810"/>
                  </a:lnTo>
                  <a:close/>
                  <a:moveTo>
                    <a:pt x="747" y="34927"/>
                  </a:moveTo>
                  <a:lnTo>
                    <a:pt x="981" y="35300"/>
                  </a:lnTo>
                  <a:lnTo>
                    <a:pt x="1226" y="35586"/>
                  </a:lnTo>
                  <a:lnTo>
                    <a:pt x="1226" y="35586"/>
                  </a:lnTo>
                  <a:lnTo>
                    <a:pt x="981" y="35219"/>
                  </a:lnTo>
                  <a:lnTo>
                    <a:pt x="747" y="34927"/>
                  </a:lnTo>
                  <a:close/>
                  <a:moveTo>
                    <a:pt x="1226" y="35586"/>
                  </a:moveTo>
                  <a:lnTo>
                    <a:pt x="1307" y="35709"/>
                  </a:lnTo>
                  <a:lnTo>
                    <a:pt x="1362" y="35745"/>
                  </a:lnTo>
                  <a:lnTo>
                    <a:pt x="1362" y="35745"/>
                  </a:lnTo>
                  <a:lnTo>
                    <a:pt x="1226" y="35586"/>
                  </a:lnTo>
                  <a:close/>
                  <a:moveTo>
                    <a:pt x="2031" y="36223"/>
                  </a:moveTo>
                  <a:lnTo>
                    <a:pt x="2206" y="36363"/>
                  </a:lnTo>
                  <a:lnTo>
                    <a:pt x="2206" y="36363"/>
                  </a:lnTo>
                  <a:lnTo>
                    <a:pt x="2206" y="36363"/>
                  </a:lnTo>
                  <a:lnTo>
                    <a:pt x="2206" y="36363"/>
                  </a:lnTo>
                  <a:lnTo>
                    <a:pt x="2778" y="36608"/>
                  </a:lnTo>
                  <a:lnTo>
                    <a:pt x="2778" y="36608"/>
                  </a:lnTo>
                  <a:lnTo>
                    <a:pt x="2125" y="36281"/>
                  </a:lnTo>
                  <a:lnTo>
                    <a:pt x="2031" y="36223"/>
                  </a:lnTo>
                  <a:close/>
                  <a:moveTo>
                    <a:pt x="2605" y="36550"/>
                  </a:moveTo>
                  <a:lnTo>
                    <a:pt x="3023" y="36690"/>
                  </a:lnTo>
                  <a:lnTo>
                    <a:pt x="3023" y="36690"/>
                  </a:lnTo>
                  <a:lnTo>
                    <a:pt x="3023" y="36690"/>
                  </a:lnTo>
                  <a:lnTo>
                    <a:pt x="2778" y="36608"/>
                  </a:lnTo>
                  <a:lnTo>
                    <a:pt x="2605" y="36550"/>
                  </a:lnTo>
                  <a:close/>
                  <a:moveTo>
                    <a:pt x="257804" y="1"/>
                  </a:moveTo>
                  <a:lnTo>
                    <a:pt x="265404" y="82"/>
                  </a:lnTo>
                  <a:lnTo>
                    <a:pt x="238683" y="164"/>
                  </a:lnTo>
                  <a:lnTo>
                    <a:pt x="240563" y="246"/>
                  </a:lnTo>
                  <a:lnTo>
                    <a:pt x="243995" y="328"/>
                  </a:lnTo>
                  <a:lnTo>
                    <a:pt x="235905" y="328"/>
                  </a:lnTo>
                  <a:lnTo>
                    <a:pt x="231248" y="409"/>
                  </a:lnTo>
                  <a:lnTo>
                    <a:pt x="222504" y="409"/>
                  </a:lnTo>
                  <a:lnTo>
                    <a:pt x="221279" y="328"/>
                  </a:lnTo>
                  <a:lnTo>
                    <a:pt x="217111" y="328"/>
                  </a:lnTo>
                  <a:lnTo>
                    <a:pt x="218337" y="409"/>
                  </a:lnTo>
                  <a:lnTo>
                    <a:pt x="218337" y="409"/>
                  </a:lnTo>
                  <a:lnTo>
                    <a:pt x="200769" y="328"/>
                  </a:lnTo>
                  <a:lnTo>
                    <a:pt x="184181" y="328"/>
                  </a:lnTo>
                  <a:lnTo>
                    <a:pt x="181076" y="246"/>
                  </a:lnTo>
                  <a:lnTo>
                    <a:pt x="171515" y="328"/>
                  </a:lnTo>
                  <a:lnTo>
                    <a:pt x="171434" y="328"/>
                  </a:lnTo>
                  <a:lnTo>
                    <a:pt x="170698" y="246"/>
                  </a:lnTo>
                  <a:lnTo>
                    <a:pt x="166858" y="246"/>
                  </a:lnTo>
                  <a:lnTo>
                    <a:pt x="168165" y="164"/>
                  </a:lnTo>
                  <a:lnTo>
                    <a:pt x="157379" y="246"/>
                  </a:lnTo>
                  <a:lnTo>
                    <a:pt x="152068" y="328"/>
                  </a:lnTo>
                  <a:lnTo>
                    <a:pt x="146838" y="328"/>
                  </a:lnTo>
                  <a:lnTo>
                    <a:pt x="109332" y="491"/>
                  </a:lnTo>
                  <a:lnTo>
                    <a:pt x="71172" y="818"/>
                  </a:lnTo>
                  <a:lnTo>
                    <a:pt x="71826" y="818"/>
                  </a:lnTo>
                  <a:lnTo>
                    <a:pt x="58833" y="981"/>
                  </a:lnTo>
                  <a:lnTo>
                    <a:pt x="44452" y="981"/>
                  </a:lnTo>
                  <a:lnTo>
                    <a:pt x="22798" y="1145"/>
                  </a:lnTo>
                  <a:lnTo>
                    <a:pt x="8416" y="1145"/>
                  </a:lnTo>
                  <a:lnTo>
                    <a:pt x="25494" y="1226"/>
                  </a:lnTo>
                  <a:lnTo>
                    <a:pt x="42654" y="1390"/>
                  </a:lnTo>
                  <a:lnTo>
                    <a:pt x="77137" y="1798"/>
                  </a:lnTo>
                  <a:lnTo>
                    <a:pt x="101079" y="1962"/>
                  </a:lnTo>
                  <a:lnTo>
                    <a:pt x="125429" y="2044"/>
                  </a:lnTo>
                  <a:lnTo>
                    <a:pt x="151741" y="2044"/>
                  </a:lnTo>
                  <a:lnTo>
                    <a:pt x="176173" y="1880"/>
                  </a:lnTo>
                  <a:lnTo>
                    <a:pt x="180912" y="1962"/>
                  </a:lnTo>
                  <a:lnTo>
                    <a:pt x="185243" y="2044"/>
                  </a:lnTo>
                  <a:lnTo>
                    <a:pt x="231656" y="1880"/>
                  </a:lnTo>
                  <a:lnTo>
                    <a:pt x="253147" y="1880"/>
                  </a:lnTo>
                  <a:lnTo>
                    <a:pt x="254944" y="1798"/>
                  </a:lnTo>
                  <a:lnTo>
                    <a:pt x="268427" y="1798"/>
                  </a:lnTo>
                  <a:lnTo>
                    <a:pt x="268917" y="1880"/>
                  </a:lnTo>
                  <a:lnTo>
                    <a:pt x="269407" y="1962"/>
                  </a:lnTo>
                  <a:lnTo>
                    <a:pt x="270388" y="2044"/>
                  </a:lnTo>
                  <a:lnTo>
                    <a:pt x="271369" y="2289"/>
                  </a:lnTo>
                  <a:lnTo>
                    <a:pt x="272349" y="2534"/>
                  </a:lnTo>
                  <a:lnTo>
                    <a:pt x="273330" y="2942"/>
                  </a:lnTo>
                  <a:lnTo>
                    <a:pt x="274310" y="3351"/>
                  </a:lnTo>
                  <a:lnTo>
                    <a:pt x="275291" y="3760"/>
                  </a:lnTo>
                  <a:lnTo>
                    <a:pt x="276190" y="4331"/>
                  </a:lnTo>
                  <a:lnTo>
                    <a:pt x="277088" y="4903"/>
                  </a:lnTo>
                  <a:lnTo>
                    <a:pt x="277987" y="5557"/>
                  </a:lnTo>
                  <a:lnTo>
                    <a:pt x="278804" y="6211"/>
                  </a:lnTo>
                  <a:lnTo>
                    <a:pt x="279540" y="7028"/>
                  </a:lnTo>
                  <a:lnTo>
                    <a:pt x="280275" y="7763"/>
                  </a:lnTo>
                  <a:lnTo>
                    <a:pt x="281011" y="8581"/>
                  </a:lnTo>
                  <a:lnTo>
                    <a:pt x="281583" y="9479"/>
                  </a:lnTo>
                  <a:lnTo>
                    <a:pt x="282155" y="10378"/>
                  </a:lnTo>
                  <a:lnTo>
                    <a:pt x="282645" y="11277"/>
                  </a:lnTo>
                  <a:lnTo>
                    <a:pt x="283135" y="12258"/>
                  </a:lnTo>
                  <a:lnTo>
                    <a:pt x="283544" y="13156"/>
                  </a:lnTo>
                  <a:lnTo>
                    <a:pt x="283789" y="14137"/>
                  </a:lnTo>
                  <a:lnTo>
                    <a:pt x="284116" y="15118"/>
                  </a:lnTo>
                  <a:lnTo>
                    <a:pt x="284279" y="16016"/>
                  </a:lnTo>
                  <a:lnTo>
                    <a:pt x="284443" y="16997"/>
                  </a:lnTo>
                  <a:lnTo>
                    <a:pt x="284524" y="17896"/>
                  </a:lnTo>
                  <a:lnTo>
                    <a:pt x="284524" y="19693"/>
                  </a:lnTo>
                  <a:lnTo>
                    <a:pt x="284443" y="21328"/>
                  </a:lnTo>
                  <a:lnTo>
                    <a:pt x="284197" y="22798"/>
                  </a:lnTo>
                  <a:lnTo>
                    <a:pt x="283871" y="24188"/>
                  </a:lnTo>
                  <a:lnTo>
                    <a:pt x="283462" y="25332"/>
                  </a:lnTo>
                  <a:lnTo>
                    <a:pt x="283135" y="26230"/>
                  </a:lnTo>
                  <a:lnTo>
                    <a:pt x="282727" y="26966"/>
                  </a:lnTo>
                  <a:lnTo>
                    <a:pt x="282481" y="27538"/>
                  </a:lnTo>
                  <a:lnTo>
                    <a:pt x="282318" y="27865"/>
                  </a:lnTo>
                  <a:lnTo>
                    <a:pt x="281664" y="28927"/>
                  </a:lnTo>
                  <a:lnTo>
                    <a:pt x="280929" y="29989"/>
                  </a:lnTo>
                  <a:lnTo>
                    <a:pt x="279867" y="31133"/>
                  </a:lnTo>
                  <a:lnTo>
                    <a:pt x="278804" y="32195"/>
                  </a:lnTo>
                  <a:lnTo>
                    <a:pt x="277579" y="33176"/>
                  </a:lnTo>
                  <a:lnTo>
                    <a:pt x="276271" y="34075"/>
                  </a:lnTo>
                  <a:lnTo>
                    <a:pt x="274964" y="34810"/>
                  </a:lnTo>
                  <a:lnTo>
                    <a:pt x="273575" y="35464"/>
                  </a:lnTo>
                  <a:lnTo>
                    <a:pt x="272104" y="36036"/>
                  </a:lnTo>
                  <a:lnTo>
                    <a:pt x="270551" y="36363"/>
                  </a:lnTo>
                  <a:lnTo>
                    <a:pt x="268999" y="36608"/>
                  </a:lnTo>
                  <a:lnTo>
                    <a:pt x="268263" y="36690"/>
                  </a:lnTo>
                  <a:lnTo>
                    <a:pt x="267446" y="36771"/>
                  </a:lnTo>
                  <a:lnTo>
                    <a:pt x="234679" y="36771"/>
                  </a:lnTo>
                  <a:lnTo>
                    <a:pt x="225364" y="36853"/>
                  </a:lnTo>
                  <a:lnTo>
                    <a:pt x="184263" y="36853"/>
                  </a:lnTo>
                  <a:lnTo>
                    <a:pt x="179605" y="36771"/>
                  </a:lnTo>
                  <a:lnTo>
                    <a:pt x="174620" y="36771"/>
                  </a:lnTo>
                  <a:lnTo>
                    <a:pt x="169391" y="36690"/>
                  </a:lnTo>
                  <a:lnTo>
                    <a:pt x="161056" y="36608"/>
                  </a:lnTo>
                  <a:lnTo>
                    <a:pt x="153457" y="36608"/>
                  </a:lnTo>
                  <a:lnTo>
                    <a:pt x="144060" y="36526"/>
                  </a:lnTo>
                  <a:lnTo>
                    <a:pt x="134826" y="36363"/>
                  </a:lnTo>
                  <a:lnTo>
                    <a:pt x="120200" y="36281"/>
                  </a:lnTo>
                  <a:lnTo>
                    <a:pt x="80405" y="36281"/>
                  </a:lnTo>
                  <a:lnTo>
                    <a:pt x="81223" y="36363"/>
                  </a:lnTo>
                  <a:lnTo>
                    <a:pt x="65452" y="36363"/>
                  </a:lnTo>
                  <a:lnTo>
                    <a:pt x="49681" y="36444"/>
                  </a:lnTo>
                  <a:lnTo>
                    <a:pt x="42000" y="36444"/>
                  </a:lnTo>
                  <a:lnTo>
                    <a:pt x="40121" y="36526"/>
                  </a:lnTo>
                  <a:lnTo>
                    <a:pt x="39794" y="36444"/>
                  </a:lnTo>
                  <a:lnTo>
                    <a:pt x="35382" y="36526"/>
                  </a:lnTo>
                  <a:lnTo>
                    <a:pt x="31133" y="36526"/>
                  </a:lnTo>
                  <a:lnTo>
                    <a:pt x="28518" y="36608"/>
                  </a:lnTo>
                  <a:lnTo>
                    <a:pt x="22798" y="36608"/>
                  </a:lnTo>
                  <a:lnTo>
                    <a:pt x="14953" y="36771"/>
                  </a:lnTo>
                  <a:lnTo>
                    <a:pt x="7027" y="36853"/>
                  </a:lnTo>
                  <a:lnTo>
                    <a:pt x="6374" y="36853"/>
                  </a:lnTo>
                  <a:lnTo>
                    <a:pt x="4739" y="36935"/>
                  </a:lnTo>
                  <a:lnTo>
                    <a:pt x="4167" y="36935"/>
                  </a:lnTo>
                  <a:lnTo>
                    <a:pt x="3595" y="36853"/>
                  </a:lnTo>
                  <a:lnTo>
                    <a:pt x="3023" y="36690"/>
                  </a:lnTo>
                  <a:lnTo>
                    <a:pt x="3023" y="36690"/>
                  </a:lnTo>
                  <a:lnTo>
                    <a:pt x="3514" y="36853"/>
                  </a:lnTo>
                  <a:lnTo>
                    <a:pt x="3677" y="36886"/>
                  </a:lnTo>
                  <a:lnTo>
                    <a:pt x="3677" y="36886"/>
                  </a:lnTo>
                  <a:lnTo>
                    <a:pt x="3350" y="36853"/>
                  </a:lnTo>
                  <a:lnTo>
                    <a:pt x="2697" y="36608"/>
                  </a:lnTo>
                  <a:lnTo>
                    <a:pt x="2206" y="36363"/>
                  </a:lnTo>
                  <a:lnTo>
                    <a:pt x="2206" y="36363"/>
                  </a:lnTo>
                  <a:lnTo>
                    <a:pt x="2206" y="36363"/>
                  </a:lnTo>
                  <a:lnTo>
                    <a:pt x="2206" y="36363"/>
                  </a:lnTo>
                  <a:lnTo>
                    <a:pt x="2043" y="36281"/>
                  </a:lnTo>
                  <a:lnTo>
                    <a:pt x="1634" y="35975"/>
                  </a:lnTo>
                  <a:lnTo>
                    <a:pt x="1634" y="35975"/>
                  </a:lnTo>
                  <a:lnTo>
                    <a:pt x="2031" y="36223"/>
                  </a:lnTo>
                  <a:lnTo>
                    <a:pt x="2031" y="36223"/>
                  </a:lnTo>
                  <a:lnTo>
                    <a:pt x="1798" y="36036"/>
                  </a:lnTo>
                  <a:lnTo>
                    <a:pt x="1362" y="35745"/>
                  </a:lnTo>
                  <a:lnTo>
                    <a:pt x="1362" y="35745"/>
                  </a:lnTo>
                  <a:lnTo>
                    <a:pt x="1422" y="35815"/>
                  </a:lnTo>
                  <a:lnTo>
                    <a:pt x="1422" y="35815"/>
                  </a:lnTo>
                  <a:lnTo>
                    <a:pt x="1389" y="35791"/>
                  </a:lnTo>
                  <a:lnTo>
                    <a:pt x="1062" y="35464"/>
                  </a:lnTo>
                  <a:lnTo>
                    <a:pt x="735" y="34974"/>
                  </a:lnTo>
                  <a:lnTo>
                    <a:pt x="572" y="34647"/>
                  </a:lnTo>
                  <a:lnTo>
                    <a:pt x="572" y="34647"/>
                  </a:lnTo>
                  <a:lnTo>
                    <a:pt x="572" y="34647"/>
                  </a:lnTo>
                  <a:lnTo>
                    <a:pt x="572" y="34647"/>
                  </a:lnTo>
                  <a:lnTo>
                    <a:pt x="490" y="34483"/>
                  </a:lnTo>
                  <a:lnTo>
                    <a:pt x="327" y="33993"/>
                  </a:lnTo>
                  <a:lnTo>
                    <a:pt x="327" y="33993"/>
                  </a:lnTo>
                  <a:lnTo>
                    <a:pt x="572" y="34647"/>
                  </a:lnTo>
                  <a:lnTo>
                    <a:pt x="572" y="34647"/>
                  </a:lnTo>
                  <a:lnTo>
                    <a:pt x="409" y="34157"/>
                  </a:lnTo>
                  <a:lnTo>
                    <a:pt x="286" y="33789"/>
                  </a:lnTo>
                  <a:lnTo>
                    <a:pt x="327" y="33993"/>
                  </a:lnTo>
                  <a:lnTo>
                    <a:pt x="163" y="33339"/>
                  </a:lnTo>
                  <a:lnTo>
                    <a:pt x="163" y="33258"/>
                  </a:lnTo>
                  <a:lnTo>
                    <a:pt x="204" y="33421"/>
                  </a:lnTo>
                  <a:lnTo>
                    <a:pt x="204" y="33421"/>
                  </a:lnTo>
                  <a:lnTo>
                    <a:pt x="163" y="33176"/>
                  </a:lnTo>
                  <a:lnTo>
                    <a:pt x="163" y="32767"/>
                  </a:lnTo>
                  <a:lnTo>
                    <a:pt x="163" y="27456"/>
                  </a:lnTo>
                  <a:lnTo>
                    <a:pt x="82" y="24514"/>
                  </a:lnTo>
                  <a:lnTo>
                    <a:pt x="82" y="20837"/>
                  </a:lnTo>
                  <a:lnTo>
                    <a:pt x="82" y="15444"/>
                  </a:lnTo>
                  <a:lnTo>
                    <a:pt x="82" y="6865"/>
                  </a:lnTo>
                  <a:lnTo>
                    <a:pt x="0" y="5639"/>
                  </a:lnTo>
                  <a:lnTo>
                    <a:pt x="0" y="7845"/>
                  </a:lnTo>
                  <a:lnTo>
                    <a:pt x="0" y="11849"/>
                  </a:lnTo>
                  <a:lnTo>
                    <a:pt x="0" y="15690"/>
                  </a:lnTo>
                  <a:lnTo>
                    <a:pt x="0" y="17160"/>
                  </a:lnTo>
                  <a:lnTo>
                    <a:pt x="0" y="19939"/>
                  </a:lnTo>
                  <a:lnTo>
                    <a:pt x="0" y="24106"/>
                  </a:lnTo>
                  <a:lnTo>
                    <a:pt x="0" y="25086"/>
                  </a:lnTo>
                  <a:lnTo>
                    <a:pt x="0" y="32522"/>
                  </a:lnTo>
                  <a:lnTo>
                    <a:pt x="0" y="33258"/>
                  </a:lnTo>
                  <a:lnTo>
                    <a:pt x="82" y="33666"/>
                  </a:lnTo>
                  <a:lnTo>
                    <a:pt x="147" y="33993"/>
                  </a:lnTo>
                  <a:lnTo>
                    <a:pt x="147" y="33993"/>
                  </a:lnTo>
                  <a:lnTo>
                    <a:pt x="82" y="33830"/>
                  </a:lnTo>
                  <a:lnTo>
                    <a:pt x="0" y="33258"/>
                  </a:lnTo>
                  <a:lnTo>
                    <a:pt x="0" y="33503"/>
                  </a:lnTo>
                  <a:lnTo>
                    <a:pt x="82" y="33911"/>
                  </a:lnTo>
                  <a:lnTo>
                    <a:pt x="245" y="34320"/>
                  </a:lnTo>
                  <a:lnTo>
                    <a:pt x="409" y="34729"/>
                  </a:lnTo>
                  <a:lnTo>
                    <a:pt x="654" y="35137"/>
                  </a:lnTo>
                  <a:lnTo>
                    <a:pt x="981" y="35546"/>
                  </a:lnTo>
                  <a:lnTo>
                    <a:pt x="1307" y="35872"/>
                  </a:lnTo>
                  <a:lnTo>
                    <a:pt x="1716" y="36199"/>
                  </a:lnTo>
                  <a:lnTo>
                    <a:pt x="2125" y="36526"/>
                  </a:lnTo>
                  <a:lnTo>
                    <a:pt x="2533" y="36771"/>
                  </a:lnTo>
                  <a:lnTo>
                    <a:pt x="2942" y="36935"/>
                  </a:lnTo>
                  <a:lnTo>
                    <a:pt x="3432" y="37016"/>
                  </a:lnTo>
                  <a:lnTo>
                    <a:pt x="3841" y="37098"/>
                  </a:lnTo>
                  <a:lnTo>
                    <a:pt x="4658" y="37098"/>
                  </a:lnTo>
                  <a:lnTo>
                    <a:pt x="4494" y="37180"/>
                  </a:lnTo>
                  <a:lnTo>
                    <a:pt x="9234" y="37180"/>
                  </a:lnTo>
                  <a:lnTo>
                    <a:pt x="21654" y="37098"/>
                  </a:lnTo>
                  <a:lnTo>
                    <a:pt x="25494" y="37098"/>
                  </a:lnTo>
                  <a:lnTo>
                    <a:pt x="11195" y="37180"/>
                  </a:lnTo>
                  <a:lnTo>
                    <a:pt x="21736" y="37180"/>
                  </a:lnTo>
                  <a:lnTo>
                    <a:pt x="32031" y="37098"/>
                  </a:lnTo>
                  <a:lnTo>
                    <a:pt x="35218" y="37098"/>
                  </a:lnTo>
                  <a:lnTo>
                    <a:pt x="34973" y="37180"/>
                  </a:lnTo>
                  <a:lnTo>
                    <a:pt x="49191" y="37180"/>
                  </a:lnTo>
                  <a:lnTo>
                    <a:pt x="47393" y="37262"/>
                  </a:lnTo>
                  <a:lnTo>
                    <a:pt x="42164" y="37262"/>
                  </a:lnTo>
                  <a:lnTo>
                    <a:pt x="48456" y="37343"/>
                  </a:lnTo>
                  <a:lnTo>
                    <a:pt x="49927" y="37343"/>
                  </a:lnTo>
                  <a:lnTo>
                    <a:pt x="51888" y="37425"/>
                  </a:lnTo>
                  <a:lnTo>
                    <a:pt x="62347" y="37425"/>
                  </a:lnTo>
                  <a:lnTo>
                    <a:pt x="63899" y="37343"/>
                  </a:lnTo>
                  <a:lnTo>
                    <a:pt x="74931" y="37507"/>
                  </a:lnTo>
                  <a:lnTo>
                    <a:pt x="75993" y="37425"/>
                  </a:lnTo>
                  <a:lnTo>
                    <a:pt x="74767" y="37343"/>
                  </a:lnTo>
                  <a:lnTo>
                    <a:pt x="77954" y="37425"/>
                  </a:lnTo>
                  <a:lnTo>
                    <a:pt x="77627" y="37425"/>
                  </a:lnTo>
                  <a:lnTo>
                    <a:pt x="79425" y="37507"/>
                  </a:lnTo>
                  <a:lnTo>
                    <a:pt x="81223" y="37588"/>
                  </a:lnTo>
                  <a:lnTo>
                    <a:pt x="81386" y="37588"/>
                  </a:lnTo>
                  <a:lnTo>
                    <a:pt x="80732" y="37670"/>
                  </a:lnTo>
                  <a:lnTo>
                    <a:pt x="85390" y="37670"/>
                  </a:lnTo>
                  <a:lnTo>
                    <a:pt x="85962" y="37588"/>
                  </a:lnTo>
                  <a:lnTo>
                    <a:pt x="88087" y="37588"/>
                  </a:lnTo>
                  <a:lnTo>
                    <a:pt x="93071" y="37670"/>
                  </a:lnTo>
                  <a:lnTo>
                    <a:pt x="93234" y="37670"/>
                  </a:lnTo>
                  <a:lnTo>
                    <a:pt x="93153" y="37752"/>
                  </a:lnTo>
                  <a:lnTo>
                    <a:pt x="95114" y="37752"/>
                  </a:lnTo>
                  <a:lnTo>
                    <a:pt x="96503" y="37834"/>
                  </a:lnTo>
                  <a:lnTo>
                    <a:pt x="106390" y="37834"/>
                  </a:lnTo>
                  <a:lnTo>
                    <a:pt x="107207" y="37752"/>
                  </a:lnTo>
                  <a:lnTo>
                    <a:pt x="109986" y="37834"/>
                  </a:lnTo>
                  <a:lnTo>
                    <a:pt x="110231" y="37834"/>
                  </a:lnTo>
                  <a:lnTo>
                    <a:pt x="110067" y="37915"/>
                  </a:lnTo>
                  <a:lnTo>
                    <a:pt x="99853" y="37915"/>
                  </a:lnTo>
                  <a:lnTo>
                    <a:pt x="86861" y="37834"/>
                  </a:lnTo>
                  <a:lnTo>
                    <a:pt x="86861" y="37834"/>
                  </a:lnTo>
                  <a:lnTo>
                    <a:pt x="101406" y="37997"/>
                  </a:lnTo>
                  <a:lnTo>
                    <a:pt x="116277" y="38079"/>
                  </a:lnTo>
                  <a:lnTo>
                    <a:pt x="123468" y="38079"/>
                  </a:lnTo>
                  <a:lnTo>
                    <a:pt x="130332" y="37997"/>
                  </a:lnTo>
                  <a:lnTo>
                    <a:pt x="136706" y="37834"/>
                  </a:lnTo>
                  <a:lnTo>
                    <a:pt x="142507" y="37670"/>
                  </a:lnTo>
                  <a:lnTo>
                    <a:pt x="143815" y="37752"/>
                  </a:lnTo>
                  <a:lnTo>
                    <a:pt x="146348" y="37752"/>
                  </a:lnTo>
                  <a:lnTo>
                    <a:pt x="153130" y="37834"/>
                  </a:lnTo>
                  <a:lnTo>
                    <a:pt x="159667" y="37834"/>
                  </a:lnTo>
                  <a:lnTo>
                    <a:pt x="162772" y="37752"/>
                  </a:lnTo>
                  <a:lnTo>
                    <a:pt x="174294" y="37588"/>
                  </a:lnTo>
                  <a:lnTo>
                    <a:pt x="193169" y="37425"/>
                  </a:lnTo>
                  <a:lnTo>
                    <a:pt x="212699" y="37343"/>
                  </a:lnTo>
                  <a:lnTo>
                    <a:pt x="232718" y="37343"/>
                  </a:lnTo>
                  <a:lnTo>
                    <a:pt x="253310" y="37507"/>
                  </a:lnTo>
                  <a:lnTo>
                    <a:pt x="260174" y="37507"/>
                  </a:lnTo>
                  <a:lnTo>
                    <a:pt x="264341" y="37588"/>
                  </a:lnTo>
                  <a:lnTo>
                    <a:pt x="266547" y="37588"/>
                  </a:lnTo>
                  <a:lnTo>
                    <a:pt x="267773" y="37507"/>
                  </a:lnTo>
                  <a:lnTo>
                    <a:pt x="268917" y="37507"/>
                  </a:lnTo>
                  <a:lnTo>
                    <a:pt x="270143" y="37343"/>
                  </a:lnTo>
                  <a:lnTo>
                    <a:pt x="270797" y="37180"/>
                  </a:lnTo>
                  <a:lnTo>
                    <a:pt x="271369" y="37098"/>
                  </a:lnTo>
                  <a:lnTo>
                    <a:pt x="272594" y="36771"/>
                  </a:lnTo>
                  <a:lnTo>
                    <a:pt x="273820" y="36281"/>
                  </a:lnTo>
                  <a:lnTo>
                    <a:pt x="274964" y="35791"/>
                  </a:lnTo>
                  <a:lnTo>
                    <a:pt x="276190" y="35219"/>
                  </a:lnTo>
                  <a:lnTo>
                    <a:pt x="277252" y="34565"/>
                  </a:lnTo>
                  <a:lnTo>
                    <a:pt x="278396" y="33748"/>
                  </a:lnTo>
                  <a:lnTo>
                    <a:pt x="279376" y="32931"/>
                  </a:lnTo>
                  <a:lnTo>
                    <a:pt x="280439" y="31950"/>
                  </a:lnTo>
                  <a:lnTo>
                    <a:pt x="281338" y="30970"/>
                  </a:lnTo>
                  <a:lnTo>
                    <a:pt x="282155" y="29907"/>
                  </a:lnTo>
                  <a:lnTo>
                    <a:pt x="282890" y="28764"/>
                  </a:lnTo>
                  <a:lnTo>
                    <a:pt x="283625" y="27538"/>
                  </a:lnTo>
                  <a:lnTo>
                    <a:pt x="284197" y="26312"/>
                  </a:lnTo>
                  <a:lnTo>
                    <a:pt x="284688" y="25005"/>
                  </a:lnTo>
                  <a:lnTo>
                    <a:pt x="285096" y="23697"/>
                  </a:lnTo>
                  <a:lnTo>
                    <a:pt x="285423" y="22308"/>
                  </a:lnTo>
                  <a:lnTo>
                    <a:pt x="285587" y="20919"/>
                  </a:lnTo>
                  <a:lnTo>
                    <a:pt x="285750" y="19530"/>
                  </a:lnTo>
                  <a:lnTo>
                    <a:pt x="285750" y="18141"/>
                  </a:lnTo>
                  <a:lnTo>
                    <a:pt x="285587" y="16833"/>
                  </a:lnTo>
                  <a:lnTo>
                    <a:pt x="285423" y="15444"/>
                  </a:lnTo>
                  <a:lnTo>
                    <a:pt x="285096" y="14137"/>
                  </a:lnTo>
                  <a:lnTo>
                    <a:pt x="284933" y="13483"/>
                  </a:lnTo>
                  <a:lnTo>
                    <a:pt x="284688" y="12830"/>
                  </a:lnTo>
                  <a:lnTo>
                    <a:pt x="284524" y="12176"/>
                  </a:lnTo>
                  <a:lnTo>
                    <a:pt x="284279" y="11604"/>
                  </a:lnTo>
                  <a:lnTo>
                    <a:pt x="283707" y="10378"/>
                  </a:lnTo>
                  <a:lnTo>
                    <a:pt x="283380" y="9806"/>
                  </a:lnTo>
                  <a:lnTo>
                    <a:pt x="283053" y="9234"/>
                  </a:lnTo>
                  <a:lnTo>
                    <a:pt x="282727" y="8662"/>
                  </a:lnTo>
                  <a:lnTo>
                    <a:pt x="282318" y="8090"/>
                  </a:lnTo>
                  <a:lnTo>
                    <a:pt x="281583" y="7110"/>
                  </a:lnTo>
                  <a:lnTo>
                    <a:pt x="280684" y="6129"/>
                  </a:lnTo>
                  <a:lnTo>
                    <a:pt x="280275" y="5639"/>
                  </a:lnTo>
                  <a:lnTo>
                    <a:pt x="279785" y="5230"/>
                  </a:lnTo>
                  <a:lnTo>
                    <a:pt x="278886" y="4413"/>
                  </a:lnTo>
                  <a:lnTo>
                    <a:pt x="277906" y="3678"/>
                  </a:lnTo>
                  <a:lnTo>
                    <a:pt x="276925" y="3024"/>
                  </a:lnTo>
                  <a:lnTo>
                    <a:pt x="275944" y="2370"/>
                  </a:lnTo>
                  <a:lnTo>
                    <a:pt x="274882" y="1880"/>
                  </a:lnTo>
                  <a:lnTo>
                    <a:pt x="274392" y="1635"/>
                  </a:lnTo>
                  <a:lnTo>
                    <a:pt x="273902" y="1390"/>
                  </a:lnTo>
                  <a:lnTo>
                    <a:pt x="272839" y="1063"/>
                  </a:lnTo>
                  <a:lnTo>
                    <a:pt x="272349" y="900"/>
                  </a:lnTo>
                  <a:lnTo>
                    <a:pt x="271777" y="736"/>
                  </a:lnTo>
                  <a:lnTo>
                    <a:pt x="270797" y="491"/>
                  </a:lnTo>
                  <a:lnTo>
                    <a:pt x="269816" y="328"/>
                  </a:lnTo>
                  <a:lnTo>
                    <a:pt x="268835" y="164"/>
                  </a:lnTo>
                  <a:lnTo>
                    <a:pt x="267855" y="82"/>
                  </a:lnTo>
                  <a:lnTo>
                    <a:pt x="266139" y="82"/>
                  </a:lnTo>
                  <a:lnTo>
                    <a:pt x="26458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34"/>
            <p:cNvSpPr/>
            <p:nvPr/>
          </p:nvSpPr>
          <p:spPr>
            <a:xfrm>
              <a:off x="1445187" y="3898744"/>
              <a:ext cx="5565159" cy="833337"/>
            </a:xfrm>
            <a:custGeom>
              <a:rect b="b" l="l" r="r" t="t"/>
              <a:pathLst>
                <a:path extrusionOk="0" h="38078" w="254291">
                  <a:moveTo>
                    <a:pt x="230839" y="0"/>
                  </a:moveTo>
                  <a:lnTo>
                    <a:pt x="233944" y="82"/>
                  </a:lnTo>
                  <a:lnTo>
                    <a:pt x="234271" y="82"/>
                  </a:lnTo>
                  <a:lnTo>
                    <a:pt x="230839" y="0"/>
                  </a:lnTo>
                  <a:close/>
                  <a:moveTo>
                    <a:pt x="235415" y="82"/>
                  </a:moveTo>
                  <a:lnTo>
                    <a:pt x="235960" y="109"/>
                  </a:lnTo>
                  <a:lnTo>
                    <a:pt x="235960" y="109"/>
                  </a:lnTo>
                  <a:lnTo>
                    <a:pt x="235660" y="82"/>
                  </a:lnTo>
                  <a:close/>
                  <a:moveTo>
                    <a:pt x="235960" y="109"/>
                  </a:moveTo>
                  <a:lnTo>
                    <a:pt x="236559" y="163"/>
                  </a:lnTo>
                  <a:lnTo>
                    <a:pt x="237049" y="163"/>
                  </a:lnTo>
                  <a:lnTo>
                    <a:pt x="235960" y="109"/>
                  </a:lnTo>
                  <a:close/>
                  <a:moveTo>
                    <a:pt x="237049" y="163"/>
                  </a:moveTo>
                  <a:lnTo>
                    <a:pt x="237785" y="245"/>
                  </a:lnTo>
                  <a:lnTo>
                    <a:pt x="237785" y="245"/>
                  </a:lnTo>
                  <a:lnTo>
                    <a:pt x="237131" y="163"/>
                  </a:lnTo>
                  <a:close/>
                  <a:moveTo>
                    <a:pt x="149208" y="245"/>
                  </a:moveTo>
                  <a:lnTo>
                    <a:pt x="149352" y="254"/>
                  </a:lnTo>
                  <a:lnTo>
                    <a:pt x="149352" y="254"/>
                  </a:lnTo>
                  <a:lnTo>
                    <a:pt x="150352" y="245"/>
                  </a:lnTo>
                  <a:close/>
                  <a:moveTo>
                    <a:pt x="4249" y="1144"/>
                  </a:moveTo>
                  <a:lnTo>
                    <a:pt x="3595" y="1307"/>
                  </a:lnTo>
                  <a:lnTo>
                    <a:pt x="3023" y="1553"/>
                  </a:lnTo>
                  <a:lnTo>
                    <a:pt x="2451" y="1879"/>
                  </a:lnTo>
                  <a:lnTo>
                    <a:pt x="1879" y="2206"/>
                  </a:lnTo>
                  <a:lnTo>
                    <a:pt x="1567" y="2570"/>
                  </a:lnTo>
                  <a:lnTo>
                    <a:pt x="1567" y="2570"/>
                  </a:lnTo>
                  <a:lnTo>
                    <a:pt x="1716" y="2451"/>
                  </a:lnTo>
                  <a:lnTo>
                    <a:pt x="2125" y="2125"/>
                  </a:lnTo>
                  <a:lnTo>
                    <a:pt x="2533" y="1879"/>
                  </a:lnTo>
                  <a:lnTo>
                    <a:pt x="3350" y="1471"/>
                  </a:lnTo>
                  <a:lnTo>
                    <a:pt x="3841" y="1307"/>
                  </a:lnTo>
                  <a:lnTo>
                    <a:pt x="4331" y="1226"/>
                  </a:lnTo>
                  <a:lnTo>
                    <a:pt x="4903" y="1144"/>
                  </a:lnTo>
                  <a:close/>
                  <a:moveTo>
                    <a:pt x="1567" y="2570"/>
                  </a:moveTo>
                  <a:lnTo>
                    <a:pt x="1307" y="2778"/>
                  </a:lnTo>
                  <a:lnTo>
                    <a:pt x="1242" y="2876"/>
                  </a:lnTo>
                  <a:lnTo>
                    <a:pt x="1242" y="2876"/>
                  </a:lnTo>
                  <a:lnTo>
                    <a:pt x="1389" y="2778"/>
                  </a:lnTo>
                  <a:lnTo>
                    <a:pt x="1567" y="2570"/>
                  </a:lnTo>
                  <a:close/>
                  <a:moveTo>
                    <a:pt x="1242" y="2876"/>
                  </a:moveTo>
                  <a:lnTo>
                    <a:pt x="1144" y="2942"/>
                  </a:lnTo>
                  <a:lnTo>
                    <a:pt x="899" y="3350"/>
                  </a:lnTo>
                  <a:lnTo>
                    <a:pt x="817" y="3514"/>
                  </a:lnTo>
                  <a:lnTo>
                    <a:pt x="817" y="3514"/>
                  </a:lnTo>
                  <a:lnTo>
                    <a:pt x="981" y="3269"/>
                  </a:lnTo>
                  <a:lnTo>
                    <a:pt x="1242" y="2876"/>
                  </a:lnTo>
                  <a:close/>
                  <a:moveTo>
                    <a:pt x="817" y="3514"/>
                  </a:moveTo>
                  <a:lnTo>
                    <a:pt x="654" y="3759"/>
                  </a:lnTo>
                  <a:lnTo>
                    <a:pt x="327" y="4413"/>
                  </a:lnTo>
                  <a:lnTo>
                    <a:pt x="268" y="4704"/>
                  </a:lnTo>
                  <a:lnTo>
                    <a:pt x="268" y="4704"/>
                  </a:lnTo>
                  <a:lnTo>
                    <a:pt x="409" y="4331"/>
                  </a:lnTo>
                  <a:lnTo>
                    <a:pt x="654" y="3841"/>
                  </a:lnTo>
                  <a:lnTo>
                    <a:pt x="817" y="3514"/>
                  </a:lnTo>
                  <a:close/>
                  <a:moveTo>
                    <a:pt x="268" y="4704"/>
                  </a:moveTo>
                  <a:lnTo>
                    <a:pt x="163" y="4984"/>
                  </a:lnTo>
                  <a:lnTo>
                    <a:pt x="82" y="5556"/>
                  </a:lnTo>
                  <a:lnTo>
                    <a:pt x="82" y="6128"/>
                  </a:lnTo>
                  <a:lnTo>
                    <a:pt x="163" y="5230"/>
                  </a:lnTo>
                  <a:lnTo>
                    <a:pt x="268" y="4704"/>
                  </a:lnTo>
                  <a:close/>
                  <a:moveTo>
                    <a:pt x="368" y="33420"/>
                  </a:moveTo>
                  <a:lnTo>
                    <a:pt x="449" y="33747"/>
                  </a:lnTo>
                  <a:lnTo>
                    <a:pt x="449" y="33747"/>
                  </a:lnTo>
                  <a:lnTo>
                    <a:pt x="409" y="33666"/>
                  </a:lnTo>
                  <a:lnTo>
                    <a:pt x="368" y="33420"/>
                  </a:lnTo>
                  <a:close/>
                  <a:moveTo>
                    <a:pt x="1062" y="34810"/>
                  </a:moveTo>
                  <a:lnTo>
                    <a:pt x="1226" y="35055"/>
                  </a:lnTo>
                  <a:lnTo>
                    <a:pt x="1634" y="35545"/>
                  </a:lnTo>
                  <a:lnTo>
                    <a:pt x="1686" y="35589"/>
                  </a:lnTo>
                  <a:lnTo>
                    <a:pt x="1686" y="35589"/>
                  </a:lnTo>
                  <a:lnTo>
                    <a:pt x="1389" y="35218"/>
                  </a:lnTo>
                  <a:lnTo>
                    <a:pt x="1062" y="34810"/>
                  </a:lnTo>
                  <a:close/>
                  <a:moveTo>
                    <a:pt x="1686" y="35589"/>
                  </a:moveTo>
                  <a:lnTo>
                    <a:pt x="1716" y="35627"/>
                  </a:lnTo>
                  <a:lnTo>
                    <a:pt x="1920" y="35790"/>
                  </a:lnTo>
                  <a:lnTo>
                    <a:pt x="1920" y="35790"/>
                  </a:lnTo>
                  <a:lnTo>
                    <a:pt x="1686" y="35589"/>
                  </a:lnTo>
                  <a:close/>
                  <a:moveTo>
                    <a:pt x="2206" y="35953"/>
                  </a:moveTo>
                  <a:lnTo>
                    <a:pt x="2288" y="36035"/>
                  </a:lnTo>
                  <a:lnTo>
                    <a:pt x="2402" y="36101"/>
                  </a:lnTo>
                  <a:lnTo>
                    <a:pt x="2402" y="36101"/>
                  </a:lnTo>
                  <a:lnTo>
                    <a:pt x="2206" y="35953"/>
                  </a:lnTo>
                  <a:close/>
                  <a:moveTo>
                    <a:pt x="2125" y="36199"/>
                  </a:moveTo>
                  <a:lnTo>
                    <a:pt x="2206" y="36280"/>
                  </a:lnTo>
                  <a:lnTo>
                    <a:pt x="2370" y="36362"/>
                  </a:lnTo>
                  <a:lnTo>
                    <a:pt x="2125" y="36199"/>
                  </a:lnTo>
                  <a:close/>
                  <a:moveTo>
                    <a:pt x="3105" y="36485"/>
                  </a:moveTo>
                  <a:lnTo>
                    <a:pt x="3350" y="36607"/>
                  </a:lnTo>
                  <a:lnTo>
                    <a:pt x="3718" y="36730"/>
                  </a:lnTo>
                  <a:lnTo>
                    <a:pt x="3718" y="36730"/>
                  </a:lnTo>
                  <a:lnTo>
                    <a:pt x="3432" y="36607"/>
                  </a:lnTo>
                  <a:lnTo>
                    <a:pt x="3105" y="36485"/>
                  </a:lnTo>
                  <a:close/>
                  <a:moveTo>
                    <a:pt x="96830" y="37751"/>
                  </a:moveTo>
                  <a:lnTo>
                    <a:pt x="97075" y="37833"/>
                  </a:lnTo>
                  <a:lnTo>
                    <a:pt x="91927" y="37833"/>
                  </a:lnTo>
                  <a:lnTo>
                    <a:pt x="93643" y="37751"/>
                  </a:lnTo>
                  <a:close/>
                  <a:moveTo>
                    <a:pt x="225282" y="163"/>
                  </a:moveTo>
                  <a:lnTo>
                    <a:pt x="213679" y="245"/>
                  </a:lnTo>
                  <a:lnTo>
                    <a:pt x="215395" y="245"/>
                  </a:lnTo>
                  <a:lnTo>
                    <a:pt x="218419" y="409"/>
                  </a:lnTo>
                  <a:lnTo>
                    <a:pt x="214578" y="327"/>
                  </a:lnTo>
                  <a:lnTo>
                    <a:pt x="211228" y="409"/>
                  </a:lnTo>
                  <a:lnTo>
                    <a:pt x="206979" y="409"/>
                  </a:lnTo>
                  <a:lnTo>
                    <a:pt x="199134" y="490"/>
                  </a:lnTo>
                  <a:lnTo>
                    <a:pt x="199298" y="409"/>
                  </a:lnTo>
                  <a:lnTo>
                    <a:pt x="198072" y="409"/>
                  </a:lnTo>
                  <a:lnTo>
                    <a:pt x="194313" y="327"/>
                  </a:lnTo>
                  <a:lnTo>
                    <a:pt x="195376" y="409"/>
                  </a:lnTo>
                  <a:lnTo>
                    <a:pt x="164733" y="409"/>
                  </a:lnTo>
                  <a:lnTo>
                    <a:pt x="161955" y="327"/>
                  </a:lnTo>
                  <a:lnTo>
                    <a:pt x="153375" y="409"/>
                  </a:lnTo>
                  <a:lnTo>
                    <a:pt x="153375" y="327"/>
                  </a:lnTo>
                  <a:lnTo>
                    <a:pt x="150597" y="327"/>
                  </a:lnTo>
                  <a:lnTo>
                    <a:pt x="149352" y="254"/>
                  </a:lnTo>
                  <a:lnTo>
                    <a:pt x="149352" y="254"/>
                  </a:lnTo>
                  <a:lnTo>
                    <a:pt x="140710" y="327"/>
                  </a:lnTo>
                  <a:lnTo>
                    <a:pt x="135889" y="327"/>
                  </a:lnTo>
                  <a:lnTo>
                    <a:pt x="131231" y="409"/>
                  </a:lnTo>
                  <a:lnTo>
                    <a:pt x="97483" y="572"/>
                  </a:lnTo>
                  <a:lnTo>
                    <a:pt x="63246" y="817"/>
                  </a:lnTo>
                  <a:lnTo>
                    <a:pt x="63818" y="817"/>
                  </a:lnTo>
                  <a:lnTo>
                    <a:pt x="52133" y="981"/>
                  </a:lnTo>
                  <a:lnTo>
                    <a:pt x="39222" y="981"/>
                  </a:lnTo>
                  <a:lnTo>
                    <a:pt x="19775" y="1062"/>
                  </a:lnTo>
                  <a:lnTo>
                    <a:pt x="10296" y="1062"/>
                  </a:lnTo>
                  <a:lnTo>
                    <a:pt x="5965" y="1144"/>
                  </a:lnTo>
                  <a:lnTo>
                    <a:pt x="6864" y="1144"/>
                  </a:lnTo>
                  <a:lnTo>
                    <a:pt x="22226" y="1226"/>
                  </a:lnTo>
                  <a:lnTo>
                    <a:pt x="37588" y="1307"/>
                  </a:lnTo>
                  <a:lnTo>
                    <a:pt x="68639" y="1716"/>
                  </a:lnTo>
                  <a:lnTo>
                    <a:pt x="90048" y="1879"/>
                  </a:lnTo>
                  <a:lnTo>
                    <a:pt x="111947" y="1961"/>
                  </a:lnTo>
                  <a:lnTo>
                    <a:pt x="135562" y="1961"/>
                  </a:lnTo>
                  <a:lnTo>
                    <a:pt x="157542" y="1879"/>
                  </a:lnTo>
                  <a:lnTo>
                    <a:pt x="161792" y="1879"/>
                  </a:lnTo>
                  <a:lnTo>
                    <a:pt x="165714" y="1961"/>
                  </a:lnTo>
                  <a:lnTo>
                    <a:pt x="207306" y="1798"/>
                  </a:lnTo>
                  <a:lnTo>
                    <a:pt x="228306" y="1798"/>
                  </a:lnTo>
                  <a:lnTo>
                    <a:pt x="235415" y="1716"/>
                  </a:lnTo>
                  <a:lnTo>
                    <a:pt x="236967" y="1798"/>
                  </a:lnTo>
                  <a:lnTo>
                    <a:pt x="237703" y="1879"/>
                  </a:lnTo>
                  <a:lnTo>
                    <a:pt x="238520" y="1961"/>
                  </a:lnTo>
                  <a:lnTo>
                    <a:pt x="239419" y="2125"/>
                  </a:lnTo>
                  <a:lnTo>
                    <a:pt x="240236" y="2370"/>
                  </a:lnTo>
                  <a:lnTo>
                    <a:pt x="241053" y="2615"/>
                  </a:lnTo>
                  <a:lnTo>
                    <a:pt x="241952" y="2860"/>
                  </a:lnTo>
                  <a:lnTo>
                    <a:pt x="242769" y="3187"/>
                  </a:lnTo>
                  <a:lnTo>
                    <a:pt x="243586" y="3595"/>
                  </a:lnTo>
                  <a:lnTo>
                    <a:pt x="244403" y="4086"/>
                  </a:lnTo>
                  <a:lnTo>
                    <a:pt x="245220" y="4576"/>
                  </a:lnTo>
                  <a:lnTo>
                    <a:pt x="246038" y="5066"/>
                  </a:lnTo>
                  <a:lnTo>
                    <a:pt x="246773" y="5720"/>
                  </a:lnTo>
                  <a:lnTo>
                    <a:pt x="247508" y="6292"/>
                  </a:lnTo>
                  <a:lnTo>
                    <a:pt x="248244" y="7027"/>
                  </a:lnTo>
                  <a:lnTo>
                    <a:pt x="248897" y="7681"/>
                  </a:lnTo>
                  <a:lnTo>
                    <a:pt x="249469" y="8498"/>
                  </a:lnTo>
                  <a:lnTo>
                    <a:pt x="250041" y="9234"/>
                  </a:lnTo>
                  <a:lnTo>
                    <a:pt x="250613" y="10051"/>
                  </a:lnTo>
                  <a:lnTo>
                    <a:pt x="251104" y="10868"/>
                  </a:lnTo>
                  <a:lnTo>
                    <a:pt x="251512" y="11767"/>
                  </a:lnTo>
                  <a:lnTo>
                    <a:pt x="251921" y="12584"/>
                  </a:lnTo>
                  <a:lnTo>
                    <a:pt x="252248" y="13483"/>
                  </a:lnTo>
                  <a:lnTo>
                    <a:pt x="252493" y="14381"/>
                  </a:lnTo>
                  <a:lnTo>
                    <a:pt x="252738" y="15199"/>
                  </a:lnTo>
                  <a:lnTo>
                    <a:pt x="253065" y="16996"/>
                  </a:lnTo>
                  <a:lnTo>
                    <a:pt x="253228" y="18630"/>
                  </a:lnTo>
                  <a:lnTo>
                    <a:pt x="253147" y="20265"/>
                  </a:lnTo>
                  <a:lnTo>
                    <a:pt x="253147" y="21000"/>
                  </a:lnTo>
                  <a:lnTo>
                    <a:pt x="253065" y="21736"/>
                  </a:lnTo>
                  <a:lnTo>
                    <a:pt x="252901" y="22389"/>
                  </a:lnTo>
                  <a:lnTo>
                    <a:pt x="252820" y="23043"/>
                  </a:lnTo>
                  <a:lnTo>
                    <a:pt x="252493" y="24269"/>
                  </a:lnTo>
                  <a:lnTo>
                    <a:pt x="252166" y="25249"/>
                  </a:lnTo>
                  <a:lnTo>
                    <a:pt x="251839" y="26148"/>
                  </a:lnTo>
                  <a:lnTo>
                    <a:pt x="251512" y="26802"/>
                  </a:lnTo>
                  <a:lnTo>
                    <a:pt x="251104" y="27619"/>
                  </a:lnTo>
                  <a:lnTo>
                    <a:pt x="250532" y="28518"/>
                  </a:lnTo>
                  <a:lnTo>
                    <a:pt x="250205" y="29008"/>
                  </a:lnTo>
                  <a:lnTo>
                    <a:pt x="249878" y="29498"/>
                  </a:lnTo>
                  <a:lnTo>
                    <a:pt x="249469" y="30070"/>
                  </a:lnTo>
                  <a:lnTo>
                    <a:pt x="249224" y="30315"/>
                  </a:lnTo>
                  <a:lnTo>
                    <a:pt x="249061" y="30560"/>
                  </a:lnTo>
                  <a:lnTo>
                    <a:pt x="248080" y="31623"/>
                  </a:lnTo>
                  <a:lnTo>
                    <a:pt x="247018" y="32603"/>
                  </a:lnTo>
                  <a:lnTo>
                    <a:pt x="246528" y="33012"/>
                  </a:lnTo>
                  <a:lnTo>
                    <a:pt x="245956" y="33420"/>
                  </a:lnTo>
                  <a:lnTo>
                    <a:pt x="244812" y="34156"/>
                  </a:lnTo>
                  <a:lnTo>
                    <a:pt x="243586" y="34891"/>
                  </a:lnTo>
                  <a:lnTo>
                    <a:pt x="242279" y="35463"/>
                  </a:lnTo>
                  <a:lnTo>
                    <a:pt x="240971" y="35953"/>
                  </a:lnTo>
                  <a:lnTo>
                    <a:pt x="239664" y="36280"/>
                  </a:lnTo>
                  <a:lnTo>
                    <a:pt x="238275" y="36525"/>
                  </a:lnTo>
                  <a:lnTo>
                    <a:pt x="236886" y="36689"/>
                  </a:lnTo>
                  <a:lnTo>
                    <a:pt x="235497" y="36771"/>
                  </a:lnTo>
                  <a:lnTo>
                    <a:pt x="229858" y="36771"/>
                  </a:lnTo>
                  <a:lnTo>
                    <a:pt x="208858" y="36852"/>
                  </a:lnTo>
                  <a:lnTo>
                    <a:pt x="200442" y="36852"/>
                  </a:lnTo>
                  <a:lnTo>
                    <a:pt x="194967" y="36934"/>
                  </a:lnTo>
                  <a:lnTo>
                    <a:pt x="187204" y="36852"/>
                  </a:lnTo>
                  <a:lnTo>
                    <a:pt x="163589" y="36852"/>
                  </a:lnTo>
                  <a:lnTo>
                    <a:pt x="159422" y="36771"/>
                  </a:lnTo>
                  <a:lnTo>
                    <a:pt x="154928" y="36771"/>
                  </a:lnTo>
                  <a:lnTo>
                    <a:pt x="150270" y="36689"/>
                  </a:lnTo>
                  <a:lnTo>
                    <a:pt x="135889" y="36689"/>
                  </a:lnTo>
                  <a:lnTo>
                    <a:pt x="127472" y="36525"/>
                  </a:lnTo>
                  <a:lnTo>
                    <a:pt x="119137" y="36444"/>
                  </a:lnTo>
                  <a:lnTo>
                    <a:pt x="106063" y="36362"/>
                  </a:lnTo>
                  <a:lnTo>
                    <a:pt x="92744" y="36280"/>
                  </a:lnTo>
                  <a:lnTo>
                    <a:pt x="67331" y="36362"/>
                  </a:lnTo>
                  <a:lnTo>
                    <a:pt x="70355" y="36362"/>
                  </a:lnTo>
                  <a:lnTo>
                    <a:pt x="71009" y="36444"/>
                  </a:lnTo>
                  <a:lnTo>
                    <a:pt x="38078" y="36444"/>
                  </a:lnTo>
                  <a:lnTo>
                    <a:pt x="35790" y="36525"/>
                  </a:lnTo>
                  <a:lnTo>
                    <a:pt x="25985" y="36525"/>
                  </a:lnTo>
                  <a:lnTo>
                    <a:pt x="23615" y="36607"/>
                  </a:lnTo>
                  <a:lnTo>
                    <a:pt x="18549" y="36607"/>
                  </a:lnTo>
                  <a:lnTo>
                    <a:pt x="11440" y="36771"/>
                  </a:lnTo>
                  <a:lnTo>
                    <a:pt x="6946" y="36852"/>
                  </a:lnTo>
                  <a:lnTo>
                    <a:pt x="4412" y="36852"/>
                  </a:lnTo>
                  <a:lnTo>
                    <a:pt x="3841" y="36771"/>
                  </a:lnTo>
                  <a:lnTo>
                    <a:pt x="3718" y="36730"/>
                  </a:lnTo>
                  <a:lnTo>
                    <a:pt x="3718" y="36730"/>
                  </a:lnTo>
                  <a:lnTo>
                    <a:pt x="3890" y="36803"/>
                  </a:lnTo>
                  <a:lnTo>
                    <a:pt x="3890" y="36803"/>
                  </a:lnTo>
                  <a:lnTo>
                    <a:pt x="3432" y="36689"/>
                  </a:lnTo>
                  <a:lnTo>
                    <a:pt x="2778" y="36362"/>
                  </a:lnTo>
                  <a:lnTo>
                    <a:pt x="3105" y="36485"/>
                  </a:lnTo>
                  <a:lnTo>
                    <a:pt x="3105" y="36485"/>
                  </a:lnTo>
                  <a:lnTo>
                    <a:pt x="2860" y="36362"/>
                  </a:lnTo>
                  <a:lnTo>
                    <a:pt x="2402" y="36101"/>
                  </a:lnTo>
                  <a:lnTo>
                    <a:pt x="2402" y="36101"/>
                  </a:lnTo>
                  <a:lnTo>
                    <a:pt x="2533" y="36199"/>
                  </a:lnTo>
                  <a:lnTo>
                    <a:pt x="2125" y="35953"/>
                  </a:lnTo>
                  <a:lnTo>
                    <a:pt x="1920" y="35790"/>
                  </a:lnTo>
                  <a:lnTo>
                    <a:pt x="1920" y="35790"/>
                  </a:lnTo>
                  <a:lnTo>
                    <a:pt x="2043" y="35895"/>
                  </a:lnTo>
                  <a:lnTo>
                    <a:pt x="2043" y="35895"/>
                  </a:lnTo>
                  <a:lnTo>
                    <a:pt x="1553" y="35545"/>
                  </a:lnTo>
                  <a:lnTo>
                    <a:pt x="1144" y="34973"/>
                  </a:lnTo>
                  <a:lnTo>
                    <a:pt x="817" y="34483"/>
                  </a:lnTo>
                  <a:lnTo>
                    <a:pt x="817" y="34483"/>
                  </a:lnTo>
                  <a:lnTo>
                    <a:pt x="1226" y="35055"/>
                  </a:lnTo>
                  <a:lnTo>
                    <a:pt x="899" y="34564"/>
                  </a:lnTo>
                  <a:lnTo>
                    <a:pt x="724" y="34273"/>
                  </a:lnTo>
                  <a:lnTo>
                    <a:pt x="724" y="34273"/>
                  </a:lnTo>
                  <a:lnTo>
                    <a:pt x="490" y="33747"/>
                  </a:lnTo>
                  <a:lnTo>
                    <a:pt x="337" y="33237"/>
                  </a:lnTo>
                  <a:lnTo>
                    <a:pt x="337" y="33237"/>
                  </a:lnTo>
                  <a:lnTo>
                    <a:pt x="327" y="33175"/>
                  </a:lnTo>
                  <a:lnTo>
                    <a:pt x="272" y="33012"/>
                  </a:lnTo>
                  <a:lnTo>
                    <a:pt x="280" y="33047"/>
                  </a:lnTo>
                  <a:lnTo>
                    <a:pt x="245" y="32930"/>
                  </a:lnTo>
                  <a:lnTo>
                    <a:pt x="245" y="32930"/>
                  </a:lnTo>
                  <a:lnTo>
                    <a:pt x="272" y="33012"/>
                  </a:lnTo>
                  <a:lnTo>
                    <a:pt x="218" y="32767"/>
                  </a:lnTo>
                  <a:lnTo>
                    <a:pt x="218" y="32767"/>
                  </a:lnTo>
                  <a:lnTo>
                    <a:pt x="245" y="32930"/>
                  </a:lnTo>
                  <a:lnTo>
                    <a:pt x="245" y="32930"/>
                  </a:lnTo>
                  <a:lnTo>
                    <a:pt x="163" y="32522"/>
                  </a:lnTo>
                  <a:lnTo>
                    <a:pt x="163" y="32522"/>
                  </a:lnTo>
                  <a:lnTo>
                    <a:pt x="218" y="32767"/>
                  </a:lnTo>
                  <a:lnTo>
                    <a:pt x="218" y="32767"/>
                  </a:lnTo>
                  <a:lnTo>
                    <a:pt x="163" y="32440"/>
                  </a:lnTo>
                  <a:lnTo>
                    <a:pt x="163" y="31868"/>
                  </a:lnTo>
                  <a:lnTo>
                    <a:pt x="163" y="30724"/>
                  </a:lnTo>
                  <a:lnTo>
                    <a:pt x="82" y="25985"/>
                  </a:lnTo>
                  <a:lnTo>
                    <a:pt x="82" y="24677"/>
                  </a:lnTo>
                  <a:lnTo>
                    <a:pt x="82" y="20020"/>
                  </a:lnTo>
                  <a:lnTo>
                    <a:pt x="82" y="15199"/>
                  </a:lnTo>
                  <a:lnTo>
                    <a:pt x="82" y="7436"/>
                  </a:lnTo>
                  <a:lnTo>
                    <a:pt x="0" y="6374"/>
                  </a:lnTo>
                  <a:lnTo>
                    <a:pt x="0" y="8416"/>
                  </a:lnTo>
                  <a:lnTo>
                    <a:pt x="0" y="12012"/>
                  </a:lnTo>
                  <a:lnTo>
                    <a:pt x="0" y="15444"/>
                  </a:lnTo>
                  <a:lnTo>
                    <a:pt x="0" y="16751"/>
                  </a:lnTo>
                  <a:lnTo>
                    <a:pt x="0" y="19284"/>
                  </a:lnTo>
                  <a:lnTo>
                    <a:pt x="0" y="22961"/>
                  </a:lnTo>
                  <a:lnTo>
                    <a:pt x="0" y="23860"/>
                  </a:lnTo>
                  <a:lnTo>
                    <a:pt x="0" y="30560"/>
                  </a:lnTo>
                  <a:lnTo>
                    <a:pt x="0" y="31950"/>
                  </a:lnTo>
                  <a:lnTo>
                    <a:pt x="0" y="32113"/>
                  </a:lnTo>
                  <a:lnTo>
                    <a:pt x="82" y="33012"/>
                  </a:lnTo>
                  <a:lnTo>
                    <a:pt x="327" y="33829"/>
                  </a:lnTo>
                  <a:lnTo>
                    <a:pt x="735" y="34646"/>
                  </a:lnTo>
                  <a:lnTo>
                    <a:pt x="1226" y="35381"/>
                  </a:lnTo>
                  <a:lnTo>
                    <a:pt x="1798" y="35953"/>
                  </a:lnTo>
                  <a:lnTo>
                    <a:pt x="2370" y="36362"/>
                  </a:lnTo>
                  <a:lnTo>
                    <a:pt x="2370" y="36362"/>
                  </a:lnTo>
                  <a:lnTo>
                    <a:pt x="2615" y="36525"/>
                  </a:lnTo>
                  <a:lnTo>
                    <a:pt x="3105" y="36771"/>
                  </a:lnTo>
                  <a:lnTo>
                    <a:pt x="3595" y="36934"/>
                  </a:lnTo>
                  <a:lnTo>
                    <a:pt x="3922" y="37016"/>
                  </a:lnTo>
                  <a:lnTo>
                    <a:pt x="3514" y="36934"/>
                  </a:lnTo>
                  <a:lnTo>
                    <a:pt x="3514" y="36934"/>
                  </a:lnTo>
                  <a:lnTo>
                    <a:pt x="4249" y="37097"/>
                  </a:lnTo>
                  <a:lnTo>
                    <a:pt x="4984" y="37097"/>
                  </a:lnTo>
                  <a:lnTo>
                    <a:pt x="6374" y="37179"/>
                  </a:lnTo>
                  <a:lnTo>
                    <a:pt x="17568" y="37097"/>
                  </a:lnTo>
                  <a:lnTo>
                    <a:pt x="21000" y="37097"/>
                  </a:lnTo>
                  <a:lnTo>
                    <a:pt x="8090" y="37179"/>
                  </a:lnTo>
                  <a:lnTo>
                    <a:pt x="26802" y="37097"/>
                  </a:lnTo>
                  <a:lnTo>
                    <a:pt x="29662" y="37097"/>
                  </a:lnTo>
                  <a:lnTo>
                    <a:pt x="29417" y="37179"/>
                  </a:lnTo>
                  <a:lnTo>
                    <a:pt x="42246" y="37179"/>
                  </a:lnTo>
                  <a:lnTo>
                    <a:pt x="38242" y="37261"/>
                  </a:lnTo>
                  <a:lnTo>
                    <a:pt x="41592" y="37261"/>
                  </a:lnTo>
                  <a:lnTo>
                    <a:pt x="42736" y="37343"/>
                  </a:lnTo>
                  <a:lnTo>
                    <a:pt x="55483" y="37343"/>
                  </a:lnTo>
                  <a:lnTo>
                    <a:pt x="65370" y="37424"/>
                  </a:lnTo>
                  <a:lnTo>
                    <a:pt x="66351" y="37424"/>
                  </a:lnTo>
                  <a:lnTo>
                    <a:pt x="65207" y="37343"/>
                  </a:lnTo>
                  <a:lnTo>
                    <a:pt x="68067" y="37343"/>
                  </a:lnTo>
                  <a:lnTo>
                    <a:pt x="67577" y="37424"/>
                  </a:lnTo>
                  <a:lnTo>
                    <a:pt x="67822" y="37424"/>
                  </a:lnTo>
                  <a:lnTo>
                    <a:pt x="69456" y="37506"/>
                  </a:lnTo>
                  <a:lnTo>
                    <a:pt x="71009" y="37588"/>
                  </a:lnTo>
                  <a:lnTo>
                    <a:pt x="70600" y="37588"/>
                  </a:lnTo>
                  <a:lnTo>
                    <a:pt x="74767" y="37669"/>
                  </a:lnTo>
                  <a:lnTo>
                    <a:pt x="75258" y="37588"/>
                  </a:lnTo>
                  <a:lnTo>
                    <a:pt x="77137" y="37588"/>
                  </a:lnTo>
                  <a:lnTo>
                    <a:pt x="81631" y="37669"/>
                  </a:lnTo>
                  <a:lnTo>
                    <a:pt x="81713" y="37669"/>
                  </a:lnTo>
                  <a:lnTo>
                    <a:pt x="81468" y="37751"/>
                  </a:lnTo>
                  <a:lnTo>
                    <a:pt x="84736" y="37751"/>
                  </a:lnTo>
                  <a:lnTo>
                    <a:pt x="86044" y="37833"/>
                  </a:lnTo>
                  <a:lnTo>
                    <a:pt x="76075" y="37833"/>
                  </a:lnTo>
                  <a:lnTo>
                    <a:pt x="89149" y="37996"/>
                  </a:lnTo>
                  <a:lnTo>
                    <a:pt x="102550" y="38078"/>
                  </a:lnTo>
                  <a:lnTo>
                    <a:pt x="109005" y="37996"/>
                  </a:lnTo>
                  <a:lnTo>
                    <a:pt x="115133" y="37915"/>
                  </a:lnTo>
                  <a:lnTo>
                    <a:pt x="120853" y="37833"/>
                  </a:lnTo>
                  <a:lnTo>
                    <a:pt x="126083" y="37588"/>
                  </a:lnTo>
                  <a:lnTo>
                    <a:pt x="127227" y="37669"/>
                  </a:lnTo>
                  <a:lnTo>
                    <a:pt x="129515" y="37751"/>
                  </a:lnTo>
                  <a:lnTo>
                    <a:pt x="144305" y="37751"/>
                  </a:lnTo>
                  <a:lnTo>
                    <a:pt x="154683" y="37588"/>
                  </a:lnTo>
                  <a:lnTo>
                    <a:pt x="171515" y="37424"/>
                  </a:lnTo>
                  <a:lnTo>
                    <a:pt x="189084" y="37343"/>
                  </a:lnTo>
                  <a:lnTo>
                    <a:pt x="207142" y="37343"/>
                  </a:lnTo>
                  <a:lnTo>
                    <a:pt x="225528" y="37424"/>
                  </a:lnTo>
                  <a:lnTo>
                    <a:pt x="231738" y="37506"/>
                  </a:lnTo>
                  <a:lnTo>
                    <a:pt x="235497" y="37506"/>
                  </a:lnTo>
                  <a:lnTo>
                    <a:pt x="237539" y="37424"/>
                  </a:lnTo>
                  <a:lnTo>
                    <a:pt x="238602" y="37261"/>
                  </a:lnTo>
                  <a:lnTo>
                    <a:pt x="239092" y="37179"/>
                  </a:lnTo>
                  <a:lnTo>
                    <a:pt x="239664" y="37097"/>
                  </a:lnTo>
                  <a:lnTo>
                    <a:pt x="240726" y="36852"/>
                  </a:lnTo>
                  <a:lnTo>
                    <a:pt x="241788" y="36525"/>
                  </a:lnTo>
                  <a:lnTo>
                    <a:pt x="242851" y="36117"/>
                  </a:lnTo>
                  <a:lnTo>
                    <a:pt x="243913" y="35627"/>
                  </a:lnTo>
                  <a:lnTo>
                    <a:pt x="244403" y="35381"/>
                  </a:lnTo>
                  <a:lnTo>
                    <a:pt x="244894" y="35055"/>
                  </a:lnTo>
                  <a:lnTo>
                    <a:pt x="245956" y="34483"/>
                  </a:lnTo>
                  <a:lnTo>
                    <a:pt x="246855" y="33829"/>
                  </a:lnTo>
                  <a:lnTo>
                    <a:pt x="247345" y="33420"/>
                  </a:lnTo>
                  <a:lnTo>
                    <a:pt x="247835" y="33012"/>
                  </a:lnTo>
                  <a:lnTo>
                    <a:pt x="248734" y="32276"/>
                  </a:lnTo>
                  <a:lnTo>
                    <a:pt x="249551" y="31378"/>
                  </a:lnTo>
                  <a:lnTo>
                    <a:pt x="249960" y="30887"/>
                  </a:lnTo>
                  <a:lnTo>
                    <a:pt x="250287" y="30397"/>
                  </a:lnTo>
                  <a:lnTo>
                    <a:pt x="251104" y="29416"/>
                  </a:lnTo>
                  <a:lnTo>
                    <a:pt x="251757" y="28354"/>
                  </a:lnTo>
                  <a:lnTo>
                    <a:pt x="252003" y="27864"/>
                  </a:lnTo>
                  <a:lnTo>
                    <a:pt x="252329" y="27292"/>
                  </a:lnTo>
                  <a:lnTo>
                    <a:pt x="252820" y="26148"/>
                  </a:lnTo>
                  <a:lnTo>
                    <a:pt x="253310" y="25004"/>
                  </a:lnTo>
                  <a:lnTo>
                    <a:pt x="253473" y="24432"/>
                  </a:lnTo>
                  <a:lnTo>
                    <a:pt x="253637" y="23860"/>
                  </a:lnTo>
                  <a:lnTo>
                    <a:pt x="253800" y="23206"/>
                  </a:lnTo>
                  <a:lnTo>
                    <a:pt x="253964" y="22634"/>
                  </a:lnTo>
                  <a:lnTo>
                    <a:pt x="254127" y="21409"/>
                  </a:lnTo>
                  <a:lnTo>
                    <a:pt x="254291" y="20183"/>
                  </a:lnTo>
                  <a:lnTo>
                    <a:pt x="254291" y="18876"/>
                  </a:lnTo>
                  <a:lnTo>
                    <a:pt x="254291" y="17650"/>
                  </a:lnTo>
                  <a:lnTo>
                    <a:pt x="254209" y="17078"/>
                  </a:lnTo>
                  <a:lnTo>
                    <a:pt x="254127" y="16424"/>
                  </a:lnTo>
                  <a:lnTo>
                    <a:pt x="253964" y="15280"/>
                  </a:lnTo>
                  <a:lnTo>
                    <a:pt x="253719" y="14055"/>
                  </a:lnTo>
                  <a:lnTo>
                    <a:pt x="253555" y="13483"/>
                  </a:lnTo>
                  <a:lnTo>
                    <a:pt x="253310" y="12911"/>
                  </a:lnTo>
                  <a:lnTo>
                    <a:pt x="252901" y="11767"/>
                  </a:lnTo>
                  <a:lnTo>
                    <a:pt x="252411" y="10704"/>
                  </a:lnTo>
                  <a:lnTo>
                    <a:pt x="252166" y="10214"/>
                  </a:lnTo>
                  <a:lnTo>
                    <a:pt x="251921" y="9642"/>
                  </a:lnTo>
                  <a:lnTo>
                    <a:pt x="251267" y="8662"/>
                  </a:lnTo>
                  <a:lnTo>
                    <a:pt x="250613" y="7763"/>
                  </a:lnTo>
                  <a:lnTo>
                    <a:pt x="250287" y="7272"/>
                  </a:lnTo>
                  <a:lnTo>
                    <a:pt x="249960" y="6864"/>
                  </a:lnTo>
                  <a:lnTo>
                    <a:pt x="249224" y="6047"/>
                  </a:lnTo>
                  <a:lnTo>
                    <a:pt x="248407" y="5230"/>
                  </a:lnTo>
                  <a:lnTo>
                    <a:pt x="247672" y="4576"/>
                  </a:lnTo>
                  <a:lnTo>
                    <a:pt x="246855" y="3922"/>
                  </a:lnTo>
                  <a:lnTo>
                    <a:pt x="245956" y="3269"/>
                  </a:lnTo>
                  <a:lnTo>
                    <a:pt x="245139" y="2778"/>
                  </a:lnTo>
                  <a:lnTo>
                    <a:pt x="244240" y="2288"/>
                  </a:lnTo>
                  <a:lnTo>
                    <a:pt x="243423" y="1879"/>
                  </a:lnTo>
                  <a:lnTo>
                    <a:pt x="241707" y="1144"/>
                  </a:lnTo>
                  <a:lnTo>
                    <a:pt x="240072" y="654"/>
                  </a:lnTo>
                  <a:lnTo>
                    <a:pt x="238520" y="327"/>
                  </a:lnTo>
                  <a:lnTo>
                    <a:pt x="237785" y="245"/>
                  </a:lnTo>
                  <a:lnTo>
                    <a:pt x="237785" y="245"/>
                  </a:lnTo>
                  <a:lnTo>
                    <a:pt x="237785" y="245"/>
                  </a:lnTo>
                  <a:lnTo>
                    <a:pt x="237785" y="245"/>
                  </a:lnTo>
                  <a:lnTo>
                    <a:pt x="236069" y="1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34"/>
            <p:cNvSpPr/>
            <p:nvPr/>
          </p:nvSpPr>
          <p:spPr>
            <a:xfrm>
              <a:off x="6658618" y="1383297"/>
              <a:ext cx="631583" cy="631551"/>
            </a:xfrm>
            <a:custGeom>
              <a:rect b="b" l="l" r="r" t="t"/>
              <a:pathLst>
                <a:path extrusionOk="0" h="20027" w="20028">
                  <a:moveTo>
                    <a:pt x="10014" y="0"/>
                  </a:moveTo>
                  <a:cubicBezTo>
                    <a:pt x="4478" y="0"/>
                    <a:pt x="1" y="4489"/>
                    <a:pt x="1" y="10014"/>
                  </a:cubicBezTo>
                  <a:cubicBezTo>
                    <a:pt x="1" y="15550"/>
                    <a:pt x="4478" y="20027"/>
                    <a:pt x="10014" y="20027"/>
                  </a:cubicBezTo>
                  <a:cubicBezTo>
                    <a:pt x="15550" y="20027"/>
                    <a:pt x="20027" y="15550"/>
                    <a:pt x="20027" y="10014"/>
                  </a:cubicBezTo>
                  <a:cubicBezTo>
                    <a:pt x="20027" y="4489"/>
                    <a:pt x="15550" y="0"/>
                    <a:pt x="1001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34"/>
            <p:cNvSpPr/>
            <p:nvPr/>
          </p:nvSpPr>
          <p:spPr>
            <a:xfrm>
              <a:off x="3007017" y="1416724"/>
              <a:ext cx="32" cy="565076"/>
            </a:xfrm>
            <a:custGeom>
              <a:rect b="b" l="l" r="r" t="t"/>
              <a:pathLst>
                <a:path extrusionOk="0" fill="none" h="17919" w="1">
                  <a:moveTo>
                    <a:pt x="1" y="0"/>
                  </a:moveTo>
                  <a:lnTo>
                    <a:pt x="1" y="17919"/>
                  </a:lnTo>
                </a:path>
              </a:pathLst>
            </a:custGeom>
            <a:solidFill>
              <a:schemeClr val="accent2"/>
            </a:solidFill>
            <a:ln cap="rnd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59" name="Google Shape;859;p34"/>
            <p:cNvSpPr/>
            <p:nvPr/>
          </p:nvSpPr>
          <p:spPr>
            <a:xfrm>
              <a:off x="5968531" y="2256988"/>
              <a:ext cx="631930" cy="631551"/>
            </a:xfrm>
            <a:custGeom>
              <a:rect b="b" l="l" r="r" t="t"/>
              <a:pathLst>
                <a:path extrusionOk="0" h="20027" w="20039">
                  <a:moveTo>
                    <a:pt x="10013" y="0"/>
                  </a:moveTo>
                  <a:cubicBezTo>
                    <a:pt x="4489" y="0"/>
                    <a:pt x="0" y="4477"/>
                    <a:pt x="0" y="10013"/>
                  </a:cubicBezTo>
                  <a:cubicBezTo>
                    <a:pt x="0" y="15550"/>
                    <a:pt x="4489" y="20026"/>
                    <a:pt x="10013" y="20026"/>
                  </a:cubicBezTo>
                  <a:cubicBezTo>
                    <a:pt x="15550" y="20026"/>
                    <a:pt x="20038" y="15550"/>
                    <a:pt x="20038" y="10013"/>
                  </a:cubicBezTo>
                  <a:cubicBezTo>
                    <a:pt x="20038" y="4477"/>
                    <a:pt x="15550" y="0"/>
                    <a:pt x="1001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34"/>
            <p:cNvSpPr/>
            <p:nvPr/>
          </p:nvSpPr>
          <p:spPr>
            <a:xfrm>
              <a:off x="3007017" y="2290383"/>
              <a:ext cx="32" cy="565107"/>
            </a:xfrm>
            <a:custGeom>
              <a:rect b="b" l="l" r="r" t="t"/>
              <a:pathLst>
                <a:path extrusionOk="0" fill="none" h="17920" w="1">
                  <a:moveTo>
                    <a:pt x="1" y="1"/>
                  </a:moveTo>
                  <a:lnTo>
                    <a:pt x="1" y="17920"/>
                  </a:lnTo>
                </a:path>
              </a:pathLst>
            </a:custGeom>
            <a:solidFill>
              <a:schemeClr val="dk1"/>
            </a:solidFill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61" name="Google Shape;861;p34"/>
            <p:cNvSpPr/>
            <p:nvPr/>
          </p:nvSpPr>
          <p:spPr>
            <a:xfrm>
              <a:off x="6960884" y="3130679"/>
              <a:ext cx="631551" cy="631551"/>
            </a:xfrm>
            <a:custGeom>
              <a:rect b="b" l="l" r="r" t="t"/>
              <a:pathLst>
                <a:path extrusionOk="0" h="20027" w="20027">
                  <a:moveTo>
                    <a:pt x="10014" y="0"/>
                  </a:moveTo>
                  <a:cubicBezTo>
                    <a:pt x="4477" y="0"/>
                    <a:pt x="0" y="4477"/>
                    <a:pt x="0" y="10013"/>
                  </a:cubicBezTo>
                  <a:cubicBezTo>
                    <a:pt x="0" y="15538"/>
                    <a:pt x="4477" y="20026"/>
                    <a:pt x="10014" y="20026"/>
                  </a:cubicBezTo>
                  <a:cubicBezTo>
                    <a:pt x="15550" y="20026"/>
                    <a:pt x="20027" y="15538"/>
                    <a:pt x="20027" y="10013"/>
                  </a:cubicBezTo>
                  <a:cubicBezTo>
                    <a:pt x="20027" y="4477"/>
                    <a:pt x="15550" y="0"/>
                    <a:pt x="1001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34"/>
            <p:cNvSpPr/>
            <p:nvPr/>
          </p:nvSpPr>
          <p:spPr>
            <a:xfrm>
              <a:off x="3007017" y="3163696"/>
              <a:ext cx="32" cy="565107"/>
            </a:xfrm>
            <a:custGeom>
              <a:rect b="b" l="l" r="r" t="t"/>
              <a:pathLst>
                <a:path extrusionOk="0" fill="none" h="17920" w="1">
                  <a:moveTo>
                    <a:pt x="1" y="1"/>
                  </a:moveTo>
                  <a:lnTo>
                    <a:pt x="1" y="17920"/>
                  </a:lnTo>
                </a:path>
              </a:pathLst>
            </a:custGeom>
            <a:solidFill>
              <a:schemeClr val="dk1"/>
            </a:solidFill>
            <a:ln cap="rnd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63" name="Google Shape;863;p34"/>
            <p:cNvSpPr/>
            <p:nvPr/>
          </p:nvSpPr>
          <p:spPr>
            <a:xfrm>
              <a:off x="6281298" y="4003960"/>
              <a:ext cx="631551" cy="631961"/>
            </a:xfrm>
            <a:custGeom>
              <a:rect b="b" l="l" r="r" t="t"/>
              <a:pathLst>
                <a:path extrusionOk="0" h="20040" w="20027">
                  <a:moveTo>
                    <a:pt x="10013" y="1"/>
                  </a:moveTo>
                  <a:cubicBezTo>
                    <a:pt x="4477" y="1"/>
                    <a:pt x="0" y="4490"/>
                    <a:pt x="0" y="10014"/>
                  </a:cubicBezTo>
                  <a:cubicBezTo>
                    <a:pt x="0" y="15550"/>
                    <a:pt x="4477" y="20039"/>
                    <a:pt x="10013" y="20039"/>
                  </a:cubicBezTo>
                  <a:cubicBezTo>
                    <a:pt x="15550" y="20039"/>
                    <a:pt x="20026" y="15550"/>
                    <a:pt x="20026" y="10014"/>
                  </a:cubicBezTo>
                  <a:cubicBezTo>
                    <a:pt x="20026" y="4490"/>
                    <a:pt x="15550" y="1"/>
                    <a:pt x="1001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34"/>
            <p:cNvSpPr/>
            <p:nvPr/>
          </p:nvSpPr>
          <p:spPr>
            <a:xfrm>
              <a:off x="3007017" y="4037387"/>
              <a:ext cx="32" cy="565107"/>
            </a:xfrm>
            <a:custGeom>
              <a:rect b="b" l="l" r="r" t="t"/>
              <a:pathLst>
                <a:path extrusionOk="0" fill="none" h="17920" w="1">
                  <a:moveTo>
                    <a:pt x="1" y="1"/>
                  </a:moveTo>
                  <a:lnTo>
                    <a:pt x="1" y="17919"/>
                  </a:lnTo>
                </a:path>
              </a:pathLst>
            </a:custGeom>
            <a:solidFill>
              <a:schemeClr val="dk1"/>
            </a:solidFill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865" name="Google Shape;865;p34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Doodle Banner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66" name="Google Shape;866;p34"/>
          <p:cNvSpPr txBox="1"/>
          <p:nvPr/>
        </p:nvSpPr>
        <p:spPr>
          <a:xfrm>
            <a:off x="1711527" y="1603825"/>
            <a:ext cx="1099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8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867" name="Google Shape;867;p34"/>
          <p:cNvSpPr txBox="1"/>
          <p:nvPr/>
        </p:nvSpPr>
        <p:spPr>
          <a:xfrm>
            <a:off x="3417099" y="1401325"/>
            <a:ext cx="19152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a cold place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8" name="Google Shape;868;p34"/>
          <p:cNvSpPr txBox="1"/>
          <p:nvPr/>
        </p:nvSpPr>
        <p:spPr>
          <a:xfrm>
            <a:off x="6690313" y="1462825"/>
            <a:ext cx="5682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b="1" sz="24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69" name="Google Shape;869;p34"/>
          <p:cNvSpPr txBox="1"/>
          <p:nvPr/>
        </p:nvSpPr>
        <p:spPr>
          <a:xfrm>
            <a:off x="1711527" y="2477383"/>
            <a:ext cx="1099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8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870" name="Google Shape;870;p34"/>
          <p:cNvSpPr txBox="1"/>
          <p:nvPr/>
        </p:nvSpPr>
        <p:spPr>
          <a:xfrm>
            <a:off x="3417099" y="2274883"/>
            <a:ext cx="19152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1" name="Google Shape;871;p34"/>
          <p:cNvSpPr txBox="1"/>
          <p:nvPr/>
        </p:nvSpPr>
        <p:spPr>
          <a:xfrm>
            <a:off x="6000396" y="2336363"/>
            <a:ext cx="5682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b="1" sz="24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72" name="Google Shape;872;p34"/>
          <p:cNvSpPr txBox="1"/>
          <p:nvPr/>
        </p:nvSpPr>
        <p:spPr>
          <a:xfrm>
            <a:off x="1711527" y="3350942"/>
            <a:ext cx="1099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Jupiter</a:t>
            </a:r>
            <a:endParaRPr sz="18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873" name="Google Shape;873;p34"/>
          <p:cNvSpPr txBox="1"/>
          <p:nvPr/>
        </p:nvSpPr>
        <p:spPr>
          <a:xfrm>
            <a:off x="3417099" y="3148441"/>
            <a:ext cx="19152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4" name="Google Shape;874;p34"/>
          <p:cNvSpPr txBox="1"/>
          <p:nvPr/>
        </p:nvSpPr>
        <p:spPr>
          <a:xfrm>
            <a:off x="6992571" y="3209938"/>
            <a:ext cx="5682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03</a:t>
            </a:r>
            <a:endParaRPr b="1" sz="2400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75" name="Google Shape;875;p34"/>
          <p:cNvSpPr txBox="1"/>
          <p:nvPr/>
        </p:nvSpPr>
        <p:spPr>
          <a:xfrm>
            <a:off x="1711527" y="4224500"/>
            <a:ext cx="1099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 sz="18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876" name="Google Shape;876;p34"/>
          <p:cNvSpPr txBox="1"/>
          <p:nvPr/>
        </p:nvSpPr>
        <p:spPr>
          <a:xfrm>
            <a:off x="3417099" y="4022000"/>
            <a:ext cx="19152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Yes, Saturn is the ringed one. It’s a gas giant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7" name="Google Shape;877;p34"/>
          <p:cNvSpPr txBox="1"/>
          <p:nvPr/>
        </p:nvSpPr>
        <p:spPr>
          <a:xfrm>
            <a:off x="6312971" y="4083263"/>
            <a:ext cx="5682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04</a:t>
            </a:r>
            <a:endParaRPr b="1" sz="24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35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Doodle Banner Infographics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883" name="Google Shape;883;p35"/>
          <p:cNvGrpSpPr/>
          <p:nvPr/>
        </p:nvGrpSpPr>
        <p:grpSpPr>
          <a:xfrm>
            <a:off x="664625" y="1457375"/>
            <a:ext cx="7814751" cy="3274870"/>
            <a:chOff x="664625" y="1457375"/>
            <a:chExt cx="7814751" cy="3274870"/>
          </a:xfrm>
        </p:grpSpPr>
        <p:sp>
          <p:nvSpPr>
            <p:cNvPr id="884" name="Google Shape;884;p35"/>
            <p:cNvSpPr/>
            <p:nvPr/>
          </p:nvSpPr>
          <p:spPr>
            <a:xfrm>
              <a:off x="682988" y="1479519"/>
              <a:ext cx="1745822" cy="3235691"/>
            </a:xfrm>
            <a:custGeom>
              <a:rect b="b" l="l" r="r" t="t"/>
              <a:pathLst>
                <a:path extrusionOk="0" h="142463" w="85569">
                  <a:moveTo>
                    <a:pt x="1" y="1"/>
                  </a:moveTo>
                  <a:lnTo>
                    <a:pt x="1" y="99679"/>
                  </a:lnTo>
                  <a:lnTo>
                    <a:pt x="76" y="101856"/>
                  </a:lnTo>
                  <a:lnTo>
                    <a:pt x="226" y="104032"/>
                  </a:lnTo>
                  <a:lnTo>
                    <a:pt x="526" y="106209"/>
                  </a:lnTo>
                  <a:lnTo>
                    <a:pt x="901" y="108311"/>
                  </a:lnTo>
                  <a:lnTo>
                    <a:pt x="1352" y="110337"/>
                  </a:lnTo>
                  <a:lnTo>
                    <a:pt x="1952" y="112439"/>
                  </a:lnTo>
                  <a:lnTo>
                    <a:pt x="2628" y="114390"/>
                  </a:lnTo>
                  <a:lnTo>
                    <a:pt x="3378" y="116342"/>
                  </a:lnTo>
                  <a:lnTo>
                    <a:pt x="4204" y="118218"/>
                  </a:lnTo>
                  <a:lnTo>
                    <a:pt x="5180" y="120095"/>
                  </a:lnTo>
                  <a:lnTo>
                    <a:pt x="6231" y="121896"/>
                  </a:lnTo>
                  <a:lnTo>
                    <a:pt x="7281" y="123623"/>
                  </a:lnTo>
                  <a:lnTo>
                    <a:pt x="8482" y="125274"/>
                  </a:lnTo>
                  <a:lnTo>
                    <a:pt x="9758" y="126925"/>
                  </a:lnTo>
                  <a:lnTo>
                    <a:pt x="11109" y="128426"/>
                  </a:lnTo>
                  <a:lnTo>
                    <a:pt x="12536" y="129928"/>
                  </a:lnTo>
                  <a:lnTo>
                    <a:pt x="14037" y="131354"/>
                  </a:lnTo>
                  <a:lnTo>
                    <a:pt x="15538" y="132705"/>
                  </a:lnTo>
                  <a:lnTo>
                    <a:pt x="17189" y="133981"/>
                  </a:lnTo>
                  <a:lnTo>
                    <a:pt x="18841" y="135182"/>
                  </a:lnTo>
                  <a:lnTo>
                    <a:pt x="20567" y="136233"/>
                  </a:lnTo>
                  <a:lnTo>
                    <a:pt x="22368" y="137283"/>
                  </a:lnTo>
                  <a:lnTo>
                    <a:pt x="24245" y="138259"/>
                  </a:lnTo>
                  <a:lnTo>
                    <a:pt x="26121" y="139085"/>
                  </a:lnTo>
                  <a:lnTo>
                    <a:pt x="28073" y="139835"/>
                  </a:lnTo>
                  <a:lnTo>
                    <a:pt x="30024" y="140511"/>
                  </a:lnTo>
                  <a:lnTo>
                    <a:pt x="32126" y="141111"/>
                  </a:lnTo>
                  <a:lnTo>
                    <a:pt x="34153" y="141562"/>
                  </a:lnTo>
                  <a:lnTo>
                    <a:pt x="36254" y="141937"/>
                  </a:lnTo>
                  <a:lnTo>
                    <a:pt x="38431" y="142237"/>
                  </a:lnTo>
                  <a:lnTo>
                    <a:pt x="40608" y="142387"/>
                  </a:lnTo>
                  <a:lnTo>
                    <a:pt x="42784" y="142462"/>
                  </a:lnTo>
                  <a:lnTo>
                    <a:pt x="44961" y="142387"/>
                  </a:lnTo>
                  <a:lnTo>
                    <a:pt x="47138" y="142237"/>
                  </a:lnTo>
                  <a:lnTo>
                    <a:pt x="49315" y="141937"/>
                  </a:lnTo>
                  <a:lnTo>
                    <a:pt x="51416" y="141562"/>
                  </a:lnTo>
                  <a:lnTo>
                    <a:pt x="53443" y="141111"/>
                  </a:lnTo>
                  <a:lnTo>
                    <a:pt x="55544" y="140511"/>
                  </a:lnTo>
                  <a:lnTo>
                    <a:pt x="57496" y="139835"/>
                  </a:lnTo>
                  <a:lnTo>
                    <a:pt x="59448" y="139085"/>
                  </a:lnTo>
                  <a:lnTo>
                    <a:pt x="61324" y="138259"/>
                  </a:lnTo>
                  <a:lnTo>
                    <a:pt x="63200" y="137283"/>
                  </a:lnTo>
                  <a:lnTo>
                    <a:pt x="65002" y="136233"/>
                  </a:lnTo>
                  <a:lnTo>
                    <a:pt x="66728" y="135182"/>
                  </a:lnTo>
                  <a:lnTo>
                    <a:pt x="68380" y="133981"/>
                  </a:lnTo>
                  <a:lnTo>
                    <a:pt x="70031" y="132705"/>
                  </a:lnTo>
                  <a:lnTo>
                    <a:pt x="71532" y="131354"/>
                  </a:lnTo>
                  <a:lnTo>
                    <a:pt x="73033" y="129928"/>
                  </a:lnTo>
                  <a:lnTo>
                    <a:pt x="74459" y="128426"/>
                  </a:lnTo>
                  <a:lnTo>
                    <a:pt x="75810" y="126925"/>
                  </a:lnTo>
                  <a:lnTo>
                    <a:pt x="77086" y="125274"/>
                  </a:lnTo>
                  <a:lnTo>
                    <a:pt x="78287" y="123623"/>
                  </a:lnTo>
                  <a:lnTo>
                    <a:pt x="79338" y="121896"/>
                  </a:lnTo>
                  <a:lnTo>
                    <a:pt x="80389" y="120095"/>
                  </a:lnTo>
                  <a:lnTo>
                    <a:pt x="81365" y="118218"/>
                  </a:lnTo>
                  <a:lnTo>
                    <a:pt x="82190" y="116342"/>
                  </a:lnTo>
                  <a:lnTo>
                    <a:pt x="82941" y="114390"/>
                  </a:lnTo>
                  <a:lnTo>
                    <a:pt x="83617" y="112439"/>
                  </a:lnTo>
                  <a:lnTo>
                    <a:pt x="84217" y="110337"/>
                  </a:lnTo>
                  <a:lnTo>
                    <a:pt x="84667" y="108311"/>
                  </a:lnTo>
                  <a:lnTo>
                    <a:pt x="85043" y="106209"/>
                  </a:lnTo>
                  <a:lnTo>
                    <a:pt x="85343" y="104032"/>
                  </a:lnTo>
                  <a:lnTo>
                    <a:pt x="85493" y="101856"/>
                  </a:lnTo>
                  <a:lnTo>
                    <a:pt x="85568" y="99679"/>
                  </a:lnTo>
                  <a:lnTo>
                    <a:pt x="855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35"/>
            <p:cNvSpPr/>
            <p:nvPr/>
          </p:nvSpPr>
          <p:spPr>
            <a:xfrm>
              <a:off x="2225987" y="1475738"/>
              <a:ext cx="4611" cy="21463"/>
            </a:xfrm>
            <a:custGeom>
              <a:rect b="b" l="l" r="r" t="t"/>
              <a:pathLst>
                <a:path extrusionOk="0" h="1052" w="226">
                  <a:moveTo>
                    <a:pt x="75" y="1"/>
                  </a:moveTo>
                  <a:lnTo>
                    <a:pt x="0" y="226"/>
                  </a:lnTo>
                  <a:lnTo>
                    <a:pt x="0" y="601"/>
                  </a:lnTo>
                  <a:lnTo>
                    <a:pt x="225" y="1052"/>
                  </a:lnTo>
                  <a:lnTo>
                    <a:pt x="150" y="76"/>
                  </a:lnTo>
                  <a:lnTo>
                    <a:pt x="150" y="1"/>
                  </a:lnTo>
                  <a:close/>
                  <a:moveTo>
                    <a:pt x="225" y="1052"/>
                  </a:moveTo>
                  <a:lnTo>
                    <a:pt x="225" y="1052"/>
                  </a:lnTo>
                  <a:lnTo>
                    <a:pt x="225" y="1052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35"/>
            <p:cNvSpPr/>
            <p:nvPr/>
          </p:nvSpPr>
          <p:spPr>
            <a:xfrm>
              <a:off x="2221397" y="1503302"/>
              <a:ext cx="9202" cy="82712"/>
            </a:xfrm>
            <a:custGeom>
              <a:rect b="b" l="l" r="r" t="t"/>
              <a:pathLst>
                <a:path extrusionOk="0" h="4054" w="451">
                  <a:moveTo>
                    <a:pt x="225" y="1"/>
                  </a:moveTo>
                  <a:lnTo>
                    <a:pt x="75" y="676"/>
                  </a:lnTo>
                  <a:lnTo>
                    <a:pt x="75" y="1352"/>
                  </a:lnTo>
                  <a:lnTo>
                    <a:pt x="75" y="2102"/>
                  </a:lnTo>
                  <a:lnTo>
                    <a:pt x="150" y="2853"/>
                  </a:lnTo>
                  <a:lnTo>
                    <a:pt x="150" y="2928"/>
                  </a:lnTo>
                  <a:lnTo>
                    <a:pt x="75" y="2928"/>
                  </a:lnTo>
                  <a:lnTo>
                    <a:pt x="0" y="2853"/>
                  </a:lnTo>
                  <a:lnTo>
                    <a:pt x="150" y="3378"/>
                  </a:lnTo>
                  <a:lnTo>
                    <a:pt x="225" y="3829"/>
                  </a:lnTo>
                  <a:lnTo>
                    <a:pt x="375" y="4054"/>
                  </a:lnTo>
                  <a:lnTo>
                    <a:pt x="375" y="3979"/>
                  </a:lnTo>
                  <a:lnTo>
                    <a:pt x="450" y="3904"/>
                  </a:lnTo>
                  <a:lnTo>
                    <a:pt x="300" y="3078"/>
                  </a:lnTo>
                  <a:lnTo>
                    <a:pt x="300" y="2703"/>
                  </a:lnTo>
                  <a:lnTo>
                    <a:pt x="150" y="2253"/>
                  </a:lnTo>
                  <a:lnTo>
                    <a:pt x="150" y="1502"/>
                  </a:lnTo>
                  <a:lnTo>
                    <a:pt x="225" y="1277"/>
                  </a:lnTo>
                  <a:lnTo>
                    <a:pt x="300" y="1277"/>
                  </a:lnTo>
                  <a:lnTo>
                    <a:pt x="300" y="676"/>
                  </a:lnTo>
                  <a:lnTo>
                    <a:pt x="225" y="30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35"/>
            <p:cNvSpPr/>
            <p:nvPr/>
          </p:nvSpPr>
          <p:spPr>
            <a:xfrm>
              <a:off x="2422679" y="2914901"/>
              <a:ext cx="1551" cy="8540"/>
            </a:xfrm>
            <a:custGeom>
              <a:rect b="b" l="l" r="r" t="t"/>
              <a:pathLst>
                <a:path extrusionOk="0" h="376" w="76">
                  <a:moveTo>
                    <a:pt x="1" y="376"/>
                  </a:moveTo>
                  <a:lnTo>
                    <a:pt x="76" y="0"/>
                  </a:lnTo>
                  <a:lnTo>
                    <a:pt x="76" y="0"/>
                  </a:lnTo>
                  <a:lnTo>
                    <a:pt x="1" y="376"/>
                  </a:lnTo>
                  <a:lnTo>
                    <a:pt x="1" y="376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35"/>
            <p:cNvSpPr/>
            <p:nvPr/>
          </p:nvSpPr>
          <p:spPr>
            <a:xfrm>
              <a:off x="2419619" y="3750216"/>
              <a:ext cx="1551" cy="10243"/>
            </a:xfrm>
            <a:custGeom>
              <a:rect b="b" l="l" r="r" t="t"/>
              <a:pathLst>
                <a:path extrusionOk="0" h="451" w="76">
                  <a:moveTo>
                    <a:pt x="76" y="450"/>
                  </a:moveTo>
                  <a:lnTo>
                    <a:pt x="76" y="450"/>
                  </a:lnTo>
                  <a:lnTo>
                    <a:pt x="1" y="0"/>
                  </a:lnTo>
                  <a:lnTo>
                    <a:pt x="1" y="0"/>
                  </a:lnTo>
                  <a:lnTo>
                    <a:pt x="76" y="450"/>
                  </a:lnTo>
                  <a:lnTo>
                    <a:pt x="76" y="45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35"/>
            <p:cNvSpPr/>
            <p:nvPr/>
          </p:nvSpPr>
          <p:spPr>
            <a:xfrm>
              <a:off x="2404317" y="3891710"/>
              <a:ext cx="1551" cy="8540"/>
            </a:xfrm>
            <a:custGeom>
              <a:rect b="b" l="l" r="r" t="t"/>
              <a:pathLst>
                <a:path extrusionOk="0" h="376" w="76">
                  <a:moveTo>
                    <a:pt x="0" y="375"/>
                  </a:moveTo>
                  <a:lnTo>
                    <a:pt x="0" y="375"/>
                  </a:lnTo>
                  <a:lnTo>
                    <a:pt x="75" y="0"/>
                  </a:lnTo>
                  <a:lnTo>
                    <a:pt x="75" y="0"/>
                  </a:lnTo>
                  <a:lnTo>
                    <a:pt x="0" y="375"/>
                  </a:lnTo>
                  <a:lnTo>
                    <a:pt x="0" y="375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35"/>
            <p:cNvSpPr/>
            <p:nvPr/>
          </p:nvSpPr>
          <p:spPr>
            <a:xfrm>
              <a:off x="2421149" y="2923418"/>
              <a:ext cx="1551" cy="22190"/>
            </a:xfrm>
            <a:custGeom>
              <a:rect b="b" l="l" r="r" t="t"/>
              <a:pathLst>
                <a:path extrusionOk="0" h="977" w="76">
                  <a:moveTo>
                    <a:pt x="76" y="1"/>
                  </a:moveTo>
                  <a:lnTo>
                    <a:pt x="1" y="976"/>
                  </a:lnTo>
                  <a:lnTo>
                    <a:pt x="76" y="901"/>
                  </a:lnTo>
                  <a:lnTo>
                    <a:pt x="76" y="676"/>
                  </a:lnTo>
                  <a:lnTo>
                    <a:pt x="76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35"/>
            <p:cNvSpPr/>
            <p:nvPr/>
          </p:nvSpPr>
          <p:spPr>
            <a:xfrm>
              <a:off x="2438002" y="1747177"/>
              <a:ext cx="1551" cy="11947"/>
            </a:xfrm>
            <a:custGeom>
              <a:rect b="b" l="l" r="r" t="t"/>
              <a:pathLst>
                <a:path extrusionOk="0" h="526" w="76">
                  <a:moveTo>
                    <a:pt x="0" y="0"/>
                  </a:moveTo>
                  <a:lnTo>
                    <a:pt x="0" y="450"/>
                  </a:lnTo>
                  <a:lnTo>
                    <a:pt x="76" y="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5"/>
            <p:cNvSpPr/>
            <p:nvPr/>
          </p:nvSpPr>
          <p:spPr>
            <a:xfrm>
              <a:off x="2418089" y="2541565"/>
              <a:ext cx="1551" cy="11947"/>
            </a:xfrm>
            <a:custGeom>
              <a:rect b="b" l="l" r="r" t="t"/>
              <a:pathLst>
                <a:path extrusionOk="0" h="526" w="76">
                  <a:moveTo>
                    <a:pt x="1" y="0"/>
                  </a:moveTo>
                  <a:lnTo>
                    <a:pt x="76" y="526"/>
                  </a:lnTo>
                  <a:lnTo>
                    <a:pt x="76" y="22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35"/>
            <p:cNvSpPr/>
            <p:nvPr/>
          </p:nvSpPr>
          <p:spPr>
            <a:xfrm>
              <a:off x="2419619" y="2268820"/>
              <a:ext cx="4611" cy="13650"/>
            </a:xfrm>
            <a:custGeom>
              <a:rect b="b" l="l" r="r" t="t"/>
              <a:pathLst>
                <a:path extrusionOk="0" h="601" w="226">
                  <a:moveTo>
                    <a:pt x="76" y="0"/>
                  </a:moveTo>
                  <a:lnTo>
                    <a:pt x="1" y="75"/>
                  </a:lnTo>
                  <a:lnTo>
                    <a:pt x="1" y="300"/>
                  </a:lnTo>
                  <a:lnTo>
                    <a:pt x="76" y="375"/>
                  </a:lnTo>
                  <a:lnTo>
                    <a:pt x="226" y="600"/>
                  </a:lnTo>
                  <a:lnTo>
                    <a:pt x="151" y="30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35"/>
            <p:cNvSpPr/>
            <p:nvPr/>
          </p:nvSpPr>
          <p:spPr>
            <a:xfrm>
              <a:off x="2424210" y="1813654"/>
              <a:ext cx="1551" cy="8540"/>
            </a:xfrm>
            <a:custGeom>
              <a:rect b="b" l="l" r="r" t="t"/>
              <a:pathLst>
                <a:path extrusionOk="0" h="376" w="76">
                  <a:moveTo>
                    <a:pt x="76" y="376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76" y="376"/>
                  </a:lnTo>
                  <a:lnTo>
                    <a:pt x="76" y="376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35"/>
            <p:cNvSpPr/>
            <p:nvPr/>
          </p:nvSpPr>
          <p:spPr>
            <a:xfrm>
              <a:off x="2418089" y="2756350"/>
              <a:ext cx="1551" cy="3430"/>
            </a:xfrm>
            <a:custGeom>
              <a:rect b="b" l="l" r="r" t="t"/>
              <a:pathLst>
                <a:path extrusionOk="0" h="151" w="76">
                  <a:moveTo>
                    <a:pt x="76" y="1"/>
                  </a:moveTo>
                  <a:lnTo>
                    <a:pt x="76" y="1"/>
                  </a:lnTo>
                  <a:lnTo>
                    <a:pt x="1" y="151"/>
                  </a:lnTo>
                  <a:lnTo>
                    <a:pt x="1" y="151"/>
                  </a:lnTo>
                  <a:lnTo>
                    <a:pt x="76" y="1"/>
                  </a:lnTo>
                  <a:lnTo>
                    <a:pt x="76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35"/>
            <p:cNvSpPr/>
            <p:nvPr/>
          </p:nvSpPr>
          <p:spPr>
            <a:xfrm>
              <a:off x="1925820" y="1460435"/>
              <a:ext cx="1551" cy="1551"/>
            </a:xfrm>
            <a:custGeom>
              <a:rect b="b" l="l" r="r" t="t"/>
              <a:pathLst>
                <a:path extrusionOk="0" h="76" w="76">
                  <a:moveTo>
                    <a:pt x="1" y="0"/>
                  </a:moveTo>
                  <a:lnTo>
                    <a:pt x="1" y="0"/>
                  </a:lnTo>
                  <a:lnTo>
                    <a:pt x="76" y="75"/>
                  </a:lnTo>
                  <a:lnTo>
                    <a:pt x="76" y="75"/>
                  </a:lnTo>
                  <a:lnTo>
                    <a:pt x="76" y="75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5"/>
            <p:cNvSpPr/>
            <p:nvPr/>
          </p:nvSpPr>
          <p:spPr>
            <a:xfrm>
              <a:off x="2216786" y="1478798"/>
              <a:ext cx="4631" cy="1551"/>
            </a:xfrm>
            <a:custGeom>
              <a:rect b="b" l="l" r="r" t="t"/>
              <a:pathLst>
                <a:path extrusionOk="0" h="76" w="227">
                  <a:moveTo>
                    <a:pt x="1" y="1"/>
                  </a:moveTo>
                  <a:lnTo>
                    <a:pt x="1" y="7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5"/>
            <p:cNvSpPr/>
            <p:nvPr/>
          </p:nvSpPr>
          <p:spPr>
            <a:xfrm>
              <a:off x="2332335" y="4138882"/>
              <a:ext cx="1551" cy="5133"/>
            </a:xfrm>
            <a:custGeom>
              <a:rect b="b" l="l" r="r" t="t"/>
              <a:pathLst>
                <a:path extrusionOk="0" h="226" w="76">
                  <a:moveTo>
                    <a:pt x="75" y="1"/>
                  </a:moveTo>
                  <a:lnTo>
                    <a:pt x="0" y="226"/>
                  </a:lnTo>
                  <a:lnTo>
                    <a:pt x="75" y="151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35"/>
            <p:cNvSpPr/>
            <p:nvPr/>
          </p:nvSpPr>
          <p:spPr>
            <a:xfrm>
              <a:off x="712082" y="3954781"/>
              <a:ext cx="10752" cy="27300"/>
            </a:xfrm>
            <a:custGeom>
              <a:rect b="b" l="l" r="r" t="t"/>
              <a:pathLst>
                <a:path extrusionOk="0" h="1202" w="527">
                  <a:moveTo>
                    <a:pt x="76" y="0"/>
                  </a:moveTo>
                  <a:lnTo>
                    <a:pt x="1" y="75"/>
                  </a:lnTo>
                  <a:lnTo>
                    <a:pt x="76" y="601"/>
                  </a:lnTo>
                  <a:lnTo>
                    <a:pt x="151" y="676"/>
                  </a:lnTo>
                  <a:lnTo>
                    <a:pt x="376" y="1051"/>
                  </a:lnTo>
                  <a:lnTo>
                    <a:pt x="451" y="1201"/>
                  </a:lnTo>
                  <a:lnTo>
                    <a:pt x="526" y="1201"/>
                  </a:lnTo>
                  <a:lnTo>
                    <a:pt x="526" y="1051"/>
                  </a:lnTo>
                  <a:lnTo>
                    <a:pt x="451" y="601"/>
                  </a:lnTo>
                  <a:lnTo>
                    <a:pt x="451" y="901"/>
                  </a:lnTo>
                  <a:lnTo>
                    <a:pt x="226" y="375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35"/>
            <p:cNvSpPr/>
            <p:nvPr/>
          </p:nvSpPr>
          <p:spPr>
            <a:xfrm>
              <a:off x="2439532" y="1765914"/>
              <a:ext cx="20" cy="11969"/>
            </a:xfrm>
            <a:custGeom>
              <a:rect b="b" l="l" r="r" t="t"/>
              <a:pathLst>
                <a:path extrusionOk="0" h="527" w="1">
                  <a:moveTo>
                    <a:pt x="1" y="1"/>
                  </a:moveTo>
                  <a:lnTo>
                    <a:pt x="1" y="1"/>
                  </a:lnTo>
                  <a:lnTo>
                    <a:pt x="1" y="526"/>
                  </a:lnTo>
                  <a:lnTo>
                    <a:pt x="1" y="52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35"/>
            <p:cNvSpPr/>
            <p:nvPr/>
          </p:nvSpPr>
          <p:spPr>
            <a:xfrm>
              <a:off x="713612" y="3968408"/>
              <a:ext cx="20" cy="3430"/>
            </a:xfrm>
            <a:custGeom>
              <a:rect b="b" l="l" r="r" t="t"/>
              <a:pathLst>
                <a:path extrusionOk="0" h="151" w="1">
                  <a:moveTo>
                    <a:pt x="1" y="1"/>
                  </a:moveTo>
                  <a:lnTo>
                    <a:pt x="1" y="1"/>
                  </a:lnTo>
                  <a:lnTo>
                    <a:pt x="1" y="151"/>
                  </a:lnTo>
                  <a:lnTo>
                    <a:pt x="1" y="15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35"/>
            <p:cNvSpPr/>
            <p:nvPr/>
          </p:nvSpPr>
          <p:spPr>
            <a:xfrm>
              <a:off x="1980100" y="4571881"/>
              <a:ext cx="6162" cy="1726"/>
            </a:xfrm>
            <a:custGeom>
              <a:rect b="b" l="l" r="r" t="t"/>
              <a:pathLst>
                <a:path extrusionOk="0" h="76" w="302">
                  <a:moveTo>
                    <a:pt x="1" y="76"/>
                  </a:moveTo>
                  <a:lnTo>
                    <a:pt x="1" y="76"/>
                  </a:lnTo>
                  <a:lnTo>
                    <a:pt x="301" y="0"/>
                  </a:lnTo>
                  <a:lnTo>
                    <a:pt x="301" y="0"/>
                  </a:lnTo>
                  <a:lnTo>
                    <a:pt x="1" y="76"/>
                  </a:lnTo>
                  <a:lnTo>
                    <a:pt x="1" y="76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35"/>
            <p:cNvSpPr/>
            <p:nvPr/>
          </p:nvSpPr>
          <p:spPr>
            <a:xfrm>
              <a:off x="2266475" y="4278673"/>
              <a:ext cx="6162" cy="8540"/>
            </a:xfrm>
            <a:custGeom>
              <a:rect b="b" l="l" r="r" t="t"/>
              <a:pathLst>
                <a:path extrusionOk="0" h="376" w="302">
                  <a:moveTo>
                    <a:pt x="301" y="0"/>
                  </a:moveTo>
                  <a:lnTo>
                    <a:pt x="301" y="0"/>
                  </a:lnTo>
                  <a:lnTo>
                    <a:pt x="1" y="376"/>
                  </a:lnTo>
                  <a:lnTo>
                    <a:pt x="1" y="376"/>
                  </a:lnTo>
                  <a:lnTo>
                    <a:pt x="301" y="0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35"/>
            <p:cNvSpPr/>
            <p:nvPr/>
          </p:nvSpPr>
          <p:spPr>
            <a:xfrm>
              <a:off x="1777949" y="4669042"/>
              <a:ext cx="7692" cy="1726"/>
            </a:xfrm>
            <a:custGeom>
              <a:rect b="b" l="l" r="r" t="t"/>
              <a:pathLst>
                <a:path extrusionOk="0" h="76" w="377">
                  <a:moveTo>
                    <a:pt x="376" y="1"/>
                  </a:moveTo>
                  <a:lnTo>
                    <a:pt x="1" y="76"/>
                  </a:lnTo>
                  <a:lnTo>
                    <a:pt x="151" y="76"/>
                  </a:lnTo>
                  <a:lnTo>
                    <a:pt x="376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5"/>
            <p:cNvSpPr/>
            <p:nvPr/>
          </p:nvSpPr>
          <p:spPr>
            <a:xfrm>
              <a:off x="1372984" y="4373191"/>
              <a:ext cx="10732" cy="1551"/>
            </a:xfrm>
            <a:custGeom>
              <a:rect b="b" l="l" r="r" t="t"/>
              <a:pathLst>
                <a:path extrusionOk="0" h="76" w="526">
                  <a:moveTo>
                    <a:pt x="0" y="0"/>
                  </a:moveTo>
                  <a:lnTo>
                    <a:pt x="226" y="75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5"/>
            <p:cNvSpPr/>
            <p:nvPr/>
          </p:nvSpPr>
          <p:spPr>
            <a:xfrm>
              <a:off x="1264257" y="1463496"/>
              <a:ext cx="18383" cy="3081"/>
            </a:xfrm>
            <a:custGeom>
              <a:rect b="b" l="l" r="r" t="t"/>
              <a:pathLst>
                <a:path extrusionOk="0" h="151" w="901">
                  <a:moveTo>
                    <a:pt x="0" y="0"/>
                  </a:moveTo>
                  <a:lnTo>
                    <a:pt x="526" y="150"/>
                  </a:lnTo>
                  <a:lnTo>
                    <a:pt x="526" y="75"/>
                  </a:lnTo>
                  <a:lnTo>
                    <a:pt x="601" y="75"/>
                  </a:lnTo>
                  <a:lnTo>
                    <a:pt x="901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35"/>
            <p:cNvSpPr/>
            <p:nvPr/>
          </p:nvSpPr>
          <p:spPr>
            <a:xfrm>
              <a:off x="2438002" y="1757397"/>
              <a:ext cx="1551" cy="8540"/>
            </a:xfrm>
            <a:custGeom>
              <a:rect b="b" l="l" r="r" t="t"/>
              <a:pathLst>
                <a:path extrusionOk="0" h="376" w="76">
                  <a:moveTo>
                    <a:pt x="0" y="0"/>
                  </a:moveTo>
                  <a:lnTo>
                    <a:pt x="0" y="75"/>
                  </a:lnTo>
                  <a:lnTo>
                    <a:pt x="76" y="3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35"/>
            <p:cNvSpPr/>
            <p:nvPr/>
          </p:nvSpPr>
          <p:spPr>
            <a:xfrm>
              <a:off x="1549101" y="4370110"/>
              <a:ext cx="35235" cy="7692"/>
            </a:xfrm>
            <a:custGeom>
              <a:rect b="b" l="l" r="r" t="t"/>
              <a:pathLst>
                <a:path extrusionOk="0" h="377" w="1727">
                  <a:moveTo>
                    <a:pt x="1727" y="1"/>
                  </a:moveTo>
                  <a:lnTo>
                    <a:pt x="0" y="376"/>
                  </a:lnTo>
                  <a:lnTo>
                    <a:pt x="826" y="226"/>
                  </a:lnTo>
                  <a:lnTo>
                    <a:pt x="1727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35"/>
            <p:cNvSpPr/>
            <p:nvPr/>
          </p:nvSpPr>
          <p:spPr>
            <a:xfrm>
              <a:off x="669216" y="2333594"/>
              <a:ext cx="20" cy="8540"/>
            </a:xfrm>
            <a:custGeom>
              <a:rect b="b" l="l" r="r" t="t"/>
              <a:pathLst>
                <a:path extrusionOk="0" h="376" w="1">
                  <a:moveTo>
                    <a:pt x="0" y="376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376"/>
                  </a:lnTo>
                  <a:lnTo>
                    <a:pt x="0" y="376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35"/>
            <p:cNvSpPr/>
            <p:nvPr/>
          </p:nvSpPr>
          <p:spPr>
            <a:xfrm>
              <a:off x="1421991" y="4394614"/>
              <a:ext cx="24524" cy="1551"/>
            </a:xfrm>
            <a:custGeom>
              <a:rect b="b" l="l" r="r" t="t"/>
              <a:pathLst>
                <a:path extrusionOk="0" h="76" w="1202">
                  <a:moveTo>
                    <a:pt x="225" y="1"/>
                  </a:moveTo>
                  <a:lnTo>
                    <a:pt x="0" y="76"/>
                  </a:lnTo>
                  <a:lnTo>
                    <a:pt x="1201" y="76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35"/>
            <p:cNvSpPr/>
            <p:nvPr/>
          </p:nvSpPr>
          <p:spPr>
            <a:xfrm>
              <a:off x="1274968" y="1466556"/>
              <a:ext cx="20" cy="20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35"/>
            <p:cNvSpPr/>
            <p:nvPr/>
          </p:nvSpPr>
          <p:spPr>
            <a:xfrm>
              <a:off x="664625" y="1457375"/>
              <a:ext cx="1776425" cy="3274870"/>
            </a:xfrm>
            <a:custGeom>
              <a:rect b="b" l="l" r="r" t="t"/>
              <a:pathLst>
                <a:path extrusionOk="0" h="144188" w="87069">
                  <a:moveTo>
                    <a:pt x="11709" y="525"/>
                  </a:moveTo>
                  <a:lnTo>
                    <a:pt x="11709" y="600"/>
                  </a:lnTo>
                  <a:lnTo>
                    <a:pt x="11334" y="676"/>
                  </a:lnTo>
                  <a:lnTo>
                    <a:pt x="11334" y="600"/>
                  </a:lnTo>
                  <a:lnTo>
                    <a:pt x="11034" y="600"/>
                  </a:lnTo>
                  <a:lnTo>
                    <a:pt x="10283" y="525"/>
                  </a:lnTo>
                  <a:close/>
                  <a:moveTo>
                    <a:pt x="14016" y="1641"/>
                  </a:moveTo>
                  <a:lnTo>
                    <a:pt x="13886" y="1651"/>
                  </a:lnTo>
                  <a:lnTo>
                    <a:pt x="14036" y="1651"/>
                  </a:lnTo>
                  <a:lnTo>
                    <a:pt x="14016" y="1641"/>
                  </a:lnTo>
                  <a:close/>
                  <a:moveTo>
                    <a:pt x="86635" y="7639"/>
                  </a:moveTo>
                  <a:lnTo>
                    <a:pt x="86618" y="7656"/>
                  </a:lnTo>
                  <a:lnTo>
                    <a:pt x="86618" y="7806"/>
                  </a:lnTo>
                  <a:lnTo>
                    <a:pt x="86635" y="7639"/>
                  </a:lnTo>
                  <a:close/>
                  <a:moveTo>
                    <a:pt x="86693" y="7056"/>
                  </a:moveTo>
                  <a:lnTo>
                    <a:pt x="86635" y="7639"/>
                  </a:lnTo>
                  <a:lnTo>
                    <a:pt x="86635" y="7639"/>
                  </a:lnTo>
                  <a:lnTo>
                    <a:pt x="86693" y="7581"/>
                  </a:lnTo>
                  <a:lnTo>
                    <a:pt x="86768" y="7731"/>
                  </a:lnTo>
                  <a:lnTo>
                    <a:pt x="86768" y="7956"/>
                  </a:lnTo>
                  <a:lnTo>
                    <a:pt x="86843" y="8632"/>
                  </a:lnTo>
                  <a:lnTo>
                    <a:pt x="86768" y="9082"/>
                  </a:lnTo>
                  <a:lnTo>
                    <a:pt x="86768" y="9382"/>
                  </a:lnTo>
                  <a:lnTo>
                    <a:pt x="86693" y="9532"/>
                  </a:lnTo>
                  <a:lnTo>
                    <a:pt x="86768" y="9532"/>
                  </a:lnTo>
                  <a:lnTo>
                    <a:pt x="86843" y="9833"/>
                  </a:lnTo>
                  <a:lnTo>
                    <a:pt x="86918" y="10583"/>
                  </a:lnTo>
                  <a:lnTo>
                    <a:pt x="86843" y="8482"/>
                  </a:lnTo>
                  <a:lnTo>
                    <a:pt x="86768" y="7581"/>
                  </a:lnTo>
                  <a:lnTo>
                    <a:pt x="86693" y="7056"/>
                  </a:lnTo>
                  <a:close/>
                  <a:moveTo>
                    <a:pt x="86318" y="16063"/>
                  </a:moveTo>
                  <a:lnTo>
                    <a:pt x="86318" y="16138"/>
                  </a:lnTo>
                  <a:lnTo>
                    <a:pt x="86321" y="16112"/>
                  </a:lnTo>
                  <a:lnTo>
                    <a:pt x="86318" y="16063"/>
                  </a:lnTo>
                  <a:close/>
                  <a:moveTo>
                    <a:pt x="86343" y="29223"/>
                  </a:moveTo>
                  <a:lnTo>
                    <a:pt x="86318" y="29273"/>
                  </a:lnTo>
                  <a:lnTo>
                    <a:pt x="86318" y="29348"/>
                  </a:lnTo>
                  <a:lnTo>
                    <a:pt x="86343" y="29223"/>
                  </a:lnTo>
                  <a:close/>
                  <a:moveTo>
                    <a:pt x="86318" y="29348"/>
                  </a:moveTo>
                  <a:lnTo>
                    <a:pt x="86243" y="29498"/>
                  </a:lnTo>
                  <a:lnTo>
                    <a:pt x="86243" y="29648"/>
                  </a:lnTo>
                  <a:lnTo>
                    <a:pt x="86318" y="29573"/>
                  </a:lnTo>
                  <a:lnTo>
                    <a:pt x="86318" y="29348"/>
                  </a:lnTo>
                  <a:close/>
                  <a:moveTo>
                    <a:pt x="300" y="88119"/>
                  </a:moveTo>
                  <a:lnTo>
                    <a:pt x="300" y="88269"/>
                  </a:lnTo>
                  <a:lnTo>
                    <a:pt x="308" y="88262"/>
                  </a:lnTo>
                  <a:lnTo>
                    <a:pt x="308" y="88262"/>
                  </a:lnTo>
                  <a:lnTo>
                    <a:pt x="300" y="88119"/>
                  </a:lnTo>
                  <a:close/>
                  <a:moveTo>
                    <a:pt x="80163" y="121445"/>
                  </a:moveTo>
                  <a:lnTo>
                    <a:pt x="79938" y="121820"/>
                  </a:lnTo>
                  <a:lnTo>
                    <a:pt x="80206" y="121445"/>
                  </a:lnTo>
                  <a:close/>
                  <a:moveTo>
                    <a:pt x="78512" y="124748"/>
                  </a:moveTo>
                  <a:lnTo>
                    <a:pt x="78287" y="125123"/>
                  </a:lnTo>
                  <a:lnTo>
                    <a:pt x="78437" y="124898"/>
                  </a:lnTo>
                  <a:lnTo>
                    <a:pt x="78587" y="124748"/>
                  </a:lnTo>
                  <a:close/>
                  <a:moveTo>
                    <a:pt x="24544" y="138484"/>
                  </a:moveTo>
                  <a:lnTo>
                    <a:pt x="24469" y="138559"/>
                  </a:lnTo>
                  <a:lnTo>
                    <a:pt x="24319" y="138559"/>
                  </a:lnTo>
                  <a:lnTo>
                    <a:pt x="24920" y="138784"/>
                  </a:lnTo>
                  <a:lnTo>
                    <a:pt x="24920" y="138709"/>
                  </a:lnTo>
                  <a:lnTo>
                    <a:pt x="24845" y="138634"/>
                  </a:lnTo>
                  <a:lnTo>
                    <a:pt x="24544" y="138484"/>
                  </a:lnTo>
                  <a:close/>
                  <a:moveTo>
                    <a:pt x="51265" y="0"/>
                  </a:moveTo>
                  <a:lnTo>
                    <a:pt x="50440" y="75"/>
                  </a:lnTo>
                  <a:lnTo>
                    <a:pt x="50290" y="75"/>
                  </a:lnTo>
                  <a:lnTo>
                    <a:pt x="50215" y="150"/>
                  </a:lnTo>
                  <a:lnTo>
                    <a:pt x="50215" y="225"/>
                  </a:lnTo>
                  <a:lnTo>
                    <a:pt x="50215" y="300"/>
                  </a:lnTo>
                  <a:lnTo>
                    <a:pt x="50139" y="375"/>
                  </a:lnTo>
                  <a:lnTo>
                    <a:pt x="49164" y="375"/>
                  </a:lnTo>
                  <a:lnTo>
                    <a:pt x="48939" y="300"/>
                  </a:lnTo>
                  <a:lnTo>
                    <a:pt x="48863" y="300"/>
                  </a:lnTo>
                  <a:lnTo>
                    <a:pt x="48863" y="150"/>
                  </a:lnTo>
                  <a:lnTo>
                    <a:pt x="48788" y="150"/>
                  </a:lnTo>
                  <a:lnTo>
                    <a:pt x="48563" y="75"/>
                  </a:lnTo>
                  <a:lnTo>
                    <a:pt x="46987" y="225"/>
                  </a:lnTo>
                  <a:lnTo>
                    <a:pt x="46236" y="300"/>
                  </a:lnTo>
                  <a:lnTo>
                    <a:pt x="45561" y="375"/>
                  </a:lnTo>
                  <a:lnTo>
                    <a:pt x="45411" y="300"/>
                  </a:lnTo>
                  <a:lnTo>
                    <a:pt x="45486" y="225"/>
                  </a:lnTo>
                  <a:lnTo>
                    <a:pt x="44360" y="300"/>
                  </a:lnTo>
                  <a:lnTo>
                    <a:pt x="42934" y="375"/>
                  </a:lnTo>
                  <a:lnTo>
                    <a:pt x="41508" y="375"/>
                  </a:lnTo>
                  <a:lnTo>
                    <a:pt x="40232" y="450"/>
                  </a:lnTo>
                  <a:lnTo>
                    <a:pt x="40082" y="450"/>
                  </a:lnTo>
                  <a:lnTo>
                    <a:pt x="40307" y="600"/>
                  </a:lnTo>
                  <a:lnTo>
                    <a:pt x="40307" y="676"/>
                  </a:lnTo>
                  <a:lnTo>
                    <a:pt x="40307" y="751"/>
                  </a:lnTo>
                  <a:lnTo>
                    <a:pt x="38655" y="751"/>
                  </a:lnTo>
                  <a:lnTo>
                    <a:pt x="39106" y="676"/>
                  </a:lnTo>
                  <a:lnTo>
                    <a:pt x="39331" y="600"/>
                  </a:lnTo>
                  <a:lnTo>
                    <a:pt x="38580" y="676"/>
                  </a:lnTo>
                  <a:lnTo>
                    <a:pt x="38430" y="600"/>
                  </a:lnTo>
                  <a:lnTo>
                    <a:pt x="38505" y="600"/>
                  </a:lnTo>
                  <a:lnTo>
                    <a:pt x="38881" y="525"/>
                  </a:lnTo>
                  <a:lnTo>
                    <a:pt x="39556" y="525"/>
                  </a:lnTo>
                  <a:lnTo>
                    <a:pt x="39631" y="450"/>
                  </a:lnTo>
                  <a:lnTo>
                    <a:pt x="37304" y="600"/>
                  </a:lnTo>
                  <a:lnTo>
                    <a:pt x="36254" y="676"/>
                  </a:lnTo>
                  <a:lnTo>
                    <a:pt x="35278" y="600"/>
                  </a:lnTo>
                  <a:lnTo>
                    <a:pt x="35353" y="600"/>
                  </a:lnTo>
                  <a:lnTo>
                    <a:pt x="35578" y="525"/>
                  </a:lnTo>
                  <a:lnTo>
                    <a:pt x="36329" y="525"/>
                  </a:lnTo>
                  <a:lnTo>
                    <a:pt x="36854" y="450"/>
                  </a:lnTo>
                  <a:lnTo>
                    <a:pt x="36779" y="450"/>
                  </a:lnTo>
                  <a:lnTo>
                    <a:pt x="36404" y="375"/>
                  </a:lnTo>
                  <a:lnTo>
                    <a:pt x="38205" y="450"/>
                  </a:lnTo>
                  <a:lnTo>
                    <a:pt x="37755" y="300"/>
                  </a:lnTo>
                  <a:lnTo>
                    <a:pt x="38355" y="300"/>
                  </a:lnTo>
                  <a:lnTo>
                    <a:pt x="38355" y="225"/>
                  </a:lnTo>
                  <a:lnTo>
                    <a:pt x="38055" y="150"/>
                  </a:lnTo>
                  <a:lnTo>
                    <a:pt x="35578" y="150"/>
                  </a:lnTo>
                  <a:lnTo>
                    <a:pt x="34527" y="225"/>
                  </a:lnTo>
                  <a:lnTo>
                    <a:pt x="33101" y="150"/>
                  </a:lnTo>
                  <a:lnTo>
                    <a:pt x="32951" y="225"/>
                  </a:lnTo>
                  <a:lnTo>
                    <a:pt x="32951" y="300"/>
                  </a:lnTo>
                  <a:lnTo>
                    <a:pt x="32951" y="375"/>
                  </a:lnTo>
                  <a:lnTo>
                    <a:pt x="32801" y="450"/>
                  </a:lnTo>
                  <a:lnTo>
                    <a:pt x="31750" y="525"/>
                  </a:lnTo>
                  <a:lnTo>
                    <a:pt x="30999" y="450"/>
                  </a:lnTo>
                  <a:lnTo>
                    <a:pt x="30399" y="375"/>
                  </a:lnTo>
                  <a:lnTo>
                    <a:pt x="29949" y="300"/>
                  </a:lnTo>
                  <a:lnTo>
                    <a:pt x="29123" y="150"/>
                  </a:lnTo>
                  <a:lnTo>
                    <a:pt x="28598" y="150"/>
                  </a:lnTo>
                  <a:lnTo>
                    <a:pt x="27772" y="225"/>
                  </a:lnTo>
                  <a:lnTo>
                    <a:pt x="26946" y="450"/>
                  </a:lnTo>
                  <a:lnTo>
                    <a:pt x="26271" y="525"/>
                  </a:lnTo>
                  <a:lnTo>
                    <a:pt x="25220" y="450"/>
                  </a:lnTo>
                  <a:lnTo>
                    <a:pt x="25820" y="225"/>
                  </a:lnTo>
                  <a:lnTo>
                    <a:pt x="25820" y="225"/>
                  </a:lnTo>
                  <a:lnTo>
                    <a:pt x="24619" y="300"/>
                  </a:lnTo>
                  <a:lnTo>
                    <a:pt x="24019" y="375"/>
                  </a:lnTo>
                  <a:lnTo>
                    <a:pt x="23418" y="450"/>
                  </a:lnTo>
                  <a:lnTo>
                    <a:pt x="22217" y="450"/>
                  </a:lnTo>
                  <a:lnTo>
                    <a:pt x="23193" y="375"/>
                  </a:lnTo>
                  <a:lnTo>
                    <a:pt x="23569" y="300"/>
                  </a:lnTo>
                  <a:lnTo>
                    <a:pt x="22368" y="300"/>
                  </a:lnTo>
                  <a:lnTo>
                    <a:pt x="21992" y="375"/>
                  </a:lnTo>
                  <a:lnTo>
                    <a:pt x="21392" y="450"/>
                  </a:lnTo>
                  <a:lnTo>
                    <a:pt x="21092" y="225"/>
                  </a:lnTo>
                  <a:lnTo>
                    <a:pt x="17414" y="375"/>
                  </a:lnTo>
                  <a:lnTo>
                    <a:pt x="13511" y="450"/>
                  </a:lnTo>
                  <a:lnTo>
                    <a:pt x="13736" y="375"/>
                  </a:lnTo>
                  <a:lnTo>
                    <a:pt x="13736" y="300"/>
                  </a:lnTo>
                  <a:lnTo>
                    <a:pt x="8257" y="300"/>
                  </a:lnTo>
                  <a:lnTo>
                    <a:pt x="3152" y="150"/>
                  </a:lnTo>
                  <a:lnTo>
                    <a:pt x="1952" y="300"/>
                  </a:lnTo>
                  <a:lnTo>
                    <a:pt x="1351" y="300"/>
                  </a:lnTo>
                  <a:lnTo>
                    <a:pt x="1351" y="225"/>
                  </a:lnTo>
                  <a:lnTo>
                    <a:pt x="525" y="225"/>
                  </a:lnTo>
                  <a:lnTo>
                    <a:pt x="751" y="300"/>
                  </a:lnTo>
                  <a:lnTo>
                    <a:pt x="751" y="375"/>
                  </a:lnTo>
                  <a:lnTo>
                    <a:pt x="300" y="375"/>
                  </a:lnTo>
                  <a:lnTo>
                    <a:pt x="300" y="976"/>
                  </a:lnTo>
                  <a:lnTo>
                    <a:pt x="225" y="1276"/>
                  </a:lnTo>
                  <a:lnTo>
                    <a:pt x="150" y="826"/>
                  </a:lnTo>
                  <a:lnTo>
                    <a:pt x="150" y="1651"/>
                  </a:lnTo>
                  <a:lnTo>
                    <a:pt x="225" y="2027"/>
                  </a:lnTo>
                  <a:lnTo>
                    <a:pt x="225" y="2252"/>
                  </a:lnTo>
                  <a:lnTo>
                    <a:pt x="225" y="3303"/>
                  </a:lnTo>
                  <a:lnTo>
                    <a:pt x="375" y="5629"/>
                  </a:lnTo>
                  <a:lnTo>
                    <a:pt x="375" y="7956"/>
                  </a:lnTo>
                  <a:lnTo>
                    <a:pt x="300" y="9908"/>
                  </a:lnTo>
                  <a:lnTo>
                    <a:pt x="225" y="9457"/>
                  </a:lnTo>
                  <a:lnTo>
                    <a:pt x="225" y="10583"/>
                  </a:lnTo>
                  <a:lnTo>
                    <a:pt x="375" y="11409"/>
                  </a:lnTo>
                  <a:lnTo>
                    <a:pt x="450" y="12160"/>
                  </a:lnTo>
                  <a:lnTo>
                    <a:pt x="450" y="13210"/>
                  </a:lnTo>
                  <a:lnTo>
                    <a:pt x="375" y="12910"/>
                  </a:lnTo>
                  <a:lnTo>
                    <a:pt x="375" y="15912"/>
                  </a:lnTo>
                  <a:lnTo>
                    <a:pt x="375" y="18840"/>
                  </a:lnTo>
                  <a:lnTo>
                    <a:pt x="375" y="21692"/>
                  </a:lnTo>
                  <a:lnTo>
                    <a:pt x="225" y="24169"/>
                  </a:lnTo>
                  <a:lnTo>
                    <a:pt x="300" y="24469"/>
                  </a:lnTo>
                  <a:lnTo>
                    <a:pt x="300" y="24995"/>
                  </a:lnTo>
                  <a:lnTo>
                    <a:pt x="300" y="26346"/>
                  </a:lnTo>
                  <a:lnTo>
                    <a:pt x="300" y="27622"/>
                  </a:lnTo>
                  <a:lnTo>
                    <a:pt x="375" y="28072"/>
                  </a:lnTo>
                  <a:lnTo>
                    <a:pt x="450" y="28297"/>
                  </a:lnTo>
                  <a:lnTo>
                    <a:pt x="225" y="30324"/>
                  </a:lnTo>
                  <a:lnTo>
                    <a:pt x="150" y="31300"/>
                  </a:lnTo>
                  <a:lnTo>
                    <a:pt x="75" y="33101"/>
                  </a:lnTo>
                  <a:lnTo>
                    <a:pt x="150" y="33626"/>
                  </a:lnTo>
                  <a:lnTo>
                    <a:pt x="225" y="34152"/>
                  </a:lnTo>
                  <a:lnTo>
                    <a:pt x="300" y="34677"/>
                  </a:lnTo>
                  <a:lnTo>
                    <a:pt x="375" y="35353"/>
                  </a:lnTo>
                  <a:lnTo>
                    <a:pt x="150" y="35428"/>
                  </a:lnTo>
                  <a:lnTo>
                    <a:pt x="375" y="36779"/>
                  </a:lnTo>
                  <a:lnTo>
                    <a:pt x="150" y="37529"/>
                  </a:lnTo>
                  <a:lnTo>
                    <a:pt x="225" y="38580"/>
                  </a:lnTo>
                  <a:lnTo>
                    <a:pt x="225" y="37980"/>
                  </a:lnTo>
                  <a:lnTo>
                    <a:pt x="300" y="37830"/>
                  </a:lnTo>
                  <a:lnTo>
                    <a:pt x="300" y="37755"/>
                  </a:lnTo>
                  <a:lnTo>
                    <a:pt x="375" y="39031"/>
                  </a:lnTo>
                  <a:lnTo>
                    <a:pt x="300" y="40232"/>
                  </a:lnTo>
                  <a:lnTo>
                    <a:pt x="225" y="41132"/>
                  </a:lnTo>
                  <a:lnTo>
                    <a:pt x="75" y="41508"/>
                  </a:lnTo>
                  <a:lnTo>
                    <a:pt x="225" y="45185"/>
                  </a:lnTo>
                  <a:lnTo>
                    <a:pt x="225" y="45185"/>
                  </a:lnTo>
                  <a:lnTo>
                    <a:pt x="150" y="44735"/>
                  </a:lnTo>
                  <a:lnTo>
                    <a:pt x="150" y="44885"/>
                  </a:lnTo>
                  <a:lnTo>
                    <a:pt x="150" y="45035"/>
                  </a:lnTo>
                  <a:lnTo>
                    <a:pt x="75" y="45110"/>
                  </a:lnTo>
                  <a:lnTo>
                    <a:pt x="75" y="45185"/>
                  </a:lnTo>
                  <a:lnTo>
                    <a:pt x="75" y="45336"/>
                  </a:lnTo>
                  <a:lnTo>
                    <a:pt x="75" y="46086"/>
                  </a:lnTo>
                  <a:lnTo>
                    <a:pt x="150" y="46011"/>
                  </a:lnTo>
                  <a:lnTo>
                    <a:pt x="150" y="46086"/>
                  </a:lnTo>
                  <a:lnTo>
                    <a:pt x="225" y="46311"/>
                  </a:lnTo>
                  <a:lnTo>
                    <a:pt x="150" y="47137"/>
                  </a:lnTo>
                  <a:lnTo>
                    <a:pt x="150" y="48263"/>
                  </a:lnTo>
                  <a:lnTo>
                    <a:pt x="150" y="50665"/>
                  </a:lnTo>
                  <a:lnTo>
                    <a:pt x="75" y="50364"/>
                  </a:lnTo>
                  <a:lnTo>
                    <a:pt x="75" y="54568"/>
                  </a:lnTo>
                  <a:lnTo>
                    <a:pt x="75" y="59071"/>
                  </a:lnTo>
                  <a:lnTo>
                    <a:pt x="150" y="58471"/>
                  </a:lnTo>
                  <a:lnTo>
                    <a:pt x="225" y="58321"/>
                  </a:lnTo>
                  <a:lnTo>
                    <a:pt x="300" y="58321"/>
                  </a:lnTo>
                  <a:lnTo>
                    <a:pt x="375" y="58546"/>
                  </a:lnTo>
                  <a:lnTo>
                    <a:pt x="375" y="59071"/>
                  </a:lnTo>
                  <a:lnTo>
                    <a:pt x="225" y="59447"/>
                  </a:lnTo>
                  <a:lnTo>
                    <a:pt x="225" y="59597"/>
                  </a:lnTo>
                  <a:lnTo>
                    <a:pt x="300" y="59522"/>
                  </a:lnTo>
                  <a:lnTo>
                    <a:pt x="300" y="59372"/>
                  </a:lnTo>
                  <a:lnTo>
                    <a:pt x="375" y="59221"/>
                  </a:lnTo>
                  <a:lnTo>
                    <a:pt x="450" y="59672"/>
                  </a:lnTo>
                  <a:lnTo>
                    <a:pt x="375" y="60272"/>
                  </a:lnTo>
                  <a:lnTo>
                    <a:pt x="375" y="60422"/>
                  </a:lnTo>
                  <a:lnTo>
                    <a:pt x="300" y="60422"/>
                  </a:lnTo>
                  <a:lnTo>
                    <a:pt x="225" y="60197"/>
                  </a:lnTo>
                  <a:lnTo>
                    <a:pt x="150" y="59822"/>
                  </a:lnTo>
                  <a:lnTo>
                    <a:pt x="225" y="61173"/>
                  </a:lnTo>
                  <a:lnTo>
                    <a:pt x="150" y="61173"/>
                  </a:lnTo>
                  <a:lnTo>
                    <a:pt x="150" y="61098"/>
                  </a:lnTo>
                  <a:lnTo>
                    <a:pt x="75" y="60873"/>
                  </a:lnTo>
                  <a:lnTo>
                    <a:pt x="75" y="61473"/>
                  </a:lnTo>
                  <a:lnTo>
                    <a:pt x="0" y="62299"/>
                  </a:lnTo>
                  <a:lnTo>
                    <a:pt x="0" y="63275"/>
                  </a:lnTo>
                  <a:lnTo>
                    <a:pt x="0" y="63650"/>
                  </a:lnTo>
                  <a:lnTo>
                    <a:pt x="75" y="64025"/>
                  </a:lnTo>
                  <a:lnTo>
                    <a:pt x="0" y="64100"/>
                  </a:lnTo>
                  <a:lnTo>
                    <a:pt x="75" y="67703"/>
                  </a:lnTo>
                  <a:lnTo>
                    <a:pt x="75" y="70931"/>
                  </a:lnTo>
                  <a:lnTo>
                    <a:pt x="150" y="71006"/>
                  </a:lnTo>
                  <a:lnTo>
                    <a:pt x="150" y="71081"/>
                  </a:lnTo>
                  <a:lnTo>
                    <a:pt x="225" y="71531"/>
                  </a:lnTo>
                  <a:lnTo>
                    <a:pt x="375" y="72657"/>
                  </a:lnTo>
                  <a:lnTo>
                    <a:pt x="225" y="75509"/>
                  </a:lnTo>
                  <a:lnTo>
                    <a:pt x="150" y="78662"/>
                  </a:lnTo>
                  <a:lnTo>
                    <a:pt x="225" y="79337"/>
                  </a:lnTo>
                  <a:lnTo>
                    <a:pt x="300" y="79487"/>
                  </a:lnTo>
                  <a:lnTo>
                    <a:pt x="375" y="79487"/>
                  </a:lnTo>
                  <a:lnTo>
                    <a:pt x="450" y="79788"/>
                  </a:lnTo>
                  <a:lnTo>
                    <a:pt x="375" y="79863"/>
                  </a:lnTo>
                  <a:lnTo>
                    <a:pt x="300" y="80163"/>
                  </a:lnTo>
                  <a:lnTo>
                    <a:pt x="300" y="80763"/>
                  </a:lnTo>
                  <a:lnTo>
                    <a:pt x="225" y="81214"/>
                  </a:lnTo>
                  <a:lnTo>
                    <a:pt x="150" y="80913"/>
                  </a:lnTo>
                  <a:lnTo>
                    <a:pt x="225" y="83991"/>
                  </a:lnTo>
                  <a:lnTo>
                    <a:pt x="300" y="87519"/>
                  </a:lnTo>
                  <a:lnTo>
                    <a:pt x="375" y="87068"/>
                  </a:lnTo>
                  <a:lnTo>
                    <a:pt x="450" y="86918"/>
                  </a:lnTo>
                  <a:lnTo>
                    <a:pt x="450" y="86993"/>
                  </a:lnTo>
                  <a:lnTo>
                    <a:pt x="450" y="87894"/>
                  </a:lnTo>
                  <a:lnTo>
                    <a:pt x="375" y="88194"/>
                  </a:lnTo>
                  <a:lnTo>
                    <a:pt x="308" y="88262"/>
                  </a:lnTo>
                  <a:lnTo>
                    <a:pt x="308" y="88262"/>
                  </a:lnTo>
                  <a:lnTo>
                    <a:pt x="375" y="89545"/>
                  </a:lnTo>
                  <a:lnTo>
                    <a:pt x="375" y="91046"/>
                  </a:lnTo>
                  <a:lnTo>
                    <a:pt x="225" y="94124"/>
                  </a:lnTo>
                  <a:lnTo>
                    <a:pt x="75" y="97051"/>
                  </a:lnTo>
                  <a:lnTo>
                    <a:pt x="150" y="98402"/>
                  </a:lnTo>
                  <a:lnTo>
                    <a:pt x="225" y="99603"/>
                  </a:lnTo>
                  <a:lnTo>
                    <a:pt x="150" y="99453"/>
                  </a:lnTo>
                  <a:lnTo>
                    <a:pt x="300" y="100954"/>
                  </a:lnTo>
                  <a:lnTo>
                    <a:pt x="375" y="102530"/>
                  </a:lnTo>
                  <a:lnTo>
                    <a:pt x="375" y="102981"/>
                  </a:lnTo>
                  <a:lnTo>
                    <a:pt x="300" y="102756"/>
                  </a:lnTo>
                  <a:lnTo>
                    <a:pt x="225" y="102455"/>
                  </a:lnTo>
                  <a:lnTo>
                    <a:pt x="150" y="102680"/>
                  </a:lnTo>
                  <a:lnTo>
                    <a:pt x="450" y="105007"/>
                  </a:lnTo>
                  <a:lnTo>
                    <a:pt x="676" y="106959"/>
                  </a:lnTo>
                  <a:lnTo>
                    <a:pt x="826" y="107860"/>
                  </a:lnTo>
                  <a:lnTo>
                    <a:pt x="976" y="108760"/>
                  </a:lnTo>
                  <a:lnTo>
                    <a:pt x="1201" y="109661"/>
                  </a:lnTo>
                  <a:lnTo>
                    <a:pt x="1426" y="110637"/>
                  </a:lnTo>
                  <a:lnTo>
                    <a:pt x="1501" y="111612"/>
                  </a:lnTo>
                  <a:lnTo>
                    <a:pt x="1801" y="112738"/>
                  </a:lnTo>
                  <a:lnTo>
                    <a:pt x="2177" y="114089"/>
                  </a:lnTo>
                  <a:lnTo>
                    <a:pt x="2627" y="115440"/>
                  </a:lnTo>
                  <a:lnTo>
                    <a:pt x="3753" y="118218"/>
                  </a:lnTo>
                  <a:lnTo>
                    <a:pt x="4804" y="120544"/>
                  </a:lnTo>
                  <a:lnTo>
                    <a:pt x="4804" y="120319"/>
                  </a:lnTo>
                  <a:lnTo>
                    <a:pt x="5029" y="120770"/>
                  </a:lnTo>
                  <a:lnTo>
                    <a:pt x="5179" y="121070"/>
                  </a:lnTo>
                  <a:lnTo>
                    <a:pt x="5254" y="121370"/>
                  </a:lnTo>
                  <a:lnTo>
                    <a:pt x="5404" y="121670"/>
                  </a:lnTo>
                  <a:lnTo>
                    <a:pt x="5404" y="121670"/>
                  </a:lnTo>
                  <a:lnTo>
                    <a:pt x="5329" y="121295"/>
                  </a:lnTo>
                  <a:lnTo>
                    <a:pt x="5254" y="121145"/>
                  </a:lnTo>
                  <a:lnTo>
                    <a:pt x="5404" y="121295"/>
                  </a:lnTo>
                  <a:lnTo>
                    <a:pt x="6605" y="123322"/>
                  </a:lnTo>
                  <a:lnTo>
                    <a:pt x="7956" y="125348"/>
                  </a:lnTo>
                  <a:lnTo>
                    <a:pt x="9382" y="127375"/>
                  </a:lnTo>
                  <a:lnTo>
                    <a:pt x="10884" y="129251"/>
                  </a:lnTo>
                  <a:lnTo>
                    <a:pt x="12535" y="131128"/>
                  </a:lnTo>
                  <a:lnTo>
                    <a:pt x="14261" y="132854"/>
                  </a:lnTo>
                  <a:lnTo>
                    <a:pt x="16063" y="134505"/>
                  </a:lnTo>
                  <a:lnTo>
                    <a:pt x="17939" y="136082"/>
                  </a:lnTo>
                  <a:lnTo>
                    <a:pt x="18615" y="136457"/>
                  </a:lnTo>
                  <a:lnTo>
                    <a:pt x="19065" y="136757"/>
                  </a:lnTo>
                  <a:lnTo>
                    <a:pt x="19665" y="136982"/>
                  </a:lnTo>
                  <a:lnTo>
                    <a:pt x="20041" y="137057"/>
                  </a:lnTo>
                  <a:lnTo>
                    <a:pt x="20416" y="137283"/>
                  </a:lnTo>
                  <a:lnTo>
                    <a:pt x="21767" y="138183"/>
                  </a:lnTo>
                  <a:lnTo>
                    <a:pt x="21767" y="138183"/>
                  </a:lnTo>
                  <a:lnTo>
                    <a:pt x="20941" y="137883"/>
                  </a:lnTo>
                  <a:lnTo>
                    <a:pt x="24169" y="139609"/>
                  </a:lnTo>
                  <a:lnTo>
                    <a:pt x="25820" y="140360"/>
                  </a:lnTo>
                  <a:lnTo>
                    <a:pt x="27472" y="141036"/>
                  </a:lnTo>
                  <a:lnTo>
                    <a:pt x="29198" y="141711"/>
                  </a:lnTo>
                  <a:lnTo>
                    <a:pt x="30924" y="142312"/>
                  </a:lnTo>
                  <a:lnTo>
                    <a:pt x="32651" y="142762"/>
                  </a:lnTo>
                  <a:lnTo>
                    <a:pt x="34377" y="143137"/>
                  </a:lnTo>
                  <a:lnTo>
                    <a:pt x="34077" y="143137"/>
                  </a:lnTo>
                  <a:lnTo>
                    <a:pt x="33626" y="143062"/>
                  </a:lnTo>
                  <a:lnTo>
                    <a:pt x="34002" y="143212"/>
                  </a:lnTo>
                  <a:lnTo>
                    <a:pt x="34527" y="143287"/>
                  </a:lnTo>
                  <a:lnTo>
                    <a:pt x="35728" y="143512"/>
                  </a:lnTo>
                  <a:lnTo>
                    <a:pt x="36779" y="143663"/>
                  </a:lnTo>
                  <a:lnTo>
                    <a:pt x="37530" y="143663"/>
                  </a:lnTo>
                  <a:lnTo>
                    <a:pt x="37605" y="143738"/>
                  </a:lnTo>
                  <a:lnTo>
                    <a:pt x="37680" y="143813"/>
                  </a:lnTo>
                  <a:lnTo>
                    <a:pt x="37830" y="143888"/>
                  </a:lnTo>
                  <a:lnTo>
                    <a:pt x="38655" y="143963"/>
                  </a:lnTo>
                  <a:lnTo>
                    <a:pt x="39481" y="144038"/>
                  </a:lnTo>
                  <a:lnTo>
                    <a:pt x="40307" y="144038"/>
                  </a:lnTo>
                  <a:lnTo>
                    <a:pt x="40832" y="144113"/>
                  </a:lnTo>
                  <a:lnTo>
                    <a:pt x="40682" y="144188"/>
                  </a:lnTo>
                  <a:lnTo>
                    <a:pt x="42859" y="144188"/>
                  </a:lnTo>
                  <a:lnTo>
                    <a:pt x="42784" y="144113"/>
                  </a:lnTo>
                  <a:lnTo>
                    <a:pt x="42784" y="144113"/>
                  </a:lnTo>
                  <a:lnTo>
                    <a:pt x="44060" y="144188"/>
                  </a:lnTo>
                  <a:lnTo>
                    <a:pt x="45261" y="144113"/>
                  </a:lnTo>
                  <a:lnTo>
                    <a:pt x="45861" y="144113"/>
                  </a:lnTo>
                  <a:lnTo>
                    <a:pt x="46387" y="144038"/>
                  </a:lnTo>
                  <a:lnTo>
                    <a:pt x="47512" y="143963"/>
                  </a:lnTo>
                  <a:lnTo>
                    <a:pt x="48338" y="143813"/>
                  </a:lnTo>
                  <a:lnTo>
                    <a:pt x="49389" y="143738"/>
                  </a:lnTo>
                  <a:lnTo>
                    <a:pt x="50290" y="143588"/>
                  </a:lnTo>
                  <a:lnTo>
                    <a:pt x="50590" y="143512"/>
                  </a:lnTo>
                  <a:lnTo>
                    <a:pt x="50740" y="143437"/>
                  </a:lnTo>
                  <a:lnTo>
                    <a:pt x="50890" y="143512"/>
                  </a:lnTo>
                  <a:lnTo>
                    <a:pt x="51190" y="143512"/>
                  </a:lnTo>
                  <a:lnTo>
                    <a:pt x="52391" y="143287"/>
                  </a:lnTo>
                  <a:lnTo>
                    <a:pt x="53742" y="142987"/>
                  </a:lnTo>
                  <a:lnTo>
                    <a:pt x="54343" y="142837"/>
                  </a:lnTo>
                  <a:lnTo>
                    <a:pt x="54868" y="142612"/>
                  </a:lnTo>
                  <a:lnTo>
                    <a:pt x="54793" y="142687"/>
                  </a:lnTo>
                  <a:lnTo>
                    <a:pt x="54868" y="142687"/>
                  </a:lnTo>
                  <a:lnTo>
                    <a:pt x="55168" y="142612"/>
                  </a:lnTo>
                  <a:lnTo>
                    <a:pt x="55469" y="142612"/>
                  </a:lnTo>
                  <a:lnTo>
                    <a:pt x="55394" y="142687"/>
                  </a:lnTo>
                  <a:lnTo>
                    <a:pt x="56294" y="142387"/>
                  </a:lnTo>
                  <a:lnTo>
                    <a:pt x="56970" y="142161"/>
                  </a:lnTo>
                  <a:lnTo>
                    <a:pt x="57420" y="141936"/>
                  </a:lnTo>
                  <a:lnTo>
                    <a:pt x="57495" y="141861"/>
                  </a:lnTo>
                  <a:lnTo>
                    <a:pt x="58321" y="141636"/>
                  </a:lnTo>
                  <a:lnTo>
                    <a:pt x="59147" y="141336"/>
                  </a:lnTo>
                  <a:lnTo>
                    <a:pt x="60648" y="140735"/>
                  </a:lnTo>
                  <a:lnTo>
                    <a:pt x="61924" y="140060"/>
                  </a:lnTo>
                  <a:lnTo>
                    <a:pt x="62524" y="139835"/>
                  </a:lnTo>
                  <a:lnTo>
                    <a:pt x="63050" y="139684"/>
                  </a:lnTo>
                  <a:lnTo>
                    <a:pt x="65452" y="138258"/>
                  </a:lnTo>
                  <a:lnTo>
                    <a:pt x="67703" y="136832"/>
                  </a:lnTo>
                  <a:lnTo>
                    <a:pt x="69805" y="135256"/>
                  </a:lnTo>
                  <a:lnTo>
                    <a:pt x="71757" y="133605"/>
                  </a:lnTo>
                  <a:lnTo>
                    <a:pt x="71757" y="133605"/>
                  </a:lnTo>
                  <a:lnTo>
                    <a:pt x="71681" y="133680"/>
                  </a:lnTo>
                  <a:lnTo>
                    <a:pt x="71606" y="133830"/>
                  </a:lnTo>
                  <a:lnTo>
                    <a:pt x="71306" y="134130"/>
                  </a:lnTo>
                  <a:lnTo>
                    <a:pt x="70330" y="134956"/>
                  </a:lnTo>
                  <a:lnTo>
                    <a:pt x="69430" y="135706"/>
                  </a:lnTo>
                  <a:lnTo>
                    <a:pt x="69129" y="135932"/>
                  </a:lnTo>
                  <a:lnTo>
                    <a:pt x="69054" y="136007"/>
                  </a:lnTo>
                  <a:lnTo>
                    <a:pt x="69129" y="136082"/>
                  </a:lnTo>
                  <a:lnTo>
                    <a:pt x="70030" y="135331"/>
                  </a:lnTo>
                  <a:lnTo>
                    <a:pt x="70781" y="134656"/>
                  </a:lnTo>
                  <a:lnTo>
                    <a:pt x="71531" y="133980"/>
                  </a:lnTo>
                  <a:lnTo>
                    <a:pt x="72207" y="133304"/>
                  </a:lnTo>
                  <a:lnTo>
                    <a:pt x="72882" y="132704"/>
                  </a:lnTo>
                  <a:lnTo>
                    <a:pt x="73558" y="131953"/>
                  </a:lnTo>
                  <a:lnTo>
                    <a:pt x="74309" y="131278"/>
                  </a:lnTo>
                  <a:lnTo>
                    <a:pt x="75134" y="130452"/>
                  </a:lnTo>
                  <a:lnTo>
                    <a:pt x="75284" y="130302"/>
                  </a:lnTo>
                  <a:lnTo>
                    <a:pt x="75209" y="130452"/>
                  </a:lnTo>
                  <a:lnTo>
                    <a:pt x="74684" y="131128"/>
                  </a:lnTo>
                  <a:lnTo>
                    <a:pt x="76260" y="129326"/>
                  </a:lnTo>
                  <a:lnTo>
                    <a:pt x="77761" y="127600"/>
                  </a:lnTo>
                  <a:lnTo>
                    <a:pt x="79112" y="125799"/>
                  </a:lnTo>
                  <a:lnTo>
                    <a:pt x="79713" y="124898"/>
                  </a:lnTo>
                  <a:lnTo>
                    <a:pt x="80238" y="123997"/>
                  </a:lnTo>
                  <a:lnTo>
                    <a:pt x="79938" y="124523"/>
                  </a:lnTo>
                  <a:lnTo>
                    <a:pt x="80463" y="123772"/>
                  </a:lnTo>
                  <a:lnTo>
                    <a:pt x="80538" y="123547"/>
                  </a:lnTo>
                  <a:lnTo>
                    <a:pt x="80613" y="123472"/>
                  </a:lnTo>
                  <a:lnTo>
                    <a:pt x="80538" y="123397"/>
                  </a:lnTo>
                  <a:lnTo>
                    <a:pt x="80313" y="123922"/>
                  </a:lnTo>
                  <a:lnTo>
                    <a:pt x="80163" y="123997"/>
                  </a:lnTo>
                  <a:lnTo>
                    <a:pt x="80163" y="123847"/>
                  </a:lnTo>
                  <a:lnTo>
                    <a:pt x="80463" y="123096"/>
                  </a:lnTo>
                  <a:lnTo>
                    <a:pt x="80914" y="122196"/>
                  </a:lnTo>
                  <a:lnTo>
                    <a:pt x="81064" y="121670"/>
                  </a:lnTo>
                  <a:lnTo>
                    <a:pt x="81064" y="121820"/>
                  </a:lnTo>
                  <a:lnTo>
                    <a:pt x="81139" y="121896"/>
                  </a:lnTo>
                  <a:lnTo>
                    <a:pt x="81214" y="121745"/>
                  </a:lnTo>
                  <a:lnTo>
                    <a:pt x="81739" y="121070"/>
                  </a:lnTo>
                  <a:lnTo>
                    <a:pt x="82115" y="120469"/>
                  </a:lnTo>
                  <a:lnTo>
                    <a:pt x="82190" y="120394"/>
                  </a:lnTo>
                  <a:lnTo>
                    <a:pt x="82190" y="120469"/>
                  </a:lnTo>
                  <a:lnTo>
                    <a:pt x="82190" y="120770"/>
                  </a:lnTo>
                  <a:lnTo>
                    <a:pt x="82340" y="120319"/>
                  </a:lnTo>
                  <a:lnTo>
                    <a:pt x="82415" y="120094"/>
                  </a:lnTo>
                  <a:lnTo>
                    <a:pt x="82340" y="120094"/>
                  </a:lnTo>
                  <a:lnTo>
                    <a:pt x="82640" y="119644"/>
                  </a:lnTo>
                  <a:lnTo>
                    <a:pt x="82640" y="119719"/>
                  </a:lnTo>
                  <a:lnTo>
                    <a:pt x="82565" y="120019"/>
                  </a:lnTo>
                  <a:lnTo>
                    <a:pt x="83015" y="118968"/>
                  </a:lnTo>
                  <a:lnTo>
                    <a:pt x="83165" y="118443"/>
                  </a:lnTo>
                  <a:lnTo>
                    <a:pt x="83316" y="117992"/>
                  </a:lnTo>
                  <a:lnTo>
                    <a:pt x="83691" y="117092"/>
                  </a:lnTo>
                  <a:lnTo>
                    <a:pt x="83691" y="117317"/>
                  </a:lnTo>
                  <a:lnTo>
                    <a:pt x="83616" y="117692"/>
                  </a:lnTo>
                  <a:lnTo>
                    <a:pt x="83616" y="117692"/>
                  </a:lnTo>
                  <a:lnTo>
                    <a:pt x="84066" y="116266"/>
                  </a:lnTo>
                  <a:lnTo>
                    <a:pt x="84291" y="115440"/>
                  </a:lnTo>
                  <a:lnTo>
                    <a:pt x="84667" y="114465"/>
                  </a:lnTo>
                  <a:lnTo>
                    <a:pt x="84667" y="114465"/>
                  </a:lnTo>
                  <a:lnTo>
                    <a:pt x="84592" y="114840"/>
                  </a:lnTo>
                  <a:lnTo>
                    <a:pt x="85117" y="113039"/>
                  </a:lnTo>
                  <a:lnTo>
                    <a:pt x="85492" y="111312"/>
                  </a:lnTo>
                  <a:lnTo>
                    <a:pt x="86243" y="107634"/>
                  </a:lnTo>
                  <a:lnTo>
                    <a:pt x="86243" y="107860"/>
                  </a:lnTo>
                  <a:lnTo>
                    <a:pt x="86318" y="107860"/>
                  </a:lnTo>
                  <a:lnTo>
                    <a:pt x="86393" y="107484"/>
                  </a:lnTo>
                  <a:lnTo>
                    <a:pt x="86543" y="106884"/>
                  </a:lnTo>
                  <a:lnTo>
                    <a:pt x="86618" y="106659"/>
                  </a:lnTo>
                  <a:lnTo>
                    <a:pt x="86693" y="106584"/>
                  </a:lnTo>
                  <a:lnTo>
                    <a:pt x="86843" y="105007"/>
                  </a:lnTo>
                  <a:lnTo>
                    <a:pt x="86618" y="105608"/>
                  </a:lnTo>
                  <a:lnTo>
                    <a:pt x="86693" y="105082"/>
                  </a:lnTo>
                  <a:lnTo>
                    <a:pt x="86693" y="104632"/>
                  </a:lnTo>
                  <a:lnTo>
                    <a:pt x="86768" y="103656"/>
                  </a:lnTo>
                  <a:lnTo>
                    <a:pt x="86768" y="102756"/>
                  </a:lnTo>
                  <a:lnTo>
                    <a:pt x="86843" y="101855"/>
                  </a:lnTo>
                  <a:lnTo>
                    <a:pt x="86843" y="102906"/>
                  </a:lnTo>
                  <a:lnTo>
                    <a:pt x="86918" y="100354"/>
                  </a:lnTo>
                  <a:lnTo>
                    <a:pt x="86768" y="101780"/>
                  </a:lnTo>
                  <a:lnTo>
                    <a:pt x="86693" y="101179"/>
                  </a:lnTo>
                  <a:lnTo>
                    <a:pt x="86693" y="101104"/>
                  </a:lnTo>
                  <a:lnTo>
                    <a:pt x="86618" y="101104"/>
                  </a:lnTo>
                  <a:lnTo>
                    <a:pt x="86543" y="100954"/>
                  </a:lnTo>
                  <a:lnTo>
                    <a:pt x="86618" y="100128"/>
                  </a:lnTo>
                  <a:lnTo>
                    <a:pt x="86618" y="99528"/>
                  </a:lnTo>
                  <a:lnTo>
                    <a:pt x="86618" y="98777"/>
                  </a:lnTo>
                  <a:lnTo>
                    <a:pt x="86693" y="98102"/>
                  </a:lnTo>
                  <a:lnTo>
                    <a:pt x="86618" y="97051"/>
                  </a:lnTo>
                  <a:lnTo>
                    <a:pt x="86618" y="95700"/>
                  </a:lnTo>
                  <a:lnTo>
                    <a:pt x="86693" y="95625"/>
                  </a:lnTo>
                  <a:lnTo>
                    <a:pt x="86768" y="95700"/>
                  </a:lnTo>
                  <a:lnTo>
                    <a:pt x="86843" y="95775"/>
                  </a:lnTo>
                  <a:lnTo>
                    <a:pt x="86918" y="95775"/>
                  </a:lnTo>
                  <a:lnTo>
                    <a:pt x="86843" y="95024"/>
                  </a:lnTo>
                  <a:lnTo>
                    <a:pt x="86768" y="93824"/>
                  </a:lnTo>
                  <a:lnTo>
                    <a:pt x="86768" y="92698"/>
                  </a:lnTo>
                  <a:lnTo>
                    <a:pt x="86707" y="91961"/>
                  </a:lnTo>
                  <a:lnTo>
                    <a:pt x="86768" y="92022"/>
                  </a:lnTo>
                  <a:lnTo>
                    <a:pt x="86843" y="92022"/>
                  </a:lnTo>
                  <a:lnTo>
                    <a:pt x="86693" y="91422"/>
                  </a:lnTo>
                  <a:lnTo>
                    <a:pt x="86768" y="90896"/>
                  </a:lnTo>
                  <a:lnTo>
                    <a:pt x="86843" y="90821"/>
                  </a:lnTo>
                  <a:lnTo>
                    <a:pt x="86843" y="90071"/>
                  </a:lnTo>
                  <a:lnTo>
                    <a:pt x="86768" y="90146"/>
                  </a:lnTo>
                  <a:lnTo>
                    <a:pt x="86693" y="90221"/>
                  </a:lnTo>
                  <a:lnTo>
                    <a:pt x="86693" y="90146"/>
                  </a:lnTo>
                  <a:lnTo>
                    <a:pt x="86693" y="89170"/>
                  </a:lnTo>
                  <a:lnTo>
                    <a:pt x="86768" y="89620"/>
                  </a:lnTo>
                  <a:lnTo>
                    <a:pt x="86768" y="87969"/>
                  </a:lnTo>
                  <a:lnTo>
                    <a:pt x="86768" y="86393"/>
                  </a:lnTo>
                  <a:lnTo>
                    <a:pt x="86768" y="84816"/>
                  </a:lnTo>
                  <a:lnTo>
                    <a:pt x="86768" y="83315"/>
                  </a:lnTo>
                  <a:lnTo>
                    <a:pt x="86843" y="83165"/>
                  </a:lnTo>
                  <a:lnTo>
                    <a:pt x="86843" y="83315"/>
                  </a:lnTo>
                  <a:lnTo>
                    <a:pt x="86918" y="83841"/>
                  </a:lnTo>
                  <a:lnTo>
                    <a:pt x="86918" y="84441"/>
                  </a:lnTo>
                  <a:lnTo>
                    <a:pt x="86918" y="84516"/>
                  </a:lnTo>
                  <a:lnTo>
                    <a:pt x="86994" y="84366"/>
                  </a:lnTo>
                  <a:lnTo>
                    <a:pt x="86843" y="79863"/>
                  </a:lnTo>
                  <a:lnTo>
                    <a:pt x="86768" y="77611"/>
                  </a:lnTo>
                  <a:lnTo>
                    <a:pt x="86768" y="75884"/>
                  </a:lnTo>
                  <a:lnTo>
                    <a:pt x="86693" y="75734"/>
                  </a:lnTo>
                  <a:lnTo>
                    <a:pt x="86618" y="75359"/>
                  </a:lnTo>
                  <a:lnTo>
                    <a:pt x="86693" y="74533"/>
                  </a:lnTo>
                  <a:lnTo>
                    <a:pt x="86768" y="73483"/>
                  </a:lnTo>
                  <a:lnTo>
                    <a:pt x="86768" y="72882"/>
                  </a:lnTo>
                  <a:lnTo>
                    <a:pt x="86768" y="72582"/>
                  </a:lnTo>
                  <a:lnTo>
                    <a:pt x="86843" y="72657"/>
                  </a:lnTo>
                  <a:lnTo>
                    <a:pt x="86918" y="72732"/>
                  </a:lnTo>
                  <a:lnTo>
                    <a:pt x="86918" y="71231"/>
                  </a:lnTo>
                  <a:lnTo>
                    <a:pt x="86843" y="69580"/>
                  </a:lnTo>
                  <a:lnTo>
                    <a:pt x="86693" y="65676"/>
                  </a:lnTo>
                  <a:lnTo>
                    <a:pt x="86693" y="65676"/>
                  </a:lnTo>
                  <a:lnTo>
                    <a:pt x="86843" y="66052"/>
                  </a:lnTo>
                  <a:lnTo>
                    <a:pt x="86843" y="63950"/>
                  </a:lnTo>
                  <a:lnTo>
                    <a:pt x="86918" y="61773"/>
                  </a:lnTo>
                  <a:lnTo>
                    <a:pt x="86843" y="61173"/>
                  </a:lnTo>
                  <a:lnTo>
                    <a:pt x="86768" y="61023"/>
                  </a:lnTo>
                  <a:lnTo>
                    <a:pt x="86693" y="61098"/>
                  </a:lnTo>
                  <a:lnTo>
                    <a:pt x="86843" y="59672"/>
                  </a:lnTo>
                  <a:lnTo>
                    <a:pt x="86843" y="58321"/>
                  </a:lnTo>
                  <a:lnTo>
                    <a:pt x="86768" y="55619"/>
                  </a:lnTo>
                  <a:lnTo>
                    <a:pt x="86693" y="52916"/>
                  </a:lnTo>
                  <a:lnTo>
                    <a:pt x="86768" y="51640"/>
                  </a:lnTo>
                  <a:lnTo>
                    <a:pt x="86843" y="50364"/>
                  </a:lnTo>
                  <a:lnTo>
                    <a:pt x="86843" y="50965"/>
                  </a:lnTo>
                  <a:lnTo>
                    <a:pt x="86918" y="51115"/>
                  </a:lnTo>
                  <a:lnTo>
                    <a:pt x="86918" y="51040"/>
                  </a:lnTo>
                  <a:lnTo>
                    <a:pt x="86843" y="48113"/>
                  </a:lnTo>
                  <a:lnTo>
                    <a:pt x="86768" y="48263"/>
                  </a:lnTo>
                  <a:lnTo>
                    <a:pt x="86693" y="48488"/>
                  </a:lnTo>
                  <a:lnTo>
                    <a:pt x="86618" y="49088"/>
                  </a:lnTo>
                  <a:lnTo>
                    <a:pt x="86543" y="48263"/>
                  </a:lnTo>
                  <a:lnTo>
                    <a:pt x="86468" y="47212"/>
                  </a:lnTo>
                  <a:lnTo>
                    <a:pt x="86543" y="47737"/>
                  </a:lnTo>
                  <a:lnTo>
                    <a:pt x="86618" y="47737"/>
                  </a:lnTo>
                  <a:lnTo>
                    <a:pt x="86618" y="47587"/>
                  </a:lnTo>
                  <a:lnTo>
                    <a:pt x="86768" y="46612"/>
                  </a:lnTo>
                  <a:lnTo>
                    <a:pt x="86693" y="46612"/>
                  </a:lnTo>
                  <a:lnTo>
                    <a:pt x="86693" y="46536"/>
                  </a:lnTo>
                  <a:lnTo>
                    <a:pt x="86693" y="45861"/>
                  </a:lnTo>
                  <a:lnTo>
                    <a:pt x="86693" y="45711"/>
                  </a:lnTo>
                  <a:lnTo>
                    <a:pt x="86618" y="45636"/>
                  </a:lnTo>
                  <a:lnTo>
                    <a:pt x="86543" y="45486"/>
                  </a:lnTo>
                  <a:lnTo>
                    <a:pt x="86543" y="45260"/>
                  </a:lnTo>
                  <a:lnTo>
                    <a:pt x="86543" y="44885"/>
                  </a:lnTo>
                  <a:lnTo>
                    <a:pt x="86543" y="44210"/>
                  </a:lnTo>
                  <a:lnTo>
                    <a:pt x="86618" y="44360"/>
                  </a:lnTo>
                  <a:lnTo>
                    <a:pt x="86543" y="43159"/>
                  </a:lnTo>
                  <a:lnTo>
                    <a:pt x="86543" y="42033"/>
                  </a:lnTo>
                  <a:lnTo>
                    <a:pt x="86543" y="41958"/>
                  </a:lnTo>
                  <a:lnTo>
                    <a:pt x="86618" y="41958"/>
                  </a:lnTo>
                  <a:lnTo>
                    <a:pt x="86618" y="42258"/>
                  </a:lnTo>
                  <a:lnTo>
                    <a:pt x="86618" y="42708"/>
                  </a:lnTo>
                  <a:lnTo>
                    <a:pt x="86693" y="42859"/>
                  </a:lnTo>
                  <a:lnTo>
                    <a:pt x="86693" y="42033"/>
                  </a:lnTo>
                  <a:lnTo>
                    <a:pt x="86618" y="41132"/>
                  </a:lnTo>
                  <a:lnTo>
                    <a:pt x="86543" y="40307"/>
                  </a:lnTo>
                  <a:lnTo>
                    <a:pt x="86543" y="39481"/>
                  </a:lnTo>
                  <a:lnTo>
                    <a:pt x="86693" y="41207"/>
                  </a:lnTo>
                  <a:lnTo>
                    <a:pt x="86843" y="40006"/>
                  </a:lnTo>
                  <a:lnTo>
                    <a:pt x="86843" y="39106"/>
                  </a:lnTo>
                  <a:lnTo>
                    <a:pt x="86918" y="37154"/>
                  </a:lnTo>
                  <a:lnTo>
                    <a:pt x="86843" y="37680"/>
                  </a:lnTo>
                  <a:lnTo>
                    <a:pt x="86768" y="37079"/>
                  </a:lnTo>
                  <a:lnTo>
                    <a:pt x="86693" y="36554"/>
                  </a:lnTo>
                  <a:lnTo>
                    <a:pt x="86618" y="35353"/>
                  </a:lnTo>
                  <a:lnTo>
                    <a:pt x="86618" y="34077"/>
                  </a:lnTo>
                  <a:lnTo>
                    <a:pt x="86543" y="32651"/>
                  </a:lnTo>
                  <a:lnTo>
                    <a:pt x="86618" y="33551"/>
                  </a:lnTo>
                  <a:lnTo>
                    <a:pt x="86693" y="33626"/>
                  </a:lnTo>
                  <a:lnTo>
                    <a:pt x="86693" y="33551"/>
                  </a:lnTo>
                  <a:lnTo>
                    <a:pt x="86768" y="33251"/>
                  </a:lnTo>
                  <a:lnTo>
                    <a:pt x="86768" y="33176"/>
                  </a:lnTo>
                  <a:lnTo>
                    <a:pt x="86843" y="33176"/>
                  </a:lnTo>
                  <a:lnTo>
                    <a:pt x="86918" y="32350"/>
                  </a:lnTo>
                  <a:lnTo>
                    <a:pt x="86994" y="32050"/>
                  </a:lnTo>
                  <a:lnTo>
                    <a:pt x="86994" y="31450"/>
                  </a:lnTo>
                  <a:lnTo>
                    <a:pt x="86994" y="30774"/>
                  </a:lnTo>
                  <a:lnTo>
                    <a:pt x="86994" y="30099"/>
                  </a:lnTo>
                  <a:lnTo>
                    <a:pt x="86918" y="29198"/>
                  </a:lnTo>
                  <a:lnTo>
                    <a:pt x="86918" y="28672"/>
                  </a:lnTo>
                  <a:lnTo>
                    <a:pt x="86994" y="28447"/>
                  </a:lnTo>
                  <a:lnTo>
                    <a:pt x="86994" y="28372"/>
                  </a:lnTo>
                  <a:lnTo>
                    <a:pt x="87069" y="28372"/>
                  </a:lnTo>
                  <a:lnTo>
                    <a:pt x="86994" y="27922"/>
                  </a:lnTo>
                  <a:lnTo>
                    <a:pt x="86994" y="28072"/>
                  </a:lnTo>
                  <a:lnTo>
                    <a:pt x="86918" y="28447"/>
                  </a:lnTo>
                  <a:lnTo>
                    <a:pt x="86918" y="28597"/>
                  </a:lnTo>
                  <a:lnTo>
                    <a:pt x="86843" y="27847"/>
                  </a:lnTo>
                  <a:lnTo>
                    <a:pt x="86843" y="27096"/>
                  </a:lnTo>
                  <a:lnTo>
                    <a:pt x="86918" y="25370"/>
                  </a:lnTo>
                  <a:lnTo>
                    <a:pt x="86918" y="23418"/>
                  </a:lnTo>
                  <a:lnTo>
                    <a:pt x="86918" y="22443"/>
                  </a:lnTo>
                  <a:lnTo>
                    <a:pt x="86843" y="21467"/>
                  </a:lnTo>
                  <a:lnTo>
                    <a:pt x="86768" y="20041"/>
                  </a:lnTo>
                  <a:lnTo>
                    <a:pt x="86618" y="18915"/>
                  </a:lnTo>
                  <a:lnTo>
                    <a:pt x="86543" y="17864"/>
                  </a:lnTo>
                  <a:lnTo>
                    <a:pt x="86468" y="16513"/>
                  </a:lnTo>
                  <a:lnTo>
                    <a:pt x="86468" y="16363"/>
                  </a:lnTo>
                  <a:lnTo>
                    <a:pt x="86543" y="16288"/>
                  </a:lnTo>
                  <a:lnTo>
                    <a:pt x="86618" y="16588"/>
                  </a:lnTo>
                  <a:lnTo>
                    <a:pt x="86618" y="17113"/>
                  </a:lnTo>
                  <a:lnTo>
                    <a:pt x="86693" y="15537"/>
                  </a:lnTo>
                  <a:lnTo>
                    <a:pt x="86693" y="14036"/>
                  </a:lnTo>
                  <a:lnTo>
                    <a:pt x="86768" y="14036"/>
                  </a:lnTo>
                  <a:lnTo>
                    <a:pt x="86843" y="13586"/>
                  </a:lnTo>
                  <a:lnTo>
                    <a:pt x="86768" y="13135"/>
                  </a:lnTo>
                  <a:lnTo>
                    <a:pt x="86693" y="12835"/>
                  </a:lnTo>
                  <a:lnTo>
                    <a:pt x="86693" y="12460"/>
                  </a:lnTo>
                  <a:lnTo>
                    <a:pt x="86693" y="11859"/>
                  </a:lnTo>
                  <a:lnTo>
                    <a:pt x="86843" y="12235"/>
                  </a:lnTo>
                  <a:lnTo>
                    <a:pt x="86918" y="12760"/>
                  </a:lnTo>
                  <a:lnTo>
                    <a:pt x="86693" y="9532"/>
                  </a:lnTo>
                  <a:lnTo>
                    <a:pt x="86618" y="8707"/>
                  </a:lnTo>
                  <a:lnTo>
                    <a:pt x="86543" y="9082"/>
                  </a:lnTo>
                  <a:lnTo>
                    <a:pt x="86468" y="9608"/>
                  </a:lnTo>
                  <a:lnTo>
                    <a:pt x="86543" y="10808"/>
                  </a:lnTo>
                  <a:lnTo>
                    <a:pt x="86618" y="12160"/>
                  </a:lnTo>
                  <a:lnTo>
                    <a:pt x="86693" y="13436"/>
                  </a:lnTo>
                  <a:lnTo>
                    <a:pt x="86393" y="12760"/>
                  </a:lnTo>
                  <a:lnTo>
                    <a:pt x="86618" y="14336"/>
                  </a:lnTo>
                  <a:lnTo>
                    <a:pt x="86543" y="14561"/>
                  </a:lnTo>
                  <a:lnTo>
                    <a:pt x="86468" y="14636"/>
                  </a:lnTo>
                  <a:lnTo>
                    <a:pt x="86468" y="14561"/>
                  </a:lnTo>
                  <a:lnTo>
                    <a:pt x="86393" y="14186"/>
                  </a:lnTo>
                  <a:lnTo>
                    <a:pt x="86318" y="14787"/>
                  </a:lnTo>
                  <a:lnTo>
                    <a:pt x="86393" y="15162"/>
                  </a:lnTo>
                  <a:lnTo>
                    <a:pt x="86393" y="15537"/>
                  </a:lnTo>
                  <a:lnTo>
                    <a:pt x="86321" y="16112"/>
                  </a:lnTo>
                  <a:lnTo>
                    <a:pt x="86393" y="17188"/>
                  </a:lnTo>
                  <a:lnTo>
                    <a:pt x="86393" y="17188"/>
                  </a:lnTo>
                  <a:lnTo>
                    <a:pt x="86318" y="17113"/>
                  </a:lnTo>
                  <a:lnTo>
                    <a:pt x="86243" y="17113"/>
                  </a:lnTo>
                  <a:lnTo>
                    <a:pt x="86243" y="16963"/>
                  </a:lnTo>
                  <a:lnTo>
                    <a:pt x="86243" y="16663"/>
                  </a:lnTo>
                  <a:lnTo>
                    <a:pt x="86168" y="18014"/>
                  </a:lnTo>
                  <a:lnTo>
                    <a:pt x="86243" y="19065"/>
                  </a:lnTo>
                  <a:lnTo>
                    <a:pt x="86318" y="19891"/>
                  </a:lnTo>
                  <a:lnTo>
                    <a:pt x="86243" y="20266"/>
                  </a:lnTo>
                  <a:lnTo>
                    <a:pt x="86243" y="20566"/>
                  </a:lnTo>
                  <a:lnTo>
                    <a:pt x="86243" y="21617"/>
                  </a:lnTo>
                  <a:lnTo>
                    <a:pt x="86318" y="21767"/>
                  </a:lnTo>
                  <a:lnTo>
                    <a:pt x="86393" y="21767"/>
                  </a:lnTo>
                  <a:lnTo>
                    <a:pt x="86468" y="21842"/>
                  </a:lnTo>
                  <a:lnTo>
                    <a:pt x="86543" y="22142"/>
                  </a:lnTo>
                  <a:lnTo>
                    <a:pt x="86618" y="22668"/>
                  </a:lnTo>
                  <a:lnTo>
                    <a:pt x="86168" y="24094"/>
                  </a:lnTo>
                  <a:lnTo>
                    <a:pt x="86318" y="24319"/>
                  </a:lnTo>
                  <a:lnTo>
                    <a:pt x="86318" y="24844"/>
                  </a:lnTo>
                  <a:lnTo>
                    <a:pt x="86318" y="25070"/>
                  </a:lnTo>
                  <a:lnTo>
                    <a:pt x="86243" y="25070"/>
                  </a:lnTo>
                  <a:lnTo>
                    <a:pt x="86318" y="25520"/>
                  </a:lnTo>
                  <a:lnTo>
                    <a:pt x="86318" y="25445"/>
                  </a:lnTo>
                  <a:lnTo>
                    <a:pt x="86393" y="25295"/>
                  </a:lnTo>
                  <a:lnTo>
                    <a:pt x="86468" y="25520"/>
                  </a:lnTo>
                  <a:lnTo>
                    <a:pt x="86393" y="26646"/>
                  </a:lnTo>
                  <a:lnTo>
                    <a:pt x="86393" y="27922"/>
                  </a:lnTo>
                  <a:lnTo>
                    <a:pt x="86393" y="28973"/>
                  </a:lnTo>
                  <a:lnTo>
                    <a:pt x="86343" y="29223"/>
                  </a:lnTo>
                  <a:lnTo>
                    <a:pt x="86393" y="29123"/>
                  </a:lnTo>
                  <a:lnTo>
                    <a:pt x="86468" y="29648"/>
                  </a:lnTo>
                  <a:lnTo>
                    <a:pt x="86318" y="29873"/>
                  </a:lnTo>
                  <a:lnTo>
                    <a:pt x="86318" y="30099"/>
                  </a:lnTo>
                  <a:lnTo>
                    <a:pt x="86318" y="30849"/>
                  </a:lnTo>
                  <a:lnTo>
                    <a:pt x="86393" y="31675"/>
                  </a:lnTo>
                  <a:lnTo>
                    <a:pt x="86318" y="32576"/>
                  </a:lnTo>
                  <a:lnTo>
                    <a:pt x="86243" y="32200"/>
                  </a:lnTo>
                  <a:lnTo>
                    <a:pt x="86243" y="31825"/>
                  </a:lnTo>
                  <a:lnTo>
                    <a:pt x="86243" y="31750"/>
                  </a:lnTo>
                  <a:lnTo>
                    <a:pt x="86168" y="31750"/>
                  </a:lnTo>
                  <a:lnTo>
                    <a:pt x="86093" y="32275"/>
                  </a:lnTo>
                  <a:lnTo>
                    <a:pt x="86168" y="32576"/>
                  </a:lnTo>
                  <a:lnTo>
                    <a:pt x="86243" y="32951"/>
                  </a:lnTo>
                  <a:lnTo>
                    <a:pt x="86168" y="33852"/>
                  </a:lnTo>
                  <a:lnTo>
                    <a:pt x="86168" y="34827"/>
                  </a:lnTo>
                  <a:lnTo>
                    <a:pt x="86093" y="35728"/>
                  </a:lnTo>
                  <a:lnTo>
                    <a:pt x="86168" y="35803"/>
                  </a:lnTo>
                  <a:lnTo>
                    <a:pt x="86243" y="36103"/>
                  </a:lnTo>
                  <a:lnTo>
                    <a:pt x="86243" y="37079"/>
                  </a:lnTo>
                  <a:lnTo>
                    <a:pt x="86318" y="39706"/>
                  </a:lnTo>
                  <a:lnTo>
                    <a:pt x="86243" y="40232"/>
                  </a:lnTo>
                  <a:lnTo>
                    <a:pt x="86168" y="41508"/>
                  </a:lnTo>
                  <a:lnTo>
                    <a:pt x="86093" y="44585"/>
                  </a:lnTo>
                  <a:lnTo>
                    <a:pt x="86018" y="44585"/>
                  </a:lnTo>
                  <a:lnTo>
                    <a:pt x="86093" y="44735"/>
                  </a:lnTo>
                  <a:lnTo>
                    <a:pt x="86168" y="45035"/>
                  </a:lnTo>
                  <a:lnTo>
                    <a:pt x="86243" y="45861"/>
                  </a:lnTo>
                  <a:lnTo>
                    <a:pt x="86243" y="47812"/>
                  </a:lnTo>
                  <a:lnTo>
                    <a:pt x="86168" y="47737"/>
                  </a:lnTo>
                  <a:lnTo>
                    <a:pt x="86093" y="47512"/>
                  </a:lnTo>
                  <a:lnTo>
                    <a:pt x="86018" y="46837"/>
                  </a:lnTo>
                  <a:lnTo>
                    <a:pt x="86018" y="47963"/>
                  </a:lnTo>
                  <a:lnTo>
                    <a:pt x="86093" y="48488"/>
                  </a:lnTo>
                  <a:lnTo>
                    <a:pt x="86168" y="49389"/>
                  </a:lnTo>
                  <a:lnTo>
                    <a:pt x="86018" y="49088"/>
                  </a:lnTo>
                  <a:lnTo>
                    <a:pt x="86018" y="49088"/>
                  </a:lnTo>
                  <a:lnTo>
                    <a:pt x="86093" y="51415"/>
                  </a:lnTo>
                  <a:lnTo>
                    <a:pt x="86093" y="52691"/>
                  </a:lnTo>
                  <a:lnTo>
                    <a:pt x="86093" y="54117"/>
                  </a:lnTo>
                  <a:lnTo>
                    <a:pt x="86168" y="54117"/>
                  </a:lnTo>
                  <a:lnTo>
                    <a:pt x="86243" y="53967"/>
                  </a:lnTo>
                  <a:lnTo>
                    <a:pt x="86393" y="53667"/>
                  </a:lnTo>
                  <a:lnTo>
                    <a:pt x="86468" y="53592"/>
                  </a:lnTo>
                  <a:lnTo>
                    <a:pt x="86543" y="53667"/>
                  </a:lnTo>
                  <a:lnTo>
                    <a:pt x="86543" y="54042"/>
                  </a:lnTo>
                  <a:lnTo>
                    <a:pt x="86618" y="54643"/>
                  </a:lnTo>
                  <a:lnTo>
                    <a:pt x="86468" y="54643"/>
                  </a:lnTo>
                  <a:lnTo>
                    <a:pt x="86393" y="54568"/>
                  </a:lnTo>
                  <a:lnTo>
                    <a:pt x="86318" y="54268"/>
                  </a:lnTo>
                  <a:lnTo>
                    <a:pt x="86318" y="54268"/>
                  </a:lnTo>
                  <a:lnTo>
                    <a:pt x="86393" y="54643"/>
                  </a:lnTo>
                  <a:lnTo>
                    <a:pt x="86393" y="55243"/>
                  </a:lnTo>
                  <a:lnTo>
                    <a:pt x="86243" y="54418"/>
                  </a:lnTo>
                  <a:lnTo>
                    <a:pt x="86243" y="54868"/>
                  </a:lnTo>
                  <a:lnTo>
                    <a:pt x="86243" y="55093"/>
                  </a:lnTo>
                  <a:lnTo>
                    <a:pt x="86318" y="55243"/>
                  </a:lnTo>
                  <a:lnTo>
                    <a:pt x="86318" y="55619"/>
                  </a:lnTo>
                  <a:lnTo>
                    <a:pt x="86318" y="55694"/>
                  </a:lnTo>
                  <a:lnTo>
                    <a:pt x="86243" y="55844"/>
                  </a:lnTo>
                  <a:lnTo>
                    <a:pt x="86243" y="55994"/>
                  </a:lnTo>
                  <a:lnTo>
                    <a:pt x="86168" y="55994"/>
                  </a:lnTo>
                  <a:lnTo>
                    <a:pt x="86168" y="55619"/>
                  </a:lnTo>
                  <a:lnTo>
                    <a:pt x="86168" y="55093"/>
                  </a:lnTo>
                  <a:lnTo>
                    <a:pt x="86093" y="56369"/>
                  </a:lnTo>
                  <a:lnTo>
                    <a:pt x="86018" y="57195"/>
                  </a:lnTo>
                  <a:lnTo>
                    <a:pt x="86093" y="57270"/>
                  </a:lnTo>
                  <a:lnTo>
                    <a:pt x="86168" y="57795"/>
                  </a:lnTo>
                  <a:lnTo>
                    <a:pt x="86168" y="58546"/>
                  </a:lnTo>
                  <a:lnTo>
                    <a:pt x="86093" y="58771"/>
                  </a:lnTo>
                  <a:lnTo>
                    <a:pt x="86018" y="58846"/>
                  </a:lnTo>
                  <a:lnTo>
                    <a:pt x="85943" y="59221"/>
                  </a:lnTo>
                  <a:lnTo>
                    <a:pt x="86018" y="60047"/>
                  </a:lnTo>
                  <a:lnTo>
                    <a:pt x="86018" y="60422"/>
                  </a:lnTo>
                  <a:lnTo>
                    <a:pt x="86093" y="60497"/>
                  </a:lnTo>
                  <a:lnTo>
                    <a:pt x="86168" y="60572"/>
                  </a:lnTo>
                  <a:lnTo>
                    <a:pt x="86093" y="61023"/>
                  </a:lnTo>
                  <a:lnTo>
                    <a:pt x="86018" y="61323"/>
                  </a:lnTo>
                  <a:lnTo>
                    <a:pt x="86093" y="63350"/>
                  </a:lnTo>
                  <a:lnTo>
                    <a:pt x="86093" y="64100"/>
                  </a:lnTo>
                  <a:lnTo>
                    <a:pt x="86168" y="64250"/>
                  </a:lnTo>
                  <a:lnTo>
                    <a:pt x="86243" y="64100"/>
                  </a:lnTo>
                  <a:lnTo>
                    <a:pt x="86243" y="64025"/>
                  </a:lnTo>
                  <a:lnTo>
                    <a:pt x="86318" y="65977"/>
                  </a:lnTo>
                  <a:lnTo>
                    <a:pt x="86243" y="68003"/>
                  </a:lnTo>
                  <a:lnTo>
                    <a:pt x="86243" y="70030"/>
                  </a:lnTo>
                  <a:lnTo>
                    <a:pt x="86243" y="71981"/>
                  </a:lnTo>
                  <a:lnTo>
                    <a:pt x="86168" y="71981"/>
                  </a:lnTo>
                  <a:lnTo>
                    <a:pt x="86243" y="74383"/>
                  </a:lnTo>
                  <a:lnTo>
                    <a:pt x="86243" y="75509"/>
                  </a:lnTo>
                  <a:lnTo>
                    <a:pt x="86318" y="76485"/>
                  </a:lnTo>
                  <a:lnTo>
                    <a:pt x="86243" y="77160"/>
                  </a:lnTo>
                  <a:lnTo>
                    <a:pt x="86168" y="77311"/>
                  </a:lnTo>
                  <a:lnTo>
                    <a:pt x="86168" y="78662"/>
                  </a:lnTo>
                  <a:lnTo>
                    <a:pt x="86168" y="80313"/>
                  </a:lnTo>
                  <a:lnTo>
                    <a:pt x="86093" y="79863"/>
                  </a:lnTo>
                  <a:lnTo>
                    <a:pt x="86093" y="79112"/>
                  </a:lnTo>
                  <a:lnTo>
                    <a:pt x="86018" y="80838"/>
                  </a:lnTo>
                  <a:lnTo>
                    <a:pt x="86018" y="81589"/>
                  </a:lnTo>
                  <a:lnTo>
                    <a:pt x="86093" y="82640"/>
                  </a:lnTo>
                  <a:lnTo>
                    <a:pt x="86018" y="82490"/>
                  </a:lnTo>
                  <a:lnTo>
                    <a:pt x="86018" y="82565"/>
                  </a:lnTo>
                  <a:lnTo>
                    <a:pt x="85943" y="83090"/>
                  </a:lnTo>
                  <a:lnTo>
                    <a:pt x="85943" y="84516"/>
                  </a:lnTo>
                  <a:lnTo>
                    <a:pt x="86093" y="83465"/>
                  </a:lnTo>
                  <a:lnTo>
                    <a:pt x="86018" y="85642"/>
                  </a:lnTo>
                  <a:lnTo>
                    <a:pt x="85868" y="85267"/>
                  </a:lnTo>
                  <a:lnTo>
                    <a:pt x="85793" y="86393"/>
                  </a:lnTo>
                  <a:lnTo>
                    <a:pt x="85793" y="87519"/>
                  </a:lnTo>
                  <a:lnTo>
                    <a:pt x="85943" y="89545"/>
                  </a:lnTo>
                  <a:lnTo>
                    <a:pt x="86018" y="91497"/>
                  </a:lnTo>
                  <a:lnTo>
                    <a:pt x="85943" y="92397"/>
                  </a:lnTo>
                  <a:lnTo>
                    <a:pt x="85868" y="93298"/>
                  </a:lnTo>
                  <a:lnTo>
                    <a:pt x="85943" y="93448"/>
                  </a:lnTo>
                  <a:lnTo>
                    <a:pt x="85943" y="93373"/>
                  </a:lnTo>
                  <a:lnTo>
                    <a:pt x="86018" y="92848"/>
                  </a:lnTo>
                  <a:lnTo>
                    <a:pt x="86018" y="92247"/>
                  </a:lnTo>
                  <a:lnTo>
                    <a:pt x="86093" y="92172"/>
                  </a:lnTo>
                  <a:lnTo>
                    <a:pt x="86093" y="92322"/>
                  </a:lnTo>
                  <a:lnTo>
                    <a:pt x="86093" y="93373"/>
                  </a:lnTo>
                  <a:lnTo>
                    <a:pt x="85943" y="94349"/>
                  </a:lnTo>
                  <a:lnTo>
                    <a:pt x="85793" y="95700"/>
                  </a:lnTo>
                  <a:lnTo>
                    <a:pt x="85793" y="96826"/>
                  </a:lnTo>
                  <a:lnTo>
                    <a:pt x="85868" y="97576"/>
                  </a:lnTo>
                  <a:lnTo>
                    <a:pt x="86018" y="98402"/>
                  </a:lnTo>
                  <a:lnTo>
                    <a:pt x="86018" y="99603"/>
                  </a:lnTo>
                  <a:lnTo>
                    <a:pt x="86093" y="99453"/>
                  </a:lnTo>
                  <a:lnTo>
                    <a:pt x="86168" y="99378"/>
                  </a:lnTo>
                  <a:lnTo>
                    <a:pt x="86168" y="99453"/>
                  </a:lnTo>
                  <a:lnTo>
                    <a:pt x="86318" y="99753"/>
                  </a:lnTo>
                  <a:lnTo>
                    <a:pt x="86318" y="100579"/>
                  </a:lnTo>
                  <a:lnTo>
                    <a:pt x="86243" y="101480"/>
                  </a:lnTo>
                  <a:lnTo>
                    <a:pt x="86168" y="101930"/>
                  </a:lnTo>
                  <a:lnTo>
                    <a:pt x="86018" y="101930"/>
                  </a:lnTo>
                  <a:lnTo>
                    <a:pt x="85943" y="101480"/>
                  </a:lnTo>
                  <a:lnTo>
                    <a:pt x="86018" y="101104"/>
                  </a:lnTo>
                  <a:lnTo>
                    <a:pt x="86018" y="100954"/>
                  </a:lnTo>
                  <a:lnTo>
                    <a:pt x="86018" y="100354"/>
                  </a:lnTo>
                  <a:lnTo>
                    <a:pt x="85943" y="100204"/>
                  </a:lnTo>
                  <a:lnTo>
                    <a:pt x="85868" y="100429"/>
                  </a:lnTo>
                  <a:lnTo>
                    <a:pt x="85943" y="100654"/>
                  </a:lnTo>
                  <a:lnTo>
                    <a:pt x="85868" y="102155"/>
                  </a:lnTo>
                  <a:lnTo>
                    <a:pt x="85793" y="102756"/>
                  </a:lnTo>
                  <a:lnTo>
                    <a:pt x="85793" y="102906"/>
                  </a:lnTo>
                  <a:lnTo>
                    <a:pt x="85717" y="102831"/>
                  </a:lnTo>
                  <a:lnTo>
                    <a:pt x="85717" y="103356"/>
                  </a:lnTo>
                  <a:lnTo>
                    <a:pt x="85793" y="103431"/>
                  </a:lnTo>
                  <a:lnTo>
                    <a:pt x="85793" y="103356"/>
                  </a:lnTo>
                  <a:lnTo>
                    <a:pt x="85868" y="102530"/>
                  </a:lnTo>
                  <a:lnTo>
                    <a:pt x="85717" y="104857"/>
                  </a:lnTo>
                  <a:lnTo>
                    <a:pt x="85567" y="105908"/>
                  </a:lnTo>
                  <a:lnTo>
                    <a:pt x="85342" y="107184"/>
                  </a:lnTo>
                  <a:lnTo>
                    <a:pt x="85492" y="106809"/>
                  </a:lnTo>
                  <a:lnTo>
                    <a:pt x="85567" y="106809"/>
                  </a:lnTo>
                  <a:lnTo>
                    <a:pt x="85567" y="106959"/>
                  </a:lnTo>
                  <a:lnTo>
                    <a:pt x="85267" y="108310"/>
                  </a:lnTo>
                  <a:lnTo>
                    <a:pt x="85267" y="108760"/>
                  </a:lnTo>
                  <a:lnTo>
                    <a:pt x="85267" y="109136"/>
                  </a:lnTo>
                  <a:lnTo>
                    <a:pt x="85117" y="109961"/>
                  </a:lnTo>
                  <a:lnTo>
                    <a:pt x="84967" y="110336"/>
                  </a:lnTo>
                  <a:lnTo>
                    <a:pt x="84892" y="110412"/>
                  </a:lnTo>
                  <a:lnTo>
                    <a:pt x="84817" y="110562"/>
                  </a:lnTo>
                  <a:lnTo>
                    <a:pt x="84592" y="111387"/>
                  </a:lnTo>
                  <a:lnTo>
                    <a:pt x="84441" y="111913"/>
                  </a:lnTo>
                  <a:lnTo>
                    <a:pt x="84366" y="111913"/>
                  </a:lnTo>
                  <a:lnTo>
                    <a:pt x="84366" y="111838"/>
                  </a:lnTo>
                  <a:lnTo>
                    <a:pt x="84441" y="111162"/>
                  </a:lnTo>
                  <a:lnTo>
                    <a:pt x="84141" y="112363"/>
                  </a:lnTo>
                  <a:lnTo>
                    <a:pt x="83766" y="113414"/>
                  </a:lnTo>
                  <a:lnTo>
                    <a:pt x="83090" y="115065"/>
                  </a:lnTo>
                  <a:lnTo>
                    <a:pt x="83316" y="114164"/>
                  </a:lnTo>
                  <a:lnTo>
                    <a:pt x="83090" y="114915"/>
                  </a:lnTo>
                  <a:lnTo>
                    <a:pt x="82865" y="115516"/>
                  </a:lnTo>
                  <a:lnTo>
                    <a:pt x="83241" y="115065"/>
                  </a:lnTo>
                  <a:lnTo>
                    <a:pt x="83241" y="115065"/>
                  </a:lnTo>
                  <a:lnTo>
                    <a:pt x="82940" y="115741"/>
                  </a:lnTo>
                  <a:lnTo>
                    <a:pt x="82790" y="115966"/>
                  </a:lnTo>
                  <a:lnTo>
                    <a:pt x="82790" y="116116"/>
                  </a:lnTo>
                  <a:lnTo>
                    <a:pt x="82790" y="116191"/>
                  </a:lnTo>
                  <a:lnTo>
                    <a:pt x="82865" y="116116"/>
                  </a:lnTo>
                  <a:lnTo>
                    <a:pt x="82940" y="116191"/>
                  </a:lnTo>
                  <a:lnTo>
                    <a:pt x="82865" y="116716"/>
                  </a:lnTo>
                  <a:lnTo>
                    <a:pt x="82340" y="117992"/>
                  </a:lnTo>
                  <a:lnTo>
                    <a:pt x="82040" y="118518"/>
                  </a:lnTo>
                  <a:lnTo>
                    <a:pt x="81889" y="118743"/>
                  </a:lnTo>
                  <a:lnTo>
                    <a:pt x="81814" y="118818"/>
                  </a:lnTo>
                  <a:lnTo>
                    <a:pt x="81814" y="118818"/>
                  </a:lnTo>
                  <a:lnTo>
                    <a:pt x="82190" y="117992"/>
                  </a:lnTo>
                  <a:lnTo>
                    <a:pt x="82190" y="117917"/>
                  </a:lnTo>
                  <a:lnTo>
                    <a:pt x="82115" y="117992"/>
                  </a:lnTo>
                  <a:lnTo>
                    <a:pt x="82040" y="117992"/>
                  </a:lnTo>
                  <a:lnTo>
                    <a:pt x="82265" y="117242"/>
                  </a:lnTo>
                  <a:lnTo>
                    <a:pt x="82265" y="117242"/>
                  </a:lnTo>
                  <a:lnTo>
                    <a:pt x="81739" y="118518"/>
                  </a:lnTo>
                  <a:lnTo>
                    <a:pt x="81739" y="118443"/>
                  </a:lnTo>
                  <a:lnTo>
                    <a:pt x="81739" y="118293"/>
                  </a:lnTo>
                  <a:lnTo>
                    <a:pt x="81439" y="118818"/>
                  </a:lnTo>
                  <a:lnTo>
                    <a:pt x="81289" y="119193"/>
                  </a:lnTo>
                  <a:lnTo>
                    <a:pt x="81139" y="119644"/>
                  </a:lnTo>
                  <a:lnTo>
                    <a:pt x="80989" y="120169"/>
                  </a:lnTo>
                  <a:lnTo>
                    <a:pt x="80839" y="120544"/>
                  </a:lnTo>
                  <a:lnTo>
                    <a:pt x="80538" y="121145"/>
                  </a:lnTo>
                  <a:lnTo>
                    <a:pt x="80538" y="121070"/>
                  </a:lnTo>
                  <a:lnTo>
                    <a:pt x="80463" y="121070"/>
                  </a:lnTo>
                  <a:lnTo>
                    <a:pt x="80313" y="121295"/>
                  </a:lnTo>
                  <a:lnTo>
                    <a:pt x="80206" y="121445"/>
                  </a:lnTo>
                  <a:lnTo>
                    <a:pt x="80238" y="121445"/>
                  </a:lnTo>
                  <a:lnTo>
                    <a:pt x="80238" y="121520"/>
                  </a:lnTo>
                  <a:lnTo>
                    <a:pt x="80163" y="121820"/>
                  </a:lnTo>
                  <a:lnTo>
                    <a:pt x="79938" y="122271"/>
                  </a:lnTo>
                  <a:lnTo>
                    <a:pt x="79488" y="123021"/>
                  </a:lnTo>
                  <a:lnTo>
                    <a:pt x="79262" y="123472"/>
                  </a:lnTo>
                  <a:lnTo>
                    <a:pt x="78812" y="124222"/>
                  </a:lnTo>
                  <a:lnTo>
                    <a:pt x="78812" y="124222"/>
                  </a:lnTo>
                  <a:lnTo>
                    <a:pt x="79262" y="123547"/>
                  </a:lnTo>
                  <a:lnTo>
                    <a:pt x="79187" y="123847"/>
                  </a:lnTo>
                  <a:lnTo>
                    <a:pt x="78962" y="124222"/>
                  </a:lnTo>
                  <a:lnTo>
                    <a:pt x="78287" y="125273"/>
                  </a:lnTo>
                  <a:lnTo>
                    <a:pt x="78287" y="125123"/>
                  </a:lnTo>
                  <a:lnTo>
                    <a:pt x="78287" y="125123"/>
                  </a:lnTo>
                  <a:lnTo>
                    <a:pt x="78061" y="125498"/>
                  </a:lnTo>
                  <a:lnTo>
                    <a:pt x="77461" y="126249"/>
                  </a:lnTo>
                  <a:lnTo>
                    <a:pt x="76710" y="127000"/>
                  </a:lnTo>
                  <a:lnTo>
                    <a:pt x="76035" y="127900"/>
                  </a:lnTo>
                  <a:lnTo>
                    <a:pt x="75810" y="128050"/>
                  </a:lnTo>
                  <a:lnTo>
                    <a:pt x="75660" y="128050"/>
                  </a:lnTo>
                  <a:lnTo>
                    <a:pt x="75434" y="128200"/>
                  </a:lnTo>
                  <a:lnTo>
                    <a:pt x="74759" y="129026"/>
                  </a:lnTo>
                  <a:lnTo>
                    <a:pt x="74233" y="129552"/>
                  </a:lnTo>
                  <a:lnTo>
                    <a:pt x="73633" y="130077"/>
                  </a:lnTo>
                  <a:lnTo>
                    <a:pt x="72882" y="130828"/>
                  </a:lnTo>
                  <a:lnTo>
                    <a:pt x="73183" y="130677"/>
                  </a:lnTo>
                  <a:lnTo>
                    <a:pt x="73258" y="130677"/>
                  </a:lnTo>
                  <a:lnTo>
                    <a:pt x="72582" y="131428"/>
                  </a:lnTo>
                  <a:lnTo>
                    <a:pt x="73633" y="130377"/>
                  </a:lnTo>
                  <a:lnTo>
                    <a:pt x="74609" y="129326"/>
                  </a:lnTo>
                  <a:lnTo>
                    <a:pt x="73483" y="130828"/>
                  </a:lnTo>
                  <a:lnTo>
                    <a:pt x="73483" y="130828"/>
                  </a:lnTo>
                  <a:lnTo>
                    <a:pt x="74384" y="129852"/>
                  </a:lnTo>
                  <a:lnTo>
                    <a:pt x="75059" y="129026"/>
                  </a:lnTo>
                  <a:lnTo>
                    <a:pt x="74684" y="129627"/>
                  </a:lnTo>
                  <a:lnTo>
                    <a:pt x="74759" y="129552"/>
                  </a:lnTo>
                  <a:lnTo>
                    <a:pt x="74984" y="129476"/>
                  </a:lnTo>
                  <a:lnTo>
                    <a:pt x="74609" y="129702"/>
                  </a:lnTo>
                  <a:lnTo>
                    <a:pt x="74309" y="130077"/>
                  </a:lnTo>
                  <a:lnTo>
                    <a:pt x="73633" y="130752"/>
                  </a:lnTo>
                  <a:lnTo>
                    <a:pt x="73033" y="131428"/>
                  </a:lnTo>
                  <a:lnTo>
                    <a:pt x="72207" y="132104"/>
                  </a:lnTo>
                  <a:lnTo>
                    <a:pt x="72057" y="131803"/>
                  </a:lnTo>
                  <a:lnTo>
                    <a:pt x="70856" y="132779"/>
                  </a:lnTo>
                  <a:lnTo>
                    <a:pt x="69730" y="133755"/>
                  </a:lnTo>
                  <a:lnTo>
                    <a:pt x="68529" y="134806"/>
                  </a:lnTo>
                  <a:lnTo>
                    <a:pt x="67778" y="135331"/>
                  </a:lnTo>
                  <a:lnTo>
                    <a:pt x="66953" y="135856"/>
                  </a:lnTo>
                  <a:lnTo>
                    <a:pt x="66953" y="135856"/>
                  </a:lnTo>
                  <a:lnTo>
                    <a:pt x="67703" y="135406"/>
                  </a:lnTo>
                  <a:lnTo>
                    <a:pt x="67703" y="135406"/>
                  </a:lnTo>
                  <a:lnTo>
                    <a:pt x="67403" y="135706"/>
                  </a:lnTo>
                  <a:lnTo>
                    <a:pt x="66878" y="136082"/>
                  </a:lnTo>
                  <a:lnTo>
                    <a:pt x="65602" y="136907"/>
                  </a:lnTo>
                  <a:lnTo>
                    <a:pt x="65527" y="136832"/>
                  </a:lnTo>
                  <a:lnTo>
                    <a:pt x="65301" y="136907"/>
                  </a:lnTo>
                  <a:lnTo>
                    <a:pt x="64776" y="137132"/>
                  </a:lnTo>
                  <a:lnTo>
                    <a:pt x="64551" y="137283"/>
                  </a:lnTo>
                  <a:lnTo>
                    <a:pt x="63950" y="137658"/>
                  </a:lnTo>
                  <a:lnTo>
                    <a:pt x="63275" y="138108"/>
                  </a:lnTo>
                  <a:lnTo>
                    <a:pt x="63050" y="138258"/>
                  </a:lnTo>
                  <a:lnTo>
                    <a:pt x="62900" y="138408"/>
                  </a:lnTo>
                  <a:lnTo>
                    <a:pt x="61699" y="138784"/>
                  </a:lnTo>
                  <a:lnTo>
                    <a:pt x="60498" y="139384"/>
                  </a:lnTo>
                  <a:lnTo>
                    <a:pt x="59597" y="139910"/>
                  </a:lnTo>
                  <a:lnTo>
                    <a:pt x="58771" y="140360"/>
                  </a:lnTo>
                  <a:lnTo>
                    <a:pt x="58246" y="140585"/>
                  </a:lnTo>
                  <a:lnTo>
                    <a:pt x="57495" y="140810"/>
                  </a:lnTo>
                  <a:lnTo>
                    <a:pt x="57720" y="140660"/>
                  </a:lnTo>
                  <a:lnTo>
                    <a:pt x="57720" y="140585"/>
                  </a:lnTo>
                  <a:lnTo>
                    <a:pt x="57871" y="140510"/>
                  </a:lnTo>
                  <a:lnTo>
                    <a:pt x="58471" y="140210"/>
                  </a:lnTo>
                  <a:lnTo>
                    <a:pt x="57570" y="140510"/>
                  </a:lnTo>
                  <a:lnTo>
                    <a:pt x="57270" y="140585"/>
                  </a:lnTo>
                  <a:lnTo>
                    <a:pt x="57195" y="140660"/>
                  </a:lnTo>
                  <a:lnTo>
                    <a:pt x="56745" y="140810"/>
                  </a:lnTo>
                  <a:lnTo>
                    <a:pt x="56069" y="141111"/>
                  </a:lnTo>
                  <a:lnTo>
                    <a:pt x="55319" y="141336"/>
                  </a:lnTo>
                  <a:lnTo>
                    <a:pt x="54718" y="141486"/>
                  </a:lnTo>
                  <a:lnTo>
                    <a:pt x="54343" y="141711"/>
                  </a:lnTo>
                  <a:lnTo>
                    <a:pt x="54043" y="141861"/>
                  </a:lnTo>
                  <a:lnTo>
                    <a:pt x="53592" y="141936"/>
                  </a:lnTo>
                  <a:lnTo>
                    <a:pt x="53517" y="141936"/>
                  </a:lnTo>
                  <a:lnTo>
                    <a:pt x="53592" y="141861"/>
                  </a:lnTo>
                  <a:lnTo>
                    <a:pt x="53067" y="142086"/>
                  </a:lnTo>
                  <a:lnTo>
                    <a:pt x="52842" y="142161"/>
                  </a:lnTo>
                  <a:lnTo>
                    <a:pt x="52917" y="142236"/>
                  </a:lnTo>
                  <a:lnTo>
                    <a:pt x="53067" y="142236"/>
                  </a:lnTo>
                  <a:lnTo>
                    <a:pt x="52166" y="142312"/>
                  </a:lnTo>
                  <a:lnTo>
                    <a:pt x="51190" y="142462"/>
                  </a:lnTo>
                  <a:lnTo>
                    <a:pt x="50064" y="142612"/>
                  </a:lnTo>
                  <a:lnTo>
                    <a:pt x="49014" y="142762"/>
                  </a:lnTo>
                  <a:lnTo>
                    <a:pt x="47888" y="142912"/>
                  </a:lnTo>
                  <a:lnTo>
                    <a:pt x="46837" y="142987"/>
                  </a:lnTo>
                  <a:lnTo>
                    <a:pt x="41358" y="142987"/>
                  </a:lnTo>
                  <a:lnTo>
                    <a:pt x="40232" y="142912"/>
                  </a:lnTo>
                  <a:lnTo>
                    <a:pt x="40532" y="142912"/>
                  </a:lnTo>
                  <a:lnTo>
                    <a:pt x="39481" y="142837"/>
                  </a:lnTo>
                  <a:lnTo>
                    <a:pt x="38881" y="142837"/>
                  </a:lnTo>
                  <a:lnTo>
                    <a:pt x="38280" y="142912"/>
                  </a:lnTo>
                  <a:lnTo>
                    <a:pt x="37830" y="142837"/>
                  </a:lnTo>
                  <a:lnTo>
                    <a:pt x="37079" y="142762"/>
                  </a:lnTo>
                  <a:lnTo>
                    <a:pt x="36854" y="142612"/>
                  </a:lnTo>
                  <a:lnTo>
                    <a:pt x="37229" y="142612"/>
                  </a:lnTo>
                  <a:lnTo>
                    <a:pt x="37680" y="142687"/>
                  </a:lnTo>
                  <a:lnTo>
                    <a:pt x="37755" y="142687"/>
                  </a:lnTo>
                  <a:lnTo>
                    <a:pt x="37605" y="142612"/>
                  </a:lnTo>
                  <a:lnTo>
                    <a:pt x="37379" y="142462"/>
                  </a:lnTo>
                  <a:lnTo>
                    <a:pt x="37079" y="142387"/>
                  </a:lnTo>
                  <a:lnTo>
                    <a:pt x="36028" y="142236"/>
                  </a:lnTo>
                  <a:lnTo>
                    <a:pt x="34752" y="142011"/>
                  </a:lnTo>
                  <a:lnTo>
                    <a:pt x="34077" y="141861"/>
                  </a:lnTo>
                  <a:lnTo>
                    <a:pt x="33551" y="141636"/>
                  </a:lnTo>
                  <a:lnTo>
                    <a:pt x="33927" y="141711"/>
                  </a:lnTo>
                  <a:lnTo>
                    <a:pt x="33927" y="141711"/>
                  </a:lnTo>
                  <a:lnTo>
                    <a:pt x="33026" y="141486"/>
                  </a:lnTo>
                  <a:lnTo>
                    <a:pt x="31900" y="141186"/>
                  </a:lnTo>
                  <a:lnTo>
                    <a:pt x="30699" y="140960"/>
                  </a:lnTo>
                  <a:lnTo>
                    <a:pt x="29423" y="140510"/>
                  </a:lnTo>
                  <a:lnTo>
                    <a:pt x="29498" y="140510"/>
                  </a:lnTo>
                  <a:lnTo>
                    <a:pt x="28973" y="140360"/>
                  </a:lnTo>
                  <a:lnTo>
                    <a:pt x="28372" y="140210"/>
                  </a:lnTo>
                  <a:lnTo>
                    <a:pt x="27021" y="139760"/>
                  </a:lnTo>
                  <a:lnTo>
                    <a:pt x="25595" y="139159"/>
                  </a:lnTo>
                  <a:lnTo>
                    <a:pt x="24319" y="138559"/>
                  </a:lnTo>
                  <a:lnTo>
                    <a:pt x="24244" y="138559"/>
                  </a:lnTo>
                  <a:lnTo>
                    <a:pt x="23494" y="138258"/>
                  </a:lnTo>
                  <a:lnTo>
                    <a:pt x="22668" y="137583"/>
                  </a:lnTo>
                  <a:lnTo>
                    <a:pt x="22217" y="137283"/>
                  </a:lnTo>
                  <a:lnTo>
                    <a:pt x="22067" y="137057"/>
                  </a:lnTo>
                  <a:lnTo>
                    <a:pt x="23343" y="137808"/>
                  </a:lnTo>
                  <a:lnTo>
                    <a:pt x="23343" y="137808"/>
                  </a:lnTo>
                  <a:lnTo>
                    <a:pt x="22893" y="137358"/>
                  </a:lnTo>
                  <a:lnTo>
                    <a:pt x="22217" y="137057"/>
                  </a:lnTo>
                  <a:lnTo>
                    <a:pt x="21617" y="136682"/>
                  </a:lnTo>
                  <a:lnTo>
                    <a:pt x="21017" y="136382"/>
                  </a:lnTo>
                  <a:lnTo>
                    <a:pt x="21167" y="136307"/>
                  </a:lnTo>
                  <a:lnTo>
                    <a:pt x="19966" y="135631"/>
                  </a:lnTo>
                  <a:lnTo>
                    <a:pt x="19140" y="135181"/>
                  </a:lnTo>
                  <a:lnTo>
                    <a:pt x="18239" y="134656"/>
                  </a:lnTo>
                  <a:lnTo>
                    <a:pt x="17113" y="133755"/>
                  </a:lnTo>
                  <a:lnTo>
                    <a:pt x="17264" y="133980"/>
                  </a:lnTo>
                  <a:lnTo>
                    <a:pt x="16588" y="133530"/>
                  </a:lnTo>
                  <a:lnTo>
                    <a:pt x="16288" y="133154"/>
                  </a:lnTo>
                  <a:lnTo>
                    <a:pt x="15913" y="132854"/>
                  </a:lnTo>
                  <a:lnTo>
                    <a:pt x="15312" y="132404"/>
                  </a:lnTo>
                  <a:lnTo>
                    <a:pt x="15162" y="131953"/>
                  </a:lnTo>
                  <a:lnTo>
                    <a:pt x="13511" y="130527"/>
                  </a:lnTo>
                  <a:lnTo>
                    <a:pt x="12535" y="129627"/>
                  </a:lnTo>
                  <a:lnTo>
                    <a:pt x="11634" y="128726"/>
                  </a:lnTo>
                  <a:lnTo>
                    <a:pt x="11634" y="128726"/>
                  </a:lnTo>
                  <a:lnTo>
                    <a:pt x="12310" y="129251"/>
                  </a:lnTo>
                  <a:lnTo>
                    <a:pt x="13060" y="129927"/>
                  </a:lnTo>
                  <a:lnTo>
                    <a:pt x="13886" y="130677"/>
                  </a:lnTo>
                  <a:lnTo>
                    <a:pt x="14637" y="131278"/>
                  </a:lnTo>
                  <a:lnTo>
                    <a:pt x="14637" y="131278"/>
                  </a:lnTo>
                  <a:lnTo>
                    <a:pt x="13285" y="130002"/>
                  </a:lnTo>
                  <a:lnTo>
                    <a:pt x="12610" y="129326"/>
                  </a:lnTo>
                  <a:lnTo>
                    <a:pt x="12160" y="128876"/>
                  </a:lnTo>
                  <a:lnTo>
                    <a:pt x="12160" y="128876"/>
                  </a:lnTo>
                  <a:lnTo>
                    <a:pt x="12535" y="129326"/>
                  </a:lnTo>
                  <a:lnTo>
                    <a:pt x="12985" y="129702"/>
                  </a:lnTo>
                  <a:lnTo>
                    <a:pt x="12985" y="129702"/>
                  </a:lnTo>
                  <a:lnTo>
                    <a:pt x="12235" y="129176"/>
                  </a:lnTo>
                  <a:lnTo>
                    <a:pt x="11559" y="128501"/>
                  </a:lnTo>
                  <a:lnTo>
                    <a:pt x="10733" y="127600"/>
                  </a:lnTo>
                  <a:lnTo>
                    <a:pt x="9983" y="126624"/>
                  </a:lnTo>
                  <a:lnTo>
                    <a:pt x="9983" y="126474"/>
                  </a:lnTo>
                  <a:lnTo>
                    <a:pt x="9758" y="126024"/>
                  </a:lnTo>
                  <a:lnTo>
                    <a:pt x="8782" y="124598"/>
                  </a:lnTo>
                  <a:lnTo>
                    <a:pt x="8181" y="123697"/>
                  </a:lnTo>
                  <a:lnTo>
                    <a:pt x="7731" y="122871"/>
                  </a:lnTo>
                  <a:lnTo>
                    <a:pt x="7281" y="122046"/>
                  </a:lnTo>
                  <a:lnTo>
                    <a:pt x="7056" y="121445"/>
                  </a:lnTo>
                  <a:lnTo>
                    <a:pt x="6455" y="120469"/>
                  </a:lnTo>
                  <a:lnTo>
                    <a:pt x="5930" y="119419"/>
                  </a:lnTo>
                  <a:lnTo>
                    <a:pt x="5404" y="118368"/>
                  </a:lnTo>
                  <a:lnTo>
                    <a:pt x="4954" y="117242"/>
                  </a:lnTo>
                  <a:lnTo>
                    <a:pt x="4053" y="114990"/>
                  </a:lnTo>
                  <a:lnTo>
                    <a:pt x="3303" y="112438"/>
                  </a:lnTo>
                  <a:lnTo>
                    <a:pt x="3303" y="112813"/>
                  </a:lnTo>
                  <a:lnTo>
                    <a:pt x="3228" y="112888"/>
                  </a:lnTo>
                  <a:lnTo>
                    <a:pt x="3077" y="112513"/>
                  </a:lnTo>
                  <a:lnTo>
                    <a:pt x="2927" y="111913"/>
                  </a:lnTo>
                  <a:lnTo>
                    <a:pt x="2777" y="111763"/>
                  </a:lnTo>
                  <a:lnTo>
                    <a:pt x="2777" y="111688"/>
                  </a:lnTo>
                  <a:lnTo>
                    <a:pt x="2702" y="111763"/>
                  </a:lnTo>
                  <a:lnTo>
                    <a:pt x="2477" y="110862"/>
                  </a:lnTo>
                  <a:lnTo>
                    <a:pt x="2402" y="110562"/>
                  </a:lnTo>
                  <a:lnTo>
                    <a:pt x="2252" y="109286"/>
                  </a:lnTo>
                  <a:lnTo>
                    <a:pt x="2102" y="107935"/>
                  </a:lnTo>
                  <a:lnTo>
                    <a:pt x="2102" y="107860"/>
                  </a:lnTo>
                  <a:lnTo>
                    <a:pt x="2252" y="108085"/>
                  </a:lnTo>
                  <a:lnTo>
                    <a:pt x="2327" y="108535"/>
                  </a:lnTo>
                  <a:lnTo>
                    <a:pt x="2402" y="108685"/>
                  </a:lnTo>
                  <a:lnTo>
                    <a:pt x="2252" y="107709"/>
                  </a:lnTo>
                  <a:lnTo>
                    <a:pt x="2252" y="107409"/>
                  </a:lnTo>
                  <a:lnTo>
                    <a:pt x="2327" y="107184"/>
                  </a:lnTo>
                  <a:lnTo>
                    <a:pt x="2327" y="106659"/>
                  </a:lnTo>
                  <a:lnTo>
                    <a:pt x="2252" y="106734"/>
                  </a:lnTo>
                  <a:lnTo>
                    <a:pt x="2252" y="106659"/>
                  </a:lnTo>
                  <a:lnTo>
                    <a:pt x="2102" y="106283"/>
                  </a:lnTo>
                  <a:lnTo>
                    <a:pt x="1952" y="105007"/>
                  </a:lnTo>
                  <a:lnTo>
                    <a:pt x="1952" y="106508"/>
                  </a:lnTo>
                  <a:lnTo>
                    <a:pt x="1801" y="105683"/>
                  </a:lnTo>
                  <a:lnTo>
                    <a:pt x="1726" y="105007"/>
                  </a:lnTo>
                  <a:lnTo>
                    <a:pt x="1801" y="104107"/>
                  </a:lnTo>
                  <a:lnTo>
                    <a:pt x="1801" y="103131"/>
                  </a:lnTo>
                  <a:lnTo>
                    <a:pt x="1726" y="101630"/>
                  </a:lnTo>
                  <a:lnTo>
                    <a:pt x="1876" y="102455"/>
                  </a:lnTo>
                  <a:lnTo>
                    <a:pt x="1876" y="102455"/>
                  </a:lnTo>
                  <a:lnTo>
                    <a:pt x="1801" y="101104"/>
                  </a:lnTo>
                  <a:lnTo>
                    <a:pt x="1726" y="99303"/>
                  </a:lnTo>
                  <a:lnTo>
                    <a:pt x="1651" y="97501"/>
                  </a:lnTo>
                  <a:lnTo>
                    <a:pt x="1576" y="96751"/>
                  </a:lnTo>
                  <a:lnTo>
                    <a:pt x="1501" y="96150"/>
                  </a:lnTo>
                  <a:lnTo>
                    <a:pt x="1576" y="95850"/>
                  </a:lnTo>
                  <a:lnTo>
                    <a:pt x="1651" y="95925"/>
                  </a:lnTo>
                  <a:lnTo>
                    <a:pt x="1651" y="93673"/>
                  </a:lnTo>
                  <a:lnTo>
                    <a:pt x="1576" y="91046"/>
                  </a:lnTo>
                  <a:lnTo>
                    <a:pt x="1501" y="88569"/>
                  </a:lnTo>
                  <a:lnTo>
                    <a:pt x="1501" y="87444"/>
                  </a:lnTo>
                  <a:lnTo>
                    <a:pt x="1576" y="86468"/>
                  </a:lnTo>
                  <a:lnTo>
                    <a:pt x="1651" y="86693"/>
                  </a:lnTo>
                  <a:lnTo>
                    <a:pt x="1576" y="85867"/>
                  </a:lnTo>
                  <a:lnTo>
                    <a:pt x="1501" y="85417"/>
                  </a:lnTo>
                  <a:lnTo>
                    <a:pt x="1576" y="84892"/>
                  </a:lnTo>
                  <a:lnTo>
                    <a:pt x="1576" y="84967"/>
                  </a:lnTo>
                  <a:lnTo>
                    <a:pt x="1651" y="84967"/>
                  </a:lnTo>
                  <a:lnTo>
                    <a:pt x="1651" y="84816"/>
                  </a:lnTo>
                  <a:lnTo>
                    <a:pt x="1576" y="83841"/>
                  </a:lnTo>
                  <a:lnTo>
                    <a:pt x="1501" y="83090"/>
                  </a:lnTo>
                  <a:lnTo>
                    <a:pt x="1576" y="82415"/>
                  </a:lnTo>
                  <a:lnTo>
                    <a:pt x="1651" y="83090"/>
                  </a:lnTo>
                  <a:lnTo>
                    <a:pt x="1651" y="80988"/>
                  </a:lnTo>
                  <a:lnTo>
                    <a:pt x="1576" y="79187"/>
                  </a:lnTo>
                  <a:lnTo>
                    <a:pt x="1426" y="77461"/>
                  </a:lnTo>
                  <a:lnTo>
                    <a:pt x="1351" y="75584"/>
                  </a:lnTo>
                  <a:lnTo>
                    <a:pt x="1426" y="75509"/>
                  </a:lnTo>
                  <a:lnTo>
                    <a:pt x="1501" y="75209"/>
                  </a:lnTo>
                  <a:lnTo>
                    <a:pt x="1651" y="74233"/>
                  </a:lnTo>
                  <a:lnTo>
                    <a:pt x="1726" y="71906"/>
                  </a:lnTo>
                  <a:lnTo>
                    <a:pt x="1801" y="71906"/>
                  </a:lnTo>
                  <a:lnTo>
                    <a:pt x="1726" y="69354"/>
                  </a:lnTo>
                  <a:lnTo>
                    <a:pt x="1651" y="66952"/>
                  </a:lnTo>
                  <a:lnTo>
                    <a:pt x="1426" y="62224"/>
                  </a:lnTo>
                  <a:lnTo>
                    <a:pt x="1501" y="61323"/>
                  </a:lnTo>
                  <a:lnTo>
                    <a:pt x="1576" y="60197"/>
                  </a:lnTo>
                  <a:lnTo>
                    <a:pt x="1651" y="57420"/>
                  </a:lnTo>
                  <a:lnTo>
                    <a:pt x="1651" y="54418"/>
                  </a:lnTo>
                  <a:lnTo>
                    <a:pt x="1726" y="51640"/>
                  </a:lnTo>
                  <a:lnTo>
                    <a:pt x="1651" y="51866"/>
                  </a:lnTo>
                  <a:lnTo>
                    <a:pt x="1576" y="51716"/>
                  </a:lnTo>
                  <a:lnTo>
                    <a:pt x="1501" y="50965"/>
                  </a:lnTo>
                  <a:lnTo>
                    <a:pt x="1501" y="50289"/>
                  </a:lnTo>
                  <a:lnTo>
                    <a:pt x="1426" y="49539"/>
                  </a:lnTo>
                  <a:lnTo>
                    <a:pt x="1426" y="49013"/>
                  </a:lnTo>
                  <a:lnTo>
                    <a:pt x="1501" y="48938"/>
                  </a:lnTo>
                  <a:lnTo>
                    <a:pt x="1576" y="48863"/>
                  </a:lnTo>
                  <a:lnTo>
                    <a:pt x="1576" y="49164"/>
                  </a:lnTo>
                  <a:lnTo>
                    <a:pt x="1651" y="48563"/>
                  </a:lnTo>
                  <a:lnTo>
                    <a:pt x="1726" y="47662"/>
                  </a:lnTo>
                  <a:lnTo>
                    <a:pt x="1726" y="45636"/>
                  </a:lnTo>
                  <a:lnTo>
                    <a:pt x="1426" y="45411"/>
                  </a:lnTo>
                  <a:lnTo>
                    <a:pt x="1501" y="44060"/>
                  </a:lnTo>
                  <a:lnTo>
                    <a:pt x="1576" y="42633"/>
                  </a:lnTo>
                  <a:lnTo>
                    <a:pt x="1576" y="39556"/>
                  </a:lnTo>
                  <a:lnTo>
                    <a:pt x="1501" y="36779"/>
                  </a:lnTo>
                  <a:lnTo>
                    <a:pt x="1576" y="35653"/>
                  </a:lnTo>
                  <a:lnTo>
                    <a:pt x="1651" y="34827"/>
                  </a:lnTo>
                  <a:lnTo>
                    <a:pt x="1576" y="33476"/>
                  </a:lnTo>
                  <a:lnTo>
                    <a:pt x="1501" y="32200"/>
                  </a:lnTo>
                  <a:lnTo>
                    <a:pt x="1651" y="32200"/>
                  </a:lnTo>
                  <a:lnTo>
                    <a:pt x="1726" y="29348"/>
                  </a:lnTo>
                  <a:lnTo>
                    <a:pt x="1726" y="26120"/>
                  </a:lnTo>
                  <a:lnTo>
                    <a:pt x="1801" y="26646"/>
                  </a:lnTo>
                  <a:lnTo>
                    <a:pt x="1801" y="26120"/>
                  </a:lnTo>
                  <a:lnTo>
                    <a:pt x="1726" y="25670"/>
                  </a:lnTo>
                  <a:lnTo>
                    <a:pt x="1576" y="24920"/>
                  </a:lnTo>
                  <a:lnTo>
                    <a:pt x="1426" y="24169"/>
                  </a:lnTo>
                  <a:lnTo>
                    <a:pt x="1351" y="23719"/>
                  </a:lnTo>
                  <a:lnTo>
                    <a:pt x="1276" y="23268"/>
                  </a:lnTo>
                  <a:lnTo>
                    <a:pt x="1576" y="22818"/>
                  </a:lnTo>
                  <a:lnTo>
                    <a:pt x="1651" y="18690"/>
                  </a:lnTo>
                  <a:lnTo>
                    <a:pt x="1651" y="16663"/>
                  </a:lnTo>
                  <a:lnTo>
                    <a:pt x="1576" y="14636"/>
                  </a:lnTo>
                  <a:lnTo>
                    <a:pt x="1651" y="14712"/>
                  </a:lnTo>
                  <a:lnTo>
                    <a:pt x="1651" y="15162"/>
                  </a:lnTo>
                  <a:lnTo>
                    <a:pt x="1726" y="12235"/>
                  </a:lnTo>
                  <a:lnTo>
                    <a:pt x="1651" y="11034"/>
                  </a:lnTo>
                  <a:lnTo>
                    <a:pt x="1576" y="10658"/>
                  </a:lnTo>
                  <a:lnTo>
                    <a:pt x="1501" y="10658"/>
                  </a:lnTo>
                  <a:lnTo>
                    <a:pt x="1576" y="10508"/>
                  </a:lnTo>
                  <a:lnTo>
                    <a:pt x="1576" y="10208"/>
                  </a:lnTo>
                  <a:lnTo>
                    <a:pt x="1576" y="9082"/>
                  </a:lnTo>
                  <a:lnTo>
                    <a:pt x="1426" y="6380"/>
                  </a:lnTo>
                  <a:lnTo>
                    <a:pt x="1426" y="6380"/>
                  </a:lnTo>
                  <a:lnTo>
                    <a:pt x="1576" y="6605"/>
                  </a:lnTo>
                  <a:lnTo>
                    <a:pt x="1351" y="5254"/>
                  </a:lnTo>
                  <a:lnTo>
                    <a:pt x="1276" y="3603"/>
                  </a:lnTo>
                  <a:lnTo>
                    <a:pt x="1276" y="3378"/>
                  </a:lnTo>
                  <a:lnTo>
                    <a:pt x="1351" y="3303"/>
                  </a:lnTo>
                  <a:lnTo>
                    <a:pt x="1351" y="3002"/>
                  </a:lnTo>
                  <a:lnTo>
                    <a:pt x="1276" y="2552"/>
                  </a:lnTo>
                  <a:lnTo>
                    <a:pt x="1276" y="1952"/>
                  </a:lnTo>
                  <a:lnTo>
                    <a:pt x="1276" y="1426"/>
                  </a:lnTo>
                  <a:lnTo>
                    <a:pt x="1351" y="1801"/>
                  </a:lnTo>
                  <a:lnTo>
                    <a:pt x="1351" y="1426"/>
                  </a:lnTo>
                  <a:lnTo>
                    <a:pt x="1726" y="1426"/>
                  </a:lnTo>
                  <a:lnTo>
                    <a:pt x="1876" y="1351"/>
                  </a:lnTo>
                  <a:lnTo>
                    <a:pt x="2252" y="1276"/>
                  </a:lnTo>
                  <a:lnTo>
                    <a:pt x="3978" y="1276"/>
                  </a:lnTo>
                  <a:lnTo>
                    <a:pt x="4729" y="1351"/>
                  </a:lnTo>
                  <a:lnTo>
                    <a:pt x="5179" y="1501"/>
                  </a:lnTo>
                  <a:lnTo>
                    <a:pt x="5855" y="1351"/>
                  </a:lnTo>
                  <a:lnTo>
                    <a:pt x="6380" y="1276"/>
                  </a:lnTo>
                  <a:lnTo>
                    <a:pt x="6980" y="1276"/>
                  </a:lnTo>
                  <a:lnTo>
                    <a:pt x="6980" y="1351"/>
                  </a:lnTo>
                  <a:lnTo>
                    <a:pt x="6905" y="1351"/>
                  </a:lnTo>
                  <a:lnTo>
                    <a:pt x="6605" y="1426"/>
                  </a:lnTo>
                  <a:lnTo>
                    <a:pt x="8181" y="1426"/>
                  </a:lnTo>
                  <a:lnTo>
                    <a:pt x="9457" y="1351"/>
                  </a:lnTo>
                  <a:lnTo>
                    <a:pt x="10583" y="1351"/>
                  </a:lnTo>
                  <a:lnTo>
                    <a:pt x="11784" y="1426"/>
                  </a:lnTo>
                  <a:lnTo>
                    <a:pt x="11859" y="1426"/>
                  </a:lnTo>
                  <a:lnTo>
                    <a:pt x="12009" y="1501"/>
                  </a:lnTo>
                  <a:lnTo>
                    <a:pt x="8857" y="1501"/>
                  </a:lnTo>
                  <a:lnTo>
                    <a:pt x="9007" y="1576"/>
                  </a:lnTo>
                  <a:lnTo>
                    <a:pt x="9382" y="1651"/>
                  </a:lnTo>
                  <a:lnTo>
                    <a:pt x="9533" y="1651"/>
                  </a:lnTo>
                  <a:lnTo>
                    <a:pt x="9533" y="1726"/>
                  </a:lnTo>
                  <a:lnTo>
                    <a:pt x="9457" y="1801"/>
                  </a:lnTo>
                  <a:lnTo>
                    <a:pt x="9082" y="1876"/>
                  </a:lnTo>
                  <a:lnTo>
                    <a:pt x="11409" y="1651"/>
                  </a:lnTo>
                  <a:lnTo>
                    <a:pt x="12685" y="1576"/>
                  </a:lnTo>
                  <a:lnTo>
                    <a:pt x="13886" y="1576"/>
                  </a:lnTo>
                  <a:lnTo>
                    <a:pt x="14016" y="1641"/>
                  </a:lnTo>
                  <a:lnTo>
                    <a:pt x="14016" y="1641"/>
                  </a:lnTo>
                  <a:lnTo>
                    <a:pt x="14862" y="1576"/>
                  </a:lnTo>
                  <a:lnTo>
                    <a:pt x="16063" y="1651"/>
                  </a:lnTo>
                  <a:lnTo>
                    <a:pt x="16438" y="1726"/>
                  </a:lnTo>
                  <a:lnTo>
                    <a:pt x="16513" y="1726"/>
                  </a:lnTo>
                  <a:lnTo>
                    <a:pt x="16288" y="1651"/>
                  </a:lnTo>
                  <a:lnTo>
                    <a:pt x="17113" y="1651"/>
                  </a:lnTo>
                  <a:lnTo>
                    <a:pt x="17038" y="1726"/>
                  </a:lnTo>
                  <a:lnTo>
                    <a:pt x="18540" y="1726"/>
                  </a:lnTo>
                  <a:lnTo>
                    <a:pt x="18615" y="1651"/>
                  </a:lnTo>
                  <a:lnTo>
                    <a:pt x="18690" y="1651"/>
                  </a:lnTo>
                  <a:lnTo>
                    <a:pt x="18915" y="1576"/>
                  </a:lnTo>
                  <a:lnTo>
                    <a:pt x="18915" y="1501"/>
                  </a:lnTo>
                  <a:lnTo>
                    <a:pt x="18540" y="1426"/>
                  </a:lnTo>
                  <a:lnTo>
                    <a:pt x="17939" y="1501"/>
                  </a:lnTo>
                  <a:lnTo>
                    <a:pt x="15762" y="1501"/>
                  </a:lnTo>
                  <a:lnTo>
                    <a:pt x="16738" y="1426"/>
                  </a:lnTo>
                  <a:lnTo>
                    <a:pt x="17264" y="1351"/>
                  </a:lnTo>
                  <a:lnTo>
                    <a:pt x="17789" y="1426"/>
                  </a:lnTo>
                  <a:lnTo>
                    <a:pt x="18840" y="1126"/>
                  </a:lnTo>
                  <a:lnTo>
                    <a:pt x="19816" y="1276"/>
                  </a:lnTo>
                  <a:lnTo>
                    <a:pt x="20791" y="1426"/>
                  </a:lnTo>
                  <a:lnTo>
                    <a:pt x="21692" y="1576"/>
                  </a:lnTo>
                  <a:lnTo>
                    <a:pt x="22142" y="1651"/>
                  </a:lnTo>
                  <a:lnTo>
                    <a:pt x="25970" y="1576"/>
                  </a:lnTo>
                  <a:lnTo>
                    <a:pt x="27697" y="1426"/>
                  </a:lnTo>
                  <a:lnTo>
                    <a:pt x="28447" y="1351"/>
                  </a:lnTo>
                  <a:lnTo>
                    <a:pt x="29048" y="1276"/>
                  </a:lnTo>
                  <a:lnTo>
                    <a:pt x="29423" y="1276"/>
                  </a:lnTo>
                  <a:lnTo>
                    <a:pt x="29723" y="1351"/>
                  </a:lnTo>
                  <a:lnTo>
                    <a:pt x="30024" y="1426"/>
                  </a:lnTo>
                  <a:lnTo>
                    <a:pt x="29498" y="1426"/>
                  </a:lnTo>
                  <a:lnTo>
                    <a:pt x="29048" y="1501"/>
                  </a:lnTo>
                  <a:lnTo>
                    <a:pt x="31525" y="1426"/>
                  </a:lnTo>
                  <a:lnTo>
                    <a:pt x="32651" y="1351"/>
                  </a:lnTo>
                  <a:lnTo>
                    <a:pt x="33026" y="1351"/>
                  </a:lnTo>
                  <a:lnTo>
                    <a:pt x="33251" y="1276"/>
                  </a:lnTo>
                  <a:lnTo>
                    <a:pt x="33777" y="1351"/>
                  </a:lnTo>
                  <a:lnTo>
                    <a:pt x="33626" y="1351"/>
                  </a:lnTo>
                  <a:lnTo>
                    <a:pt x="33551" y="1426"/>
                  </a:lnTo>
                  <a:lnTo>
                    <a:pt x="34602" y="1426"/>
                  </a:lnTo>
                  <a:lnTo>
                    <a:pt x="34227" y="1501"/>
                  </a:lnTo>
                  <a:lnTo>
                    <a:pt x="35878" y="1576"/>
                  </a:lnTo>
                  <a:lnTo>
                    <a:pt x="37379" y="1576"/>
                  </a:lnTo>
                  <a:lnTo>
                    <a:pt x="40157" y="1351"/>
                  </a:lnTo>
                  <a:lnTo>
                    <a:pt x="41583" y="1276"/>
                  </a:lnTo>
                  <a:lnTo>
                    <a:pt x="44735" y="1276"/>
                  </a:lnTo>
                  <a:lnTo>
                    <a:pt x="46462" y="1351"/>
                  </a:lnTo>
                  <a:lnTo>
                    <a:pt x="45861" y="1276"/>
                  </a:lnTo>
                  <a:lnTo>
                    <a:pt x="48038" y="1351"/>
                  </a:lnTo>
                  <a:lnTo>
                    <a:pt x="50139" y="1351"/>
                  </a:lnTo>
                  <a:lnTo>
                    <a:pt x="54493" y="1276"/>
                  </a:lnTo>
                  <a:lnTo>
                    <a:pt x="58846" y="1276"/>
                  </a:lnTo>
                  <a:lnTo>
                    <a:pt x="61023" y="1351"/>
                  </a:lnTo>
                  <a:lnTo>
                    <a:pt x="63125" y="1426"/>
                  </a:lnTo>
                  <a:lnTo>
                    <a:pt x="64701" y="1426"/>
                  </a:lnTo>
                  <a:lnTo>
                    <a:pt x="65827" y="1201"/>
                  </a:lnTo>
                  <a:lnTo>
                    <a:pt x="66127" y="1426"/>
                  </a:lnTo>
                  <a:lnTo>
                    <a:pt x="67778" y="1201"/>
                  </a:lnTo>
                  <a:lnTo>
                    <a:pt x="69505" y="1201"/>
                  </a:lnTo>
                  <a:lnTo>
                    <a:pt x="71081" y="1351"/>
                  </a:lnTo>
                  <a:lnTo>
                    <a:pt x="72807" y="1426"/>
                  </a:lnTo>
                  <a:lnTo>
                    <a:pt x="73783" y="1426"/>
                  </a:lnTo>
                  <a:lnTo>
                    <a:pt x="74834" y="1351"/>
                  </a:lnTo>
                  <a:lnTo>
                    <a:pt x="74459" y="1276"/>
                  </a:lnTo>
                  <a:lnTo>
                    <a:pt x="76485" y="1201"/>
                  </a:lnTo>
                  <a:lnTo>
                    <a:pt x="77386" y="1276"/>
                  </a:lnTo>
                  <a:lnTo>
                    <a:pt x="77911" y="1276"/>
                  </a:lnTo>
                  <a:lnTo>
                    <a:pt x="78137" y="1201"/>
                  </a:lnTo>
                  <a:lnTo>
                    <a:pt x="78437" y="1276"/>
                  </a:lnTo>
                  <a:lnTo>
                    <a:pt x="78437" y="1351"/>
                  </a:lnTo>
                  <a:lnTo>
                    <a:pt x="81064" y="1201"/>
                  </a:lnTo>
                  <a:lnTo>
                    <a:pt x="81664" y="1201"/>
                  </a:lnTo>
                  <a:lnTo>
                    <a:pt x="81889" y="1276"/>
                  </a:lnTo>
                  <a:lnTo>
                    <a:pt x="82040" y="1351"/>
                  </a:lnTo>
                  <a:lnTo>
                    <a:pt x="82040" y="1426"/>
                  </a:lnTo>
                  <a:lnTo>
                    <a:pt x="82115" y="1426"/>
                  </a:lnTo>
                  <a:lnTo>
                    <a:pt x="82340" y="1501"/>
                  </a:lnTo>
                  <a:lnTo>
                    <a:pt x="83691" y="1576"/>
                  </a:lnTo>
                  <a:lnTo>
                    <a:pt x="85642" y="1426"/>
                  </a:lnTo>
                  <a:lnTo>
                    <a:pt x="86318" y="1276"/>
                  </a:lnTo>
                  <a:lnTo>
                    <a:pt x="86468" y="1276"/>
                  </a:lnTo>
                  <a:lnTo>
                    <a:pt x="86393" y="1201"/>
                  </a:lnTo>
                  <a:lnTo>
                    <a:pt x="85717" y="1201"/>
                  </a:lnTo>
                  <a:lnTo>
                    <a:pt x="85417" y="1126"/>
                  </a:lnTo>
                  <a:lnTo>
                    <a:pt x="85267" y="1051"/>
                  </a:lnTo>
                  <a:lnTo>
                    <a:pt x="86243" y="1051"/>
                  </a:lnTo>
                  <a:lnTo>
                    <a:pt x="86468" y="826"/>
                  </a:lnTo>
                  <a:lnTo>
                    <a:pt x="86543" y="751"/>
                  </a:lnTo>
                  <a:lnTo>
                    <a:pt x="86543" y="600"/>
                  </a:lnTo>
                  <a:lnTo>
                    <a:pt x="86393" y="525"/>
                  </a:lnTo>
                  <a:lnTo>
                    <a:pt x="86093" y="450"/>
                  </a:lnTo>
                  <a:lnTo>
                    <a:pt x="84742" y="300"/>
                  </a:lnTo>
                  <a:lnTo>
                    <a:pt x="83015" y="450"/>
                  </a:lnTo>
                  <a:lnTo>
                    <a:pt x="82490" y="300"/>
                  </a:lnTo>
                  <a:lnTo>
                    <a:pt x="83916" y="300"/>
                  </a:lnTo>
                  <a:lnTo>
                    <a:pt x="83391" y="225"/>
                  </a:lnTo>
                  <a:lnTo>
                    <a:pt x="82865" y="225"/>
                  </a:lnTo>
                  <a:lnTo>
                    <a:pt x="81965" y="375"/>
                  </a:lnTo>
                  <a:lnTo>
                    <a:pt x="81739" y="300"/>
                  </a:lnTo>
                  <a:lnTo>
                    <a:pt x="81289" y="225"/>
                  </a:lnTo>
                  <a:lnTo>
                    <a:pt x="79563" y="450"/>
                  </a:lnTo>
                  <a:lnTo>
                    <a:pt x="79638" y="375"/>
                  </a:lnTo>
                  <a:lnTo>
                    <a:pt x="79713" y="300"/>
                  </a:lnTo>
                  <a:lnTo>
                    <a:pt x="79788" y="300"/>
                  </a:lnTo>
                  <a:lnTo>
                    <a:pt x="79713" y="225"/>
                  </a:lnTo>
                  <a:lnTo>
                    <a:pt x="79037" y="225"/>
                  </a:lnTo>
                  <a:lnTo>
                    <a:pt x="78962" y="300"/>
                  </a:lnTo>
                  <a:lnTo>
                    <a:pt x="79112" y="375"/>
                  </a:lnTo>
                  <a:lnTo>
                    <a:pt x="79187" y="450"/>
                  </a:lnTo>
                  <a:lnTo>
                    <a:pt x="78662" y="525"/>
                  </a:lnTo>
                  <a:lnTo>
                    <a:pt x="77911" y="375"/>
                  </a:lnTo>
                  <a:lnTo>
                    <a:pt x="77086" y="375"/>
                  </a:lnTo>
                  <a:lnTo>
                    <a:pt x="77161" y="300"/>
                  </a:lnTo>
                  <a:lnTo>
                    <a:pt x="77536" y="225"/>
                  </a:lnTo>
                  <a:lnTo>
                    <a:pt x="76035" y="300"/>
                  </a:lnTo>
                  <a:lnTo>
                    <a:pt x="75359" y="375"/>
                  </a:lnTo>
                  <a:lnTo>
                    <a:pt x="74834" y="450"/>
                  </a:lnTo>
                  <a:lnTo>
                    <a:pt x="74008" y="375"/>
                  </a:lnTo>
                  <a:lnTo>
                    <a:pt x="72282" y="375"/>
                  </a:lnTo>
                  <a:lnTo>
                    <a:pt x="72057" y="300"/>
                  </a:lnTo>
                  <a:lnTo>
                    <a:pt x="72057" y="225"/>
                  </a:lnTo>
                  <a:lnTo>
                    <a:pt x="71081" y="375"/>
                  </a:lnTo>
                  <a:lnTo>
                    <a:pt x="69730" y="450"/>
                  </a:lnTo>
                  <a:lnTo>
                    <a:pt x="70030" y="375"/>
                  </a:lnTo>
                  <a:lnTo>
                    <a:pt x="69880" y="300"/>
                  </a:lnTo>
                  <a:lnTo>
                    <a:pt x="68829" y="225"/>
                  </a:lnTo>
                  <a:lnTo>
                    <a:pt x="67553" y="225"/>
                  </a:lnTo>
                  <a:lnTo>
                    <a:pt x="67178" y="150"/>
                  </a:lnTo>
                  <a:lnTo>
                    <a:pt x="67103" y="150"/>
                  </a:lnTo>
                  <a:lnTo>
                    <a:pt x="67103" y="75"/>
                  </a:lnTo>
                  <a:lnTo>
                    <a:pt x="66652" y="150"/>
                  </a:lnTo>
                  <a:lnTo>
                    <a:pt x="66052" y="225"/>
                  </a:lnTo>
                  <a:lnTo>
                    <a:pt x="64551" y="300"/>
                  </a:lnTo>
                  <a:lnTo>
                    <a:pt x="62900" y="300"/>
                  </a:lnTo>
                  <a:lnTo>
                    <a:pt x="61398" y="375"/>
                  </a:lnTo>
                  <a:lnTo>
                    <a:pt x="61398" y="375"/>
                  </a:lnTo>
                  <a:lnTo>
                    <a:pt x="61624" y="300"/>
                  </a:lnTo>
                  <a:lnTo>
                    <a:pt x="61849" y="300"/>
                  </a:lnTo>
                  <a:lnTo>
                    <a:pt x="60723" y="225"/>
                  </a:lnTo>
                  <a:lnTo>
                    <a:pt x="59822" y="150"/>
                  </a:lnTo>
                  <a:lnTo>
                    <a:pt x="59672" y="225"/>
                  </a:lnTo>
                  <a:lnTo>
                    <a:pt x="59447" y="300"/>
                  </a:lnTo>
                  <a:lnTo>
                    <a:pt x="58771" y="375"/>
                  </a:lnTo>
                  <a:lnTo>
                    <a:pt x="57120" y="600"/>
                  </a:lnTo>
                  <a:lnTo>
                    <a:pt x="56745" y="525"/>
                  </a:lnTo>
                  <a:lnTo>
                    <a:pt x="56670" y="450"/>
                  </a:lnTo>
                  <a:lnTo>
                    <a:pt x="56745" y="375"/>
                  </a:lnTo>
                  <a:lnTo>
                    <a:pt x="56970" y="300"/>
                  </a:lnTo>
                  <a:lnTo>
                    <a:pt x="57420" y="225"/>
                  </a:lnTo>
                  <a:lnTo>
                    <a:pt x="57570" y="150"/>
                  </a:lnTo>
                  <a:lnTo>
                    <a:pt x="57495" y="75"/>
                  </a:lnTo>
                  <a:lnTo>
                    <a:pt x="57420" y="150"/>
                  </a:lnTo>
                  <a:lnTo>
                    <a:pt x="57195" y="225"/>
                  </a:lnTo>
                  <a:lnTo>
                    <a:pt x="56444" y="300"/>
                  </a:lnTo>
                  <a:lnTo>
                    <a:pt x="55769" y="300"/>
                  </a:lnTo>
                  <a:lnTo>
                    <a:pt x="55619" y="375"/>
                  </a:lnTo>
                  <a:lnTo>
                    <a:pt x="55694" y="450"/>
                  </a:lnTo>
                  <a:lnTo>
                    <a:pt x="54793" y="300"/>
                  </a:lnTo>
                  <a:lnTo>
                    <a:pt x="54268" y="150"/>
                  </a:lnTo>
                  <a:lnTo>
                    <a:pt x="54193" y="225"/>
                  </a:lnTo>
                  <a:lnTo>
                    <a:pt x="54043" y="300"/>
                  </a:lnTo>
                  <a:lnTo>
                    <a:pt x="53142" y="300"/>
                  </a:lnTo>
                  <a:lnTo>
                    <a:pt x="52541" y="375"/>
                  </a:lnTo>
                  <a:lnTo>
                    <a:pt x="51866" y="300"/>
                  </a:lnTo>
                  <a:lnTo>
                    <a:pt x="51641" y="225"/>
                  </a:lnTo>
                  <a:lnTo>
                    <a:pt x="51340" y="150"/>
                  </a:lnTo>
                  <a:lnTo>
                    <a:pt x="50590" y="225"/>
                  </a:lnTo>
                  <a:lnTo>
                    <a:pt x="50365" y="150"/>
                  </a:lnTo>
                  <a:lnTo>
                    <a:pt x="50590" y="75"/>
                  </a:lnTo>
                  <a:lnTo>
                    <a:pt x="51265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35"/>
            <p:cNvSpPr/>
            <p:nvPr/>
          </p:nvSpPr>
          <p:spPr>
            <a:xfrm>
              <a:off x="817066" y="1486470"/>
              <a:ext cx="9222" cy="1551"/>
            </a:xfrm>
            <a:custGeom>
              <a:rect b="b" l="l" r="r" t="t"/>
              <a:pathLst>
                <a:path extrusionOk="0" h="76" w="452">
                  <a:moveTo>
                    <a:pt x="151" y="0"/>
                  </a:moveTo>
                  <a:lnTo>
                    <a:pt x="1" y="75"/>
                  </a:lnTo>
                  <a:lnTo>
                    <a:pt x="451" y="75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35"/>
            <p:cNvSpPr/>
            <p:nvPr/>
          </p:nvSpPr>
          <p:spPr>
            <a:xfrm>
              <a:off x="2424210" y="2911494"/>
              <a:ext cx="20" cy="3430"/>
            </a:xfrm>
            <a:custGeom>
              <a:rect b="b" l="l" r="r" t="t"/>
              <a:pathLst>
                <a:path extrusionOk="0" h="151" w="1">
                  <a:moveTo>
                    <a:pt x="1" y="75"/>
                  </a:moveTo>
                  <a:lnTo>
                    <a:pt x="1" y="150"/>
                  </a:lnTo>
                  <a:lnTo>
                    <a:pt x="1" y="15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75"/>
                  </a:lnTo>
                  <a:lnTo>
                    <a:pt x="1" y="75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35"/>
            <p:cNvSpPr/>
            <p:nvPr/>
          </p:nvSpPr>
          <p:spPr>
            <a:xfrm>
              <a:off x="667685" y="2255170"/>
              <a:ext cx="20" cy="6836"/>
            </a:xfrm>
            <a:custGeom>
              <a:rect b="b" l="l" r="r" t="t"/>
              <a:pathLst>
                <a:path extrusionOk="0" h="301" w="1">
                  <a:moveTo>
                    <a:pt x="0" y="301"/>
                  </a:moveTo>
                  <a:lnTo>
                    <a:pt x="0" y="301"/>
                  </a:lnTo>
                  <a:lnTo>
                    <a:pt x="0" y="1"/>
                  </a:lnTo>
                  <a:lnTo>
                    <a:pt x="0" y="30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35"/>
            <p:cNvSpPr/>
            <p:nvPr/>
          </p:nvSpPr>
          <p:spPr>
            <a:xfrm>
              <a:off x="2434942" y="2510882"/>
              <a:ext cx="1551" cy="5133"/>
            </a:xfrm>
            <a:custGeom>
              <a:rect b="b" l="l" r="r" t="t"/>
              <a:pathLst>
                <a:path extrusionOk="0" h="226" w="76">
                  <a:moveTo>
                    <a:pt x="0" y="226"/>
                  </a:moveTo>
                  <a:lnTo>
                    <a:pt x="0" y="226"/>
                  </a:lnTo>
                  <a:lnTo>
                    <a:pt x="75" y="0"/>
                  </a:lnTo>
                  <a:lnTo>
                    <a:pt x="75" y="0"/>
                  </a:lnTo>
                  <a:lnTo>
                    <a:pt x="0" y="226"/>
                  </a:lnTo>
                  <a:lnTo>
                    <a:pt x="0" y="226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35"/>
            <p:cNvSpPr/>
            <p:nvPr/>
          </p:nvSpPr>
          <p:spPr>
            <a:xfrm>
              <a:off x="2436472" y="2319944"/>
              <a:ext cx="1551" cy="23894"/>
            </a:xfrm>
            <a:custGeom>
              <a:rect b="b" l="l" r="r" t="t"/>
              <a:pathLst>
                <a:path extrusionOk="0" h="1052" w="76">
                  <a:moveTo>
                    <a:pt x="0" y="1052"/>
                  </a:moveTo>
                  <a:lnTo>
                    <a:pt x="75" y="1"/>
                  </a:lnTo>
                  <a:lnTo>
                    <a:pt x="75" y="1"/>
                  </a:lnTo>
                  <a:lnTo>
                    <a:pt x="0" y="1052"/>
                  </a:lnTo>
                  <a:lnTo>
                    <a:pt x="0" y="1052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35"/>
            <p:cNvSpPr/>
            <p:nvPr/>
          </p:nvSpPr>
          <p:spPr>
            <a:xfrm>
              <a:off x="2436472" y="2210860"/>
              <a:ext cx="1551" cy="1726"/>
            </a:xfrm>
            <a:custGeom>
              <a:rect b="b" l="l" r="r" t="t"/>
              <a:pathLst>
                <a:path extrusionOk="0" h="76" w="76">
                  <a:moveTo>
                    <a:pt x="75" y="75"/>
                  </a:moveTo>
                  <a:lnTo>
                    <a:pt x="75" y="75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75" y="75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5"/>
            <p:cNvSpPr/>
            <p:nvPr/>
          </p:nvSpPr>
          <p:spPr>
            <a:xfrm>
              <a:off x="2294039" y="4285486"/>
              <a:ext cx="1551" cy="5133"/>
            </a:xfrm>
            <a:custGeom>
              <a:rect b="b" l="l" r="r" t="t"/>
              <a:pathLst>
                <a:path extrusionOk="0" h="226" w="76">
                  <a:moveTo>
                    <a:pt x="76" y="1"/>
                  </a:moveTo>
                  <a:lnTo>
                    <a:pt x="76" y="1"/>
                  </a:lnTo>
                  <a:lnTo>
                    <a:pt x="1" y="226"/>
                  </a:lnTo>
                  <a:lnTo>
                    <a:pt x="1" y="226"/>
                  </a:lnTo>
                  <a:lnTo>
                    <a:pt x="76" y="1"/>
                  </a:lnTo>
                  <a:lnTo>
                    <a:pt x="76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5"/>
            <p:cNvSpPr/>
            <p:nvPr/>
          </p:nvSpPr>
          <p:spPr>
            <a:xfrm>
              <a:off x="2433411" y="3685419"/>
              <a:ext cx="1551" cy="20487"/>
            </a:xfrm>
            <a:custGeom>
              <a:rect b="b" l="l" r="r" t="t"/>
              <a:pathLst>
                <a:path extrusionOk="0" h="902" w="76">
                  <a:moveTo>
                    <a:pt x="0" y="1"/>
                  </a:moveTo>
                  <a:lnTo>
                    <a:pt x="75" y="902"/>
                  </a:lnTo>
                  <a:lnTo>
                    <a:pt x="75" y="226"/>
                  </a:lnTo>
                  <a:lnTo>
                    <a:pt x="75" y="7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5"/>
            <p:cNvSpPr/>
            <p:nvPr/>
          </p:nvSpPr>
          <p:spPr>
            <a:xfrm>
              <a:off x="1584317" y="4368580"/>
              <a:ext cx="3081" cy="1551"/>
            </a:xfrm>
            <a:custGeom>
              <a:rect b="b" l="l" r="r" t="t"/>
              <a:pathLst>
                <a:path extrusionOk="0" h="76" w="151">
                  <a:moveTo>
                    <a:pt x="151" y="1"/>
                  </a:moveTo>
                  <a:lnTo>
                    <a:pt x="151" y="1"/>
                  </a:lnTo>
                  <a:lnTo>
                    <a:pt x="151" y="1"/>
                  </a:lnTo>
                  <a:lnTo>
                    <a:pt x="151" y="1"/>
                  </a:lnTo>
                  <a:lnTo>
                    <a:pt x="1" y="76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5"/>
            <p:cNvSpPr/>
            <p:nvPr/>
          </p:nvSpPr>
          <p:spPr>
            <a:xfrm>
              <a:off x="2434942" y="3705883"/>
              <a:ext cx="1551" cy="29004"/>
            </a:xfrm>
            <a:custGeom>
              <a:rect b="b" l="l" r="r" t="t"/>
              <a:pathLst>
                <a:path extrusionOk="0" h="1277" w="76">
                  <a:moveTo>
                    <a:pt x="0" y="1"/>
                  </a:moveTo>
                  <a:lnTo>
                    <a:pt x="0" y="1277"/>
                  </a:lnTo>
                  <a:lnTo>
                    <a:pt x="75" y="52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5"/>
            <p:cNvSpPr/>
            <p:nvPr/>
          </p:nvSpPr>
          <p:spPr>
            <a:xfrm>
              <a:off x="2232108" y="1616640"/>
              <a:ext cx="20" cy="6141"/>
            </a:xfrm>
            <a:custGeom>
              <a:rect b="b" l="l" r="r" t="t"/>
              <a:pathLst>
                <a:path extrusionOk="0" h="301" w="1">
                  <a:moveTo>
                    <a:pt x="1" y="30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30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35"/>
            <p:cNvSpPr/>
            <p:nvPr/>
          </p:nvSpPr>
          <p:spPr>
            <a:xfrm>
              <a:off x="2230578" y="1610499"/>
              <a:ext cx="1551" cy="6162"/>
            </a:xfrm>
            <a:custGeom>
              <a:rect b="b" l="l" r="r" t="t"/>
              <a:pathLst>
                <a:path extrusionOk="0" h="302" w="76">
                  <a:moveTo>
                    <a:pt x="76" y="30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76" y="301"/>
                  </a:lnTo>
                  <a:lnTo>
                    <a:pt x="76" y="30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35"/>
            <p:cNvSpPr/>
            <p:nvPr/>
          </p:nvSpPr>
          <p:spPr>
            <a:xfrm>
              <a:off x="2230578" y="1596727"/>
              <a:ext cx="20" cy="13792"/>
            </a:xfrm>
            <a:custGeom>
              <a:rect b="b" l="l" r="r" t="t"/>
              <a:pathLst>
                <a:path extrusionOk="0" h="676" w="1">
                  <a:moveTo>
                    <a:pt x="0" y="0"/>
                  </a:moveTo>
                  <a:lnTo>
                    <a:pt x="0" y="676"/>
                  </a:lnTo>
                  <a:lnTo>
                    <a:pt x="0" y="676"/>
                  </a:lnTo>
                  <a:lnTo>
                    <a:pt x="0" y="30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35"/>
            <p:cNvSpPr/>
            <p:nvPr/>
          </p:nvSpPr>
          <p:spPr>
            <a:xfrm>
              <a:off x="2438002" y="1815357"/>
              <a:ext cx="1551" cy="1726"/>
            </a:xfrm>
            <a:custGeom>
              <a:rect b="b" l="l" r="r" t="t"/>
              <a:pathLst>
                <a:path extrusionOk="0" h="76" w="76">
                  <a:moveTo>
                    <a:pt x="0" y="0"/>
                  </a:moveTo>
                  <a:lnTo>
                    <a:pt x="76" y="75"/>
                  </a:lnTo>
                  <a:lnTo>
                    <a:pt x="76" y="7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5"/>
            <p:cNvSpPr/>
            <p:nvPr/>
          </p:nvSpPr>
          <p:spPr>
            <a:xfrm>
              <a:off x="2438002" y="1827281"/>
              <a:ext cx="1551" cy="40951"/>
            </a:xfrm>
            <a:custGeom>
              <a:rect b="b" l="l" r="r" t="t"/>
              <a:pathLst>
                <a:path extrusionOk="0" h="1803" w="76">
                  <a:moveTo>
                    <a:pt x="76" y="1"/>
                  </a:moveTo>
                  <a:lnTo>
                    <a:pt x="0" y="676"/>
                  </a:lnTo>
                  <a:lnTo>
                    <a:pt x="0" y="1277"/>
                  </a:lnTo>
                  <a:lnTo>
                    <a:pt x="0" y="1802"/>
                  </a:lnTo>
                  <a:lnTo>
                    <a:pt x="76" y="826"/>
                  </a:lnTo>
                  <a:lnTo>
                    <a:pt x="76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35"/>
            <p:cNvSpPr/>
            <p:nvPr/>
          </p:nvSpPr>
          <p:spPr>
            <a:xfrm>
              <a:off x="2419619" y="2043792"/>
              <a:ext cx="4611" cy="46038"/>
            </a:xfrm>
            <a:custGeom>
              <a:rect b="b" l="l" r="r" t="t"/>
              <a:pathLst>
                <a:path extrusionOk="0" h="2027" w="226">
                  <a:moveTo>
                    <a:pt x="76" y="0"/>
                  </a:moveTo>
                  <a:lnTo>
                    <a:pt x="1" y="976"/>
                  </a:lnTo>
                  <a:lnTo>
                    <a:pt x="76" y="901"/>
                  </a:lnTo>
                  <a:lnTo>
                    <a:pt x="151" y="976"/>
                  </a:lnTo>
                  <a:lnTo>
                    <a:pt x="151" y="2027"/>
                  </a:lnTo>
                  <a:lnTo>
                    <a:pt x="226" y="75"/>
                  </a:lnTo>
                  <a:lnTo>
                    <a:pt x="76" y="526"/>
                  </a:lnTo>
                  <a:lnTo>
                    <a:pt x="76" y="451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35"/>
            <p:cNvSpPr/>
            <p:nvPr/>
          </p:nvSpPr>
          <p:spPr>
            <a:xfrm>
              <a:off x="2418089" y="2217673"/>
              <a:ext cx="3081" cy="22167"/>
            </a:xfrm>
            <a:custGeom>
              <a:rect b="b" l="l" r="r" t="t"/>
              <a:pathLst>
                <a:path extrusionOk="0" h="976" w="151">
                  <a:moveTo>
                    <a:pt x="76" y="0"/>
                  </a:moveTo>
                  <a:lnTo>
                    <a:pt x="76" y="75"/>
                  </a:lnTo>
                  <a:lnTo>
                    <a:pt x="1" y="376"/>
                  </a:lnTo>
                  <a:lnTo>
                    <a:pt x="76" y="976"/>
                  </a:lnTo>
                  <a:lnTo>
                    <a:pt x="151" y="451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35"/>
            <p:cNvSpPr/>
            <p:nvPr/>
          </p:nvSpPr>
          <p:spPr>
            <a:xfrm>
              <a:off x="2418089" y="3221737"/>
              <a:ext cx="3081" cy="6859"/>
            </a:xfrm>
            <a:custGeom>
              <a:rect b="b" l="l" r="r" t="t"/>
              <a:pathLst>
                <a:path extrusionOk="0" h="302" w="151">
                  <a:moveTo>
                    <a:pt x="1" y="1"/>
                  </a:moveTo>
                  <a:lnTo>
                    <a:pt x="1" y="301"/>
                  </a:lnTo>
                  <a:lnTo>
                    <a:pt x="76" y="151"/>
                  </a:lnTo>
                  <a:lnTo>
                    <a:pt x="76" y="76"/>
                  </a:lnTo>
                  <a:lnTo>
                    <a:pt x="151" y="7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35"/>
            <p:cNvSpPr/>
            <p:nvPr/>
          </p:nvSpPr>
          <p:spPr>
            <a:xfrm>
              <a:off x="2436472" y="3387101"/>
              <a:ext cx="3081" cy="27300"/>
            </a:xfrm>
            <a:custGeom>
              <a:rect b="b" l="l" r="r" t="t"/>
              <a:pathLst>
                <a:path extrusionOk="0" h="1202" w="151">
                  <a:moveTo>
                    <a:pt x="0" y="1"/>
                  </a:moveTo>
                  <a:lnTo>
                    <a:pt x="0" y="1202"/>
                  </a:lnTo>
                  <a:lnTo>
                    <a:pt x="151" y="37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35"/>
            <p:cNvSpPr/>
            <p:nvPr/>
          </p:nvSpPr>
          <p:spPr>
            <a:xfrm>
              <a:off x="2415028" y="3518375"/>
              <a:ext cx="20" cy="30707"/>
            </a:xfrm>
            <a:custGeom>
              <a:rect b="b" l="l" r="r" t="t"/>
              <a:pathLst>
                <a:path extrusionOk="0" h="1352" w="1">
                  <a:moveTo>
                    <a:pt x="1" y="375"/>
                  </a:moveTo>
                  <a:lnTo>
                    <a:pt x="1" y="0"/>
                  </a:lnTo>
                  <a:lnTo>
                    <a:pt x="1" y="1351"/>
                  </a:lnTo>
                  <a:lnTo>
                    <a:pt x="1" y="375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35"/>
            <p:cNvSpPr/>
            <p:nvPr/>
          </p:nvSpPr>
          <p:spPr>
            <a:xfrm>
              <a:off x="1411259" y="4367050"/>
              <a:ext cx="13812" cy="4611"/>
            </a:xfrm>
            <a:custGeom>
              <a:rect b="b" l="l" r="r" t="t"/>
              <a:pathLst>
                <a:path extrusionOk="0" h="226" w="677">
                  <a:moveTo>
                    <a:pt x="451" y="1"/>
                  </a:moveTo>
                  <a:lnTo>
                    <a:pt x="1" y="76"/>
                  </a:lnTo>
                  <a:lnTo>
                    <a:pt x="226" y="226"/>
                  </a:lnTo>
                  <a:lnTo>
                    <a:pt x="526" y="151"/>
                  </a:lnTo>
                  <a:lnTo>
                    <a:pt x="676" y="76"/>
                  </a:lnTo>
                  <a:lnTo>
                    <a:pt x="451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35"/>
            <p:cNvSpPr/>
            <p:nvPr/>
          </p:nvSpPr>
          <p:spPr>
            <a:xfrm>
              <a:off x="992336" y="4469588"/>
              <a:ext cx="27584" cy="27300"/>
            </a:xfrm>
            <a:custGeom>
              <a:rect b="b" l="l" r="r" t="t"/>
              <a:pathLst>
                <a:path extrusionOk="0" h="1202" w="1352">
                  <a:moveTo>
                    <a:pt x="1" y="1"/>
                  </a:moveTo>
                  <a:lnTo>
                    <a:pt x="751" y="752"/>
                  </a:lnTo>
                  <a:lnTo>
                    <a:pt x="1352" y="1202"/>
                  </a:lnTo>
                  <a:lnTo>
                    <a:pt x="751" y="601"/>
                  </a:lnTo>
                  <a:lnTo>
                    <a:pt x="376" y="3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35"/>
            <p:cNvSpPr/>
            <p:nvPr/>
          </p:nvSpPr>
          <p:spPr>
            <a:xfrm>
              <a:off x="698310" y="2439272"/>
              <a:ext cx="1551" cy="27300"/>
            </a:xfrm>
            <a:custGeom>
              <a:rect b="b" l="l" r="r" t="t"/>
              <a:pathLst>
                <a:path extrusionOk="0" h="1202" w="76">
                  <a:moveTo>
                    <a:pt x="0" y="1"/>
                  </a:moveTo>
                  <a:lnTo>
                    <a:pt x="0" y="601"/>
                  </a:lnTo>
                  <a:lnTo>
                    <a:pt x="75" y="120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35"/>
            <p:cNvSpPr/>
            <p:nvPr/>
          </p:nvSpPr>
          <p:spPr>
            <a:xfrm>
              <a:off x="2753471" y="1479519"/>
              <a:ext cx="1745801" cy="3235691"/>
            </a:xfrm>
            <a:custGeom>
              <a:rect b="b" l="l" r="r" t="t"/>
              <a:pathLst>
                <a:path extrusionOk="0" h="142463" w="85568">
                  <a:moveTo>
                    <a:pt x="1" y="1"/>
                  </a:moveTo>
                  <a:lnTo>
                    <a:pt x="1" y="99679"/>
                  </a:lnTo>
                  <a:lnTo>
                    <a:pt x="76" y="101856"/>
                  </a:lnTo>
                  <a:lnTo>
                    <a:pt x="226" y="104032"/>
                  </a:lnTo>
                  <a:lnTo>
                    <a:pt x="526" y="106209"/>
                  </a:lnTo>
                  <a:lnTo>
                    <a:pt x="901" y="108311"/>
                  </a:lnTo>
                  <a:lnTo>
                    <a:pt x="1352" y="110337"/>
                  </a:lnTo>
                  <a:lnTo>
                    <a:pt x="1952" y="112439"/>
                  </a:lnTo>
                  <a:lnTo>
                    <a:pt x="2628" y="114390"/>
                  </a:lnTo>
                  <a:lnTo>
                    <a:pt x="3378" y="116342"/>
                  </a:lnTo>
                  <a:lnTo>
                    <a:pt x="4204" y="118218"/>
                  </a:lnTo>
                  <a:lnTo>
                    <a:pt x="5180" y="120095"/>
                  </a:lnTo>
                  <a:lnTo>
                    <a:pt x="6231" y="121896"/>
                  </a:lnTo>
                  <a:lnTo>
                    <a:pt x="7281" y="123623"/>
                  </a:lnTo>
                  <a:lnTo>
                    <a:pt x="8482" y="125274"/>
                  </a:lnTo>
                  <a:lnTo>
                    <a:pt x="9758" y="126925"/>
                  </a:lnTo>
                  <a:lnTo>
                    <a:pt x="11109" y="128426"/>
                  </a:lnTo>
                  <a:lnTo>
                    <a:pt x="12535" y="129928"/>
                  </a:lnTo>
                  <a:lnTo>
                    <a:pt x="14037" y="131354"/>
                  </a:lnTo>
                  <a:lnTo>
                    <a:pt x="15538" y="132705"/>
                  </a:lnTo>
                  <a:lnTo>
                    <a:pt x="17189" y="133981"/>
                  </a:lnTo>
                  <a:lnTo>
                    <a:pt x="18840" y="135182"/>
                  </a:lnTo>
                  <a:lnTo>
                    <a:pt x="20567" y="136233"/>
                  </a:lnTo>
                  <a:lnTo>
                    <a:pt x="22368" y="137283"/>
                  </a:lnTo>
                  <a:lnTo>
                    <a:pt x="24245" y="138259"/>
                  </a:lnTo>
                  <a:lnTo>
                    <a:pt x="26121" y="139085"/>
                  </a:lnTo>
                  <a:lnTo>
                    <a:pt x="28073" y="139835"/>
                  </a:lnTo>
                  <a:lnTo>
                    <a:pt x="30024" y="140511"/>
                  </a:lnTo>
                  <a:lnTo>
                    <a:pt x="32126" y="141111"/>
                  </a:lnTo>
                  <a:lnTo>
                    <a:pt x="34153" y="141562"/>
                  </a:lnTo>
                  <a:lnTo>
                    <a:pt x="36254" y="141937"/>
                  </a:lnTo>
                  <a:lnTo>
                    <a:pt x="38431" y="142237"/>
                  </a:lnTo>
                  <a:lnTo>
                    <a:pt x="40608" y="142387"/>
                  </a:lnTo>
                  <a:lnTo>
                    <a:pt x="42784" y="142462"/>
                  </a:lnTo>
                  <a:lnTo>
                    <a:pt x="44961" y="142387"/>
                  </a:lnTo>
                  <a:lnTo>
                    <a:pt x="47138" y="142237"/>
                  </a:lnTo>
                  <a:lnTo>
                    <a:pt x="49314" y="141937"/>
                  </a:lnTo>
                  <a:lnTo>
                    <a:pt x="51416" y="141562"/>
                  </a:lnTo>
                  <a:lnTo>
                    <a:pt x="53443" y="141111"/>
                  </a:lnTo>
                  <a:lnTo>
                    <a:pt x="55544" y="140511"/>
                  </a:lnTo>
                  <a:lnTo>
                    <a:pt x="57496" y="139835"/>
                  </a:lnTo>
                  <a:lnTo>
                    <a:pt x="59447" y="139085"/>
                  </a:lnTo>
                  <a:lnTo>
                    <a:pt x="61324" y="138259"/>
                  </a:lnTo>
                  <a:lnTo>
                    <a:pt x="63200" y="137283"/>
                  </a:lnTo>
                  <a:lnTo>
                    <a:pt x="65002" y="136233"/>
                  </a:lnTo>
                  <a:lnTo>
                    <a:pt x="66728" y="135182"/>
                  </a:lnTo>
                  <a:lnTo>
                    <a:pt x="68379" y="133981"/>
                  </a:lnTo>
                  <a:lnTo>
                    <a:pt x="70031" y="132705"/>
                  </a:lnTo>
                  <a:lnTo>
                    <a:pt x="71532" y="131354"/>
                  </a:lnTo>
                  <a:lnTo>
                    <a:pt x="73033" y="129928"/>
                  </a:lnTo>
                  <a:lnTo>
                    <a:pt x="74459" y="128426"/>
                  </a:lnTo>
                  <a:lnTo>
                    <a:pt x="75810" y="126925"/>
                  </a:lnTo>
                  <a:lnTo>
                    <a:pt x="77086" y="125274"/>
                  </a:lnTo>
                  <a:lnTo>
                    <a:pt x="78287" y="123623"/>
                  </a:lnTo>
                  <a:lnTo>
                    <a:pt x="79338" y="121896"/>
                  </a:lnTo>
                  <a:lnTo>
                    <a:pt x="80389" y="120095"/>
                  </a:lnTo>
                  <a:lnTo>
                    <a:pt x="81365" y="118218"/>
                  </a:lnTo>
                  <a:lnTo>
                    <a:pt x="82190" y="116342"/>
                  </a:lnTo>
                  <a:lnTo>
                    <a:pt x="82941" y="114390"/>
                  </a:lnTo>
                  <a:lnTo>
                    <a:pt x="83616" y="112439"/>
                  </a:lnTo>
                  <a:lnTo>
                    <a:pt x="84217" y="110337"/>
                  </a:lnTo>
                  <a:lnTo>
                    <a:pt x="84667" y="108311"/>
                  </a:lnTo>
                  <a:lnTo>
                    <a:pt x="85043" y="106209"/>
                  </a:lnTo>
                  <a:lnTo>
                    <a:pt x="85343" y="104032"/>
                  </a:lnTo>
                  <a:lnTo>
                    <a:pt x="85493" y="101856"/>
                  </a:lnTo>
                  <a:lnTo>
                    <a:pt x="85568" y="99679"/>
                  </a:lnTo>
                  <a:lnTo>
                    <a:pt x="855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35"/>
            <p:cNvSpPr/>
            <p:nvPr/>
          </p:nvSpPr>
          <p:spPr>
            <a:xfrm>
              <a:off x="4291861" y="1477268"/>
              <a:ext cx="1571" cy="19933"/>
            </a:xfrm>
            <a:custGeom>
              <a:rect b="b" l="l" r="r" t="t"/>
              <a:pathLst>
                <a:path extrusionOk="0" h="977" w="77">
                  <a:moveTo>
                    <a:pt x="76" y="1"/>
                  </a:moveTo>
                  <a:lnTo>
                    <a:pt x="1" y="526"/>
                  </a:lnTo>
                  <a:lnTo>
                    <a:pt x="76" y="977"/>
                  </a:lnTo>
                  <a:lnTo>
                    <a:pt x="76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35"/>
            <p:cNvSpPr/>
            <p:nvPr/>
          </p:nvSpPr>
          <p:spPr>
            <a:xfrm>
              <a:off x="4291861" y="1503302"/>
              <a:ext cx="1571" cy="79651"/>
            </a:xfrm>
            <a:custGeom>
              <a:rect b="b" l="l" r="r" t="t"/>
              <a:pathLst>
                <a:path extrusionOk="0" h="3904" w="77">
                  <a:moveTo>
                    <a:pt x="1" y="1"/>
                  </a:moveTo>
                  <a:lnTo>
                    <a:pt x="1" y="2253"/>
                  </a:lnTo>
                  <a:lnTo>
                    <a:pt x="76" y="1277"/>
                  </a:lnTo>
                  <a:lnTo>
                    <a:pt x="1" y="1"/>
                  </a:lnTo>
                  <a:close/>
                  <a:moveTo>
                    <a:pt x="1" y="2253"/>
                  </a:moveTo>
                  <a:lnTo>
                    <a:pt x="1" y="2853"/>
                  </a:lnTo>
                  <a:lnTo>
                    <a:pt x="68" y="3720"/>
                  </a:lnTo>
                  <a:lnTo>
                    <a:pt x="1" y="2253"/>
                  </a:lnTo>
                  <a:close/>
                  <a:moveTo>
                    <a:pt x="68" y="3720"/>
                  </a:moveTo>
                  <a:lnTo>
                    <a:pt x="76" y="3904"/>
                  </a:lnTo>
                  <a:lnTo>
                    <a:pt x="76" y="3829"/>
                  </a:lnTo>
                  <a:lnTo>
                    <a:pt x="68" y="372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35"/>
            <p:cNvSpPr/>
            <p:nvPr/>
          </p:nvSpPr>
          <p:spPr>
            <a:xfrm>
              <a:off x="4494693" y="2914901"/>
              <a:ext cx="20" cy="8540"/>
            </a:xfrm>
            <a:custGeom>
              <a:rect b="b" l="l" r="r" t="t"/>
              <a:pathLst>
                <a:path extrusionOk="0" h="376" w="1">
                  <a:moveTo>
                    <a:pt x="1" y="376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376"/>
                  </a:lnTo>
                  <a:lnTo>
                    <a:pt x="1" y="376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35"/>
            <p:cNvSpPr/>
            <p:nvPr/>
          </p:nvSpPr>
          <p:spPr>
            <a:xfrm>
              <a:off x="4490103" y="3750216"/>
              <a:ext cx="20" cy="10243"/>
            </a:xfrm>
            <a:custGeom>
              <a:rect b="b" l="l" r="r" t="t"/>
              <a:pathLst>
                <a:path extrusionOk="0" h="451" w="1">
                  <a:moveTo>
                    <a:pt x="1" y="450"/>
                  </a:moveTo>
                  <a:lnTo>
                    <a:pt x="1" y="45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450"/>
                  </a:lnTo>
                  <a:lnTo>
                    <a:pt x="1" y="45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35"/>
            <p:cNvSpPr/>
            <p:nvPr/>
          </p:nvSpPr>
          <p:spPr>
            <a:xfrm>
              <a:off x="4474800" y="3891710"/>
              <a:ext cx="1551" cy="8540"/>
            </a:xfrm>
            <a:custGeom>
              <a:rect b="b" l="l" r="r" t="t"/>
              <a:pathLst>
                <a:path extrusionOk="0" h="376" w="76">
                  <a:moveTo>
                    <a:pt x="0" y="375"/>
                  </a:moveTo>
                  <a:lnTo>
                    <a:pt x="0" y="375"/>
                  </a:lnTo>
                  <a:lnTo>
                    <a:pt x="75" y="0"/>
                  </a:lnTo>
                  <a:lnTo>
                    <a:pt x="75" y="0"/>
                  </a:lnTo>
                  <a:lnTo>
                    <a:pt x="0" y="375"/>
                  </a:lnTo>
                  <a:lnTo>
                    <a:pt x="0" y="375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35"/>
            <p:cNvSpPr/>
            <p:nvPr/>
          </p:nvSpPr>
          <p:spPr>
            <a:xfrm>
              <a:off x="4493163" y="2923418"/>
              <a:ext cx="1551" cy="22190"/>
            </a:xfrm>
            <a:custGeom>
              <a:rect b="b" l="l" r="r" t="t"/>
              <a:pathLst>
                <a:path extrusionOk="0" h="977" w="76">
                  <a:moveTo>
                    <a:pt x="76" y="1"/>
                  </a:moveTo>
                  <a:lnTo>
                    <a:pt x="8" y="879"/>
                  </a:lnTo>
                  <a:lnTo>
                    <a:pt x="76" y="676"/>
                  </a:lnTo>
                  <a:lnTo>
                    <a:pt x="76" y="1"/>
                  </a:lnTo>
                  <a:close/>
                  <a:moveTo>
                    <a:pt x="8" y="879"/>
                  </a:moveTo>
                  <a:lnTo>
                    <a:pt x="1" y="901"/>
                  </a:lnTo>
                  <a:lnTo>
                    <a:pt x="1" y="976"/>
                  </a:lnTo>
                  <a:lnTo>
                    <a:pt x="8" y="879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35"/>
            <p:cNvSpPr/>
            <p:nvPr/>
          </p:nvSpPr>
          <p:spPr>
            <a:xfrm>
              <a:off x="4502365" y="1747177"/>
              <a:ext cx="20" cy="11947"/>
            </a:xfrm>
            <a:custGeom>
              <a:rect b="b" l="l" r="r" t="t"/>
              <a:pathLst>
                <a:path extrusionOk="0" h="526" w="1">
                  <a:moveTo>
                    <a:pt x="0" y="525"/>
                  </a:moveTo>
                  <a:lnTo>
                    <a:pt x="0" y="525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450"/>
                  </a:lnTo>
                  <a:lnTo>
                    <a:pt x="0" y="450"/>
                  </a:lnTo>
                  <a:lnTo>
                    <a:pt x="0" y="525"/>
                  </a:lnTo>
                  <a:lnTo>
                    <a:pt x="0" y="525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35"/>
            <p:cNvSpPr/>
            <p:nvPr/>
          </p:nvSpPr>
          <p:spPr>
            <a:xfrm>
              <a:off x="4491633" y="2541565"/>
              <a:ext cx="1551" cy="11947"/>
            </a:xfrm>
            <a:custGeom>
              <a:rect b="b" l="l" r="r" t="t"/>
              <a:pathLst>
                <a:path extrusionOk="0" h="526" w="76">
                  <a:moveTo>
                    <a:pt x="1" y="0"/>
                  </a:moveTo>
                  <a:lnTo>
                    <a:pt x="76" y="526"/>
                  </a:lnTo>
                  <a:lnTo>
                    <a:pt x="76" y="22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35"/>
            <p:cNvSpPr/>
            <p:nvPr/>
          </p:nvSpPr>
          <p:spPr>
            <a:xfrm>
              <a:off x="4493163" y="2268820"/>
              <a:ext cx="3081" cy="13650"/>
            </a:xfrm>
            <a:custGeom>
              <a:rect b="b" l="l" r="r" t="t"/>
              <a:pathLst>
                <a:path extrusionOk="0" h="601" w="151">
                  <a:moveTo>
                    <a:pt x="76" y="0"/>
                  </a:moveTo>
                  <a:lnTo>
                    <a:pt x="1" y="75"/>
                  </a:lnTo>
                  <a:lnTo>
                    <a:pt x="76" y="375"/>
                  </a:lnTo>
                  <a:lnTo>
                    <a:pt x="151" y="60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35"/>
            <p:cNvSpPr/>
            <p:nvPr/>
          </p:nvSpPr>
          <p:spPr>
            <a:xfrm>
              <a:off x="4497754" y="1813654"/>
              <a:ext cx="20" cy="8540"/>
            </a:xfrm>
            <a:custGeom>
              <a:rect b="b" l="l" r="r" t="t"/>
              <a:pathLst>
                <a:path extrusionOk="0" h="376" w="1">
                  <a:moveTo>
                    <a:pt x="1" y="376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376"/>
                  </a:lnTo>
                  <a:lnTo>
                    <a:pt x="1" y="376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35"/>
            <p:cNvSpPr/>
            <p:nvPr/>
          </p:nvSpPr>
          <p:spPr>
            <a:xfrm>
              <a:off x="4490103" y="2756350"/>
              <a:ext cx="1551" cy="3430"/>
            </a:xfrm>
            <a:custGeom>
              <a:rect b="b" l="l" r="r" t="t"/>
              <a:pathLst>
                <a:path extrusionOk="0" h="151" w="76">
                  <a:moveTo>
                    <a:pt x="76" y="1"/>
                  </a:moveTo>
                  <a:lnTo>
                    <a:pt x="76" y="1"/>
                  </a:lnTo>
                  <a:lnTo>
                    <a:pt x="1" y="151"/>
                  </a:lnTo>
                  <a:lnTo>
                    <a:pt x="1" y="151"/>
                  </a:lnTo>
                  <a:lnTo>
                    <a:pt x="76" y="1"/>
                  </a:lnTo>
                  <a:lnTo>
                    <a:pt x="76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35"/>
            <p:cNvSpPr/>
            <p:nvPr/>
          </p:nvSpPr>
          <p:spPr>
            <a:xfrm>
              <a:off x="3996305" y="1471147"/>
              <a:ext cx="1551" cy="20"/>
            </a:xfrm>
            <a:custGeom>
              <a:rect b="b" l="l" r="r" t="t"/>
              <a:pathLst>
                <a:path extrusionOk="0" h="1" w="76">
                  <a:moveTo>
                    <a:pt x="1" y="1"/>
                  </a:moveTo>
                  <a:lnTo>
                    <a:pt x="1" y="1"/>
                  </a:lnTo>
                  <a:lnTo>
                    <a:pt x="76" y="1"/>
                  </a:lnTo>
                  <a:lnTo>
                    <a:pt x="76" y="1"/>
                  </a:lnTo>
                  <a:lnTo>
                    <a:pt x="76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35"/>
            <p:cNvSpPr/>
            <p:nvPr/>
          </p:nvSpPr>
          <p:spPr>
            <a:xfrm>
              <a:off x="4287271" y="1477268"/>
              <a:ext cx="4611" cy="20"/>
            </a:xfrm>
            <a:custGeom>
              <a:rect b="b" l="l" r="r" t="t"/>
              <a:pathLst>
                <a:path extrusionOk="0" h="1" w="226">
                  <a:moveTo>
                    <a:pt x="226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35"/>
            <p:cNvSpPr/>
            <p:nvPr/>
          </p:nvSpPr>
          <p:spPr>
            <a:xfrm>
              <a:off x="4402819" y="4138882"/>
              <a:ext cx="1551" cy="3430"/>
            </a:xfrm>
            <a:custGeom>
              <a:rect b="b" l="l" r="r" t="t"/>
              <a:pathLst>
                <a:path extrusionOk="0" h="151" w="76">
                  <a:moveTo>
                    <a:pt x="0" y="151"/>
                  </a:moveTo>
                  <a:lnTo>
                    <a:pt x="0" y="151"/>
                  </a:lnTo>
                  <a:lnTo>
                    <a:pt x="0" y="151"/>
                  </a:lnTo>
                  <a:lnTo>
                    <a:pt x="0" y="151"/>
                  </a:lnTo>
                  <a:lnTo>
                    <a:pt x="75" y="1"/>
                  </a:lnTo>
                  <a:lnTo>
                    <a:pt x="0" y="151"/>
                  </a:lnTo>
                  <a:lnTo>
                    <a:pt x="0" y="15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35"/>
            <p:cNvSpPr/>
            <p:nvPr/>
          </p:nvSpPr>
          <p:spPr>
            <a:xfrm>
              <a:off x="2777975" y="3956484"/>
              <a:ext cx="7671" cy="27300"/>
            </a:xfrm>
            <a:custGeom>
              <a:rect b="b" l="l" r="r" t="t"/>
              <a:pathLst>
                <a:path extrusionOk="0" h="1202" w="376">
                  <a:moveTo>
                    <a:pt x="1" y="0"/>
                  </a:moveTo>
                  <a:lnTo>
                    <a:pt x="76" y="526"/>
                  </a:lnTo>
                  <a:lnTo>
                    <a:pt x="301" y="1051"/>
                  </a:lnTo>
                  <a:lnTo>
                    <a:pt x="376" y="1201"/>
                  </a:lnTo>
                  <a:lnTo>
                    <a:pt x="301" y="676"/>
                  </a:lnTo>
                  <a:lnTo>
                    <a:pt x="301" y="901"/>
                  </a:lnTo>
                  <a:lnTo>
                    <a:pt x="151" y="37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35"/>
            <p:cNvSpPr/>
            <p:nvPr/>
          </p:nvSpPr>
          <p:spPr>
            <a:xfrm>
              <a:off x="4502365" y="1765914"/>
              <a:ext cx="20" cy="11969"/>
            </a:xfrm>
            <a:custGeom>
              <a:rect b="b" l="l" r="r" t="t"/>
              <a:pathLst>
                <a:path extrusionOk="0" h="527" w="1">
                  <a:moveTo>
                    <a:pt x="0" y="1"/>
                  </a:moveTo>
                  <a:lnTo>
                    <a:pt x="0" y="1"/>
                  </a:lnTo>
                  <a:lnTo>
                    <a:pt x="0" y="526"/>
                  </a:lnTo>
                  <a:lnTo>
                    <a:pt x="0" y="526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35"/>
            <p:cNvSpPr/>
            <p:nvPr/>
          </p:nvSpPr>
          <p:spPr>
            <a:xfrm>
              <a:off x="2779505" y="3968408"/>
              <a:ext cx="1551" cy="5133"/>
            </a:xfrm>
            <a:custGeom>
              <a:rect b="b" l="l" r="r" t="t"/>
              <a:pathLst>
                <a:path extrusionOk="0" h="226" w="76">
                  <a:moveTo>
                    <a:pt x="1" y="1"/>
                  </a:moveTo>
                  <a:lnTo>
                    <a:pt x="1" y="1"/>
                  </a:lnTo>
                  <a:lnTo>
                    <a:pt x="76" y="226"/>
                  </a:lnTo>
                  <a:lnTo>
                    <a:pt x="76" y="22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35"/>
            <p:cNvSpPr/>
            <p:nvPr/>
          </p:nvSpPr>
          <p:spPr>
            <a:xfrm>
              <a:off x="4050584" y="4571881"/>
              <a:ext cx="6141" cy="1726"/>
            </a:xfrm>
            <a:custGeom>
              <a:rect b="b" l="l" r="r" t="t"/>
              <a:pathLst>
                <a:path extrusionOk="0" h="76" w="301">
                  <a:moveTo>
                    <a:pt x="1" y="76"/>
                  </a:moveTo>
                  <a:lnTo>
                    <a:pt x="1" y="76"/>
                  </a:lnTo>
                  <a:lnTo>
                    <a:pt x="301" y="0"/>
                  </a:lnTo>
                  <a:lnTo>
                    <a:pt x="301" y="0"/>
                  </a:lnTo>
                  <a:lnTo>
                    <a:pt x="1" y="76"/>
                  </a:lnTo>
                  <a:lnTo>
                    <a:pt x="1" y="76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35"/>
            <p:cNvSpPr/>
            <p:nvPr/>
          </p:nvSpPr>
          <p:spPr>
            <a:xfrm>
              <a:off x="4336959" y="4278673"/>
              <a:ext cx="6141" cy="8540"/>
            </a:xfrm>
            <a:custGeom>
              <a:rect b="b" l="l" r="r" t="t"/>
              <a:pathLst>
                <a:path extrusionOk="0" h="376" w="301">
                  <a:moveTo>
                    <a:pt x="301" y="0"/>
                  </a:moveTo>
                  <a:lnTo>
                    <a:pt x="301" y="0"/>
                  </a:lnTo>
                  <a:lnTo>
                    <a:pt x="1" y="376"/>
                  </a:lnTo>
                  <a:lnTo>
                    <a:pt x="1" y="376"/>
                  </a:lnTo>
                  <a:lnTo>
                    <a:pt x="301" y="0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35"/>
            <p:cNvSpPr/>
            <p:nvPr/>
          </p:nvSpPr>
          <p:spPr>
            <a:xfrm>
              <a:off x="3849962" y="4667339"/>
              <a:ext cx="13812" cy="5133"/>
            </a:xfrm>
            <a:custGeom>
              <a:rect b="b" l="l" r="r" t="t"/>
              <a:pathLst>
                <a:path extrusionOk="0" h="226" w="677">
                  <a:moveTo>
                    <a:pt x="676" y="1"/>
                  </a:moveTo>
                  <a:lnTo>
                    <a:pt x="76" y="151"/>
                  </a:lnTo>
                  <a:lnTo>
                    <a:pt x="1" y="226"/>
                  </a:lnTo>
                  <a:lnTo>
                    <a:pt x="676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35"/>
            <p:cNvSpPr/>
            <p:nvPr/>
          </p:nvSpPr>
          <p:spPr>
            <a:xfrm>
              <a:off x="3443469" y="4374721"/>
              <a:ext cx="10732" cy="20"/>
            </a:xfrm>
            <a:custGeom>
              <a:rect b="b" l="l" r="r" t="t"/>
              <a:pathLst>
                <a:path extrusionOk="0" h="1" w="526">
                  <a:moveTo>
                    <a:pt x="0" y="0"/>
                  </a:moveTo>
                  <a:lnTo>
                    <a:pt x="0" y="0"/>
                  </a:lnTo>
                  <a:lnTo>
                    <a:pt x="225" y="0"/>
                  </a:lnTo>
                  <a:lnTo>
                    <a:pt x="225" y="0"/>
                  </a:lnTo>
                  <a:lnTo>
                    <a:pt x="52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35"/>
            <p:cNvSpPr/>
            <p:nvPr/>
          </p:nvSpPr>
          <p:spPr>
            <a:xfrm>
              <a:off x="3334742" y="1466556"/>
              <a:ext cx="18383" cy="3081"/>
            </a:xfrm>
            <a:custGeom>
              <a:rect b="b" l="l" r="r" t="t"/>
              <a:pathLst>
                <a:path extrusionOk="0" h="151" w="901">
                  <a:moveTo>
                    <a:pt x="0" y="0"/>
                  </a:moveTo>
                  <a:lnTo>
                    <a:pt x="525" y="150"/>
                  </a:lnTo>
                  <a:lnTo>
                    <a:pt x="525" y="75"/>
                  </a:lnTo>
                  <a:lnTo>
                    <a:pt x="601" y="75"/>
                  </a:lnTo>
                  <a:lnTo>
                    <a:pt x="901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35"/>
            <p:cNvSpPr/>
            <p:nvPr/>
          </p:nvSpPr>
          <p:spPr>
            <a:xfrm>
              <a:off x="4502365" y="1757397"/>
              <a:ext cx="20" cy="8540"/>
            </a:xfrm>
            <a:custGeom>
              <a:rect b="b" l="l" r="r" t="t"/>
              <a:pathLst>
                <a:path extrusionOk="0" h="376" w="1">
                  <a:moveTo>
                    <a:pt x="0" y="75"/>
                  </a:moveTo>
                  <a:lnTo>
                    <a:pt x="0" y="75"/>
                  </a:lnTo>
                  <a:lnTo>
                    <a:pt x="0" y="376"/>
                  </a:lnTo>
                  <a:lnTo>
                    <a:pt x="0" y="37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5"/>
                  </a:lnTo>
                  <a:lnTo>
                    <a:pt x="0" y="75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35"/>
            <p:cNvSpPr/>
            <p:nvPr/>
          </p:nvSpPr>
          <p:spPr>
            <a:xfrm>
              <a:off x="3619586" y="4368580"/>
              <a:ext cx="35235" cy="7692"/>
            </a:xfrm>
            <a:custGeom>
              <a:rect b="b" l="l" r="r" t="t"/>
              <a:pathLst>
                <a:path extrusionOk="0" h="377" w="1727">
                  <a:moveTo>
                    <a:pt x="1726" y="1"/>
                  </a:moveTo>
                  <a:lnTo>
                    <a:pt x="0" y="376"/>
                  </a:lnTo>
                  <a:lnTo>
                    <a:pt x="826" y="226"/>
                  </a:lnTo>
                  <a:lnTo>
                    <a:pt x="1726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35"/>
            <p:cNvSpPr/>
            <p:nvPr/>
          </p:nvSpPr>
          <p:spPr>
            <a:xfrm>
              <a:off x="2744290" y="2333594"/>
              <a:ext cx="20" cy="8540"/>
            </a:xfrm>
            <a:custGeom>
              <a:rect b="b" l="l" r="r" t="t"/>
              <a:pathLst>
                <a:path extrusionOk="0" h="376" w="1">
                  <a:moveTo>
                    <a:pt x="0" y="376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376"/>
                  </a:lnTo>
                  <a:lnTo>
                    <a:pt x="0" y="376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35"/>
            <p:cNvSpPr/>
            <p:nvPr/>
          </p:nvSpPr>
          <p:spPr>
            <a:xfrm>
              <a:off x="3492476" y="4394614"/>
              <a:ext cx="24524" cy="20"/>
            </a:xfrm>
            <a:custGeom>
              <a:rect b="b" l="l" r="r" t="t"/>
              <a:pathLst>
                <a:path extrusionOk="0" h="1" w="1202">
                  <a:moveTo>
                    <a:pt x="1201" y="1"/>
                  </a:moveTo>
                  <a:lnTo>
                    <a:pt x="1201" y="1"/>
                  </a:lnTo>
                  <a:lnTo>
                    <a:pt x="225" y="1"/>
                  </a:lnTo>
                  <a:lnTo>
                    <a:pt x="22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201" y="1"/>
                  </a:lnTo>
                  <a:lnTo>
                    <a:pt x="1201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35"/>
            <p:cNvSpPr/>
            <p:nvPr/>
          </p:nvSpPr>
          <p:spPr>
            <a:xfrm>
              <a:off x="3345453" y="1469617"/>
              <a:ext cx="20" cy="20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35"/>
            <p:cNvSpPr/>
            <p:nvPr/>
          </p:nvSpPr>
          <p:spPr>
            <a:xfrm>
              <a:off x="2739699" y="1462485"/>
              <a:ext cx="1770305" cy="3268056"/>
            </a:xfrm>
            <a:custGeom>
              <a:rect b="b" l="l" r="r" t="t"/>
              <a:pathLst>
                <a:path extrusionOk="0" h="143888" w="86769">
                  <a:moveTo>
                    <a:pt x="11484" y="375"/>
                  </a:moveTo>
                  <a:lnTo>
                    <a:pt x="11484" y="451"/>
                  </a:lnTo>
                  <a:lnTo>
                    <a:pt x="11109" y="451"/>
                  </a:lnTo>
                  <a:lnTo>
                    <a:pt x="10809" y="375"/>
                  </a:lnTo>
                  <a:close/>
                  <a:moveTo>
                    <a:pt x="82265" y="601"/>
                  </a:moveTo>
                  <a:lnTo>
                    <a:pt x="82458" y="628"/>
                  </a:lnTo>
                  <a:lnTo>
                    <a:pt x="82458" y="628"/>
                  </a:lnTo>
                  <a:lnTo>
                    <a:pt x="83691" y="676"/>
                  </a:lnTo>
                  <a:lnTo>
                    <a:pt x="83691" y="676"/>
                  </a:lnTo>
                  <a:lnTo>
                    <a:pt x="82265" y="601"/>
                  </a:lnTo>
                  <a:close/>
                  <a:moveTo>
                    <a:pt x="86318" y="6831"/>
                  </a:moveTo>
                  <a:lnTo>
                    <a:pt x="86243" y="7581"/>
                  </a:lnTo>
                  <a:lnTo>
                    <a:pt x="86318" y="7356"/>
                  </a:lnTo>
                  <a:lnTo>
                    <a:pt x="86318" y="7731"/>
                  </a:lnTo>
                  <a:lnTo>
                    <a:pt x="86318" y="8482"/>
                  </a:lnTo>
                  <a:lnTo>
                    <a:pt x="86243" y="9383"/>
                  </a:lnTo>
                  <a:lnTo>
                    <a:pt x="86243" y="10583"/>
                  </a:lnTo>
                  <a:lnTo>
                    <a:pt x="86318" y="13211"/>
                  </a:lnTo>
                  <a:lnTo>
                    <a:pt x="86243" y="12535"/>
                  </a:lnTo>
                  <a:lnTo>
                    <a:pt x="86318" y="14111"/>
                  </a:lnTo>
                  <a:lnTo>
                    <a:pt x="86318" y="13811"/>
                  </a:lnTo>
                  <a:lnTo>
                    <a:pt x="86393" y="13361"/>
                  </a:lnTo>
                  <a:lnTo>
                    <a:pt x="86318" y="12610"/>
                  </a:lnTo>
                  <a:lnTo>
                    <a:pt x="86318" y="11634"/>
                  </a:lnTo>
                  <a:lnTo>
                    <a:pt x="86393" y="12535"/>
                  </a:lnTo>
                  <a:lnTo>
                    <a:pt x="86327" y="9699"/>
                  </a:lnTo>
                  <a:lnTo>
                    <a:pt x="86393" y="10358"/>
                  </a:lnTo>
                  <a:lnTo>
                    <a:pt x="86318" y="6831"/>
                  </a:lnTo>
                  <a:close/>
                  <a:moveTo>
                    <a:pt x="86168" y="15838"/>
                  </a:moveTo>
                  <a:lnTo>
                    <a:pt x="86168" y="15913"/>
                  </a:lnTo>
                  <a:lnTo>
                    <a:pt x="86171" y="15878"/>
                  </a:lnTo>
                  <a:lnTo>
                    <a:pt x="86168" y="15838"/>
                  </a:lnTo>
                  <a:close/>
                  <a:moveTo>
                    <a:pt x="86384" y="42430"/>
                  </a:moveTo>
                  <a:lnTo>
                    <a:pt x="86393" y="42634"/>
                  </a:lnTo>
                  <a:lnTo>
                    <a:pt x="86393" y="42483"/>
                  </a:lnTo>
                  <a:lnTo>
                    <a:pt x="86384" y="42430"/>
                  </a:lnTo>
                  <a:close/>
                  <a:moveTo>
                    <a:pt x="1051" y="48638"/>
                  </a:moveTo>
                  <a:lnTo>
                    <a:pt x="1008" y="48681"/>
                  </a:lnTo>
                  <a:lnTo>
                    <a:pt x="1008" y="48681"/>
                  </a:lnTo>
                  <a:lnTo>
                    <a:pt x="976" y="48939"/>
                  </a:lnTo>
                  <a:lnTo>
                    <a:pt x="1051" y="48638"/>
                  </a:lnTo>
                  <a:close/>
                  <a:moveTo>
                    <a:pt x="1051" y="51415"/>
                  </a:moveTo>
                  <a:lnTo>
                    <a:pt x="1050" y="51482"/>
                  </a:lnTo>
                  <a:lnTo>
                    <a:pt x="1051" y="51491"/>
                  </a:lnTo>
                  <a:lnTo>
                    <a:pt x="1051" y="51415"/>
                  </a:lnTo>
                  <a:close/>
                  <a:moveTo>
                    <a:pt x="86093" y="54193"/>
                  </a:moveTo>
                  <a:lnTo>
                    <a:pt x="86093" y="54643"/>
                  </a:lnTo>
                  <a:lnTo>
                    <a:pt x="86093" y="54868"/>
                  </a:lnTo>
                  <a:lnTo>
                    <a:pt x="86168" y="55018"/>
                  </a:lnTo>
                  <a:lnTo>
                    <a:pt x="86093" y="54193"/>
                  </a:lnTo>
                  <a:close/>
                  <a:moveTo>
                    <a:pt x="85943" y="77086"/>
                  </a:moveTo>
                  <a:lnTo>
                    <a:pt x="85943" y="77161"/>
                  </a:lnTo>
                  <a:lnTo>
                    <a:pt x="85947" y="77157"/>
                  </a:lnTo>
                  <a:lnTo>
                    <a:pt x="85947" y="77157"/>
                  </a:lnTo>
                  <a:lnTo>
                    <a:pt x="85943" y="77086"/>
                  </a:lnTo>
                  <a:close/>
                  <a:moveTo>
                    <a:pt x="450" y="80688"/>
                  </a:moveTo>
                  <a:lnTo>
                    <a:pt x="450" y="80989"/>
                  </a:lnTo>
                  <a:lnTo>
                    <a:pt x="454" y="80969"/>
                  </a:lnTo>
                  <a:lnTo>
                    <a:pt x="450" y="80688"/>
                  </a:lnTo>
                  <a:close/>
                  <a:moveTo>
                    <a:pt x="83015" y="113939"/>
                  </a:moveTo>
                  <a:lnTo>
                    <a:pt x="82790" y="114765"/>
                  </a:lnTo>
                  <a:lnTo>
                    <a:pt x="82872" y="114586"/>
                  </a:lnTo>
                  <a:lnTo>
                    <a:pt x="83015" y="113939"/>
                  </a:lnTo>
                  <a:close/>
                  <a:moveTo>
                    <a:pt x="5404" y="120820"/>
                  </a:moveTo>
                  <a:lnTo>
                    <a:pt x="5404" y="120920"/>
                  </a:lnTo>
                  <a:lnTo>
                    <a:pt x="5554" y="121220"/>
                  </a:lnTo>
                  <a:lnTo>
                    <a:pt x="5404" y="120820"/>
                  </a:lnTo>
                  <a:close/>
                  <a:moveTo>
                    <a:pt x="78362" y="124448"/>
                  </a:moveTo>
                  <a:lnTo>
                    <a:pt x="78287" y="124523"/>
                  </a:lnTo>
                  <a:lnTo>
                    <a:pt x="78062" y="124898"/>
                  </a:lnTo>
                  <a:lnTo>
                    <a:pt x="78212" y="124673"/>
                  </a:lnTo>
                  <a:lnTo>
                    <a:pt x="78362" y="124448"/>
                  </a:lnTo>
                  <a:close/>
                  <a:moveTo>
                    <a:pt x="11784" y="128801"/>
                  </a:moveTo>
                  <a:lnTo>
                    <a:pt x="12610" y="129627"/>
                  </a:lnTo>
                  <a:lnTo>
                    <a:pt x="12235" y="129176"/>
                  </a:lnTo>
                  <a:lnTo>
                    <a:pt x="11784" y="128801"/>
                  </a:lnTo>
                  <a:close/>
                  <a:moveTo>
                    <a:pt x="72357" y="131203"/>
                  </a:moveTo>
                  <a:lnTo>
                    <a:pt x="72357" y="131203"/>
                  </a:lnTo>
                  <a:lnTo>
                    <a:pt x="72357" y="131203"/>
                  </a:lnTo>
                  <a:close/>
                  <a:moveTo>
                    <a:pt x="55229" y="142372"/>
                  </a:moveTo>
                  <a:lnTo>
                    <a:pt x="55169" y="142387"/>
                  </a:lnTo>
                  <a:lnTo>
                    <a:pt x="55244" y="142387"/>
                  </a:lnTo>
                  <a:lnTo>
                    <a:pt x="55229" y="142372"/>
                  </a:lnTo>
                  <a:close/>
                  <a:moveTo>
                    <a:pt x="2927" y="0"/>
                  </a:moveTo>
                  <a:lnTo>
                    <a:pt x="1726" y="150"/>
                  </a:lnTo>
                  <a:lnTo>
                    <a:pt x="1201" y="150"/>
                  </a:lnTo>
                  <a:lnTo>
                    <a:pt x="1201" y="75"/>
                  </a:lnTo>
                  <a:lnTo>
                    <a:pt x="375" y="75"/>
                  </a:lnTo>
                  <a:lnTo>
                    <a:pt x="601" y="150"/>
                  </a:lnTo>
                  <a:lnTo>
                    <a:pt x="375" y="225"/>
                  </a:lnTo>
                  <a:lnTo>
                    <a:pt x="150" y="225"/>
                  </a:lnTo>
                  <a:lnTo>
                    <a:pt x="150" y="375"/>
                  </a:lnTo>
                  <a:lnTo>
                    <a:pt x="150" y="676"/>
                  </a:lnTo>
                  <a:lnTo>
                    <a:pt x="75" y="1051"/>
                  </a:lnTo>
                  <a:lnTo>
                    <a:pt x="75" y="1126"/>
                  </a:lnTo>
                  <a:lnTo>
                    <a:pt x="0" y="676"/>
                  </a:lnTo>
                  <a:lnTo>
                    <a:pt x="0" y="1501"/>
                  </a:lnTo>
                  <a:lnTo>
                    <a:pt x="75" y="2027"/>
                  </a:lnTo>
                  <a:lnTo>
                    <a:pt x="75" y="3078"/>
                  </a:lnTo>
                  <a:lnTo>
                    <a:pt x="150" y="5404"/>
                  </a:lnTo>
                  <a:lnTo>
                    <a:pt x="225" y="7731"/>
                  </a:lnTo>
                  <a:lnTo>
                    <a:pt x="150" y="9683"/>
                  </a:lnTo>
                  <a:lnTo>
                    <a:pt x="75" y="9232"/>
                  </a:lnTo>
                  <a:lnTo>
                    <a:pt x="75" y="10358"/>
                  </a:lnTo>
                  <a:lnTo>
                    <a:pt x="225" y="11184"/>
                  </a:lnTo>
                  <a:lnTo>
                    <a:pt x="300" y="11935"/>
                  </a:lnTo>
                  <a:lnTo>
                    <a:pt x="225" y="12985"/>
                  </a:lnTo>
                  <a:lnTo>
                    <a:pt x="225" y="18615"/>
                  </a:lnTo>
                  <a:lnTo>
                    <a:pt x="225" y="21467"/>
                  </a:lnTo>
                  <a:lnTo>
                    <a:pt x="150" y="23944"/>
                  </a:lnTo>
                  <a:lnTo>
                    <a:pt x="150" y="24244"/>
                  </a:lnTo>
                  <a:lnTo>
                    <a:pt x="225" y="24770"/>
                  </a:lnTo>
                  <a:lnTo>
                    <a:pt x="225" y="26121"/>
                  </a:lnTo>
                  <a:lnTo>
                    <a:pt x="225" y="27397"/>
                  </a:lnTo>
                  <a:lnTo>
                    <a:pt x="225" y="27847"/>
                  </a:lnTo>
                  <a:lnTo>
                    <a:pt x="300" y="28072"/>
                  </a:lnTo>
                  <a:lnTo>
                    <a:pt x="225" y="30099"/>
                  </a:lnTo>
                  <a:lnTo>
                    <a:pt x="75" y="32876"/>
                  </a:lnTo>
                  <a:lnTo>
                    <a:pt x="150" y="33401"/>
                  </a:lnTo>
                  <a:lnTo>
                    <a:pt x="225" y="33927"/>
                  </a:lnTo>
                  <a:lnTo>
                    <a:pt x="225" y="34452"/>
                  </a:lnTo>
                  <a:lnTo>
                    <a:pt x="300" y="35128"/>
                  </a:lnTo>
                  <a:lnTo>
                    <a:pt x="150" y="35203"/>
                  </a:lnTo>
                  <a:lnTo>
                    <a:pt x="300" y="36554"/>
                  </a:lnTo>
                  <a:lnTo>
                    <a:pt x="150" y="37304"/>
                  </a:lnTo>
                  <a:lnTo>
                    <a:pt x="225" y="38355"/>
                  </a:lnTo>
                  <a:lnTo>
                    <a:pt x="225" y="37755"/>
                  </a:lnTo>
                  <a:lnTo>
                    <a:pt x="300" y="37530"/>
                  </a:lnTo>
                  <a:lnTo>
                    <a:pt x="300" y="38806"/>
                  </a:lnTo>
                  <a:lnTo>
                    <a:pt x="300" y="40007"/>
                  </a:lnTo>
                  <a:lnTo>
                    <a:pt x="225" y="41283"/>
                  </a:lnTo>
                  <a:lnTo>
                    <a:pt x="300" y="44960"/>
                  </a:lnTo>
                  <a:lnTo>
                    <a:pt x="225" y="44510"/>
                  </a:lnTo>
                  <a:lnTo>
                    <a:pt x="225" y="44660"/>
                  </a:lnTo>
                  <a:lnTo>
                    <a:pt x="225" y="44885"/>
                  </a:lnTo>
                  <a:lnTo>
                    <a:pt x="225" y="45111"/>
                  </a:lnTo>
                  <a:lnTo>
                    <a:pt x="225" y="45786"/>
                  </a:lnTo>
                  <a:lnTo>
                    <a:pt x="300" y="45861"/>
                  </a:lnTo>
                  <a:lnTo>
                    <a:pt x="300" y="46086"/>
                  </a:lnTo>
                  <a:lnTo>
                    <a:pt x="300" y="48038"/>
                  </a:lnTo>
                  <a:lnTo>
                    <a:pt x="300" y="50440"/>
                  </a:lnTo>
                  <a:lnTo>
                    <a:pt x="225" y="50139"/>
                  </a:lnTo>
                  <a:lnTo>
                    <a:pt x="375" y="58846"/>
                  </a:lnTo>
                  <a:lnTo>
                    <a:pt x="375" y="58246"/>
                  </a:lnTo>
                  <a:lnTo>
                    <a:pt x="375" y="58096"/>
                  </a:lnTo>
                  <a:lnTo>
                    <a:pt x="450" y="58846"/>
                  </a:lnTo>
                  <a:lnTo>
                    <a:pt x="375" y="59222"/>
                  </a:lnTo>
                  <a:lnTo>
                    <a:pt x="450" y="59297"/>
                  </a:lnTo>
                  <a:lnTo>
                    <a:pt x="450" y="59447"/>
                  </a:lnTo>
                  <a:lnTo>
                    <a:pt x="450" y="60047"/>
                  </a:lnTo>
                  <a:lnTo>
                    <a:pt x="450" y="60197"/>
                  </a:lnTo>
                  <a:lnTo>
                    <a:pt x="375" y="59597"/>
                  </a:lnTo>
                  <a:lnTo>
                    <a:pt x="375" y="60948"/>
                  </a:lnTo>
                  <a:lnTo>
                    <a:pt x="375" y="62074"/>
                  </a:lnTo>
                  <a:lnTo>
                    <a:pt x="300" y="63050"/>
                  </a:lnTo>
                  <a:lnTo>
                    <a:pt x="375" y="63800"/>
                  </a:lnTo>
                  <a:lnTo>
                    <a:pt x="375" y="63875"/>
                  </a:lnTo>
                  <a:lnTo>
                    <a:pt x="375" y="70706"/>
                  </a:lnTo>
                  <a:lnTo>
                    <a:pt x="450" y="71306"/>
                  </a:lnTo>
                  <a:lnTo>
                    <a:pt x="526" y="72432"/>
                  </a:lnTo>
                  <a:lnTo>
                    <a:pt x="450" y="78437"/>
                  </a:lnTo>
                  <a:lnTo>
                    <a:pt x="526" y="79262"/>
                  </a:lnTo>
                  <a:lnTo>
                    <a:pt x="526" y="79563"/>
                  </a:lnTo>
                  <a:lnTo>
                    <a:pt x="526" y="80538"/>
                  </a:lnTo>
                  <a:lnTo>
                    <a:pt x="454" y="80969"/>
                  </a:lnTo>
                  <a:lnTo>
                    <a:pt x="526" y="87294"/>
                  </a:lnTo>
                  <a:lnTo>
                    <a:pt x="526" y="88044"/>
                  </a:lnTo>
                  <a:lnTo>
                    <a:pt x="526" y="90821"/>
                  </a:lnTo>
                  <a:lnTo>
                    <a:pt x="450" y="93899"/>
                  </a:lnTo>
                  <a:lnTo>
                    <a:pt x="450" y="96826"/>
                  </a:lnTo>
                  <a:lnTo>
                    <a:pt x="450" y="99228"/>
                  </a:lnTo>
                  <a:lnTo>
                    <a:pt x="526" y="102230"/>
                  </a:lnTo>
                  <a:lnTo>
                    <a:pt x="526" y="102531"/>
                  </a:lnTo>
                  <a:lnTo>
                    <a:pt x="450" y="102155"/>
                  </a:lnTo>
                  <a:lnTo>
                    <a:pt x="450" y="102455"/>
                  </a:lnTo>
                  <a:lnTo>
                    <a:pt x="676" y="104707"/>
                  </a:lnTo>
                  <a:lnTo>
                    <a:pt x="901" y="106659"/>
                  </a:lnTo>
                  <a:lnTo>
                    <a:pt x="1126" y="108460"/>
                  </a:lnTo>
                  <a:lnTo>
                    <a:pt x="1351" y="109361"/>
                  </a:lnTo>
                  <a:lnTo>
                    <a:pt x="1576" y="110337"/>
                  </a:lnTo>
                  <a:lnTo>
                    <a:pt x="1726" y="111237"/>
                  </a:lnTo>
                  <a:lnTo>
                    <a:pt x="2027" y="112438"/>
                  </a:lnTo>
                  <a:lnTo>
                    <a:pt x="2402" y="113714"/>
                  </a:lnTo>
                  <a:lnTo>
                    <a:pt x="2852" y="115065"/>
                  </a:lnTo>
                  <a:lnTo>
                    <a:pt x="3978" y="117767"/>
                  </a:lnTo>
                  <a:lnTo>
                    <a:pt x="4954" y="120094"/>
                  </a:lnTo>
                  <a:lnTo>
                    <a:pt x="4954" y="119944"/>
                  </a:lnTo>
                  <a:lnTo>
                    <a:pt x="5329" y="120620"/>
                  </a:lnTo>
                  <a:lnTo>
                    <a:pt x="5404" y="120820"/>
                  </a:lnTo>
                  <a:lnTo>
                    <a:pt x="5404" y="120770"/>
                  </a:lnTo>
                  <a:lnTo>
                    <a:pt x="5479" y="120920"/>
                  </a:lnTo>
                  <a:lnTo>
                    <a:pt x="6680" y="122947"/>
                  </a:lnTo>
                  <a:lnTo>
                    <a:pt x="7956" y="124973"/>
                  </a:lnTo>
                  <a:lnTo>
                    <a:pt x="9382" y="126925"/>
                  </a:lnTo>
                  <a:lnTo>
                    <a:pt x="10884" y="128876"/>
                  </a:lnTo>
                  <a:lnTo>
                    <a:pt x="12460" y="130678"/>
                  </a:lnTo>
                  <a:lnTo>
                    <a:pt x="14186" y="132404"/>
                  </a:lnTo>
                  <a:lnTo>
                    <a:pt x="15988" y="134055"/>
                  </a:lnTo>
                  <a:lnTo>
                    <a:pt x="17939" y="135631"/>
                  </a:lnTo>
                  <a:lnTo>
                    <a:pt x="18990" y="136307"/>
                  </a:lnTo>
                  <a:lnTo>
                    <a:pt x="19591" y="136607"/>
                  </a:lnTo>
                  <a:lnTo>
                    <a:pt x="20266" y="136907"/>
                  </a:lnTo>
                  <a:lnTo>
                    <a:pt x="21617" y="137808"/>
                  </a:lnTo>
                  <a:lnTo>
                    <a:pt x="20791" y="137508"/>
                  </a:lnTo>
                  <a:lnTo>
                    <a:pt x="20791" y="137508"/>
                  </a:lnTo>
                  <a:lnTo>
                    <a:pt x="22368" y="138334"/>
                  </a:lnTo>
                  <a:lnTo>
                    <a:pt x="24019" y="139234"/>
                  </a:lnTo>
                  <a:lnTo>
                    <a:pt x="25670" y="139985"/>
                  </a:lnTo>
                  <a:lnTo>
                    <a:pt x="27322" y="140735"/>
                  </a:lnTo>
                  <a:lnTo>
                    <a:pt x="28973" y="141336"/>
                  </a:lnTo>
                  <a:lnTo>
                    <a:pt x="30699" y="141936"/>
                  </a:lnTo>
                  <a:lnTo>
                    <a:pt x="32426" y="142387"/>
                  </a:lnTo>
                  <a:lnTo>
                    <a:pt x="34152" y="142762"/>
                  </a:lnTo>
                  <a:lnTo>
                    <a:pt x="33852" y="142762"/>
                  </a:lnTo>
                  <a:lnTo>
                    <a:pt x="33401" y="142687"/>
                  </a:lnTo>
                  <a:lnTo>
                    <a:pt x="34377" y="142987"/>
                  </a:lnTo>
                  <a:lnTo>
                    <a:pt x="35578" y="143212"/>
                  </a:lnTo>
                  <a:lnTo>
                    <a:pt x="36554" y="143287"/>
                  </a:lnTo>
                  <a:lnTo>
                    <a:pt x="37004" y="143287"/>
                  </a:lnTo>
                  <a:lnTo>
                    <a:pt x="37380" y="143363"/>
                  </a:lnTo>
                  <a:lnTo>
                    <a:pt x="37455" y="143438"/>
                  </a:lnTo>
                  <a:lnTo>
                    <a:pt x="37455" y="143513"/>
                  </a:lnTo>
                  <a:lnTo>
                    <a:pt x="37605" y="143513"/>
                  </a:lnTo>
                  <a:lnTo>
                    <a:pt x="38430" y="143663"/>
                  </a:lnTo>
                  <a:lnTo>
                    <a:pt x="39256" y="143738"/>
                  </a:lnTo>
                  <a:lnTo>
                    <a:pt x="40082" y="143738"/>
                  </a:lnTo>
                  <a:lnTo>
                    <a:pt x="40607" y="143813"/>
                  </a:lnTo>
                  <a:lnTo>
                    <a:pt x="40157" y="143813"/>
                  </a:lnTo>
                  <a:lnTo>
                    <a:pt x="41808" y="143888"/>
                  </a:lnTo>
                  <a:lnTo>
                    <a:pt x="42634" y="143888"/>
                  </a:lnTo>
                  <a:lnTo>
                    <a:pt x="42559" y="143813"/>
                  </a:lnTo>
                  <a:lnTo>
                    <a:pt x="43835" y="143888"/>
                  </a:lnTo>
                  <a:lnTo>
                    <a:pt x="45036" y="143813"/>
                  </a:lnTo>
                  <a:lnTo>
                    <a:pt x="45636" y="143813"/>
                  </a:lnTo>
                  <a:lnTo>
                    <a:pt x="46161" y="143738"/>
                  </a:lnTo>
                  <a:lnTo>
                    <a:pt x="47287" y="143738"/>
                  </a:lnTo>
                  <a:lnTo>
                    <a:pt x="48113" y="143588"/>
                  </a:lnTo>
                  <a:lnTo>
                    <a:pt x="49164" y="143438"/>
                  </a:lnTo>
                  <a:lnTo>
                    <a:pt x="50065" y="143363"/>
                  </a:lnTo>
                  <a:lnTo>
                    <a:pt x="50365" y="143287"/>
                  </a:lnTo>
                  <a:lnTo>
                    <a:pt x="50515" y="143137"/>
                  </a:lnTo>
                  <a:lnTo>
                    <a:pt x="50515" y="143212"/>
                  </a:lnTo>
                  <a:lnTo>
                    <a:pt x="50965" y="143212"/>
                  </a:lnTo>
                  <a:lnTo>
                    <a:pt x="52166" y="143062"/>
                  </a:lnTo>
                  <a:lnTo>
                    <a:pt x="53517" y="142687"/>
                  </a:lnTo>
                  <a:lnTo>
                    <a:pt x="54118" y="142537"/>
                  </a:lnTo>
                  <a:lnTo>
                    <a:pt x="54585" y="142403"/>
                  </a:lnTo>
                  <a:lnTo>
                    <a:pt x="54585" y="142403"/>
                  </a:lnTo>
                  <a:lnTo>
                    <a:pt x="54643" y="142462"/>
                  </a:lnTo>
                  <a:lnTo>
                    <a:pt x="54943" y="142387"/>
                  </a:lnTo>
                  <a:lnTo>
                    <a:pt x="55169" y="142312"/>
                  </a:lnTo>
                  <a:lnTo>
                    <a:pt x="55229" y="142372"/>
                  </a:lnTo>
                  <a:lnTo>
                    <a:pt x="55229" y="142372"/>
                  </a:lnTo>
                  <a:lnTo>
                    <a:pt x="56069" y="142162"/>
                  </a:lnTo>
                  <a:lnTo>
                    <a:pt x="56745" y="141936"/>
                  </a:lnTo>
                  <a:lnTo>
                    <a:pt x="57195" y="141711"/>
                  </a:lnTo>
                  <a:lnTo>
                    <a:pt x="57270" y="141636"/>
                  </a:lnTo>
                  <a:lnTo>
                    <a:pt x="57195" y="141636"/>
                  </a:lnTo>
                  <a:lnTo>
                    <a:pt x="58096" y="141411"/>
                  </a:lnTo>
                  <a:lnTo>
                    <a:pt x="58921" y="141111"/>
                  </a:lnTo>
                  <a:lnTo>
                    <a:pt x="60423" y="140435"/>
                  </a:lnTo>
                  <a:lnTo>
                    <a:pt x="61699" y="139835"/>
                  </a:lnTo>
                  <a:lnTo>
                    <a:pt x="62299" y="139610"/>
                  </a:lnTo>
                  <a:lnTo>
                    <a:pt x="62825" y="139459"/>
                  </a:lnTo>
                  <a:lnTo>
                    <a:pt x="65226" y="138033"/>
                  </a:lnTo>
                  <a:lnTo>
                    <a:pt x="67478" y="136607"/>
                  </a:lnTo>
                  <a:lnTo>
                    <a:pt x="69580" y="135031"/>
                  </a:lnTo>
                  <a:lnTo>
                    <a:pt x="71531" y="133380"/>
                  </a:lnTo>
                  <a:lnTo>
                    <a:pt x="71531" y="133455"/>
                  </a:lnTo>
                  <a:lnTo>
                    <a:pt x="71456" y="133605"/>
                  </a:lnTo>
                  <a:lnTo>
                    <a:pt x="71081" y="133905"/>
                  </a:lnTo>
                  <a:lnTo>
                    <a:pt x="70105" y="134731"/>
                  </a:lnTo>
                  <a:lnTo>
                    <a:pt x="69205" y="135481"/>
                  </a:lnTo>
                  <a:lnTo>
                    <a:pt x="68904" y="135707"/>
                  </a:lnTo>
                  <a:lnTo>
                    <a:pt x="68829" y="135782"/>
                  </a:lnTo>
                  <a:lnTo>
                    <a:pt x="68904" y="135857"/>
                  </a:lnTo>
                  <a:lnTo>
                    <a:pt x="69805" y="135106"/>
                  </a:lnTo>
                  <a:lnTo>
                    <a:pt x="70556" y="134431"/>
                  </a:lnTo>
                  <a:lnTo>
                    <a:pt x="71306" y="133755"/>
                  </a:lnTo>
                  <a:lnTo>
                    <a:pt x="71982" y="133155"/>
                  </a:lnTo>
                  <a:lnTo>
                    <a:pt x="72657" y="132479"/>
                  </a:lnTo>
                  <a:lnTo>
                    <a:pt x="73333" y="131803"/>
                  </a:lnTo>
                  <a:lnTo>
                    <a:pt x="74083" y="131053"/>
                  </a:lnTo>
                  <a:lnTo>
                    <a:pt x="74909" y="130227"/>
                  </a:lnTo>
                  <a:lnTo>
                    <a:pt x="75134" y="130077"/>
                  </a:lnTo>
                  <a:lnTo>
                    <a:pt x="74984" y="130302"/>
                  </a:lnTo>
                  <a:lnTo>
                    <a:pt x="74534" y="130903"/>
                  </a:lnTo>
                  <a:lnTo>
                    <a:pt x="76110" y="129101"/>
                  </a:lnTo>
                  <a:lnTo>
                    <a:pt x="77536" y="127375"/>
                  </a:lnTo>
                  <a:lnTo>
                    <a:pt x="78887" y="125574"/>
                  </a:lnTo>
                  <a:lnTo>
                    <a:pt x="79488" y="124673"/>
                  </a:lnTo>
                  <a:lnTo>
                    <a:pt x="80013" y="123772"/>
                  </a:lnTo>
                  <a:lnTo>
                    <a:pt x="79788" y="124298"/>
                  </a:lnTo>
                  <a:lnTo>
                    <a:pt x="80238" y="123622"/>
                  </a:lnTo>
                  <a:lnTo>
                    <a:pt x="80388" y="123322"/>
                  </a:lnTo>
                  <a:lnTo>
                    <a:pt x="80388" y="123247"/>
                  </a:lnTo>
                  <a:lnTo>
                    <a:pt x="80088" y="123697"/>
                  </a:lnTo>
                  <a:lnTo>
                    <a:pt x="79938" y="123772"/>
                  </a:lnTo>
                  <a:lnTo>
                    <a:pt x="79938" y="123622"/>
                  </a:lnTo>
                  <a:lnTo>
                    <a:pt x="80313" y="122871"/>
                  </a:lnTo>
                  <a:lnTo>
                    <a:pt x="80689" y="121971"/>
                  </a:lnTo>
                  <a:lnTo>
                    <a:pt x="80839" y="121445"/>
                  </a:lnTo>
                  <a:lnTo>
                    <a:pt x="80839" y="121595"/>
                  </a:lnTo>
                  <a:lnTo>
                    <a:pt x="80914" y="121671"/>
                  </a:lnTo>
                  <a:lnTo>
                    <a:pt x="81064" y="121520"/>
                  </a:lnTo>
                  <a:lnTo>
                    <a:pt x="81514" y="120845"/>
                  </a:lnTo>
                  <a:lnTo>
                    <a:pt x="81739" y="120470"/>
                  </a:lnTo>
                  <a:lnTo>
                    <a:pt x="81890" y="120244"/>
                  </a:lnTo>
                  <a:lnTo>
                    <a:pt x="81965" y="120169"/>
                  </a:lnTo>
                  <a:lnTo>
                    <a:pt x="82040" y="120244"/>
                  </a:lnTo>
                  <a:lnTo>
                    <a:pt x="81965" y="120620"/>
                  </a:lnTo>
                  <a:lnTo>
                    <a:pt x="82190" y="120094"/>
                  </a:lnTo>
                  <a:lnTo>
                    <a:pt x="82190" y="119944"/>
                  </a:lnTo>
                  <a:lnTo>
                    <a:pt x="82190" y="119869"/>
                  </a:lnTo>
                  <a:lnTo>
                    <a:pt x="82490" y="119419"/>
                  </a:lnTo>
                  <a:lnTo>
                    <a:pt x="82490" y="119494"/>
                  </a:lnTo>
                  <a:lnTo>
                    <a:pt x="82415" y="119794"/>
                  </a:lnTo>
                  <a:lnTo>
                    <a:pt x="82640" y="119194"/>
                  </a:lnTo>
                  <a:lnTo>
                    <a:pt x="82790" y="118818"/>
                  </a:lnTo>
                  <a:lnTo>
                    <a:pt x="83015" y="118293"/>
                  </a:lnTo>
                  <a:lnTo>
                    <a:pt x="83166" y="117767"/>
                  </a:lnTo>
                  <a:lnTo>
                    <a:pt x="83541" y="116867"/>
                  </a:lnTo>
                  <a:lnTo>
                    <a:pt x="83541" y="117092"/>
                  </a:lnTo>
                  <a:lnTo>
                    <a:pt x="83466" y="117467"/>
                  </a:lnTo>
                  <a:lnTo>
                    <a:pt x="83841" y="116041"/>
                  </a:lnTo>
                  <a:lnTo>
                    <a:pt x="84141" y="115215"/>
                  </a:lnTo>
                  <a:lnTo>
                    <a:pt x="84442" y="114240"/>
                  </a:lnTo>
                  <a:lnTo>
                    <a:pt x="84517" y="114315"/>
                  </a:lnTo>
                  <a:lnTo>
                    <a:pt x="84442" y="114615"/>
                  </a:lnTo>
                  <a:lnTo>
                    <a:pt x="84967" y="112814"/>
                  </a:lnTo>
                  <a:lnTo>
                    <a:pt x="85342" y="111087"/>
                  </a:lnTo>
                  <a:lnTo>
                    <a:pt x="86018" y="107409"/>
                  </a:lnTo>
                  <a:lnTo>
                    <a:pt x="86093" y="107635"/>
                  </a:lnTo>
                  <a:lnTo>
                    <a:pt x="86243" y="107259"/>
                  </a:lnTo>
                  <a:lnTo>
                    <a:pt x="86393" y="106659"/>
                  </a:lnTo>
                  <a:lnTo>
                    <a:pt x="86393" y="106434"/>
                  </a:lnTo>
                  <a:lnTo>
                    <a:pt x="86543" y="106359"/>
                  </a:lnTo>
                  <a:lnTo>
                    <a:pt x="86618" y="104782"/>
                  </a:lnTo>
                  <a:lnTo>
                    <a:pt x="86468" y="105383"/>
                  </a:lnTo>
                  <a:lnTo>
                    <a:pt x="86468" y="104857"/>
                  </a:lnTo>
                  <a:lnTo>
                    <a:pt x="86543" y="104407"/>
                  </a:lnTo>
                  <a:lnTo>
                    <a:pt x="86543" y="103431"/>
                  </a:lnTo>
                  <a:lnTo>
                    <a:pt x="86543" y="102531"/>
                  </a:lnTo>
                  <a:lnTo>
                    <a:pt x="86618" y="101630"/>
                  </a:lnTo>
                  <a:lnTo>
                    <a:pt x="86693" y="102681"/>
                  </a:lnTo>
                  <a:lnTo>
                    <a:pt x="86693" y="100129"/>
                  </a:lnTo>
                  <a:lnTo>
                    <a:pt x="86543" y="101555"/>
                  </a:lnTo>
                  <a:lnTo>
                    <a:pt x="86468" y="100954"/>
                  </a:lnTo>
                  <a:lnTo>
                    <a:pt x="86468" y="100879"/>
                  </a:lnTo>
                  <a:lnTo>
                    <a:pt x="86393" y="100879"/>
                  </a:lnTo>
                  <a:lnTo>
                    <a:pt x="86318" y="100729"/>
                  </a:lnTo>
                  <a:lnTo>
                    <a:pt x="86393" y="99903"/>
                  </a:lnTo>
                  <a:lnTo>
                    <a:pt x="86393" y="99303"/>
                  </a:lnTo>
                  <a:lnTo>
                    <a:pt x="86468" y="98552"/>
                  </a:lnTo>
                  <a:lnTo>
                    <a:pt x="86543" y="97877"/>
                  </a:lnTo>
                  <a:lnTo>
                    <a:pt x="86393" y="96826"/>
                  </a:lnTo>
                  <a:lnTo>
                    <a:pt x="86393" y="95475"/>
                  </a:lnTo>
                  <a:lnTo>
                    <a:pt x="86468" y="95400"/>
                  </a:lnTo>
                  <a:lnTo>
                    <a:pt x="86543" y="95475"/>
                  </a:lnTo>
                  <a:lnTo>
                    <a:pt x="86693" y="95550"/>
                  </a:lnTo>
                  <a:lnTo>
                    <a:pt x="86618" y="94799"/>
                  </a:lnTo>
                  <a:lnTo>
                    <a:pt x="86618" y="93599"/>
                  </a:lnTo>
                  <a:lnTo>
                    <a:pt x="86543" y="92473"/>
                  </a:lnTo>
                  <a:lnTo>
                    <a:pt x="86482" y="91736"/>
                  </a:lnTo>
                  <a:lnTo>
                    <a:pt x="86482" y="91736"/>
                  </a:lnTo>
                  <a:lnTo>
                    <a:pt x="86543" y="91797"/>
                  </a:lnTo>
                  <a:lnTo>
                    <a:pt x="86618" y="91797"/>
                  </a:lnTo>
                  <a:lnTo>
                    <a:pt x="86468" y="91197"/>
                  </a:lnTo>
                  <a:lnTo>
                    <a:pt x="86543" y="90671"/>
                  </a:lnTo>
                  <a:lnTo>
                    <a:pt x="86618" y="90596"/>
                  </a:lnTo>
                  <a:lnTo>
                    <a:pt x="86693" y="90596"/>
                  </a:lnTo>
                  <a:lnTo>
                    <a:pt x="86618" y="89846"/>
                  </a:lnTo>
                  <a:lnTo>
                    <a:pt x="86543" y="89921"/>
                  </a:lnTo>
                  <a:lnTo>
                    <a:pt x="86468" y="89996"/>
                  </a:lnTo>
                  <a:lnTo>
                    <a:pt x="86468" y="89921"/>
                  </a:lnTo>
                  <a:lnTo>
                    <a:pt x="86468" y="88945"/>
                  </a:lnTo>
                  <a:lnTo>
                    <a:pt x="86543" y="89395"/>
                  </a:lnTo>
                  <a:lnTo>
                    <a:pt x="86543" y="87744"/>
                  </a:lnTo>
                  <a:lnTo>
                    <a:pt x="86543" y="86168"/>
                  </a:lnTo>
                  <a:lnTo>
                    <a:pt x="86543" y="84591"/>
                  </a:lnTo>
                  <a:lnTo>
                    <a:pt x="86543" y="83090"/>
                  </a:lnTo>
                  <a:lnTo>
                    <a:pt x="86618" y="82940"/>
                  </a:lnTo>
                  <a:lnTo>
                    <a:pt x="86618" y="83090"/>
                  </a:lnTo>
                  <a:lnTo>
                    <a:pt x="86693" y="83616"/>
                  </a:lnTo>
                  <a:lnTo>
                    <a:pt x="86693" y="84216"/>
                  </a:lnTo>
                  <a:lnTo>
                    <a:pt x="86693" y="84291"/>
                  </a:lnTo>
                  <a:lnTo>
                    <a:pt x="86768" y="84141"/>
                  </a:lnTo>
                  <a:lnTo>
                    <a:pt x="86618" y="79638"/>
                  </a:lnTo>
                  <a:lnTo>
                    <a:pt x="86543" y="77386"/>
                  </a:lnTo>
                  <a:lnTo>
                    <a:pt x="86543" y="75659"/>
                  </a:lnTo>
                  <a:lnTo>
                    <a:pt x="86468" y="75509"/>
                  </a:lnTo>
                  <a:lnTo>
                    <a:pt x="86393" y="75134"/>
                  </a:lnTo>
                  <a:lnTo>
                    <a:pt x="86468" y="74308"/>
                  </a:lnTo>
                  <a:lnTo>
                    <a:pt x="86543" y="73258"/>
                  </a:lnTo>
                  <a:lnTo>
                    <a:pt x="86543" y="72657"/>
                  </a:lnTo>
                  <a:lnTo>
                    <a:pt x="86543" y="72357"/>
                  </a:lnTo>
                  <a:lnTo>
                    <a:pt x="86618" y="72432"/>
                  </a:lnTo>
                  <a:lnTo>
                    <a:pt x="86618" y="71006"/>
                  </a:lnTo>
                  <a:lnTo>
                    <a:pt x="86618" y="69355"/>
                  </a:lnTo>
                  <a:lnTo>
                    <a:pt x="86468" y="65451"/>
                  </a:lnTo>
                  <a:lnTo>
                    <a:pt x="86543" y="65827"/>
                  </a:lnTo>
                  <a:lnTo>
                    <a:pt x="86618" y="63725"/>
                  </a:lnTo>
                  <a:lnTo>
                    <a:pt x="86618" y="61548"/>
                  </a:lnTo>
                  <a:lnTo>
                    <a:pt x="86543" y="60948"/>
                  </a:lnTo>
                  <a:lnTo>
                    <a:pt x="86472" y="60805"/>
                  </a:lnTo>
                  <a:lnTo>
                    <a:pt x="86543" y="59447"/>
                  </a:lnTo>
                  <a:lnTo>
                    <a:pt x="86543" y="58096"/>
                  </a:lnTo>
                  <a:lnTo>
                    <a:pt x="86543" y="55394"/>
                  </a:lnTo>
                  <a:lnTo>
                    <a:pt x="86468" y="52691"/>
                  </a:lnTo>
                  <a:lnTo>
                    <a:pt x="86468" y="51415"/>
                  </a:lnTo>
                  <a:lnTo>
                    <a:pt x="86543" y="50139"/>
                  </a:lnTo>
                  <a:lnTo>
                    <a:pt x="86543" y="50740"/>
                  </a:lnTo>
                  <a:lnTo>
                    <a:pt x="86543" y="50890"/>
                  </a:lnTo>
                  <a:lnTo>
                    <a:pt x="86618" y="50815"/>
                  </a:lnTo>
                  <a:lnTo>
                    <a:pt x="86543" y="47888"/>
                  </a:lnTo>
                  <a:lnTo>
                    <a:pt x="86468" y="48263"/>
                  </a:lnTo>
                  <a:lnTo>
                    <a:pt x="86393" y="48863"/>
                  </a:lnTo>
                  <a:lnTo>
                    <a:pt x="86318" y="48038"/>
                  </a:lnTo>
                  <a:lnTo>
                    <a:pt x="86243" y="46987"/>
                  </a:lnTo>
                  <a:lnTo>
                    <a:pt x="86318" y="47512"/>
                  </a:lnTo>
                  <a:lnTo>
                    <a:pt x="86393" y="47362"/>
                  </a:lnTo>
                  <a:lnTo>
                    <a:pt x="86468" y="46387"/>
                  </a:lnTo>
                  <a:lnTo>
                    <a:pt x="86393" y="46311"/>
                  </a:lnTo>
                  <a:lnTo>
                    <a:pt x="86393" y="45636"/>
                  </a:lnTo>
                  <a:lnTo>
                    <a:pt x="86393" y="45411"/>
                  </a:lnTo>
                  <a:lnTo>
                    <a:pt x="86318" y="45035"/>
                  </a:lnTo>
                  <a:lnTo>
                    <a:pt x="86318" y="44135"/>
                  </a:lnTo>
                  <a:lnTo>
                    <a:pt x="86318" y="42934"/>
                  </a:lnTo>
                  <a:lnTo>
                    <a:pt x="86243" y="41808"/>
                  </a:lnTo>
                  <a:lnTo>
                    <a:pt x="86318" y="41733"/>
                  </a:lnTo>
                  <a:lnTo>
                    <a:pt x="86318" y="42033"/>
                  </a:lnTo>
                  <a:lnTo>
                    <a:pt x="86384" y="42430"/>
                  </a:lnTo>
                  <a:lnTo>
                    <a:pt x="86318" y="40907"/>
                  </a:lnTo>
                  <a:lnTo>
                    <a:pt x="86318" y="40082"/>
                  </a:lnTo>
                  <a:lnTo>
                    <a:pt x="86318" y="39256"/>
                  </a:lnTo>
                  <a:lnTo>
                    <a:pt x="86393" y="40982"/>
                  </a:lnTo>
                  <a:lnTo>
                    <a:pt x="86468" y="39781"/>
                  </a:lnTo>
                  <a:lnTo>
                    <a:pt x="86468" y="38881"/>
                  </a:lnTo>
                  <a:lnTo>
                    <a:pt x="86543" y="36929"/>
                  </a:lnTo>
                  <a:lnTo>
                    <a:pt x="86468" y="37455"/>
                  </a:lnTo>
                  <a:lnTo>
                    <a:pt x="86393" y="36329"/>
                  </a:lnTo>
                  <a:lnTo>
                    <a:pt x="86318" y="35128"/>
                  </a:lnTo>
                  <a:lnTo>
                    <a:pt x="86318" y="33852"/>
                  </a:lnTo>
                  <a:lnTo>
                    <a:pt x="86243" y="32426"/>
                  </a:lnTo>
                  <a:lnTo>
                    <a:pt x="86318" y="33326"/>
                  </a:lnTo>
                  <a:lnTo>
                    <a:pt x="86393" y="33401"/>
                  </a:lnTo>
                  <a:lnTo>
                    <a:pt x="86393" y="33326"/>
                  </a:lnTo>
                  <a:lnTo>
                    <a:pt x="86393" y="33026"/>
                  </a:lnTo>
                  <a:lnTo>
                    <a:pt x="86468" y="32951"/>
                  </a:lnTo>
                  <a:lnTo>
                    <a:pt x="86543" y="32125"/>
                  </a:lnTo>
                  <a:lnTo>
                    <a:pt x="86543" y="31825"/>
                  </a:lnTo>
                  <a:lnTo>
                    <a:pt x="86543" y="31225"/>
                  </a:lnTo>
                  <a:lnTo>
                    <a:pt x="86543" y="30549"/>
                  </a:lnTo>
                  <a:lnTo>
                    <a:pt x="86543" y="29874"/>
                  </a:lnTo>
                  <a:lnTo>
                    <a:pt x="86468" y="28973"/>
                  </a:lnTo>
                  <a:lnTo>
                    <a:pt x="86468" y="28447"/>
                  </a:lnTo>
                  <a:lnTo>
                    <a:pt x="86543" y="28222"/>
                  </a:lnTo>
                  <a:lnTo>
                    <a:pt x="86543" y="28147"/>
                  </a:lnTo>
                  <a:lnTo>
                    <a:pt x="86543" y="27847"/>
                  </a:lnTo>
                  <a:lnTo>
                    <a:pt x="86468" y="28372"/>
                  </a:lnTo>
                  <a:lnTo>
                    <a:pt x="86393" y="26871"/>
                  </a:lnTo>
                  <a:lnTo>
                    <a:pt x="86468" y="25145"/>
                  </a:lnTo>
                  <a:lnTo>
                    <a:pt x="86468" y="23193"/>
                  </a:lnTo>
                  <a:lnTo>
                    <a:pt x="86393" y="21242"/>
                  </a:lnTo>
                  <a:lnTo>
                    <a:pt x="86318" y="18690"/>
                  </a:lnTo>
                  <a:lnTo>
                    <a:pt x="86243" y="16288"/>
                  </a:lnTo>
                  <a:lnTo>
                    <a:pt x="86243" y="16063"/>
                  </a:lnTo>
                  <a:lnTo>
                    <a:pt x="86318" y="16363"/>
                  </a:lnTo>
                  <a:lnTo>
                    <a:pt x="86318" y="15312"/>
                  </a:lnTo>
                  <a:lnTo>
                    <a:pt x="86318" y="14111"/>
                  </a:lnTo>
                  <a:lnTo>
                    <a:pt x="86243" y="14411"/>
                  </a:lnTo>
                  <a:lnTo>
                    <a:pt x="86243" y="14937"/>
                  </a:lnTo>
                  <a:lnTo>
                    <a:pt x="86171" y="15878"/>
                  </a:lnTo>
                  <a:lnTo>
                    <a:pt x="86243" y="16963"/>
                  </a:lnTo>
                  <a:lnTo>
                    <a:pt x="86168" y="16888"/>
                  </a:lnTo>
                  <a:lnTo>
                    <a:pt x="86168" y="17789"/>
                  </a:lnTo>
                  <a:lnTo>
                    <a:pt x="86168" y="18840"/>
                  </a:lnTo>
                  <a:lnTo>
                    <a:pt x="86168" y="19666"/>
                  </a:lnTo>
                  <a:lnTo>
                    <a:pt x="86168" y="20341"/>
                  </a:lnTo>
                  <a:lnTo>
                    <a:pt x="86168" y="21392"/>
                  </a:lnTo>
                  <a:lnTo>
                    <a:pt x="86168" y="21542"/>
                  </a:lnTo>
                  <a:lnTo>
                    <a:pt x="86243" y="21542"/>
                  </a:lnTo>
                  <a:lnTo>
                    <a:pt x="86243" y="21617"/>
                  </a:lnTo>
                  <a:lnTo>
                    <a:pt x="86318" y="22443"/>
                  </a:lnTo>
                  <a:lnTo>
                    <a:pt x="86093" y="23869"/>
                  </a:lnTo>
                  <a:lnTo>
                    <a:pt x="86168" y="24094"/>
                  </a:lnTo>
                  <a:lnTo>
                    <a:pt x="86168" y="24619"/>
                  </a:lnTo>
                  <a:lnTo>
                    <a:pt x="86168" y="24845"/>
                  </a:lnTo>
                  <a:lnTo>
                    <a:pt x="86168" y="25070"/>
                  </a:lnTo>
                  <a:lnTo>
                    <a:pt x="86243" y="25295"/>
                  </a:lnTo>
                  <a:lnTo>
                    <a:pt x="86168" y="26421"/>
                  </a:lnTo>
                  <a:lnTo>
                    <a:pt x="86168" y="27697"/>
                  </a:lnTo>
                  <a:lnTo>
                    <a:pt x="86168" y="28748"/>
                  </a:lnTo>
                  <a:lnTo>
                    <a:pt x="86093" y="29273"/>
                  </a:lnTo>
                  <a:lnTo>
                    <a:pt x="86168" y="29423"/>
                  </a:lnTo>
                  <a:lnTo>
                    <a:pt x="86168" y="29348"/>
                  </a:lnTo>
                  <a:lnTo>
                    <a:pt x="86168" y="29048"/>
                  </a:lnTo>
                  <a:lnTo>
                    <a:pt x="86168" y="28898"/>
                  </a:lnTo>
                  <a:lnTo>
                    <a:pt x="86243" y="29423"/>
                  </a:lnTo>
                  <a:lnTo>
                    <a:pt x="86168" y="29874"/>
                  </a:lnTo>
                  <a:lnTo>
                    <a:pt x="86168" y="30624"/>
                  </a:lnTo>
                  <a:lnTo>
                    <a:pt x="86168" y="31450"/>
                  </a:lnTo>
                  <a:lnTo>
                    <a:pt x="86168" y="32351"/>
                  </a:lnTo>
                  <a:lnTo>
                    <a:pt x="86093" y="31975"/>
                  </a:lnTo>
                  <a:lnTo>
                    <a:pt x="86093" y="31600"/>
                  </a:lnTo>
                  <a:lnTo>
                    <a:pt x="86093" y="31525"/>
                  </a:lnTo>
                  <a:lnTo>
                    <a:pt x="86018" y="32050"/>
                  </a:lnTo>
                  <a:lnTo>
                    <a:pt x="86093" y="32726"/>
                  </a:lnTo>
                  <a:lnTo>
                    <a:pt x="86093" y="33627"/>
                  </a:lnTo>
                  <a:lnTo>
                    <a:pt x="86018" y="35503"/>
                  </a:lnTo>
                  <a:lnTo>
                    <a:pt x="86093" y="35578"/>
                  </a:lnTo>
                  <a:lnTo>
                    <a:pt x="86093" y="35878"/>
                  </a:lnTo>
                  <a:lnTo>
                    <a:pt x="86093" y="36854"/>
                  </a:lnTo>
                  <a:lnTo>
                    <a:pt x="86093" y="39481"/>
                  </a:lnTo>
                  <a:lnTo>
                    <a:pt x="86018" y="41283"/>
                  </a:lnTo>
                  <a:lnTo>
                    <a:pt x="85943" y="44360"/>
                  </a:lnTo>
                  <a:lnTo>
                    <a:pt x="86018" y="44810"/>
                  </a:lnTo>
                  <a:lnTo>
                    <a:pt x="86093" y="45636"/>
                  </a:lnTo>
                  <a:lnTo>
                    <a:pt x="86093" y="47587"/>
                  </a:lnTo>
                  <a:lnTo>
                    <a:pt x="86018" y="47512"/>
                  </a:lnTo>
                  <a:lnTo>
                    <a:pt x="86018" y="47287"/>
                  </a:lnTo>
                  <a:lnTo>
                    <a:pt x="85943" y="46612"/>
                  </a:lnTo>
                  <a:lnTo>
                    <a:pt x="85943" y="47738"/>
                  </a:lnTo>
                  <a:lnTo>
                    <a:pt x="85943" y="48263"/>
                  </a:lnTo>
                  <a:lnTo>
                    <a:pt x="86018" y="49164"/>
                  </a:lnTo>
                  <a:lnTo>
                    <a:pt x="85868" y="48863"/>
                  </a:lnTo>
                  <a:lnTo>
                    <a:pt x="85943" y="51190"/>
                  </a:lnTo>
                  <a:lnTo>
                    <a:pt x="85943" y="52466"/>
                  </a:lnTo>
                  <a:lnTo>
                    <a:pt x="85943" y="53892"/>
                  </a:lnTo>
                  <a:lnTo>
                    <a:pt x="86018" y="53892"/>
                  </a:lnTo>
                  <a:lnTo>
                    <a:pt x="86018" y="53742"/>
                  </a:lnTo>
                  <a:lnTo>
                    <a:pt x="86168" y="53442"/>
                  </a:lnTo>
                  <a:lnTo>
                    <a:pt x="86243" y="53367"/>
                  </a:lnTo>
                  <a:lnTo>
                    <a:pt x="86243" y="53442"/>
                  </a:lnTo>
                  <a:lnTo>
                    <a:pt x="86393" y="54418"/>
                  </a:lnTo>
                  <a:lnTo>
                    <a:pt x="86243" y="54418"/>
                  </a:lnTo>
                  <a:lnTo>
                    <a:pt x="86168" y="54343"/>
                  </a:lnTo>
                  <a:lnTo>
                    <a:pt x="86168" y="54418"/>
                  </a:lnTo>
                  <a:lnTo>
                    <a:pt x="86168" y="55018"/>
                  </a:lnTo>
                  <a:lnTo>
                    <a:pt x="86168" y="55394"/>
                  </a:lnTo>
                  <a:lnTo>
                    <a:pt x="86093" y="55469"/>
                  </a:lnTo>
                  <a:lnTo>
                    <a:pt x="86093" y="55619"/>
                  </a:lnTo>
                  <a:lnTo>
                    <a:pt x="86018" y="55769"/>
                  </a:lnTo>
                  <a:lnTo>
                    <a:pt x="86018" y="55394"/>
                  </a:lnTo>
                  <a:lnTo>
                    <a:pt x="86018" y="54868"/>
                  </a:lnTo>
                  <a:lnTo>
                    <a:pt x="85943" y="56144"/>
                  </a:lnTo>
                  <a:lnTo>
                    <a:pt x="85868" y="56970"/>
                  </a:lnTo>
                  <a:lnTo>
                    <a:pt x="85943" y="57045"/>
                  </a:lnTo>
                  <a:lnTo>
                    <a:pt x="86018" y="57570"/>
                  </a:lnTo>
                  <a:lnTo>
                    <a:pt x="85943" y="58321"/>
                  </a:lnTo>
                  <a:lnTo>
                    <a:pt x="85943" y="58546"/>
                  </a:lnTo>
                  <a:lnTo>
                    <a:pt x="85868" y="58621"/>
                  </a:lnTo>
                  <a:lnTo>
                    <a:pt x="85793" y="58996"/>
                  </a:lnTo>
                  <a:lnTo>
                    <a:pt x="85868" y="59822"/>
                  </a:lnTo>
                  <a:lnTo>
                    <a:pt x="85868" y="60197"/>
                  </a:lnTo>
                  <a:lnTo>
                    <a:pt x="85943" y="60272"/>
                  </a:lnTo>
                  <a:lnTo>
                    <a:pt x="85943" y="60347"/>
                  </a:lnTo>
                  <a:lnTo>
                    <a:pt x="85943" y="60798"/>
                  </a:lnTo>
                  <a:lnTo>
                    <a:pt x="85868" y="61098"/>
                  </a:lnTo>
                  <a:lnTo>
                    <a:pt x="85868" y="63125"/>
                  </a:lnTo>
                  <a:lnTo>
                    <a:pt x="85943" y="63875"/>
                  </a:lnTo>
                  <a:lnTo>
                    <a:pt x="85943" y="64025"/>
                  </a:lnTo>
                  <a:lnTo>
                    <a:pt x="86018" y="63875"/>
                  </a:lnTo>
                  <a:lnTo>
                    <a:pt x="86018" y="63800"/>
                  </a:lnTo>
                  <a:lnTo>
                    <a:pt x="86093" y="65752"/>
                  </a:lnTo>
                  <a:lnTo>
                    <a:pt x="86093" y="67778"/>
                  </a:lnTo>
                  <a:lnTo>
                    <a:pt x="86018" y="69805"/>
                  </a:lnTo>
                  <a:lnTo>
                    <a:pt x="86018" y="71756"/>
                  </a:lnTo>
                  <a:lnTo>
                    <a:pt x="85943" y="71756"/>
                  </a:lnTo>
                  <a:lnTo>
                    <a:pt x="86018" y="74158"/>
                  </a:lnTo>
                  <a:lnTo>
                    <a:pt x="86018" y="75284"/>
                  </a:lnTo>
                  <a:lnTo>
                    <a:pt x="86093" y="76260"/>
                  </a:lnTo>
                  <a:lnTo>
                    <a:pt x="86018" y="76935"/>
                  </a:lnTo>
                  <a:lnTo>
                    <a:pt x="86018" y="77086"/>
                  </a:lnTo>
                  <a:lnTo>
                    <a:pt x="85947" y="77157"/>
                  </a:lnTo>
                  <a:lnTo>
                    <a:pt x="85947" y="77157"/>
                  </a:lnTo>
                  <a:lnTo>
                    <a:pt x="86018" y="78437"/>
                  </a:lnTo>
                  <a:lnTo>
                    <a:pt x="85943" y="80088"/>
                  </a:lnTo>
                  <a:lnTo>
                    <a:pt x="85868" y="79638"/>
                  </a:lnTo>
                  <a:lnTo>
                    <a:pt x="85868" y="78887"/>
                  </a:lnTo>
                  <a:lnTo>
                    <a:pt x="85793" y="80613"/>
                  </a:lnTo>
                  <a:lnTo>
                    <a:pt x="85793" y="81364"/>
                  </a:lnTo>
                  <a:lnTo>
                    <a:pt x="85868" y="82415"/>
                  </a:lnTo>
                  <a:lnTo>
                    <a:pt x="85793" y="82265"/>
                  </a:lnTo>
                  <a:lnTo>
                    <a:pt x="85793" y="82340"/>
                  </a:lnTo>
                  <a:lnTo>
                    <a:pt x="85718" y="82865"/>
                  </a:lnTo>
                  <a:lnTo>
                    <a:pt x="85718" y="84291"/>
                  </a:lnTo>
                  <a:lnTo>
                    <a:pt x="85868" y="83240"/>
                  </a:lnTo>
                  <a:lnTo>
                    <a:pt x="85793" y="85417"/>
                  </a:lnTo>
                  <a:lnTo>
                    <a:pt x="85643" y="85042"/>
                  </a:lnTo>
                  <a:lnTo>
                    <a:pt x="85567" y="86168"/>
                  </a:lnTo>
                  <a:lnTo>
                    <a:pt x="85567" y="87294"/>
                  </a:lnTo>
                  <a:lnTo>
                    <a:pt x="85718" y="89320"/>
                  </a:lnTo>
                  <a:lnTo>
                    <a:pt x="85793" y="91272"/>
                  </a:lnTo>
                  <a:lnTo>
                    <a:pt x="85718" y="92172"/>
                  </a:lnTo>
                  <a:lnTo>
                    <a:pt x="85643" y="93073"/>
                  </a:lnTo>
                  <a:lnTo>
                    <a:pt x="85643" y="93223"/>
                  </a:lnTo>
                  <a:lnTo>
                    <a:pt x="85718" y="93148"/>
                  </a:lnTo>
                  <a:lnTo>
                    <a:pt x="85718" y="92623"/>
                  </a:lnTo>
                  <a:lnTo>
                    <a:pt x="85793" y="92022"/>
                  </a:lnTo>
                  <a:lnTo>
                    <a:pt x="85868" y="91947"/>
                  </a:lnTo>
                  <a:lnTo>
                    <a:pt x="85868" y="92097"/>
                  </a:lnTo>
                  <a:lnTo>
                    <a:pt x="85793" y="93148"/>
                  </a:lnTo>
                  <a:lnTo>
                    <a:pt x="85718" y="94124"/>
                  </a:lnTo>
                  <a:lnTo>
                    <a:pt x="85567" y="95475"/>
                  </a:lnTo>
                  <a:lnTo>
                    <a:pt x="85567" y="96601"/>
                  </a:lnTo>
                  <a:lnTo>
                    <a:pt x="85643" y="97351"/>
                  </a:lnTo>
                  <a:lnTo>
                    <a:pt x="85793" y="98177"/>
                  </a:lnTo>
                  <a:lnTo>
                    <a:pt x="85793" y="99378"/>
                  </a:lnTo>
                  <a:lnTo>
                    <a:pt x="85868" y="99228"/>
                  </a:lnTo>
                  <a:lnTo>
                    <a:pt x="85868" y="99153"/>
                  </a:lnTo>
                  <a:lnTo>
                    <a:pt x="85943" y="99228"/>
                  </a:lnTo>
                  <a:lnTo>
                    <a:pt x="86018" y="99528"/>
                  </a:lnTo>
                  <a:lnTo>
                    <a:pt x="86093" y="100354"/>
                  </a:lnTo>
                  <a:lnTo>
                    <a:pt x="86018" y="101255"/>
                  </a:lnTo>
                  <a:lnTo>
                    <a:pt x="85943" y="101705"/>
                  </a:lnTo>
                  <a:lnTo>
                    <a:pt x="85793" y="101705"/>
                  </a:lnTo>
                  <a:lnTo>
                    <a:pt x="85718" y="101255"/>
                  </a:lnTo>
                  <a:lnTo>
                    <a:pt x="85718" y="100879"/>
                  </a:lnTo>
                  <a:lnTo>
                    <a:pt x="85793" y="100729"/>
                  </a:lnTo>
                  <a:lnTo>
                    <a:pt x="85718" y="100129"/>
                  </a:lnTo>
                  <a:lnTo>
                    <a:pt x="85718" y="99979"/>
                  </a:lnTo>
                  <a:lnTo>
                    <a:pt x="85643" y="100204"/>
                  </a:lnTo>
                  <a:lnTo>
                    <a:pt x="85718" y="100429"/>
                  </a:lnTo>
                  <a:lnTo>
                    <a:pt x="85567" y="101930"/>
                  </a:lnTo>
                  <a:lnTo>
                    <a:pt x="85567" y="102531"/>
                  </a:lnTo>
                  <a:lnTo>
                    <a:pt x="85492" y="102681"/>
                  </a:lnTo>
                  <a:lnTo>
                    <a:pt x="85492" y="103131"/>
                  </a:lnTo>
                  <a:lnTo>
                    <a:pt x="85643" y="102305"/>
                  </a:lnTo>
                  <a:lnTo>
                    <a:pt x="85417" y="104632"/>
                  </a:lnTo>
                  <a:lnTo>
                    <a:pt x="85267" y="105683"/>
                  </a:lnTo>
                  <a:lnTo>
                    <a:pt x="85117" y="106959"/>
                  </a:lnTo>
                  <a:lnTo>
                    <a:pt x="85267" y="106584"/>
                  </a:lnTo>
                  <a:lnTo>
                    <a:pt x="85267" y="106734"/>
                  </a:lnTo>
                  <a:lnTo>
                    <a:pt x="85042" y="108085"/>
                  </a:lnTo>
                  <a:lnTo>
                    <a:pt x="84967" y="108535"/>
                  </a:lnTo>
                  <a:lnTo>
                    <a:pt x="85042" y="108911"/>
                  </a:lnTo>
                  <a:lnTo>
                    <a:pt x="84892" y="109736"/>
                  </a:lnTo>
                  <a:lnTo>
                    <a:pt x="84667" y="110111"/>
                  </a:lnTo>
                  <a:lnTo>
                    <a:pt x="84667" y="110187"/>
                  </a:lnTo>
                  <a:lnTo>
                    <a:pt x="84592" y="110111"/>
                  </a:lnTo>
                  <a:lnTo>
                    <a:pt x="84517" y="110337"/>
                  </a:lnTo>
                  <a:lnTo>
                    <a:pt x="84367" y="111162"/>
                  </a:lnTo>
                  <a:lnTo>
                    <a:pt x="84141" y="111613"/>
                  </a:lnTo>
                  <a:lnTo>
                    <a:pt x="84141" y="111688"/>
                  </a:lnTo>
                  <a:lnTo>
                    <a:pt x="84066" y="111613"/>
                  </a:lnTo>
                  <a:lnTo>
                    <a:pt x="84141" y="110862"/>
                  </a:lnTo>
                  <a:lnTo>
                    <a:pt x="83841" y="112063"/>
                  </a:lnTo>
                  <a:lnTo>
                    <a:pt x="83541" y="113114"/>
                  </a:lnTo>
                  <a:lnTo>
                    <a:pt x="82872" y="114586"/>
                  </a:lnTo>
                  <a:lnTo>
                    <a:pt x="82865" y="114615"/>
                  </a:lnTo>
                  <a:lnTo>
                    <a:pt x="82565" y="115291"/>
                  </a:lnTo>
                  <a:lnTo>
                    <a:pt x="82940" y="114840"/>
                  </a:lnTo>
                  <a:lnTo>
                    <a:pt x="82940" y="114840"/>
                  </a:lnTo>
                  <a:lnTo>
                    <a:pt x="82640" y="115441"/>
                  </a:lnTo>
                  <a:lnTo>
                    <a:pt x="82565" y="115666"/>
                  </a:lnTo>
                  <a:lnTo>
                    <a:pt x="82490" y="115741"/>
                  </a:lnTo>
                  <a:lnTo>
                    <a:pt x="82490" y="115891"/>
                  </a:lnTo>
                  <a:lnTo>
                    <a:pt x="82640" y="115891"/>
                  </a:lnTo>
                  <a:lnTo>
                    <a:pt x="82715" y="115966"/>
                  </a:lnTo>
                  <a:lnTo>
                    <a:pt x="82640" y="116491"/>
                  </a:lnTo>
                  <a:lnTo>
                    <a:pt x="82040" y="117692"/>
                  </a:lnTo>
                  <a:lnTo>
                    <a:pt x="81815" y="118293"/>
                  </a:lnTo>
                  <a:lnTo>
                    <a:pt x="81664" y="118518"/>
                  </a:lnTo>
                  <a:lnTo>
                    <a:pt x="81514" y="118593"/>
                  </a:lnTo>
                  <a:lnTo>
                    <a:pt x="81514" y="118593"/>
                  </a:lnTo>
                  <a:lnTo>
                    <a:pt x="81890" y="117767"/>
                  </a:lnTo>
                  <a:lnTo>
                    <a:pt x="81890" y="117692"/>
                  </a:lnTo>
                  <a:lnTo>
                    <a:pt x="81815" y="117767"/>
                  </a:lnTo>
                  <a:lnTo>
                    <a:pt x="81739" y="117692"/>
                  </a:lnTo>
                  <a:lnTo>
                    <a:pt x="81815" y="117542"/>
                  </a:lnTo>
                  <a:lnTo>
                    <a:pt x="81965" y="117017"/>
                  </a:lnTo>
                  <a:lnTo>
                    <a:pt x="81439" y="118218"/>
                  </a:lnTo>
                  <a:lnTo>
                    <a:pt x="81514" y="117993"/>
                  </a:lnTo>
                  <a:lnTo>
                    <a:pt x="81214" y="118593"/>
                  </a:lnTo>
                  <a:lnTo>
                    <a:pt x="80989" y="118968"/>
                  </a:lnTo>
                  <a:lnTo>
                    <a:pt x="80839" y="119419"/>
                  </a:lnTo>
                  <a:lnTo>
                    <a:pt x="80764" y="119869"/>
                  </a:lnTo>
                  <a:lnTo>
                    <a:pt x="80614" y="120319"/>
                  </a:lnTo>
                  <a:lnTo>
                    <a:pt x="80238" y="120920"/>
                  </a:lnTo>
                  <a:lnTo>
                    <a:pt x="80238" y="120845"/>
                  </a:lnTo>
                  <a:lnTo>
                    <a:pt x="80013" y="120995"/>
                  </a:lnTo>
                  <a:lnTo>
                    <a:pt x="79638" y="121595"/>
                  </a:lnTo>
                  <a:lnTo>
                    <a:pt x="79938" y="121220"/>
                  </a:lnTo>
                  <a:lnTo>
                    <a:pt x="80013" y="121220"/>
                  </a:lnTo>
                  <a:lnTo>
                    <a:pt x="79938" y="121520"/>
                  </a:lnTo>
                  <a:lnTo>
                    <a:pt x="79713" y="122046"/>
                  </a:lnTo>
                  <a:lnTo>
                    <a:pt x="79263" y="122721"/>
                  </a:lnTo>
                  <a:lnTo>
                    <a:pt x="78962" y="123247"/>
                  </a:lnTo>
                  <a:lnTo>
                    <a:pt x="78587" y="123997"/>
                  </a:lnTo>
                  <a:lnTo>
                    <a:pt x="79037" y="123322"/>
                  </a:lnTo>
                  <a:lnTo>
                    <a:pt x="78962" y="123547"/>
                  </a:lnTo>
                  <a:lnTo>
                    <a:pt x="78737" y="123997"/>
                  </a:lnTo>
                  <a:lnTo>
                    <a:pt x="78062" y="125048"/>
                  </a:lnTo>
                  <a:lnTo>
                    <a:pt x="78062" y="124898"/>
                  </a:lnTo>
                  <a:lnTo>
                    <a:pt x="77836" y="125273"/>
                  </a:lnTo>
                  <a:lnTo>
                    <a:pt x="77236" y="126024"/>
                  </a:lnTo>
                  <a:lnTo>
                    <a:pt x="76485" y="126775"/>
                  </a:lnTo>
                  <a:lnTo>
                    <a:pt x="75810" y="127600"/>
                  </a:lnTo>
                  <a:lnTo>
                    <a:pt x="75585" y="127825"/>
                  </a:lnTo>
                  <a:lnTo>
                    <a:pt x="75359" y="127825"/>
                  </a:lnTo>
                  <a:lnTo>
                    <a:pt x="75134" y="127975"/>
                  </a:lnTo>
                  <a:lnTo>
                    <a:pt x="74534" y="128801"/>
                  </a:lnTo>
                  <a:lnTo>
                    <a:pt x="74008" y="129327"/>
                  </a:lnTo>
                  <a:lnTo>
                    <a:pt x="73408" y="129777"/>
                  </a:lnTo>
                  <a:lnTo>
                    <a:pt x="72657" y="130603"/>
                  </a:lnTo>
                  <a:lnTo>
                    <a:pt x="72657" y="130603"/>
                  </a:lnTo>
                  <a:lnTo>
                    <a:pt x="72958" y="130452"/>
                  </a:lnTo>
                  <a:lnTo>
                    <a:pt x="73033" y="130452"/>
                  </a:lnTo>
                  <a:lnTo>
                    <a:pt x="72357" y="131203"/>
                  </a:lnTo>
                  <a:lnTo>
                    <a:pt x="73408" y="130152"/>
                  </a:lnTo>
                  <a:lnTo>
                    <a:pt x="74384" y="129026"/>
                  </a:lnTo>
                  <a:lnTo>
                    <a:pt x="73183" y="130603"/>
                  </a:lnTo>
                  <a:lnTo>
                    <a:pt x="74083" y="129552"/>
                  </a:lnTo>
                  <a:lnTo>
                    <a:pt x="74834" y="128801"/>
                  </a:lnTo>
                  <a:lnTo>
                    <a:pt x="74459" y="129327"/>
                  </a:lnTo>
                  <a:lnTo>
                    <a:pt x="74534" y="129327"/>
                  </a:lnTo>
                  <a:lnTo>
                    <a:pt x="74759" y="129176"/>
                  </a:lnTo>
                  <a:lnTo>
                    <a:pt x="74384" y="129477"/>
                  </a:lnTo>
                  <a:lnTo>
                    <a:pt x="74008" y="129852"/>
                  </a:lnTo>
                  <a:lnTo>
                    <a:pt x="73408" y="130527"/>
                  </a:lnTo>
                  <a:lnTo>
                    <a:pt x="72732" y="131203"/>
                  </a:lnTo>
                  <a:lnTo>
                    <a:pt x="71982" y="131879"/>
                  </a:lnTo>
                  <a:lnTo>
                    <a:pt x="71757" y="131578"/>
                  </a:lnTo>
                  <a:lnTo>
                    <a:pt x="70631" y="132554"/>
                  </a:lnTo>
                  <a:lnTo>
                    <a:pt x="69505" y="133530"/>
                  </a:lnTo>
                  <a:lnTo>
                    <a:pt x="68304" y="134581"/>
                  </a:lnTo>
                  <a:lnTo>
                    <a:pt x="67553" y="135106"/>
                  </a:lnTo>
                  <a:lnTo>
                    <a:pt x="66728" y="135631"/>
                  </a:lnTo>
                  <a:lnTo>
                    <a:pt x="66728" y="135631"/>
                  </a:lnTo>
                  <a:lnTo>
                    <a:pt x="67478" y="135181"/>
                  </a:lnTo>
                  <a:lnTo>
                    <a:pt x="67178" y="135481"/>
                  </a:lnTo>
                  <a:lnTo>
                    <a:pt x="66653" y="135857"/>
                  </a:lnTo>
                  <a:lnTo>
                    <a:pt x="65377" y="136682"/>
                  </a:lnTo>
                  <a:lnTo>
                    <a:pt x="65302" y="136607"/>
                  </a:lnTo>
                  <a:lnTo>
                    <a:pt x="65076" y="136682"/>
                  </a:lnTo>
                  <a:lnTo>
                    <a:pt x="64551" y="136907"/>
                  </a:lnTo>
                  <a:lnTo>
                    <a:pt x="64326" y="137058"/>
                  </a:lnTo>
                  <a:lnTo>
                    <a:pt x="63725" y="137433"/>
                  </a:lnTo>
                  <a:lnTo>
                    <a:pt x="63050" y="137883"/>
                  </a:lnTo>
                  <a:lnTo>
                    <a:pt x="62825" y="138033"/>
                  </a:lnTo>
                  <a:lnTo>
                    <a:pt x="62674" y="138183"/>
                  </a:lnTo>
                  <a:lnTo>
                    <a:pt x="61473" y="138634"/>
                  </a:lnTo>
                  <a:lnTo>
                    <a:pt x="60273" y="139159"/>
                  </a:lnTo>
                  <a:lnTo>
                    <a:pt x="59372" y="139685"/>
                  </a:lnTo>
                  <a:lnTo>
                    <a:pt x="58546" y="140135"/>
                  </a:lnTo>
                  <a:lnTo>
                    <a:pt x="58021" y="140360"/>
                  </a:lnTo>
                  <a:lnTo>
                    <a:pt x="57345" y="140660"/>
                  </a:lnTo>
                  <a:lnTo>
                    <a:pt x="57495" y="140435"/>
                  </a:lnTo>
                  <a:lnTo>
                    <a:pt x="57495" y="140360"/>
                  </a:lnTo>
                  <a:lnTo>
                    <a:pt x="57645" y="140285"/>
                  </a:lnTo>
                  <a:lnTo>
                    <a:pt x="58246" y="139985"/>
                  </a:lnTo>
                  <a:lnTo>
                    <a:pt x="57345" y="140285"/>
                  </a:lnTo>
                  <a:lnTo>
                    <a:pt x="57045" y="140435"/>
                  </a:lnTo>
                  <a:lnTo>
                    <a:pt x="56970" y="140510"/>
                  </a:lnTo>
                  <a:lnTo>
                    <a:pt x="56520" y="140660"/>
                  </a:lnTo>
                  <a:lnTo>
                    <a:pt x="55844" y="140886"/>
                  </a:lnTo>
                  <a:lnTo>
                    <a:pt x="55093" y="141186"/>
                  </a:lnTo>
                  <a:lnTo>
                    <a:pt x="54493" y="141261"/>
                  </a:lnTo>
                  <a:lnTo>
                    <a:pt x="54118" y="141486"/>
                  </a:lnTo>
                  <a:lnTo>
                    <a:pt x="53817" y="141636"/>
                  </a:lnTo>
                  <a:lnTo>
                    <a:pt x="53367" y="141711"/>
                  </a:lnTo>
                  <a:lnTo>
                    <a:pt x="52842" y="141861"/>
                  </a:lnTo>
                  <a:lnTo>
                    <a:pt x="52617" y="142011"/>
                  </a:lnTo>
                  <a:lnTo>
                    <a:pt x="52842" y="142011"/>
                  </a:lnTo>
                  <a:lnTo>
                    <a:pt x="51941" y="142087"/>
                  </a:lnTo>
                  <a:lnTo>
                    <a:pt x="50965" y="142237"/>
                  </a:lnTo>
                  <a:lnTo>
                    <a:pt x="49839" y="142387"/>
                  </a:lnTo>
                  <a:lnTo>
                    <a:pt x="48789" y="142537"/>
                  </a:lnTo>
                  <a:lnTo>
                    <a:pt x="47663" y="142687"/>
                  </a:lnTo>
                  <a:lnTo>
                    <a:pt x="46612" y="142762"/>
                  </a:lnTo>
                  <a:lnTo>
                    <a:pt x="45636" y="142837"/>
                  </a:lnTo>
                  <a:lnTo>
                    <a:pt x="44885" y="142762"/>
                  </a:lnTo>
                  <a:lnTo>
                    <a:pt x="43609" y="142837"/>
                  </a:lnTo>
                  <a:lnTo>
                    <a:pt x="41132" y="142837"/>
                  </a:lnTo>
                  <a:lnTo>
                    <a:pt x="40007" y="142762"/>
                  </a:lnTo>
                  <a:lnTo>
                    <a:pt x="40082" y="142687"/>
                  </a:lnTo>
                  <a:lnTo>
                    <a:pt x="40307" y="142687"/>
                  </a:lnTo>
                  <a:lnTo>
                    <a:pt x="39256" y="142612"/>
                  </a:lnTo>
                  <a:lnTo>
                    <a:pt x="38656" y="142687"/>
                  </a:lnTo>
                  <a:lnTo>
                    <a:pt x="38055" y="142687"/>
                  </a:lnTo>
                  <a:lnTo>
                    <a:pt x="36854" y="142537"/>
                  </a:lnTo>
                  <a:lnTo>
                    <a:pt x="36629" y="142462"/>
                  </a:lnTo>
                  <a:lnTo>
                    <a:pt x="36554" y="142387"/>
                  </a:lnTo>
                  <a:lnTo>
                    <a:pt x="36929" y="142462"/>
                  </a:lnTo>
                  <a:lnTo>
                    <a:pt x="37380" y="142462"/>
                  </a:lnTo>
                  <a:lnTo>
                    <a:pt x="37154" y="142312"/>
                  </a:lnTo>
                  <a:lnTo>
                    <a:pt x="36854" y="142237"/>
                  </a:lnTo>
                  <a:lnTo>
                    <a:pt x="35728" y="142087"/>
                  </a:lnTo>
                  <a:lnTo>
                    <a:pt x="34527" y="141861"/>
                  </a:lnTo>
                  <a:lnTo>
                    <a:pt x="33852" y="141711"/>
                  </a:lnTo>
                  <a:lnTo>
                    <a:pt x="33326" y="141486"/>
                  </a:lnTo>
                  <a:lnTo>
                    <a:pt x="33627" y="141561"/>
                  </a:lnTo>
                  <a:lnTo>
                    <a:pt x="32726" y="141336"/>
                  </a:lnTo>
                  <a:lnTo>
                    <a:pt x="31675" y="141111"/>
                  </a:lnTo>
                  <a:lnTo>
                    <a:pt x="30474" y="140811"/>
                  </a:lnTo>
                  <a:lnTo>
                    <a:pt x="29198" y="140360"/>
                  </a:lnTo>
                  <a:lnTo>
                    <a:pt x="28673" y="140210"/>
                  </a:lnTo>
                  <a:lnTo>
                    <a:pt x="28072" y="140060"/>
                  </a:lnTo>
                  <a:lnTo>
                    <a:pt x="26796" y="139610"/>
                  </a:lnTo>
                  <a:lnTo>
                    <a:pt x="25370" y="139009"/>
                  </a:lnTo>
                  <a:lnTo>
                    <a:pt x="24094" y="138409"/>
                  </a:lnTo>
                  <a:lnTo>
                    <a:pt x="24619" y="138559"/>
                  </a:lnTo>
                  <a:lnTo>
                    <a:pt x="24695" y="138559"/>
                  </a:lnTo>
                  <a:lnTo>
                    <a:pt x="24544" y="138484"/>
                  </a:lnTo>
                  <a:lnTo>
                    <a:pt x="24244" y="138334"/>
                  </a:lnTo>
                  <a:lnTo>
                    <a:pt x="24169" y="138409"/>
                  </a:lnTo>
                  <a:lnTo>
                    <a:pt x="23944" y="138334"/>
                  </a:lnTo>
                  <a:lnTo>
                    <a:pt x="23268" y="138033"/>
                  </a:lnTo>
                  <a:lnTo>
                    <a:pt x="22368" y="137433"/>
                  </a:lnTo>
                  <a:lnTo>
                    <a:pt x="21992" y="137133"/>
                  </a:lnTo>
                  <a:lnTo>
                    <a:pt x="21767" y="136907"/>
                  </a:lnTo>
                  <a:lnTo>
                    <a:pt x="23118" y="137658"/>
                  </a:lnTo>
                  <a:lnTo>
                    <a:pt x="22593" y="137283"/>
                  </a:lnTo>
                  <a:lnTo>
                    <a:pt x="21917" y="136907"/>
                  </a:lnTo>
                  <a:lnTo>
                    <a:pt x="21317" y="136607"/>
                  </a:lnTo>
                  <a:lnTo>
                    <a:pt x="20716" y="136232"/>
                  </a:lnTo>
                  <a:lnTo>
                    <a:pt x="20867" y="136232"/>
                  </a:lnTo>
                  <a:lnTo>
                    <a:pt x="19666" y="135556"/>
                  </a:lnTo>
                  <a:lnTo>
                    <a:pt x="18840" y="135031"/>
                  </a:lnTo>
                  <a:lnTo>
                    <a:pt x="18014" y="134506"/>
                  </a:lnTo>
                  <a:lnTo>
                    <a:pt x="16813" y="133605"/>
                  </a:lnTo>
                  <a:lnTo>
                    <a:pt x="16963" y="133755"/>
                  </a:lnTo>
                  <a:lnTo>
                    <a:pt x="16963" y="133755"/>
                  </a:lnTo>
                  <a:lnTo>
                    <a:pt x="16363" y="133380"/>
                  </a:lnTo>
                  <a:lnTo>
                    <a:pt x="15988" y="133004"/>
                  </a:lnTo>
                  <a:lnTo>
                    <a:pt x="15612" y="132704"/>
                  </a:lnTo>
                  <a:lnTo>
                    <a:pt x="15012" y="132179"/>
                  </a:lnTo>
                  <a:lnTo>
                    <a:pt x="14862" y="131803"/>
                  </a:lnTo>
                  <a:lnTo>
                    <a:pt x="13210" y="130452"/>
                  </a:lnTo>
                  <a:lnTo>
                    <a:pt x="12235" y="129477"/>
                  </a:lnTo>
                  <a:lnTo>
                    <a:pt x="11334" y="128501"/>
                  </a:lnTo>
                  <a:lnTo>
                    <a:pt x="11334" y="128501"/>
                  </a:lnTo>
                  <a:lnTo>
                    <a:pt x="12010" y="129101"/>
                  </a:lnTo>
                  <a:lnTo>
                    <a:pt x="12760" y="129852"/>
                  </a:lnTo>
                  <a:lnTo>
                    <a:pt x="13511" y="130603"/>
                  </a:lnTo>
                  <a:lnTo>
                    <a:pt x="14261" y="131203"/>
                  </a:lnTo>
                  <a:lnTo>
                    <a:pt x="14261" y="131203"/>
                  </a:lnTo>
                  <a:lnTo>
                    <a:pt x="12910" y="129927"/>
                  </a:lnTo>
                  <a:lnTo>
                    <a:pt x="12610" y="129627"/>
                  </a:lnTo>
                  <a:lnTo>
                    <a:pt x="11934" y="129026"/>
                  </a:lnTo>
                  <a:lnTo>
                    <a:pt x="11259" y="128276"/>
                  </a:lnTo>
                  <a:lnTo>
                    <a:pt x="10433" y="127450"/>
                  </a:lnTo>
                  <a:lnTo>
                    <a:pt x="9683" y="126474"/>
                  </a:lnTo>
                  <a:lnTo>
                    <a:pt x="9683" y="126399"/>
                  </a:lnTo>
                  <a:lnTo>
                    <a:pt x="9683" y="126324"/>
                  </a:lnTo>
                  <a:lnTo>
                    <a:pt x="9382" y="125874"/>
                  </a:lnTo>
                  <a:lnTo>
                    <a:pt x="8407" y="124448"/>
                  </a:lnTo>
                  <a:lnTo>
                    <a:pt x="7281" y="122721"/>
                  </a:lnTo>
                  <a:lnTo>
                    <a:pt x="6830" y="121971"/>
                  </a:lnTo>
                  <a:lnTo>
                    <a:pt x="6605" y="121370"/>
                  </a:lnTo>
                  <a:lnTo>
                    <a:pt x="6005" y="120395"/>
                  </a:lnTo>
                  <a:lnTo>
                    <a:pt x="5404" y="119344"/>
                  </a:lnTo>
                  <a:lnTo>
                    <a:pt x="4429" y="117167"/>
                  </a:lnTo>
                  <a:lnTo>
                    <a:pt x="3978" y="116041"/>
                  </a:lnTo>
                  <a:lnTo>
                    <a:pt x="3528" y="114840"/>
                  </a:lnTo>
                  <a:lnTo>
                    <a:pt x="3078" y="113639"/>
                  </a:lnTo>
                  <a:lnTo>
                    <a:pt x="2852" y="112964"/>
                  </a:lnTo>
                  <a:lnTo>
                    <a:pt x="2702" y="112363"/>
                  </a:lnTo>
                  <a:lnTo>
                    <a:pt x="2702" y="112739"/>
                  </a:lnTo>
                  <a:lnTo>
                    <a:pt x="2627" y="112363"/>
                  </a:lnTo>
                  <a:lnTo>
                    <a:pt x="2402" y="111763"/>
                  </a:lnTo>
                  <a:lnTo>
                    <a:pt x="2327" y="111613"/>
                  </a:lnTo>
                  <a:lnTo>
                    <a:pt x="2327" y="111538"/>
                  </a:lnTo>
                  <a:lnTo>
                    <a:pt x="2027" y="110712"/>
                  </a:lnTo>
                  <a:lnTo>
                    <a:pt x="1952" y="110337"/>
                  </a:lnTo>
                  <a:lnTo>
                    <a:pt x="1726" y="109061"/>
                  </a:lnTo>
                  <a:lnTo>
                    <a:pt x="1610" y="108068"/>
                  </a:lnTo>
                  <a:lnTo>
                    <a:pt x="1726" y="108535"/>
                  </a:lnTo>
                  <a:lnTo>
                    <a:pt x="1576" y="107259"/>
                  </a:lnTo>
                  <a:lnTo>
                    <a:pt x="1501" y="106509"/>
                  </a:lnTo>
                  <a:lnTo>
                    <a:pt x="1501" y="106584"/>
                  </a:lnTo>
                  <a:lnTo>
                    <a:pt x="1426" y="106509"/>
                  </a:lnTo>
                  <a:lnTo>
                    <a:pt x="1351" y="106133"/>
                  </a:lnTo>
                  <a:lnTo>
                    <a:pt x="1201" y="104782"/>
                  </a:lnTo>
                  <a:lnTo>
                    <a:pt x="1351" y="106283"/>
                  </a:lnTo>
                  <a:lnTo>
                    <a:pt x="1126" y="104857"/>
                  </a:lnTo>
                  <a:lnTo>
                    <a:pt x="1126" y="103882"/>
                  </a:lnTo>
                  <a:lnTo>
                    <a:pt x="976" y="101405"/>
                  </a:lnTo>
                  <a:lnTo>
                    <a:pt x="1051" y="102305"/>
                  </a:lnTo>
                  <a:lnTo>
                    <a:pt x="976" y="100879"/>
                  </a:lnTo>
                  <a:lnTo>
                    <a:pt x="976" y="99078"/>
                  </a:lnTo>
                  <a:lnTo>
                    <a:pt x="901" y="97276"/>
                  </a:lnTo>
                  <a:lnTo>
                    <a:pt x="901" y="96000"/>
                  </a:lnTo>
                  <a:lnTo>
                    <a:pt x="901" y="90821"/>
                  </a:lnTo>
                  <a:lnTo>
                    <a:pt x="901" y="86468"/>
                  </a:lnTo>
                  <a:lnTo>
                    <a:pt x="901" y="85642"/>
                  </a:lnTo>
                  <a:lnTo>
                    <a:pt x="901" y="84742"/>
                  </a:lnTo>
                  <a:lnTo>
                    <a:pt x="901" y="84591"/>
                  </a:lnTo>
                  <a:lnTo>
                    <a:pt x="901" y="82865"/>
                  </a:lnTo>
                  <a:lnTo>
                    <a:pt x="901" y="78962"/>
                  </a:lnTo>
                  <a:lnTo>
                    <a:pt x="826" y="75359"/>
                  </a:lnTo>
                  <a:lnTo>
                    <a:pt x="826" y="74984"/>
                  </a:lnTo>
                  <a:lnTo>
                    <a:pt x="901" y="74008"/>
                  </a:lnTo>
                  <a:lnTo>
                    <a:pt x="976" y="71681"/>
                  </a:lnTo>
                  <a:lnTo>
                    <a:pt x="976" y="66727"/>
                  </a:lnTo>
                  <a:lnTo>
                    <a:pt x="901" y="61999"/>
                  </a:lnTo>
                  <a:lnTo>
                    <a:pt x="976" y="59972"/>
                  </a:lnTo>
                  <a:lnTo>
                    <a:pt x="976" y="57195"/>
                  </a:lnTo>
                  <a:lnTo>
                    <a:pt x="1050" y="51482"/>
                  </a:lnTo>
                  <a:lnTo>
                    <a:pt x="976" y="50740"/>
                  </a:lnTo>
                  <a:lnTo>
                    <a:pt x="976" y="49314"/>
                  </a:lnTo>
                  <a:lnTo>
                    <a:pt x="976" y="48788"/>
                  </a:lnTo>
                  <a:lnTo>
                    <a:pt x="976" y="48713"/>
                  </a:lnTo>
                  <a:lnTo>
                    <a:pt x="1008" y="48681"/>
                  </a:lnTo>
                  <a:lnTo>
                    <a:pt x="1008" y="48681"/>
                  </a:lnTo>
                  <a:lnTo>
                    <a:pt x="1051" y="48338"/>
                  </a:lnTo>
                  <a:lnTo>
                    <a:pt x="1126" y="47437"/>
                  </a:lnTo>
                  <a:lnTo>
                    <a:pt x="1126" y="45411"/>
                  </a:lnTo>
                  <a:lnTo>
                    <a:pt x="976" y="45186"/>
                  </a:lnTo>
                  <a:lnTo>
                    <a:pt x="1051" y="43835"/>
                  </a:lnTo>
                  <a:lnTo>
                    <a:pt x="1051" y="42408"/>
                  </a:lnTo>
                  <a:lnTo>
                    <a:pt x="1051" y="39331"/>
                  </a:lnTo>
                  <a:lnTo>
                    <a:pt x="1051" y="36554"/>
                  </a:lnTo>
                  <a:lnTo>
                    <a:pt x="1126" y="35428"/>
                  </a:lnTo>
                  <a:lnTo>
                    <a:pt x="1201" y="34602"/>
                  </a:lnTo>
                  <a:lnTo>
                    <a:pt x="1126" y="31975"/>
                  </a:lnTo>
                  <a:lnTo>
                    <a:pt x="1201" y="31975"/>
                  </a:lnTo>
                  <a:lnTo>
                    <a:pt x="1276" y="29123"/>
                  </a:lnTo>
                  <a:lnTo>
                    <a:pt x="1276" y="25895"/>
                  </a:lnTo>
                  <a:lnTo>
                    <a:pt x="1351" y="26421"/>
                  </a:lnTo>
                  <a:lnTo>
                    <a:pt x="1351" y="25445"/>
                  </a:lnTo>
                  <a:lnTo>
                    <a:pt x="1201" y="24695"/>
                  </a:lnTo>
                  <a:lnTo>
                    <a:pt x="1051" y="23944"/>
                  </a:lnTo>
                  <a:lnTo>
                    <a:pt x="976" y="23043"/>
                  </a:lnTo>
                  <a:lnTo>
                    <a:pt x="1201" y="22593"/>
                  </a:lnTo>
                  <a:lnTo>
                    <a:pt x="1276" y="18465"/>
                  </a:lnTo>
                  <a:lnTo>
                    <a:pt x="1351" y="16438"/>
                  </a:lnTo>
                  <a:lnTo>
                    <a:pt x="1280" y="14508"/>
                  </a:lnTo>
                  <a:lnTo>
                    <a:pt x="1351" y="14937"/>
                  </a:lnTo>
                  <a:lnTo>
                    <a:pt x="1426" y="12010"/>
                  </a:lnTo>
                  <a:lnTo>
                    <a:pt x="1351" y="10809"/>
                  </a:lnTo>
                  <a:lnTo>
                    <a:pt x="1276" y="10433"/>
                  </a:lnTo>
                  <a:lnTo>
                    <a:pt x="1201" y="10433"/>
                  </a:lnTo>
                  <a:lnTo>
                    <a:pt x="1276" y="10283"/>
                  </a:lnTo>
                  <a:lnTo>
                    <a:pt x="1276" y="9983"/>
                  </a:lnTo>
                  <a:lnTo>
                    <a:pt x="1276" y="8857"/>
                  </a:lnTo>
                  <a:lnTo>
                    <a:pt x="1126" y="6155"/>
                  </a:lnTo>
                  <a:lnTo>
                    <a:pt x="1276" y="6380"/>
                  </a:lnTo>
                  <a:lnTo>
                    <a:pt x="1126" y="5029"/>
                  </a:lnTo>
                  <a:lnTo>
                    <a:pt x="976" y="3378"/>
                  </a:lnTo>
                  <a:lnTo>
                    <a:pt x="1051" y="3153"/>
                  </a:lnTo>
                  <a:lnTo>
                    <a:pt x="1051" y="3228"/>
                  </a:lnTo>
                  <a:lnTo>
                    <a:pt x="1051" y="3528"/>
                  </a:lnTo>
                  <a:lnTo>
                    <a:pt x="1126" y="2777"/>
                  </a:lnTo>
                  <a:lnTo>
                    <a:pt x="1051" y="2327"/>
                  </a:lnTo>
                  <a:lnTo>
                    <a:pt x="976" y="1727"/>
                  </a:lnTo>
                  <a:lnTo>
                    <a:pt x="976" y="1576"/>
                  </a:lnTo>
                  <a:lnTo>
                    <a:pt x="976" y="1426"/>
                  </a:lnTo>
                  <a:lnTo>
                    <a:pt x="976" y="1126"/>
                  </a:lnTo>
                  <a:lnTo>
                    <a:pt x="1126" y="1501"/>
                  </a:lnTo>
                  <a:lnTo>
                    <a:pt x="1126" y="1276"/>
                  </a:lnTo>
                  <a:lnTo>
                    <a:pt x="1126" y="1201"/>
                  </a:lnTo>
                  <a:lnTo>
                    <a:pt x="1201" y="1201"/>
                  </a:lnTo>
                  <a:lnTo>
                    <a:pt x="1426" y="1126"/>
                  </a:lnTo>
                  <a:lnTo>
                    <a:pt x="1576" y="1126"/>
                  </a:lnTo>
                  <a:lnTo>
                    <a:pt x="2027" y="1051"/>
                  </a:lnTo>
                  <a:lnTo>
                    <a:pt x="3753" y="1051"/>
                  </a:lnTo>
                  <a:lnTo>
                    <a:pt x="4504" y="1126"/>
                  </a:lnTo>
                  <a:lnTo>
                    <a:pt x="4954" y="1201"/>
                  </a:lnTo>
                  <a:lnTo>
                    <a:pt x="5630" y="1051"/>
                  </a:lnTo>
                  <a:lnTo>
                    <a:pt x="6755" y="1051"/>
                  </a:lnTo>
                  <a:lnTo>
                    <a:pt x="6680" y="1126"/>
                  </a:lnTo>
                  <a:lnTo>
                    <a:pt x="6380" y="1126"/>
                  </a:lnTo>
                  <a:lnTo>
                    <a:pt x="7956" y="1201"/>
                  </a:lnTo>
                  <a:lnTo>
                    <a:pt x="9232" y="1126"/>
                  </a:lnTo>
                  <a:lnTo>
                    <a:pt x="10358" y="1051"/>
                  </a:lnTo>
                  <a:lnTo>
                    <a:pt x="11559" y="1126"/>
                  </a:lnTo>
                  <a:lnTo>
                    <a:pt x="11634" y="1201"/>
                  </a:lnTo>
                  <a:lnTo>
                    <a:pt x="8632" y="1201"/>
                  </a:lnTo>
                  <a:lnTo>
                    <a:pt x="8782" y="1276"/>
                  </a:lnTo>
                  <a:lnTo>
                    <a:pt x="9157" y="1351"/>
                  </a:lnTo>
                  <a:lnTo>
                    <a:pt x="9307" y="1351"/>
                  </a:lnTo>
                  <a:lnTo>
                    <a:pt x="9307" y="1426"/>
                  </a:lnTo>
                  <a:lnTo>
                    <a:pt x="8857" y="1501"/>
                  </a:lnTo>
                  <a:lnTo>
                    <a:pt x="11184" y="1351"/>
                  </a:lnTo>
                  <a:lnTo>
                    <a:pt x="12460" y="1276"/>
                  </a:lnTo>
                  <a:lnTo>
                    <a:pt x="13811" y="1276"/>
                  </a:lnTo>
                  <a:lnTo>
                    <a:pt x="13661" y="1351"/>
                  </a:lnTo>
                  <a:lnTo>
                    <a:pt x="14637" y="1276"/>
                  </a:lnTo>
                  <a:lnTo>
                    <a:pt x="15838" y="1351"/>
                  </a:lnTo>
                  <a:lnTo>
                    <a:pt x="16213" y="1426"/>
                  </a:lnTo>
                  <a:lnTo>
                    <a:pt x="18315" y="1426"/>
                  </a:lnTo>
                  <a:lnTo>
                    <a:pt x="18390" y="1351"/>
                  </a:lnTo>
                  <a:lnTo>
                    <a:pt x="18465" y="1351"/>
                  </a:lnTo>
                  <a:lnTo>
                    <a:pt x="18690" y="1276"/>
                  </a:lnTo>
                  <a:lnTo>
                    <a:pt x="18690" y="1201"/>
                  </a:lnTo>
                  <a:lnTo>
                    <a:pt x="18315" y="1126"/>
                  </a:lnTo>
                  <a:lnTo>
                    <a:pt x="17714" y="1201"/>
                  </a:lnTo>
                  <a:lnTo>
                    <a:pt x="15537" y="1201"/>
                  </a:lnTo>
                  <a:lnTo>
                    <a:pt x="16513" y="1126"/>
                  </a:lnTo>
                  <a:lnTo>
                    <a:pt x="17564" y="1126"/>
                  </a:lnTo>
                  <a:lnTo>
                    <a:pt x="18615" y="901"/>
                  </a:lnTo>
                  <a:lnTo>
                    <a:pt x="19591" y="1051"/>
                  </a:lnTo>
                  <a:lnTo>
                    <a:pt x="20566" y="1126"/>
                  </a:lnTo>
                  <a:lnTo>
                    <a:pt x="21467" y="1276"/>
                  </a:lnTo>
                  <a:lnTo>
                    <a:pt x="21917" y="1351"/>
                  </a:lnTo>
                  <a:lnTo>
                    <a:pt x="25745" y="1201"/>
                  </a:lnTo>
                  <a:lnTo>
                    <a:pt x="27472" y="1126"/>
                  </a:lnTo>
                  <a:lnTo>
                    <a:pt x="28823" y="976"/>
                  </a:lnTo>
                  <a:lnTo>
                    <a:pt x="29198" y="976"/>
                  </a:lnTo>
                  <a:lnTo>
                    <a:pt x="29498" y="1051"/>
                  </a:lnTo>
                  <a:lnTo>
                    <a:pt x="29799" y="1126"/>
                  </a:lnTo>
                  <a:lnTo>
                    <a:pt x="28823" y="1201"/>
                  </a:lnTo>
                  <a:lnTo>
                    <a:pt x="31300" y="1126"/>
                  </a:lnTo>
                  <a:lnTo>
                    <a:pt x="32426" y="1051"/>
                  </a:lnTo>
                  <a:lnTo>
                    <a:pt x="32801" y="1051"/>
                  </a:lnTo>
                  <a:lnTo>
                    <a:pt x="33026" y="976"/>
                  </a:lnTo>
                  <a:lnTo>
                    <a:pt x="33552" y="1051"/>
                  </a:lnTo>
                  <a:lnTo>
                    <a:pt x="33326" y="1051"/>
                  </a:lnTo>
                  <a:lnTo>
                    <a:pt x="33401" y="1126"/>
                  </a:lnTo>
                  <a:lnTo>
                    <a:pt x="34377" y="1051"/>
                  </a:lnTo>
                  <a:lnTo>
                    <a:pt x="34377" y="1051"/>
                  </a:lnTo>
                  <a:lnTo>
                    <a:pt x="34002" y="1126"/>
                  </a:lnTo>
                  <a:lnTo>
                    <a:pt x="35653" y="1201"/>
                  </a:lnTo>
                  <a:lnTo>
                    <a:pt x="37154" y="1201"/>
                  </a:lnTo>
                  <a:lnTo>
                    <a:pt x="39932" y="1051"/>
                  </a:lnTo>
                  <a:lnTo>
                    <a:pt x="42859" y="976"/>
                  </a:lnTo>
                  <a:lnTo>
                    <a:pt x="44510" y="976"/>
                  </a:lnTo>
                  <a:lnTo>
                    <a:pt x="46236" y="1051"/>
                  </a:lnTo>
                  <a:lnTo>
                    <a:pt x="46236" y="1051"/>
                  </a:lnTo>
                  <a:lnTo>
                    <a:pt x="45636" y="976"/>
                  </a:lnTo>
                  <a:lnTo>
                    <a:pt x="54268" y="976"/>
                  </a:lnTo>
                  <a:lnTo>
                    <a:pt x="58621" y="901"/>
                  </a:lnTo>
                  <a:lnTo>
                    <a:pt x="62900" y="976"/>
                  </a:lnTo>
                  <a:lnTo>
                    <a:pt x="64476" y="976"/>
                  </a:lnTo>
                  <a:lnTo>
                    <a:pt x="65602" y="901"/>
                  </a:lnTo>
                  <a:lnTo>
                    <a:pt x="65902" y="976"/>
                  </a:lnTo>
                  <a:lnTo>
                    <a:pt x="67553" y="826"/>
                  </a:lnTo>
                  <a:lnTo>
                    <a:pt x="69280" y="826"/>
                  </a:lnTo>
                  <a:lnTo>
                    <a:pt x="70856" y="901"/>
                  </a:lnTo>
                  <a:lnTo>
                    <a:pt x="74609" y="901"/>
                  </a:lnTo>
                  <a:lnTo>
                    <a:pt x="74234" y="826"/>
                  </a:lnTo>
                  <a:lnTo>
                    <a:pt x="83466" y="826"/>
                  </a:lnTo>
                  <a:lnTo>
                    <a:pt x="86168" y="751"/>
                  </a:lnTo>
                  <a:lnTo>
                    <a:pt x="86318" y="751"/>
                  </a:lnTo>
                  <a:lnTo>
                    <a:pt x="84517" y="676"/>
                  </a:lnTo>
                  <a:lnTo>
                    <a:pt x="82790" y="676"/>
                  </a:lnTo>
                  <a:lnTo>
                    <a:pt x="82458" y="628"/>
                  </a:lnTo>
                  <a:lnTo>
                    <a:pt x="82458" y="628"/>
                  </a:lnTo>
                  <a:lnTo>
                    <a:pt x="81739" y="601"/>
                  </a:lnTo>
                  <a:lnTo>
                    <a:pt x="79488" y="601"/>
                  </a:lnTo>
                  <a:lnTo>
                    <a:pt x="78962" y="526"/>
                  </a:lnTo>
                  <a:lnTo>
                    <a:pt x="78737" y="601"/>
                  </a:lnTo>
                  <a:lnTo>
                    <a:pt x="76861" y="601"/>
                  </a:lnTo>
                  <a:lnTo>
                    <a:pt x="76936" y="526"/>
                  </a:lnTo>
                  <a:lnTo>
                    <a:pt x="75810" y="526"/>
                  </a:lnTo>
                  <a:lnTo>
                    <a:pt x="74609" y="601"/>
                  </a:lnTo>
                  <a:lnTo>
                    <a:pt x="72882" y="526"/>
                  </a:lnTo>
                  <a:lnTo>
                    <a:pt x="72057" y="526"/>
                  </a:lnTo>
                  <a:lnTo>
                    <a:pt x="71832" y="451"/>
                  </a:lnTo>
                  <a:lnTo>
                    <a:pt x="69787" y="516"/>
                  </a:lnTo>
                  <a:lnTo>
                    <a:pt x="69787" y="516"/>
                  </a:lnTo>
                  <a:lnTo>
                    <a:pt x="69655" y="451"/>
                  </a:lnTo>
                  <a:lnTo>
                    <a:pt x="67328" y="451"/>
                  </a:lnTo>
                  <a:lnTo>
                    <a:pt x="66953" y="375"/>
                  </a:lnTo>
                  <a:lnTo>
                    <a:pt x="64326" y="375"/>
                  </a:lnTo>
                  <a:lnTo>
                    <a:pt x="61173" y="451"/>
                  </a:lnTo>
                  <a:lnTo>
                    <a:pt x="61624" y="375"/>
                  </a:lnTo>
                  <a:lnTo>
                    <a:pt x="60498" y="375"/>
                  </a:lnTo>
                  <a:lnTo>
                    <a:pt x="59597" y="300"/>
                  </a:lnTo>
                  <a:lnTo>
                    <a:pt x="59222" y="375"/>
                  </a:lnTo>
                  <a:lnTo>
                    <a:pt x="58546" y="451"/>
                  </a:lnTo>
                  <a:lnTo>
                    <a:pt x="56895" y="526"/>
                  </a:lnTo>
                  <a:lnTo>
                    <a:pt x="56445" y="451"/>
                  </a:lnTo>
                  <a:lnTo>
                    <a:pt x="56745" y="375"/>
                  </a:lnTo>
                  <a:lnTo>
                    <a:pt x="57195" y="300"/>
                  </a:lnTo>
                  <a:lnTo>
                    <a:pt x="57345" y="300"/>
                  </a:lnTo>
                  <a:lnTo>
                    <a:pt x="57270" y="225"/>
                  </a:lnTo>
                  <a:lnTo>
                    <a:pt x="56970" y="300"/>
                  </a:lnTo>
                  <a:lnTo>
                    <a:pt x="56219" y="375"/>
                  </a:lnTo>
                  <a:lnTo>
                    <a:pt x="55394" y="375"/>
                  </a:lnTo>
                  <a:lnTo>
                    <a:pt x="55469" y="451"/>
                  </a:lnTo>
                  <a:lnTo>
                    <a:pt x="54568" y="375"/>
                  </a:lnTo>
                  <a:lnTo>
                    <a:pt x="54043" y="225"/>
                  </a:lnTo>
                  <a:lnTo>
                    <a:pt x="53817" y="375"/>
                  </a:lnTo>
                  <a:lnTo>
                    <a:pt x="52316" y="375"/>
                  </a:lnTo>
                  <a:lnTo>
                    <a:pt x="51641" y="300"/>
                  </a:lnTo>
                  <a:lnTo>
                    <a:pt x="51416" y="300"/>
                  </a:lnTo>
                  <a:lnTo>
                    <a:pt x="51115" y="225"/>
                  </a:lnTo>
                  <a:lnTo>
                    <a:pt x="50140" y="225"/>
                  </a:lnTo>
                  <a:lnTo>
                    <a:pt x="50365" y="150"/>
                  </a:lnTo>
                  <a:lnTo>
                    <a:pt x="50215" y="150"/>
                  </a:lnTo>
                  <a:lnTo>
                    <a:pt x="49989" y="225"/>
                  </a:lnTo>
                  <a:lnTo>
                    <a:pt x="49989" y="300"/>
                  </a:lnTo>
                  <a:lnTo>
                    <a:pt x="49914" y="375"/>
                  </a:lnTo>
                  <a:lnTo>
                    <a:pt x="48939" y="375"/>
                  </a:lnTo>
                  <a:lnTo>
                    <a:pt x="48638" y="300"/>
                  </a:lnTo>
                  <a:lnTo>
                    <a:pt x="48638" y="225"/>
                  </a:lnTo>
                  <a:lnTo>
                    <a:pt x="48338" y="150"/>
                  </a:lnTo>
                  <a:lnTo>
                    <a:pt x="46762" y="225"/>
                  </a:lnTo>
                  <a:lnTo>
                    <a:pt x="45336" y="300"/>
                  </a:lnTo>
                  <a:lnTo>
                    <a:pt x="45186" y="300"/>
                  </a:lnTo>
                  <a:lnTo>
                    <a:pt x="45261" y="225"/>
                  </a:lnTo>
                  <a:lnTo>
                    <a:pt x="44135" y="300"/>
                  </a:lnTo>
                  <a:lnTo>
                    <a:pt x="41283" y="300"/>
                  </a:lnTo>
                  <a:lnTo>
                    <a:pt x="40007" y="375"/>
                  </a:lnTo>
                  <a:lnTo>
                    <a:pt x="39856" y="375"/>
                  </a:lnTo>
                  <a:lnTo>
                    <a:pt x="40082" y="451"/>
                  </a:lnTo>
                  <a:lnTo>
                    <a:pt x="40082" y="526"/>
                  </a:lnTo>
                  <a:lnTo>
                    <a:pt x="40082" y="601"/>
                  </a:lnTo>
                  <a:lnTo>
                    <a:pt x="38731" y="601"/>
                  </a:lnTo>
                  <a:lnTo>
                    <a:pt x="38430" y="526"/>
                  </a:lnTo>
                  <a:lnTo>
                    <a:pt x="38881" y="526"/>
                  </a:lnTo>
                  <a:lnTo>
                    <a:pt x="39106" y="451"/>
                  </a:lnTo>
                  <a:lnTo>
                    <a:pt x="39106" y="451"/>
                  </a:lnTo>
                  <a:lnTo>
                    <a:pt x="38355" y="526"/>
                  </a:lnTo>
                  <a:lnTo>
                    <a:pt x="38205" y="451"/>
                  </a:lnTo>
                  <a:lnTo>
                    <a:pt x="39181" y="451"/>
                  </a:lnTo>
                  <a:lnTo>
                    <a:pt x="39406" y="375"/>
                  </a:lnTo>
                  <a:lnTo>
                    <a:pt x="37079" y="451"/>
                  </a:lnTo>
                  <a:lnTo>
                    <a:pt x="36028" y="526"/>
                  </a:lnTo>
                  <a:lnTo>
                    <a:pt x="35053" y="526"/>
                  </a:lnTo>
                  <a:lnTo>
                    <a:pt x="35053" y="451"/>
                  </a:lnTo>
                  <a:lnTo>
                    <a:pt x="35128" y="451"/>
                  </a:lnTo>
                  <a:lnTo>
                    <a:pt x="35353" y="375"/>
                  </a:lnTo>
                  <a:lnTo>
                    <a:pt x="36629" y="375"/>
                  </a:lnTo>
                  <a:lnTo>
                    <a:pt x="36179" y="300"/>
                  </a:lnTo>
                  <a:lnTo>
                    <a:pt x="37980" y="375"/>
                  </a:lnTo>
                  <a:lnTo>
                    <a:pt x="37530" y="225"/>
                  </a:lnTo>
                  <a:lnTo>
                    <a:pt x="38130" y="225"/>
                  </a:lnTo>
                  <a:lnTo>
                    <a:pt x="37830" y="150"/>
                  </a:lnTo>
                  <a:lnTo>
                    <a:pt x="36404" y="75"/>
                  </a:lnTo>
                  <a:lnTo>
                    <a:pt x="35353" y="150"/>
                  </a:lnTo>
                  <a:lnTo>
                    <a:pt x="32876" y="150"/>
                  </a:lnTo>
                  <a:lnTo>
                    <a:pt x="32726" y="225"/>
                  </a:lnTo>
                  <a:lnTo>
                    <a:pt x="32726" y="300"/>
                  </a:lnTo>
                  <a:lnTo>
                    <a:pt x="32576" y="375"/>
                  </a:lnTo>
                  <a:lnTo>
                    <a:pt x="30774" y="375"/>
                  </a:lnTo>
                  <a:lnTo>
                    <a:pt x="29723" y="225"/>
                  </a:lnTo>
                  <a:lnTo>
                    <a:pt x="28898" y="75"/>
                  </a:lnTo>
                  <a:lnTo>
                    <a:pt x="28372" y="75"/>
                  </a:lnTo>
                  <a:lnTo>
                    <a:pt x="27547" y="150"/>
                  </a:lnTo>
                  <a:lnTo>
                    <a:pt x="26721" y="300"/>
                  </a:lnTo>
                  <a:lnTo>
                    <a:pt x="26046" y="375"/>
                  </a:lnTo>
                  <a:lnTo>
                    <a:pt x="24995" y="375"/>
                  </a:lnTo>
                  <a:lnTo>
                    <a:pt x="25595" y="150"/>
                  </a:lnTo>
                  <a:lnTo>
                    <a:pt x="24394" y="150"/>
                  </a:lnTo>
                  <a:lnTo>
                    <a:pt x="23794" y="225"/>
                  </a:lnTo>
                  <a:lnTo>
                    <a:pt x="23193" y="300"/>
                  </a:lnTo>
                  <a:lnTo>
                    <a:pt x="21992" y="300"/>
                  </a:lnTo>
                  <a:lnTo>
                    <a:pt x="22968" y="225"/>
                  </a:lnTo>
                  <a:lnTo>
                    <a:pt x="23343" y="225"/>
                  </a:lnTo>
                  <a:lnTo>
                    <a:pt x="22518" y="150"/>
                  </a:lnTo>
                  <a:lnTo>
                    <a:pt x="22143" y="225"/>
                  </a:lnTo>
                  <a:lnTo>
                    <a:pt x="21767" y="300"/>
                  </a:lnTo>
                  <a:lnTo>
                    <a:pt x="21167" y="300"/>
                  </a:lnTo>
                  <a:lnTo>
                    <a:pt x="20867" y="150"/>
                  </a:lnTo>
                  <a:lnTo>
                    <a:pt x="17189" y="225"/>
                  </a:lnTo>
                  <a:lnTo>
                    <a:pt x="13286" y="300"/>
                  </a:lnTo>
                  <a:lnTo>
                    <a:pt x="13511" y="225"/>
                  </a:lnTo>
                  <a:lnTo>
                    <a:pt x="13511" y="150"/>
                  </a:lnTo>
                  <a:lnTo>
                    <a:pt x="8031" y="150"/>
                  </a:lnTo>
                  <a:lnTo>
                    <a:pt x="2927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35"/>
            <p:cNvSpPr/>
            <p:nvPr/>
          </p:nvSpPr>
          <p:spPr>
            <a:xfrm>
              <a:off x="2887551" y="1484939"/>
              <a:ext cx="9222" cy="1551"/>
            </a:xfrm>
            <a:custGeom>
              <a:rect b="b" l="l" r="r" t="t"/>
              <a:pathLst>
                <a:path extrusionOk="0" h="76" w="452">
                  <a:moveTo>
                    <a:pt x="151" y="0"/>
                  </a:moveTo>
                  <a:lnTo>
                    <a:pt x="1" y="75"/>
                  </a:lnTo>
                  <a:lnTo>
                    <a:pt x="451" y="75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35"/>
            <p:cNvSpPr/>
            <p:nvPr/>
          </p:nvSpPr>
          <p:spPr>
            <a:xfrm>
              <a:off x="4494693" y="2911494"/>
              <a:ext cx="20" cy="3430"/>
            </a:xfrm>
            <a:custGeom>
              <a:rect b="b" l="l" r="r" t="t"/>
              <a:pathLst>
                <a:path extrusionOk="0" h="151" w="1">
                  <a:moveTo>
                    <a:pt x="1" y="75"/>
                  </a:moveTo>
                  <a:lnTo>
                    <a:pt x="1" y="150"/>
                  </a:lnTo>
                  <a:lnTo>
                    <a:pt x="1" y="15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75"/>
                  </a:lnTo>
                  <a:lnTo>
                    <a:pt x="1" y="75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35"/>
            <p:cNvSpPr/>
            <p:nvPr/>
          </p:nvSpPr>
          <p:spPr>
            <a:xfrm>
              <a:off x="2742760" y="2255170"/>
              <a:ext cx="20" cy="6836"/>
            </a:xfrm>
            <a:custGeom>
              <a:rect b="b" l="l" r="r" t="t"/>
              <a:pathLst>
                <a:path extrusionOk="0" h="301" w="1">
                  <a:moveTo>
                    <a:pt x="0" y="301"/>
                  </a:moveTo>
                  <a:lnTo>
                    <a:pt x="0" y="301"/>
                  </a:lnTo>
                  <a:lnTo>
                    <a:pt x="0" y="1"/>
                  </a:lnTo>
                  <a:lnTo>
                    <a:pt x="0" y="30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35"/>
            <p:cNvSpPr/>
            <p:nvPr/>
          </p:nvSpPr>
          <p:spPr>
            <a:xfrm>
              <a:off x="4503895" y="2510882"/>
              <a:ext cx="1551" cy="5133"/>
            </a:xfrm>
            <a:custGeom>
              <a:rect b="b" l="l" r="r" t="t"/>
              <a:pathLst>
                <a:path extrusionOk="0" h="226" w="76">
                  <a:moveTo>
                    <a:pt x="0" y="226"/>
                  </a:moveTo>
                  <a:lnTo>
                    <a:pt x="0" y="226"/>
                  </a:lnTo>
                  <a:lnTo>
                    <a:pt x="75" y="0"/>
                  </a:lnTo>
                  <a:lnTo>
                    <a:pt x="75" y="0"/>
                  </a:lnTo>
                  <a:lnTo>
                    <a:pt x="0" y="226"/>
                  </a:lnTo>
                  <a:lnTo>
                    <a:pt x="0" y="226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35"/>
            <p:cNvSpPr/>
            <p:nvPr/>
          </p:nvSpPr>
          <p:spPr>
            <a:xfrm>
              <a:off x="4503895" y="2319944"/>
              <a:ext cx="1551" cy="23894"/>
            </a:xfrm>
            <a:custGeom>
              <a:rect b="b" l="l" r="r" t="t"/>
              <a:pathLst>
                <a:path extrusionOk="0" h="1052" w="76">
                  <a:moveTo>
                    <a:pt x="0" y="1052"/>
                  </a:moveTo>
                  <a:lnTo>
                    <a:pt x="75" y="1"/>
                  </a:lnTo>
                  <a:lnTo>
                    <a:pt x="75" y="1"/>
                  </a:lnTo>
                  <a:lnTo>
                    <a:pt x="0" y="1052"/>
                  </a:lnTo>
                  <a:lnTo>
                    <a:pt x="0" y="1052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35"/>
            <p:cNvSpPr/>
            <p:nvPr/>
          </p:nvSpPr>
          <p:spPr>
            <a:xfrm>
              <a:off x="4503895" y="2210860"/>
              <a:ext cx="1551" cy="1726"/>
            </a:xfrm>
            <a:custGeom>
              <a:rect b="b" l="l" r="r" t="t"/>
              <a:pathLst>
                <a:path extrusionOk="0" h="76" w="76">
                  <a:moveTo>
                    <a:pt x="75" y="75"/>
                  </a:moveTo>
                  <a:lnTo>
                    <a:pt x="75" y="75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75" y="75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35"/>
            <p:cNvSpPr/>
            <p:nvPr/>
          </p:nvSpPr>
          <p:spPr>
            <a:xfrm>
              <a:off x="4364523" y="4285486"/>
              <a:ext cx="3081" cy="5133"/>
            </a:xfrm>
            <a:custGeom>
              <a:rect b="b" l="l" r="r" t="t"/>
              <a:pathLst>
                <a:path extrusionOk="0" h="226" w="151">
                  <a:moveTo>
                    <a:pt x="151" y="1"/>
                  </a:moveTo>
                  <a:lnTo>
                    <a:pt x="151" y="1"/>
                  </a:lnTo>
                  <a:lnTo>
                    <a:pt x="1" y="226"/>
                  </a:lnTo>
                  <a:lnTo>
                    <a:pt x="1" y="226"/>
                  </a:lnTo>
                  <a:lnTo>
                    <a:pt x="151" y="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35"/>
            <p:cNvSpPr/>
            <p:nvPr/>
          </p:nvSpPr>
          <p:spPr>
            <a:xfrm>
              <a:off x="4505425" y="3685419"/>
              <a:ext cx="1551" cy="20487"/>
            </a:xfrm>
            <a:custGeom>
              <a:rect b="b" l="l" r="r" t="t"/>
              <a:pathLst>
                <a:path extrusionOk="0" h="902" w="76">
                  <a:moveTo>
                    <a:pt x="0" y="1"/>
                  </a:moveTo>
                  <a:lnTo>
                    <a:pt x="0" y="76"/>
                  </a:lnTo>
                  <a:lnTo>
                    <a:pt x="8" y="91"/>
                  </a:lnTo>
                  <a:lnTo>
                    <a:pt x="0" y="1"/>
                  </a:lnTo>
                  <a:close/>
                  <a:moveTo>
                    <a:pt x="8" y="91"/>
                  </a:moveTo>
                  <a:lnTo>
                    <a:pt x="75" y="902"/>
                  </a:lnTo>
                  <a:lnTo>
                    <a:pt x="75" y="226"/>
                  </a:lnTo>
                  <a:lnTo>
                    <a:pt x="8" y="9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35"/>
            <p:cNvSpPr/>
            <p:nvPr/>
          </p:nvSpPr>
          <p:spPr>
            <a:xfrm>
              <a:off x="3654802" y="4367050"/>
              <a:ext cx="3081" cy="1551"/>
            </a:xfrm>
            <a:custGeom>
              <a:rect b="b" l="l" r="r" t="t"/>
              <a:pathLst>
                <a:path extrusionOk="0" h="76" w="151">
                  <a:moveTo>
                    <a:pt x="151" y="1"/>
                  </a:moveTo>
                  <a:lnTo>
                    <a:pt x="151" y="1"/>
                  </a:lnTo>
                  <a:lnTo>
                    <a:pt x="151" y="1"/>
                  </a:lnTo>
                  <a:lnTo>
                    <a:pt x="151" y="1"/>
                  </a:lnTo>
                  <a:lnTo>
                    <a:pt x="0" y="76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35"/>
            <p:cNvSpPr/>
            <p:nvPr/>
          </p:nvSpPr>
          <p:spPr>
            <a:xfrm>
              <a:off x="4506955" y="3705883"/>
              <a:ext cx="20" cy="29004"/>
            </a:xfrm>
            <a:custGeom>
              <a:rect b="b" l="l" r="r" t="t"/>
              <a:pathLst>
                <a:path extrusionOk="0" h="1277" w="1">
                  <a:moveTo>
                    <a:pt x="0" y="1277"/>
                  </a:moveTo>
                  <a:lnTo>
                    <a:pt x="0" y="1277"/>
                  </a:lnTo>
                  <a:lnTo>
                    <a:pt x="0" y="526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277"/>
                  </a:lnTo>
                  <a:lnTo>
                    <a:pt x="0" y="1277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35"/>
            <p:cNvSpPr/>
            <p:nvPr/>
          </p:nvSpPr>
          <p:spPr>
            <a:xfrm>
              <a:off x="4294942" y="1616640"/>
              <a:ext cx="20" cy="6141"/>
            </a:xfrm>
            <a:custGeom>
              <a:rect b="b" l="l" r="r" t="t"/>
              <a:pathLst>
                <a:path extrusionOk="0" h="301" w="1">
                  <a:moveTo>
                    <a:pt x="0" y="30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30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35"/>
            <p:cNvSpPr/>
            <p:nvPr/>
          </p:nvSpPr>
          <p:spPr>
            <a:xfrm>
              <a:off x="4293412" y="1610499"/>
              <a:ext cx="1551" cy="6162"/>
            </a:xfrm>
            <a:custGeom>
              <a:rect b="b" l="l" r="r" t="t"/>
              <a:pathLst>
                <a:path extrusionOk="0" h="302" w="76">
                  <a:moveTo>
                    <a:pt x="75" y="30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75" y="301"/>
                  </a:lnTo>
                  <a:lnTo>
                    <a:pt x="75" y="30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35"/>
            <p:cNvSpPr/>
            <p:nvPr/>
          </p:nvSpPr>
          <p:spPr>
            <a:xfrm>
              <a:off x="4293412" y="1596727"/>
              <a:ext cx="20" cy="13792"/>
            </a:xfrm>
            <a:custGeom>
              <a:rect b="b" l="l" r="r" t="t"/>
              <a:pathLst>
                <a:path extrusionOk="0" h="676" w="1">
                  <a:moveTo>
                    <a:pt x="0" y="0"/>
                  </a:moveTo>
                  <a:lnTo>
                    <a:pt x="0" y="676"/>
                  </a:lnTo>
                  <a:lnTo>
                    <a:pt x="0" y="67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35"/>
            <p:cNvSpPr/>
            <p:nvPr/>
          </p:nvSpPr>
          <p:spPr>
            <a:xfrm>
              <a:off x="4502365" y="1815357"/>
              <a:ext cx="20" cy="1726"/>
            </a:xfrm>
            <a:custGeom>
              <a:rect b="b" l="l" r="r" t="t"/>
              <a:pathLst>
                <a:path extrusionOk="0" h="76" w="1">
                  <a:moveTo>
                    <a:pt x="0" y="0"/>
                  </a:moveTo>
                  <a:lnTo>
                    <a:pt x="0" y="75"/>
                  </a:lnTo>
                  <a:lnTo>
                    <a:pt x="0" y="7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35"/>
            <p:cNvSpPr/>
            <p:nvPr/>
          </p:nvSpPr>
          <p:spPr>
            <a:xfrm>
              <a:off x="4502365" y="1817061"/>
              <a:ext cx="1551" cy="51171"/>
            </a:xfrm>
            <a:custGeom>
              <a:rect b="b" l="l" r="r" t="t"/>
              <a:pathLst>
                <a:path extrusionOk="0" h="2253" w="76">
                  <a:moveTo>
                    <a:pt x="0" y="0"/>
                  </a:moveTo>
                  <a:lnTo>
                    <a:pt x="0" y="1126"/>
                  </a:lnTo>
                  <a:lnTo>
                    <a:pt x="0" y="2252"/>
                  </a:lnTo>
                  <a:lnTo>
                    <a:pt x="75" y="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35"/>
            <p:cNvSpPr/>
            <p:nvPr/>
          </p:nvSpPr>
          <p:spPr>
            <a:xfrm>
              <a:off x="4494693" y="2043792"/>
              <a:ext cx="1551" cy="22167"/>
            </a:xfrm>
            <a:custGeom>
              <a:rect b="b" l="l" r="r" t="t"/>
              <a:pathLst>
                <a:path extrusionOk="0" h="976" w="76">
                  <a:moveTo>
                    <a:pt x="1" y="0"/>
                  </a:moveTo>
                  <a:lnTo>
                    <a:pt x="1" y="976"/>
                  </a:lnTo>
                  <a:lnTo>
                    <a:pt x="76" y="901"/>
                  </a:lnTo>
                  <a:lnTo>
                    <a:pt x="76" y="52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35"/>
            <p:cNvSpPr/>
            <p:nvPr/>
          </p:nvSpPr>
          <p:spPr>
            <a:xfrm>
              <a:off x="4493163" y="2217673"/>
              <a:ext cx="1551" cy="22167"/>
            </a:xfrm>
            <a:custGeom>
              <a:rect b="b" l="l" r="r" t="t"/>
              <a:pathLst>
                <a:path extrusionOk="0" h="976" w="76">
                  <a:moveTo>
                    <a:pt x="76" y="0"/>
                  </a:moveTo>
                  <a:lnTo>
                    <a:pt x="1" y="75"/>
                  </a:lnTo>
                  <a:lnTo>
                    <a:pt x="1" y="376"/>
                  </a:lnTo>
                  <a:lnTo>
                    <a:pt x="1" y="976"/>
                  </a:lnTo>
                  <a:lnTo>
                    <a:pt x="76" y="451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35"/>
            <p:cNvSpPr/>
            <p:nvPr/>
          </p:nvSpPr>
          <p:spPr>
            <a:xfrm>
              <a:off x="4488572" y="3221737"/>
              <a:ext cx="3081" cy="8563"/>
            </a:xfrm>
            <a:custGeom>
              <a:rect b="b" l="l" r="r" t="t"/>
              <a:pathLst>
                <a:path extrusionOk="0" h="377" w="151">
                  <a:moveTo>
                    <a:pt x="1" y="1"/>
                  </a:moveTo>
                  <a:lnTo>
                    <a:pt x="1" y="301"/>
                  </a:lnTo>
                  <a:lnTo>
                    <a:pt x="76" y="376"/>
                  </a:lnTo>
                  <a:lnTo>
                    <a:pt x="76" y="301"/>
                  </a:lnTo>
                  <a:lnTo>
                    <a:pt x="76" y="151"/>
                  </a:lnTo>
                  <a:lnTo>
                    <a:pt x="151" y="7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35"/>
            <p:cNvSpPr/>
            <p:nvPr/>
          </p:nvSpPr>
          <p:spPr>
            <a:xfrm>
              <a:off x="4506955" y="3387101"/>
              <a:ext cx="3081" cy="27300"/>
            </a:xfrm>
            <a:custGeom>
              <a:rect b="b" l="l" r="r" t="t"/>
              <a:pathLst>
                <a:path extrusionOk="0" h="1202" w="151">
                  <a:moveTo>
                    <a:pt x="0" y="1"/>
                  </a:moveTo>
                  <a:lnTo>
                    <a:pt x="0" y="1202"/>
                  </a:lnTo>
                  <a:lnTo>
                    <a:pt x="150" y="37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35"/>
            <p:cNvSpPr/>
            <p:nvPr/>
          </p:nvSpPr>
          <p:spPr>
            <a:xfrm>
              <a:off x="4483982" y="3518375"/>
              <a:ext cx="1551" cy="30707"/>
            </a:xfrm>
            <a:custGeom>
              <a:rect b="b" l="l" r="r" t="t"/>
              <a:pathLst>
                <a:path extrusionOk="0" h="1352" w="76">
                  <a:moveTo>
                    <a:pt x="0" y="0"/>
                  </a:moveTo>
                  <a:lnTo>
                    <a:pt x="75" y="1351"/>
                  </a:lnTo>
                  <a:lnTo>
                    <a:pt x="75" y="3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35"/>
            <p:cNvSpPr/>
            <p:nvPr/>
          </p:nvSpPr>
          <p:spPr>
            <a:xfrm>
              <a:off x="3481744" y="4368580"/>
              <a:ext cx="13812" cy="4611"/>
            </a:xfrm>
            <a:custGeom>
              <a:rect b="b" l="l" r="r" t="t"/>
              <a:pathLst>
                <a:path extrusionOk="0" h="226" w="677">
                  <a:moveTo>
                    <a:pt x="451" y="1"/>
                  </a:moveTo>
                  <a:lnTo>
                    <a:pt x="1" y="76"/>
                  </a:lnTo>
                  <a:lnTo>
                    <a:pt x="226" y="226"/>
                  </a:lnTo>
                  <a:lnTo>
                    <a:pt x="526" y="151"/>
                  </a:lnTo>
                  <a:lnTo>
                    <a:pt x="676" y="76"/>
                  </a:lnTo>
                  <a:lnTo>
                    <a:pt x="451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35"/>
            <p:cNvSpPr/>
            <p:nvPr/>
          </p:nvSpPr>
          <p:spPr>
            <a:xfrm>
              <a:off x="3061289" y="4473017"/>
              <a:ext cx="26054" cy="25574"/>
            </a:xfrm>
            <a:custGeom>
              <a:rect b="b" l="l" r="r" t="t"/>
              <a:pathLst>
                <a:path extrusionOk="0" h="1126" w="1277">
                  <a:moveTo>
                    <a:pt x="0" y="0"/>
                  </a:moveTo>
                  <a:lnTo>
                    <a:pt x="751" y="676"/>
                  </a:lnTo>
                  <a:lnTo>
                    <a:pt x="1277" y="1126"/>
                  </a:lnTo>
                  <a:lnTo>
                    <a:pt x="1277" y="1126"/>
                  </a:lnTo>
                  <a:lnTo>
                    <a:pt x="751" y="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5"/>
            <p:cNvSpPr/>
            <p:nvPr/>
          </p:nvSpPr>
          <p:spPr>
            <a:xfrm>
              <a:off x="2762653" y="2439272"/>
              <a:ext cx="20" cy="27300"/>
            </a:xfrm>
            <a:custGeom>
              <a:rect b="b" l="l" r="r" t="t"/>
              <a:pathLst>
                <a:path extrusionOk="0" h="1202" w="1">
                  <a:moveTo>
                    <a:pt x="1" y="601"/>
                  </a:moveTo>
                  <a:lnTo>
                    <a:pt x="1" y="1202"/>
                  </a:lnTo>
                  <a:lnTo>
                    <a:pt x="1" y="1"/>
                  </a:lnTo>
                  <a:lnTo>
                    <a:pt x="1" y="60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35"/>
            <p:cNvSpPr/>
            <p:nvPr/>
          </p:nvSpPr>
          <p:spPr>
            <a:xfrm>
              <a:off x="4738202" y="1479519"/>
              <a:ext cx="1745801" cy="3235691"/>
            </a:xfrm>
            <a:custGeom>
              <a:rect b="b" l="l" r="r" t="t"/>
              <a:pathLst>
                <a:path extrusionOk="0" h="142463" w="85568">
                  <a:moveTo>
                    <a:pt x="0" y="1"/>
                  </a:moveTo>
                  <a:lnTo>
                    <a:pt x="0" y="99679"/>
                  </a:lnTo>
                  <a:lnTo>
                    <a:pt x="75" y="101856"/>
                  </a:lnTo>
                  <a:lnTo>
                    <a:pt x="225" y="104032"/>
                  </a:lnTo>
                  <a:lnTo>
                    <a:pt x="526" y="106209"/>
                  </a:lnTo>
                  <a:lnTo>
                    <a:pt x="901" y="108311"/>
                  </a:lnTo>
                  <a:lnTo>
                    <a:pt x="1351" y="110337"/>
                  </a:lnTo>
                  <a:lnTo>
                    <a:pt x="1952" y="112439"/>
                  </a:lnTo>
                  <a:lnTo>
                    <a:pt x="2627" y="114390"/>
                  </a:lnTo>
                  <a:lnTo>
                    <a:pt x="3378" y="116342"/>
                  </a:lnTo>
                  <a:lnTo>
                    <a:pt x="4204" y="118218"/>
                  </a:lnTo>
                  <a:lnTo>
                    <a:pt x="5179" y="120095"/>
                  </a:lnTo>
                  <a:lnTo>
                    <a:pt x="6230" y="121896"/>
                  </a:lnTo>
                  <a:lnTo>
                    <a:pt x="7281" y="123623"/>
                  </a:lnTo>
                  <a:lnTo>
                    <a:pt x="8482" y="125274"/>
                  </a:lnTo>
                  <a:lnTo>
                    <a:pt x="9758" y="126925"/>
                  </a:lnTo>
                  <a:lnTo>
                    <a:pt x="11109" y="128426"/>
                  </a:lnTo>
                  <a:lnTo>
                    <a:pt x="12535" y="129928"/>
                  </a:lnTo>
                  <a:lnTo>
                    <a:pt x="14036" y="131354"/>
                  </a:lnTo>
                  <a:lnTo>
                    <a:pt x="15537" y="132705"/>
                  </a:lnTo>
                  <a:lnTo>
                    <a:pt x="17189" y="133981"/>
                  </a:lnTo>
                  <a:lnTo>
                    <a:pt x="18840" y="135182"/>
                  </a:lnTo>
                  <a:lnTo>
                    <a:pt x="20566" y="136233"/>
                  </a:lnTo>
                  <a:lnTo>
                    <a:pt x="22368" y="137283"/>
                  </a:lnTo>
                  <a:lnTo>
                    <a:pt x="24244" y="138259"/>
                  </a:lnTo>
                  <a:lnTo>
                    <a:pt x="26121" y="139085"/>
                  </a:lnTo>
                  <a:lnTo>
                    <a:pt x="28072" y="139835"/>
                  </a:lnTo>
                  <a:lnTo>
                    <a:pt x="30024" y="140511"/>
                  </a:lnTo>
                  <a:lnTo>
                    <a:pt x="32126" y="141111"/>
                  </a:lnTo>
                  <a:lnTo>
                    <a:pt x="34152" y="141562"/>
                  </a:lnTo>
                  <a:lnTo>
                    <a:pt x="36254" y="141937"/>
                  </a:lnTo>
                  <a:lnTo>
                    <a:pt x="38430" y="142237"/>
                  </a:lnTo>
                  <a:lnTo>
                    <a:pt x="40607" y="142387"/>
                  </a:lnTo>
                  <a:lnTo>
                    <a:pt x="42784" y="142462"/>
                  </a:lnTo>
                  <a:lnTo>
                    <a:pt x="44961" y="142387"/>
                  </a:lnTo>
                  <a:lnTo>
                    <a:pt x="47137" y="142237"/>
                  </a:lnTo>
                  <a:lnTo>
                    <a:pt x="49314" y="141937"/>
                  </a:lnTo>
                  <a:lnTo>
                    <a:pt x="51416" y="141562"/>
                  </a:lnTo>
                  <a:lnTo>
                    <a:pt x="53442" y="141111"/>
                  </a:lnTo>
                  <a:lnTo>
                    <a:pt x="55544" y="140511"/>
                  </a:lnTo>
                  <a:lnTo>
                    <a:pt x="57495" y="139835"/>
                  </a:lnTo>
                  <a:lnTo>
                    <a:pt x="59447" y="139085"/>
                  </a:lnTo>
                  <a:lnTo>
                    <a:pt x="61324" y="138259"/>
                  </a:lnTo>
                  <a:lnTo>
                    <a:pt x="63200" y="137283"/>
                  </a:lnTo>
                  <a:lnTo>
                    <a:pt x="65001" y="136233"/>
                  </a:lnTo>
                  <a:lnTo>
                    <a:pt x="66728" y="135182"/>
                  </a:lnTo>
                  <a:lnTo>
                    <a:pt x="68379" y="133981"/>
                  </a:lnTo>
                  <a:lnTo>
                    <a:pt x="70030" y="132705"/>
                  </a:lnTo>
                  <a:lnTo>
                    <a:pt x="71532" y="131354"/>
                  </a:lnTo>
                  <a:lnTo>
                    <a:pt x="73033" y="129928"/>
                  </a:lnTo>
                  <a:lnTo>
                    <a:pt x="74459" y="128426"/>
                  </a:lnTo>
                  <a:lnTo>
                    <a:pt x="75810" y="126925"/>
                  </a:lnTo>
                  <a:lnTo>
                    <a:pt x="77086" y="125274"/>
                  </a:lnTo>
                  <a:lnTo>
                    <a:pt x="78287" y="123623"/>
                  </a:lnTo>
                  <a:lnTo>
                    <a:pt x="79338" y="121896"/>
                  </a:lnTo>
                  <a:lnTo>
                    <a:pt x="80389" y="120095"/>
                  </a:lnTo>
                  <a:lnTo>
                    <a:pt x="81364" y="118218"/>
                  </a:lnTo>
                  <a:lnTo>
                    <a:pt x="82190" y="116342"/>
                  </a:lnTo>
                  <a:lnTo>
                    <a:pt x="82941" y="114390"/>
                  </a:lnTo>
                  <a:lnTo>
                    <a:pt x="83616" y="112439"/>
                  </a:lnTo>
                  <a:lnTo>
                    <a:pt x="84217" y="110337"/>
                  </a:lnTo>
                  <a:lnTo>
                    <a:pt x="84667" y="108311"/>
                  </a:lnTo>
                  <a:lnTo>
                    <a:pt x="85042" y="106209"/>
                  </a:lnTo>
                  <a:lnTo>
                    <a:pt x="85342" y="104032"/>
                  </a:lnTo>
                  <a:lnTo>
                    <a:pt x="85493" y="101856"/>
                  </a:lnTo>
                  <a:lnTo>
                    <a:pt x="85568" y="99679"/>
                  </a:lnTo>
                  <a:lnTo>
                    <a:pt x="855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35"/>
            <p:cNvSpPr/>
            <p:nvPr/>
          </p:nvSpPr>
          <p:spPr>
            <a:xfrm>
              <a:off x="6276593" y="1477268"/>
              <a:ext cx="1551" cy="19933"/>
            </a:xfrm>
            <a:custGeom>
              <a:rect b="b" l="l" r="r" t="t"/>
              <a:pathLst>
                <a:path extrusionOk="0" h="977" w="76">
                  <a:moveTo>
                    <a:pt x="76" y="1"/>
                  </a:moveTo>
                  <a:lnTo>
                    <a:pt x="1" y="526"/>
                  </a:lnTo>
                  <a:lnTo>
                    <a:pt x="76" y="977"/>
                  </a:lnTo>
                  <a:lnTo>
                    <a:pt x="76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35"/>
            <p:cNvSpPr/>
            <p:nvPr/>
          </p:nvSpPr>
          <p:spPr>
            <a:xfrm>
              <a:off x="6276593" y="1503302"/>
              <a:ext cx="1551" cy="79651"/>
            </a:xfrm>
            <a:custGeom>
              <a:rect b="b" l="l" r="r" t="t"/>
              <a:pathLst>
                <a:path extrusionOk="0" h="3904" w="76">
                  <a:moveTo>
                    <a:pt x="1" y="1"/>
                  </a:moveTo>
                  <a:lnTo>
                    <a:pt x="1" y="2253"/>
                  </a:lnTo>
                  <a:lnTo>
                    <a:pt x="76" y="1277"/>
                  </a:lnTo>
                  <a:lnTo>
                    <a:pt x="1" y="1"/>
                  </a:lnTo>
                  <a:close/>
                  <a:moveTo>
                    <a:pt x="1" y="2253"/>
                  </a:moveTo>
                  <a:lnTo>
                    <a:pt x="1" y="2853"/>
                  </a:lnTo>
                  <a:lnTo>
                    <a:pt x="67" y="3720"/>
                  </a:lnTo>
                  <a:lnTo>
                    <a:pt x="1" y="2253"/>
                  </a:lnTo>
                  <a:close/>
                  <a:moveTo>
                    <a:pt x="67" y="3720"/>
                  </a:moveTo>
                  <a:lnTo>
                    <a:pt x="76" y="3904"/>
                  </a:lnTo>
                  <a:lnTo>
                    <a:pt x="76" y="3829"/>
                  </a:lnTo>
                  <a:lnTo>
                    <a:pt x="67" y="372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35"/>
            <p:cNvSpPr/>
            <p:nvPr/>
          </p:nvSpPr>
          <p:spPr>
            <a:xfrm>
              <a:off x="6479424" y="2914901"/>
              <a:ext cx="20" cy="8540"/>
            </a:xfrm>
            <a:custGeom>
              <a:rect b="b" l="l" r="r" t="t"/>
              <a:pathLst>
                <a:path extrusionOk="0" h="376" w="1">
                  <a:moveTo>
                    <a:pt x="0" y="376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376"/>
                  </a:lnTo>
                  <a:lnTo>
                    <a:pt x="0" y="376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35"/>
            <p:cNvSpPr/>
            <p:nvPr/>
          </p:nvSpPr>
          <p:spPr>
            <a:xfrm>
              <a:off x="6474833" y="3750216"/>
              <a:ext cx="20" cy="10243"/>
            </a:xfrm>
            <a:custGeom>
              <a:rect b="b" l="l" r="r" t="t"/>
              <a:pathLst>
                <a:path extrusionOk="0" h="451" w="1">
                  <a:moveTo>
                    <a:pt x="0" y="450"/>
                  </a:moveTo>
                  <a:lnTo>
                    <a:pt x="0" y="45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450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35"/>
            <p:cNvSpPr/>
            <p:nvPr/>
          </p:nvSpPr>
          <p:spPr>
            <a:xfrm>
              <a:off x="6459510" y="3891710"/>
              <a:ext cx="1551" cy="8540"/>
            </a:xfrm>
            <a:custGeom>
              <a:rect b="b" l="l" r="r" t="t"/>
              <a:pathLst>
                <a:path extrusionOk="0" h="376" w="76">
                  <a:moveTo>
                    <a:pt x="1" y="375"/>
                  </a:moveTo>
                  <a:lnTo>
                    <a:pt x="1" y="375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1" y="375"/>
                  </a:lnTo>
                  <a:lnTo>
                    <a:pt x="1" y="375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35"/>
            <p:cNvSpPr/>
            <p:nvPr/>
          </p:nvSpPr>
          <p:spPr>
            <a:xfrm>
              <a:off x="6477893" y="2923418"/>
              <a:ext cx="1551" cy="22190"/>
            </a:xfrm>
            <a:custGeom>
              <a:rect b="b" l="l" r="r" t="t"/>
              <a:pathLst>
                <a:path extrusionOk="0" h="977" w="76">
                  <a:moveTo>
                    <a:pt x="75" y="1"/>
                  </a:moveTo>
                  <a:lnTo>
                    <a:pt x="8" y="879"/>
                  </a:lnTo>
                  <a:lnTo>
                    <a:pt x="75" y="676"/>
                  </a:lnTo>
                  <a:lnTo>
                    <a:pt x="75" y="1"/>
                  </a:lnTo>
                  <a:close/>
                  <a:moveTo>
                    <a:pt x="8" y="879"/>
                  </a:moveTo>
                  <a:lnTo>
                    <a:pt x="0" y="901"/>
                  </a:lnTo>
                  <a:lnTo>
                    <a:pt x="0" y="976"/>
                  </a:lnTo>
                  <a:lnTo>
                    <a:pt x="8" y="879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35"/>
            <p:cNvSpPr/>
            <p:nvPr/>
          </p:nvSpPr>
          <p:spPr>
            <a:xfrm>
              <a:off x="6487075" y="1747177"/>
              <a:ext cx="20" cy="11947"/>
            </a:xfrm>
            <a:custGeom>
              <a:rect b="b" l="l" r="r" t="t"/>
              <a:pathLst>
                <a:path extrusionOk="0" h="526" w="1">
                  <a:moveTo>
                    <a:pt x="1" y="525"/>
                  </a:moveTo>
                  <a:lnTo>
                    <a:pt x="1" y="525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450"/>
                  </a:lnTo>
                  <a:lnTo>
                    <a:pt x="1" y="450"/>
                  </a:lnTo>
                  <a:lnTo>
                    <a:pt x="1" y="525"/>
                  </a:lnTo>
                  <a:lnTo>
                    <a:pt x="1" y="525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35"/>
            <p:cNvSpPr/>
            <p:nvPr/>
          </p:nvSpPr>
          <p:spPr>
            <a:xfrm>
              <a:off x="6476363" y="2541565"/>
              <a:ext cx="1551" cy="11947"/>
            </a:xfrm>
            <a:custGeom>
              <a:rect b="b" l="l" r="r" t="t"/>
              <a:pathLst>
                <a:path extrusionOk="0" h="526" w="76">
                  <a:moveTo>
                    <a:pt x="0" y="0"/>
                  </a:moveTo>
                  <a:lnTo>
                    <a:pt x="75" y="526"/>
                  </a:lnTo>
                  <a:lnTo>
                    <a:pt x="75" y="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35"/>
            <p:cNvSpPr/>
            <p:nvPr/>
          </p:nvSpPr>
          <p:spPr>
            <a:xfrm>
              <a:off x="6477893" y="2268820"/>
              <a:ext cx="3081" cy="13650"/>
            </a:xfrm>
            <a:custGeom>
              <a:rect b="b" l="l" r="r" t="t"/>
              <a:pathLst>
                <a:path extrusionOk="0" h="601" w="151">
                  <a:moveTo>
                    <a:pt x="75" y="0"/>
                  </a:moveTo>
                  <a:lnTo>
                    <a:pt x="0" y="75"/>
                  </a:lnTo>
                  <a:lnTo>
                    <a:pt x="75" y="375"/>
                  </a:lnTo>
                  <a:lnTo>
                    <a:pt x="150" y="600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35"/>
            <p:cNvSpPr/>
            <p:nvPr/>
          </p:nvSpPr>
          <p:spPr>
            <a:xfrm>
              <a:off x="6482484" y="1813654"/>
              <a:ext cx="20" cy="8540"/>
            </a:xfrm>
            <a:custGeom>
              <a:rect b="b" l="l" r="r" t="t"/>
              <a:pathLst>
                <a:path extrusionOk="0" h="376" w="1">
                  <a:moveTo>
                    <a:pt x="1" y="376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376"/>
                  </a:lnTo>
                  <a:lnTo>
                    <a:pt x="1" y="376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35"/>
            <p:cNvSpPr/>
            <p:nvPr/>
          </p:nvSpPr>
          <p:spPr>
            <a:xfrm>
              <a:off x="6474833" y="2756350"/>
              <a:ext cx="1551" cy="3430"/>
            </a:xfrm>
            <a:custGeom>
              <a:rect b="b" l="l" r="r" t="t"/>
              <a:pathLst>
                <a:path extrusionOk="0" h="151" w="76">
                  <a:moveTo>
                    <a:pt x="75" y="1"/>
                  </a:moveTo>
                  <a:lnTo>
                    <a:pt x="75" y="1"/>
                  </a:lnTo>
                  <a:lnTo>
                    <a:pt x="0" y="151"/>
                  </a:lnTo>
                  <a:lnTo>
                    <a:pt x="0" y="151"/>
                  </a:lnTo>
                  <a:lnTo>
                    <a:pt x="75" y="1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35"/>
            <p:cNvSpPr/>
            <p:nvPr/>
          </p:nvSpPr>
          <p:spPr>
            <a:xfrm>
              <a:off x="5981037" y="1471147"/>
              <a:ext cx="1551" cy="20"/>
            </a:xfrm>
            <a:custGeom>
              <a:rect b="b" l="l" r="r" t="t"/>
              <a:pathLst>
                <a:path extrusionOk="0" h="1" w="76">
                  <a:moveTo>
                    <a:pt x="0" y="1"/>
                  </a:moveTo>
                  <a:lnTo>
                    <a:pt x="0" y="1"/>
                  </a:lnTo>
                  <a:lnTo>
                    <a:pt x="75" y="1"/>
                  </a:lnTo>
                  <a:lnTo>
                    <a:pt x="75" y="1"/>
                  </a:lnTo>
                  <a:lnTo>
                    <a:pt x="75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35"/>
            <p:cNvSpPr/>
            <p:nvPr/>
          </p:nvSpPr>
          <p:spPr>
            <a:xfrm>
              <a:off x="6272002" y="1477268"/>
              <a:ext cx="4611" cy="20"/>
            </a:xfrm>
            <a:custGeom>
              <a:rect b="b" l="l" r="r" t="t"/>
              <a:pathLst>
                <a:path extrusionOk="0" h="1" w="226">
                  <a:moveTo>
                    <a:pt x="226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35"/>
            <p:cNvSpPr/>
            <p:nvPr/>
          </p:nvSpPr>
          <p:spPr>
            <a:xfrm>
              <a:off x="6387529" y="4138882"/>
              <a:ext cx="1551" cy="3430"/>
            </a:xfrm>
            <a:custGeom>
              <a:rect b="b" l="l" r="r" t="t"/>
              <a:pathLst>
                <a:path extrusionOk="0" h="151" w="76">
                  <a:moveTo>
                    <a:pt x="1" y="151"/>
                  </a:move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lnTo>
                    <a:pt x="76" y="1"/>
                  </a:lnTo>
                  <a:lnTo>
                    <a:pt x="1" y="151"/>
                  </a:lnTo>
                  <a:lnTo>
                    <a:pt x="1" y="15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35"/>
            <p:cNvSpPr/>
            <p:nvPr/>
          </p:nvSpPr>
          <p:spPr>
            <a:xfrm>
              <a:off x="4762705" y="3956484"/>
              <a:ext cx="7671" cy="27300"/>
            </a:xfrm>
            <a:custGeom>
              <a:rect b="b" l="l" r="r" t="t"/>
              <a:pathLst>
                <a:path extrusionOk="0" h="1202" w="376">
                  <a:moveTo>
                    <a:pt x="0" y="0"/>
                  </a:moveTo>
                  <a:lnTo>
                    <a:pt x="75" y="526"/>
                  </a:lnTo>
                  <a:lnTo>
                    <a:pt x="300" y="1051"/>
                  </a:lnTo>
                  <a:lnTo>
                    <a:pt x="375" y="1201"/>
                  </a:lnTo>
                  <a:lnTo>
                    <a:pt x="300" y="676"/>
                  </a:lnTo>
                  <a:lnTo>
                    <a:pt x="300" y="901"/>
                  </a:lnTo>
                  <a:lnTo>
                    <a:pt x="150" y="3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35"/>
            <p:cNvSpPr/>
            <p:nvPr/>
          </p:nvSpPr>
          <p:spPr>
            <a:xfrm>
              <a:off x="6487075" y="1765914"/>
              <a:ext cx="20" cy="11969"/>
            </a:xfrm>
            <a:custGeom>
              <a:rect b="b" l="l" r="r" t="t"/>
              <a:pathLst>
                <a:path extrusionOk="0" h="527" w="1">
                  <a:moveTo>
                    <a:pt x="1" y="1"/>
                  </a:moveTo>
                  <a:lnTo>
                    <a:pt x="1" y="1"/>
                  </a:lnTo>
                  <a:lnTo>
                    <a:pt x="1" y="526"/>
                  </a:lnTo>
                  <a:lnTo>
                    <a:pt x="1" y="52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35"/>
            <p:cNvSpPr/>
            <p:nvPr/>
          </p:nvSpPr>
          <p:spPr>
            <a:xfrm>
              <a:off x="4764236" y="3968408"/>
              <a:ext cx="1551" cy="5133"/>
            </a:xfrm>
            <a:custGeom>
              <a:rect b="b" l="l" r="r" t="t"/>
              <a:pathLst>
                <a:path extrusionOk="0" h="226" w="76">
                  <a:moveTo>
                    <a:pt x="0" y="1"/>
                  </a:moveTo>
                  <a:lnTo>
                    <a:pt x="0" y="1"/>
                  </a:lnTo>
                  <a:lnTo>
                    <a:pt x="75" y="226"/>
                  </a:lnTo>
                  <a:lnTo>
                    <a:pt x="75" y="226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35"/>
            <p:cNvSpPr/>
            <p:nvPr/>
          </p:nvSpPr>
          <p:spPr>
            <a:xfrm>
              <a:off x="6035314" y="4571881"/>
              <a:ext cx="6141" cy="1726"/>
            </a:xfrm>
            <a:custGeom>
              <a:rect b="b" l="l" r="r" t="t"/>
              <a:pathLst>
                <a:path extrusionOk="0" h="76" w="301">
                  <a:moveTo>
                    <a:pt x="0" y="76"/>
                  </a:moveTo>
                  <a:lnTo>
                    <a:pt x="0" y="76"/>
                  </a:lnTo>
                  <a:lnTo>
                    <a:pt x="301" y="0"/>
                  </a:lnTo>
                  <a:lnTo>
                    <a:pt x="301" y="0"/>
                  </a:lnTo>
                  <a:lnTo>
                    <a:pt x="0" y="76"/>
                  </a:lnTo>
                  <a:lnTo>
                    <a:pt x="0" y="76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35"/>
            <p:cNvSpPr/>
            <p:nvPr/>
          </p:nvSpPr>
          <p:spPr>
            <a:xfrm>
              <a:off x="6321689" y="4278673"/>
              <a:ext cx="6141" cy="8540"/>
            </a:xfrm>
            <a:custGeom>
              <a:rect b="b" l="l" r="r" t="t"/>
              <a:pathLst>
                <a:path extrusionOk="0" h="376" w="301">
                  <a:moveTo>
                    <a:pt x="301" y="0"/>
                  </a:moveTo>
                  <a:lnTo>
                    <a:pt x="301" y="0"/>
                  </a:lnTo>
                  <a:lnTo>
                    <a:pt x="0" y="376"/>
                  </a:lnTo>
                  <a:lnTo>
                    <a:pt x="0" y="376"/>
                  </a:lnTo>
                  <a:lnTo>
                    <a:pt x="301" y="0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35"/>
            <p:cNvSpPr/>
            <p:nvPr/>
          </p:nvSpPr>
          <p:spPr>
            <a:xfrm>
              <a:off x="5834693" y="4667339"/>
              <a:ext cx="13812" cy="5133"/>
            </a:xfrm>
            <a:custGeom>
              <a:rect b="b" l="l" r="r" t="t"/>
              <a:pathLst>
                <a:path extrusionOk="0" h="226" w="677">
                  <a:moveTo>
                    <a:pt x="676" y="1"/>
                  </a:moveTo>
                  <a:lnTo>
                    <a:pt x="76" y="151"/>
                  </a:lnTo>
                  <a:lnTo>
                    <a:pt x="1" y="226"/>
                  </a:lnTo>
                  <a:lnTo>
                    <a:pt x="676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35"/>
            <p:cNvSpPr/>
            <p:nvPr/>
          </p:nvSpPr>
          <p:spPr>
            <a:xfrm>
              <a:off x="5428180" y="4374721"/>
              <a:ext cx="10752" cy="20"/>
            </a:xfrm>
            <a:custGeom>
              <a:rect b="b" l="l" r="r" t="t"/>
              <a:pathLst>
                <a:path extrusionOk="0" h="1" w="527">
                  <a:moveTo>
                    <a:pt x="1" y="0"/>
                  </a:moveTo>
                  <a:lnTo>
                    <a:pt x="1" y="0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526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35"/>
            <p:cNvSpPr/>
            <p:nvPr/>
          </p:nvSpPr>
          <p:spPr>
            <a:xfrm>
              <a:off x="5319453" y="1466556"/>
              <a:ext cx="18403" cy="3081"/>
            </a:xfrm>
            <a:custGeom>
              <a:rect b="b" l="l" r="r" t="t"/>
              <a:pathLst>
                <a:path extrusionOk="0" h="151" w="902">
                  <a:moveTo>
                    <a:pt x="1" y="0"/>
                  </a:moveTo>
                  <a:lnTo>
                    <a:pt x="526" y="150"/>
                  </a:lnTo>
                  <a:lnTo>
                    <a:pt x="526" y="75"/>
                  </a:lnTo>
                  <a:lnTo>
                    <a:pt x="601" y="75"/>
                  </a:lnTo>
                  <a:lnTo>
                    <a:pt x="901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35"/>
            <p:cNvSpPr/>
            <p:nvPr/>
          </p:nvSpPr>
          <p:spPr>
            <a:xfrm>
              <a:off x="6487075" y="1757397"/>
              <a:ext cx="20" cy="8540"/>
            </a:xfrm>
            <a:custGeom>
              <a:rect b="b" l="l" r="r" t="t"/>
              <a:pathLst>
                <a:path extrusionOk="0" h="376" w="1">
                  <a:moveTo>
                    <a:pt x="1" y="75"/>
                  </a:moveTo>
                  <a:lnTo>
                    <a:pt x="1" y="75"/>
                  </a:lnTo>
                  <a:lnTo>
                    <a:pt x="1" y="376"/>
                  </a:lnTo>
                  <a:lnTo>
                    <a:pt x="1" y="376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75"/>
                  </a:lnTo>
                  <a:lnTo>
                    <a:pt x="1" y="75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35"/>
            <p:cNvSpPr/>
            <p:nvPr/>
          </p:nvSpPr>
          <p:spPr>
            <a:xfrm>
              <a:off x="5604298" y="4368580"/>
              <a:ext cx="35235" cy="7692"/>
            </a:xfrm>
            <a:custGeom>
              <a:rect b="b" l="l" r="r" t="t"/>
              <a:pathLst>
                <a:path extrusionOk="0" h="377" w="1727">
                  <a:moveTo>
                    <a:pt x="1727" y="1"/>
                  </a:moveTo>
                  <a:lnTo>
                    <a:pt x="1" y="376"/>
                  </a:lnTo>
                  <a:lnTo>
                    <a:pt x="826" y="226"/>
                  </a:lnTo>
                  <a:lnTo>
                    <a:pt x="1727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35"/>
            <p:cNvSpPr/>
            <p:nvPr/>
          </p:nvSpPr>
          <p:spPr>
            <a:xfrm>
              <a:off x="4729000" y="2333594"/>
              <a:ext cx="20" cy="8540"/>
            </a:xfrm>
            <a:custGeom>
              <a:rect b="b" l="l" r="r" t="t"/>
              <a:pathLst>
                <a:path extrusionOk="0" h="376" w="1">
                  <a:moveTo>
                    <a:pt x="1" y="376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376"/>
                  </a:lnTo>
                  <a:lnTo>
                    <a:pt x="1" y="376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5"/>
            <p:cNvSpPr/>
            <p:nvPr/>
          </p:nvSpPr>
          <p:spPr>
            <a:xfrm>
              <a:off x="5477188" y="4394614"/>
              <a:ext cx="24524" cy="20"/>
            </a:xfrm>
            <a:custGeom>
              <a:rect b="b" l="l" r="r" t="t"/>
              <a:pathLst>
                <a:path extrusionOk="0" h="1" w="1202">
                  <a:moveTo>
                    <a:pt x="1202" y="1"/>
                  </a:moveTo>
                  <a:lnTo>
                    <a:pt x="1202" y="1"/>
                  </a:lnTo>
                  <a:lnTo>
                    <a:pt x="226" y="1"/>
                  </a:lnTo>
                  <a:lnTo>
                    <a:pt x="226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202" y="1"/>
                  </a:lnTo>
                  <a:lnTo>
                    <a:pt x="1202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35"/>
            <p:cNvSpPr/>
            <p:nvPr/>
          </p:nvSpPr>
          <p:spPr>
            <a:xfrm>
              <a:off x="5330185" y="1469617"/>
              <a:ext cx="20" cy="20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35"/>
            <p:cNvSpPr/>
            <p:nvPr/>
          </p:nvSpPr>
          <p:spPr>
            <a:xfrm>
              <a:off x="4724409" y="1462485"/>
              <a:ext cx="1770305" cy="3268056"/>
            </a:xfrm>
            <a:custGeom>
              <a:rect b="b" l="l" r="r" t="t"/>
              <a:pathLst>
                <a:path extrusionOk="0" h="143888" w="86769">
                  <a:moveTo>
                    <a:pt x="11485" y="375"/>
                  </a:moveTo>
                  <a:lnTo>
                    <a:pt x="11485" y="451"/>
                  </a:lnTo>
                  <a:lnTo>
                    <a:pt x="11109" y="451"/>
                  </a:lnTo>
                  <a:lnTo>
                    <a:pt x="10809" y="375"/>
                  </a:lnTo>
                  <a:close/>
                  <a:moveTo>
                    <a:pt x="1127" y="1501"/>
                  </a:moveTo>
                  <a:lnTo>
                    <a:pt x="1127" y="1501"/>
                  </a:lnTo>
                  <a:lnTo>
                    <a:pt x="1127" y="1501"/>
                  </a:lnTo>
                  <a:close/>
                  <a:moveTo>
                    <a:pt x="86319" y="6831"/>
                  </a:moveTo>
                  <a:lnTo>
                    <a:pt x="86244" y="7581"/>
                  </a:lnTo>
                  <a:lnTo>
                    <a:pt x="86319" y="7356"/>
                  </a:lnTo>
                  <a:lnTo>
                    <a:pt x="86319" y="7731"/>
                  </a:lnTo>
                  <a:lnTo>
                    <a:pt x="86319" y="8482"/>
                  </a:lnTo>
                  <a:lnTo>
                    <a:pt x="86244" y="9383"/>
                  </a:lnTo>
                  <a:lnTo>
                    <a:pt x="86244" y="10583"/>
                  </a:lnTo>
                  <a:lnTo>
                    <a:pt x="86319" y="13211"/>
                  </a:lnTo>
                  <a:lnTo>
                    <a:pt x="86244" y="12535"/>
                  </a:lnTo>
                  <a:lnTo>
                    <a:pt x="86319" y="14111"/>
                  </a:lnTo>
                  <a:lnTo>
                    <a:pt x="86319" y="13811"/>
                  </a:lnTo>
                  <a:lnTo>
                    <a:pt x="86394" y="13361"/>
                  </a:lnTo>
                  <a:lnTo>
                    <a:pt x="86319" y="12610"/>
                  </a:lnTo>
                  <a:lnTo>
                    <a:pt x="86319" y="11634"/>
                  </a:lnTo>
                  <a:lnTo>
                    <a:pt x="86394" y="12535"/>
                  </a:lnTo>
                  <a:lnTo>
                    <a:pt x="86328" y="9699"/>
                  </a:lnTo>
                  <a:lnTo>
                    <a:pt x="86394" y="10358"/>
                  </a:lnTo>
                  <a:lnTo>
                    <a:pt x="86319" y="6831"/>
                  </a:lnTo>
                  <a:close/>
                  <a:moveTo>
                    <a:pt x="86169" y="15838"/>
                  </a:moveTo>
                  <a:lnTo>
                    <a:pt x="86169" y="15913"/>
                  </a:lnTo>
                  <a:lnTo>
                    <a:pt x="86171" y="15878"/>
                  </a:lnTo>
                  <a:lnTo>
                    <a:pt x="86169" y="15838"/>
                  </a:lnTo>
                  <a:close/>
                  <a:moveTo>
                    <a:pt x="86385" y="42430"/>
                  </a:moveTo>
                  <a:lnTo>
                    <a:pt x="86394" y="42634"/>
                  </a:lnTo>
                  <a:lnTo>
                    <a:pt x="86394" y="42483"/>
                  </a:lnTo>
                  <a:lnTo>
                    <a:pt x="86385" y="42430"/>
                  </a:lnTo>
                  <a:close/>
                  <a:moveTo>
                    <a:pt x="1052" y="48638"/>
                  </a:moveTo>
                  <a:lnTo>
                    <a:pt x="1009" y="48681"/>
                  </a:lnTo>
                  <a:lnTo>
                    <a:pt x="976" y="48939"/>
                  </a:lnTo>
                  <a:lnTo>
                    <a:pt x="1052" y="48638"/>
                  </a:lnTo>
                  <a:close/>
                  <a:moveTo>
                    <a:pt x="1052" y="51415"/>
                  </a:moveTo>
                  <a:lnTo>
                    <a:pt x="1051" y="51482"/>
                  </a:lnTo>
                  <a:lnTo>
                    <a:pt x="1052" y="51491"/>
                  </a:lnTo>
                  <a:lnTo>
                    <a:pt x="1052" y="51415"/>
                  </a:lnTo>
                  <a:close/>
                  <a:moveTo>
                    <a:pt x="86093" y="54193"/>
                  </a:moveTo>
                  <a:lnTo>
                    <a:pt x="86093" y="54643"/>
                  </a:lnTo>
                  <a:lnTo>
                    <a:pt x="86093" y="54868"/>
                  </a:lnTo>
                  <a:lnTo>
                    <a:pt x="86169" y="55018"/>
                  </a:lnTo>
                  <a:lnTo>
                    <a:pt x="86093" y="54193"/>
                  </a:lnTo>
                  <a:close/>
                  <a:moveTo>
                    <a:pt x="85943" y="77086"/>
                  </a:moveTo>
                  <a:lnTo>
                    <a:pt x="85943" y="77161"/>
                  </a:lnTo>
                  <a:lnTo>
                    <a:pt x="85947" y="77157"/>
                  </a:lnTo>
                  <a:lnTo>
                    <a:pt x="85943" y="77086"/>
                  </a:lnTo>
                  <a:close/>
                  <a:moveTo>
                    <a:pt x="451" y="80688"/>
                  </a:moveTo>
                  <a:lnTo>
                    <a:pt x="451" y="80989"/>
                  </a:lnTo>
                  <a:lnTo>
                    <a:pt x="454" y="80969"/>
                  </a:lnTo>
                  <a:lnTo>
                    <a:pt x="451" y="80688"/>
                  </a:lnTo>
                  <a:close/>
                  <a:moveTo>
                    <a:pt x="83016" y="113939"/>
                  </a:moveTo>
                  <a:lnTo>
                    <a:pt x="82791" y="114765"/>
                  </a:lnTo>
                  <a:lnTo>
                    <a:pt x="82872" y="114586"/>
                  </a:lnTo>
                  <a:lnTo>
                    <a:pt x="83016" y="113939"/>
                  </a:lnTo>
                  <a:close/>
                  <a:moveTo>
                    <a:pt x="5405" y="120820"/>
                  </a:moveTo>
                  <a:lnTo>
                    <a:pt x="5405" y="120920"/>
                  </a:lnTo>
                  <a:lnTo>
                    <a:pt x="5555" y="121220"/>
                  </a:lnTo>
                  <a:lnTo>
                    <a:pt x="5405" y="120820"/>
                  </a:lnTo>
                  <a:close/>
                  <a:moveTo>
                    <a:pt x="78362" y="124448"/>
                  </a:moveTo>
                  <a:lnTo>
                    <a:pt x="78287" y="124523"/>
                  </a:lnTo>
                  <a:lnTo>
                    <a:pt x="78062" y="124898"/>
                  </a:lnTo>
                  <a:lnTo>
                    <a:pt x="78212" y="124673"/>
                  </a:lnTo>
                  <a:lnTo>
                    <a:pt x="78362" y="124448"/>
                  </a:lnTo>
                  <a:close/>
                  <a:moveTo>
                    <a:pt x="11785" y="128801"/>
                  </a:moveTo>
                  <a:lnTo>
                    <a:pt x="12611" y="129627"/>
                  </a:lnTo>
                  <a:lnTo>
                    <a:pt x="12235" y="129176"/>
                  </a:lnTo>
                  <a:lnTo>
                    <a:pt x="11785" y="128801"/>
                  </a:lnTo>
                  <a:close/>
                  <a:moveTo>
                    <a:pt x="72358" y="131203"/>
                  </a:moveTo>
                  <a:lnTo>
                    <a:pt x="72358" y="131203"/>
                  </a:lnTo>
                  <a:lnTo>
                    <a:pt x="72358" y="131203"/>
                  </a:lnTo>
                  <a:close/>
                  <a:moveTo>
                    <a:pt x="33327" y="141486"/>
                  </a:moveTo>
                  <a:lnTo>
                    <a:pt x="33327" y="141486"/>
                  </a:lnTo>
                  <a:lnTo>
                    <a:pt x="33327" y="141486"/>
                  </a:lnTo>
                  <a:lnTo>
                    <a:pt x="33627" y="141561"/>
                  </a:lnTo>
                  <a:lnTo>
                    <a:pt x="33327" y="141486"/>
                  </a:lnTo>
                  <a:close/>
                  <a:moveTo>
                    <a:pt x="55229" y="142372"/>
                  </a:moveTo>
                  <a:lnTo>
                    <a:pt x="55169" y="142387"/>
                  </a:lnTo>
                  <a:lnTo>
                    <a:pt x="55244" y="142387"/>
                  </a:lnTo>
                  <a:lnTo>
                    <a:pt x="55229" y="142372"/>
                  </a:lnTo>
                  <a:close/>
                  <a:moveTo>
                    <a:pt x="2928" y="0"/>
                  </a:moveTo>
                  <a:lnTo>
                    <a:pt x="1727" y="150"/>
                  </a:lnTo>
                  <a:lnTo>
                    <a:pt x="1202" y="150"/>
                  </a:lnTo>
                  <a:lnTo>
                    <a:pt x="1202" y="75"/>
                  </a:lnTo>
                  <a:lnTo>
                    <a:pt x="376" y="75"/>
                  </a:lnTo>
                  <a:lnTo>
                    <a:pt x="601" y="150"/>
                  </a:lnTo>
                  <a:lnTo>
                    <a:pt x="376" y="225"/>
                  </a:lnTo>
                  <a:lnTo>
                    <a:pt x="151" y="225"/>
                  </a:lnTo>
                  <a:lnTo>
                    <a:pt x="151" y="375"/>
                  </a:lnTo>
                  <a:lnTo>
                    <a:pt x="151" y="676"/>
                  </a:lnTo>
                  <a:lnTo>
                    <a:pt x="76" y="1051"/>
                  </a:lnTo>
                  <a:lnTo>
                    <a:pt x="76" y="1126"/>
                  </a:lnTo>
                  <a:lnTo>
                    <a:pt x="1" y="676"/>
                  </a:lnTo>
                  <a:lnTo>
                    <a:pt x="1" y="1501"/>
                  </a:lnTo>
                  <a:lnTo>
                    <a:pt x="76" y="2027"/>
                  </a:lnTo>
                  <a:lnTo>
                    <a:pt x="76" y="3078"/>
                  </a:lnTo>
                  <a:lnTo>
                    <a:pt x="151" y="5404"/>
                  </a:lnTo>
                  <a:lnTo>
                    <a:pt x="226" y="7731"/>
                  </a:lnTo>
                  <a:lnTo>
                    <a:pt x="151" y="9683"/>
                  </a:lnTo>
                  <a:lnTo>
                    <a:pt x="76" y="9232"/>
                  </a:lnTo>
                  <a:lnTo>
                    <a:pt x="76" y="10358"/>
                  </a:lnTo>
                  <a:lnTo>
                    <a:pt x="226" y="11184"/>
                  </a:lnTo>
                  <a:lnTo>
                    <a:pt x="301" y="11935"/>
                  </a:lnTo>
                  <a:lnTo>
                    <a:pt x="226" y="12985"/>
                  </a:lnTo>
                  <a:lnTo>
                    <a:pt x="226" y="18615"/>
                  </a:lnTo>
                  <a:lnTo>
                    <a:pt x="226" y="21467"/>
                  </a:lnTo>
                  <a:lnTo>
                    <a:pt x="151" y="23944"/>
                  </a:lnTo>
                  <a:lnTo>
                    <a:pt x="151" y="24244"/>
                  </a:lnTo>
                  <a:lnTo>
                    <a:pt x="226" y="24770"/>
                  </a:lnTo>
                  <a:lnTo>
                    <a:pt x="226" y="26121"/>
                  </a:lnTo>
                  <a:lnTo>
                    <a:pt x="226" y="27397"/>
                  </a:lnTo>
                  <a:lnTo>
                    <a:pt x="226" y="27847"/>
                  </a:lnTo>
                  <a:lnTo>
                    <a:pt x="301" y="28072"/>
                  </a:lnTo>
                  <a:lnTo>
                    <a:pt x="226" y="30099"/>
                  </a:lnTo>
                  <a:lnTo>
                    <a:pt x="76" y="32876"/>
                  </a:lnTo>
                  <a:lnTo>
                    <a:pt x="151" y="33401"/>
                  </a:lnTo>
                  <a:lnTo>
                    <a:pt x="226" y="33927"/>
                  </a:lnTo>
                  <a:lnTo>
                    <a:pt x="226" y="34452"/>
                  </a:lnTo>
                  <a:lnTo>
                    <a:pt x="301" y="35128"/>
                  </a:lnTo>
                  <a:lnTo>
                    <a:pt x="151" y="35203"/>
                  </a:lnTo>
                  <a:lnTo>
                    <a:pt x="301" y="36554"/>
                  </a:lnTo>
                  <a:lnTo>
                    <a:pt x="151" y="37304"/>
                  </a:lnTo>
                  <a:lnTo>
                    <a:pt x="226" y="38355"/>
                  </a:lnTo>
                  <a:lnTo>
                    <a:pt x="226" y="37755"/>
                  </a:lnTo>
                  <a:lnTo>
                    <a:pt x="301" y="37530"/>
                  </a:lnTo>
                  <a:lnTo>
                    <a:pt x="301" y="38806"/>
                  </a:lnTo>
                  <a:lnTo>
                    <a:pt x="301" y="40007"/>
                  </a:lnTo>
                  <a:lnTo>
                    <a:pt x="226" y="41283"/>
                  </a:lnTo>
                  <a:lnTo>
                    <a:pt x="301" y="44960"/>
                  </a:lnTo>
                  <a:lnTo>
                    <a:pt x="226" y="44510"/>
                  </a:lnTo>
                  <a:lnTo>
                    <a:pt x="226" y="44660"/>
                  </a:lnTo>
                  <a:lnTo>
                    <a:pt x="226" y="44885"/>
                  </a:lnTo>
                  <a:lnTo>
                    <a:pt x="226" y="45111"/>
                  </a:lnTo>
                  <a:lnTo>
                    <a:pt x="226" y="45786"/>
                  </a:lnTo>
                  <a:lnTo>
                    <a:pt x="301" y="45861"/>
                  </a:lnTo>
                  <a:lnTo>
                    <a:pt x="301" y="46086"/>
                  </a:lnTo>
                  <a:lnTo>
                    <a:pt x="301" y="48038"/>
                  </a:lnTo>
                  <a:lnTo>
                    <a:pt x="301" y="50440"/>
                  </a:lnTo>
                  <a:lnTo>
                    <a:pt x="226" y="50139"/>
                  </a:lnTo>
                  <a:lnTo>
                    <a:pt x="376" y="58846"/>
                  </a:lnTo>
                  <a:lnTo>
                    <a:pt x="376" y="58246"/>
                  </a:lnTo>
                  <a:lnTo>
                    <a:pt x="376" y="58096"/>
                  </a:lnTo>
                  <a:lnTo>
                    <a:pt x="451" y="58846"/>
                  </a:lnTo>
                  <a:lnTo>
                    <a:pt x="376" y="59222"/>
                  </a:lnTo>
                  <a:lnTo>
                    <a:pt x="451" y="59297"/>
                  </a:lnTo>
                  <a:lnTo>
                    <a:pt x="451" y="59447"/>
                  </a:lnTo>
                  <a:lnTo>
                    <a:pt x="451" y="60047"/>
                  </a:lnTo>
                  <a:lnTo>
                    <a:pt x="451" y="60197"/>
                  </a:lnTo>
                  <a:lnTo>
                    <a:pt x="376" y="59597"/>
                  </a:lnTo>
                  <a:lnTo>
                    <a:pt x="376" y="60948"/>
                  </a:lnTo>
                  <a:lnTo>
                    <a:pt x="376" y="62074"/>
                  </a:lnTo>
                  <a:lnTo>
                    <a:pt x="301" y="63050"/>
                  </a:lnTo>
                  <a:lnTo>
                    <a:pt x="376" y="63800"/>
                  </a:lnTo>
                  <a:lnTo>
                    <a:pt x="376" y="63875"/>
                  </a:lnTo>
                  <a:lnTo>
                    <a:pt x="376" y="70706"/>
                  </a:lnTo>
                  <a:lnTo>
                    <a:pt x="451" y="71306"/>
                  </a:lnTo>
                  <a:lnTo>
                    <a:pt x="526" y="72432"/>
                  </a:lnTo>
                  <a:lnTo>
                    <a:pt x="451" y="78437"/>
                  </a:lnTo>
                  <a:lnTo>
                    <a:pt x="526" y="79262"/>
                  </a:lnTo>
                  <a:lnTo>
                    <a:pt x="526" y="79563"/>
                  </a:lnTo>
                  <a:lnTo>
                    <a:pt x="526" y="80538"/>
                  </a:lnTo>
                  <a:lnTo>
                    <a:pt x="454" y="80969"/>
                  </a:lnTo>
                  <a:lnTo>
                    <a:pt x="526" y="87294"/>
                  </a:lnTo>
                  <a:lnTo>
                    <a:pt x="526" y="88044"/>
                  </a:lnTo>
                  <a:lnTo>
                    <a:pt x="526" y="90821"/>
                  </a:lnTo>
                  <a:lnTo>
                    <a:pt x="451" y="93899"/>
                  </a:lnTo>
                  <a:lnTo>
                    <a:pt x="451" y="96826"/>
                  </a:lnTo>
                  <a:lnTo>
                    <a:pt x="451" y="99228"/>
                  </a:lnTo>
                  <a:lnTo>
                    <a:pt x="526" y="102230"/>
                  </a:lnTo>
                  <a:lnTo>
                    <a:pt x="526" y="102531"/>
                  </a:lnTo>
                  <a:lnTo>
                    <a:pt x="451" y="102155"/>
                  </a:lnTo>
                  <a:lnTo>
                    <a:pt x="451" y="102455"/>
                  </a:lnTo>
                  <a:lnTo>
                    <a:pt x="676" y="104707"/>
                  </a:lnTo>
                  <a:lnTo>
                    <a:pt x="901" y="106659"/>
                  </a:lnTo>
                  <a:lnTo>
                    <a:pt x="1127" y="108460"/>
                  </a:lnTo>
                  <a:lnTo>
                    <a:pt x="1352" y="109361"/>
                  </a:lnTo>
                  <a:lnTo>
                    <a:pt x="1577" y="110337"/>
                  </a:lnTo>
                  <a:lnTo>
                    <a:pt x="1727" y="111237"/>
                  </a:lnTo>
                  <a:lnTo>
                    <a:pt x="2027" y="112438"/>
                  </a:lnTo>
                  <a:lnTo>
                    <a:pt x="2403" y="113714"/>
                  </a:lnTo>
                  <a:lnTo>
                    <a:pt x="2853" y="115065"/>
                  </a:lnTo>
                  <a:lnTo>
                    <a:pt x="3979" y="117767"/>
                  </a:lnTo>
                  <a:lnTo>
                    <a:pt x="4955" y="120094"/>
                  </a:lnTo>
                  <a:lnTo>
                    <a:pt x="4955" y="119944"/>
                  </a:lnTo>
                  <a:lnTo>
                    <a:pt x="5330" y="120620"/>
                  </a:lnTo>
                  <a:lnTo>
                    <a:pt x="5405" y="120820"/>
                  </a:lnTo>
                  <a:lnTo>
                    <a:pt x="5405" y="120770"/>
                  </a:lnTo>
                  <a:lnTo>
                    <a:pt x="5480" y="120920"/>
                  </a:lnTo>
                  <a:lnTo>
                    <a:pt x="6681" y="122947"/>
                  </a:lnTo>
                  <a:lnTo>
                    <a:pt x="7957" y="124973"/>
                  </a:lnTo>
                  <a:lnTo>
                    <a:pt x="9383" y="126925"/>
                  </a:lnTo>
                  <a:lnTo>
                    <a:pt x="10884" y="128876"/>
                  </a:lnTo>
                  <a:lnTo>
                    <a:pt x="12460" y="130678"/>
                  </a:lnTo>
                  <a:lnTo>
                    <a:pt x="14187" y="132404"/>
                  </a:lnTo>
                  <a:lnTo>
                    <a:pt x="15988" y="134055"/>
                  </a:lnTo>
                  <a:lnTo>
                    <a:pt x="17940" y="135631"/>
                  </a:lnTo>
                  <a:lnTo>
                    <a:pt x="18991" y="136307"/>
                  </a:lnTo>
                  <a:lnTo>
                    <a:pt x="19591" y="136607"/>
                  </a:lnTo>
                  <a:lnTo>
                    <a:pt x="20267" y="136907"/>
                  </a:lnTo>
                  <a:lnTo>
                    <a:pt x="21618" y="137808"/>
                  </a:lnTo>
                  <a:lnTo>
                    <a:pt x="20792" y="137508"/>
                  </a:lnTo>
                  <a:lnTo>
                    <a:pt x="20792" y="137508"/>
                  </a:lnTo>
                  <a:lnTo>
                    <a:pt x="22368" y="138334"/>
                  </a:lnTo>
                  <a:lnTo>
                    <a:pt x="24020" y="139234"/>
                  </a:lnTo>
                  <a:lnTo>
                    <a:pt x="25671" y="139985"/>
                  </a:lnTo>
                  <a:lnTo>
                    <a:pt x="27322" y="140735"/>
                  </a:lnTo>
                  <a:lnTo>
                    <a:pt x="28973" y="141336"/>
                  </a:lnTo>
                  <a:lnTo>
                    <a:pt x="30700" y="141936"/>
                  </a:lnTo>
                  <a:lnTo>
                    <a:pt x="32426" y="142387"/>
                  </a:lnTo>
                  <a:lnTo>
                    <a:pt x="34153" y="142762"/>
                  </a:lnTo>
                  <a:lnTo>
                    <a:pt x="33852" y="142762"/>
                  </a:lnTo>
                  <a:lnTo>
                    <a:pt x="33402" y="142687"/>
                  </a:lnTo>
                  <a:lnTo>
                    <a:pt x="34378" y="142987"/>
                  </a:lnTo>
                  <a:lnTo>
                    <a:pt x="35579" y="143212"/>
                  </a:lnTo>
                  <a:lnTo>
                    <a:pt x="36554" y="143287"/>
                  </a:lnTo>
                  <a:lnTo>
                    <a:pt x="37005" y="143287"/>
                  </a:lnTo>
                  <a:lnTo>
                    <a:pt x="37380" y="143363"/>
                  </a:lnTo>
                  <a:lnTo>
                    <a:pt x="37455" y="143438"/>
                  </a:lnTo>
                  <a:lnTo>
                    <a:pt x="37455" y="143513"/>
                  </a:lnTo>
                  <a:lnTo>
                    <a:pt x="37605" y="143513"/>
                  </a:lnTo>
                  <a:lnTo>
                    <a:pt x="38431" y="143663"/>
                  </a:lnTo>
                  <a:lnTo>
                    <a:pt x="39257" y="143738"/>
                  </a:lnTo>
                  <a:lnTo>
                    <a:pt x="40082" y="143738"/>
                  </a:lnTo>
                  <a:lnTo>
                    <a:pt x="40608" y="143813"/>
                  </a:lnTo>
                  <a:lnTo>
                    <a:pt x="40157" y="143813"/>
                  </a:lnTo>
                  <a:lnTo>
                    <a:pt x="41809" y="143888"/>
                  </a:lnTo>
                  <a:lnTo>
                    <a:pt x="42634" y="143888"/>
                  </a:lnTo>
                  <a:lnTo>
                    <a:pt x="42559" y="143813"/>
                  </a:lnTo>
                  <a:lnTo>
                    <a:pt x="43835" y="143888"/>
                  </a:lnTo>
                  <a:lnTo>
                    <a:pt x="45036" y="143813"/>
                  </a:lnTo>
                  <a:lnTo>
                    <a:pt x="45637" y="143813"/>
                  </a:lnTo>
                  <a:lnTo>
                    <a:pt x="46162" y="143738"/>
                  </a:lnTo>
                  <a:lnTo>
                    <a:pt x="47288" y="143738"/>
                  </a:lnTo>
                  <a:lnTo>
                    <a:pt x="48114" y="143588"/>
                  </a:lnTo>
                  <a:lnTo>
                    <a:pt x="49164" y="143438"/>
                  </a:lnTo>
                  <a:lnTo>
                    <a:pt x="50065" y="143363"/>
                  </a:lnTo>
                  <a:lnTo>
                    <a:pt x="50365" y="143287"/>
                  </a:lnTo>
                  <a:lnTo>
                    <a:pt x="50515" y="143137"/>
                  </a:lnTo>
                  <a:lnTo>
                    <a:pt x="50515" y="143212"/>
                  </a:lnTo>
                  <a:lnTo>
                    <a:pt x="50966" y="143212"/>
                  </a:lnTo>
                  <a:lnTo>
                    <a:pt x="52167" y="143062"/>
                  </a:lnTo>
                  <a:lnTo>
                    <a:pt x="53518" y="142687"/>
                  </a:lnTo>
                  <a:lnTo>
                    <a:pt x="54118" y="142537"/>
                  </a:lnTo>
                  <a:lnTo>
                    <a:pt x="54585" y="142403"/>
                  </a:lnTo>
                  <a:lnTo>
                    <a:pt x="54585" y="142403"/>
                  </a:lnTo>
                  <a:lnTo>
                    <a:pt x="54644" y="142462"/>
                  </a:lnTo>
                  <a:lnTo>
                    <a:pt x="54944" y="142387"/>
                  </a:lnTo>
                  <a:lnTo>
                    <a:pt x="55169" y="142312"/>
                  </a:lnTo>
                  <a:lnTo>
                    <a:pt x="55229" y="142372"/>
                  </a:lnTo>
                  <a:lnTo>
                    <a:pt x="55229" y="142372"/>
                  </a:lnTo>
                  <a:lnTo>
                    <a:pt x="56070" y="142162"/>
                  </a:lnTo>
                  <a:lnTo>
                    <a:pt x="56745" y="141936"/>
                  </a:lnTo>
                  <a:lnTo>
                    <a:pt x="57196" y="141711"/>
                  </a:lnTo>
                  <a:lnTo>
                    <a:pt x="57271" y="141636"/>
                  </a:lnTo>
                  <a:lnTo>
                    <a:pt x="57196" y="141636"/>
                  </a:lnTo>
                  <a:lnTo>
                    <a:pt x="58096" y="141411"/>
                  </a:lnTo>
                  <a:lnTo>
                    <a:pt x="58922" y="141111"/>
                  </a:lnTo>
                  <a:lnTo>
                    <a:pt x="60423" y="140435"/>
                  </a:lnTo>
                  <a:lnTo>
                    <a:pt x="61699" y="139835"/>
                  </a:lnTo>
                  <a:lnTo>
                    <a:pt x="62300" y="139610"/>
                  </a:lnTo>
                  <a:lnTo>
                    <a:pt x="62825" y="139459"/>
                  </a:lnTo>
                  <a:lnTo>
                    <a:pt x="65227" y="138033"/>
                  </a:lnTo>
                  <a:lnTo>
                    <a:pt x="67479" y="136607"/>
                  </a:lnTo>
                  <a:lnTo>
                    <a:pt x="69580" y="135031"/>
                  </a:lnTo>
                  <a:lnTo>
                    <a:pt x="71532" y="133380"/>
                  </a:lnTo>
                  <a:lnTo>
                    <a:pt x="71532" y="133455"/>
                  </a:lnTo>
                  <a:lnTo>
                    <a:pt x="71457" y="133605"/>
                  </a:lnTo>
                  <a:lnTo>
                    <a:pt x="71082" y="133905"/>
                  </a:lnTo>
                  <a:lnTo>
                    <a:pt x="70106" y="134731"/>
                  </a:lnTo>
                  <a:lnTo>
                    <a:pt x="69205" y="135481"/>
                  </a:lnTo>
                  <a:lnTo>
                    <a:pt x="68905" y="135707"/>
                  </a:lnTo>
                  <a:lnTo>
                    <a:pt x="68830" y="135782"/>
                  </a:lnTo>
                  <a:lnTo>
                    <a:pt x="68905" y="135857"/>
                  </a:lnTo>
                  <a:lnTo>
                    <a:pt x="69806" y="135106"/>
                  </a:lnTo>
                  <a:lnTo>
                    <a:pt x="70556" y="134431"/>
                  </a:lnTo>
                  <a:lnTo>
                    <a:pt x="71307" y="133755"/>
                  </a:lnTo>
                  <a:lnTo>
                    <a:pt x="71982" y="133155"/>
                  </a:lnTo>
                  <a:lnTo>
                    <a:pt x="72658" y="132479"/>
                  </a:lnTo>
                  <a:lnTo>
                    <a:pt x="73333" y="131803"/>
                  </a:lnTo>
                  <a:lnTo>
                    <a:pt x="74084" y="131053"/>
                  </a:lnTo>
                  <a:lnTo>
                    <a:pt x="74910" y="130227"/>
                  </a:lnTo>
                  <a:lnTo>
                    <a:pt x="75135" y="130077"/>
                  </a:lnTo>
                  <a:lnTo>
                    <a:pt x="74985" y="130302"/>
                  </a:lnTo>
                  <a:lnTo>
                    <a:pt x="74534" y="130903"/>
                  </a:lnTo>
                  <a:lnTo>
                    <a:pt x="76111" y="129101"/>
                  </a:lnTo>
                  <a:lnTo>
                    <a:pt x="77537" y="127375"/>
                  </a:lnTo>
                  <a:lnTo>
                    <a:pt x="78888" y="125574"/>
                  </a:lnTo>
                  <a:lnTo>
                    <a:pt x="79488" y="124673"/>
                  </a:lnTo>
                  <a:lnTo>
                    <a:pt x="80014" y="123772"/>
                  </a:lnTo>
                  <a:lnTo>
                    <a:pt x="79789" y="124298"/>
                  </a:lnTo>
                  <a:lnTo>
                    <a:pt x="79789" y="124298"/>
                  </a:lnTo>
                  <a:lnTo>
                    <a:pt x="80239" y="123622"/>
                  </a:lnTo>
                  <a:lnTo>
                    <a:pt x="80389" y="123322"/>
                  </a:lnTo>
                  <a:lnTo>
                    <a:pt x="80389" y="123247"/>
                  </a:lnTo>
                  <a:lnTo>
                    <a:pt x="80089" y="123697"/>
                  </a:lnTo>
                  <a:lnTo>
                    <a:pt x="79939" y="123772"/>
                  </a:lnTo>
                  <a:lnTo>
                    <a:pt x="79939" y="123622"/>
                  </a:lnTo>
                  <a:lnTo>
                    <a:pt x="80314" y="122871"/>
                  </a:lnTo>
                  <a:lnTo>
                    <a:pt x="80689" y="121971"/>
                  </a:lnTo>
                  <a:lnTo>
                    <a:pt x="80839" y="121445"/>
                  </a:lnTo>
                  <a:lnTo>
                    <a:pt x="80839" y="121595"/>
                  </a:lnTo>
                  <a:lnTo>
                    <a:pt x="80914" y="121671"/>
                  </a:lnTo>
                  <a:lnTo>
                    <a:pt x="81065" y="121520"/>
                  </a:lnTo>
                  <a:lnTo>
                    <a:pt x="81515" y="120845"/>
                  </a:lnTo>
                  <a:lnTo>
                    <a:pt x="81740" y="120470"/>
                  </a:lnTo>
                  <a:lnTo>
                    <a:pt x="81890" y="120244"/>
                  </a:lnTo>
                  <a:lnTo>
                    <a:pt x="81965" y="120169"/>
                  </a:lnTo>
                  <a:lnTo>
                    <a:pt x="82040" y="120244"/>
                  </a:lnTo>
                  <a:lnTo>
                    <a:pt x="81965" y="120620"/>
                  </a:lnTo>
                  <a:lnTo>
                    <a:pt x="82190" y="120094"/>
                  </a:lnTo>
                  <a:lnTo>
                    <a:pt x="82190" y="119944"/>
                  </a:lnTo>
                  <a:lnTo>
                    <a:pt x="82190" y="119869"/>
                  </a:lnTo>
                  <a:lnTo>
                    <a:pt x="82491" y="119419"/>
                  </a:lnTo>
                  <a:lnTo>
                    <a:pt x="82491" y="119494"/>
                  </a:lnTo>
                  <a:lnTo>
                    <a:pt x="82416" y="119794"/>
                  </a:lnTo>
                  <a:lnTo>
                    <a:pt x="82641" y="119194"/>
                  </a:lnTo>
                  <a:lnTo>
                    <a:pt x="82791" y="118818"/>
                  </a:lnTo>
                  <a:lnTo>
                    <a:pt x="83016" y="118293"/>
                  </a:lnTo>
                  <a:lnTo>
                    <a:pt x="83166" y="117767"/>
                  </a:lnTo>
                  <a:lnTo>
                    <a:pt x="83541" y="116867"/>
                  </a:lnTo>
                  <a:lnTo>
                    <a:pt x="83541" y="117092"/>
                  </a:lnTo>
                  <a:lnTo>
                    <a:pt x="83466" y="117467"/>
                  </a:lnTo>
                  <a:lnTo>
                    <a:pt x="83466" y="117467"/>
                  </a:lnTo>
                  <a:lnTo>
                    <a:pt x="83842" y="116041"/>
                  </a:lnTo>
                  <a:lnTo>
                    <a:pt x="84142" y="115215"/>
                  </a:lnTo>
                  <a:lnTo>
                    <a:pt x="84442" y="114240"/>
                  </a:lnTo>
                  <a:lnTo>
                    <a:pt x="84517" y="114315"/>
                  </a:lnTo>
                  <a:lnTo>
                    <a:pt x="84442" y="114615"/>
                  </a:lnTo>
                  <a:lnTo>
                    <a:pt x="84442" y="114615"/>
                  </a:lnTo>
                  <a:lnTo>
                    <a:pt x="84968" y="112814"/>
                  </a:lnTo>
                  <a:lnTo>
                    <a:pt x="85343" y="111087"/>
                  </a:lnTo>
                  <a:lnTo>
                    <a:pt x="86018" y="107409"/>
                  </a:lnTo>
                  <a:lnTo>
                    <a:pt x="86093" y="107635"/>
                  </a:lnTo>
                  <a:lnTo>
                    <a:pt x="86244" y="107259"/>
                  </a:lnTo>
                  <a:lnTo>
                    <a:pt x="86394" y="106659"/>
                  </a:lnTo>
                  <a:lnTo>
                    <a:pt x="86394" y="106434"/>
                  </a:lnTo>
                  <a:lnTo>
                    <a:pt x="86544" y="106359"/>
                  </a:lnTo>
                  <a:lnTo>
                    <a:pt x="86619" y="104782"/>
                  </a:lnTo>
                  <a:lnTo>
                    <a:pt x="86469" y="105383"/>
                  </a:lnTo>
                  <a:lnTo>
                    <a:pt x="86469" y="104857"/>
                  </a:lnTo>
                  <a:lnTo>
                    <a:pt x="86544" y="104407"/>
                  </a:lnTo>
                  <a:lnTo>
                    <a:pt x="86544" y="103431"/>
                  </a:lnTo>
                  <a:lnTo>
                    <a:pt x="86544" y="102531"/>
                  </a:lnTo>
                  <a:lnTo>
                    <a:pt x="86619" y="101630"/>
                  </a:lnTo>
                  <a:lnTo>
                    <a:pt x="86694" y="102681"/>
                  </a:lnTo>
                  <a:lnTo>
                    <a:pt x="86694" y="100129"/>
                  </a:lnTo>
                  <a:lnTo>
                    <a:pt x="86544" y="101555"/>
                  </a:lnTo>
                  <a:lnTo>
                    <a:pt x="86469" y="100954"/>
                  </a:lnTo>
                  <a:lnTo>
                    <a:pt x="86469" y="100879"/>
                  </a:lnTo>
                  <a:lnTo>
                    <a:pt x="86394" y="100879"/>
                  </a:lnTo>
                  <a:lnTo>
                    <a:pt x="86319" y="100729"/>
                  </a:lnTo>
                  <a:lnTo>
                    <a:pt x="86394" y="99903"/>
                  </a:lnTo>
                  <a:lnTo>
                    <a:pt x="86394" y="99303"/>
                  </a:lnTo>
                  <a:lnTo>
                    <a:pt x="86469" y="98552"/>
                  </a:lnTo>
                  <a:lnTo>
                    <a:pt x="86544" y="97877"/>
                  </a:lnTo>
                  <a:lnTo>
                    <a:pt x="86394" y="96826"/>
                  </a:lnTo>
                  <a:lnTo>
                    <a:pt x="86394" y="95475"/>
                  </a:lnTo>
                  <a:lnTo>
                    <a:pt x="86469" y="95400"/>
                  </a:lnTo>
                  <a:lnTo>
                    <a:pt x="86544" y="95475"/>
                  </a:lnTo>
                  <a:lnTo>
                    <a:pt x="86694" y="95550"/>
                  </a:lnTo>
                  <a:lnTo>
                    <a:pt x="86619" y="94799"/>
                  </a:lnTo>
                  <a:lnTo>
                    <a:pt x="86619" y="93599"/>
                  </a:lnTo>
                  <a:lnTo>
                    <a:pt x="86544" y="92473"/>
                  </a:lnTo>
                  <a:lnTo>
                    <a:pt x="86482" y="91736"/>
                  </a:lnTo>
                  <a:lnTo>
                    <a:pt x="86544" y="91797"/>
                  </a:lnTo>
                  <a:lnTo>
                    <a:pt x="86619" y="91797"/>
                  </a:lnTo>
                  <a:lnTo>
                    <a:pt x="86469" y="91197"/>
                  </a:lnTo>
                  <a:lnTo>
                    <a:pt x="86544" y="90671"/>
                  </a:lnTo>
                  <a:lnTo>
                    <a:pt x="86619" y="90596"/>
                  </a:lnTo>
                  <a:lnTo>
                    <a:pt x="86694" y="90596"/>
                  </a:lnTo>
                  <a:lnTo>
                    <a:pt x="86619" y="89846"/>
                  </a:lnTo>
                  <a:lnTo>
                    <a:pt x="86544" y="89921"/>
                  </a:lnTo>
                  <a:lnTo>
                    <a:pt x="86469" y="89996"/>
                  </a:lnTo>
                  <a:lnTo>
                    <a:pt x="86469" y="89921"/>
                  </a:lnTo>
                  <a:lnTo>
                    <a:pt x="86469" y="88945"/>
                  </a:lnTo>
                  <a:lnTo>
                    <a:pt x="86544" y="89395"/>
                  </a:lnTo>
                  <a:lnTo>
                    <a:pt x="86544" y="87744"/>
                  </a:lnTo>
                  <a:lnTo>
                    <a:pt x="86544" y="86168"/>
                  </a:lnTo>
                  <a:lnTo>
                    <a:pt x="86544" y="84591"/>
                  </a:lnTo>
                  <a:lnTo>
                    <a:pt x="86544" y="83090"/>
                  </a:lnTo>
                  <a:lnTo>
                    <a:pt x="86619" y="82940"/>
                  </a:lnTo>
                  <a:lnTo>
                    <a:pt x="86619" y="83090"/>
                  </a:lnTo>
                  <a:lnTo>
                    <a:pt x="86694" y="83616"/>
                  </a:lnTo>
                  <a:lnTo>
                    <a:pt x="86694" y="84216"/>
                  </a:lnTo>
                  <a:lnTo>
                    <a:pt x="86694" y="84291"/>
                  </a:lnTo>
                  <a:lnTo>
                    <a:pt x="86769" y="84141"/>
                  </a:lnTo>
                  <a:lnTo>
                    <a:pt x="86619" y="79638"/>
                  </a:lnTo>
                  <a:lnTo>
                    <a:pt x="86544" y="77386"/>
                  </a:lnTo>
                  <a:lnTo>
                    <a:pt x="86544" y="75659"/>
                  </a:lnTo>
                  <a:lnTo>
                    <a:pt x="86469" y="75509"/>
                  </a:lnTo>
                  <a:lnTo>
                    <a:pt x="86394" y="75134"/>
                  </a:lnTo>
                  <a:lnTo>
                    <a:pt x="86469" y="74308"/>
                  </a:lnTo>
                  <a:lnTo>
                    <a:pt x="86544" y="73258"/>
                  </a:lnTo>
                  <a:lnTo>
                    <a:pt x="86544" y="72657"/>
                  </a:lnTo>
                  <a:lnTo>
                    <a:pt x="86544" y="72357"/>
                  </a:lnTo>
                  <a:lnTo>
                    <a:pt x="86619" y="72432"/>
                  </a:lnTo>
                  <a:lnTo>
                    <a:pt x="86619" y="71006"/>
                  </a:lnTo>
                  <a:lnTo>
                    <a:pt x="86619" y="69355"/>
                  </a:lnTo>
                  <a:lnTo>
                    <a:pt x="86469" y="65451"/>
                  </a:lnTo>
                  <a:lnTo>
                    <a:pt x="86544" y="65827"/>
                  </a:lnTo>
                  <a:lnTo>
                    <a:pt x="86619" y="63725"/>
                  </a:lnTo>
                  <a:lnTo>
                    <a:pt x="86619" y="61548"/>
                  </a:lnTo>
                  <a:lnTo>
                    <a:pt x="86544" y="60948"/>
                  </a:lnTo>
                  <a:lnTo>
                    <a:pt x="86472" y="60805"/>
                  </a:lnTo>
                  <a:lnTo>
                    <a:pt x="86544" y="59447"/>
                  </a:lnTo>
                  <a:lnTo>
                    <a:pt x="86544" y="58096"/>
                  </a:lnTo>
                  <a:lnTo>
                    <a:pt x="86544" y="55394"/>
                  </a:lnTo>
                  <a:lnTo>
                    <a:pt x="86469" y="52691"/>
                  </a:lnTo>
                  <a:lnTo>
                    <a:pt x="86469" y="51415"/>
                  </a:lnTo>
                  <a:lnTo>
                    <a:pt x="86544" y="50139"/>
                  </a:lnTo>
                  <a:lnTo>
                    <a:pt x="86544" y="50740"/>
                  </a:lnTo>
                  <a:lnTo>
                    <a:pt x="86544" y="50890"/>
                  </a:lnTo>
                  <a:lnTo>
                    <a:pt x="86619" y="50815"/>
                  </a:lnTo>
                  <a:lnTo>
                    <a:pt x="86544" y="47888"/>
                  </a:lnTo>
                  <a:lnTo>
                    <a:pt x="86469" y="48263"/>
                  </a:lnTo>
                  <a:lnTo>
                    <a:pt x="86394" y="48863"/>
                  </a:lnTo>
                  <a:lnTo>
                    <a:pt x="86319" y="48038"/>
                  </a:lnTo>
                  <a:lnTo>
                    <a:pt x="86244" y="46987"/>
                  </a:lnTo>
                  <a:lnTo>
                    <a:pt x="86319" y="47512"/>
                  </a:lnTo>
                  <a:lnTo>
                    <a:pt x="86394" y="47362"/>
                  </a:lnTo>
                  <a:lnTo>
                    <a:pt x="86469" y="46387"/>
                  </a:lnTo>
                  <a:lnTo>
                    <a:pt x="86394" y="46311"/>
                  </a:lnTo>
                  <a:lnTo>
                    <a:pt x="86394" y="45636"/>
                  </a:lnTo>
                  <a:lnTo>
                    <a:pt x="86394" y="45411"/>
                  </a:lnTo>
                  <a:lnTo>
                    <a:pt x="86319" y="45035"/>
                  </a:lnTo>
                  <a:lnTo>
                    <a:pt x="86319" y="44135"/>
                  </a:lnTo>
                  <a:lnTo>
                    <a:pt x="86319" y="42934"/>
                  </a:lnTo>
                  <a:lnTo>
                    <a:pt x="86244" y="41808"/>
                  </a:lnTo>
                  <a:lnTo>
                    <a:pt x="86319" y="41733"/>
                  </a:lnTo>
                  <a:lnTo>
                    <a:pt x="86319" y="42033"/>
                  </a:lnTo>
                  <a:lnTo>
                    <a:pt x="86385" y="42430"/>
                  </a:lnTo>
                  <a:lnTo>
                    <a:pt x="86319" y="40907"/>
                  </a:lnTo>
                  <a:lnTo>
                    <a:pt x="86319" y="40082"/>
                  </a:lnTo>
                  <a:lnTo>
                    <a:pt x="86319" y="39256"/>
                  </a:lnTo>
                  <a:lnTo>
                    <a:pt x="86394" y="40982"/>
                  </a:lnTo>
                  <a:lnTo>
                    <a:pt x="86469" y="39781"/>
                  </a:lnTo>
                  <a:lnTo>
                    <a:pt x="86469" y="38881"/>
                  </a:lnTo>
                  <a:lnTo>
                    <a:pt x="86544" y="36929"/>
                  </a:lnTo>
                  <a:lnTo>
                    <a:pt x="86469" y="37455"/>
                  </a:lnTo>
                  <a:lnTo>
                    <a:pt x="86394" y="36329"/>
                  </a:lnTo>
                  <a:lnTo>
                    <a:pt x="86319" y="35128"/>
                  </a:lnTo>
                  <a:lnTo>
                    <a:pt x="86319" y="33852"/>
                  </a:lnTo>
                  <a:lnTo>
                    <a:pt x="86244" y="32426"/>
                  </a:lnTo>
                  <a:lnTo>
                    <a:pt x="86319" y="33326"/>
                  </a:lnTo>
                  <a:lnTo>
                    <a:pt x="86394" y="33401"/>
                  </a:lnTo>
                  <a:lnTo>
                    <a:pt x="86394" y="33326"/>
                  </a:lnTo>
                  <a:lnTo>
                    <a:pt x="86394" y="33026"/>
                  </a:lnTo>
                  <a:lnTo>
                    <a:pt x="86469" y="32951"/>
                  </a:lnTo>
                  <a:lnTo>
                    <a:pt x="86544" y="32125"/>
                  </a:lnTo>
                  <a:lnTo>
                    <a:pt x="86544" y="31825"/>
                  </a:lnTo>
                  <a:lnTo>
                    <a:pt x="86544" y="31225"/>
                  </a:lnTo>
                  <a:lnTo>
                    <a:pt x="86544" y="30549"/>
                  </a:lnTo>
                  <a:lnTo>
                    <a:pt x="86544" y="29874"/>
                  </a:lnTo>
                  <a:lnTo>
                    <a:pt x="86469" y="28973"/>
                  </a:lnTo>
                  <a:lnTo>
                    <a:pt x="86469" y="28447"/>
                  </a:lnTo>
                  <a:lnTo>
                    <a:pt x="86544" y="28222"/>
                  </a:lnTo>
                  <a:lnTo>
                    <a:pt x="86544" y="28147"/>
                  </a:lnTo>
                  <a:lnTo>
                    <a:pt x="86544" y="27847"/>
                  </a:lnTo>
                  <a:lnTo>
                    <a:pt x="86469" y="28372"/>
                  </a:lnTo>
                  <a:lnTo>
                    <a:pt x="86394" y="26871"/>
                  </a:lnTo>
                  <a:lnTo>
                    <a:pt x="86469" y="25145"/>
                  </a:lnTo>
                  <a:lnTo>
                    <a:pt x="86469" y="23193"/>
                  </a:lnTo>
                  <a:lnTo>
                    <a:pt x="86394" y="21242"/>
                  </a:lnTo>
                  <a:lnTo>
                    <a:pt x="86319" y="18690"/>
                  </a:lnTo>
                  <a:lnTo>
                    <a:pt x="86244" y="16288"/>
                  </a:lnTo>
                  <a:lnTo>
                    <a:pt x="86244" y="16063"/>
                  </a:lnTo>
                  <a:lnTo>
                    <a:pt x="86319" y="16363"/>
                  </a:lnTo>
                  <a:lnTo>
                    <a:pt x="86319" y="15312"/>
                  </a:lnTo>
                  <a:lnTo>
                    <a:pt x="86319" y="14111"/>
                  </a:lnTo>
                  <a:lnTo>
                    <a:pt x="86244" y="14411"/>
                  </a:lnTo>
                  <a:lnTo>
                    <a:pt x="86244" y="14937"/>
                  </a:lnTo>
                  <a:lnTo>
                    <a:pt x="86171" y="15878"/>
                  </a:lnTo>
                  <a:lnTo>
                    <a:pt x="86244" y="16963"/>
                  </a:lnTo>
                  <a:lnTo>
                    <a:pt x="86169" y="16888"/>
                  </a:lnTo>
                  <a:lnTo>
                    <a:pt x="86169" y="17789"/>
                  </a:lnTo>
                  <a:lnTo>
                    <a:pt x="86169" y="18840"/>
                  </a:lnTo>
                  <a:lnTo>
                    <a:pt x="86169" y="19666"/>
                  </a:lnTo>
                  <a:lnTo>
                    <a:pt x="86169" y="20341"/>
                  </a:lnTo>
                  <a:lnTo>
                    <a:pt x="86169" y="21392"/>
                  </a:lnTo>
                  <a:lnTo>
                    <a:pt x="86169" y="21542"/>
                  </a:lnTo>
                  <a:lnTo>
                    <a:pt x="86244" y="21542"/>
                  </a:lnTo>
                  <a:lnTo>
                    <a:pt x="86244" y="21617"/>
                  </a:lnTo>
                  <a:lnTo>
                    <a:pt x="86319" y="22443"/>
                  </a:lnTo>
                  <a:lnTo>
                    <a:pt x="86093" y="23869"/>
                  </a:lnTo>
                  <a:lnTo>
                    <a:pt x="86169" y="24094"/>
                  </a:lnTo>
                  <a:lnTo>
                    <a:pt x="86169" y="24619"/>
                  </a:lnTo>
                  <a:lnTo>
                    <a:pt x="86169" y="24845"/>
                  </a:lnTo>
                  <a:lnTo>
                    <a:pt x="86169" y="25070"/>
                  </a:lnTo>
                  <a:lnTo>
                    <a:pt x="86244" y="25295"/>
                  </a:lnTo>
                  <a:lnTo>
                    <a:pt x="86169" y="26421"/>
                  </a:lnTo>
                  <a:lnTo>
                    <a:pt x="86169" y="27697"/>
                  </a:lnTo>
                  <a:lnTo>
                    <a:pt x="86169" y="28748"/>
                  </a:lnTo>
                  <a:lnTo>
                    <a:pt x="86093" y="29273"/>
                  </a:lnTo>
                  <a:lnTo>
                    <a:pt x="86169" y="29423"/>
                  </a:lnTo>
                  <a:lnTo>
                    <a:pt x="86169" y="29348"/>
                  </a:lnTo>
                  <a:lnTo>
                    <a:pt x="86169" y="29048"/>
                  </a:lnTo>
                  <a:lnTo>
                    <a:pt x="86169" y="28898"/>
                  </a:lnTo>
                  <a:lnTo>
                    <a:pt x="86244" y="29423"/>
                  </a:lnTo>
                  <a:lnTo>
                    <a:pt x="86169" y="29874"/>
                  </a:lnTo>
                  <a:lnTo>
                    <a:pt x="86169" y="30624"/>
                  </a:lnTo>
                  <a:lnTo>
                    <a:pt x="86169" y="31450"/>
                  </a:lnTo>
                  <a:lnTo>
                    <a:pt x="86169" y="32351"/>
                  </a:lnTo>
                  <a:lnTo>
                    <a:pt x="86093" y="31975"/>
                  </a:lnTo>
                  <a:lnTo>
                    <a:pt x="86093" y="31600"/>
                  </a:lnTo>
                  <a:lnTo>
                    <a:pt x="86093" y="31525"/>
                  </a:lnTo>
                  <a:lnTo>
                    <a:pt x="86018" y="32050"/>
                  </a:lnTo>
                  <a:lnTo>
                    <a:pt x="86093" y="32726"/>
                  </a:lnTo>
                  <a:lnTo>
                    <a:pt x="86093" y="33627"/>
                  </a:lnTo>
                  <a:lnTo>
                    <a:pt x="86018" y="35503"/>
                  </a:lnTo>
                  <a:lnTo>
                    <a:pt x="86093" y="35578"/>
                  </a:lnTo>
                  <a:lnTo>
                    <a:pt x="86093" y="35878"/>
                  </a:lnTo>
                  <a:lnTo>
                    <a:pt x="86093" y="36854"/>
                  </a:lnTo>
                  <a:lnTo>
                    <a:pt x="86093" y="39481"/>
                  </a:lnTo>
                  <a:lnTo>
                    <a:pt x="86018" y="41283"/>
                  </a:lnTo>
                  <a:lnTo>
                    <a:pt x="85943" y="44360"/>
                  </a:lnTo>
                  <a:lnTo>
                    <a:pt x="86018" y="44810"/>
                  </a:lnTo>
                  <a:lnTo>
                    <a:pt x="86093" y="45636"/>
                  </a:lnTo>
                  <a:lnTo>
                    <a:pt x="86093" y="47587"/>
                  </a:lnTo>
                  <a:lnTo>
                    <a:pt x="86018" y="47512"/>
                  </a:lnTo>
                  <a:lnTo>
                    <a:pt x="86018" y="47287"/>
                  </a:lnTo>
                  <a:lnTo>
                    <a:pt x="85943" y="46612"/>
                  </a:lnTo>
                  <a:lnTo>
                    <a:pt x="85943" y="47738"/>
                  </a:lnTo>
                  <a:lnTo>
                    <a:pt x="85943" y="48263"/>
                  </a:lnTo>
                  <a:lnTo>
                    <a:pt x="86018" y="49164"/>
                  </a:lnTo>
                  <a:lnTo>
                    <a:pt x="85868" y="48863"/>
                  </a:lnTo>
                  <a:lnTo>
                    <a:pt x="85943" y="51190"/>
                  </a:lnTo>
                  <a:lnTo>
                    <a:pt x="85943" y="52466"/>
                  </a:lnTo>
                  <a:lnTo>
                    <a:pt x="85943" y="53892"/>
                  </a:lnTo>
                  <a:lnTo>
                    <a:pt x="86018" y="53892"/>
                  </a:lnTo>
                  <a:lnTo>
                    <a:pt x="86018" y="53742"/>
                  </a:lnTo>
                  <a:lnTo>
                    <a:pt x="86169" y="53442"/>
                  </a:lnTo>
                  <a:lnTo>
                    <a:pt x="86244" y="53367"/>
                  </a:lnTo>
                  <a:lnTo>
                    <a:pt x="86244" y="53442"/>
                  </a:lnTo>
                  <a:lnTo>
                    <a:pt x="86394" y="54418"/>
                  </a:lnTo>
                  <a:lnTo>
                    <a:pt x="86244" y="54418"/>
                  </a:lnTo>
                  <a:lnTo>
                    <a:pt x="86169" y="54343"/>
                  </a:lnTo>
                  <a:lnTo>
                    <a:pt x="86169" y="54418"/>
                  </a:lnTo>
                  <a:lnTo>
                    <a:pt x="86169" y="55018"/>
                  </a:lnTo>
                  <a:lnTo>
                    <a:pt x="86169" y="55394"/>
                  </a:lnTo>
                  <a:lnTo>
                    <a:pt x="86093" y="55469"/>
                  </a:lnTo>
                  <a:lnTo>
                    <a:pt x="86093" y="55619"/>
                  </a:lnTo>
                  <a:lnTo>
                    <a:pt x="86018" y="55769"/>
                  </a:lnTo>
                  <a:lnTo>
                    <a:pt x="86018" y="55394"/>
                  </a:lnTo>
                  <a:lnTo>
                    <a:pt x="86018" y="54868"/>
                  </a:lnTo>
                  <a:lnTo>
                    <a:pt x="85943" y="56144"/>
                  </a:lnTo>
                  <a:lnTo>
                    <a:pt x="85868" y="56970"/>
                  </a:lnTo>
                  <a:lnTo>
                    <a:pt x="85943" y="57045"/>
                  </a:lnTo>
                  <a:lnTo>
                    <a:pt x="86018" y="57570"/>
                  </a:lnTo>
                  <a:lnTo>
                    <a:pt x="85943" y="58321"/>
                  </a:lnTo>
                  <a:lnTo>
                    <a:pt x="85943" y="58546"/>
                  </a:lnTo>
                  <a:lnTo>
                    <a:pt x="85868" y="58621"/>
                  </a:lnTo>
                  <a:lnTo>
                    <a:pt x="85793" y="58996"/>
                  </a:lnTo>
                  <a:lnTo>
                    <a:pt x="85868" y="59822"/>
                  </a:lnTo>
                  <a:lnTo>
                    <a:pt x="85868" y="60197"/>
                  </a:lnTo>
                  <a:lnTo>
                    <a:pt x="85943" y="60272"/>
                  </a:lnTo>
                  <a:lnTo>
                    <a:pt x="85943" y="60347"/>
                  </a:lnTo>
                  <a:lnTo>
                    <a:pt x="85943" y="60798"/>
                  </a:lnTo>
                  <a:lnTo>
                    <a:pt x="85868" y="61098"/>
                  </a:lnTo>
                  <a:lnTo>
                    <a:pt x="85868" y="63125"/>
                  </a:lnTo>
                  <a:lnTo>
                    <a:pt x="85943" y="63875"/>
                  </a:lnTo>
                  <a:lnTo>
                    <a:pt x="85943" y="64025"/>
                  </a:lnTo>
                  <a:lnTo>
                    <a:pt x="86018" y="63875"/>
                  </a:lnTo>
                  <a:lnTo>
                    <a:pt x="86018" y="63800"/>
                  </a:lnTo>
                  <a:lnTo>
                    <a:pt x="86093" y="65752"/>
                  </a:lnTo>
                  <a:lnTo>
                    <a:pt x="86093" y="67778"/>
                  </a:lnTo>
                  <a:lnTo>
                    <a:pt x="86018" y="69805"/>
                  </a:lnTo>
                  <a:lnTo>
                    <a:pt x="86018" y="71756"/>
                  </a:lnTo>
                  <a:lnTo>
                    <a:pt x="85943" y="71756"/>
                  </a:lnTo>
                  <a:lnTo>
                    <a:pt x="86018" y="74158"/>
                  </a:lnTo>
                  <a:lnTo>
                    <a:pt x="86018" y="75284"/>
                  </a:lnTo>
                  <a:lnTo>
                    <a:pt x="86093" y="76260"/>
                  </a:lnTo>
                  <a:lnTo>
                    <a:pt x="86018" y="76935"/>
                  </a:lnTo>
                  <a:lnTo>
                    <a:pt x="86018" y="77086"/>
                  </a:lnTo>
                  <a:lnTo>
                    <a:pt x="85947" y="77157"/>
                  </a:lnTo>
                  <a:lnTo>
                    <a:pt x="86018" y="78437"/>
                  </a:lnTo>
                  <a:lnTo>
                    <a:pt x="85943" y="80088"/>
                  </a:lnTo>
                  <a:lnTo>
                    <a:pt x="85868" y="79638"/>
                  </a:lnTo>
                  <a:lnTo>
                    <a:pt x="85868" y="78887"/>
                  </a:lnTo>
                  <a:lnTo>
                    <a:pt x="85793" y="80613"/>
                  </a:lnTo>
                  <a:lnTo>
                    <a:pt x="85793" y="81364"/>
                  </a:lnTo>
                  <a:lnTo>
                    <a:pt x="85868" y="82415"/>
                  </a:lnTo>
                  <a:lnTo>
                    <a:pt x="85793" y="82265"/>
                  </a:lnTo>
                  <a:lnTo>
                    <a:pt x="85793" y="82340"/>
                  </a:lnTo>
                  <a:lnTo>
                    <a:pt x="85718" y="82865"/>
                  </a:lnTo>
                  <a:lnTo>
                    <a:pt x="85718" y="84291"/>
                  </a:lnTo>
                  <a:lnTo>
                    <a:pt x="85868" y="83240"/>
                  </a:lnTo>
                  <a:lnTo>
                    <a:pt x="85793" y="85417"/>
                  </a:lnTo>
                  <a:lnTo>
                    <a:pt x="85643" y="85042"/>
                  </a:lnTo>
                  <a:lnTo>
                    <a:pt x="85568" y="86168"/>
                  </a:lnTo>
                  <a:lnTo>
                    <a:pt x="85568" y="87294"/>
                  </a:lnTo>
                  <a:lnTo>
                    <a:pt x="85718" y="89320"/>
                  </a:lnTo>
                  <a:lnTo>
                    <a:pt x="85793" y="91272"/>
                  </a:lnTo>
                  <a:lnTo>
                    <a:pt x="85718" y="92172"/>
                  </a:lnTo>
                  <a:lnTo>
                    <a:pt x="85643" y="93073"/>
                  </a:lnTo>
                  <a:lnTo>
                    <a:pt x="85643" y="93223"/>
                  </a:lnTo>
                  <a:lnTo>
                    <a:pt x="85718" y="93148"/>
                  </a:lnTo>
                  <a:lnTo>
                    <a:pt x="85718" y="92623"/>
                  </a:lnTo>
                  <a:lnTo>
                    <a:pt x="85793" y="92022"/>
                  </a:lnTo>
                  <a:lnTo>
                    <a:pt x="85868" y="91947"/>
                  </a:lnTo>
                  <a:lnTo>
                    <a:pt x="85868" y="92097"/>
                  </a:lnTo>
                  <a:lnTo>
                    <a:pt x="85793" y="93148"/>
                  </a:lnTo>
                  <a:lnTo>
                    <a:pt x="85718" y="94124"/>
                  </a:lnTo>
                  <a:lnTo>
                    <a:pt x="85568" y="95475"/>
                  </a:lnTo>
                  <a:lnTo>
                    <a:pt x="85568" y="96601"/>
                  </a:lnTo>
                  <a:lnTo>
                    <a:pt x="85643" y="97351"/>
                  </a:lnTo>
                  <a:lnTo>
                    <a:pt x="85793" y="98177"/>
                  </a:lnTo>
                  <a:lnTo>
                    <a:pt x="85793" y="99378"/>
                  </a:lnTo>
                  <a:lnTo>
                    <a:pt x="85868" y="99228"/>
                  </a:lnTo>
                  <a:lnTo>
                    <a:pt x="85868" y="99153"/>
                  </a:lnTo>
                  <a:lnTo>
                    <a:pt x="85943" y="99228"/>
                  </a:lnTo>
                  <a:lnTo>
                    <a:pt x="86018" y="99528"/>
                  </a:lnTo>
                  <a:lnTo>
                    <a:pt x="86093" y="100354"/>
                  </a:lnTo>
                  <a:lnTo>
                    <a:pt x="86018" y="101255"/>
                  </a:lnTo>
                  <a:lnTo>
                    <a:pt x="85943" y="101705"/>
                  </a:lnTo>
                  <a:lnTo>
                    <a:pt x="85793" y="101705"/>
                  </a:lnTo>
                  <a:lnTo>
                    <a:pt x="85718" y="101255"/>
                  </a:lnTo>
                  <a:lnTo>
                    <a:pt x="85718" y="100879"/>
                  </a:lnTo>
                  <a:lnTo>
                    <a:pt x="85793" y="100729"/>
                  </a:lnTo>
                  <a:lnTo>
                    <a:pt x="85718" y="100129"/>
                  </a:lnTo>
                  <a:lnTo>
                    <a:pt x="85718" y="99979"/>
                  </a:lnTo>
                  <a:lnTo>
                    <a:pt x="85643" y="100204"/>
                  </a:lnTo>
                  <a:lnTo>
                    <a:pt x="85718" y="100429"/>
                  </a:lnTo>
                  <a:lnTo>
                    <a:pt x="85568" y="101930"/>
                  </a:lnTo>
                  <a:lnTo>
                    <a:pt x="85568" y="102531"/>
                  </a:lnTo>
                  <a:lnTo>
                    <a:pt x="85493" y="102681"/>
                  </a:lnTo>
                  <a:lnTo>
                    <a:pt x="85493" y="103131"/>
                  </a:lnTo>
                  <a:lnTo>
                    <a:pt x="85643" y="102305"/>
                  </a:lnTo>
                  <a:lnTo>
                    <a:pt x="85418" y="104632"/>
                  </a:lnTo>
                  <a:lnTo>
                    <a:pt x="85268" y="105683"/>
                  </a:lnTo>
                  <a:lnTo>
                    <a:pt x="85118" y="106959"/>
                  </a:lnTo>
                  <a:lnTo>
                    <a:pt x="85268" y="106584"/>
                  </a:lnTo>
                  <a:lnTo>
                    <a:pt x="85268" y="106734"/>
                  </a:lnTo>
                  <a:lnTo>
                    <a:pt x="85043" y="108085"/>
                  </a:lnTo>
                  <a:lnTo>
                    <a:pt x="84968" y="108535"/>
                  </a:lnTo>
                  <a:lnTo>
                    <a:pt x="85043" y="108911"/>
                  </a:lnTo>
                  <a:lnTo>
                    <a:pt x="84893" y="109736"/>
                  </a:lnTo>
                  <a:lnTo>
                    <a:pt x="84667" y="110111"/>
                  </a:lnTo>
                  <a:lnTo>
                    <a:pt x="84667" y="110187"/>
                  </a:lnTo>
                  <a:lnTo>
                    <a:pt x="84592" y="110111"/>
                  </a:lnTo>
                  <a:lnTo>
                    <a:pt x="84517" y="110337"/>
                  </a:lnTo>
                  <a:lnTo>
                    <a:pt x="84367" y="111162"/>
                  </a:lnTo>
                  <a:lnTo>
                    <a:pt x="84142" y="111613"/>
                  </a:lnTo>
                  <a:lnTo>
                    <a:pt x="84142" y="111688"/>
                  </a:lnTo>
                  <a:lnTo>
                    <a:pt x="84067" y="111613"/>
                  </a:lnTo>
                  <a:lnTo>
                    <a:pt x="84142" y="110862"/>
                  </a:lnTo>
                  <a:lnTo>
                    <a:pt x="83842" y="112063"/>
                  </a:lnTo>
                  <a:lnTo>
                    <a:pt x="83541" y="113114"/>
                  </a:lnTo>
                  <a:lnTo>
                    <a:pt x="82872" y="114586"/>
                  </a:lnTo>
                  <a:lnTo>
                    <a:pt x="82866" y="114615"/>
                  </a:lnTo>
                  <a:lnTo>
                    <a:pt x="82566" y="115291"/>
                  </a:lnTo>
                  <a:lnTo>
                    <a:pt x="82941" y="114840"/>
                  </a:lnTo>
                  <a:lnTo>
                    <a:pt x="82641" y="115441"/>
                  </a:lnTo>
                  <a:lnTo>
                    <a:pt x="82566" y="115666"/>
                  </a:lnTo>
                  <a:lnTo>
                    <a:pt x="82491" y="115741"/>
                  </a:lnTo>
                  <a:lnTo>
                    <a:pt x="82491" y="115891"/>
                  </a:lnTo>
                  <a:lnTo>
                    <a:pt x="82641" y="115891"/>
                  </a:lnTo>
                  <a:lnTo>
                    <a:pt x="82716" y="115966"/>
                  </a:lnTo>
                  <a:lnTo>
                    <a:pt x="82641" y="116491"/>
                  </a:lnTo>
                  <a:lnTo>
                    <a:pt x="82040" y="117692"/>
                  </a:lnTo>
                  <a:lnTo>
                    <a:pt x="81815" y="118293"/>
                  </a:lnTo>
                  <a:lnTo>
                    <a:pt x="81665" y="118518"/>
                  </a:lnTo>
                  <a:lnTo>
                    <a:pt x="81515" y="118593"/>
                  </a:lnTo>
                  <a:lnTo>
                    <a:pt x="81890" y="117767"/>
                  </a:lnTo>
                  <a:lnTo>
                    <a:pt x="81890" y="117692"/>
                  </a:lnTo>
                  <a:lnTo>
                    <a:pt x="81815" y="117767"/>
                  </a:lnTo>
                  <a:lnTo>
                    <a:pt x="81740" y="117692"/>
                  </a:lnTo>
                  <a:lnTo>
                    <a:pt x="81815" y="117542"/>
                  </a:lnTo>
                  <a:lnTo>
                    <a:pt x="81965" y="117017"/>
                  </a:lnTo>
                  <a:lnTo>
                    <a:pt x="81440" y="118218"/>
                  </a:lnTo>
                  <a:lnTo>
                    <a:pt x="81515" y="117993"/>
                  </a:lnTo>
                  <a:lnTo>
                    <a:pt x="81215" y="118593"/>
                  </a:lnTo>
                  <a:lnTo>
                    <a:pt x="80989" y="118968"/>
                  </a:lnTo>
                  <a:lnTo>
                    <a:pt x="80839" y="119419"/>
                  </a:lnTo>
                  <a:lnTo>
                    <a:pt x="80764" y="119869"/>
                  </a:lnTo>
                  <a:lnTo>
                    <a:pt x="80614" y="120319"/>
                  </a:lnTo>
                  <a:lnTo>
                    <a:pt x="80239" y="120920"/>
                  </a:lnTo>
                  <a:lnTo>
                    <a:pt x="80239" y="120845"/>
                  </a:lnTo>
                  <a:lnTo>
                    <a:pt x="80014" y="120995"/>
                  </a:lnTo>
                  <a:lnTo>
                    <a:pt x="79638" y="121595"/>
                  </a:lnTo>
                  <a:lnTo>
                    <a:pt x="79939" y="121220"/>
                  </a:lnTo>
                  <a:lnTo>
                    <a:pt x="80014" y="121220"/>
                  </a:lnTo>
                  <a:lnTo>
                    <a:pt x="79939" y="121520"/>
                  </a:lnTo>
                  <a:lnTo>
                    <a:pt x="79713" y="122046"/>
                  </a:lnTo>
                  <a:lnTo>
                    <a:pt x="79263" y="122721"/>
                  </a:lnTo>
                  <a:lnTo>
                    <a:pt x="78963" y="123247"/>
                  </a:lnTo>
                  <a:lnTo>
                    <a:pt x="78588" y="123997"/>
                  </a:lnTo>
                  <a:lnTo>
                    <a:pt x="79038" y="123322"/>
                  </a:lnTo>
                  <a:lnTo>
                    <a:pt x="78963" y="123547"/>
                  </a:lnTo>
                  <a:lnTo>
                    <a:pt x="78738" y="123997"/>
                  </a:lnTo>
                  <a:lnTo>
                    <a:pt x="78062" y="125048"/>
                  </a:lnTo>
                  <a:lnTo>
                    <a:pt x="78062" y="124898"/>
                  </a:lnTo>
                  <a:lnTo>
                    <a:pt x="77837" y="125273"/>
                  </a:lnTo>
                  <a:lnTo>
                    <a:pt x="77237" y="126024"/>
                  </a:lnTo>
                  <a:lnTo>
                    <a:pt x="76486" y="126775"/>
                  </a:lnTo>
                  <a:lnTo>
                    <a:pt x="75810" y="127600"/>
                  </a:lnTo>
                  <a:lnTo>
                    <a:pt x="75585" y="127825"/>
                  </a:lnTo>
                  <a:lnTo>
                    <a:pt x="75360" y="127825"/>
                  </a:lnTo>
                  <a:lnTo>
                    <a:pt x="75135" y="127975"/>
                  </a:lnTo>
                  <a:lnTo>
                    <a:pt x="74534" y="128801"/>
                  </a:lnTo>
                  <a:lnTo>
                    <a:pt x="74009" y="129327"/>
                  </a:lnTo>
                  <a:lnTo>
                    <a:pt x="73408" y="129777"/>
                  </a:lnTo>
                  <a:lnTo>
                    <a:pt x="72658" y="130603"/>
                  </a:lnTo>
                  <a:lnTo>
                    <a:pt x="72658" y="130603"/>
                  </a:lnTo>
                  <a:lnTo>
                    <a:pt x="72958" y="130452"/>
                  </a:lnTo>
                  <a:lnTo>
                    <a:pt x="73033" y="130452"/>
                  </a:lnTo>
                  <a:lnTo>
                    <a:pt x="72358" y="131203"/>
                  </a:lnTo>
                  <a:lnTo>
                    <a:pt x="73408" y="130152"/>
                  </a:lnTo>
                  <a:lnTo>
                    <a:pt x="74384" y="129026"/>
                  </a:lnTo>
                  <a:lnTo>
                    <a:pt x="74384" y="129026"/>
                  </a:lnTo>
                  <a:lnTo>
                    <a:pt x="73183" y="130603"/>
                  </a:lnTo>
                  <a:lnTo>
                    <a:pt x="74084" y="129552"/>
                  </a:lnTo>
                  <a:lnTo>
                    <a:pt x="74835" y="128801"/>
                  </a:lnTo>
                  <a:lnTo>
                    <a:pt x="74459" y="129327"/>
                  </a:lnTo>
                  <a:lnTo>
                    <a:pt x="74534" y="129327"/>
                  </a:lnTo>
                  <a:lnTo>
                    <a:pt x="74760" y="129176"/>
                  </a:lnTo>
                  <a:lnTo>
                    <a:pt x="74384" y="129477"/>
                  </a:lnTo>
                  <a:lnTo>
                    <a:pt x="74009" y="129852"/>
                  </a:lnTo>
                  <a:lnTo>
                    <a:pt x="73408" y="130527"/>
                  </a:lnTo>
                  <a:lnTo>
                    <a:pt x="72733" y="131203"/>
                  </a:lnTo>
                  <a:lnTo>
                    <a:pt x="71982" y="131879"/>
                  </a:lnTo>
                  <a:lnTo>
                    <a:pt x="71757" y="131578"/>
                  </a:lnTo>
                  <a:lnTo>
                    <a:pt x="70631" y="132554"/>
                  </a:lnTo>
                  <a:lnTo>
                    <a:pt x="69505" y="133530"/>
                  </a:lnTo>
                  <a:lnTo>
                    <a:pt x="68304" y="134581"/>
                  </a:lnTo>
                  <a:lnTo>
                    <a:pt x="67554" y="135106"/>
                  </a:lnTo>
                  <a:lnTo>
                    <a:pt x="66728" y="135631"/>
                  </a:lnTo>
                  <a:lnTo>
                    <a:pt x="66728" y="135631"/>
                  </a:lnTo>
                  <a:lnTo>
                    <a:pt x="67479" y="135181"/>
                  </a:lnTo>
                  <a:lnTo>
                    <a:pt x="67179" y="135481"/>
                  </a:lnTo>
                  <a:lnTo>
                    <a:pt x="66653" y="135857"/>
                  </a:lnTo>
                  <a:lnTo>
                    <a:pt x="65377" y="136682"/>
                  </a:lnTo>
                  <a:lnTo>
                    <a:pt x="65302" y="136607"/>
                  </a:lnTo>
                  <a:lnTo>
                    <a:pt x="65077" y="136682"/>
                  </a:lnTo>
                  <a:lnTo>
                    <a:pt x="64552" y="136907"/>
                  </a:lnTo>
                  <a:lnTo>
                    <a:pt x="64326" y="137058"/>
                  </a:lnTo>
                  <a:lnTo>
                    <a:pt x="63726" y="137433"/>
                  </a:lnTo>
                  <a:lnTo>
                    <a:pt x="63050" y="137883"/>
                  </a:lnTo>
                  <a:lnTo>
                    <a:pt x="62825" y="138033"/>
                  </a:lnTo>
                  <a:lnTo>
                    <a:pt x="62675" y="138183"/>
                  </a:lnTo>
                  <a:lnTo>
                    <a:pt x="61474" y="138634"/>
                  </a:lnTo>
                  <a:lnTo>
                    <a:pt x="60273" y="139159"/>
                  </a:lnTo>
                  <a:lnTo>
                    <a:pt x="59372" y="139685"/>
                  </a:lnTo>
                  <a:lnTo>
                    <a:pt x="58547" y="140135"/>
                  </a:lnTo>
                  <a:lnTo>
                    <a:pt x="58021" y="140360"/>
                  </a:lnTo>
                  <a:lnTo>
                    <a:pt x="57346" y="140660"/>
                  </a:lnTo>
                  <a:lnTo>
                    <a:pt x="57496" y="140435"/>
                  </a:lnTo>
                  <a:lnTo>
                    <a:pt x="57496" y="140360"/>
                  </a:lnTo>
                  <a:lnTo>
                    <a:pt x="57646" y="140285"/>
                  </a:lnTo>
                  <a:lnTo>
                    <a:pt x="58247" y="139985"/>
                  </a:lnTo>
                  <a:lnTo>
                    <a:pt x="57346" y="140285"/>
                  </a:lnTo>
                  <a:lnTo>
                    <a:pt x="57046" y="140435"/>
                  </a:lnTo>
                  <a:lnTo>
                    <a:pt x="56971" y="140510"/>
                  </a:lnTo>
                  <a:lnTo>
                    <a:pt x="56520" y="140660"/>
                  </a:lnTo>
                  <a:lnTo>
                    <a:pt x="55845" y="140886"/>
                  </a:lnTo>
                  <a:lnTo>
                    <a:pt x="55094" y="141186"/>
                  </a:lnTo>
                  <a:lnTo>
                    <a:pt x="54494" y="141261"/>
                  </a:lnTo>
                  <a:lnTo>
                    <a:pt x="54118" y="141486"/>
                  </a:lnTo>
                  <a:lnTo>
                    <a:pt x="53818" y="141636"/>
                  </a:lnTo>
                  <a:lnTo>
                    <a:pt x="53368" y="141711"/>
                  </a:lnTo>
                  <a:lnTo>
                    <a:pt x="52842" y="141861"/>
                  </a:lnTo>
                  <a:lnTo>
                    <a:pt x="52617" y="142011"/>
                  </a:lnTo>
                  <a:lnTo>
                    <a:pt x="52842" y="142011"/>
                  </a:lnTo>
                  <a:lnTo>
                    <a:pt x="51942" y="142087"/>
                  </a:lnTo>
                  <a:lnTo>
                    <a:pt x="50966" y="142237"/>
                  </a:lnTo>
                  <a:lnTo>
                    <a:pt x="49840" y="142387"/>
                  </a:lnTo>
                  <a:lnTo>
                    <a:pt x="48789" y="142537"/>
                  </a:lnTo>
                  <a:lnTo>
                    <a:pt x="47663" y="142687"/>
                  </a:lnTo>
                  <a:lnTo>
                    <a:pt x="46612" y="142762"/>
                  </a:lnTo>
                  <a:lnTo>
                    <a:pt x="45637" y="142837"/>
                  </a:lnTo>
                  <a:lnTo>
                    <a:pt x="44886" y="142762"/>
                  </a:lnTo>
                  <a:lnTo>
                    <a:pt x="43610" y="142837"/>
                  </a:lnTo>
                  <a:lnTo>
                    <a:pt x="41133" y="142837"/>
                  </a:lnTo>
                  <a:lnTo>
                    <a:pt x="40007" y="142762"/>
                  </a:lnTo>
                  <a:lnTo>
                    <a:pt x="40082" y="142687"/>
                  </a:lnTo>
                  <a:lnTo>
                    <a:pt x="40307" y="142687"/>
                  </a:lnTo>
                  <a:lnTo>
                    <a:pt x="39257" y="142612"/>
                  </a:lnTo>
                  <a:lnTo>
                    <a:pt x="38656" y="142687"/>
                  </a:lnTo>
                  <a:lnTo>
                    <a:pt x="38056" y="142687"/>
                  </a:lnTo>
                  <a:lnTo>
                    <a:pt x="36855" y="142537"/>
                  </a:lnTo>
                  <a:lnTo>
                    <a:pt x="36630" y="142462"/>
                  </a:lnTo>
                  <a:lnTo>
                    <a:pt x="36554" y="142387"/>
                  </a:lnTo>
                  <a:lnTo>
                    <a:pt x="36554" y="142387"/>
                  </a:lnTo>
                  <a:lnTo>
                    <a:pt x="36930" y="142462"/>
                  </a:lnTo>
                  <a:lnTo>
                    <a:pt x="37380" y="142462"/>
                  </a:lnTo>
                  <a:lnTo>
                    <a:pt x="37155" y="142312"/>
                  </a:lnTo>
                  <a:lnTo>
                    <a:pt x="36855" y="142237"/>
                  </a:lnTo>
                  <a:lnTo>
                    <a:pt x="35729" y="142087"/>
                  </a:lnTo>
                  <a:lnTo>
                    <a:pt x="34528" y="141861"/>
                  </a:lnTo>
                  <a:lnTo>
                    <a:pt x="33852" y="141711"/>
                  </a:lnTo>
                  <a:lnTo>
                    <a:pt x="33327" y="141486"/>
                  </a:lnTo>
                  <a:lnTo>
                    <a:pt x="33327" y="141486"/>
                  </a:lnTo>
                  <a:lnTo>
                    <a:pt x="32726" y="141336"/>
                  </a:lnTo>
                  <a:lnTo>
                    <a:pt x="31676" y="141111"/>
                  </a:lnTo>
                  <a:lnTo>
                    <a:pt x="30475" y="140811"/>
                  </a:lnTo>
                  <a:lnTo>
                    <a:pt x="29199" y="140360"/>
                  </a:lnTo>
                  <a:lnTo>
                    <a:pt x="28673" y="140210"/>
                  </a:lnTo>
                  <a:lnTo>
                    <a:pt x="28073" y="140060"/>
                  </a:lnTo>
                  <a:lnTo>
                    <a:pt x="26797" y="139610"/>
                  </a:lnTo>
                  <a:lnTo>
                    <a:pt x="25371" y="139009"/>
                  </a:lnTo>
                  <a:lnTo>
                    <a:pt x="24095" y="138409"/>
                  </a:lnTo>
                  <a:lnTo>
                    <a:pt x="24620" y="138559"/>
                  </a:lnTo>
                  <a:lnTo>
                    <a:pt x="24695" y="138559"/>
                  </a:lnTo>
                  <a:lnTo>
                    <a:pt x="24545" y="138484"/>
                  </a:lnTo>
                  <a:lnTo>
                    <a:pt x="24245" y="138334"/>
                  </a:lnTo>
                  <a:lnTo>
                    <a:pt x="24170" y="138409"/>
                  </a:lnTo>
                  <a:lnTo>
                    <a:pt x="23945" y="138334"/>
                  </a:lnTo>
                  <a:lnTo>
                    <a:pt x="23269" y="138033"/>
                  </a:lnTo>
                  <a:lnTo>
                    <a:pt x="22368" y="137433"/>
                  </a:lnTo>
                  <a:lnTo>
                    <a:pt x="21993" y="137133"/>
                  </a:lnTo>
                  <a:lnTo>
                    <a:pt x="21768" y="136907"/>
                  </a:lnTo>
                  <a:lnTo>
                    <a:pt x="21768" y="136907"/>
                  </a:lnTo>
                  <a:lnTo>
                    <a:pt x="23119" y="137658"/>
                  </a:lnTo>
                  <a:lnTo>
                    <a:pt x="22593" y="137283"/>
                  </a:lnTo>
                  <a:lnTo>
                    <a:pt x="21918" y="136907"/>
                  </a:lnTo>
                  <a:lnTo>
                    <a:pt x="21317" y="136607"/>
                  </a:lnTo>
                  <a:lnTo>
                    <a:pt x="20717" y="136232"/>
                  </a:lnTo>
                  <a:lnTo>
                    <a:pt x="20867" y="136232"/>
                  </a:lnTo>
                  <a:lnTo>
                    <a:pt x="19666" y="135556"/>
                  </a:lnTo>
                  <a:lnTo>
                    <a:pt x="18841" y="135031"/>
                  </a:lnTo>
                  <a:lnTo>
                    <a:pt x="18015" y="134506"/>
                  </a:lnTo>
                  <a:lnTo>
                    <a:pt x="16814" y="133605"/>
                  </a:lnTo>
                  <a:lnTo>
                    <a:pt x="16964" y="133755"/>
                  </a:lnTo>
                  <a:lnTo>
                    <a:pt x="16964" y="133755"/>
                  </a:lnTo>
                  <a:lnTo>
                    <a:pt x="16364" y="133380"/>
                  </a:lnTo>
                  <a:lnTo>
                    <a:pt x="15988" y="133004"/>
                  </a:lnTo>
                  <a:lnTo>
                    <a:pt x="15613" y="132704"/>
                  </a:lnTo>
                  <a:lnTo>
                    <a:pt x="15013" y="132179"/>
                  </a:lnTo>
                  <a:lnTo>
                    <a:pt x="14862" y="131803"/>
                  </a:lnTo>
                  <a:lnTo>
                    <a:pt x="13211" y="130452"/>
                  </a:lnTo>
                  <a:lnTo>
                    <a:pt x="12235" y="129477"/>
                  </a:lnTo>
                  <a:lnTo>
                    <a:pt x="11335" y="128501"/>
                  </a:lnTo>
                  <a:lnTo>
                    <a:pt x="12010" y="129101"/>
                  </a:lnTo>
                  <a:lnTo>
                    <a:pt x="12761" y="129852"/>
                  </a:lnTo>
                  <a:lnTo>
                    <a:pt x="13511" y="130603"/>
                  </a:lnTo>
                  <a:lnTo>
                    <a:pt x="14262" y="131203"/>
                  </a:lnTo>
                  <a:lnTo>
                    <a:pt x="14262" y="131203"/>
                  </a:lnTo>
                  <a:lnTo>
                    <a:pt x="12911" y="129927"/>
                  </a:lnTo>
                  <a:lnTo>
                    <a:pt x="12611" y="129627"/>
                  </a:lnTo>
                  <a:lnTo>
                    <a:pt x="12611" y="129627"/>
                  </a:lnTo>
                  <a:lnTo>
                    <a:pt x="11935" y="129026"/>
                  </a:lnTo>
                  <a:lnTo>
                    <a:pt x="11260" y="128276"/>
                  </a:lnTo>
                  <a:lnTo>
                    <a:pt x="10434" y="127450"/>
                  </a:lnTo>
                  <a:lnTo>
                    <a:pt x="9683" y="126474"/>
                  </a:lnTo>
                  <a:lnTo>
                    <a:pt x="9683" y="126399"/>
                  </a:lnTo>
                  <a:lnTo>
                    <a:pt x="9683" y="126324"/>
                  </a:lnTo>
                  <a:lnTo>
                    <a:pt x="9383" y="125874"/>
                  </a:lnTo>
                  <a:lnTo>
                    <a:pt x="8407" y="124448"/>
                  </a:lnTo>
                  <a:lnTo>
                    <a:pt x="7281" y="122721"/>
                  </a:lnTo>
                  <a:lnTo>
                    <a:pt x="6831" y="121971"/>
                  </a:lnTo>
                  <a:lnTo>
                    <a:pt x="6606" y="121370"/>
                  </a:lnTo>
                  <a:lnTo>
                    <a:pt x="6005" y="120395"/>
                  </a:lnTo>
                  <a:lnTo>
                    <a:pt x="5405" y="119344"/>
                  </a:lnTo>
                  <a:lnTo>
                    <a:pt x="4429" y="117167"/>
                  </a:lnTo>
                  <a:lnTo>
                    <a:pt x="3979" y="116041"/>
                  </a:lnTo>
                  <a:lnTo>
                    <a:pt x="3528" y="114840"/>
                  </a:lnTo>
                  <a:lnTo>
                    <a:pt x="3078" y="113639"/>
                  </a:lnTo>
                  <a:lnTo>
                    <a:pt x="2853" y="112964"/>
                  </a:lnTo>
                  <a:lnTo>
                    <a:pt x="2703" y="112363"/>
                  </a:lnTo>
                  <a:lnTo>
                    <a:pt x="2703" y="112739"/>
                  </a:lnTo>
                  <a:lnTo>
                    <a:pt x="2628" y="112363"/>
                  </a:lnTo>
                  <a:lnTo>
                    <a:pt x="2403" y="111763"/>
                  </a:lnTo>
                  <a:lnTo>
                    <a:pt x="2328" y="111613"/>
                  </a:lnTo>
                  <a:lnTo>
                    <a:pt x="2328" y="111538"/>
                  </a:lnTo>
                  <a:lnTo>
                    <a:pt x="2027" y="110712"/>
                  </a:lnTo>
                  <a:lnTo>
                    <a:pt x="1952" y="110337"/>
                  </a:lnTo>
                  <a:lnTo>
                    <a:pt x="1727" y="109061"/>
                  </a:lnTo>
                  <a:lnTo>
                    <a:pt x="1610" y="108068"/>
                  </a:lnTo>
                  <a:lnTo>
                    <a:pt x="1610" y="108068"/>
                  </a:lnTo>
                  <a:lnTo>
                    <a:pt x="1727" y="108535"/>
                  </a:lnTo>
                  <a:lnTo>
                    <a:pt x="1577" y="107259"/>
                  </a:lnTo>
                  <a:lnTo>
                    <a:pt x="1502" y="106509"/>
                  </a:lnTo>
                  <a:lnTo>
                    <a:pt x="1502" y="106584"/>
                  </a:lnTo>
                  <a:lnTo>
                    <a:pt x="1427" y="106509"/>
                  </a:lnTo>
                  <a:lnTo>
                    <a:pt x="1352" y="106133"/>
                  </a:lnTo>
                  <a:lnTo>
                    <a:pt x="1202" y="104782"/>
                  </a:lnTo>
                  <a:lnTo>
                    <a:pt x="1352" y="106283"/>
                  </a:lnTo>
                  <a:lnTo>
                    <a:pt x="1127" y="104857"/>
                  </a:lnTo>
                  <a:lnTo>
                    <a:pt x="1127" y="103882"/>
                  </a:lnTo>
                  <a:lnTo>
                    <a:pt x="976" y="101405"/>
                  </a:lnTo>
                  <a:lnTo>
                    <a:pt x="1052" y="102305"/>
                  </a:lnTo>
                  <a:lnTo>
                    <a:pt x="976" y="100879"/>
                  </a:lnTo>
                  <a:lnTo>
                    <a:pt x="976" y="99078"/>
                  </a:lnTo>
                  <a:lnTo>
                    <a:pt x="901" y="97276"/>
                  </a:lnTo>
                  <a:lnTo>
                    <a:pt x="901" y="96000"/>
                  </a:lnTo>
                  <a:lnTo>
                    <a:pt x="901" y="90821"/>
                  </a:lnTo>
                  <a:lnTo>
                    <a:pt x="901" y="86468"/>
                  </a:lnTo>
                  <a:lnTo>
                    <a:pt x="901" y="85642"/>
                  </a:lnTo>
                  <a:lnTo>
                    <a:pt x="901" y="84742"/>
                  </a:lnTo>
                  <a:lnTo>
                    <a:pt x="901" y="84591"/>
                  </a:lnTo>
                  <a:lnTo>
                    <a:pt x="901" y="82865"/>
                  </a:lnTo>
                  <a:lnTo>
                    <a:pt x="901" y="78962"/>
                  </a:lnTo>
                  <a:lnTo>
                    <a:pt x="826" y="75359"/>
                  </a:lnTo>
                  <a:lnTo>
                    <a:pt x="826" y="74984"/>
                  </a:lnTo>
                  <a:lnTo>
                    <a:pt x="901" y="74008"/>
                  </a:lnTo>
                  <a:lnTo>
                    <a:pt x="976" y="71681"/>
                  </a:lnTo>
                  <a:lnTo>
                    <a:pt x="976" y="66727"/>
                  </a:lnTo>
                  <a:lnTo>
                    <a:pt x="901" y="61999"/>
                  </a:lnTo>
                  <a:lnTo>
                    <a:pt x="976" y="59972"/>
                  </a:lnTo>
                  <a:lnTo>
                    <a:pt x="976" y="57195"/>
                  </a:lnTo>
                  <a:lnTo>
                    <a:pt x="1051" y="51482"/>
                  </a:lnTo>
                  <a:lnTo>
                    <a:pt x="976" y="50740"/>
                  </a:lnTo>
                  <a:lnTo>
                    <a:pt x="976" y="49314"/>
                  </a:lnTo>
                  <a:lnTo>
                    <a:pt x="976" y="48788"/>
                  </a:lnTo>
                  <a:lnTo>
                    <a:pt x="976" y="48713"/>
                  </a:lnTo>
                  <a:lnTo>
                    <a:pt x="1009" y="48681"/>
                  </a:lnTo>
                  <a:lnTo>
                    <a:pt x="1052" y="48338"/>
                  </a:lnTo>
                  <a:lnTo>
                    <a:pt x="1127" y="47437"/>
                  </a:lnTo>
                  <a:lnTo>
                    <a:pt x="1127" y="45411"/>
                  </a:lnTo>
                  <a:lnTo>
                    <a:pt x="976" y="45186"/>
                  </a:lnTo>
                  <a:lnTo>
                    <a:pt x="1052" y="43835"/>
                  </a:lnTo>
                  <a:lnTo>
                    <a:pt x="1052" y="42408"/>
                  </a:lnTo>
                  <a:lnTo>
                    <a:pt x="1052" y="39331"/>
                  </a:lnTo>
                  <a:lnTo>
                    <a:pt x="1052" y="36554"/>
                  </a:lnTo>
                  <a:lnTo>
                    <a:pt x="1127" y="35428"/>
                  </a:lnTo>
                  <a:lnTo>
                    <a:pt x="1202" y="34602"/>
                  </a:lnTo>
                  <a:lnTo>
                    <a:pt x="1127" y="31975"/>
                  </a:lnTo>
                  <a:lnTo>
                    <a:pt x="1202" y="31975"/>
                  </a:lnTo>
                  <a:lnTo>
                    <a:pt x="1277" y="29123"/>
                  </a:lnTo>
                  <a:lnTo>
                    <a:pt x="1277" y="25895"/>
                  </a:lnTo>
                  <a:lnTo>
                    <a:pt x="1352" y="26421"/>
                  </a:lnTo>
                  <a:lnTo>
                    <a:pt x="1352" y="25445"/>
                  </a:lnTo>
                  <a:lnTo>
                    <a:pt x="1202" y="24695"/>
                  </a:lnTo>
                  <a:lnTo>
                    <a:pt x="1052" y="23944"/>
                  </a:lnTo>
                  <a:lnTo>
                    <a:pt x="976" y="23043"/>
                  </a:lnTo>
                  <a:lnTo>
                    <a:pt x="1202" y="22593"/>
                  </a:lnTo>
                  <a:lnTo>
                    <a:pt x="1277" y="18465"/>
                  </a:lnTo>
                  <a:lnTo>
                    <a:pt x="1352" y="16438"/>
                  </a:lnTo>
                  <a:lnTo>
                    <a:pt x="1280" y="14508"/>
                  </a:lnTo>
                  <a:lnTo>
                    <a:pt x="1352" y="14937"/>
                  </a:lnTo>
                  <a:lnTo>
                    <a:pt x="1427" y="12010"/>
                  </a:lnTo>
                  <a:lnTo>
                    <a:pt x="1352" y="10809"/>
                  </a:lnTo>
                  <a:lnTo>
                    <a:pt x="1277" y="10433"/>
                  </a:lnTo>
                  <a:lnTo>
                    <a:pt x="1202" y="10433"/>
                  </a:lnTo>
                  <a:lnTo>
                    <a:pt x="1277" y="10283"/>
                  </a:lnTo>
                  <a:lnTo>
                    <a:pt x="1277" y="9983"/>
                  </a:lnTo>
                  <a:lnTo>
                    <a:pt x="1277" y="8857"/>
                  </a:lnTo>
                  <a:lnTo>
                    <a:pt x="1127" y="6155"/>
                  </a:lnTo>
                  <a:lnTo>
                    <a:pt x="1277" y="6380"/>
                  </a:lnTo>
                  <a:lnTo>
                    <a:pt x="1127" y="5029"/>
                  </a:lnTo>
                  <a:lnTo>
                    <a:pt x="976" y="3378"/>
                  </a:lnTo>
                  <a:lnTo>
                    <a:pt x="1052" y="3153"/>
                  </a:lnTo>
                  <a:lnTo>
                    <a:pt x="1052" y="3228"/>
                  </a:lnTo>
                  <a:lnTo>
                    <a:pt x="1052" y="3528"/>
                  </a:lnTo>
                  <a:lnTo>
                    <a:pt x="1127" y="2777"/>
                  </a:lnTo>
                  <a:lnTo>
                    <a:pt x="1052" y="2327"/>
                  </a:lnTo>
                  <a:lnTo>
                    <a:pt x="976" y="1727"/>
                  </a:lnTo>
                  <a:lnTo>
                    <a:pt x="976" y="1576"/>
                  </a:lnTo>
                  <a:lnTo>
                    <a:pt x="976" y="1426"/>
                  </a:lnTo>
                  <a:lnTo>
                    <a:pt x="976" y="1126"/>
                  </a:lnTo>
                  <a:lnTo>
                    <a:pt x="1127" y="1501"/>
                  </a:lnTo>
                  <a:lnTo>
                    <a:pt x="1127" y="1276"/>
                  </a:lnTo>
                  <a:lnTo>
                    <a:pt x="1127" y="1201"/>
                  </a:lnTo>
                  <a:lnTo>
                    <a:pt x="1202" y="1201"/>
                  </a:lnTo>
                  <a:lnTo>
                    <a:pt x="1427" y="1126"/>
                  </a:lnTo>
                  <a:lnTo>
                    <a:pt x="1577" y="1126"/>
                  </a:lnTo>
                  <a:lnTo>
                    <a:pt x="2027" y="1051"/>
                  </a:lnTo>
                  <a:lnTo>
                    <a:pt x="3754" y="1051"/>
                  </a:lnTo>
                  <a:lnTo>
                    <a:pt x="4504" y="1126"/>
                  </a:lnTo>
                  <a:lnTo>
                    <a:pt x="4955" y="1201"/>
                  </a:lnTo>
                  <a:lnTo>
                    <a:pt x="5630" y="1051"/>
                  </a:lnTo>
                  <a:lnTo>
                    <a:pt x="6756" y="1051"/>
                  </a:lnTo>
                  <a:lnTo>
                    <a:pt x="6681" y="1126"/>
                  </a:lnTo>
                  <a:lnTo>
                    <a:pt x="6381" y="1126"/>
                  </a:lnTo>
                  <a:lnTo>
                    <a:pt x="7957" y="1201"/>
                  </a:lnTo>
                  <a:lnTo>
                    <a:pt x="9233" y="1126"/>
                  </a:lnTo>
                  <a:lnTo>
                    <a:pt x="10359" y="1051"/>
                  </a:lnTo>
                  <a:lnTo>
                    <a:pt x="11560" y="1126"/>
                  </a:lnTo>
                  <a:lnTo>
                    <a:pt x="11635" y="1201"/>
                  </a:lnTo>
                  <a:lnTo>
                    <a:pt x="8632" y="1201"/>
                  </a:lnTo>
                  <a:lnTo>
                    <a:pt x="8783" y="1276"/>
                  </a:lnTo>
                  <a:lnTo>
                    <a:pt x="9158" y="1351"/>
                  </a:lnTo>
                  <a:lnTo>
                    <a:pt x="9308" y="1351"/>
                  </a:lnTo>
                  <a:lnTo>
                    <a:pt x="9308" y="1426"/>
                  </a:lnTo>
                  <a:lnTo>
                    <a:pt x="8858" y="1501"/>
                  </a:lnTo>
                  <a:lnTo>
                    <a:pt x="11184" y="1351"/>
                  </a:lnTo>
                  <a:lnTo>
                    <a:pt x="12460" y="1276"/>
                  </a:lnTo>
                  <a:lnTo>
                    <a:pt x="13812" y="1276"/>
                  </a:lnTo>
                  <a:lnTo>
                    <a:pt x="13661" y="1351"/>
                  </a:lnTo>
                  <a:lnTo>
                    <a:pt x="14637" y="1276"/>
                  </a:lnTo>
                  <a:lnTo>
                    <a:pt x="15838" y="1351"/>
                  </a:lnTo>
                  <a:lnTo>
                    <a:pt x="16213" y="1426"/>
                  </a:lnTo>
                  <a:lnTo>
                    <a:pt x="18315" y="1426"/>
                  </a:lnTo>
                  <a:lnTo>
                    <a:pt x="18390" y="1351"/>
                  </a:lnTo>
                  <a:lnTo>
                    <a:pt x="18465" y="1351"/>
                  </a:lnTo>
                  <a:lnTo>
                    <a:pt x="18690" y="1276"/>
                  </a:lnTo>
                  <a:lnTo>
                    <a:pt x="18690" y="1201"/>
                  </a:lnTo>
                  <a:lnTo>
                    <a:pt x="18315" y="1126"/>
                  </a:lnTo>
                  <a:lnTo>
                    <a:pt x="17715" y="1201"/>
                  </a:lnTo>
                  <a:lnTo>
                    <a:pt x="15538" y="1201"/>
                  </a:lnTo>
                  <a:lnTo>
                    <a:pt x="16514" y="1126"/>
                  </a:lnTo>
                  <a:lnTo>
                    <a:pt x="17565" y="1126"/>
                  </a:lnTo>
                  <a:lnTo>
                    <a:pt x="18615" y="901"/>
                  </a:lnTo>
                  <a:lnTo>
                    <a:pt x="19591" y="1051"/>
                  </a:lnTo>
                  <a:lnTo>
                    <a:pt x="20567" y="1126"/>
                  </a:lnTo>
                  <a:lnTo>
                    <a:pt x="21468" y="1276"/>
                  </a:lnTo>
                  <a:lnTo>
                    <a:pt x="21918" y="1351"/>
                  </a:lnTo>
                  <a:lnTo>
                    <a:pt x="25746" y="1201"/>
                  </a:lnTo>
                  <a:lnTo>
                    <a:pt x="27472" y="1126"/>
                  </a:lnTo>
                  <a:lnTo>
                    <a:pt x="28823" y="976"/>
                  </a:lnTo>
                  <a:lnTo>
                    <a:pt x="29199" y="976"/>
                  </a:lnTo>
                  <a:lnTo>
                    <a:pt x="29499" y="1051"/>
                  </a:lnTo>
                  <a:lnTo>
                    <a:pt x="29799" y="1126"/>
                  </a:lnTo>
                  <a:lnTo>
                    <a:pt x="28823" y="1201"/>
                  </a:lnTo>
                  <a:lnTo>
                    <a:pt x="31300" y="1126"/>
                  </a:lnTo>
                  <a:lnTo>
                    <a:pt x="32426" y="1051"/>
                  </a:lnTo>
                  <a:lnTo>
                    <a:pt x="32802" y="1051"/>
                  </a:lnTo>
                  <a:lnTo>
                    <a:pt x="33027" y="976"/>
                  </a:lnTo>
                  <a:lnTo>
                    <a:pt x="33552" y="1051"/>
                  </a:lnTo>
                  <a:lnTo>
                    <a:pt x="33327" y="1051"/>
                  </a:lnTo>
                  <a:lnTo>
                    <a:pt x="33402" y="1126"/>
                  </a:lnTo>
                  <a:lnTo>
                    <a:pt x="34378" y="1051"/>
                  </a:lnTo>
                  <a:lnTo>
                    <a:pt x="34002" y="1126"/>
                  </a:lnTo>
                  <a:lnTo>
                    <a:pt x="35654" y="1201"/>
                  </a:lnTo>
                  <a:lnTo>
                    <a:pt x="37155" y="1201"/>
                  </a:lnTo>
                  <a:lnTo>
                    <a:pt x="39932" y="1051"/>
                  </a:lnTo>
                  <a:lnTo>
                    <a:pt x="42859" y="976"/>
                  </a:lnTo>
                  <a:lnTo>
                    <a:pt x="44511" y="976"/>
                  </a:lnTo>
                  <a:lnTo>
                    <a:pt x="46237" y="1051"/>
                  </a:lnTo>
                  <a:lnTo>
                    <a:pt x="46237" y="1051"/>
                  </a:lnTo>
                  <a:lnTo>
                    <a:pt x="45637" y="976"/>
                  </a:lnTo>
                  <a:lnTo>
                    <a:pt x="54268" y="976"/>
                  </a:lnTo>
                  <a:lnTo>
                    <a:pt x="58622" y="901"/>
                  </a:lnTo>
                  <a:lnTo>
                    <a:pt x="62900" y="976"/>
                  </a:lnTo>
                  <a:lnTo>
                    <a:pt x="64476" y="976"/>
                  </a:lnTo>
                  <a:lnTo>
                    <a:pt x="65602" y="901"/>
                  </a:lnTo>
                  <a:lnTo>
                    <a:pt x="65903" y="976"/>
                  </a:lnTo>
                  <a:lnTo>
                    <a:pt x="67554" y="826"/>
                  </a:lnTo>
                  <a:lnTo>
                    <a:pt x="69280" y="826"/>
                  </a:lnTo>
                  <a:lnTo>
                    <a:pt x="70856" y="901"/>
                  </a:lnTo>
                  <a:lnTo>
                    <a:pt x="74609" y="901"/>
                  </a:lnTo>
                  <a:lnTo>
                    <a:pt x="74234" y="826"/>
                  </a:lnTo>
                  <a:lnTo>
                    <a:pt x="83466" y="826"/>
                  </a:lnTo>
                  <a:lnTo>
                    <a:pt x="86169" y="751"/>
                  </a:lnTo>
                  <a:lnTo>
                    <a:pt x="86319" y="751"/>
                  </a:lnTo>
                  <a:lnTo>
                    <a:pt x="84517" y="676"/>
                  </a:lnTo>
                  <a:lnTo>
                    <a:pt x="83692" y="676"/>
                  </a:lnTo>
                  <a:lnTo>
                    <a:pt x="82265" y="601"/>
                  </a:lnTo>
                  <a:lnTo>
                    <a:pt x="82459" y="628"/>
                  </a:lnTo>
                  <a:lnTo>
                    <a:pt x="82459" y="628"/>
                  </a:lnTo>
                  <a:lnTo>
                    <a:pt x="83692" y="676"/>
                  </a:lnTo>
                  <a:lnTo>
                    <a:pt x="82791" y="676"/>
                  </a:lnTo>
                  <a:lnTo>
                    <a:pt x="82459" y="628"/>
                  </a:lnTo>
                  <a:lnTo>
                    <a:pt x="82459" y="628"/>
                  </a:lnTo>
                  <a:lnTo>
                    <a:pt x="81740" y="601"/>
                  </a:lnTo>
                  <a:lnTo>
                    <a:pt x="79488" y="601"/>
                  </a:lnTo>
                  <a:lnTo>
                    <a:pt x="78963" y="526"/>
                  </a:lnTo>
                  <a:lnTo>
                    <a:pt x="78738" y="601"/>
                  </a:lnTo>
                  <a:lnTo>
                    <a:pt x="76861" y="601"/>
                  </a:lnTo>
                  <a:lnTo>
                    <a:pt x="76936" y="526"/>
                  </a:lnTo>
                  <a:lnTo>
                    <a:pt x="75810" y="526"/>
                  </a:lnTo>
                  <a:lnTo>
                    <a:pt x="74609" y="601"/>
                  </a:lnTo>
                  <a:lnTo>
                    <a:pt x="72883" y="526"/>
                  </a:lnTo>
                  <a:lnTo>
                    <a:pt x="72057" y="526"/>
                  </a:lnTo>
                  <a:lnTo>
                    <a:pt x="71832" y="451"/>
                  </a:lnTo>
                  <a:lnTo>
                    <a:pt x="69787" y="516"/>
                  </a:lnTo>
                  <a:lnTo>
                    <a:pt x="69787" y="516"/>
                  </a:lnTo>
                  <a:lnTo>
                    <a:pt x="69656" y="451"/>
                  </a:lnTo>
                  <a:lnTo>
                    <a:pt x="67329" y="451"/>
                  </a:lnTo>
                  <a:lnTo>
                    <a:pt x="66953" y="375"/>
                  </a:lnTo>
                  <a:lnTo>
                    <a:pt x="64326" y="375"/>
                  </a:lnTo>
                  <a:lnTo>
                    <a:pt x="61174" y="451"/>
                  </a:lnTo>
                  <a:lnTo>
                    <a:pt x="61624" y="375"/>
                  </a:lnTo>
                  <a:lnTo>
                    <a:pt x="60498" y="375"/>
                  </a:lnTo>
                  <a:lnTo>
                    <a:pt x="59598" y="300"/>
                  </a:lnTo>
                  <a:lnTo>
                    <a:pt x="59222" y="375"/>
                  </a:lnTo>
                  <a:lnTo>
                    <a:pt x="58547" y="451"/>
                  </a:lnTo>
                  <a:lnTo>
                    <a:pt x="56895" y="526"/>
                  </a:lnTo>
                  <a:lnTo>
                    <a:pt x="56445" y="451"/>
                  </a:lnTo>
                  <a:lnTo>
                    <a:pt x="56745" y="375"/>
                  </a:lnTo>
                  <a:lnTo>
                    <a:pt x="57196" y="300"/>
                  </a:lnTo>
                  <a:lnTo>
                    <a:pt x="57346" y="300"/>
                  </a:lnTo>
                  <a:lnTo>
                    <a:pt x="57271" y="225"/>
                  </a:lnTo>
                  <a:lnTo>
                    <a:pt x="56971" y="300"/>
                  </a:lnTo>
                  <a:lnTo>
                    <a:pt x="56220" y="375"/>
                  </a:lnTo>
                  <a:lnTo>
                    <a:pt x="55394" y="375"/>
                  </a:lnTo>
                  <a:lnTo>
                    <a:pt x="55469" y="451"/>
                  </a:lnTo>
                  <a:lnTo>
                    <a:pt x="54569" y="375"/>
                  </a:lnTo>
                  <a:lnTo>
                    <a:pt x="54043" y="225"/>
                  </a:lnTo>
                  <a:lnTo>
                    <a:pt x="53818" y="375"/>
                  </a:lnTo>
                  <a:lnTo>
                    <a:pt x="52317" y="375"/>
                  </a:lnTo>
                  <a:lnTo>
                    <a:pt x="51641" y="300"/>
                  </a:lnTo>
                  <a:lnTo>
                    <a:pt x="51416" y="300"/>
                  </a:lnTo>
                  <a:lnTo>
                    <a:pt x="51116" y="225"/>
                  </a:lnTo>
                  <a:lnTo>
                    <a:pt x="50140" y="225"/>
                  </a:lnTo>
                  <a:lnTo>
                    <a:pt x="50365" y="150"/>
                  </a:lnTo>
                  <a:lnTo>
                    <a:pt x="50215" y="150"/>
                  </a:lnTo>
                  <a:lnTo>
                    <a:pt x="49990" y="225"/>
                  </a:lnTo>
                  <a:lnTo>
                    <a:pt x="49990" y="300"/>
                  </a:lnTo>
                  <a:lnTo>
                    <a:pt x="49915" y="375"/>
                  </a:lnTo>
                  <a:lnTo>
                    <a:pt x="48939" y="375"/>
                  </a:lnTo>
                  <a:lnTo>
                    <a:pt x="48639" y="300"/>
                  </a:lnTo>
                  <a:lnTo>
                    <a:pt x="48639" y="225"/>
                  </a:lnTo>
                  <a:lnTo>
                    <a:pt x="48339" y="150"/>
                  </a:lnTo>
                  <a:lnTo>
                    <a:pt x="46763" y="225"/>
                  </a:lnTo>
                  <a:lnTo>
                    <a:pt x="45336" y="300"/>
                  </a:lnTo>
                  <a:lnTo>
                    <a:pt x="45186" y="300"/>
                  </a:lnTo>
                  <a:lnTo>
                    <a:pt x="45261" y="225"/>
                  </a:lnTo>
                  <a:lnTo>
                    <a:pt x="44135" y="300"/>
                  </a:lnTo>
                  <a:lnTo>
                    <a:pt x="41283" y="300"/>
                  </a:lnTo>
                  <a:lnTo>
                    <a:pt x="40007" y="375"/>
                  </a:lnTo>
                  <a:lnTo>
                    <a:pt x="39857" y="375"/>
                  </a:lnTo>
                  <a:lnTo>
                    <a:pt x="40082" y="451"/>
                  </a:lnTo>
                  <a:lnTo>
                    <a:pt x="40082" y="526"/>
                  </a:lnTo>
                  <a:lnTo>
                    <a:pt x="40082" y="601"/>
                  </a:lnTo>
                  <a:lnTo>
                    <a:pt x="38731" y="601"/>
                  </a:lnTo>
                  <a:lnTo>
                    <a:pt x="38431" y="526"/>
                  </a:lnTo>
                  <a:lnTo>
                    <a:pt x="38881" y="526"/>
                  </a:lnTo>
                  <a:lnTo>
                    <a:pt x="39106" y="451"/>
                  </a:lnTo>
                  <a:lnTo>
                    <a:pt x="39106" y="451"/>
                  </a:lnTo>
                  <a:lnTo>
                    <a:pt x="38356" y="526"/>
                  </a:lnTo>
                  <a:lnTo>
                    <a:pt x="38206" y="451"/>
                  </a:lnTo>
                  <a:lnTo>
                    <a:pt x="39182" y="451"/>
                  </a:lnTo>
                  <a:lnTo>
                    <a:pt x="39407" y="375"/>
                  </a:lnTo>
                  <a:lnTo>
                    <a:pt x="37080" y="451"/>
                  </a:lnTo>
                  <a:lnTo>
                    <a:pt x="36029" y="526"/>
                  </a:lnTo>
                  <a:lnTo>
                    <a:pt x="35053" y="526"/>
                  </a:lnTo>
                  <a:lnTo>
                    <a:pt x="35053" y="451"/>
                  </a:lnTo>
                  <a:lnTo>
                    <a:pt x="35128" y="451"/>
                  </a:lnTo>
                  <a:lnTo>
                    <a:pt x="35354" y="375"/>
                  </a:lnTo>
                  <a:lnTo>
                    <a:pt x="36630" y="375"/>
                  </a:lnTo>
                  <a:lnTo>
                    <a:pt x="36179" y="300"/>
                  </a:lnTo>
                  <a:lnTo>
                    <a:pt x="37981" y="375"/>
                  </a:lnTo>
                  <a:lnTo>
                    <a:pt x="37530" y="225"/>
                  </a:lnTo>
                  <a:lnTo>
                    <a:pt x="38131" y="225"/>
                  </a:lnTo>
                  <a:lnTo>
                    <a:pt x="37830" y="150"/>
                  </a:lnTo>
                  <a:lnTo>
                    <a:pt x="36404" y="75"/>
                  </a:lnTo>
                  <a:lnTo>
                    <a:pt x="35354" y="150"/>
                  </a:lnTo>
                  <a:lnTo>
                    <a:pt x="32877" y="150"/>
                  </a:lnTo>
                  <a:lnTo>
                    <a:pt x="32726" y="225"/>
                  </a:lnTo>
                  <a:lnTo>
                    <a:pt x="32726" y="300"/>
                  </a:lnTo>
                  <a:lnTo>
                    <a:pt x="32576" y="375"/>
                  </a:lnTo>
                  <a:lnTo>
                    <a:pt x="30775" y="375"/>
                  </a:lnTo>
                  <a:lnTo>
                    <a:pt x="29724" y="225"/>
                  </a:lnTo>
                  <a:lnTo>
                    <a:pt x="28898" y="75"/>
                  </a:lnTo>
                  <a:lnTo>
                    <a:pt x="28373" y="75"/>
                  </a:lnTo>
                  <a:lnTo>
                    <a:pt x="27547" y="150"/>
                  </a:lnTo>
                  <a:lnTo>
                    <a:pt x="26722" y="300"/>
                  </a:lnTo>
                  <a:lnTo>
                    <a:pt x="26046" y="375"/>
                  </a:lnTo>
                  <a:lnTo>
                    <a:pt x="24995" y="375"/>
                  </a:lnTo>
                  <a:lnTo>
                    <a:pt x="25596" y="150"/>
                  </a:lnTo>
                  <a:lnTo>
                    <a:pt x="24395" y="150"/>
                  </a:lnTo>
                  <a:lnTo>
                    <a:pt x="23794" y="225"/>
                  </a:lnTo>
                  <a:lnTo>
                    <a:pt x="23194" y="300"/>
                  </a:lnTo>
                  <a:lnTo>
                    <a:pt x="21993" y="300"/>
                  </a:lnTo>
                  <a:lnTo>
                    <a:pt x="22969" y="225"/>
                  </a:lnTo>
                  <a:lnTo>
                    <a:pt x="23344" y="225"/>
                  </a:lnTo>
                  <a:lnTo>
                    <a:pt x="22518" y="150"/>
                  </a:lnTo>
                  <a:lnTo>
                    <a:pt x="22143" y="225"/>
                  </a:lnTo>
                  <a:lnTo>
                    <a:pt x="21768" y="300"/>
                  </a:lnTo>
                  <a:lnTo>
                    <a:pt x="21167" y="300"/>
                  </a:lnTo>
                  <a:lnTo>
                    <a:pt x="20867" y="150"/>
                  </a:lnTo>
                  <a:lnTo>
                    <a:pt x="17189" y="225"/>
                  </a:lnTo>
                  <a:lnTo>
                    <a:pt x="13286" y="300"/>
                  </a:lnTo>
                  <a:lnTo>
                    <a:pt x="13511" y="225"/>
                  </a:lnTo>
                  <a:lnTo>
                    <a:pt x="13511" y="150"/>
                  </a:lnTo>
                  <a:lnTo>
                    <a:pt x="8032" y="150"/>
                  </a:lnTo>
                  <a:lnTo>
                    <a:pt x="2928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35"/>
            <p:cNvSpPr/>
            <p:nvPr/>
          </p:nvSpPr>
          <p:spPr>
            <a:xfrm>
              <a:off x="4872283" y="1484939"/>
              <a:ext cx="9202" cy="1551"/>
            </a:xfrm>
            <a:custGeom>
              <a:rect b="b" l="l" r="r" t="t"/>
              <a:pathLst>
                <a:path extrusionOk="0" h="76" w="451">
                  <a:moveTo>
                    <a:pt x="151" y="0"/>
                  </a:moveTo>
                  <a:lnTo>
                    <a:pt x="0" y="75"/>
                  </a:lnTo>
                  <a:lnTo>
                    <a:pt x="451" y="75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35"/>
            <p:cNvSpPr/>
            <p:nvPr/>
          </p:nvSpPr>
          <p:spPr>
            <a:xfrm>
              <a:off x="6479424" y="2911494"/>
              <a:ext cx="20" cy="3430"/>
            </a:xfrm>
            <a:custGeom>
              <a:rect b="b" l="l" r="r" t="t"/>
              <a:pathLst>
                <a:path extrusionOk="0" h="151" w="1">
                  <a:moveTo>
                    <a:pt x="0" y="75"/>
                  </a:moveTo>
                  <a:lnTo>
                    <a:pt x="0" y="150"/>
                  </a:lnTo>
                  <a:lnTo>
                    <a:pt x="0" y="15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5"/>
                  </a:lnTo>
                  <a:lnTo>
                    <a:pt x="0" y="75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35"/>
            <p:cNvSpPr/>
            <p:nvPr/>
          </p:nvSpPr>
          <p:spPr>
            <a:xfrm>
              <a:off x="4727470" y="2255170"/>
              <a:ext cx="20" cy="6836"/>
            </a:xfrm>
            <a:custGeom>
              <a:rect b="b" l="l" r="r" t="t"/>
              <a:pathLst>
                <a:path extrusionOk="0" h="301" w="1">
                  <a:moveTo>
                    <a:pt x="1" y="301"/>
                  </a:moveTo>
                  <a:lnTo>
                    <a:pt x="1" y="301"/>
                  </a:lnTo>
                  <a:lnTo>
                    <a:pt x="1" y="1"/>
                  </a:lnTo>
                  <a:lnTo>
                    <a:pt x="1" y="30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5"/>
            <p:cNvSpPr/>
            <p:nvPr/>
          </p:nvSpPr>
          <p:spPr>
            <a:xfrm>
              <a:off x="6488605" y="2510882"/>
              <a:ext cx="1551" cy="5133"/>
            </a:xfrm>
            <a:custGeom>
              <a:rect b="b" l="l" r="r" t="t"/>
              <a:pathLst>
                <a:path extrusionOk="0" h="226" w="76">
                  <a:moveTo>
                    <a:pt x="1" y="226"/>
                  </a:moveTo>
                  <a:lnTo>
                    <a:pt x="1" y="226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1" y="226"/>
                  </a:lnTo>
                  <a:lnTo>
                    <a:pt x="1" y="226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35"/>
            <p:cNvSpPr/>
            <p:nvPr/>
          </p:nvSpPr>
          <p:spPr>
            <a:xfrm>
              <a:off x="6488605" y="2319944"/>
              <a:ext cx="1551" cy="23894"/>
            </a:xfrm>
            <a:custGeom>
              <a:rect b="b" l="l" r="r" t="t"/>
              <a:pathLst>
                <a:path extrusionOk="0" h="1052" w="76">
                  <a:moveTo>
                    <a:pt x="1" y="1052"/>
                  </a:moveTo>
                  <a:lnTo>
                    <a:pt x="76" y="1"/>
                  </a:lnTo>
                  <a:lnTo>
                    <a:pt x="76" y="1"/>
                  </a:lnTo>
                  <a:lnTo>
                    <a:pt x="1" y="1052"/>
                  </a:lnTo>
                  <a:lnTo>
                    <a:pt x="1" y="1052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35"/>
            <p:cNvSpPr/>
            <p:nvPr/>
          </p:nvSpPr>
          <p:spPr>
            <a:xfrm>
              <a:off x="6488605" y="2210860"/>
              <a:ext cx="1551" cy="1726"/>
            </a:xfrm>
            <a:custGeom>
              <a:rect b="b" l="l" r="r" t="t"/>
              <a:pathLst>
                <a:path extrusionOk="0" h="76" w="76">
                  <a:moveTo>
                    <a:pt x="76" y="75"/>
                  </a:moveTo>
                  <a:lnTo>
                    <a:pt x="76" y="75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76" y="75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35"/>
            <p:cNvSpPr/>
            <p:nvPr/>
          </p:nvSpPr>
          <p:spPr>
            <a:xfrm>
              <a:off x="6349253" y="4285486"/>
              <a:ext cx="3081" cy="5133"/>
            </a:xfrm>
            <a:custGeom>
              <a:rect b="b" l="l" r="r" t="t"/>
              <a:pathLst>
                <a:path extrusionOk="0" h="226" w="151">
                  <a:moveTo>
                    <a:pt x="151" y="1"/>
                  </a:moveTo>
                  <a:lnTo>
                    <a:pt x="151" y="1"/>
                  </a:lnTo>
                  <a:lnTo>
                    <a:pt x="0" y="226"/>
                  </a:lnTo>
                  <a:lnTo>
                    <a:pt x="0" y="226"/>
                  </a:lnTo>
                  <a:lnTo>
                    <a:pt x="151" y="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35"/>
            <p:cNvSpPr/>
            <p:nvPr/>
          </p:nvSpPr>
          <p:spPr>
            <a:xfrm>
              <a:off x="6490135" y="3685419"/>
              <a:ext cx="1551" cy="20487"/>
            </a:xfrm>
            <a:custGeom>
              <a:rect b="b" l="l" r="r" t="t"/>
              <a:pathLst>
                <a:path extrusionOk="0" h="902" w="76">
                  <a:moveTo>
                    <a:pt x="1" y="1"/>
                  </a:moveTo>
                  <a:lnTo>
                    <a:pt x="1" y="76"/>
                  </a:lnTo>
                  <a:lnTo>
                    <a:pt x="8" y="91"/>
                  </a:lnTo>
                  <a:lnTo>
                    <a:pt x="1" y="1"/>
                  </a:lnTo>
                  <a:close/>
                  <a:moveTo>
                    <a:pt x="8" y="91"/>
                  </a:moveTo>
                  <a:lnTo>
                    <a:pt x="76" y="902"/>
                  </a:lnTo>
                  <a:lnTo>
                    <a:pt x="76" y="226"/>
                  </a:lnTo>
                  <a:lnTo>
                    <a:pt x="8" y="9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35"/>
            <p:cNvSpPr/>
            <p:nvPr/>
          </p:nvSpPr>
          <p:spPr>
            <a:xfrm>
              <a:off x="5639533" y="4367050"/>
              <a:ext cx="3081" cy="1551"/>
            </a:xfrm>
            <a:custGeom>
              <a:rect b="b" l="l" r="r" t="t"/>
              <a:pathLst>
                <a:path extrusionOk="0" h="76" w="151">
                  <a:moveTo>
                    <a:pt x="150" y="1"/>
                  </a:moveTo>
                  <a:lnTo>
                    <a:pt x="150" y="1"/>
                  </a:lnTo>
                  <a:lnTo>
                    <a:pt x="150" y="1"/>
                  </a:lnTo>
                  <a:lnTo>
                    <a:pt x="150" y="1"/>
                  </a:lnTo>
                  <a:lnTo>
                    <a:pt x="0" y="76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35"/>
            <p:cNvSpPr/>
            <p:nvPr/>
          </p:nvSpPr>
          <p:spPr>
            <a:xfrm>
              <a:off x="6491665" y="3705883"/>
              <a:ext cx="20" cy="29004"/>
            </a:xfrm>
            <a:custGeom>
              <a:rect b="b" l="l" r="r" t="t"/>
              <a:pathLst>
                <a:path extrusionOk="0" h="1277" w="1">
                  <a:moveTo>
                    <a:pt x="1" y="1277"/>
                  </a:moveTo>
                  <a:lnTo>
                    <a:pt x="1" y="1277"/>
                  </a:lnTo>
                  <a:lnTo>
                    <a:pt x="1" y="526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277"/>
                  </a:lnTo>
                  <a:lnTo>
                    <a:pt x="1" y="1277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35"/>
            <p:cNvSpPr/>
            <p:nvPr/>
          </p:nvSpPr>
          <p:spPr>
            <a:xfrm>
              <a:off x="6279654" y="1616640"/>
              <a:ext cx="20" cy="6141"/>
            </a:xfrm>
            <a:custGeom>
              <a:rect b="b" l="l" r="r" t="t"/>
              <a:pathLst>
                <a:path extrusionOk="0" h="301" w="1">
                  <a:moveTo>
                    <a:pt x="1" y="30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30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35"/>
            <p:cNvSpPr/>
            <p:nvPr/>
          </p:nvSpPr>
          <p:spPr>
            <a:xfrm>
              <a:off x="6278123" y="1610499"/>
              <a:ext cx="1551" cy="6162"/>
            </a:xfrm>
            <a:custGeom>
              <a:rect b="b" l="l" r="r" t="t"/>
              <a:pathLst>
                <a:path extrusionOk="0" h="302" w="76">
                  <a:moveTo>
                    <a:pt x="76" y="30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76" y="301"/>
                  </a:lnTo>
                  <a:lnTo>
                    <a:pt x="76" y="30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35"/>
            <p:cNvSpPr/>
            <p:nvPr/>
          </p:nvSpPr>
          <p:spPr>
            <a:xfrm>
              <a:off x="6278123" y="1596727"/>
              <a:ext cx="20" cy="13792"/>
            </a:xfrm>
            <a:custGeom>
              <a:rect b="b" l="l" r="r" t="t"/>
              <a:pathLst>
                <a:path extrusionOk="0" h="676" w="1">
                  <a:moveTo>
                    <a:pt x="1" y="0"/>
                  </a:moveTo>
                  <a:lnTo>
                    <a:pt x="1" y="676"/>
                  </a:lnTo>
                  <a:lnTo>
                    <a:pt x="1" y="676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35"/>
            <p:cNvSpPr/>
            <p:nvPr/>
          </p:nvSpPr>
          <p:spPr>
            <a:xfrm>
              <a:off x="6487075" y="1815357"/>
              <a:ext cx="20" cy="1726"/>
            </a:xfrm>
            <a:custGeom>
              <a:rect b="b" l="l" r="r" t="t"/>
              <a:pathLst>
                <a:path extrusionOk="0" h="76" w="1">
                  <a:moveTo>
                    <a:pt x="1" y="0"/>
                  </a:moveTo>
                  <a:lnTo>
                    <a:pt x="1" y="75"/>
                  </a:lnTo>
                  <a:lnTo>
                    <a:pt x="1" y="75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35"/>
            <p:cNvSpPr/>
            <p:nvPr/>
          </p:nvSpPr>
          <p:spPr>
            <a:xfrm>
              <a:off x="6487075" y="1817061"/>
              <a:ext cx="1551" cy="51171"/>
            </a:xfrm>
            <a:custGeom>
              <a:rect b="b" l="l" r="r" t="t"/>
              <a:pathLst>
                <a:path extrusionOk="0" h="2253" w="76">
                  <a:moveTo>
                    <a:pt x="1" y="0"/>
                  </a:moveTo>
                  <a:lnTo>
                    <a:pt x="1" y="1126"/>
                  </a:lnTo>
                  <a:lnTo>
                    <a:pt x="1" y="2252"/>
                  </a:lnTo>
                  <a:lnTo>
                    <a:pt x="76" y="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35"/>
            <p:cNvSpPr/>
            <p:nvPr/>
          </p:nvSpPr>
          <p:spPr>
            <a:xfrm>
              <a:off x="6479424" y="2043792"/>
              <a:ext cx="1551" cy="22167"/>
            </a:xfrm>
            <a:custGeom>
              <a:rect b="b" l="l" r="r" t="t"/>
              <a:pathLst>
                <a:path extrusionOk="0" h="976" w="76">
                  <a:moveTo>
                    <a:pt x="0" y="0"/>
                  </a:moveTo>
                  <a:lnTo>
                    <a:pt x="0" y="976"/>
                  </a:lnTo>
                  <a:lnTo>
                    <a:pt x="75" y="901"/>
                  </a:lnTo>
                  <a:lnTo>
                    <a:pt x="75" y="5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35"/>
            <p:cNvSpPr/>
            <p:nvPr/>
          </p:nvSpPr>
          <p:spPr>
            <a:xfrm>
              <a:off x="6477893" y="2217673"/>
              <a:ext cx="1551" cy="22167"/>
            </a:xfrm>
            <a:custGeom>
              <a:rect b="b" l="l" r="r" t="t"/>
              <a:pathLst>
                <a:path extrusionOk="0" h="976" w="76">
                  <a:moveTo>
                    <a:pt x="75" y="0"/>
                  </a:moveTo>
                  <a:lnTo>
                    <a:pt x="0" y="75"/>
                  </a:lnTo>
                  <a:lnTo>
                    <a:pt x="0" y="376"/>
                  </a:lnTo>
                  <a:lnTo>
                    <a:pt x="0" y="976"/>
                  </a:lnTo>
                  <a:lnTo>
                    <a:pt x="75" y="451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35"/>
            <p:cNvSpPr/>
            <p:nvPr/>
          </p:nvSpPr>
          <p:spPr>
            <a:xfrm>
              <a:off x="6473303" y="3221737"/>
              <a:ext cx="3081" cy="8563"/>
            </a:xfrm>
            <a:custGeom>
              <a:rect b="b" l="l" r="r" t="t"/>
              <a:pathLst>
                <a:path extrusionOk="0" h="377" w="151">
                  <a:moveTo>
                    <a:pt x="0" y="1"/>
                  </a:moveTo>
                  <a:lnTo>
                    <a:pt x="0" y="301"/>
                  </a:lnTo>
                  <a:lnTo>
                    <a:pt x="75" y="376"/>
                  </a:lnTo>
                  <a:lnTo>
                    <a:pt x="75" y="301"/>
                  </a:lnTo>
                  <a:lnTo>
                    <a:pt x="75" y="151"/>
                  </a:lnTo>
                  <a:lnTo>
                    <a:pt x="150" y="7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35"/>
            <p:cNvSpPr/>
            <p:nvPr/>
          </p:nvSpPr>
          <p:spPr>
            <a:xfrm>
              <a:off x="6491665" y="3387101"/>
              <a:ext cx="3081" cy="27300"/>
            </a:xfrm>
            <a:custGeom>
              <a:rect b="b" l="l" r="r" t="t"/>
              <a:pathLst>
                <a:path extrusionOk="0" h="1202" w="151">
                  <a:moveTo>
                    <a:pt x="1" y="1"/>
                  </a:moveTo>
                  <a:lnTo>
                    <a:pt x="1" y="1202"/>
                  </a:lnTo>
                  <a:lnTo>
                    <a:pt x="151" y="37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35"/>
            <p:cNvSpPr/>
            <p:nvPr/>
          </p:nvSpPr>
          <p:spPr>
            <a:xfrm>
              <a:off x="6468712" y="3518375"/>
              <a:ext cx="1551" cy="30707"/>
            </a:xfrm>
            <a:custGeom>
              <a:rect b="b" l="l" r="r" t="t"/>
              <a:pathLst>
                <a:path extrusionOk="0" h="1352" w="76">
                  <a:moveTo>
                    <a:pt x="0" y="0"/>
                  </a:moveTo>
                  <a:lnTo>
                    <a:pt x="75" y="1351"/>
                  </a:lnTo>
                  <a:lnTo>
                    <a:pt x="75" y="3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35"/>
            <p:cNvSpPr/>
            <p:nvPr/>
          </p:nvSpPr>
          <p:spPr>
            <a:xfrm>
              <a:off x="5466476" y="4368580"/>
              <a:ext cx="13792" cy="4611"/>
            </a:xfrm>
            <a:custGeom>
              <a:rect b="b" l="l" r="r" t="t"/>
              <a:pathLst>
                <a:path extrusionOk="0" h="226" w="676">
                  <a:moveTo>
                    <a:pt x="451" y="1"/>
                  </a:moveTo>
                  <a:lnTo>
                    <a:pt x="0" y="76"/>
                  </a:lnTo>
                  <a:lnTo>
                    <a:pt x="226" y="226"/>
                  </a:lnTo>
                  <a:lnTo>
                    <a:pt x="526" y="151"/>
                  </a:lnTo>
                  <a:lnTo>
                    <a:pt x="676" y="76"/>
                  </a:lnTo>
                  <a:lnTo>
                    <a:pt x="451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35"/>
            <p:cNvSpPr/>
            <p:nvPr/>
          </p:nvSpPr>
          <p:spPr>
            <a:xfrm>
              <a:off x="5046020" y="4473017"/>
              <a:ext cx="26054" cy="25574"/>
            </a:xfrm>
            <a:custGeom>
              <a:rect b="b" l="l" r="r" t="t"/>
              <a:pathLst>
                <a:path extrusionOk="0" h="1126" w="1277">
                  <a:moveTo>
                    <a:pt x="0" y="0"/>
                  </a:moveTo>
                  <a:lnTo>
                    <a:pt x="751" y="676"/>
                  </a:lnTo>
                  <a:lnTo>
                    <a:pt x="1276" y="1126"/>
                  </a:lnTo>
                  <a:lnTo>
                    <a:pt x="751" y="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35"/>
            <p:cNvSpPr/>
            <p:nvPr/>
          </p:nvSpPr>
          <p:spPr>
            <a:xfrm>
              <a:off x="4747383" y="2439272"/>
              <a:ext cx="20" cy="27300"/>
            </a:xfrm>
            <a:custGeom>
              <a:rect b="b" l="l" r="r" t="t"/>
              <a:pathLst>
                <a:path extrusionOk="0" h="1202" w="1">
                  <a:moveTo>
                    <a:pt x="1" y="601"/>
                  </a:moveTo>
                  <a:lnTo>
                    <a:pt x="1" y="1202"/>
                  </a:lnTo>
                  <a:lnTo>
                    <a:pt x="1" y="1"/>
                  </a:lnTo>
                  <a:lnTo>
                    <a:pt x="1" y="60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35"/>
            <p:cNvSpPr/>
            <p:nvPr/>
          </p:nvSpPr>
          <p:spPr>
            <a:xfrm>
              <a:off x="6722844" y="1479519"/>
              <a:ext cx="1745801" cy="3235691"/>
            </a:xfrm>
            <a:custGeom>
              <a:rect b="b" l="l" r="r" t="t"/>
              <a:pathLst>
                <a:path extrusionOk="0" h="142463" w="85568">
                  <a:moveTo>
                    <a:pt x="1" y="1"/>
                  </a:moveTo>
                  <a:lnTo>
                    <a:pt x="1" y="99679"/>
                  </a:lnTo>
                  <a:lnTo>
                    <a:pt x="76" y="101856"/>
                  </a:lnTo>
                  <a:lnTo>
                    <a:pt x="226" y="104032"/>
                  </a:lnTo>
                  <a:lnTo>
                    <a:pt x="526" y="106209"/>
                  </a:lnTo>
                  <a:lnTo>
                    <a:pt x="901" y="108311"/>
                  </a:lnTo>
                  <a:lnTo>
                    <a:pt x="1352" y="110337"/>
                  </a:lnTo>
                  <a:lnTo>
                    <a:pt x="1952" y="112439"/>
                  </a:lnTo>
                  <a:lnTo>
                    <a:pt x="2628" y="114390"/>
                  </a:lnTo>
                  <a:lnTo>
                    <a:pt x="3378" y="116342"/>
                  </a:lnTo>
                  <a:lnTo>
                    <a:pt x="4204" y="118218"/>
                  </a:lnTo>
                  <a:lnTo>
                    <a:pt x="5180" y="120095"/>
                  </a:lnTo>
                  <a:lnTo>
                    <a:pt x="6231" y="121896"/>
                  </a:lnTo>
                  <a:lnTo>
                    <a:pt x="7281" y="123623"/>
                  </a:lnTo>
                  <a:lnTo>
                    <a:pt x="8482" y="125274"/>
                  </a:lnTo>
                  <a:lnTo>
                    <a:pt x="9758" y="126925"/>
                  </a:lnTo>
                  <a:lnTo>
                    <a:pt x="11109" y="128426"/>
                  </a:lnTo>
                  <a:lnTo>
                    <a:pt x="12535" y="129928"/>
                  </a:lnTo>
                  <a:lnTo>
                    <a:pt x="14037" y="131354"/>
                  </a:lnTo>
                  <a:lnTo>
                    <a:pt x="15538" y="132705"/>
                  </a:lnTo>
                  <a:lnTo>
                    <a:pt x="17189" y="133981"/>
                  </a:lnTo>
                  <a:lnTo>
                    <a:pt x="18840" y="135182"/>
                  </a:lnTo>
                  <a:lnTo>
                    <a:pt x="20567" y="136233"/>
                  </a:lnTo>
                  <a:lnTo>
                    <a:pt x="22368" y="137283"/>
                  </a:lnTo>
                  <a:lnTo>
                    <a:pt x="24245" y="138259"/>
                  </a:lnTo>
                  <a:lnTo>
                    <a:pt x="26121" y="139085"/>
                  </a:lnTo>
                  <a:lnTo>
                    <a:pt x="28073" y="139835"/>
                  </a:lnTo>
                  <a:lnTo>
                    <a:pt x="30024" y="140511"/>
                  </a:lnTo>
                  <a:lnTo>
                    <a:pt x="32126" y="141111"/>
                  </a:lnTo>
                  <a:lnTo>
                    <a:pt x="34153" y="141562"/>
                  </a:lnTo>
                  <a:lnTo>
                    <a:pt x="36254" y="141937"/>
                  </a:lnTo>
                  <a:lnTo>
                    <a:pt x="38431" y="142237"/>
                  </a:lnTo>
                  <a:lnTo>
                    <a:pt x="40608" y="142387"/>
                  </a:lnTo>
                  <a:lnTo>
                    <a:pt x="42784" y="142462"/>
                  </a:lnTo>
                  <a:lnTo>
                    <a:pt x="44961" y="142387"/>
                  </a:lnTo>
                  <a:lnTo>
                    <a:pt x="47138" y="142237"/>
                  </a:lnTo>
                  <a:lnTo>
                    <a:pt x="49314" y="141937"/>
                  </a:lnTo>
                  <a:lnTo>
                    <a:pt x="51416" y="141562"/>
                  </a:lnTo>
                  <a:lnTo>
                    <a:pt x="53443" y="141111"/>
                  </a:lnTo>
                  <a:lnTo>
                    <a:pt x="55544" y="140511"/>
                  </a:lnTo>
                  <a:lnTo>
                    <a:pt x="57496" y="139835"/>
                  </a:lnTo>
                  <a:lnTo>
                    <a:pt x="59447" y="139085"/>
                  </a:lnTo>
                  <a:lnTo>
                    <a:pt x="61324" y="138259"/>
                  </a:lnTo>
                  <a:lnTo>
                    <a:pt x="63200" y="137283"/>
                  </a:lnTo>
                  <a:lnTo>
                    <a:pt x="65002" y="136233"/>
                  </a:lnTo>
                  <a:lnTo>
                    <a:pt x="66728" y="135182"/>
                  </a:lnTo>
                  <a:lnTo>
                    <a:pt x="68379" y="133981"/>
                  </a:lnTo>
                  <a:lnTo>
                    <a:pt x="70031" y="132705"/>
                  </a:lnTo>
                  <a:lnTo>
                    <a:pt x="71532" y="131354"/>
                  </a:lnTo>
                  <a:lnTo>
                    <a:pt x="73033" y="129928"/>
                  </a:lnTo>
                  <a:lnTo>
                    <a:pt x="74459" y="128426"/>
                  </a:lnTo>
                  <a:lnTo>
                    <a:pt x="75810" y="126925"/>
                  </a:lnTo>
                  <a:lnTo>
                    <a:pt x="77086" y="125274"/>
                  </a:lnTo>
                  <a:lnTo>
                    <a:pt x="78287" y="123623"/>
                  </a:lnTo>
                  <a:lnTo>
                    <a:pt x="79338" y="121896"/>
                  </a:lnTo>
                  <a:lnTo>
                    <a:pt x="80389" y="120095"/>
                  </a:lnTo>
                  <a:lnTo>
                    <a:pt x="81365" y="118218"/>
                  </a:lnTo>
                  <a:lnTo>
                    <a:pt x="82190" y="116342"/>
                  </a:lnTo>
                  <a:lnTo>
                    <a:pt x="82941" y="114390"/>
                  </a:lnTo>
                  <a:lnTo>
                    <a:pt x="83616" y="112439"/>
                  </a:lnTo>
                  <a:lnTo>
                    <a:pt x="84217" y="110337"/>
                  </a:lnTo>
                  <a:lnTo>
                    <a:pt x="84667" y="108311"/>
                  </a:lnTo>
                  <a:lnTo>
                    <a:pt x="85043" y="106209"/>
                  </a:lnTo>
                  <a:lnTo>
                    <a:pt x="85343" y="104032"/>
                  </a:lnTo>
                  <a:lnTo>
                    <a:pt x="85493" y="101856"/>
                  </a:lnTo>
                  <a:lnTo>
                    <a:pt x="85568" y="99679"/>
                  </a:lnTo>
                  <a:lnTo>
                    <a:pt x="855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35"/>
            <p:cNvSpPr/>
            <p:nvPr/>
          </p:nvSpPr>
          <p:spPr>
            <a:xfrm>
              <a:off x="7412844" y="4374721"/>
              <a:ext cx="10732" cy="20"/>
            </a:xfrm>
            <a:custGeom>
              <a:rect b="b" l="l" r="r" t="t"/>
              <a:pathLst>
                <a:path extrusionOk="0" h="1" w="526">
                  <a:moveTo>
                    <a:pt x="0" y="0"/>
                  </a:moveTo>
                  <a:lnTo>
                    <a:pt x="0" y="0"/>
                  </a:lnTo>
                  <a:lnTo>
                    <a:pt x="225" y="0"/>
                  </a:lnTo>
                  <a:lnTo>
                    <a:pt x="225" y="0"/>
                  </a:lnTo>
                  <a:lnTo>
                    <a:pt x="52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35"/>
            <p:cNvSpPr/>
            <p:nvPr/>
          </p:nvSpPr>
          <p:spPr>
            <a:xfrm>
              <a:off x="7461851" y="4394614"/>
              <a:ext cx="24524" cy="20"/>
            </a:xfrm>
            <a:custGeom>
              <a:rect b="b" l="l" r="r" t="t"/>
              <a:pathLst>
                <a:path extrusionOk="0" h="1" w="1202">
                  <a:moveTo>
                    <a:pt x="1201" y="1"/>
                  </a:moveTo>
                  <a:lnTo>
                    <a:pt x="1201" y="1"/>
                  </a:lnTo>
                  <a:lnTo>
                    <a:pt x="225" y="1"/>
                  </a:lnTo>
                  <a:lnTo>
                    <a:pt x="22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201" y="1"/>
                  </a:lnTo>
                  <a:lnTo>
                    <a:pt x="1201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35"/>
            <p:cNvSpPr/>
            <p:nvPr/>
          </p:nvSpPr>
          <p:spPr>
            <a:xfrm>
              <a:off x="6709072" y="1462485"/>
              <a:ext cx="1770305" cy="3268056"/>
            </a:xfrm>
            <a:custGeom>
              <a:rect b="b" l="l" r="r" t="t"/>
              <a:pathLst>
                <a:path extrusionOk="0" h="143888" w="86769">
                  <a:moveTo>
                    <a:pt x="11484" y="375"/>
                  </a:moveTo>
                  <a:lnTo>
                    <a:pt x="11484" y="451"/>
                  </a:lnTo>
                  <a:lnTo>
                    <a:pt x="11109" y="451"/>
                  </a:lnTo>
                  <a:lnTo>
                    <a:pt x="10809" y="375"/>
                  </a:lnTo>
                  <a:close/>
                  <a:moveTo>
                    <a:pt x="82265" y="601"/>
                  </a:moveTo>
                  <a:lnTo>
                    <a:pt x="82458" y="628"/>
                  </a:lnTo>
                  <a:lnTo>
                    <a:pt x="82458" y="628"/>
                  </a:lnTo>
                  <a:lnTo>
                    <a:pt x="83691" y="676"/>
                  </a:lnTo>
                  <a:lnTo>
                    <a:pt x="83691" y="676"/>
                  </a:lnTo>
                  <a:lnTo>
                    <a:pt x="82265" y="601"/>
                  </a:lnTo>
                  <a:close/>
                  <a:moveTo>
                    <a:pt x="86318" y="6831"/>
                  </a:moveTo>
                  <a:lnTo>
                    <a:pt x="86243" y="7581"/>
                  </a:lnTo>
                  <a:lnTo>
                    <a:pt x="86318" y="7356"/>
                  </a:lnTo>
                  <a:lnTo>
                    <a:pt x="86318" y="7731"/>
                  </a:lnTo>
                  <a:lnTo>
                    <a:pt x="86318" y="8482"/>
                  </a:lnTo>
                  <a:lnTo>
                    <a:pt x="86243" y="9383"/>
                  </a:lnTo>
                  <a:lnTo>
                    <a:pt x="86243" y="10583"/>
                  </a:lnTo>
                  <a:lnTo>
                    <a:pt x="86318" y="13211"/>
                  </a:lnTo>
                  <a:lnTo>
                    <a:pt x="86243" y="12535"/>
                  </a:lnTo>
                  <a:lnTo>
                    <a:pt x="86318" y="14111"/>
                  </a:lnTo>
                  <a:lnTo>
                    <a:pt x="86318" y="13811"/>
                  </a:lnTo>
                  <a:lnTo>
                    <a:pt x="86393" y="13361"/>
                  </a:lnTo>
                  <a:lnTo>
                    <a:pt x="86318" y="12610"/>
                  </a:lnTo>
                  <a:lnTo>
                    <a:pt x="86318" y="11634"/>
                  </a:lnTo>
                  <a:lnTo>
                    <a:pt x="86393" y="12535"/>
                  </a:lnTo>
                  <a:lnTo>
                    <a:pt x="86327" y="9699"/>
                  </a:lnTo>
                  <a:lnTo>
                    <a:pt x="86393" y="10358"/>
                  </a:lnTo>
                  <a:lnTo>
                    <a:pt x="86318" y="6831"/>
                  </a:lnTo>
                  <a:close/>
                  <a:moveTo>
                    <a:pt x="86168" y="15838"/>
                  </a:moveTo>
                  <a:lnTo>
                    <a:pt x="86168" y="15913"/>
                  </a:lnTo>
                  <a:lnTo>
                    <a:pt x="86171" y="15878"/>
                  </a:lnTo>
                  <a:lnTo>
                    <a:pt x="86168" y="15838"/>
                  </a:lnTo>
                  <a:close/>
                  <a:moveTo>
                    <a:pt x="86384" y="42430"/>
                  </a:moveTo>
                  <a:lnTo>
                    <a:pt x="86393" y="42634"/>
                  </a:lnTo>
                  <a:lnTo>
                    <a:pt x="86393" y="42483"/>
                  </a:lnTo>
                  <a:lnTo>
                    <a:pt x="86384" y="42430"/>
                  </a:lnTo>
                  <a:close/>
                  <a:moveTo>
                    <a:pt x="1051" y="48638"/>
                  </a:moveTo>
                  <a:lnTo>
                    <a:pt x="1008" y="48681"/>
                  </a:lnTo>
                  <a:lnTo>
                    <a:pt x="1008" y="48681"/>
                  </a:lnTo>
                  <a:lnTo>
                    <a:pt x="976" y="48939"/>
                  </a:lnTo>
                  <a:lnTo>
                    <a:pt x="1051" y="48638"/>
                  </a:lnTo>
                  <a:close/>
                  <a:moveTo>
                    <a:pt x="1051" y="51415"/>
                  </a:moveTo>
                  <a:lnTo>
                    <a:pt x="1050" y="51482"/>
                  </a:lnTo>
                  <a:lnTo>
                    <a:pt x="1051" y="51491"/>
                  </a:lnTo>
                  <a:lnTo>
                    <a:pt x="1051" y="51415"/>
                  </a:lnTo>
                  <a:close/>
                  <a:moveTo>
                    <a:pt x="86093" y="54193"/>
                  </a:moveTo>
                  <a:lnTo>
                    <a:pt x="86093" y="54643"/>
                  </a:lnTo>
                  <a:lnTo>
                    <a:pt x="86093" y="54868"/>
                  </a:lnTo>
                  <a:lnTo>
                    <a:pt x="86168" y="55018"/>
                  </a:lnTo>
                  <a:lnTo>
                    <a:pt x="86093" y="54193"/>
                  </a:lnTo>
                  <a:close/>
                  <a:moveTo>
                    <a:pt x="85943" y="77086"/>
                  </a:moveTo>
                  <a:lnTo>
                    <a:pt x="85943" y="77161"/>
                  </a:lnTo>
                  <a:lnTo>
                    <a:pt x="85947" y="77157"/>
                  </a:lnTo>
                  <a:lnTo>
                    <a:pt x="85947" y="77157"/>
                  </a:lnTo>
                  <a:lnTo>
                    <a:pt x="85943" y="77086"/>
                  </a:lnTo>
                  <a:close/>
                  <a:moveTo>
                    <a:pt x="450" y="80688"/>
                  </a:moveTo>
                  <a:lnTo>
                    <a:pt x="450" y="80989"/>
                  </a:lnTo>
                  <a:lnTo>
                    <a:pt x="454" y="80969"/>
                  </a:lnTo>
                  <a:lnTo>
                    <a:pt x="450" y="80688"/>
                  </a:lnTo>
                  <a:close/>
                  <a:moveTo>
                    <a:pt x="83015" y="113939"/>
                  </a:moveTo>
                  <a:lnTo>
                    <a:pt x="82790" y="114765"/>
                  </a:lnTo>
                  <a:lnTo>
                    <a:pt x="82872" y="114586"/>
                  </a:lnTo>
                  <a:lnTo>
                    <a:pt x="83015" y="113939"/>
                  </a:lnTo>
                  <a:close/>
                  <a:moveTo>
                    <a:pt x="5404" y="120820"/>
                  </a:moveTo>
                  <a:lnTo>
                    <a:pt x="5404" y="120920"/>
                  </a:lnTo>
                  <a:lnTo>
                    <a:pt x="5554" y="121220"/>
                  </a:lnTo>
                  <a:lnTo>
                    <a:pt x="5404" y="120820"/>
                  </a:lnTo>
                  <a:close/>
                  <a:moveTo>
                    <a:pt x="78362" y="124448"/>
                  </a:moveTo>
                  <a:lnTo>
                    <a:pt x="78287" y="124523"/>
                  </a:lnTo>
                  <a:lnTo>
                    <a:pt x="78062" y="124898"/>
                  </a:lnTo>
                  <a:lnTo>
                    <a:pt x="78212" y="124673"/>
                  </a:lnTo>
                  <a:lnTo>
                    <a:pt x="78362" y="124448"/>
                  </a:lnTo>
                  <a:close/>
                  <a:moveTo>
                    <a:pt x="11784" y="128801"/>
                  </a:moveTo>
                  <a:lnTo>
                    <a:pt x="12610" y="129627"/>
                  </a:lnTo>
                  <a:lnTo>
                    <a:pt x="12235" y="129176"/>
                  </a:lnTo>
                  <a:lnTo>
                    <a:pt x="11784" y="128801"/>
                  </a:lnTo>
                  <a:close/>
                  <a:moveTo>
                    <a:pt x="72357" y="131203"/>
                  </a:moveTo>
                  <a:lnTo>
                    <a:pt x="72357" y="131203"/>
                  </a:lnTo>
                  <a:lnTo>
                    <a:pt x="72357" y="131203"/>
                  </a:lnTo>
                  <a:close/>
                  <a:moveTo>
                    <a:pt x="55229" y="142372"/>
                  </a:moveTo>
                  <a:lnTo>
                    <a:pt x="55169" y="142387"/>
                  </a:lnTo>
                  <a:lnTo>
                    <a:pt x="55244" y="142387"/>
                  </a:lnTo>
                  <a:lnTo>
                    <a:pt x="55229" y="142372"/>
                  </a:lnTo>
                  <a:close/>
                  <a:moveTo>
                    <a:pt x="2927" y="0"/>
                  </a:moveTo>
                  <a:lnTo>
                    <a:pt x="1726" y="150"/>
                  </a:lnTo>
                  <a:lnTo>
                    <a:pt x="1201" y="150"/>
                  </a:lnTo>
                  <a:lnTo>
                    <a:pt x="1201" y="75"/>
                  </a:lnTo>
                  <a:lnTo>
                    <a:pt x="375" y="75"/>
                  </a:lnTo>
                  <a:lnTo>
                    <a:pt x="601" y="150"/>
                  </a:lnTo>
                  <a:lnTo>
                    <a:pt x="375" y="225"/>
                  </a:lnTo>
                  <a:lnTo>
                    <a:pt x="150" y="225"/>
                  </a:lnTo>
                  <a:lnTo>
                    <a:pt x="150" y="375"/>
                  </a:lnTo>
                  <a:lnTo>
                    <a:pt x="150" y="676"/>
                  </a:lnTo>
                  <a:lnTo>
                    <a:pt x="75" y="1051"/>
                  </a:lnTo>
                  <a:lnTo>
                    <a:pt x="75" y="1126"/>
                  </a:lnTo>
                  <a:lnTo>
                    <a:pt x="0" y="676"/>
                  </a:lnTo>
                  <a:lnTo>
                    <a:pt x="0" y="1501"/>
                  </a:lnTo>
                  <a:lnTo>
                    <a:pt x="75" y="2027"/>
                  </a:lnTo>
                  <a:lnTo>
                    <a:pt x="75" y="3078"/>
                  </a:lnTo>
                  <a:lnTo>
                    <a:pt x="150" y="5404"/>
                  </a:lnTo>
                  <a:lnTo>
                    <a:pt x="225" y="7731"/>
                  </a:lnTo>
                  <a:lnTo>
                    <a:pt x="150" y="9683"/>
                  </a:lnTo>
                  <a:lnTo>
                    <a:pt x="75" y="9232"/>
                  </a:lnTo>
                  <a:lnTo>
                    <a:pt x="75" y="10358"/>
                  </a:lnTo>
                  <a:lnTo>
                    <a:pt x="225" y="11184"/>
                  </a:lnTo>
                  <a:lnTo>
                    <a:pt x="300" y="11935"/>
                  </a:lnTo>
                  <a:lnTo>
                    <a:pt x="225" y="12985"/>
                  </a:lnTo>
                  <a:lnTo>
                    <a:pt x="225" y="18615"/>
                  </a:lnTo>
                  <a:lnTo>
                    <a:pt x="225" y="21467"/>
                  </a:lnTo>
                  <a:lnTo>
                    <a:pt x="150" y="23944"/>
                  </a:lnTo>
                  <a:lnTo>
                    <a:pt x="150" y="24244"/>
                  </a:lnTo>
                  <a:lnTo>
                    <a:pt x="225" y="24770"/>
                  </a:lnTo>
                  <a:lnTo>
                    <a:pt x="225" y="26121"/>
                  </a:lnTo>
                  <a:lnTo>
                    <a:pt x="225" y="27397"/>
                  </a:lnTo>
                  <a:lnTo>
                    <a:pt x="225" y="27847"/>
                  </a:lnTo>
                  <a:lnTo>
                    <a:pt x="300" y="28072"/>
                  </a:lnTo>
                  <a:lnTo>
                    <a:pt x="225" y="30099"/>
                  </a:lnTo>
                  <a:lnTo>
                    <a:pt x="75" y="32876"/>
                  </a:lnTo>
                  <a:lnTo>
                    <a:pt x="150" y="33401"/>
                  </a:lnTo>
                  <a:lnTo>
                    <a:pt x="225" y="33927"/>
                  </a:lnTo>
                  <a:lnTo>
                    <a:pt x="225" y="34452"/>
                  </a:lnTo>
                  <a:lnTo>
                    <a:pt x="300" y="35128"/>
                  </a:lnTo>
                  <a:lnTo>
                    <a:pt x="150" y="35203"/>
                  </a:lnTo>
                  <a:lnTo>
                    <a:pt x="300" y="36554"/>
                  </a:lnTo>
                  <a:lnTo>
                    <a:pt x="150" y="37304"/>
                  </a:lnTo>
                  <a:lnTo>
                    <a:pt x="225" y="38355"/>
                  </a:lnTo>
                  <a:lnTo>
                    <a:pt x="225" y="37755"/>
                  </a:lnTo>
                  <a:lnTo>
                    <a:pt x="300" y="37530"/>
                  </a:lnTo>
                  <a:lnTo>
                    <a:pt x="300" y="38806"/>
                  </a:lnTo>
                  <a:lnTo>
                    <a:pt x="300" y="40007"/>
                  </a:lnTo>
                  <a:lnTo>
                    <a:pt x="225" y="41283"/>
                  </a:lnTo>
                  <a:lnTo>
                    <a:pt x="300" y="44960"/>
                  </a:lnTo>
                  <a:lnTo>
                    <a:pt x="225" y="44510"/>
                  </a:lnTo>
                  <a:lnTo>
                    <a:pt x="225" y="44660"/>
                  </a:lnTo>
                  <a:lnTo>
                    <a:pt x="225" y="44885"/>
                  </a:lnTo>
                  <a:lnTo>
                    <a:pt x="225" y="45111"/>
                  </a:lnTo>
                  <a:lnTo>
                    <a:pt x="225" y="45786"/>
                  </a:lnTo>
                  <a:lnTo>
                    <a:pt x="300" y="45861"/>
                  </a:lnTo>
                  <a:lnTo>
                    <a:pt x="300" y="46086"/>
                  </a:lnTo>
                  <a:lnTo>
                    <a:pt x="300" y="48038"/>
                  </a:lnTo>
                  <a:lnTo>
                    <a:pt x="300" y="50440"/>
                  </a:lnTo>
                  <a:lnTo>
                    <a:pt x="225" y="50139"/>
                  </a:lnTo>
                  <a:lnTo>
                    <a:pt x="375" y="58846"/>
                  </a:lnTo>
                  <a:lnTo>
                    <a:pt x="375" y="58246"/>
                  </a:lnTo>
                  <a:lnTo>
                    <a:pt x="375" y="58096"/>
                  </a:lnTo>
                  <a:lnTo>
                    <a:pt x="450" y="58846"/>
                  </a:lnTo>
                  <a:lnTo>
                    <a:pt x="375" y="59222"/>
                  </a:lnTo>
                  <a:lnTo>
                    <a:pt x="450" y="59297"/>
                  </a:lnTo>
                  <a:lnTo>
                    <a:pt x="450" y="59447"/>
                  </a:lnTo>
                  <a:lnTo>
                    <a:pt x="450" y="60047"/>
                  </a:lnTo>
                  <a:lnTo>
                    <a:pt x="450" y="60197"/>
                  </a:lnTo>
                  <a:lnTo>
                    <a:pt x="375" y="59597"/>
                  </a:lnTo>
                  <a:lnTo>
                    <a:pt x="375" y="60948"/>
                  </a:lnTo>
                  <a:lnTo>
                    <a:pt x="375" y="62074"/>
                  </a:lnTo>
                  <a:lnTo>
                    <a:pt x="300" y="63050"/>
                  </a:lnTo>
                  <a:lnTo>
                    <a:pt x="375" y="63800"/>
                  </a:lnTo>
                  <a:lnTo>
                    <a:pt x="375" y="63875"/>
                  </a:lnTo>
                  <a:lnTo>
                    <a:pt x="375" y="70706"/>
                  </a:lnTo>
                  <a:lnTo>
                    <a:pt x="450" y="71306"/>
                  </a:lnTo>
                  <a:lnTo>
                    <a:pt x="526" y="72432"/>
                  </a:lnTo>
                  <a:lnTo>
                    <a:pt x="450" y="78437"/>
                  </a:lnTo>
                  <a:lnTo>
                    <a:pt x="526" y="79262"/>
                  </a:lnTo>
                  <a:lnTo>
                    <a:pt x="526" y="79563"/>
                  </a:lnTo>
                  <a:lnTo>
                    <a:pt x="526" y="80538"/>
                  </a:lnTo>
                  <a:lnTo>
                    <a:pt x="454" y="80969"/>
                  </a:lnTo>
                  <a:lnTo>
                    <a:pt x="526" y="87294"/>
                  </a:lnTo>
                  <a:lnTo>
                    <a:pt x="526" y="88044"/>
                  </a:lnTo>
                  <a:lnTo>
                    <a:pt x="526" y="90821"/>
                  </a:lnTo>
                  <a:lnTo>
                    <a:pt x="450" y="93899"/>
                  </a:lnTo>
                  <a:lnTo>
                    <a:pt x="450" y="96826"/>
                  </a:lnTo>
                  <a:lnTo>
                    <a:pt x="450" y="99228"/>
                  </a:lnTo>
                  <a:lnTo>
                    <a:pt x="526" y="102230"/>
                  </a:lnTo>
                  <a:lnTo>
                    <a:pt x="526" y="102531"/>
                  </a:lnTo>
                  <a:lnTo>
                    <a:pt x="450" y="102155"/>
                  </a:lnTo>
                  <a:lnTo>
                    <a:pt x="450" y="102455"/>
                  </a:lnTo>
                  <a:lnTo>
                    <a:pt x="676" y="104707"/>
                  </a:lnTo>
                  <a:lnTo>
                    <a:pt x="901" y="106659"/>
                  </a:lnTo>
                  <a:lnTo>
                    <a:pt x="1126" y="108460"/>
                  </a:lnTo>
                  <a:lnTo>
                    <a:pt x="1351" y="109361"/>
                  </a:lnTo>
                  <a:lnTo>
                    <a:pt x="1576" y="110337"/>
                  </a:lnTo>
                  <a:lnTo>
                    <a:pt x="1726" y="111237"/>
                  </a:lnTo>
                  <a:lnTo>
                    <a:pt x="2027" y="112438"/>
                  </a:lnTo>
                  <a:lnTo>
                    <a:pt x="2402" y="113714"/>
                  </a:lnTo>
                  <a:lnTo>
                    <a:pt x="2852" y="115065"/>
                  </a:lnTo>
                  <a:lnTo>
                    <a:pt x="3978" y="117767"/>
                  </a:lnTo>
                  <a:lnTo>
                    <a:pt x="4954" y="120094"/>
                  </a:lnTo>
                  <a:lnTo>
                    <a:pt x="4954" y="119944"/>
                  </a:lnTo>
                  <a:lnTo>
                    <a:pt x="5329" y="120620"/>
                  </a:lnTo>
                  <a:lnTo>
                    <a:pt x="5404" y="120820"/>
                  </a:lnTo>
                  <a:lnTo>
                    <a:pt x="5404" y="120770"/>
                  </a:lnTo>
                  <a:lnTo>
                    <a:pt x="5479" y="120920"/>
                  </a:lnTo>
                  <a:lnTo>
                    <a:pt x="6680" y="122947"/>
                  </a:lnTo>
                  <a:lnTo>
                    <a:pt x="7956" y="124973"/>
                  </a:lnTo>
                  <a:lnTo>
                    <a:pt x="9382" y="126925"/>
                  </a:lnTo>
                  <a:lnTo>
                    <a:pt x="10884" y="128876"/>
                  </a:lnTo>
                  <a:lnTo>
                    <a:pt x="12460" y="130678"/>
                  </a:lnTo>
                  <a:lnTo>
                    <a:pt x="14186" y="132404"/>
                  </a:lnTo>
                  <a:lnTo>
                    <a:pt x="15988" y="134055"/>
                  </a:lnTo>
                  <a:lnTo>
                    <a:pt x="17939" y="135631"/>
                  </a:lnTo>
                  <a:lnTo>
                    <a:pt x="18990" y="136307"/>
                  </a:lnTo>
                  <a:lnTo>
                    <a:pt x="19591" y="136607"/>
                  </a:lnTo>
                  <a:lnTo>
                    <a:pt x="20266" y="136907"/>
                  </a:lnTo>
                  <a:lnTo>
                    <a:pt x="21617" y="137808"/>
                  </a:lnTo>
                  <a:lnTo>
                    <a:pt x="20791" y="137508"/>
                  </a:lnTo>
                  <a:lnTo>
                    <a:pt x="20791" y="137508"/>
                  </a:lnTo>
                  <a:lnTo>
                    <a:pt x="22368" y="138334"/>
                  </a:lnTo>
                  <a:lnTo>
                    <a:pt x="24019" y="139234"/>
                  </a:lnTo>
                  <a:lnTo>
                    <a:pt x="25670" y="139985"/>
                  </a:lnTo>
                  <a:lnTo>
                    <a:pt x="27322" y="140735"/>
                  </a:lnTo>
                  <a:lnTo>
                    <a:pt x="28973" y="141336"/>
                  </a:lnTo>
                  <a:lnTo>
                    <a:pt x="30699" y="141936"/>
                  </a:lnTo>
                  <a:lnTo>
                    <a:pt x="32426" y="142387"/>
                  </a:lnTo>
                  <a:lnTo>
                    <a:pt x="34152" y="142762"/>
                  </a:lnTo>
                  <a:lnTo>
                    <a:pt x="33852" y="142762"/>
                  </a:lnTo>
                  <a:lnTo>
                    <a:pt x="33401" y="142687"/>
                  </a:lnTo>
                  <a:lnTo>
                    <a:pt x="34377" y="142987"/>
                  </a:lnTo>
                  <a:lnTo>
                    <a:pt x="35578" y="143212"/>
                  </a:lnTo>
                  <a:lnTo>
                    <a:pt x="36554" y="143287"/>
                  </a:lnTo>
                  <a:lnTo>
                    <a:pt x="37004" y="143287"/>
                  </a:lnTo>
                  <a:lnTo>
                    <a:pt x="37380" y="143363"/>
                  </a:lnTo>
                  <a:lnTo>
                    <a:pt x="37455" y="143438"/>
                  </a:lnTo>
                  <a:lnTo>
                    <a:pt x="37455" y="143513"/>
                  </a:lnTo>
                  <a:lnTo>
                    <a:pt x="37605" y="143513"/>
                  </a:lnTo>
                  <a:lnTo>
                    <a:pt x="38430" y="143663"/>
                  </a:lnTo>
                  <a:lnTo>
                    <a:pt x="39256" y="143738"/>
                  </a:lnTo>
                  <a:lnTo>
                    <a:pt x="40082" y="143738"/>
                  </a:lnTo>
                  <a:lnTo>
                    <a:pt x="40607" y="143813"/>
                  </a:lnTo>
                  <a:lnTo>
                    <a:pt x="40157" y="143813"/>
                  </a:lnTo>
                  <a:lnTo>
                    <a:pt x="41808" y="143888"/>
                  </a:lnTo>
                  <a:lnTo>
                    <a:pt x="42634" y="143888"/>
                  </a:lnTo>
                  <a:lnTo>
                    <a:pt x="42559" y="143813"/>
                  </a:lnTo>
                  <a:lnTo>
                    <a:pt x="43835" y="143888"/>
                  </a:lnTo>
                  <a:lnTo>
                    <a:pt x="45036" y="143813"/>
                  </a:lnTo>
                  <a:lnTo>
                    <a:pt x="45636" y="143813"/>
                  </a:lnTo>
                  <a:lnTo>
                    <a:pt x="46161" y="143738"/>
                  </a:lnTo>
                  <a:lnTo>
                    <a:pt x="47287" y="143738"/>
                  </a:lnTo>
                  <a:lnTo>
                    <a:pt x="48113" y="143588"/>
                  </a:lnTo>
                  <a:lnTo>
                    <a:pt x="49164" y="143438"/>
                  </a:lnTo>
                  <a:lnTo>
                    <a:pt x="50065" y="143363"/>
                  </a:lnTo>
                  <a:lnTo>
                    <a:pt x="50365" y="143287"/>
                  </a:lnTo>
                  <a:lnTo>
                    <a:pt x="50515" y="143137"/>
                  </a:lnTo>
                  <a:lnTo>
                    <a:pt x="50515" y="143212"/>
                  </a:lnTo>
                  <a:lnTo>
                    <a:pt x="50965" y="143212"/>
                  </a:lnTo>
                  <a:lnTo>
                    <a:pt x="52166" y="143062"/>
                  </a:lnTo>
                  <a:lnTo>
                    <a:pt x="53517" y="142687"/>
                  </a:lnTo>
                  <a:lnTo>
                    <a:pt x="54118" y="142537"/>
                  </a:lnTo>
                  <a:lnTo>
                    <a:pt x="54585" y="142403"/>
                  </a:lnTo>
                  <a:lnTo>
                    <a:pt x="54585" y="142403"/>
                  </a:lnTo>
                  <a:lnTo>
                    <a:pt x="54643" y="142462"/>
                  </a:lnTo>
                  <a:lnTo>
                    <a:pt x="54943" y="142387"/>
                  </a:lnTo>
                  <a:lnTo>
                    <a:pt x="55169" y="142312"/>
                  </a:lnTo>
                  <a:lnTo>
                    <a:pt x="55229" y="142372"/>
                  </a:lnTo>
                  <a:lnTo>
                    <a:pt x="55229" y="142372"/>
                  </a:lnTo>
                  <a:lnTo>
                    <a:pt x="56069" y="142162"/>
                  </a:lnTo>
                  <a:lnTo>
                    <a:pt x="56745" y="141936"/>
                  </a:lnTo>
                  <a:lnTo>
                    <a:pt x="57195" y="141711"/>
                  </a:lnTo>
                  <a:lnTo>
                    <a:pt x="57270" y="141636"/>
                  </a:lnTo>
                  <a:lnTo>
                    <a:pt x="57195" y="141636"/>
                  </a:lnTo>
                  <a:lnTo>
                    <a:pt x="58096" y="141411"/>
                  </a:lnTo>
                  <a:lnTo>
                    <a:pt x="58921" y="141111"/>
                  </a:lnTo>
                  <a:lnTo>
                    <a:pt x="60423" y="140435"/>
                  </a:lnTo>
                  <a:lnTo>
                    <a:pt x="61699" y="139835"/>
                  </a:lnTo>
                  <a:lnTo>
                    <a:pt x="62299" y="139610"/>
                  </a:lnTo>
                  <a:lnTo>
                    <a:pt x="62825" y="139459"/>
                  </a:lnTo>
                  <a:lnTo>
                    <a:pt x="65226" y="138033"/>
                  </a:lnTo>
                  <a:lnTo>
                    <a:pt x="67478" y="136607"/>
                  </a:lnTo>
                  <a:lnTo>
                    <a:pt x="69580" y="135031"/>
                  </a:lnTo>
                  <a:lnTo>
                    <a:pt x="71531" y="133380"/>
                  </a:lnTo>
                  <a:lnTo>
                    <a:pt x="71531" y="133455"/>
                  </a:lnTo>
                  <a:lnTo>
                    <a:pt x="71456" y="133605"/>
                  </a:lnTo>
                  <a:lnTo>
                    <a:pt x="71081" y="133905"/>
                  </a:lnTo>
                  <a:lnTo>
                    <a:pt x="70105" y="134731"/>
                  </a:lnTo>
                  <a:lnTo>
                    <a:pt x="69205" y="135481"/>
                  </a:lnTo>
                  <a:lnTo>
                    <a:pt x="68904" y="135707"/>
                  </a:lnTo>
                  <a:lnTo>
                    <a:pt x="68829" y="135782"/>
                  </a:lnTo>
                  <a:lnTo>
                    <a:pt x="68904" y="135857"/>
                  </a:lnTo>
                  <a:lnTo>
                    <a:pt x="69805" y="135106"/>
                  </a:lnTo>
                  <a:lnTo>
                    <a:pt x="70556" y="134431"/>
                  </a:lnTo>
                  <a:lnTo>
                    <a:pt x="71306" y="133755"/>
                  </a:lnTo>
                  <a:lnTo>
                    <a:pt x="71982" y="133155"/>
                  </a:lnTo>
                  <a:lnTo>
                    <a:pt x="72657" y="132479"/>
                  </a:lnTo>
                  <a:lnTo>
                    <a:pt x="73333" y="131803"/>
                  </a:lnTo>
                  <a:lnTo>
                    <a:pt x="74083" y="131053"/>
                  </a:lnTo>
                  <a:lnTo>
                    <a:pt x="74909" y="130227"/>
                  </a:lnTo>
                  <a:lnTo>
                    <a:pt x="75134" y="130077"/>
                  </a:lnTo>
                  <a:lnTo>
                    <a:pt x="74984" y="130302"/>
                  </a:lnTo>
                  <a:lnTo>
                    <a:pt x="74534" y="130903"/>
                  </a:lnTo>
                  <a:lnTo>
                    <a:pt x="76110" y="129101"/>
                  </a:lnTo>
                  <a:lnTo>
                    <a:pt x="77536" y="127375"/>
                  </a:lnTo>
                  <a:lnTo>
                    <a:pt x="78887" y="125574"/>
                  </a:lnTo>
                  <a:lnTo>
                    <a:pt x="79488" y="124673"/>
                  </a:lnTo>
                  <a:lnTo>
                    <a:pt x="80013" y="123772"/>
                  </a:lnTo>
                  <a:lnTo>
                    <a:pt x="79788" y="124298"/>
                  </a:lnTo>
                  <a:lnTo>
                    <a:pt x="80238" y="123622"/>
                  </a:lnTo>
                  <a:lnTo>
                    <a:pt x="80388" y="123322"/>
                  </a:lnTo>
                  <a:lnTo>
                    <a:pt x="80388" y="123247"/>
                  </a:lnTo>
                  <a:lnTo>
                    <a:pt x="80088" y="123697"/>
                  </a:lnTo>
                  <a:lnTo>
                    <a:pt x="79938" y="123772"/>
                  </a:lnTo>
                  <a:lnTo>
                    <a:pt x="79938" y="123622"/>
                  </a:lnTo>
                  <a:lnTo>
                    <a:pt x="80313" y="122871"/>
                  </a:lnTo>
                  <a:lnTo>
                    <a:pt x="80689" y="121971"/>
                  </a:lnTo>
                  <a:lnTo>
                    <a:pt x="80839" y="121445"/>
                  </a:lnTo>
                  <a:lnTo>
                    <a:pt x="80839" y="121595"/>
                  </a:lnTo>
                  <a:lnTo>
                    <a:pt x="80914" y="121671"/>
                  </a:lnTo>
                  <a:lnTo>
                    <a:pt x="81064" y="121520"/>
                  </a:lnTo>
                  <a:lnTo>
                    <a:pt x="81514" y="120845"/>
                  </a:lnTo>
                  <a:lnTo>
                    <a:pt x="81739" y="120470"/>
                  </a:lnTo>
                  <a:lnTo>
                    <a:pt x="81890" y="120244"/>
                  </a:lnTo>
                  <a:lnTo>
                    <a:pt x="81965" y="120169"/>
                  </a:lnTo>
                  <a:lnTo>
                    <a:pt x="82040" y="120244"/>
                  </a:lnTo>
                  <a:lnTo>
                    <a:pt x="81965" y="120620"/>
                  </a:lnTo>
                  <a:lnTo>
                    <a:pt x="82190" y="120094"/>
                  </a:lnTo>
                  <a:lnTo>
                    <a:pt x="82190" y="119944"/>
                  </a:lnTo>
                  <a:lnTo>
                    <a:pt x="82190" y="119869"/>
                  </a:lnTo>
                  <a:lnTo>
                    <a:pt x="82490" y="119419"/>
                  </a:lnTo>
                  <a:lnTo>
                    <a:pt x="82490" y="119494"/>
                  </a:lnTo>
                  <a:lnTo>
                    <a:pt x="82415" y="119794"/>
                  </a:lnTo>
                  <a:lnTo>
                    <a:pt x="82640" y="119194"/>
                  </a:lnTo>
                  <a:lnTo>
                    <a:pt x="82790" y="118818"/>
                  </a:lnTo>
                  <a:lnTo>
                    <a:pt x="83015" y="118293"/>
                  </a:lnTo>
                  <a:lnTo>
                    <a:pt x="83166" y="117767"/>
                  </a:lnTo>
                  <a:lnTo>
                    <a:pt x="83541" y="116867"/>
                  </a:lnTo>
                  <a:lnTo>
                    <a:pt x="83541" y="117092"/>
                  </a:lnTo>
                  <a:lnTo>
                    <a:pt x="83466" y="117467"/>
                  </a:lnTo>
                  <a:lnTo>
                    <a:pt x="83841" y="116041"/>
                  </a:lnTo>
                  <a:lnTo>
                    <a:pt x="84141" y="115215"/>
                  </a:lnTo>
                  <a:lnTo>
                    <a:pt x="84442" y="114240"/>
                  </a:lnTo>
                  <a:lnTo>
                    <a:pt x="84517" y="114315"/>
                  </a:lnTo>
                  <a:lnTo>
                    <a:pt x="84442" y="114615"/>
                  </a:lnTo>
                  <a:lnTo>
                    <a:pt x="84967" y="112814"/>
                  </a:lnTo>
                  <a:lnTo>
                    <a:pt x="85342" y="111087"/>
                  </a:lnTo>
                  <a:lnTo>
                    <a:pt x="86018" y="107409"/>
                  </a:lnTo>
                  <a:lnTo>
                    <a:pt x="86093" y="107635"/>
                  </a:lnTo>
                  <a:lnTo>
                    <a:pt x="86243" y="107259"/>
                  </a:lnTo>
                  <a:lnTo>
                    <a:pt x="86393" y="106659"/>
                  </a:lnTo>
                  <a:lnTo>
                    <a:pt x="86393" y="106434"/>
                  </a:lnTo>
                  <a:lnTo>
                    <a:pt x="86543" y="106359"/>
                  </a:lnTo>
                  <a:lnTo>
                    <a:pt x="86618" y="104782"/>
                  </a:lnTo>
                  <a:lnTo>
                    <a:pt x="86468" y="105383"/>
                  </a:lnTo>
                  <a:lnTo>
                    <a:pt x="86468" y="104857"/>
                  </a:lnTo>
                  <a:lnTo>
                    <a:pt x="86543" y="104407"/>
                  </a:lnTo>
                  <a:lnTo>
                    <a:pt x="86543" y="103431"/>
                  </a:lnTo>
                  <a:lnTo>
                    <a:pt x="86543" y="102531"/>
                  </a:lnTo>
                  <a:lnTo>
                    <a:pt x="86618" y="101630"/>
                  </a:lnTo>
                  <a:lnTo>
                    <a:pt x="86693" y="102681"/>
                  </a:lnTo>
                  <a:lnTo>
                    <a:pt x="86693" y="100129"/>
                  </a:lnTo>
                  <a:lnTo>
                    <a:pt x="86543" y="101555"/>
                  </a:lnTo>
                  <a:lnTo>
                    <a:pt x="86468" y="100954"/>
                  </a:lnTo>
                  <a:lnTo>
                    <a:pt x="86468" y="100879"/>
                  </a:lnTo>
                  <a:lnTo>
                    <a:pt x="86393" y="100879"/>
                  </a:lnTo>
                  <a:lnTo>
                    <a:pt x="86318" y="100729"/>
                  </a:lnTo>
                  <a:lnTo>
                    <a:pt x="86393" y="99903"/>
                  </a:lnTo>
                  <a:lnTo>
                    <a:pt x="86393" y="99303"/>
                  </a:lnTo>
                  <a:lnTo>
                    <a:pt x="86468" y="98552"/>
                  </a:lnTo>
                  <a:lnTo>
                    <a:pt x="86543" y="97877"/>
                  </a:lnTo>
                  <a:lnTo>
                    <a:pt x="86393" y="96826"/>
                  </a:lnTo>
                  <a:lnTo>
                    <a:pt x="86393" y="95475"/>
                  </a:lnTo>
                  <a:lnTo>
                    <a:pt x="86468" y="95400"/>
                  </a:lnTo>
                  <a:lnTo>
                    <a:pt x="86543" y="95475"/>
                  </a:lnTo>
                  <a:lnTo>
                    <a:pt x="86693" y="95550"/>
                  </a:lnTo>
                  <a:lnTo>
                    <a:pt x="86618" y="94799"/>
                  </a:lnTo>
                  <a:lnTo>
                    <a:pt x="86618" y="93599"/>
                  </a:lnTo>
                  <a:lnTo>
                    <a:pt x="86543" y="92473"/>
                  </a:lnTo>
                  <a:lnTo>
                    <a:pt x="86482" y="91736"/>
                  </a:lnTo>
                  <a:lnTo>
                    <a:pt x="86482" y="91736"/>
                  </a:lnTo>
                  <a:lnTo>
                    <a:pt x="86543" y="91797"/>
                  </a:lnTo>
                  <a:lnTo>
                    <a:pt x="86618" y="91797"/>
                  </a:lnTo>
                  <a:lnTo>
                    <a:pt x="86468" y="91197"/>
                  </a:lnTo>
                  <a:lnTo>
                    <a:pt x="86543" y="90671"/>
                  </a:lnTo>
                  <a:lnTo>
                    <a:pt x="86618" y="90596"/>
                  </a:lnTo>
                  <a:lnTo>
                    <a:pt x="86693" y="90596"/>
                  </a:lnTo>
                  <a:lnTo>
                    <a:pt x="86618" y="89846"/>
                  </a:lnTo>
                  <a:lnTo>
                    <a:pt x="86543" y="89921"/>
                  </a:lnTo>
                  <a:lnTo>
                    <a:pt x="86468" y="89996"/>
                  </a:lnTo>
                  <a:lnTo>
                    <a:pt x="86468" y="89921"/>
                  </a:lnTo>
                  <a:lnTo>
                    <a:pt x="86468" y="88945"/>
                  </a:lnTo>
                  <a:lnTo>
                    <a:pt x="86543" y="89395"/>
                  </a:lnTo>
                  <a:lnTo>
                    <a:pt x="86543" y="87744"/>
                  </a:lnTo>
                  <a:lnTo>
                    <a:pt x="86543" y="86168"/>
                  </a:lnTo>
                  <a:lnTo>
                    <a:pt x="86543" y="84591"/>
                  </a:lnTo>
                  <a:lnTo>
                    <a:pt x="86543" y="83090"/>
                  </a:lnTo>
                  <a:lnTo>
                    <a:pt x="86618" y="82940"/>
                  </a:lnTo>
                  <a:lnTo>
                    <a:pt x="86618" y="83090"/>
                  </a:lnTo>
                  <a:lnTo>
                    <a:pt x="86693" y="83616"/>
                  </a:lnTo>
                  <a:lnTo>
                    <a:pt x="86693" y="84216"/>
                  </a:lnTo>
                  <a:lnTo>
                    <a:pt x="86693" y="84291"/>
                  </a:lnTo>
                  <a:lnTo>
                    <a:pt x="86768" y="84141"/>
                  </a:lnTo>
                  <a:lnTo>
                    <a:pt x="86618" y="79638"/>
                  </a:lnTo>
                  <a:lnTo>
                    <a:pt x="86543" y="77386"/>
                  </a:lnTo>
                  <a:lnTo>
                    <a:pt x="86543" y="75659"/>
                  </a:lnTo>
                  <a:lnTo>
                    <a:pt x="86468" y="75509"/>
                  </a:lnTo>
                  <a:lnTo>
                    <a:pt x="86393" y="75134"/>
                  </a:lnTo>
                  <a:lnTo>
                    <a:pt x="86468" y="74308"/>
                  </a:lnTo>
                  <a:lnTo>
                    <a:pt x="86543" y="73258"/>
                  </a:lnTo>
                  <a:lnTo>
                    <a:pt x="86543" y="72657"/>
                  </a:lnTo>
                  <a:lnTo>
                    <a:pt x="86543" y="72357"/>
                  </a:lnTo>
                  <a:lnTo>
                    <a:pt x="86618" y="72432"/>
                  </a:lnTo>
                  <a:lnTo>
                    <a:pt x="86618" y="71006"/>
                  </a:lnTo>
                  <a:lnTo>
                    <a:pt x="86618" y="69355"/>
                  </a:lnTo>
                  <a:lnTo>
                    <a:pt x="86468" y="65451"/>
                  </a:lnTo>
                  <a:lnTo>
                    <a:pt x="86543" y="65827"/>
                  </a:lnTo>
                  <a:lnTo>
                    <a:pt x="86618" y="63725"/>
                  </a:lnTo>
                  <a:lnTo>
                    <a:pt x="86618" y="61548"/>
                  </a:lnTo>
                  <a:lnTo>
                    <a:pt x="86543" y="60948"/>
                  </a:lnTo>
                  <a:lnTo>
                    <a:pt x="86472" y="60805"/>
                  </a:lnTo>
                  <a:lnTo>
                    <a:pt x="86543" y="59447"/>
                  </a:lnTo>
                  <a:lnTo>
                    <a:pt x="86543" y="58096"/>
                  </a:lnTo>
                  <a:lnTo>
                    <a:pt x="86543" y="55394"/>
                  </a:lnTo>
                  <a:lnTo>
                    <a:pt x="86468" y="52691"/>
                  </a:lnTo>
                  <a:lnTo>
                    <a:pt x="86468" y="51415"/>
                  </a:lnTo>
                  <a:lnTo>
                    <a:pt x="86543" y="50139"/>
                  </a:lnTo>
                  <a:lnTo>
                    <a:pt x="86543" y="50740"/>
                  </a:lnTo>
                  <a:lnTo>
                    <a:pt x="86543" y="50890"/>
                  </a:lnTo>
                  <a:lnTo>
                    <a:pt x="86618" y="50815"/>
                  </a:lnTo>
                  <a:lnTo>
                    <a:pt x="86543" y="47888"/>
                  </a:lnTo>
                  <a:lnTo>
                    <a:pt x="86468" y="48263"/>
                  </a:lnTo>
                  <a:lnTo>
                    <a:pt x="86393" y="48863"/>
                  </a:lnTo>
                  <a:lnTo>
                    <a:pt x="86318" y="48038"/>
                  </a:lnTo>
                  <a:lnTo>
                    <a:pt x="86243" y="46987"/>
                  </a:lnTo>
                  <a:lnTo>
                    <a:pt x="86318" y="47512"/>
                  </a:lnTo>
                  <a:lnTo>
                    <a:pt x="86393" y="47362"/>
                  </a:lnTo>
                  <a:lnTo>
                    <a:pt x="86468" y="46387"/>
                  </a:lnTo>
                  <a:lnTo>
                    <a:pt x="86393" y="46311"/>
                  </a:lnTo>
                  <a:lnTo>
                    <a:pt x="86393" y="45636"/>
                  </a:lnTo>
                  <a:lnTo>
                    <a:pt x="86393" y="45411"/>
                  </a:lnTo>
                  <a:lnTo>
                    <a:pt x="86318" y="45035"/>
                  </a:lnTo>
                  <a:lnTo>
                    <a:pt x="86318" y="44135"/>
                  </a:lnTo>
                  <a:lnTo>
                    <a:pt x="86318" y="42934"/>
                  </a:lnTo>
                  <a:lnTo>
                    <a:pt x="86243" y="41808"/>
                  </a:lnTo>
                  <a:lnTo>
                    <a:pt x="86318" y="41733"/>
                  </a:lnTo>
                  <a:lnTo>
                    <a:pt x="86318" y="42033"/>
                  </a:lnTo>
                  <a:lnTo>
                    <a:pt x="86384" y="42430"/>
                  </a:lnTo>
                  <a:lnTo>
                    <a:pt x="86318" y="40907"/>
                  </a:lnTo>
                  <a:lnTo>
                    <a:pt x="86318" y="40082"/>
                  </a:lnTo>
                  <a:lnTo>
                    <a:pt x="86318" y="39256"/>
                  </a:lnTo>
                  <a:lnTo>
                    <a:pt x="86393" y="40982"/>
                  </a:lnTo>
                  <a:lnTo>
                    <a:pt x="86468" y="39781"/>
                  </a:lnTo>
                  <a:lnTo>
                    <a:pt x="86468" y="38881"/>
                  </a:lnTo>
                  <a:lnTo>
                    <a:pt x="86543" y="36929"/>
                  </a:lnTo>
                  <a:lnTo>
                    <a:pt x="86468" y="37455"/>
                  </a:lnTo>
                  <a:lnTo>
                    <a:pt x="86393" y="36329"/>
                  </a:lnTo>
                  <a:lnTo>
                    <a:pt x="86318" y="35128"/>
                  </a:lnTo>
                  <a:lnTo>
                    <a:pt x="86318" y="33852"/>
                  </a:lnTo>
                  <a:lnTo>
                    <a:pt x="86243" y="32426"/>
                  </a:lnTo>
                  <a:lnTo>
                    <a:pt x="86318" y="33326"/>
                  </a:lnTo>
                  <a:lnTo>
                    <a:pt x="86393" y="33401"/>
                  </a:lnTo>
                  <a:lnTo>
                    <a:pt x="86393" y="33326"/>
                  </a:lnTo>
                  <a:lnTo>
                    <a:pt x="86393" y="33026"/>
                  </a:lnTo>
                  <a:lnTo>
                    <a:pt x="86468" y="32951"/>
                  </a:lnTo>
                  <a:lnTo>
                    <a:pt x="86543" y="32125"/>
                  </a:lnTo>
                  <a:lnTo>
                    <a:pt x="86543" y="31825"/>
                  </a:lnTo>
                  <a:lnTo>
                    <a:pt x="86543" y="31225"/>
                  </a:lnTo>
                  <a:lnTo>
                    <a:pt x="86543" y="30549"/>
                  </a:lnTo>
                  <a:lnTo>
                    <a:pt x="86543" y="29874"/>
                  </a:lnTo>
                  <a:lnTo>
                    <a:pt x="86468" y="28973"/>
                  </a:lnTo>
                  <a:lnTo>
                    <a:pt x="86468" y="28447"/>
                  </a:lnTo>
                  <a:lnTo>
                    <a:pt x="86543" y="28222"/>
                  </a:lnTo>
                  <a:lnTo>
                    <a:pt x="86543" y="28147"/>
                  </a:lnTo>
                  <a:lnTo>
                    <a:pt x="86543" y="27847"/>
                  </a:lnTo>
                  <a:lnTo>
                    <a:pt x="86468" y="28372"/>
                  </a:lnTo>
                  <a:lnTo>
                    <a:pt x="86393" y="26871"/>
                  </a:lnTo>
                  <a:lnTo>
                    <a:pt x="86468" y="25145"/>
                  </a:lnTo>
                  <a:lnTo>
                    <a:pt x="86468" y="23193"/>
                  </a:lnTo>
                  <a:lnTo>
                    <a:pt x="86393" y="21242"/>
                  </a:lnTo>
                  <a:lnTo>
                    <a:pt x="86318" y="18690"/>
                  </a:lnTo>
                  <a:lnTo>
                    <a:pt x="86243" y="16288"/>
                  </a:lnTo>
                  <a:lnTo>
                    <a:pt x="86243" y="16063"/>
                  </a:lnTo>
                  <a:lnTo>
                    <a:pt x="86318" y="16363"/>
                  </a:lnTo>
                  <a:lnTo>
                    <a:pt x="86318" y="15312"/>
                  </a:lnTo>
                  <a:lnTo>
                    <a:pt x="86318" y="14111"/>
                  </a:lnTo>
                  <a:lnTo>
                    <a:pt x="86243" y="14411"/>
                  </a:lnTo>
                  <a:lnTo>
                    <a:pt x="86243" y="14937"/>
                  </a:lnTo>
                  <a:lnTo>
                    <a:pt x="86171" y="15878"/>
                  </a:lnTo>
                  <a:lnTo>
                    <a:pt x="86243" y="16963"/>
                  </a:lnTo>
                  <a:lnTo>
                    <a:pt x="86168" y="16888"/>
                  </a:lnTo>
                  <a:lnTo>
                    <a:pt x="86168" y="17789"/>
                  </a:lnTo>
                  <a:lnTo>
                    <a:pt x="86168" y="18840"/>
                  </a:lnTo>
                  <a:lnTo>
                    <a:pt x="86168" y="19666"/>
                  </a:lnTo>
                  <a:lnTo>
                    <a:pt x="86168" y="20341"/>
                  </a:lnTo>
                  <a:lnTo>
                    <a:pt x="86168" y="21392"/>
                  </a:lnTo>
                  <a:lnTo>
                    <a:pt x="86168" y="21542"/>
                  </a:lnTo>
                  <a:lnTo>
                    <a:pt x="86243" y="21542"/>
                  </a:lnTo>
                  <a:lnTo>
                    <a:pt x="86243" y="21617"/>
                  </a:lnTo>
                  <a:lnTo>
                    <a:pt x="86318" y="22443"/>
                  </a:lnTo>
                  <a:lnTo>
                    <a:pt x="86093" y="23869"/>
                  </a:lnTo>
                  <a:lnTo>
                    <a:pt x="86168" y="24094"/>
                  </a:lnTo>
                  <a:lnTo>
                    <a:pt x="86168" y="24619"/>
                  </a:lnTo>
                  <a:lnTo>
                    <a:pt x="86168" y="24845"/>
                  </a:lnTo>
                  <a:lnTo>
                    <a:pt x="86168" y="25070"/>
                  </a:lnTo>
                  <a:lnTo>
                    <a:pt x="86243" y="25295"/>
                  </a:lnTo>
                  <a:lnTo>
                    <a:pt x="86168" y="26421"/>
                  </a:lnTo>
                  <a:lnTo>
                    <a:pt x="86168" y="27697"/>
                  </a:lnTo>
                  <a:lnTo>
                    <a:pt x="86168" y="28748"/>
                  </a:lnTo>
                  <a:lnTo>
                    <a:pt x="86093" y="29273"/>
                  </a:lnTo>
                  <a:lnTo>
                    <a:pt x="86168" y="29423"/>
                  </a:lnTo>
                  <a:lnTo>
                    <a:pt x="86168" y="29348"/>
                  </a:lnTo>
                  <a:lnTo>
                    <a:pt x="86168" y="29048"/>
                  </a:lnTo>
                  <a:lnTo>
                    <a:pt x="86168" y="28898"/>
                  </a:lnTo>
                  <a:lnTo>
                    <a:pt x="86243" y="29423"/>
                  </a:lnTo>
                  <a:lnTo>
                    <a:pt x="86168" y="29874"/>
                  </a:lnTo>
                  <a:lnTo>
                    <a:pt x="86168" y="30624"/>
                  </a:lnTo>
                  <a:lnTo>
                    <a:pt x="86168" y="31450"/>
                  </a:lnTo>
                  <a:lnTo>
                    <a:pt x="86168" y="32351"/>
                  </a:lnTo>
                  <a:lnTo>
                    <a:pt x="86093" y="31975"/>
                  </a:lnTo>
                  <a:lnTo>
                    <a:pt x="86093" y="31600"/>
                  </a:lnTo>
                  <a:lnTo>
                    <a:pt x="86093" y="31525"/>
                  </a:lnTo>
                  <a:lnTo>
                    <a:pt x="86018" y="32050"/>
                  </a:lnTo>
                  <a:lnTo>
                    <a:pt x="86093" y="32726"/>
                  </a:lnTo>
                  <a:lnTo>
                    <a:pt x="86093" y="33627"/>
                  </a:lnTo>
                  <a:lnTo>
                    <a:pt x="86018" y="35503"/>
                  </a:lnTo>
                  <a:lnTo>
                    <a:pt x="86093" y="35578"/>
                  </a:lnTo>
                  <a:lnTo>
                    <a:pt x="86093" y="35878"/>
                  </a:lnTo>
                  <a:lnTo>
                    <a:pt x="86093" y="36854"/>
                  </a:lnTo>
                  <a:lnTo>
                    <a:pt x="86093" y="39481"/>
                  </a:lnTo>
                  <a:lnTo>
                    <a:pt x="86018" y="41283"/>
                  </a:lnTo>
                  <a:lnTo>
                    <a:pt x="85943" y="44360"/>
                  </a:lnTo>
                  <a:lnTo>
                    <a:pt x="86018" y="44810"/>
                  </a:lnTo>
                  <a:lnTo>
                    <a:pt x="86093" y="45636"/>
                  </a:lnTo>
                  <a:lnTo>
                    <a:pt x="86093" y="47587"/>
                  </a:lnTo>
                  <a:lnTo>
                    <a:pt x="86018" y="47512"/>
                  </a:lnTo>
                  <a:lnTo>
                    <a:pt x="86018" y="47287"/>
                  </a:lnTo>
                  <a:lnTo>
                    <a:pt x="85943" y="46612"/>
                  </a:lnTo>
                  <a:lnTo>
                    <a:pt x="85943" y="47738"/>
                  </a:lnTo>
                  <a:lnTo>
                    <a:pt x="85943" y="48263"/>
                  </a:lnTo>
                  <a:lnTo>
                    <a:pt x="86018" y="49164"/>
                  </a:lnTo>
                  <a:lnTo>
                    <a:pt x="85868" y="48863"/>
                  </a:lnTo>
                  <a:lnTo>
                    <a:pt x="85943" y="51190"/>
                  </a:lnTo>
                  <a:lnTo>
                    <a:pt x="85943" y="52466"/>
                  </a:lnTo>
                  <a:lnTo>
                    <a:pt x="85943" y="53892"/>
                  </a:lnTo>
                  <a:lnTo>
                    <a:pt x="86018" y="53892"/>
                  </a:lnTo>
                  <a:lnTo>
                    <a:pt x="86018" y="53742"/>
                  </a:lnTo>
                  <a:lnTo>
                    <a:pt x="86168" y="53442"/>
                  </a:lnTo>
                  <a:lnTo>
                    <a:pt x="86243" y="53367"/>
                  </a:lnTo>
                  <a:lnTo>
                    <a:pt x="86243" y="53442"/>
                  </a:lnTo>
                  <a:lnTo>
                    <a:pt x="86393" y="54418"/>
                  </a:lnTo>
                  <a:lnTo>
                    <a:pt x="86243" y="54418"/>
                  </a:lnTo>
                  <a:lnTo>
                    <a:pt x="86168" y="54343"/>
                  </a:lnTo>
                  <a:lnTo>
                    <a:pt x="86168" y="54418"/>
                  </a:lnTo>
                  <a:lnTo>
                    <a:pt x="86168" y="55018"/>
                  </a:lnTo>
                  <a:lnTo>
                    <a:pt x="86168" y="55394"/>
                  </a:lnTo>
                  <a:lnTo>
                    <a:pt x="86093" y="55469"/>
                  </a:lnTo>
                  <a:lnTo>
                    <a:pt x="86093" y="55619"/>
                  </a:lnTo>
                  <a:lnTo>
                    <a:pt x="86018" y="55769"/>
                  </a:lnTo>
                  <a:lnTo>
                    <a:pt x="86018" y="55394"/>
                  </a:lnTo>
                  <a:lnTo>
                    <a:pt x="86018" y="54868"/>
                  </a:lnTo>
                  <a:lnTo>
                    <a:pt x="85943" y="56144"/>
                  </a:lnTo>
                  <a:lnTo>
                    <a:pt x="85868" y="56970"/>
                  </a:lnTo>
                  <a:lnTo>
                    <a:pt x="85943" y="57045"/>
                  </a:lnTo>
                  <a:lnTo>
                    <a:pt x="86018" y="57570"/>
                  </a:lnTo>
                  <a:lnTo>
                    <a:pt x="85943" y="58321"/>
                  </a:lnTo>
                  <a:lnTo>
                    <a:pt x="85943" y="58546"/>
                  </a:lnTo>
                  <a:lnTo>
                    <a:pt x="85868" y="58621"/>
                  </a:lnTo>
                  <a:lnTo>
                    <a:pt x="85793" y="58996"/>
                  </a:lnTo>
                  <a:lnTo>
                    <a:pt x="85868" y="59822"/>
                  </a:lnTo>
                  <a:lnTo>
                    <a:pt x="85868" y="60197"/>
                  </a:lnTo>
                  <a:lnTo>
                    <a:pt x="85943" y="60272"/>
                  </a:lnTo>
                  <a:lnTo>
                    <a:pt x="85943" y="60347"/>
                  </a:lnTo>
                  <a:lnTo>
                    <a:pt x="85943" y="60798"/>
                  </a:lnTo>
                  <a:lnTo>
                    <a:pt x="85868" y="61098"/>
                  </a:lnTo>
                  <a:lnTo>
                    <a:pt x="85868" y="63125"/>
                  </a:lnTo>
                  <a:lnTo>
                    <a:pt x="85943" y="63875"/>
                  </a:lnTo>
                  <a:lnTo>
                    <a:pt x="85943" y="64025"/>
                  </a:lnTo>
                  <a:lnTo>
                    <a:pt x="86018" y="63875"/>
                  </a:lnTo>
                  <a:lnTo>
                    <a:pt x="86018" y="63800"/>
                  </a:lnTo>
                  <a:lnTo>
                    <a:pt x="86093" y="65752"/>
                  </a:lnTo>
                  <a:lnTo>
                    <a:pt x="86093" y="67778"/>
                  </a:lnTo>
                  <a:lnTo>
                    <a:pt x="86018" y="69805"/>
                  </a:lnTo>
                  <a:lnTo>
                    <a:pt x="86018" y="71756"/>
                  </a:lnTo>
                  <a:lnTo>
                    <a:pt x="85943" y="71756"/>
                  </a:lnTo>
                  <a:lnTo>
                    <a:pt x="86018" y="74158"/>
                  </a:lnTo>
                  <a:lnTo>
                    <a:pt x="86018" y="75284"/>
                  </a:lnTo>
                  <a:lnTo>
                    <a:pt x="86093" y="76260"/>
                  </a:lnTo>
                  <a:lnTo>
                    <a:pt x="86018" y="76935"/>
                  </a:lnTo>
                  <a:lnTo>
                    <a:pt x="86018" y="77086"/>
                  </a:lnTo>
                  <a:lnTo>
                    <a:pt x="85947" y="77157"/>
                  </a:lnTo>
                  <a:lnTo>
                    <a:pt x="85947" y="77157"/>
                  </a:lnTo>
                  <a:lnTo>
                    <a:pt x="86018" y="78437"/>
                  </a:lnTo>
                  <a:lnTo>
                    <a:pt x="85943" y="80088"/>
                  </a:lnTo>
                  <a:lnTo>
                    <a:pt x="85868" y="79638"/>
                  </a:lnTo>
                  <a:lnTo>
                    <a:pt x="85868" y="78887"/>
                  </a:lnTo>
                  <a:lnTo>
                    <a:pt x="85793" y="80613"/>
                  </a:lnTo>
                  <a:lnTo>
                    <a:pt x="85793" y="81364"/>
                  </a:lnTo>
                  <a:lnTo>
                    <a:pt x="85868" y="82415"/>
                  </a:lnTo>
                  <a:lnTo>
                    <a:pt x="85793" y="82265"/>
                  </a:lnTo>
                  <a:lnTo>
                    <a:pt x="85793" y="82340"/>
                  </a:lnTo>
                  <a:lnTo>
                    <a:pt x="85718" y="82865"/>
                  </a:lnTo>
                  <a:lnTo>
                    <a:pt x="85718" y="84291"/>
                  </a:lnTo>
                  <a:lnTo>
                    <a:pt x="85868" y="83240"/>
                  </a:lnTo>
                  <a:lnTo>
                    <a:pt x="85793" y="85417"/>
                  </a:lnTo>
                  <a:lnTo>
                    <a:pt x="85643" y="85042"/>
                  </a:lnTo>
                  <a:lnTo>
                    <a:pt x="85567" y="86168"/>
                  </a:lnTo>
                  <a:lnTo>
                    <a:pt x="85567" y="87294"/>
                  </a:lnTo>
                  <a:lnTo>
                    <a:pt x="85718" y="89320"/>
                  </a:lnTo>
                  <a:lnTo>
                    <a:pt x="85793" y="91272"/>
                  </a:lnTo>
                  <a:lnTo>
                    <a:pt x="85718" y="92172"/>
                  </a:lnTo>
                  <a:lnTo>
                    <a:pt x="85643" y="93073"/>
                  </a:lnTo>
                  <a:lnTo>
                    <a:pt x="85643" y="93223"/>
                  </a:lnTo>
                  <a:lnTo>
                    <a:pt x="85718" y="93148"/>
                  </a:lnTo>
                  <a:lnTo>
                    <a:pt x="85718" y="92623"/>
                  </a:lnTo>
                  <a:lnTo>
                    <a:pt x="85793" y="92022"/>
                  </a:lnTo>
                  <a:lnTo>
                    <a:pt x="85868" y="91947"/>
                  </a:lnTo>
                  <a:lnTo>
                    <a:pt x="85868" y="92097"/>
                  </a:lnTo>
                  <a:lnTo>
                    <a:pt x="85793" y="93148"/>
                  </a:lnTo>
                  <a:lnTo>
                    <a:pt x="85718" y="94124"/>
                  </a:lnTo>
                  <a:lnTo>
                    <a:pt x="85567" y="95475"/>
                  </a:lnTo>
                  <a:lnTo>
                    <a:pt x="85567" y="96601"/>
                  </a:lnTo>
                  <a:lnTo>
                    <a:pt x="85643" y="97351"/>
                  </a:lnTo>
                  <a:lnTo>
                    <a:pt x="85793" y="98177"/>
                  </a:lnTo>
                  <a:lnTo>
                    <a:pt x="85793" y="99378"/>
                  </a:lnTo>
                  <a:lnTo>
                    <a:pt x="85868" y="99228"/>
                  </a:lnTo>
                  <a:lnTo>
                    <a:pt x="85868" y="99153"/>
                  </a:lnTo>
                  <a:lnTo>
                    <a:pt x="85943" y="99228"/>
                  </a:lnTo>
                  <a:lnTo>
                    <a:pt x="86018" y="99528"/>
                  </a:lnTo>
                  <a:lnTo>
                    <a:pt x="86093" y="100354"/>
                  </a:lnTo>
                  <a:lnTo>
                    <a:pt x="86018" y="101255"/>
                  </a:lnTo>
                  <a:lnTo>
                    <a:pt x="85943" y="101705"/>
                  </a:lnTo>
                  <a:lnTo>
                    <a:pt x="85793" y="101705"/>
                  </a:lnTo>
                  <a:lnTo>
                    <a:pt x="85718" y="101255"/>
                  </a:lnTo>
                  <a:lnTo>
                    <a:pt x="85718" y="100879"/>
                  </a:lnTo>
                  <a:lnTo>
                    <a:pt x="85793" y="100729"/>
                  </a:lnTo>
                  <a:lnTo>
                    <a:pt x="85718" y="100129"/>
                  </a:lnTo>
                  <a:lnTo>
                    <a:pt x="85718" y="99979"/>
                  </a:lnTo>
                  <a:lnTo>
                    <a:pt x="85643" y="100204"/>
                  </a:lnTo>
                  <a:lnTo>
                    <a:pt x="85718" y="100429"/>
                  </a:lnTo>
                  <a:lnTo>
                    <a:pt x="85567" y="101930"/>
                  </a:lnTo>
                  <a:lnTo>
                    <a:pt x="85567" y="102531"/>
                  </a:lnTo>
                  <a:lnTo>
                    <a:pt x="85492" y="102681"/>
                  </a:lnTo>
                  <a:lnTo>
                    <a:pt x="85492" y="103131"/>
                  </a:lnTo>
                  <a:lnTo>
                    <a:pt x="85643" y="102305"/>
                  </a:lnTo>
                  <a:lnTo>
                    <a:pt x="85417" y="104632"/>
                  </a:lnTo>
                  <a:lnTo>
                    <a:pt x="85267" y="105683"/>
                  </a:lnTo>
                  <a:lnTo>
                    <a:pt x="85117" y="106959"/>
                  </a:lnTo>
                  <a:lnTo>
                    <a:pt x="85267" y="106584"/>
                  </a:lnTo>
                  <a:lnTo>
                    <a:pt x="85267" y="106734"/>
                  </a:lnTo>
                  <a:lnTo>
                    <a:pt x="85042" y="108085"/>
                  </a:lnTo>
                  <a:lnTo>
                    <a:pt x="84967" y="108535"/>
                  </a:lnTo>
                  <a:lnTo>
                    <a:pt x="85042" y="108911"/>
                  </a:lnTo>
                  <a:lnTo>
                    <a:pt x="84892" y="109736"/>
                  </a:lnTo>
                  <a:lnTo>
                    <a:pt x="84667" y="110111"/>
                  </a:lnTo>
                  <a:lnTo>
                    <a:pt x="84667" y="110187"/>
                  </a:lnTo>
                  <a:lnTo>
                    <a:pt x="84592" y="110111"/>
                  </a:lnTo>
                  <a:lnTo>
                    <a:pt x="84517" y="110337"/>
                  </a:lnTo>
                  <a:lnTo>
                    <a:pt x="84367" y="111162"/>
                  </a:lnTo>
                  <a:lnTo>
                    <a:pt x="84141" y="111613"/>
                  </a:lnTo>
                  <a:lnTo>
                    <a:pt x="84141" y="111688"/>
                  </a:lnTo>
                  <a:lnTo>
                    <a:pt x="84066" y="111613"/>
                  </a:lnTo>
                  <a:lnTo>
                    <a:pt x="84141" y="110862"/>
                  </a:lnTo>
                  <a:lnTo>
                    <a:pt x="83841" y="112063"/>
                  </a:lnTo>
                  <a:lnTo>
                    <a:pt x="83541" y="113114"/>
                  </a:lnTo>
                  <a:lnTo>
                    <a:pt x="82872" y="114586"/>
                  </a:lnTo>
                  <a:lnTo>
                    <a:pt x="82865" y="114615"/>
                  </a:lnTo>
                  <a:lnTo>
                    <a:pt x="82565" y="115291"/>
                  </a:lnTo>
                  <a:lnTo>
                    <a:pt x="82940" y="114840"/>
                  </a:lnTo>
                  <a:lnTo>
                    <a:pt x="82940" y="114840"/>
                  </a:lnTo>
                  <a:lnTo>
                    <a:pt x="82640" y="115441"/>
                  </a:lnTo>
                  <a:lnTo>
                    <a:pt x="82565" y="115666"/>
                  </a:lnTo>
                  <a:lnTo>
                    <a:pt x="82490" y="115741"/>
                  </a:lnTo>
                  <a:lnTo>
                    <a:pt x="82490" y="115891"/>
                  </a:lnTo>
                  <a:lnTo>
                    <a:pt x="82640" y="115891"/>
                  </a:lnTo>
                  <a:lnTo>
                    <a:pt x="82715" y="115966"/>
                  </a:lnTo>
                  <a:lnTo>
                    <a:pt x="82640" y="116491"/>
                  </a:lnTo>
                  <a:lnTo>
                    <a:pt x="82040" y="117692"/>
                  </a:lnTo>
                  <a:lnTo>
                    <a:pt x="81815" y="118293"/>
                  </a:lnTo>
                  <a:lnTo>
                    <a:pt x="81664" y="118518"/>
                  </a:lnTo>
                  <a:lnTo>
                    <a:pt x="81514" y="118593"/>
                  </a:lnTo>
                  <a:lnTo>
                    <a:pt x="81514" y="118593"/>
                  </a:lnTo>
                  <a:lnTo>
                    <a:pt x="81890" y="117767"/>
                  </a:lnTo>
                  <a:lnTo>
                    <a:pt x="81890" y="117692"/>
                  </a:lnTo>
                  <a:lnTo>
                    <a:pt x="81815" y="117767"/>
                  </a:lnTo>
                  <a:lnTo>
                    <a:pt x="81739" y="117692"/>
                  </a:lnTo>
                  <a:lnTo>
                    <a:pt x="81815" y="117542"/>
                  </a:lnTo>
                  <a:lnTo>
                    <a:pt x="81965" y="117017"/>
                  </a:lnTo>
                  <a:lnTo>
                    <a:pt x="81439" y="118218"/>
                  </a:lnTo>
                  <a:lnTo>
                    <a:pt x="81514" y="117993"/>
                  </a:lnTo>
                  <a:lnTo>
                    <a:pt x="81214" y="118593"/>
                  </a:lnTo>
                  <a:lnTo>
                    <a:pt x="80989" y="118968"/>
                  </a:lnTo>
                  <a:lnTo>
                    <a:pt x="80839" y="119419"/>
                  </a:lnTo>
                  <a:lnTo>
                    <a:pt x="80764" y="119869"/>
                  </a:lnTo>
                  <a:lnTo>
                    <a:pt x="80614" y="120319"/>
                  </a:lnTo>
                  <a:lnTo>
                    <a:pt x="80238" y="120920"/>
                  </a:lnTo>
                  <a:lnTo>
                    <a:pt x="80238" y="120845"/>
                  </a:lnTo>
                  <a:lnTo>
                    <a:pt x="80013" y="120995"/>
                  </a:lnTo>
                  <a:lnTo>
                    <a:pt x="79638" y="121595"/>
                  </a:lnTo>
                  <a:lnTo>
                    <a:pt x="79938" y="121220"/>
                  </a:lnTo>
                  <a:lnTo>
                    <a:pt x="80013" y="121220"/>
                  </a:lnTo>
                  <a:lnTo>
                    <a:pt x="79938" y="121520"/>
                  </a:lnTo>
                  <a:lnTo>
                    <a:pt x="79713" y="122046"/>
                  </a:lnTo>
                  <a:lnTo>
                    <a:pt x="79263" y="122721"/>
                  </a:lnTo>
                  <a:lnTo>
                    <a:pt x="78962" y="123247"/>
                  </a:lnTo>
                  <a:lnTo>
                    <a:pt x="78587" y="123997"/>
                  </a:lnTo>
                  <a:lnTo>
                    <a:pt x="79037" y="123322"/>
                  </a:lnTo>
                  <a:lnTo>
                    <a:pt x="78962" y="123547"/>
                  </a:lnTo>
                  <a:lnTo>
                    <a:pt x="78737" y="123997"/>
                  </a:lnTo>
                  <a:lnTo>
                    <a:pt x="78062" y="125048"/>
                  </a:lnTo>
                  <a:lnTo>
                    <a:pt x="78062" y="124898"/>
                  </a:lnTo>
                  <a:lnTo>
                    <a:pt x="77836" y="125273"/>
                  </a:lnTo>
                  <a:lnTo>
                    <a:pt x="77236" y="126024"/>
                  </a:lnTo>
                  <a:lnTo>
                    <a:pt x="76485" y="126775"/>
                  </a:lnTo>
                  <a:lnTo>
                    <a:pt x="75810" y="127600"/>
                  </a:lnTo>
                  <a:lnTo>
                    <a:pt x="75585" y="127825"/>
                  </a:lnTo>
                  <a:lnTo>
                    <a:pt x="75359" y="127825"/>
                  </a:lnTo>
                  <a:lnTo>
                    <a:pt x="75134" y="127975"/>
                  </a:lnTo>
                  <a:lnTo>
                    <a:pt x="74534" y="128801"/>
                  </a:lnTo>
                  <a:lnTo>
                    <a:pt x="74008" y="129327"/>
                  </a:lnTo>
                  <a:lnTo>
                    <a:pt x="73408" y="129777"/>
                  </a:lnTo>
                  <a:lnTo>
                    <a:pt x="72657" y="130603"/>
                  </a:lnTo>
                  <a:lnTo>
                    <a:pt x="72657" y="130603"/>
                  </a:lnTo>
                  <a:lnTo>
                    <a:pt x="72958" y="130452"/>
                  </a:lnTo>
                  <a:lnTo>
                    <a:pt x="73033" y="130452"/>
                  </a:lnTo>
                  <a:lnTo>
                    <a:pt x="72357" y="131203"/>
                  </a:lnTo>
                  <a:lnTo>
                    <a:pt x="73408" y="130152"/>
                  </a:lnTo>
                  <a:lnTo>
                    <a:pt x="74384" y="129026"/>
                  </a:lnTo>
                  <a:lnTo>
                    <a:pt x="73183" y="130603"/>
                  </a:lnTo>
                  <a:lnTo>
                    <a:pt x="74083" y="129552"/>
                  </a:lnTo>
                  <a:lnTo>
                    <a:pt x="74834" y="128801"/>
                  </a:lnTo>
                  <a:lnTo>
                    <a:pt x="74459" y="129327"/>
                  </a:lnTo>
                  <a:lnTo>
                    <a:pt x="74534" y="129327"/>
                  </a:lnTo>
                  <a:lnTo>
                    <a:pt x="74759" y="129176"/>
                  </a:lnTo>
                  <a:lnTo>
                    <a:pt x="74384" y="129477"/>
                  </a:lnTo>
                  <a:lnTo>
                    <a:pt x="74008" y="129852"/>
                  </a:lnTo>
                  <a:lnTo>
                    <a:pt x="73408" y="130527"/>
                  </a:lnTo>
                  <a:lnTo>
                    <a:pt x="72732" y="131203"/>
                  </a:lnTo>
                  <a:lnTo>
                    <a:pt x="71982" y="131879"/>
                  </a:lnTo>
                  <a:lnTo>
                    <a:pt x="71757" y="131578"/>
                  </a:lnTo>
                  <a:lnTo>
                    <a:pt x="70631" y="132554"/>
                  </a:lnTo>
                  <a:lnTo>
                    <a:pt x="69505" y="133530"/>
                  </a:lnTo>
                  <a:lnTo>
                    <a:pt x="68304" y="134581"/>
                  </a:lnTo>
                  <a:lnTo>
                    <a:pt x="67553" y="135106"/>
                  </a:lnTo>
                  <a:lnTo>
                    <a:pt x="66728" y="135631"/>
                  </a:lnTo>
                  <a:lnTo>
                    <a:pt x="66728" y="135631"/>
                  </a:lnTo>
                  <a:lnTo>
                    <a:pt x="67478" y="135181"/>
                  </a:lnTo>
                  <a:lnTo>
                    <a:pt x="67178" y="135481"/>
                  </a:lnTo>
                  <a:lnTo>
                    <a:pt x="66653" y="135857"/>
                  </a:lnTo>
                  <a:lnTo>
                    <a:pt x="65377" y="136682"/>
                  </a:lnTo>
                  <a:lnTo>
                    <a:pt x="65302" y="136607"/>
                  </a:lnTo>
                  <a:lnTo>
                    <a:pt x="65076" y="136682"/>
                  </a:lnTo>
                  <a:lnTo>
                    <a:pt x="64551" y="136907"/>
                  </a:lnTo>
                  <a:lnTo>
                    <a:pt x="64326" y="137058"/>
                  </a:lnTo>
                  <a:lnTo>
                    <a:pt x="63725" y="137433"/>
                  </a:lnTo>
                  <a:lnTo>
                    <a:pt x="63050" y="137883"/>
                  </a:lnTo>
                  <a:lnTo>
                    <a:pt x="62825" y="138033"/>
                  </a:lnTo>
                  <a:lnTo>
                    <a:pt x="62674" y="138183"/>
                  </a:lnTo>
                  <a:lnTo>
                    <a:pt x="61473" y="138634"/>
                  </a:lnTo>
                  <a:lnTo>
                    <a:pt x="60273" y="139159"/>
                  </a:lnTo>
                  <a:lnTo>
                    <a:pt x="59372" y="139685"/>
                  </a:lnTo>
                  <a:lnTo>
                    <a:pt x="58546" y="140135"/>
                  </a:lnTo>
                  <a:lnTo>
                    <a:pt x="58021" y="140360"/>
                  </a:lnTo>
                  <a:lnTo>
                    <a:pt x="57345" y="140660"/>
                  </a:lnTo>
                  <a:lnTo>
                    <a:pt x="57495" y="140435"/>
                  </a:lnTo>
                  <a:lnTo>
                    <a:pt x="57495" y="140360"/>
                  </a:lnTo>
                  <a:lnTo>
                    <a:pt x="57645" y="140285"/>
                  </a:lnTo>
                  <a:lnTo>
                    <a:pt x="58246" y="139985"/>
                  </a:lnTo>
                  <a:lnTo>
                    <a:pt x="57345" y="140285"/>
                  </a:lnTo>
                  <a:lnTo>
                    <a:pt x="57045" y="140435"/>
                  </a:lnTo>
                  <a:lnTo>
                    <a:pt x="56970" y="140510"/>
                  </a:lnTo>
                  <a:lnTo>
                    <a:pt x="56520" y="140660"/>
                  </a:lnTo>
                  <a:lnTo>
                    <a:pt x="55844" y="140886"/>
                  </a:lnTo>
                  <a:lnTo>
                    <a:pt x="55093" y="141186"/>
                  </a:lnTo>
                  <a:lnTo>
                    <a:pt x="54493" y="141261"/>
                  </a:lnTo>
                  <a:lnTo>
                    <a:pt x="54118" y="141486"/>
                  </a:lnTo>
                  <a:lnTo>
                    <a:pt x="53817" y="141636"/>
                  </a:lnTo>
                  <a:lnTo>
                    <a:pt x="53367" y="141711"/>
                  </a:lnTo>
                  <a:lnTo>
                    <a:pt x="52842" y="141861"/>
                  </a:lnTo>
                  <a:lnTo>
                    <a:pt x="52617" y="142011"/>
                  </a:lnTo>
                  <a:lnTo>
                    <a:pt x="52842" y="142011"/>
                  </a:lnTo>
                  <a:lnTo>
                    <a:pt x="51941" y="142087"/>
                  </a:lnTo>
                  <a:lnTo>
                    <a:pt x="50965" y="142237"/>
                  </a:lnTo>
                  <a:lnTo>
                    <a:pt x="49839" y="142387"/>
                  </a:lnTo>
                  <a:lnTo>
                    <a:pt x="48789" y="142537"/>
                  </a:lnTo>
                  <a:lnTo>
                    <a:pt x="47663" y="142687"/>
                  </a:lnTo>
                  <a:lnTo>
                    <a:pt x="46612" y="142762"/>
                  </a:lnTo>
                  <a:lnTo>
                    <a:pt x="45636" y="142837"/>
                  </a:lnTo>
                  <a:lnTo>
                    <a:pt x="44885" y="142762"/>
                  </a:lnTo>
                  <a:lnTo>
                    <a:pt x="43609" y="142837"/>
                  </a:lnTo>
                  <a:lnTo>
                    <a:pt x="41132" y="142837"/>
                  </a:lnTo>
                  <a:lnTo>
                    <a:pt x="40007" y="142762"/>
                  </a:lnTo>
                  <a:lnTo>
                    <a:pt x="40082" y="142687"/>
                  </a:lnTo>
                  <a:lnTo>
                    <a:pt x="40307" y="142687"/>
                  </a:lnTo>
                  <a:lnTo>
                    <a:pt x="39256" y="142612"/>
                  </a:lnTo>
                  <a:lnTo>
                    <a:pt x="38656" y="142687"/>
                  </a:lnTo>
                  <a:lnTo>
                    <a:pt x="38055" y="142687"/>
                  </a:lnTo>
                  <a:lnTo>
                    <a:pt x="36854" y="142537"/>
                  </a:lnTo>
                  <a:lnTo>
                    <a:pt x="36629" y="142462"/>
                  </a:lnTo>
                  <a:lnTo>
                    <a:pt x="36554" y="142387"/>
                  </a:lnTo>
                  <a:lnTo>
                    <a:pt x="36929" y="142462"/>
                  </a:lnTo>
                  <a:lnTo>
                    <a:pt x="37380" y="142462"/>
                  </a:lnTo>
                  <a:lnTo>
                    <a:pt x="37154" y="142312"/>
                  </a:lnTo>
                  <a:lnTo>
                    <a:pt x="36854" y="142237"/>
                  </a:lnTo>
                  <a:lnTo>
                    <a:pt x="35728" y="142087"/>
                  </a:lnTo>
                  <a:lnTo>
                    <a:pt x="34527" y="141861"/>
                  </a:lnTo>
                  <a:lnTo>
                    <a:pt x="33852" y="141711"/>
                  </a:lnTo>
                  <a:lnTo>
                    <a:pt x="33326" y="141486"/>
                  </a:lnTo>
                  <a:lnTo>
                    <a:pt x="33627" y="141561"/>
                  </a:lnTo>
                  <a:lnTo>
                    <a:pt x="32726" y="141336"/>
                  </a:lnTo>
                  <a:lnTo>
                    <a:pt x="31675" y="141111"/>
                  </a:lnTo>
                  <a:lnTo>
                    <a:pt x="30474" y="140811"/>
                  </a:lnTo>
                  <a:lnTo>
                    <a:pt x="29198" y="140360"/>
                  </a:lnTo>
                  <a:lnTo>
                    <a:pt x="28673" y="140210"/>
                  </a:lnTo>
                  <a:lnTo>
                    <a:pt x="28072" y="140060"/>
                  </a:lnTo>
                  <a:lnTo>
                    <a:pt x="26796" y="139610"/>
                  </a:lnTo>
                  <a:lnTo>
                    <a:pt x="25370" y="139009"/>
                  </a:lnTo>
                  <a:lnTo>
                    <a:pt x="24094" y="138409"/>
                  </a:lnTo>
                  <a:lnTo>
                    <a:pt x="24619" y="138559"/>
                  </a:lnTo>
                  <a:lnTo>
                    <a:pt x="24695" y="138559"/>
                  </a:lnTo>
                  <a:lnTo>
                    <a:pt x="24544" y="138484"/>
                  </a:lnTo>
                  <a:lnTo>
                    <a:pt x="24244" y="138334"/>
                  </a:lnTo>
                  <a:lnTo>
                    <a:pt x="24169" y="138409"/>
                  </a:lnTo>
                  <a:lnTo>
                    <a:pt x="23944" y="138334"/>
                  </a:lnTo>
                  <a:lnTo>
                    <a:pt x="23268" y="138033"/>
                  </a:lnTo>
                  <a:lnTo>
                    <a:pt x="22368" y="137433"/>
                  </a:lnTo>
                  <a:lnTo>
                    <a:pt x="21992" y="137133"/>
                  </a:lnTo>
                  <a:lnTo>
                    <a:pt x="21767" y="136907"/>
                  </a:lnTo>
                  <a:lnTo>
                    <a:pt x="23118" y="137658"/>
                  </a:lnTo>
                  <a:lnTo>
                    <a:pt x="22593" y="137283"/>
                  </a:lnTo>
                  <a:lnTo>
                    <a:pt x="21917" y="136907"/>
                  </a:lnTo>
                  <a:lnTo>
                    <a:pt x="21317" y="136607"/>
                  </a:lnTo>
                  <a:lnTo>
                    <a:pt x="20716" y="136232"/>
                  </a:lnTo>
                  <a:lnTo>
                    <a:pt x="20867" y="136232"/>
                  </a:lnTo>
                  <a:lnTo>
                    <a:pt x="19666" y="135556"/>
                  </a:lnTo>
                  <a:lnTo>
                    <a:pt x="18840" y="135031"/>
                  </a:lnTo>
                  <a:lnTo>
                    <a:pt x="18014" y="134506"/>
                  </a:lnTo>
                  <a:lnTo>
                    <a:pt x="16813" y="133605"/>
                  </a:lnTo>
                  <a:lnTo>
                    <a:pt x="16963" y="133755"/>
                  </a:lnTo>
                  <a:lnTo>
                    <a:pt x="16963" y="133755"/>
                  </a:lnTo>
                  <a:lnTo>
                    <a:pt x="16363" y="133380"/>
                  </a:lnTo>
                  <a:lnTo>
                    <a:pt x="15988" y="133004"/>
                  </a:lnTo>
                  <a:lnTo>
                    <a:pt x="15612" y="132704"/>
                  </a:lnTo>
                  <a:lnTo>
                    <a:pt x="15012" y="132179"/>
                  </a:lnTo>
                  <a:lnTo>
                    <a:pt x="14862" y="131803"/>
                  </a:lnTo>
                  <a:lnTo>
                    <a:pt x="13210" y="130452"/>
                  </a:lnTo>
                  <a:lnTo>
                    <a:pt x="12235" y="129477"/>
                  </a:lnTo>
                  <a:lnTo>
                    <a:pt x="11334" y="128501"/>
                  </a:lnTo>
                  <a:lnTo>
                    <a:pt x="11334" y="128501"/>
                  </a:lnTo>
                  <a:lnTo>
                    <a:pt x="12010" y="129101"/>
                  </a:lnTo>
                  <a:lnTo>
                    <a:pt x="12760" y="129852"/>
                  </a:lnTo>
                  <a:lnTo>
                    <a:pt x="13511" y="130603"/>
                  </a:lnTo>
                  <a:lnTo>
                    <a:pt x="14261" y="131203"/>
                  </a:lnTo>
                  <a:lnTo>
                    <a:pt x="14261" y="131203"/>
                  </a:lnTo>
                  <a:lnTo>
                    <a:pt x="12910" y="129927"/>
                  </a:lnTo>
                  <a:lnTo>
                    <a:pt x="12610" y="129627"/>
                  </a:lnTo>
                  <a:lnTo>
                    <a:pt x="11934" y="129026"/>
                  </a:lnTo>
                  <a:lnTo>
                    <a:pt x="11259" y="128276"/>
                  </a:lnTo>
                  <a:lnTo>
                    <a:pt x="10433" y="127450"/>
                  </a:lnTo>
                  <a:lnTo>
                    <a:pt x="9683" y="126474"/>
                  </a:lnTo>
                  <a:lnTo>
                    <a:pt x="9683" y="126399"/>
                  </a:lnTo>
                  <a:lnTo>
                    <a:pt x="9683" y="126324"/>
                  </a:lnTo>
                  <a:lnTo>
                    <a:pt x="9382" y="125874"/>
                  </a:lnTo>
                  <a:lnTo>
                    <a:pt x="8407" y="124448"/>
                  </a:lnTo>
                  <a:lnTo>
                    <a:pt x="7281" y="122721"/>
                  </a:lnTo>
                  <a:lnTo>
                    <a:pt x="6830" y="121971"/>
                  </a:lnTo>
                  <a:lnTo>
                    <a:pt x="6605" y="121370"/>
                  </a:lnTo>
                  <a:lnTo>
                    <a:pt x="6005" y="120395"/>
                  </a:lnTo>
                  <a:lnTo>
                    <a:pt x="5404" y="119344"/>
                  </a:lnTo>
                  <a:lnTo>
                    <a:pt x="4429" y="117167"/>
                  </a:lnTo>
                  <a:lnTo>
                    <a:pt x="3978" y="116041"/>
                  </a:lnTo>
                  <a:lnTo>
                    <a:pt x="3528" y="114840"/>
                  </a:lnTo>
                  <a:lnTo>
                    <a:pt x="3078" y="113639"/>
                  </a:lnTo>
                  <a:lnTo>
                    <a:pt x="2852" y="112964"/>
                  </a:lnTo>
                  <a:lnTo>
                    <a:pt x="2702" y="112363"/>
                  </a:lnTo>
                  <a:lnTo>
                    <a:pt x="2702" y="112739"/>
                  </a:lnTo>
                  <a:lnTo>
                    <a:pt x="2627" y="112363"/>
                  </a:lnTo>
                  <a:lnTo>
                    <a:pt x="2402" y="111763"/>
                  </a:lnTo>
                  <a:lnTo>
                    <a:pt x="2327" y="111613"/>
                  </a:lnTo>
                  <a:lnTo>
                    <a:pt x="2327" y="111538"/>
                  </a:lnTo>
                  <a:lnTo>
                    <a:pt x="2027" y="110712"/>
                  </a:lnTo>
                  <a:lnTo>
                    <a:pt x="1952" y="110337"/>
                  </a:lnTo>
                  <a:lnTo>
                    <a:pt x="1726" y="109061"/>
                  </a:lnTo>
                  <a:lnTo>
                    <a:pt x="1610" y="108068"/>
                  </a:lnTo>
                  <a:lnTo>
                    <a:pt x="1726" y="108535"/>
                  </a:lnTo>
                  <a:lnTo>
                    <a:pt x="1576" y="107259"/>
                  </a:lnTo>
                  <a:lnTo>
                    <a:pt x="1501" y="106509"/>
                  </a:lnTo>
                  <a:lnTo>
                    <a:pt x="1501" y="106584"/>
                  </a:lnTo>
                  <a:lnTo>
                    <a:pt x="1426" y="106509"/>
                  </a:lnTo>
                  <a:lnTo>
                    <a:pt x="1351" y="106133"/>
                  </a:lnTo>
                  <a:lnTo>
                    <a:pt x="1201" y="104782"/>
                  </a:lnTo>
                  <a:lnTo>
                    <a:pt x="1351" y="106283"/>
                  </a:lnTo>
                  <a:lnTo>
                    <a:pt x="1126" y="104857"/>
                  </a:lnTo>
                  <a:lnTo>
                    <a:pt x="1126" y="103882"/>
                  </a:lnTo>
                  <a:lnTo>
                    <a:pt x="976" y="101405"/>
                  </a:lnTo>
                  <a:lnTo>
                    <a:pt x="1051" y="102305"/>
                  </a:lnTo>
                  <a:lnTo>
                    <a:pt x="976" y="100879"/>
                  </a:lnTo>
                  <a:lnTo>
                    <a:pt x="976" y="99078"/>
                  </a:lnTo>
                  <a:lnTo>
                    <a:pt x="901" y="97276"/>
                  </a:lnTo>
                  <a:lnTo>
                    <a:pt x="901" y="96000"/>
                  </a:lnTo>
                  <a:lnTo>
                    <a:pt x="901" y="90821"/>
                  </a:lnTo>
                  <a:lnTo>
                    <a:pt x="901" y="86468"/>
                  </a:lnTo>
                  <a:lnTo>
                    <a:pt x="901" y="85642"/>
                  </a:lnTo>
                  <a:lnTo>
                    <a:pt x="901" y="84742"/>
                  </a:lnTo>
                  <a:lnTo>
                    <a:pt x="901" y="84591"/>
                  </a:lnTo>
                  <a:lnTo>
                    <a:pt x="901" y="82865"/>
                  </a:lnTo>
                  <a:lnTo>
                    <a:pt x="901" y="78962"/>
                  </a:lnTo>
                  <a:lnTo>
                    <a:pt x="826" y="75359"/>
                  </a:lnTo>
                  <a:lnTo>
                    <a:pt x="826" y="74984"/>
                  </a:lnTo>
                  <a:lnTo>
                    <a:pt x="901" y="74008"/>
                  </a:lnTo>
                  <a:lnTo>
                    <a:pt x="976" y="71681"/>
                  </a:lnTo>
                  <a:lnTo>
                    <a:pt x="976" y="66727"/>
                  </a:lnTo>
                  <a:lnTo>
                    <a:pt x="901" y="61999"/>
                  </a:lnTo>
                  <a:lnTo>
                    <a:pt x="976" y="59972"/>
                  </a:lnTo>
                  <a:lnTo>
                    <a:pt x="976" y="57195"/>
                  </a:lnTo>
                  <a:lnTo>
                    <a:pt x="1050" y="51482"/>
                  </a:lnTo>
                  <a:lnTo>
                    <a:pt x="976" y="50740"/>
                  </a:lnTo>
                  <a:lnTo>
                    <a:pt x="976" y="49314"/>
                  </a:lnTo>
                  <a:lnTo>
                    <a:pt x="976" y="48788"/>
                  </a:lnTo>
                  <a:lnTo>
                    <a:pt x="976" y="48713"/>
                  </a:lnTo>
                  <a:lnTo>
                    <a:pt x="1008" y="48681"/>
                  </a:lnTo>
                  <a:lnTo>
                    <a:pt x="1008" y="48681"/>
                  </a:lnTo>
                  <a:lnTo>
                    <a:pt x="1051" y="48338"/>
                  </a:lnTo>
                  <a:lnTo>
                    <a:pt x="1126" y="47437"/>
                  </a:lnTo>
                  <a:lnTo>
                    <a:pt x="1126" y="45411"/>
                  </a:lnTo>
                  <a:lnTo>
                    <a:pt x="976" y="45186"/>
                  </a:lnTo>
                  <a:lnTo>
                    <a:pt x="1051" y="43835"/>
                  </a:lnTo>
                  <a:lnTo>
                    <a:pt x="1051" y="42408"/>
                  </a:lnTo>
                  <a:lnTo>
                    <a:pt x="1051" y="39331"/>
                  </a:lnTo>
                  <a:lnTo>
                    <a:pt x="1051" y="36554"/>
                  </a:lnTo>
                  <a:lnTo>
                    <a:pt x="1126" y="35428"/>
                  </a:lnTo>
                  <a:lnTo>
                    <a:pt x="1201" y="34602"/>
                  </a:lnTo>
                  <a:lnTo>
                    <a:pt x="1126" y="31975"/>
                  </a:lnTo>
                  <a:lnTo>
                    <a:pt x="1201" y="31975"/>
                  </a:lnTo>
                  <a:lnTo>
                    <a:pt x="1276" y="29123"/>
                  </a:lnTo>
                  <a:lnTo>
                    <a:pt x="1276" y="25895"/>
                  </a:lnTo>
                  <a:lnTo>
                    <a:pt x="1351" y="26421"/>
                  </a:lnTo>
                  <a:lnTo>
                    <a:pt x="1351" y="25445"/>
                  </a:lnTo>
                  <a:lnTo>
                    <a:pt x="1201" y="24695"/>
                  </a:lnTo>
                  <a:lnTo>
                    <a:pt x="1051" y="23944"/>
                  </a:lnTo>
                  <a:lnTo>
                    <a:pt x="976" y="23043"/>
                  </a:lnTo>
                  <a:lnTo>
                    <a:pt x="1201" y="22593"/>
                  </a:lnTo>
                  <a:lnTo>
                    <a:pt x="1276" y="18465"/>
                  </a:lnTo>
                  <a:lnTo>
                    <a:pt x="1351" y="16438"/>
                  </a:lnTo>
                  <a:lnTo>
                    <a:pt x="1280" y="14508"/>
                  </a:lnTo>
                  <a:lnTo>
                    <a:pt x="1351" y="14937"/>
                  </a:lnTo>
                  <a:lnTo>
                    <a:pt x="1426" y="12010"/>
                  </a:lnTo>
                  <a:lnTo>
                    <a:pt x="1351" y="10809"/>
                  </a:lnTo>
                  <a:lnTo>
                    <a:pt x="1276" y="10433"/>
                  </a:lnTo>
                  <a:lnTo>
                    <a:pt x="1201" y="10433"/>
                  </a:lnTo>
                  <a:lnTo>
                    <a:pt x="1276" y="10283"/>
                  </a:lnTo>
                  <a:lnTo>
                    <a:pt x="1276" y="9983"/>
                  </a:lnTo>
                  <a:lnTo>
                    <a:pt x="1276" y="8857"/>
                  </a:lnTo>
                  <a:lnTo>
                    <a:pt x="1126" y="6155"/>
                  </a:lnTo>
                  <a:lnTo>
                    <a:pt x="1276" y="6380"/>
                  </a:lnTo>
                  <a:lnTo>
                    <a:pt x="1126" y="5029"/>
                  </a:lnTo>
                  <a:lnTo>
                    <a:pt x="976" y="3378"/>
                  </a:lnTo>
                  <a:lnTo>
                    <a:pt x="1051" y="3153"/>
                  </a:lnTo>
                  <a:lnTo>
                    <a:pt x="1051" y="3228"/>
                  </a:lnTo>
                  <a:lnTo>
                    <a:pt x="1051" y="3528"/>
                  </a:lnTo>
                  <a:lnTo>
                    <a:pt x="1126" y="2777"/>
                  </a:lnTo>
                  <a:lnTo>
                    <a:pt x="1051" y="2327"/>
                  </a:lnTo>
                  <a:lnTo>
                    <a:pt x="976" y="1727"/>
                  </a:lnTo>
                  <a:lnTo>
                    <a:pt x="976" y="1576"/>
                  </a:lnTo>
                  <a:lnTo>
                    <a:pt x="976" y="1426"/>
                  </a:lnTo>
                  <a:lnTo>
                    <a:pt x="976" y="1126"/>
                  </a:lnTo>
                  <a:lnTo>
                    <a:pt x="1126" y="1501"/>
                  </a:lnTo>
                  <a:lnTo>
                    <a:pt x="1126" y="1276"/>
                  </a:lnTo>
                  <a:lnTo>
                    <a:pt x="1126" y="1201"/>
                  </a:lnTo>
                  <a:lnTo>
                    <a:pt x="1201" y="1201"/>
                  </a:lnTo>
                  <a:lnTo>
                    <a:pt x="1426" y="1126"/>
                  </a:lnTo>
                  <a:lnTo>
                    <a:pt x="1576" y="1126"/>
                  </a:lnTo>
                  <a:lnTo>
                    <a:pt x="2027" y="1051"/>
                  </a:lnTo>
                  <a:lnTo>
                    <a:pt x="3753" y="1051"/>
                  </a:lnTo>
                  <a:lnTo>
                    <a:pt x="4504" y="1126"/>
                  </a:lnTo>
                  <a:lnTo>
                    <a:pt x="4954" y="1201"/>
                  </a:lnTo>
                  <a:lnTo>
                    <a:pt x="5630" y="1051"/>
                  </a:lnTo>
                  <a:lnTo>
                    <a:pt x="6755" y="1051"/>
                  </a:lnTo>
                  <a:lnTo>
                    <a:pt x="6680" y="1126"/>
                  </a:lnTo>
                  <a:lnTo>
                    <a:pt x="6380" y="1126"/>
                  </a:lnTo>
                  <a:lnTo>
                    <a:pt x="7956" y="1201"/>
                  </a:lnTo>
                  <a:lnTo>
                    <a:pt x="9232" y="1126"/>
                  </a:lnTo>
                  <a:lnTo>
                    <a:pt x="10358" y="1051"/>
                  </a:lnTo>
                  <a:lnTo>
                    <a:pt x="11559" y="1126"/>
                  </a:lnTo>
                  <a:lnTo>
                    <a:pt x="11634" y="1201"/>
                  </a:lnTo>
                  <a:lnTo>
                    <a:pt x="8632" y="1201"/>
                  </a:lnTo>
                  <a:lnTo>
                    <a:pt x="8782" y="1276"/>
                  </a:lnTo>
                  <a:lnTo>
                    <a:pt x="9157" y="1351"/>
                  </a:lnTo>
                  <a:lnTo>
                    <a:pt x="9307" y="1351"/>
                  </a:lnTo>
                  <a:lnTo>
                    <a:pt x="9307" y="1426"/>
                  </a:lnTo>
                  <a:lnTo>
                    <a:pt x="8857" y="1501"/>
                  </a:lnTo>
                  <a:lnTo>
                    <a:pt x="11184" y="1351"/>
                  </a:lnTo>
                  <a:lnTo>
                    <a:pt x="12460" y="1276"/>
                  </a:lnTo>
                  <a:lnTo>
                    <a:pt x="13811" y="1276"/>
                  </a:lnTo>
                  <a:lnTo>
                    <a:pt x="13661" y="1351"/>
                  </a:lnTo>
                  <a:lnTo>
                    <a:pt x="14637" y="1276"/>
                  </a:lnTo>
                  <a:lnTo>
                    <a:pt x="15838" y="1351"/>
                  </a:lnTo>
                  <a:lnTo>
                    <a:pt x="16213" y="1426"/>
                  </a:lnTo>
                  <a:lnTo>
                    <a:pt x="18315" y="1426"/>
                  </a:lnTo>
                  <a:lnTo>
                    <a:pt x="18390" y="1351"/>
                  </a:lnTo>
                  <a:lnTo>
                    <a:pt x="18465" y="1351"/>
                  </a:lnTo>
                  <a:lnTo>
                    <a:pt x="18690" y="1276"/>
                  </a:lnTo>
                  <a:lnTo>
                    <a:pt x="18690" y="1201"/>
                  </a:lnTo>
                  <a:lnTo>
                    <a:pt x="18315" y="1126"/>
                  </a:lnTo>
                  <a:lnTo>
                    <a:pt x="17714" y="1201"/>
                  </a:lnTo>
                  <a:lnTo>
                    <a:pt x="15537" y="1201"/>
                  </a:lnTo>
                  <a:lnTo>
                    <a:pt x="16513" y="1126"/>
                  </a:lnTo>
                  <a:lnTo>
                    <a:pt x="17564" y="1126"/>
                  </a:lnTo>
                  <a:lnTo>
                    <a:pt x="18615" y="901"/>
                  </a:lnTo>
                  <a:lnTo>
                    <a:pt x="19591" y="1051"/>
                  </a:lnTo>
                  <a:lnTo>
                    <a:pt x="20566" y="1126"/>
                  </a:lnTo>
                  <a:lnTo>
                    <a:pt x="21467" y="1276"/>
                  </a:lnTo>
                  <a:lnTo>
                    <a:pt x="21917" y="1351"/>
                  </a:lnTo>
                  <a:lnTo>
                    <a:pt x="25745" y="1201"/>
                  </a:lnTo>
                  <a:lnTo>
                    <a:pt x="27472" y="1126"/>
                  </a:lnTo>
                  <a:lnTo>
                    <a:pt x="28823" y="976"/>
                  </a:lnTo>
                  <a:lnTo>
                    <a:pt x="29198" y="976"/>
                  </a:lnTo>
                  <a:lnTo>
                    <a:pt x="29498" y="1051"/>
                  </a:lnTo>
                  <a:lnTo>
                    <a:pt x="29799" y="1126"/>
                  </a:lnTo>
                  <a:lnTo>
                    <a:pt x="28823" y="1201"/>
                  </a:lnTo>
                  <a:lnTo>
                    <a:pt x="31300" y="1126"/>
                  </a:lnTo>
                  <a:lnTo>
                    <a:pt x="32426" y="1051"/>
                  </a:lnTo>
                  <a:lnTo>
                    <a:pt x="32801" y="1051"/>
                  </a:lnTo>
                  <a:lnTo>
                    <a:pt x="33026" y="976"/>
                  </a:lnTo>
                  <a:lnTo>
                    <a:pt x="33552" y="1051"/>
                  </a:lnTo>
                  <a:lnTo>
                    <a:pt x="33326" y="1051"/>
                  </a:lnTo>
                  <a:lnTo>
                    <a:pt x="33401" y="1126"/>
                  </a:lnTo>
                  <a:lnTo>
                    <a:pt x="34377" y="1051"/>
                  </a:lnTo>
                  <a:lnTo>
                    <a:pt x="34377" y="1051"/>
                  </a:lnTo>
                  <a:lnTo>
                    <a:pt x="34002" y="1126"/>
                  </a:lnTo>
                  <a:lnTo>
                    <a:pt x="35653" y="1201"/>
                  </a:lnTo>
                  <a:lnTo>
                    <a:pt x="37154" y="1201"/>
                  </a:lnTo>
                  <a:lnTo>
                    <a:pt x="39932" y="1051"/>
                  </a:lnTo>
                  <a:lnTo>
                    <a:pt x="42859" y="976"/>
                  </a:lnTo>
                  <a:lnTo>
                    <a:pt x="44510" y="976"/>
                  </a:lnTo>
                  <a:lnTo>
                    <a:pt x="46236" y="1051"/>
                  </a:lnTo>
                  <a:lnTo>
                    <a:pt x="46236" y="1051"/>
                  </a:lnTo>
                  <a:lnTo>
                    <a:pt x="45636" y="976"/>
                  </a:lnTo>
                  <a:lnTo>
                    <a:pt x="54268" y="976"/>
                  </a:lnTo>
                  <a:lnTo>
                    <a:pt x="58621" y="901"/>
                  </a:lnTo>
                  <a:lnTo>
                    <a:pt x="62900" y="976"/>
                  </a:lnTo>
                  <a:lnTo>
                    <a:pt x="64476" y="976"/>
                  </a:lnTo>
                  <a:lnTo>
                    <a:pt x="65602" y="901"/>
                  </a:lnTo>
                  <a:lnTo>
                    <a:pt x="65902" y="976"/>
                  </a:lnTo>
                  <a:lnTo>
                    <a:pt x="67553" y="826"/>
                  </a:lnTo>
                  <a:lnTo>
                    <a:pt x="69280" y="826"/>
                  </a:lnTo>
                  <a:lnTo>
                    <a:pt x="70856" y="901"/>
                  </a:lnTo>
                  <a:lnTo>
                    <a:pt x="74609" y="901"/>
                  </a:lnTo>
                  <a:lnTo>
                    <a:pt x="74234" y="826"/>
                  </a:lnTo>
                  <a:lnTo>
                    <a:pt x="83466" y="826"/>
                  </a:lnTo>
                  <a:lnTo>
                    <a:pt x="86168" y="751"/>
                  </a:lnTo>
                  <a:lnTo>
                    <a:pt x="86318" y="751"/>
                  </a:lnTo>
                  <a:lnTo>
                    <a:pt x="84517" y="676"/>
                  </a:lnTo>
                  <a:lnTo>
                    <a:pt x="82790" y="676"/>
                  </a:lnTo>
                  <a:lnTo>
                    <a:pt x="82458" y="628"/>
                  </a:lnTo>
                  <a:lnTo>
                    <a:pt x="82458" y="628"/>
                  </a:lnTo>
                  <a:lnTo>
                    <a:pt x="81739" y="601"/>
                  </a:lnTo>
                  <a:lnTo>
                    <a:pt x="79488" y="601"/>
                  </a:lnTo>
                  <a:lnTo>
                    <a:pt x="78962" y="526"/>
                  </a:lnTo>
                  <a:lnTo>
                    <a:pt x="78737" y="601"/>
                  </a:lnTo>
                  <a:lnTo>
                    <a:pt x="76861" y="601"/>
                  </a:lnTo>
                  <a:lnTo>
                    <a:pt x="76936" y="526"/>
                  </a:lnTo>
                  <a:lnTo>
                    <a:pt x="75810" y="526"/>
                  </a:lnTo>
                  <a:lnTo>
                    <a:pt x="74609" y="601"/>
                  </a:lnTo>
                  <a:lnTo>
                    <a:pt x="72882" y="526"/>
                  </a:lnTo>
                  <a:lnTo>
                    <a:pt x="72057" y="526"/>
                  </a:lnTo>
                  <a:lnTo>
                    <a:pt x="71832" y="451"/>
                  </a:lnTo>
                  <a:lnTo>
                    <a:pt x="69787" y="516"/>
                  </a:lnTo>
                  <a:lnTo>
                    <a:pt x="69787" y="516"/>
                  </a:lnTo>
                  <a:lnTo>
                    <a:pt x="69655" y="451"/>
                  </a:lnTo>
                  <a:lnTo>
                    <a:pt x="67328" y="451"/>
                  </a:lnTo>
                  <a:lnTo>
                    <a:pt x="66953" y="375"/>
                  </a:lnTo>
                  <a:lnTo>
                    <a:pt x="64326" y="375"/>
                  </a:lnTo>
                  <a:lnTo>
                    <a:pt x="61173" y="451"/>
                  </a:lnTo>
                  <a:lnTo>
                    <a:pt x="61624" y="375"/>
                  </a:lnTo>
                  <a:lnTo>
                    <a:pt x="60498" y="375"/>
                  </a:lnTo>
                  <a:lnTo>
                    <a:pt x="59597" y="300"/>
                  </a:lnTo>
                  <a:lnTo>
                    <a:pt x="59222" y="375"/>
                  </a:lnTo>
                  <a:lnTo>
                    <a:pt x="58546" y="451"/>
                  </a:lnTo>
                  <a:lnTo>
                    <a:pt x="56895" y="526"/>
                  </a:lnTo>
                  <a:lnTo>
                    <a:pt x="56445" y="451"/>
                  </a:lnTo>
                  <a:lnTo>
                    <a:pt x="56745" y="375"/>
                  </a:lnTo>
                  <a:lnTo>
                    <a:pt x="57195" y="300"/>
                  </a:lnTo>
                  <a:lnTo>
                    <a:pt x="57345" y="300"/>
                  </a:lnTo>
                  <a:lnTo>
                    <a:pt x="57270" y="225"/>
                  </a:lnTo>
                  <a:lnTo>
                    <a:pt x="56970" y="300"/>
                  </a:lnTo>
                  <a:lnTo>
                    <a:pt x="56219" y="375"/>
                  </a:lnTo>
                  <a:lnTo>
                    <a:pt x="55394" y="375"/>
                  </a:lnTo>
                  <a:lnTo>
                    <a:pt x="55469" y="451"/>
                  </a:lnTo>
                  <a:lnTo>
                    <a:pt x="54568" y="375"/>
                  </a:lnTo>
                  <a:lnTo>
                    <a:pt x="54043" y="225"/>
                  </a:lnTo>
                  <a:lnTo>
                    <a:pt x="53817" y="375"/>
                  </a:lnTo>
                  <a:lnTo>
                    <a:pt x="52316" y="375"/>
                  </a:lnTo>
                  <a:lnTo>
                    <a:pt x="51641" y="300"/>
                  </a:lnTo>
                  <a:lnTo>
                    <a:pt x="51416" y="300"/>
                  </a:lnTo>
                  <a:lnTo>
                    <a:pt x="51115" y="225"/>
                  </a:lnTo>
                  <a:lnTo>
                    <a:pt x="50140" y="225"/>
                  </a:lnTo>
                  <a:lnTo>
                    <a:pt x="50365" y="150"/>
                  </a:lnTo>
                  <a:lnTo>
                    <a:pt x="50215" y="150"/>
                  </a:lnTo>
                  <a:lnTo>
                    <a:pt x="49989" y="225"/>
                  </a:lnTo>
                  <a:lnTo>
                    <a:pt x="49989" y="300"/>
                  </a:lnTo>
                  <a:lnTo>
                    <a:pt x="49914" y="375"/>
                  </a:lnTo>
                  <a:lnTo>
                    <a:pt x="48939" y="375"/>
                  </a:lnTo>
                  <a:lnTo>
                    <a:pt x="48638" y="300"/>
                  </a:lnTo>
                  <a:lnTo>
                    <a:pt x="48638" y="225"/>
                  </a:lnTo>
                  <a:lnTo>
                    <a:pt x="48338" y="150"/>
                  </a:lnTo>
                  <a:lnTo>
                    <a:pt x="46762" y="225"/>
                  </a:lnTo>
                  <a:lnTo>
                    <a:pt x="45336" y="300"/>
                  </a:lnTo>
                  <a:lnTo>
                    <a:pt x="45186" y="300"/>
                  </a:lnTo>
                  <a:lnTo>
                    <a:pt x="45261" y="225"/>
                  </a:lnTo>
                  <a:lnTo>
                    <a:pt x="44135" y="300"/>
                  </a:lnTo>
                  <a:lnTo>
                    <a:pt x="41283" y="300"/>
                  </a:lnTo>
                  <a:lnTo>
                    <a:pt x="40007" y="375"/>
                  </a:lnTo>
                  <a:lnTo>
                    <a:pt x="39856" y="375"/>
                  </a:lnTo>
                  <a:lnTo>
                    <a:pt x="40082" y="451"/>
                  </a:lnTo>
                  <a:lnTo>
                    <a:pt x="40082" y="526"/>
                  </a:lnTo>
                  <a:lnTo>
                    <a:pt x="40082" y="601"/>
                  </a:lnTo>
                  <a:lnTo>
                    <a:pt x="38731" y="601"/>
                  </a:lnTo>
                  <a:lnTo>
                    <a:pt x="38430" y="526"/>
                  </a:lnTo>
                  <a:lnTo>
                    <a:pt x="38881" y="526"/>
                  </a:lnTo>
                  <a:lnTo>
                    <a:pt x="39106" y="451"/>
                  </a:lnTo>
                  <a:lnTo>
                    <a:pt x="39106" y="451"/>
                  </a:lnTo>
                  <a:lnTo>
                    <a:pt x="38355" y="526"/>
                  </a:lnTo>
                  <a:lnTo>
                    <a:pt x="38205" y="451"/>
                  </a:lnTo>
                  <a:lnTo>
                    <a:pt x="39181" y="451"/>
                  </a:lnTo>
                  <a:lnTo>
                    <a:pt x="39406" y="375"/>
                  </a:lnTo>
                  <a:lnTo>
                    <a:pt x="37079" y="451"/>
                  </a:lnTo>
                  <a:lnTo>
                    <a:pt x="36028" y="526"/>
                  </a:lnTo>
                  <a:lnTo>
                    <a:pt x="35053" y="526"/>
                  </a:lnTo>
                  <a:lnTo>
                    <a:pt x="35053" y="451"/>
                  </a:lnTo>
                  <a:lnTo>
                    <a:pt x="35128" y="451"/>
                  </a:lnTo>
                  <a:lnTo>
                    <a:pt x="35353" y="375"/>
                  </a:lnTo>
                  <a:lnTo>
                    <a:pt x="36629" y="375"/>
                  </a:lnTo>
                  <a:lnTo>
                    <a:pt x="36179" y="300"/>
                  </a:lnTo>
                  <a:lnTo>
                    <a:pt x="37980" y="375"/>
                  </a:lnTo>
                  <a:lnTo>
                    <a:pt x="37530" y="225"/>
                  </a:lnTo>
                  <a:lnTo>
                    <a:pt x="38130" y="225"/>
                  </a:lnTo>
                  <a:lnTo>
                    <a:pt x="37830" y="150"/>
                  </a:lnTo>
                  <a:lnTo>
                    <a:pt x="36404" y="75"/>
                  </a:lnTo>
                  <a:lnTo>
                    <a:pt x="35353" y="150"/>
                  </a:lnTo>
                  <a:lnTo>
                    <a:pt x="32876" y="150"/>
                  </a:lnTo>
                  <a:lnTo>
                    <a:pt x="32726" y="225"/>
                  </a:lnTo>
                  <a:lnTo>
                    <a:pt x="32726" y="300"/>
                  </a:lnTo>
                  <a:lnTo>
                    <a:pt x="32576" y="375"/>
                  </a:lnTo>
                  <a:lnTo>
                    <a:pt x="30774" y="375"/>
                  </a:lnTo>
                  <a:lnTo>
                    <a:pt x="29723" y="225"/>
                  </a:lnTo>
                  <a:lnTo>
                    <a:pt x="28898" y="75"/>
                  </a:lnTo>
                  <a:lnTo>
                    <a:pt x="28372" y="75"/>
                  </a:lnTo>
                  <a:lnTo>
                    <a:pt x="27547" y="150"/>
                  </a:lnTo>
                  <a:lnTo>
                    <a:pt x="26721" y="300"/>
                  </a:lnTo>
                  <a:lnTo>
                    <a:pt x="26046" y="375"/>
                  </a:lnTo>
                  <a:lnTo>
                    <a:pt x="24995" y="375"/>
                  </a:lnTo>
                  <a:lnTo>
                    <a:pt x="25595" y="150"/>
                  </a:lnTo>
                  <a:lnTo>
                    <a:pt x="24394" y="150"/>
                  </a:lnTo>
                  <a:lnTo>
                    <a:pt x="23794" y="225"/>
                  </a:lnTo>
                  <a:lnTo>
                    <a:pt x="23193" y="300"/>
                  </a:lnTo>
                  <a:lnTo>
                    <a:pt x="21992" y="300"/>
                  </a:lnTo>
                  <a:lnTo>
                    <a:pt x="22968" y="225"/>
                  </a:lnTo>
                  <a:lnTo>
                    <a:pt x="23343" y="225"/>
                  </a:lnTo>
                  <a:lnTo>
                    <a:pt x="22518" y="150"/>
                  </a:lnTo>
                  <a:lnTo>
                    <a:pt x="22143" y="225"/>
                  </a:lnTo>
                  <a:lnTo>
                    <a:pt x="21767" y="300"/>
                  </a:lnTo>
                  <a:lnTo>
                    <a:pt x="21167" y="300"/>
                  </a:lnTo>
                  <a:lnTo>
                    <a:pt x="20867" y="150"/>
                  </a:lnTo>
                  <a:lnTo>
                    <a:pt x="17189" y="225"/>
                  </a:lnTo>
                  <a:lnTo>
                    <a:pt x="13286" y="300"/>
                  </a:lnTo>
                  <a:lnTo>
                    <a:pt x="13511" y="225"/>
                  </a:lnTo>
                  <a:lnTo>
                    <a:pt x="13511" y="150"/>
                  </a:lnTo>
                  <a:lnTo>
                    <a:pt x="8031" y="150"/>
                  </a:lnTo>
                  <a:lnTo>
                    <a:pt x="2927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35"/>
            <p:cNvSpPr/>
            <p:nvPr/>
          </p:nvSpPr>
          <p:spPr>
            <a:xfrm>
              <a:off x="7451119" y="4368580"/>
              <a:ext cx="13812" cy="4611"/>
            </a:xfrm>
            <a:custGeom>
              <a:rect b="b" l="l" r="r" t="t"/>
              <a:pathLst>
                <a:path extrusionOk="0" h="226" w="677">
                  <a:moveTo>
                    <a:pt x="451" y="1"/>
                  </a:moveTo>
                  <a:lnTo>
                    <a:pt x="1" y="76"/>
                  </a:lnTo>
                  <a:lnTo>
                    <a:pt x="226" y="226"/>
                  </a:lnTo>
                  <a:lnTo>
                    <a:pt x="526" y="151"/>
                  </a:lnTo>
                  <a:lnTo>
                    <a:pt x="676" y="76"/>
                  </a:lnTo>
                  <a:lnTo>
                    <a:pt x="451" y="1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5" name="Google Shape;1045;p35"/>
          <p:cNvSpPr txBox="1"/>
          <p:nvPr/>
        </p:nvSpPr>
        <p:spPr>
          <a:xfrm>
            <a:off x="887662" y="2706665"/>
            <a:ext cx="13803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Mercury</a:t>
            </a:r>
            <a:endParaRPr sz="22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46" name="Google Shape;1046;p35"/>
          <p:cNvSpPr txBox="1"/>
          <p:nvPr/>
        </p:nvSpPr>
        <p:spPr>
          <a:xfrm>
            <a:off x="923625" y="3243300"/>
            <a:ext cx="1308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actually the closest planet to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7" name="Google Shape;1047;p35"/>
          <p:cNvSpPr txBox="1"/>
          <p:nvPr/>
        </p:nvSpPr>
        <p:spPr>
          <a:xfrm flipH="1">
            <a:off x="4926280" y="2706665"/>
            <a:ext cx="13803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Saturn</a:t>
            </a:r>
            <a:endParaRPr sz="22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48" name="Google Shape;1048;p35"/>
          <p:cNvSpPr txBox="1"/>
          <p:nvPr/>
        </p:nvSpPr>
        <p:spPr>
          <a:xfrm flipH="1">
            <a:off x="4962125" y="3243325"/>
            <a:ext cx="1308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Yes, Saturn is the ringed planet and it’s a gas giant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9" name="Google Shape;1049;p35"/>
          <p:cNvSpPr txBox="1"/>
          <p:nvPr/>
        </p:nvSpPr>
        <p:spPr>
          <a:xfrm>
            <a:off x="2941270" y="2706665"/>
            <a:ext cx="13803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Mars</a:t>
            </a:r>
            <a:endParaRPr sz="22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50" name="Google Shape;1050;p35"/>
          <p:cNvSpPr txBox="1"/>
          <p:nvPr/>
        </p:nvSpPr>
        <p:spPr>
          <a:xfrm>
            <a:off x="2977125" y="3243300"/>
            <a:ext cx="1308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a cold place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1" name="Google Shape;1051;p35"/>
          <p:cNvSpPr txBox="1"/>
          <p:nvPr/>
        </p:nvSpPr>
        <p:spPr>
          <a:xfrm flipH="1">
            <a:off x="6897538" y="2706665"/>
            <a:ext cx="13803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Jupiter</a:t>
            </a:r>
            <a:endParaRPr sz="22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52" name="Google Shape;1052;p35"/>
          <p:cNvSpPr txBox="1"/>
          <p:nvPr/>
        </p:nvSpPr>
        <p:spPr>
          <a:xfrm flipH="1">
            <a:off x="6933388" y="3243325"/>
            <a:ext cx="1308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gas giant and bigger than the others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3" name="Google Shape;1053;p35"/>
          <p:cNvSpPr/>
          <p:nvPr/>
        </p:nvSpPr>
        <p:spPr>
          <a:xfrm>
            <a:off x="1406090" y="2001007"/>
            <a:ext cx="343404" cy="446998"/>
          </a:xfrm>
          <a:custGeom>
            <a:rect b="b" l="l" r="r" t="t"/>
            <a:pathLst>
              <a:path extrusionOk="0" h="12099" w="9295">
                <a:moveTo>
                  <a:pt x="4601" y="1"/>
                </a:moveTo>
                <a:cubicBezTo>
                  <a:pt x="3624" y="1"/>
                  <a:pt x="2836" y="788"/>
                  <a:pt x="2836" y="1796"/>
                </a:cubicBezTo>
                <a:cubicBezTo>
                  <a:pt x="2836" y="2647"/>
                  <a:pt x="3467" y="3372"/>
                  <a:pt x="4254" y="3529"/>
                </a:cubicBezTo>
                <a:lnTo>
                  <a:pt x="4254" y="4789"/>
                </a:lnTo>
                <a:cubicBezTo>
                  <a:pt x="3656" y="4033"/>
                  <a:pt x="2742" y="3561"/>
                  <a:pt x="1765" y="3561"/>
                </a:cubicBezTo>
                <a:lnTo>
                  <a:pt x="348" y="3561"/>
                </a:lnTo>
                <a:cubicBezTo>
                  <a:pt x="158" y="3561"/>
                  <a:pt x="1" y="3718"/>
                  <a:pt x="1" y="3907"/>
                </a:cubicBezTo>
                <a:cubicBezTo>
                  <a:pt x="1" y="5671"/>
                  <a:pt x="1450" y="7152"/>
                  <a:pt x="3214" y="7152"/>
                </a:cubicBezTo>
                <a:lnTo>
                  <a:pt x="4286" y="7152"/>
                </a:lnTo>
                <a:lnTo>
                  <a:pt x="4286" y="9988"/>
                </a:lnTo>
                <a:cubicBezTo>
                  <a:pt x="3845" y="9547"/>
                  <a:pt x="3340" y="9231"/>
                  <a:pt x="2805" y="9042"/>
                </a:cubicBezTo>
                <a:cubicBezTo>
                  <a:pt x="2836" y="8885"/>
                  <a:pt x="2868" y="8727"/>
                  <a:pt x="2868" y="8570"/>
                </a:cubicBezTo>
                <a:cubicBezTo>
                  <a:pt x="2868" y="7782"/>
                  <a:pt x="2238" y="7152"/>
                  <a:pt x="1450" y="7152"/>
                </a:cubicBezTo>
                <a:cubicBezTo>
                  <a:pt x="663" y="7152"/>
                  <a:pt x="32" y="7782"/>
                  <a:pt x="32" y="8570"/>
                </a:cubicBezTo>
                <a:cubicBezTo>
                  <a:pt x="32" y="9358"/>
                  <a:pt x="663" y="9988"/>
                  <a:pt x="1450" y="9988"/>
                </a:cubicBezTo>
                <a:cubicBezTo>
                  <a:pt x="1797" y="9988"/>
                  <a:pt x="2112" y="9862"/>
                  <a:pt x="2364" y="9610"/>
                </a:cubicBezTo>
                <a:cubicBezTo>
                  <a:pt x="3183" y="9830"/>
                  <a:pt x="3908" y="10366"/>
                  <a:pt x="4286" y="11122"/>
                </a:cubicBezTo>
                <a:lnTo>
                  <a:pt x="4286" y="11752"/>
                </a:lnTo>
                <a:cubicBezTo>
                  <a:pt x="4286" y="11941"/>
                  <a:pt x="4443" y="12098"/>
                  <a:pt x="4632" y="12098"/>
                </a:cubicBezTo>
                <a:cubicBezTo>
                  <a:pt x="4853" y="12098"/>
                  <a:pt x="5010" y="11941"/>
                  <a:pt x="5010" y="11752"/>
                </a:cubicBezTo>
                <a:lnTo>
                  <a:pt x="5010" y="11342"/>
                </a:lnTo>
                <a:lnTo>
                  <a:pt x="6050" y="11342"/>
                </a:lnTo>
                <a:cubicBezTo>
                  <a:pt x="7846" y="11342"/>
                  <a:pt x="9295" y="9893"/>
                  <a:pt x="9295" y="8129"/>
                </a:cubicBezTo>
                <a:cubicBezTo>
                  <a:pt x="9200" y="7971"/>
                  <a:pt x="9043" y="7814"/>
                  <a:pt x="8854" y="7814"/>
                </a:cubicBezTo>
                <a:lnTo>
                  <a:pt x="7436" y="7814"/>
                </a:lnTo>
                <a:cubicBezTo>
                  <a:pt x="6428" y="7814"/>
                  <a:pt x="5546" y="8286"/>
                  <a:pt x="4947" y="9042"/>
                </a:cubicBezTo>
                <a:lnTo>
                  <a:pt x="4947" y="6837"/>
                </a:lnTo>
                <a:cubicBezTo>
                  <a:pt x="5357" y="6081"/>
                  <a:pt x="6050" y="5545"/>
                  <a:pt x="6901" y="5325"/>
                </a:cubicBezTo>
                <a:cubicBezTo>
                  <a:pt x="7121" y="5545"/>
                  <a:pt x="7436" y="5671"/>
                  <a:pt x="7814" y="5671"/>
                </a:cubicBezTo>
                <a:cubicBezTo>
                  <a:pt x="8602" y="5671"/>
                  <a:pt x="9200" y="5041"/>
                  <a:pt x="9200" y="4254"/>
                </a:cubicBezTo>
                <a:cubicBezTo>
                  <a:pt x="9200" y="3466"/>
                  <a:pt x="8602" y="2836"/>
                  <a:pt x="7814" y="2836"/>
                </a:cubicBezTo>
                <a:cubicBezTo>
                  <a:pt x="7027" y="2836"/>
                  <a:pt x="6396" y="3466"/>
                  <a:pt x="6396" y="4254"/>
                </a:cubicBezTo>
                <a:cubicBezTo>
                  <a:pt x="6396" y="4411"/>
                  <a:pt x="6428" y="4569"/>
                  <a:pt x="6459" y="4726"/>
                </a:cubicBezTo>
                <a:cubicBezTo>
                  <a:pt x="5861" y="4947"/>
                  <a:pt x="5357" y="5262"/>
                  <a:pt x="4947" y="5671"/>
                </a:cubicBezTo>
                <a:lnTo>
                  <a:pt x="4947" y="3529"/>
                </a:lnTo>
                <a:cubicBezTo>
                  <a:pt x="5798" y="3372"/>
                  <a:pt x="6365" y="2615"/>
                  <a:pt x="6365" y="1796"/>
                </a:cubicBezTo>
                <a:cubicBezTo>
                  <a:pt x="6365" y="788"/>
                  <a:pt x="5577" y="1"/>
                  <a:pt x="460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054" name="Google Shape;1054;p35"/>
          <p:cNvGrpSpPr/>
          <p:nvPr/>
        </p:nvGrpSpPr>
        <p:grpSpPr>
          <a:xfrm>
            <a:off x="3406191" y="1999848"/>
            <a:ext cx="450470" cy="449325"/>
            <a:chOff x="-20946600" y="3317850"/>
            <a:chExt cx="304825" cy="304050"/>
          </a:xfrm>
        </p:grpSpPr>
        <p:sp>
          <p:nvSpPr>
            <p:cNvPr id="1055" name="Google Shape;1055;p35"/>
            <p:cNvSpPr/>
            <p:nvPr/>
          </p:nvSpPr>
          <p:spPr>
            <a:xfrm>
              <a:off x="-20946600" y="3317850"/>
              <a:ext cx="232350" cy="248925"/>
            </a:xfrm>
            <a:custGeom>
              <a:rect b="b" l="l" r="r" t="t"/>
              <a:pathLst>
                <a:path extrusionOk="0" h="9957" w="9294">
                  <a:moveTo>
                    <a:pt x="4631" y="1"/>
                  </a:moveTo>
                  <a:cubicBezTo>
                    <a:pt x="3340" y="1"/>
                    <a:pt x="2268" y="977"/>
                    <a:pt x="2142" y="2237"/>
                  </a:cubicBezTo>
                  <a:cubicBezTo>
                    <a:pt x="1292" y="2521"/>
                    <a:pt x="693" y="3340"/>
                    <a:pt x="693" y="4254"/>
                  </a:cubicBezTo>
                  <a:cubicBezTo>
                    <a:pt x="693" y="4695"/>
                    <a:pt x="819" y="5073"/>
                    <a:pt x="1040" y="5451"/>
                  </a:cubicBezTo>
                  <a:cubicBezTo>
                    <a:pt x="378" y="5923"/>
                    <a:pt x="0" y="6648"/>
                    <a:pt x="0" y="7499"/>
                  </a:cubicBezTo>
                  <a:cubicBezTo>
                    <a:pt x="0" y="8853"/>
                    <a:pt x="1134" y="9956"/>
                    <a:pt x="2520" y="9956"/>
                  </a:cubicBezTo>
                  <a:lnTo>
                    <a:pt x="4316" y="9956"/>
                  </a:lnTo>
                  <a:lnTo>
                    <a:pt x="4316" y="8349"/>
                  </a:lnTo>
                  <a:lnTo>
                    <a:pt x="2962" y="7026"/>
                  </a:lnTo>
                  <a:cubicBezTo>
                    <a:pt x="2804" y="6869"/>
                    <a:pt x="2804" y="6648"/>
                    <a:pt x="2962" y="6491"/>
                  </a:cubicBezTo>
                  <a:cubicBezTo>
                    <a:pt x="3040" y="6412"/>
                    <a:pt x="3135" y="6372"/>
                    <a:pt x="3229" y="6372"/>
                  </a:cubicBezTo>
                  <a:cubicBezTo>
                    <a:pt x="3324" y="6372"/>
                    <a:pt x="3418" y="6412"/>
                    <a:pt x="3497" y="6491"/>
                  </a:cubicBezTo>
                  <a:lnTo>
                    <a:pt x="4316" y="7341"/>
                  </a:lnTo>
                  <a:lnTo>
                    <a:pt x="4316" y="5482"/>
                  </a:lnTo>
                  <a:lnTo>
                    <a:pt x="2962" y="4128"/>
                  </a:lnTo>
                  <a:cubicBezTo>
                    <a:pt x="2804" y="3970"/>
                    <a:pt x="2804" y="3781"/>
                    <a:pt x="2962" y="3624"/>
                  </a:cubicBezTo>
                  <a:cubicBezTo>
                    <a:pt x="3040" y="3545"/>
                    <a:pt x="3135" y="3505"/>
                    <a:pt x="3229" y="3505"/>
                  </a:cubicBezTo>
                  <a:cubicBezTo>
                    <a:pt x="3324" y="3505"/>
                    <a:pt x="3418" y="3545"/>
                    <a:pt x="3497" y="3624"/>
                  </a:cubicBezTo>
                  <a:lnTo>
                    <a:pt x="4316" y="4443"/>
                  </a:lnTo>
                  <a:lnTo>
                    <a:pt x="4316" y="2458"/>
                  </a:lnTo>
                  <a:cubicBezTo>
                    <a:pt x="4316" y="2237"/>
                    <a:pt x="4474" y="2080"/>
                    <a:pt x="4663" y="2080"/>
                  </a:cubicBezTo>
                  <a:cubicBezTo>
                    <a:pt x="4852" y="2080"/>
                    <a:pt x="5009" y="2237"/>
                    <a:pt x="5009" y="2458"/>
                  </a:cubicBezTo>
                  <a:lnTo>
                    <a:pt x="5009" y="5860"/>
                  </a:lnTo>
                  <a:lnTo>
                    <a:pt x="5860" y="5041"/>
                  </a:lnTo>
                  <a:cubicBezTo>
                    <a:pt x="5939" y="4963"/>
                    <a:pt x="6025" y="4923"/>
                    <a:pt x="6112" y="4923"/>
                  </a:cubicBezTo>
                  <a:cubicBezTo>
                    <a:pt x="6199" y="4923"/>
                    <a:pt x="6285" y="4963"/>
                    <a:pt x="6364" y="5041"/>
                  </a:cubicBezTo>
                  <a:cubicBezTo>
                    <a:pt x="6522" y="5199"/>
                    <a:pt x="6522" y="5388"/>
                    <a:pt x="6364" y="5545"/>
                  </a:cubicBezTo>
                  <a:lnTo>
                    <a:pt x="5009" y="6900"/>
                  </a:lnTo>
                  <a:lnTo>
                    <a:pt x="5009" y="9956"/>
                  </a:lnTo>
                  <a:lnTo>
                    <a:pt x="6805" y="9956"/>
                  </a:lnTo>
                  <a:cubicBezTo>
                    <a:pt x="8160" y="9956"/>
                    <a:pt x="9294" y="8853"/>
                    <a:pt x="9294" y="7499"/>
                  </a:cubicBezTo>
                  <a:cubicBezTo>
                    <a:pt x="9294" y="6648"/>
                    <a:pt x="8884" y="5923"/>
                    <a:pt x="8223" y="5451"/>
                  </a:cubicBezTo>
                  <a:cubicBezTo>
                    <a:pt x="8443" y="5073"/>
                    <a:pt x="8569" y="4695"/>
                    <a:pt x="8569" y="4254"/>
                  </a:cubicBezTo>
                  <a:cubicBezTo>
                    <a:pt x="8569" y="3340"/>
                    <a:pt x="7971" y="2521"/>
                    <a:pt x="7120" y="2237"/>
                  </a:cubicBezTo>
                  <a:cubicBezTo>
                    <a:pt x="6994" y="977"/>
                    <a:pt x="5923" y="1"/>
                    <a:pt x="46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56" name="Google Shape;1056;p35"/>
            <p:cNvSpPr/>
            <p:nvPr/>
          </p:nvSpPr>
          <p:spPr>
            <a:xfrm>
              <a:off x="-20775700" y="3318650"/>
              <a:ext cx="133925" cy="249700"/>
            </a:xfrm>
            <a:custGeom>
              <a:rect b="b" l="l" r="r" t="t"/>
              <a:pathLst>
                <a:path extrusionOk="0" h="9988" w="5357">
                  <a:moveTo>
                    <a:pt x="694" y="0"/>
                  </a:moveTo>
                  <a:cubicBezTo>
                    <a:pt x="473" y="0"/>
                    <a:pt x="253" y="32"/>
                    <a:pt x="1" y="126"/>
                  </a:cubicBezTo>
                  <a:cubicBezTo>
                    <a:pt x="473" y="567"/>
                    <a:pt x="820" y="1103"/>
                    <a:pt x="977" y="1764"/>
                  </a:cubicBezTo>
                  <a:cubicBezTo>
                    <a:pt x="1891" y="2300"/>
                    <a:pt x="2490" y="3245"/>
                    <a:pt x="2490" y="4285"/>
                  </a:cubicBezTo>
                  <a:cubicBezTo>
                    <a:pt x="2490" y="4663"/>
                    <a:pt x="2395" y="4978"/>
                    <a:pt x="2269" y="5293"/>
                  </a:cubicBezTo>
                  <a:cubicBezTo>
                    <a:pt x="2836" y="5860"/>
                    <a:pt x="3183" y="6648"/>
                    <a:pt x="3183" y="7498"/>
                  </a:cubicBezTo>
                  <a:cubicBezTo>
                    <a:pt x="3183" y="8506"/>
                    <a:pt x="2710" y="9389"/>
                    <a:pt x="1985" y="9987"/>
                  </a:cubicBezTo>
                  <a:lnTo>
                    <a:pt x="2836" y="9987"/>
                  </a:lnTo>
                  <a:cubicBezTo>
                    <a:pt x="4222" y="9987"/>
                    <a:pt x="5325" y="8853"/>
                    <a:pt x="5325" y="7498"/>
                  </a:cubicBezTo>
                  <a:cubicBezTo>
                    <a:pt x="5357" y="6679"/>
                    <a:pt x="4915" y="5891"/>
                    <a:pt x="4285" y="5450"/>
                  </a:cubicBezTo>
                  <a:cubicBezTo>
                    <a:pt x="4537" y="5104"/>
                    <a:pt x="4632" y="4694"/>
                    <a:pt x="4632" y="4253"/>
                  </a:cubicBezTo>
                  <a:cubicBezTo>
                    <a:pt x="4632" y="3340"/>
                    <a:pt x="4065" y="2520"/>
                    <a:pt x="3183" y="2237"/>
                  </a:cubicBezTo>
                  <a:cubicBezTo>
                    <a:pt x="3057" y="977"/>
                    <a:pt x="2017" y="0"/>
                    <a:pt x="6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57" name="Google Shape;1057;p35"/>
            <p:cNvSpPr/>
            <p:nvPr/>
          </p:nvSpPr>
          <p:spPr>
            <a:xfrm>
              <a:off x="-20890700" y="3586425"/>
              <a:ext cx="195375" cy="35475"/>
            </a:xfrm>
            <a:custGeom>
              <a:rect b="b" l="l" r="r" t="t"/>
              <a:pathLst>
                <a:path extrusionOk="0" h="1419" w="7815">
                  <a:moveTo>
                    <a:pt x="2112" y="1"/>
                  </a:moveTo>
                  <a:lnTo>
                    <a:pt x="2112" y="725"/>
                  </a:lnTo>
                  <a:lnTo>
                    <a:pt x="347" y="725"/>
                  </a:lnTo>
                  <a:cubicBezTo>
                    <a:pt x="158" y="725"/>
                    <a:pt x="1" y="883"/>
                    <a:pt x="1" y="1072"/>
                  </a:cubicBezTo>
                  <a:cubicBezTo>
                    <a:pt x="1" y="1261"/>
                    <a:pt x="158" y="1418"/>
                    <a:pt x="347" y="1418"/>
                  </a:cubicBezTo>
                  <a:lnTo>
                    <a:pt x="7468" y="1418"/>
                  </a:lnTo>
                  <a:cubicBezTo>
                    <a:pt x="7657" y="1418"/>
                    <a:pt x="7814" y="1261"/>
                    <a:pt x="7814" y="1072"/>
                  </a:cubicBezTo>
                  <a:cubicBezTo>
                    <a:pt x="7814" y="883"/>
                    <a:pt x="7625" y="725"/>
                    <a:pt x="7436" y="725"/>
                  </a:cubicBezTo>
                  <a:lnTo>
                    <a:pt x="5672" y="725"/>
                  </a:lnTo>
                  <a:lnTo>
                    <a:pt x="5672" y="1"/>
                  </a:lnTo>
                  <a:lnTo>
                    <a:pt x="4947" y="1"/>
                  </a:lnTo>
                  <a:lnTo>
                    <a:pt x="4947" y="725"/>
                  </a:lnTo>
                  <a:lnTo>
                    <a:pt x="2836" y="725"/>
                  </a:lnTo>
                  <a:lnTo>
                    <a:pt x="28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1058" name="Google Shape;1058;p35"/>
          <p:cNvGrpSpPr/>
          <p:nvPr/>
        </p:nvGrpSpPr>
        <p:grpSpPr>
          <a:xfrm>
            <a:off x="7388642" y="2000455"/>
            <a:ext cx="398119" cy="448143"/>
            <a:chOff x="-20930075" y="4066100"/>
            <a:chExt cx="269400" cy="303250"/>
          </a:xfrm>
        </p:grpSpPr>
        <p:sp>
          <p:nvSpPr>
            <p:cNvPr id="1059" name="Google Shape;1059;p35"/>
            <p:cNvSpPr/>
            <p:nvPr/>
          </p:nvSpPr>
          <p:spPr>
            <a:xfrm>
              <a:off x="-20865475" y="4066100"/>
              <a:ext cx="141775" cy="144150"/>
            </a:xfrm>
            <a:custGeom>
              <a:rect b="b" l="l" r="r" t="t"/>
              <a:pathLst>
                <a:path extrusionOk="0" h="5766" w="5671">
                  <a:moveTo>
                    <a:pt x="2836" y="2174"/>
                  </a:moveTo>
                  <a:cubicBezTo>
                    <a:pt x="3245" y="2174"/>
                    <a:pt x="3560" y="2489"/>
                    <a:pt x="3560" y="2867"/>
                  </a:cubicBezTo>
                  <a:cubicBezTo>
                    <a:pt x="3560" y="3277"/>
                    <a:pt x="3245" y="3592"/>
                    <a:pt x="2836" y="3592"/>
                  </a:cubicBezTo>
                  <a:cubicBezTo>
                    <a:pt x="2457" y="3592"/>
                    <a:pt x="2142" y="3277"/>
                    <a:pt x="2142" y="2867"/>
                  </a:cubicBezTo>
                  <a:cubicBezTo>
                    <a:pt x="2142" y="2489"/>
                    <a:pt x="2457" y="2174"/>
                    <a:pt x="2836" y="2174"/>
                  </a:cubicBezTo>
                  <a:close/>
                  <a:moveTo>
                    <a:pt x="2836" y="0"/>
                  </a:moveTo>
                  <a:cubicBezTo>
                    <a:pt x="2457" y="0"/>
                    <a:pt x="2111" y="252"/>
                    <a:pt x="1890" y="599"/>
                  </a:cubicBezTo>
                  <a:cubicBezTo>
                    <a:pt x="1791" y="563"/>
                    <a:pt x="1685" y="545"/>
                    <a:pt x="1577" y="545"/>
                  </a:cubicBezTo>
                  <a:cubicBezTo>
                    <a:pt x="1307" y="545"/>
                    <a:pt x="1031" y="657"/>
                    <a:pt x="851" y="882"/>
                  </a:cubicBezTo>
                  <a:cubicBezTo>
                    <a:pt x="630" y="1071"/>
                    <a:pt x="536" y="1355"/>
                    <a:pt x="536" y="1607"/>
                  </a:cubicBezTo>
                  <a:cubicBezTo>
                    <a:pt x="536" y="1733"/>
                    <a:pt x="536" y="1827"/>
                    <a:pt x="567" y="1922"/>
                  </a:cubicBezTo>
                  <a:cubicBezTo>
                    <a:pt x="189" y="2142"/>
                    <a:pt x="0" y="2489"/>
                    <a:pt x="0" y="2867"/>
                  </a:cubicBezTo>
                  <a:cubicBezTo>
                    <a:pt x="0" y="3308"/>
                    <a:pt x="189" y="3655"/>
                    <a:pt x="567" y="3812"/>
                  </a:cubicBezTo>
                  <a:cubicBezTo>
                    <a:pt x="536" y="3938"/>
                    <a:pt x="536" y="4033"/>
                    <a:pt x="536" y="4127"/>
                  </a:cubicBezTo>
                  <a:cubicBezTo>
                    <a:pt x="536" y="4411"/>
                    <a:pt x="630" y="4694"/>
                    <a:pt x="851" y="4883"/>
                  </a:cubicBezTo>
                  <a:cubicBezTo>
                    <a:pt x="1036" y="5092"/>
                    <a:pt x="1325" y="5216"/>
                    <a:pt x="1603" y="5216"/>
                  </a:cubicBezTo>
                  <a:cubicBezTo>
                    <a:pt x="1702" y="5216"/>
                    <a:pt x="1799" y="5200"/>
                    <a:pt x="1890" y="5167"/>
                  </a:cubicBezTo>
                  <a:cubicBezTo>
                    <a:pt x="2111" y="5513"/>
                    <a:pt x="2457" y="5766"/>
                    <a:pt x="2836" y="5766"/>
                  </a:cubicBezTo>
                  <a:cubicBezTo>
                    <a:pt x="3245" y="5766"/>
                    <a:pt x="3592" y="5513"/>
                    <a:pt x="3781" y="5167"/>
                  </a:cubicBezTo>
                  <a:cubicBezTo>
                    <a:pt x="3889" y="5203"/>
                    <a:pt x="3999" y="5221"/>
                    <a:pt x="4109" y="5221"/>
                  </a:cubicBezTo>
                  <a:cubicBezTo>
                    <a:pt x="4382" y="5221"/>
                    <a:pt x="4649" y="5108"/>
                    <a:pt x="4852" y="4883"/>
                  </a:cubicBezTo>
                  <a:cubicBezTo>
                    <a:pt x="5041" y="4694"/>
                    <a:pt x="5167" y="4411"/>
                    <a:pt x="5167" y="4127"/>
                  </a:cubicBezTo>
                  <a:cubicBezTo>
                    <a:pt x="5167" y="4033"/>
                    <a:pt x="5167" y="3938"/>
                    <a:pt x="5135" y="3812"/>
                  </a:cubicBezTo>
                  <a:cubicBezTo>
                    <a:pt x="5482" y="3623"/>
                    <a:pt x="5671" y="3277"/>
                    <a:pt x="5671" y="2867"/>
                  </a:cubicBezTo>
                  <a:cubicBezTo>
                    <a:pt x="5671" y="2489"/>
                    <a:pt x="5450" y="2142"/>
                    <a:pt x="5135" y="1922"/>
                  </a:cubicBezTo>
                  <a:cubicBezTo>
                    <a:pt x="5167" y="1827"/>
                    <a:pt x="5167" y="1733"/>
                    <a:pt x="5167" y="1607"/>
                  </a:cubicBezTo>
                  <a:cubicBezTo>
                    <a:pt x="5167" y="1355"/>
                    <a:pt x="5041" y="1071"/>
                    <a:pt x="4852" y="882"/>
                  </a:cubicBezTo>
                  <a:cubicBezTo>
                    <a:pt x="4643" y="673"/>
                    <a:pt x="4348" y="550"/>
                    <a:pt x="4069" y="550"/>
                  </a:cubicBezTo>
                  <a:cubicBezTo>
                    <a:pt x="3969" y="550"/>
                    <a:pt x="3872" y="566"/>
                    <a:pt x="3781" y="599"/>
                  </a:cubicBezTo>
                  <a:cubicBezTo>
                    <a:pt x="3592" y="252"/>
                    <a:pt x="3245" y="0"/>
                    <a:pt x="28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60" name="Google Shape;1060;p35"/>
            <p:cNvSpPr/>
            <p:nvPr/>
          </p:nvSpPr>
          <p:spPr>
            <a:xfrm>
              <a:off x="-20930075" y="4191325"/>
              <a:ext cx="269400" cy="178025"/>
            </a:xfrm>
            <a:custGeom>
              <a:rect b="b" l="l" r="r" t="t"/>
              <a:pathLst>
                <a:path extrusionOk="0" h="7121" w="10776">
                  <a:moveTo>
                    <a:pt x="379" y="0"/>
                  </a:moveTo>
                  <a:cubicBezTo>
                    <a:pt x="253" y="0"/>
                    <a:pt x="190" y="32"/>
                    <a:pt x="95" y="95"/>
                  </a:cubicBezTo>
                  <a:cubicBezTo>
                    <a:pt x="32" y="189"/>
                    <a:pt x="1" y="252"/>
                    <a:pt x="1" y="378"/>
                  </a:cubicBezTo>
                  <a:cubicBezTo>
                    <a:pt x="1" y="473"/>
                    <a:pt x="190" y="2710"/>
                    <a:pt x="1103" y="3655"/>
                  </a:cubicBezTo>
                  <a:cubicBezTo>
                    <a:pt x="1513" y="4096"/>
                    <a:pt x="1922" y="4285"/>
                    <a:pt x="2364" y="4285"/>
                  </a:cubicBezTo>
                  <a:cubicBezTo>
                    <a:pt x="2679" y="4285"/>
                    <a:pt x="3025" y="4159"/>
                    <a:pt x="3340" y="3907"/>
                  </a:cubicBezTo>
                  <a:lnTo>
                    <a:pt x="4947" y="5514"/>
                  </a:lnTo>
                  <a:lnTo>
                    <a:pt x="4947" y="6427"/>
                  </a:lnTo>
                  <a:lnTo>
                    <a:pt x="2458" y="6427"/>
                  </a:lnTo>
                  <a:cubicBezTo>
                    <a:pt x="2269" y="6427"/>
                    <a:pt x="2112" y="6585"/>
                    <a:pt x="2112" y="6774"/>
                  </a:cubicBezTo>
                  <a:cubicBezTo>
                    <a:pt x="2112" y="6963"/>
                    <a:pt x="2269" y="7120"/>
                    <a:pt x="2458" y="7120"/>
                  </a:cubicBezTo>
                  <a:lnTo>
                    <a:pt x="8192" y="7120"/>
                  </a:lnTo>
                  <a:cubicBezTo>
                    <a:pt x="8381" y="7120"/>
                    <a:pt x="8539" y="6963"/>
                    <a:pt x="8539" y="6774"/>
                  </a:cubicBezTo>
                  <a:cubicBezTo>
                    <a:pt x="8539" y="6585"/>
                    <a:pt x="8381" y="6427"/>
                    <a:pt x="8192" y="6427"/>
                  </a:cubicBezTo>
                  <a:lnTo>
                    <a:pt x="5672" y="6427"/>
                  </a:lnTo>
                  <a:lnTo>
                    <a:pt x="5672" y="6207"/>
                  </a:lnTo>
                  <a:lnTo>
                    <a:pt x="7278" y="4600"/>
                  </a:lnTo>
                  <a:cubicBezTo>
                    <a:pt x="7751" y="4884"/>
                    <a:pt x="8066" y="5010"/>
                    <a:pt x="8413" y="5010"/>
                  </a:cubicBezTo>
                  <a:cubicBezTo>
                    <a:pt x="8854" y="5010"/>
                    <a:pt x="9232" y="4789"/>
                    <a:pt x="9673" y="4380"/>
                  </a:cubicBezTo>
                  <a:cubicBezTo>
                    <a:pt x="10586" y="3466"/>
                    <a:pt x="10775" y="1229"/>
                    <a:pt x="10775" y="1103"/>
                  </a:cubicBezTo>
                  <a:cubicBezTo>
                    <a:pt x="10775" y="977"/>
                    <a:pt x="10744" y="883"/>
                    <a:pt x="10649" y="820"/>
                  </a:cubicBezTo>
                  <a:cubicBezTo>
                    <a:pt x="10586" y="757"/>
                    <a:pt x="10492" y="693"/>
                    <a:pt x="10397" y="693"/>
                  </a:cubicBezTo>
                  <a:cubicBezTo>
                    <a:pt x="10303" y="693"/>
                    <a:pt x="8066" y="883"/>
                    <a:pt x="7121" y="1796"/>
                  </a:cubicBezTo>
                  <a:cubicBezTo>
                    <a:pt x="6365" y="2552"/>
                    <a:pt x="6302" y="3308"/>
                    <a:pt x="6869" y="4033"/>
                  </a:cubicBezTo>
                  <a:lnTo>
                    <a:pt x="5735" y="5167"/>
                  </a:lnTo>
                  <a:lnTo>
                    <a:pt x="5735" y="1324"/>
                  </a:lnTo>
                  <a:cubicBezTo>
                    <a:pt x="5609" y="1387"/>
                    <a:pt x="5514" y="1387"/>
                    <a:pt x="5388" y="1387"/>
                  </a:cubicBezTo>
                  <a:cubicBezTo>
                    <a:pt x="5262" y="1387"/>
                    <a:pt x="5136" y="1387"/>
                    <a:pt x="5041" y="1324"/>
                  </a:cubicBezTo>
                  <a:lnTo>
                    <a:pt x="5041" y="4443"/>
                  </a:lnTo>
                  <a:lnTo>
                    <a:pt x="3876" y="3340"/>
                  </a:lnTo>
                  <a:cubicBezTo>
                    <a:pt x="4474" y="2584"/>
                    <a:pt x="4411" y="1828"/>
                    <a:pt x="3655" y="1103"/>
                  </a:cubicBezTo>
                  <a:cubicBezTo>
                    <a:pt x="2742" y="189"/>
                    <a:pt x="505" y="0"/>
                    <a:pt x="3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1061" name="Google Shape;1061;p35"/>
          <p:cNvGrpSpPr/>
          <p:nvPr/>
        </p:nvGrpSpPr>
        <p:grpSpPr>
          <a:xfrm>
            <a:off x="5390594" y="2000728"/>
            <a:ext cx="451653" cy="447589"/>
            <a:chOff x="-20572500" y="3319025"/>
            <a:chExt cx="305625" cy="302875"/>
          </a:xfrm>
        </p:grpSpPr>
        <p:sp>
          <p:nvSpPr>
            <p:cNvPr id="1062" name="Google Shape;1062;p35"/>
            <p:cNvSpPr/>
            <p:nvPr/>
          </p:nvSpPr>
          <p:spPr>
            <a:xfrm>
              <a:off x="-20429150" y="3569900"/>
              <a:ext cx="18150" cy="52000"/>
            </a:xfrm>
            <a:custGeom>
              <a:rect b="b" l="l" r="r" t="t"/>
              <a:pathLst>
                <a:path extrusionOk="0" h="2080" w="726">
                  <a:moveTo>
                    <a:pt x="347" y="0"/>
                  </a:moveTo>
                  <a:lnTo>
                    <a:pt x="1" y="126"/>
                  </a:lnTo>
                  <a:lnTo>
                    <a:pt x="1" y="1733"/>
                  </a:lnTo>
                  <a:cubicBezTo>
                    <a:pt x="1" y="1922"/>
                    <a:pt x="158" y="2079"/>
                    <a:pt x="347" y="2079"/>
                  </a:cubicBezTo>
                  <a:cubicBezTo>
                    <a:pt x="568" y="2079"/>
                    <a:pt x="725" y="1922"/>
                    <a:pt x="725" y="1733"/>
                  </a:cubicBezTo>
                  <a:lnTo>
                    <a:pt x="725" y="126"/>
                  </a:lnTo>
                  <a:lnTo>
                    <a:pt x="3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63" name="Google Shape;1063;p35"/>
            <p:cNvSpPr/>
            <p:nvPr/>
          </p:nvSpPr>
          <p:spPr>
            <a:xfrm>
              <a:off x="-20572500" y="3319025"/>
              <a:ext cx="305625" cy="267350"/>
            </a:xfrm>
            <a:custGeom>
              <a:rect b="b" l="l" r="r" t="t"/>
              <a:pathLst>
                <a:path extrusionOk="0" h="10694" w="12225">
                  <a:moveTo>
                    <a:pt x="6097" y="1"/>
                  </a:moveTo>
                  <a:cubicBezTo>
                    <a:pt x="5979" y="1"/>
                    <a:pt x="5861" y="48"/>
                    <a:pt x="5798" y="143"/>
                  </a:cubicBezTo>
                  <a:lnTo>
                    <a:pt x="5168" y="1119"/>
                  </a:lnTo>
                  <a:cubicBezTo>
                    <a:pt x="4758" y="1749"/>
                    <a:pt x="4034" y="2159"/>
                    <a:pt x="3246" y="2159"/>
                  </a:cubicBezTo>
                  <a:cubicBezTo>
                    <a:pt x="2931" y="2159"/>
                    <a:pt x="2773" y="2537"/>
                    <a:pt x="3025" y="2757"/>
                  </a:cubicBezTo>
                  <a:cubicBezTo>
                    <a:pt x="3593" y="3388"/>
                    <a:pt x="3813" y="4900"/>
                    <a:pt x="3403" y="5813"/>
                  </a:cubicBezTo>
                  <a:cubicBezTo>
                    <a:pt x="2931" y="5656"/>
                    <a:pt x="2490" y="5372"/>
                    <a:pt x="2143" y="5057"/>
                  </a:cubicBezTo>
                  <a:cubicBezTo>
                    <a:pt x="2080" y="4994"/>
                    <a:pt x="2006" y="4966"/>
                    <a:pt x="1932" y="4966"/>
                  </a:cubicBezTo>
                  <a:cubicBezTo>
                    <a:pt x="1823" y="4966"/>
                    <a:pt x="1714" y="5026"/>
                    <a:pt x="1639" y="5120"/>
                  </a:cubicBezTo>
                  <a:cubicBezTo>
                    <a:pt x="1293" y="5624"/>
                    <a:pt x="789" y="6034"/>
                    <a:pt x="221" y="6286"/>
                  </a:cubicBezTo>
                  <a:cubicBezTo>
                    <a:pt x="64" y="6381"/>
                    <a:pt x="1" y="6570"/>
                    <a:pt x="64" y="6759"/>
                  </a:cubicBezTo>
                  <a:cubicBezTo>
                    <a:pt x="284" y="7326"/>
                    <a:pt x="411" y="7956"/>
                    <a:pt x="379" y="8523"/>
                  </a:cubicBezTo>
                  <a:cubicBezTo>
                    <a:pt x="379" y="8743"/>
                    <a:pt x="537" y="8932"/>
                    <a:pt x="726" y="8932"/>
                  </a:cubicBezTo>
                  <a:lnTo>
                    <a:pt x="883" y="8932"/>
                  </a:lnTo>
                  <a:cubicBezTo>
                    <a:pt x="1293" y="8932"/>
                    <a:pt x="1671" y="8964"/>
                    <a:pt x="2049" y="9121"/>
                  </a:cubicBezTo>
                  <a:lnTo>
                    <a:pt x="1482" y="10193"/>
                  </a:lnTo>
                  <a:cubicBezTo>
                    <a:pt x="1349" y="10432"/>
                    <a:pt x="1530" y="10694"/>
                    <a:pt x="1779" y="10694"/>
                  </a:cubicBezTo>
                  <a:cubicBezTo>
                    <a:pt x="1825" y="10694"/>
                    <a:pt x="1874" y="10685"/>
                    <a:pt x="1923" y="10665"/>
                  </a:cubicBezTo>
                  <a:lnTo>
                    <a:pt x="5735" y="9405"/>
                  </a:lnTo>
                  <a:lnTo>
                    <a:pt x="5735" y="9153"/>
                  </a:lnTo>
                  <a:lnTo>
                    <a:pt x="2395" y="7830"/>
                  </a:lnTo>
                  <a:cubicBezTo>
                    <a:pt x="2206" y="7735"/>
                    <a:pt x="2112" y="7546"/>
                    <a:pt x="2206" y="7357"/>
                  </a:cubicBezTo>
                  <a:cubicBezTo>
                    <a:pt x="2252" y="7219"/>
                    <a:pt x="2366" y="7131"/>
                    <a:pt x="2498" y="7131"/>
                  </a:cubicBezTo>
                  <a:cubicBezTo>
                    <a:pt x="2546" y="7131"/>
                    <a:pt x="2597" y="7143"/>
                    <a:pt x="2647" y="7168"/>
                  </a:cubicBezTo>
                  <a:lnTo>
                    <a:pt x="5735" y="8397"/>
                  </a:lnTo>
                  <a:lnTo>
                    <a:pt x="5735" y="3923"/>
                  </a:lnTo>
                  <a:cubicBezTo>
                    <a:pt x="5735" y="3734"/>
                    <a:pt x="5892" y="3577"/>
                    <a:pt x="6081" y="3577"/>
                  </a:cubicBezTo>
                  <a:cubicBezTo>
                    <a:pt x="6302" y="3577"/>
                    <a:pt x="6459" y="3734"/>
                    <a:pt x="6459" y="3923"/>
                  </a:cubicBezTo>
                  <a:lnTo>
                    <a:pt x="6459" y="8397"/>
                  </a:lnTo>
                  <a:lnTo>
                    <a:pt x="9515" y="7168"/>
                  </a:lnTo>
                  <a:cubicBezTo>
                    <a:pt x="9566" y="7143"/>
                    <a:pt x="9619" y="7131"/>
                    <a:pt x="9671" y="7131"/>
                  </a:cubicBezTo>
                  <a:cubicBezTo>
                    <a:pt x="9811" y="7131"/>
                    <a:pt x="9942" y="7219"/>
                    <a:pt x="9988" y="7357"/>
                  </a:cubicBezTo>
                  <a:cubicBezTo>
                    <a:pt x="10083" y="7546"/>
                    <a:pt x="9988" y="7735"/>
                    <a:pt x="9799" y="7830"/>
                  </a:cubicBezTo>
                  <a:lnTo>
                    <a:pt x="6459" y="9153"/>
                  </a:lnTo>
                  <a:lnTo>
                    <a:pt x="6459" y="9405"/>
                  </a:lnTo>
                  <a:lnTo>
                    <a:pt x="10272" y="10665"/>
                  </a:lnTo>
                  <a:cubicBezTo>
                    <a:pt x="10311" y="10685"/>
                    <a:pt x="10352" y="10694"/>
                    <a:pt x="10394" y="10694"/>
                  </a:cubicBezTo>
                  <a:cubicBezTo>
                    <a:pt x="10619" y="10694"/>
                    <a:pt x="10841" y="10432"/>
                    <a:pt x="10681" y="10193"/>
                  </a:cubicBezTo>
                  <a:lnTo>
                    <a:pt x="10146" y="9121"/>
                  </a:lnTo>
                  <a:cubicBezTo>
                    <a:pt x="10492" y="8995"/>
                    <a:pt x="10902" y="8932"/>
                    <a:pt x="11280" y="8932"/>
                  </a:cubicBezTo>
                  <a:lnTo>
                    <a:pt x="11437" y="8932"/>
                  </a:lnTo>
                  <a:cubicBezTo>
                    <a:pt x="11658" y="8932"/>
                    <a:pt x="11847" y="8806"/>
                    <a:pt x="11847" y="8523"/>
                  </a:cubicBezTo>
                  <a:cubicBezTo>
                    <a:pt x="11815" y="7956"/>
                    <a:pt x="11910" y="7326"/>
                    <a:pt x="12162" y="6759"/>
                  </a:cubicBezTo>
                  <a:cubicBezTo>
                    <a:pt x="12225" y="6570"/>
                    <a:pt x="12162" y="6381"/>
                    <a:pt x="12004" y="6286"/>
                  </a:cubicBezTo>
                  <a:cubicBezTo>
                    <a:pt x="11437" y="6034"/>
                    <a:pt x="10933" y="5624"/>
                    <a:pt x="10587" y="5120"/>
                  </a:cubicBezTo>
                  <a:cubicBezTo>
                    <a:pt x="10518" y="5001"/>
                    <a:pt x="10404" y="4946"/>
                    <a:pt x="10293" y="4946"/>
                  </a:cubicBezTo>
                  <a:cubicBezTo>
                    <a:pt x="10200" y="4946"/>
                    <a:pt x="10109" y="4985"/>
                    <a:pt x="10051" y="5057"/>
                  </a:cubicBezTo>
                  <a:cubicBezTo>
                    <a:pt x="9704" y="5372"/>
                    <a:pt x="9263" y="5656"/>
                    <a:pt x="8791" y="5813"/>
                  </a:cubicBezTo>
                  <a:cubicBezTo>
                    <a:pt x="8413" y="4900"/>
                    <a:pt x="8602" y="3325"/>
                    <a:pt x="9200" y="2757"/>
                  </a:cubicBezTo>
                  <a:cubicBezTo>
                    <a:pt x="9421" y="2537"/>
                    <a:pt x="9263" y="2159"/>
                    <a:pt x="8948" y="2159"/>
                  </a:cubicBezTo>
                  <a:cubicBezTo>
                    <a:pt x="8161" y="2159"/>
                    <a:pt x="7468" y="1749"/>
                    <a:pt x="7027" y="1119"/>
                  </a:cubicBezTo>
                  <a:lnTo>
                    <a:pt x="6396" y="143"/>
                  </a:lnTo>
                  <a:cubicBezTo>
                    <a:pt x="6333" y="48"/>
                    <a:pt x="6215" y="1"/>
                    <a:pt x="6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8" name="Google Shape;1068;p36"/>
          <p:cNvGrpSpPr/>
          <p:nvPr/>
        </p:nvGrpSpPr>
        <p:grpSpPr>
          <a:xfrm>
            <a:off x="653950" y="1357300"/>
            <a:ext cx="7831311" cy="3298079"/>
            <a:chOff x="653950" y="1357300"/>
            <a:chExt cx="7831311" cy="3298079"/>
          </a:xfrm>
        </p:grpSpPr>
        <p:grpSp>
          <p:nvGrpSpPr>
            <p:cNvPr id="1069" name="Google Shape;1069;p36"/>
            <p:cNvGrpSpPr/>
            <p:nvPr/>
          </p:nvGrpSpPr>
          <p:grpSpPr>
            <a:xfrm>
              <a:off x="6690138" y="1416750"/>
              <a:ext cx="1795124" cy="3238629"/>
              <a:chOff x="6690138" y="1416750"/>
              <a:chExt cx="1795124" cy="3238629"/>
            </a:xfrm>
          </p:grpSpPr>
          <p:sp>
            <p:nvSpPr>
              <p:cNvPr id="1070" name="Google Shape;1070;p36"/>
              <p:cNvSpPr/>
              <p:nvPr/>
            </p:nvSpPr>
            <p:spPr>
              <a:xfrm>
                <a:off x="6690138" y="1839946"/>
                <a:ext cx="1795124" cy="2815434"/>
              </a:xfrm>
              <a:custGeom>
                <a:rect b="b" l="l" r="r" t="t"/>
                <a:pathLst>
                  <a:path extrusionOk="0" h="108746" w="62805">
                    <a:moveTo>
                      <a:pt x="51943" y="1"/>
                    </a:moveTo>
                    <a:cubicBezTo>
                      <a:pt x="51732" y="1"/>
                      <a:pt x="51732" y="422"/>
                      <a:pt x="51943" y="422"/>
                    </a:cubicBezTo>
                    <a:cubicBezTo>
                      <a:pt x="55020" y="658"/>
                      <a:pt x="58202" y="869"/>
                      <a:pt x="61253" y="974"/>
                    </a:cubicBezTo>
                    <a:cubicBezTo>
                      <a:pt x="61595" y="1079"/>
                      <a:pt x="61911" y="1079"/>
                      <a:pt x="62358" y="1079"/>
                    </a:cubicBezTo>
                    <a:cubicBezTo>
                      <a:pt x="62252" y="4367"/>
                      <a:pt x="62252" y="7549"/>
                      <a:pt x="62147" y="10731"/>
                    </a:cubicBezTo>
                    <a:cubicBezTo>
                      <a:pt x="61911" y="17306"/>
                      <a:pt x="61805" y="23776"/>
                      <a:pt x="61595" y="30246"/>
                    </a:cubicBezTo>
                    <a:cubicBezTo>
                      <a:pt x="61385" y="38662"/>
                      <a:pt x="61148" y="47104"/>
                      <a:pt x="60832" y="55441"/>
                    </a:cubicBezTo>
                    <a:cubicBezTo>
                      <a:pt x="60596" y="64304"/>
                      <a:pt x="60280" y="73194"/>
                      <a:pt x="59938" y="81952"/>
                    </a:cubicBezTo>
                    <a:cubicBezTo>
                      <a:pt x="59622" y="89947"/>
                      <a:pt x="59281" y="97968"/>
                      <a:pt x="58860" y="105964"/>
                    </a:cubicBezTo>
                    <a:cubicBezTo>
                      <a:pt x="58860" y="106726"/>
                      <a:pt x="58755" y="107489"/>
                      <a:pt x="58755" y="108252"/>
                    </a:cubicBezTo>
                    <a:cubicBezTo>
                      <a:pt x="56887" y="108252"/>
                      <a:pt x="55125" y="108146"/>
                      <a:pt x="53258" y="108041"/>
                    </a:cubicBezTo>
                    <a:cubicBezTo>
                      <a:pt x="48760" y="107936"/>
                      <a:pt x="44158" y="107699"/>
                      <a:pt x="39687" y="107489"/>
                    </a:cubicBezTo>
                    <a:cubicBezTo>
                      <a:pt x="34190" y="107279"/>
                      <a:pt x="28615" y="107042"/>
                      <a:pt x="23118" y="106831"/>
                    </a:cubicBezTo>
                    <a:cubicBezTo>
                      <a:pt x="18410" y="106726"/>
                      <a:pt x="13597" y="106516"/>
                      <a:pt x="8890" y="106279"/>
                    </a:cubicBezTo>
                    <a:cubicBezTo>
                      <a:pt x="7338" y="106279"/>
                      <a:pt x="5707" y="106174"/>
                      <a:pt x="4182" y="106174"/>
                    </a:cubicBezTo>
                    <a:cubicBezTo>
                      <a:pt x="3735" y="106069"/>
                      <a:pt x="3183" y="106069"/>
                      <a:pt x="2735" y="106069"/>
                    </a:cubicBezTo>
                    <a:cubicBezTo>
                      <a:pt x="2595" y="106069"/>
                      <a:pt x="2455" y="106022"/>
                      <a:pt x="2307" y="106022"/>
                    </a:cubicBezTo>
                    <a:cubicBezTo>
                      <a:pt x="2233" y="106022"/>
                      <a:pt x="2157" y="106034"/>
                      <a:pt x="2078" y="106069"/>
                    </a:cubicBezTo>
                    <a:cubicBezTo>
                      <a:pt x="1973" y="102124"/>
                      <a:pt x="1973" y="98179"/>
                      <a:pt x="1868" y="94339"/>
                    </a:cubicBezTo>
                    <a:cubicBezTo>
                      <a:pt x="1762" y="89736"/>
                      <a:pt x="1762" y="85134"/>
                      <a:pt x="1657" y="80637"/>
                    </a:cubicBezTo>
                    <a:cubicBezTo>
                      <a:pt x="1552" y="75824"/>
                      <a:pt x="1420" y="70879"/>
                      <a:pt x="1315" y="66066"/>
                    </a:cubicBezTo>
                    <a:cubicBezTo>
                      <a:pt x="1210" y="61148"/>
                      <a:pt x="1210" y="56204"/>
                      <a:pt x="1105" y="51391"/>
                    </a:cubicBezTo>
                    <a:cubicBezTo>
                      <a:pt x="1000" y="46552"/>
                      <a:pt x="894" y="41844"/>
                      <a:pt x="894" y="37136"/>
                    </a:cubicBezTo>
                    <a:cubicBezTo>
                      <a:pt x="763" y="32876"/>
                      <a:pt x="658" y="28589"/>
                      <a:pt x="658" y="24328"/>
                    </a:cubicBezTo>
                    <a:cubicBezTo>
                      <a:pt x="658" y="20699"/>
                      <a:pt x="553" y="17201"/>
                      <a:pt x="553" y="13572"/>
                    </a:cubicBezTo>
                    <a:lnTo>
                      <a:pt x="553" y="5682"/>
                    </a:lnTo>
                    <a:cubicBezTo>
                      <a:pt x="553" y="4261"/>
                      <a:pt x="447" y="2841"/>
                      <a:pt x="553" y="1421"/>
                    </a:cubicBezTo>
                    <a:cubicBezTo>
                      <a:pt x="553" y="1316"/>
                      <a:pt x="658" y="1184"/>
                      <a:pt x="658" y="1079"/>
                    </a:cubicBezTo>
                    <a:lnTo>
                      <a:pt x="1105" y="1079"/>
                    </a:lnTo>
                    <a:cubicBezTo>
                      <a:pt x="1744" y="1048"/>
                      <a:pt x="2386" y="1036"/>
                      <a:pt x="3028" y="1036"/>
                    </a:cubicBezTo>
                    <a:cubicBezTo>
                      <a:pt x="4580" y="1036"/>
                      <a:pt x="6136" y="1110"/>
                      <a:pt x="7680" y="1184"/>
                    </a:cubicBezTo>
                    <a:cubicBezTo>
                      <a:pt x="8548" y="1184"/>
                      <a:pt x="9442" y="1184"/>
                      <a:pt x="10310" y="1079"/>
                    </a:cubicBezTo>
                    <a:cubicBezTo>
                      <a:pt x="10520" y="1079"/>
                      <a:pt x="10520" y="658"/>
                      <a:pt x="10310" y="658"/>
                    </a:cubicBezTo>
                    <a:cubicBezTo>
                      <a:pt x="9617" y="729"/>
                      <a:pt x="8910" y="752"/>
                      <a:pt x="8198" y="752"/>
                    </a:cubicBezTo>
                    <a:cubicBezTo>
                      <a:pt x="6774" y="752"/>
                      <a:pt x="5330" y="658"/>
                      <a:pt x="3945" y="658"/>
                    </a:cubicBezTo>
                    <a:lnTo>
                      <a:pt x="763" y="658"/>
                    </a:lnTo>
                    <a:cubicBezTo>
                      <a:pt x="553" y="658"/>
                      <a:pt x="342" y="658"/>
                      <a:pt x="237" y="869"/>
                    </a:cubicBezTo>
                    <a:cubicBezTo>
                      <a:pt x="105" y="1184"/>
                      <a:pt x="105" y="1526"/>
                      <a:pt x="105" y="1842"/>
                    </a:cubicBezTo>
                    <a:lnTo>
                      <a:pt x="105" y="3814"/>
                    </a:lnTo>
                    <a:cubicBezTo>
                      <a:pt x="0" y="6129"/>
                      <a:pt x="0" y="8417"/>
                      <a:pt x="105" y="10626"/>
                    </a:cubicBezTo>
                    <a:lnTo>
                      <a:pt x="105" y="20699"/>
                    </a:lnTo>
                    <a:cubicBezTo>
                      <a:pt x="237" y="24854"/>
                      <a:pt x="237" y="28931"/>
                      <a:pt x="342" y="33086"/>
                    </a:cubicBezTo>
                    <a:cubicBezTo>
                      <a:pt x="447" y="37689"/>
                      <a:pt x="447" y="42396"/>
                      <a:pt x="553" y="47104"/>
                    </a:cubicBezTo>
                    <a:lnTo>
                      <a:pt x="894" y="61911"/>
                    </a:lnTo>
                    <a:cubicBezTo>
                      <a:pt x="894" y="66829"/>
                      <a:pt x="1000" y="71774"/>
                      <a:pt x="1105" y="76692"/>
                    </a:cubicBezTo>
                    <a:cubicBezTo>
                      <a:pt x="1210" y="81399"/>
                      <a:pt x="1315" y="86133"/>
                      <a:pt x="1315" y="90946"/>
                    </a:cubicBezTo>
                    <a:cubicBezTo>
                      <a:pt x="1420" y="95102"/>
                      <a:pt x="1552" y="99283"/>
                      <a:pt x="1657" y="103544"/>
                    </a:cubicBezTo>
                    <a:lnTo>
                      <a:pt x="1657" y="106279"/>
                    </a:lnTo>
                    <a:cubicBezTo>
                      <a:pt x="1657" y="106384"/>
                      <a:pt x="1762" y="106516"/>
                      <a:pt x="1868" y="106516"/>
                    </a:cubicBezTo>
                    <a:cubicBezTo>
                      <a:pt x="3735" y="106516"/>
                      <a:pt x="5707" y="106621"/>
                      <a:pt x="7575" y="106726"/>
                    </a:cubicBezTo>
                    <a:cubicBezTo>
                      <a:pt x="12072" y="106831"/>
                      <a:pt x="16674" y="107042"/>
                      <a:pt x="21145" y="107279"/>
                    </a:cubicBezTo>
                    <a:cubicBezTo>
                      <a:pt x="26642" y="107489"/>
                      <a:pt x="32218" y="107699"/>
                      <a:pt x="37714" y="107936"/>
                    </a:cubicBezTo>
                    <a:cubicBezTo>
                      <a:pt x="42422" y="108041"/>
                      <a:pt x="47235" y="108252"/>
                      <a:pt x="51943" y="108488"/>
                    </a:cubicBezTo>
                    <a:cubicBezTo>
                      <a:pt x="53494" y="108488"/>
                      <a:pt x="55125" y="108594"/>
                      <a:pt x="56651" y="108699"/>
                    </a:cubicBezTo>
                    <a:cubicBezTo>
                      <a:pt x="57089" y="108699"/>
                      <a:pt x="57632" y="108745"/>
                      <a:pt x="58141" y="108745"/>
                    </a:cubicBezTo>
                    <a:cubicBezTo>
                      <a:pt x="58395" y="108745"/>
                      <a:pt x="58641" y="108734"/>
                      <a:pt x="58860" y="108699"/>
                    </a:cubicBezTo>
                    <a:lnTo>
                      <a:pt x="58965" y="108699"/>
                    </a:lnTo>
                    <a:cubicBezTo>
                      <a:pt x="59070" y="108699"/>
                      <a:pt x="59175" y="108594"/>
                      <a:pt x="59175" y="108488"/>
                    </a:cubicBezTo>
                    <a:cubicBezTo>
                      <a:pt x="59622" y="100704"/>
                      <a:pt x="59938" y="92919"/>
                      <a:pt x="60280" y="85134"/>
                    </a:cubicBezTo>
                    <a:cubicBezTo>
                      <a:pt x="60596" y="76376"/>
                      <a:pt x="60937" y="67487"/>
                      <a:pt x="61148" y="58729"/>
                    </a:cubicBezTo>
                    <a:cubicBezTo>
                      <a:pt x="61490" y="50181"/>
                      <a:pt x="61700" y="41634"/>
                      <a:pt x="61911" y="33086"/>
                    </a:cubicBezTo>
                    <a:cubicBezTo>
                      <a:pt x="62147" y="26301"/>
                      <a:pt x="62358" y="19489"/>
                      <a:pt x="62568" y="12704"/>
                    </a:cubicBezTo>
                    <a:cubicBezTo>
                      <a:pt x="62568" y="8969"/>
                      <a:pt x="62700" y="5261"/>
                      <a:pt x="62805" y="1421"/>
                    </a:cubicBezTo>
                    <a:lnTo>
                      <a:pt x="62805" y="869"/>
                    </a:lnTo>
                    <a:cubicBezTo>
                      <a:pt x="62805" y="764"/>
                      <a:pt x="62700" y="658"/>
                      <a:pt x="62568" y="658"/>
                    </a:cubicBezTo>
                    <a:cubicBezTo>
                      <a:pt x="59517" y="422"/>
                      <a:pt x="56440" y="211"/>
                      <a:pt x="53258" y="1"/>
                    </a:cubicBezTo>
                    <a:close/>
                  </a:path>
                </a:pathLst>
              </a:custGeom>
              <a:solidFill>
                <a:srgbClr val="02020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36"/>
              <p:cNvSpPr/>
              <p:nvPr/>
            </p:nvSpPr>
            <p:spPr>
              <a:xfrm>
                <a:off x="6982213" y="1416750"/>
                <a:ext cx="1207697" cy="885025"/>
              </a:xfrm>
              <a:custGeom>
                <a:rect b="b" l="l" r="r" t="t"/>
                <a:pathLst>
                  <a:path extrusionOk="0" h="35401" w="42739">
                    <a:moveTo>
                      <a:pt x="448" y="0"/>
                    </a:moveTo>
                    <a:cubicBezTo>
                      <a:pt x="238" y="0"/>
                      <a:pt x="238" y="106"/>
                      <a:pt x="238" y="342"/>
                    </a:cubicBezTo>
                    <a:cubicBezTo>
                      <a:pt x="132" y="342"/>
                      <a:pt x="1" y="448"/>
                      <a:pt x="132" y="553"/>
                    </a:cubicBezTo>
                    <a:lnTo>
                      <a:pt x="132" y="13361"/>
                    </a:lnTo>
                    <a:lnTo>
                      <a:pt x="132" y="26090"/>
                    </a:lnTo>
                    <a:lnTo>
                      <a:pt x="132" y="33217"/>
                    </a:lnTo>
                    <a:lnTo>
                      <a:pt x="132" y="33428"/>
                    </a:lnTo>
                    <a:cubicBezTo>
                      <a:pt x="238" y="33533"/>
                      <a:pt x="238" y="33533"/>
                      <a:pt x="343" y="33533"/>
                    </a:cubicBezTo>
                    <a:cubicBezTo>
                      <a:pt x="5603" y="33980"/>
                      <a:pt x="10758" y="34296"/>
                      <a:pt x="16018" y="34638"/>
                    </a:cubicBezTo>
                    <a:cubicBezTo>
                      <a:pt x="21172" y="34848"/>
                      <a:pt x="26432" y="35058"/>
                      <a:pt x="31561" y="35190"/>
                    </a:cubicBezTo>
                    <a:cubicBezTo>
                      <a:pt x="34533" y="35295"/>
                      <a:pt x="37478" y="35295"/>
                      <a:pt x="40450" y="35400"/>
                    </a:cubicBezTo>
                    <a:cubicBezTo>
                      <a:pt x="40556" y="35400"/>
                      <a:pt x="40661" y="35295"/>
                      <a:pt x="40661" y="35058"/>
                    </a:cubicBezTo>
                    <a:cubicBezTo>
                      <a:pt x="40766" y="34953"/>
                      <a:pt x="40766" y="34848"/>
                      <a:pt x="40766" y="34743"/>
                    </a:cubicBezTo>
                    <a:lnTo>
                      <a:pt x="40661" y="34743"/>
                    </a:lnTo>
                    <a:cubicBezTo>
                      <a:pt x="41108" y="30245"/>
                      <a:pt x="41555" y="25853"/>
                      <a:pt x="41765" y="21488"/>
                    </a:cubicBezTo>
                    <a:cubicBezTo>
                      <a:pt x="42081" y="16990"/>
                      <a:pt x="42318" y="12493"/>
                      <a:pt x="42528" y="7996"/>
                    </a:cubicBezTo>
                    <a:cubicBezTo>
                      <a:pt x="42633" y="5366"/>
                      <a:pt x="42633" y="2841"/>
                      <a:pt x="42738" y="211"/>
                    </a:cubicBezTo>
                    <a:cubicBezTo>
                      <a:pt x="42738" y="106"/>
                      <a:pt x="42633" y="106"/>
                      <a:pt x="4263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36"/>
              <p:cNvSpPr/>
              <p:nvPr/>
            </p:nvSpPr>
            <p:spPr>
              <a:xfrm>
                <a:off x="6933400" y="1416763"/>
                <a:ext cx="1207697" cy="885025"/>
              </a:xfrm>
              <a:custGeom>
                <a:rect b="b" l="l" r="r" t="t"/>
                <a:pathLst>
                  <a:path extrusionOk="0" h="35401" w="42739">
                    <a:moveTo>
                      <a:pt x="448" y="0"/>
                    </a:moveTo>
                    <a:cubicBezTo>
                      <a:pt x="238" y="0"/>
                      <a:pt x="238" y="106"/>
                      <a:pt x="238" y="342"/>
                    </a:cubicBezTo>
                    <a:cubicBezTo>
                      <a:pt x="132" y="342"/>
                      <a:pt x="1" y="448"/>
                      <a:pt x="132" y="553"/>
                    </a:cubicBezTo>
                    <a:lnTo>
                      <a:pt x="132" y="13361"/>
                    </a:lnTo>
                    <a:lnTo>
                      <a:pt x="132" y="26090"/>
                    </a:lnTo>
                    <a:lnTo>
                      <a:pt x="132" y="33217"/>
                    </a:lnTo>
                    <a:lnTo>
                      <a:pt x="132" y="33428"/>
                    </a:lnTo>
                    <a:cubicBezTo>
                      <a:pt x="238" y="33533"/>
                      <a:pt x="238" y="33533"/>
                      <a:pt x="343" y="33533"/>
                    </a:cubicBezTo>
                    <a:cubicBezTo>
                      <a:pt x="5603" y="33980"/>
                      <a:pt x="10758" y="34296"/>
                      <a:pt x="16018" y="34638"/>
                    </a:cubicBezTo>
                    <a:cubicBezTo>
                      <a:pt x="21172" y="34848"/>
                      <a:pt x="26432" y="35058"/>
                      <a:pt x="31561" y="35190"/>
                    </a:cubicBezTo>
                    <a:cubicBezTo>
                      <a:pt x="34533" y="35295"/>
                      <a:pt x="37478" y="35295"/>
                      <a:pt x="40450" y="35400"/>
                    </a:cubicBezTo>
                    <a:cubicBezTo>
                      <a:pt x="40556" y="35400"/>
                      <a:pt x="40661" y="35295"/>
                      <a:pt x="40661" y="35058"/>
                    </a:cubicBezTo>
                    <a:cubicBezTo>
                      <a:pt x="40766" y="34953"/>
                      <a:pt x="40766" y="34848"/>
                      <a:pt x="40766" y="34743"/>
                    </a:cubicBezTo>
                    <a:lnTo>
                      <a:pt x="40661" y="34743"/>
                    </a:lnTo>
                    <a:cubicBezTo>
                      <a:pt x="41108" y="30245"/>
                      <a:pt x="41555" y="25853"/>
                      <a:pt x="41765" y="21488"/>
                    </a:cubicBezTo>
                    <a:cubicBezTo>
                      <a:pt x="42081" y="16990"/>
                      <a:pt x="42318" y="12493"/>
                      <a:pt x="42528" y="7996"/>
                    </a:cubicBezTo>
                    <a:cubicBezTo>
                      <a:pt x="42633" y="5366"/>
                      <a:pt x="42633" y="2841"/>
                      <a:pt x="42738" y="211"/>
                    </a:cubicBezTo>
                    <a:cubicBezTo>
                      <a:pt x="42738" y="106"/>
                      <a:pt x="42633" y="106"/>
                      <a:pt x="42633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3" name="Google Shape;1073;p36"/>
            <p:cNvGrpSpPr/>
            <p:nvPr/>
          </p:nvGrpSpPr>
          <p:grpSpPr>
            <a:xfrm>
              <a:off x="653950" y="1416763"/>
              <a:ext cx="1795124" cy="3238617"/>
              <a:chOff x="653950" y="1416763"/>
              <a:chExt cx="1795124" cy="3238617"/>
            </a:xfrm>
          </p:grpSpPr>
          <p:sp>
            <p:nvSpPr>
              <p:cNvPr id="1074" name="Google Shape;1074;p36"/>
              <p:cNvSpPr/>
              <p:nvPr/>
            </p:nvSpPr>
            <p:spPr>
              <a:xfrm>
                <a:off x="653950" y="1839946"/>
                <a:ext cx="1795124" cy="2815434"/>
              </a:xfrm>
              <a:custGeom>
                <a:rect b="b" l="l" r="r" t="t"/>
                <a:pathLst>
                  <a:path extrusionOk="0" h="108746" w="62805">
                    <a:moveTo>
                      <a:pt x="51943" y="1"/>
                    </a:moveTo>
                    <a:cubicBezTo>
                      <a:pt x="51732" y="1"/>
                      <a:pt x="51732" y="422"/>
                      <a:pt x="51943" y="422"/>
                    </a:cubicBezTo>
                    <a:cubicBezTo>
                      <a:pt x="55020" y="658"/>
                      <a:pt x="58202" y="869"/>
                      <a:pt x="61253" y="974"/>
                    </a:cubicBezTo>
                    <a:cubicBezTo>
                      <a:pt x="61595" y="1079"/>
                      <a:pt x="61911" y="1079"/>
                      <a:pt x="62358" y="1079"/>
                    </a:cubicBezTo>
                    <a:cubicBezTo>
                      <a:pt x="62252" y="4367"/>
                      <a:pt x="62252" y="7549"/>
                      <a:pt x="62147" y="10731"/>
                    </a:cubicBezTo>
                    <a:cubicBezTo>
                      <a:pt x="61911" y="17306"/>
                      <a:pt x="61805" y="23776"/>
                      <a:pt x="61595" y="30246"/>
                    </a:cubicBezTo>
                    <a:cubicBezTo>
                      <a:pt x="61385" y="38662"/>
                      <a:pt x="61148" y="47104"/>
                      <a:pt x="60832" y="55441"/>
                    </a:cubicBezTo>
                    <a:cubicBezTo>
                      <a:pt x="60596" y="64304"/>
                      <a:pt x="60280" y="73194"/>
                      <a:pt x="59938" y="81952"/>
                    </a:cubicBezTo>
                    <a:cubicBezTo>
                      <a:pt x="59622" y="89947"/>
                      <a:pt x="59281" y="97968"/>
                      <a:pt x="58860" y="105964"/>
                    </a:cubicBezTo>
                    <a:cubicBezTo>
                      <a:pt x="58860" y="106726"/>
                      <a:pt x="58755" y="107489"/>
                      <a:pt x="58755" y="108252"/>
                    </a:cubicBezTo>
                    <a:cubicBezTo>
                      <a:pt x="56887" y="108252"/>
                      <a:pt x="55125" y="108146"/>
                      <a:pt x="53258" y="108041"/>
                    </a:cubicBezTo>
                    <a:cubicBezTo>
                      <a:pt x="48760" y="107936"/>
                      <a:pt x="44158" y="107699"/>
                      <a:pt x="39687" y="107489"/>
                    </a:cubicBezTo>
                    <a:cubicBezTo>
                      <a:pt x="34190" y="107279"/>
                      <a:pt x="28615" y="107042"/>
                      <a:pt x="23118" y="106831"/>
                    </a:cubicBezTo>
                    <a:cubicBezTo>
                      <a:pt x="18410" y="106726"/>
                      <a:pt x="13597" y="106516"/>
                      <a:pt x="8890" y="106279"/>
                    </a:cubicBezTo>
                    <a:cubicBezTo>
                      <a:pt x="7338" y="106279"/>
                      <a:pt x="5707" y="106174"/>
                      <a:pt x="4182" y="106174"/>
                    </a:cubicBezTo>
                    <a:cubicBezTo>
                      <a:pt x="3735" y="106069"/>
                      <a:pt x="3183" y="106069"/>
                      <a:pt x="2735" y="106069"/>
                    </a:cubicBezTo>
                    <a:cubicBezTo>
                      <a:pt x="2595" y="106069"/>
                      <a:pt x="2455" y="106022"/>
                      <a:pt x="2307" y="106022"/>
                    </a:cubicBezTo>
                    <a:cubicBezTo>
                      <a:pt x="2233" y="106022"/>
                      <a:pt x="2157" y="106034"/>
                      <a:pt x="2078" y="106069"/>
                    </a:cubicBezTo>
                    <a:cubicBezTo>
                      <a:pt x="1973" y="102124"/>
                      <a:pt x="1973" y="98179"/>
                      <a:pt x="1868" y="94339"/>
                    </a:cubicBezTo>
                    <a:cubicBezTo>
                      <a:pt x="1762" y="89736"/>
                      <a:pt x="1762" y="85134"/>
                      <a:pt x="1657" y="80637"/>
                    </a:cubicBezTo>
                    <a:cubicBezTo>
                      <a:pt x="1552" y="75824"/>
                      <a:pt x="1420" y="70879"/>
                      <a:pt x="1315" y="66066"/>
                    </a:cubicBezTo>
                    <a:cubicBezTo>
                      <a:pt x="1210" y="61148"/>
                      <a:pt x="1210" y="56204"/>
                      <a:pt x="1105" y="51391"/>
                    </a:cubicBezTo>
                    <a:cubicBezTo>
                      <a:pt x="1000" y="46552"/>
                      <a:pt x="894" y="41844"/>
                      <a:pt x="894" y="37136"/>
                    </a:cubicBezTo>
                    <a:cubicBezTo>
                      <a:pt x="763" y="32876"/>
                      <a:pt x="658" y="28589"/>
                      <a:pt x="658" y="24328"/>
                    </a:cubicBezTo>
                    <a:cubicBezTo>
                      <a:pt x="658" y="20699"/>
                      <a:pt x="553" y="17201"/>
                      <a:pt x="553" y="13572"/>
                    </a:cubicBezTo>
                    <a:lnTo>
                      <a:pt x="553" y="5682"/>
                    </a:lnTo>
                    <a:cubicBezTo>
                      <a:pt x="553" y="4261"/>
                      <a:pt x="447" y="2841"/>
                      <a:pt x="553" y="1421"/>
                    </a:cubicBezTo>
                    <a:cubicBezTo>
                      <a:pt x="553" y="1316"/>
                      <a:pt x="658" y="1184"/>
                      <a:pt x="658" y="1079"/>
                    </a:cubicBezTo>
                    <a:lnTo>
                      <a:pt x="1105" y="1079"/>
                    </a:lnTo>
                    <a:cubicBezTo>
                      <a:pt x="1744" y="1048"/>
                      <a:pt x="2386" y="1036"/>
                      <a:pt x="3028" y="1036"/>
                    </a:cubicBezTo>
                    <a:cubicBezTo>
                      <a:pt x="4580" y="1036"/>
                      <a:pt x="6136" y="1110"/>
                      <a:pt x="7680" y="1184"/>
                    </a:cubicBezTo>
                    <a:cubicBezTo>
                      <a:pt x="8548" y="1184"/>
                      <a:pt x="9442" y="1184"/>
                      <a:pt x="10310" y="1079"/>
                    </a:cubicBezTo>
                    <a:cubicBezTo>
                      <a:pt x="10520" y="1079"/>
                      <a:pt x="10520" y="658"/>
                      <a:pt x="10310" y="658"/>
                    </a:cubicBezTo>
                    <a:cubicBezTo>
                      <a:pt x="9617" y="729"/>
                      <a:pt x="8910" y="752"/>
                      <a:pt x="8198" y="752"/>
                    </a:cubicBezTo>
                    <a:cubicBezTo>
                      <a:pt x="6774" y="752"/>
                      <a:pt x="5330" y="658"/>
                      <a:pt x="3945" y="658"/>
                    </a:cubicBezTo>
                    <a:lnTo>
                      <a:pt x="763" y="658"/>
                    </a:lnTo>
                    <a:cubicBezTo>
                      <a:pt x="553" y="658"/>
                      <a:pt x="342" y="658"/>
                      <a:pt x="237" y="869"/>
                    </a:cubicBezTo>
                    <a:cubicBezTo>
                      <a:pt x="105" y="1184"/>
                      <a:pt x="105" y="1526"/>
                      <a:pt x="105" y="1842"/>
                    </a:cubicBezTo>
                    <a:lnTo>
                      <a:pt x="105" y="3814"/>
                    </a:lnTo>
                    <a:cubicBezTo>
                      <a:pt x="0" y="6129"/>
                      <a:pt x="0" y="8417"/>
                      <a:pt x="105" y="10626"/>
                    </a:cubicBezTo>
                    <a:lnTo>
                      <a:pt x="105" y="20699"/>
                    </a:lnTo>
                    <a:cubicBezTo>
                      <a:pt x="237" y="24854"/>
                      <a:pt x="237" y="28931"/>
                      <a:pt x="342" y="33086"/>
                    </a:cubicBezTo>
                    <a:cubicBezTo>
                      <a:pt x="447" y="37689"/>
                      <a:pt x="447" y="42396"/>
                      <a:pt x="553" y="47104"/>
                    </a:cubicBezTo>
                    <a:lnTo>
                      <a:pt x="894" y="61911"/>
                    </a:lnTo>
                    <a:cubicBezTo>
                      <a:pt x="894" y="66829"/>
                      <a:pt x="1000" y="71774"/>
                      <a:pt x="1105" y="76692"/>
                    </a:cubicBezTo>
                    <a:cubicBezTo>
                      <a:pt x="1210" y="81399"/>
                      <a:pt x="1315" y="86133"/>
                      <a:pt x="1315" y="90946"/>
                    </a:cubicBezTo>
                    <a:cubicBezTo>
                      <a:pt x="1420" y="95102"/>
                      <a:pt x="1552" y="99283"/>
                      <a:pt x="1657" y="103544"/>
                    </a:cubicBezTo>
                    <a:lnTo>
                      <a:pt x="1657" y="106279"/>
                    </a:lnTo>
                    <a:cubicBezTo>
                      <a:pt x="1657" y="106384"/>
                      <a:pt x="1762" y="106516"/>
                      <a:pt x="1868" y="106516"/>
                    </a:cubicBezTo>
                    <a:cubicBezTo>
                      <a:pt x="3735" y="106516"/>
                      <a:pt x="5707" y="106621"/>
                      <a:pt x="7575" y="106726"/>
                    </a:cubicBezTo>
                    <a:cubicBezTo>
                      <a:pt x="12072" y="106831"/>
                      <a:pt x="16674" y="107042"/>
                      <a:pt x="21145" y="107279"/>
                    </a:cubicBezTo>
                    <a:cubicBezTo>
                      <a:pt x="26642" y="107489"/>
                      <a:pt x="32218" y="107699"/>
                      <a:pt x="37714" y="107936"/>
                    </a:cubicBezTo>
                    <a:cubicBezTo>
                      <a:pt x="42422" y="108041"/>
                      <a:pt x="47235" y="108252"/>
                      <a:pt x="51943" y="108488"/>
                    </a:cubicBezTo>
                    <a:cubicBezTo>
                      <a:pt x="53494" y="108488"/>
                      <a:pt x="55125" y="108594"/>
                      <a:pt x="56651" y="108699"/>
                    </a:cubicBezTo>
                    <a:cubicBezTo>
                      <a:pt x="57089" y="108699"/>
                      <a:pt x="57632" y="108745"/>
                      <a:pt x="58141" y="108745"/>
                    </a:cubicBezTo>
                    <a:cubicBezTo>
                      <a:pt x="58395" y="108745"/>
                      <a:pt x="58641" y="108734"/>
                      <a:pt x="58860" y="108699"/>
                    </a:cubicBezTo>
                    <a:lnTo>
                      <a:pt x="58965" y="108699"/>
                    </a:lnTo>
                    <a:cubicBezTo>
                      <a:pt x="59070" y="108699"/>
                      <a:pt x="59175" y="108594"/>
                      <a:pt x="59175" y="108488"/>
                    </a:cubicBezTo>
                    <a:cubicBezTo>
                      <a:pt x="59622" y="100704"/>
                      <a:pt x="59938" y="92919"/>
                      <a:pt x="60280" y="85134"/>
                    </a:cubicBezTo>
                    <a:cubicBezTo>
                      <a:pt x="60596" y="76376"/>
                      <a:pt x="60937" y="67487"/>
                      <a:pt x="61148" y="58729"/>
                    </a:cubicBezTo>
                    <a:cubicBezTo>
                      <a:pt x="61490" y="50181"/>
                      <a:pt x="61700" y="41634"/>
                      <a:pt x="61911" y="33086"/>
                    </a:cubicBezTo>
                    <a:cubicBezTo>
                      <a:pt x="62147" y="26301"/>
                      <a:pt x="62358" y="19489"/>
                      <a:pt x="62568" y="12704"/>
                    </a:cubicBezTo>
                    <a:cubicBezTo>
                      <a:pt x="62568" y="8969"/>
                      <a:pt x="62700" y="5261"/>
                      <a:pt x="62805" y="1421"/>
                    </a:cubicBezTo>
                    <a:lnTo>
                      <a:pt x="62805" y="869"/>
                    </a:lnTo>
                    <a:cubicBezTo>
                      <a:pt x="62805" y="764"/>
                      <a:pt x="62700" y="658"/>
                      <a:pt x="62568" y="658"/>
                    </a:cubicBezTo>
                    <a:cubicBezTo>
                      <a:pt x="59517" y="422"/>
                      <a:pt x="56440" y="211"/>
                      <a:pt x="53258" y="1"/>
                    </a:cubicBezTo>
                    <a:close/>
                  </a:path>
                </a:pathLst>
              </a:custGeom>
              <a:solidFill>
                <a:srgbClr val="02020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36"/>
              <p:cNvSpPr/>
              <p:nvPr/>
            </p:nvSpPr>
            <p:spPr>
              <a:xfrm>
                <a:off x="946025" y="1416763"/>
                <a:ext cx="1207697" cy="885025"/>
              </a:xfrm>
              <a:custGeom>
                <a:rect b="b" l="l" r="r" t="t"/>
                <a:pathLst>
                  <a:path extrusionOk="0" h="35401" w="42739">
                    <a:moveTo>
                      <a:pt x="448" y="0"/>
                    </a:moveTo>
                    <a:cubicBezTo>
                      <a:pt x="238" y="0"/>
                      <a:pt x="238" y="106"/>
                      <a:pt x="238" y="342"/>
                    </a:cubicBezTo>
                    <a:cubicBezTo>
                      <a:pt x="132" y="342"/>
                      <a:pt x="1" y="448"/>
                      <a:pt x="132" y="553"/>
                    </a:cubicBezTo>
                    <a:lnTo>
                      <a:pt x="132" y="13361"/>
                    </a:lnTo>
                    <a:lnTo>
                      <a:pt x="132" y="26090"/>
                    </a:lnTo>
                    <a:lnTo>
                      <a:pt x="132" y="33217"/>
                    </a:lnTo>
                    <a:lnTo>
                      <a:pt x="132" y="33428"/>
                    </a:lnTo>
                    <a:cubicBezTo>
                      <a:pt x="238" y="33533"/>
                      <a:pt x="238" y="33533"/>
                      <a:pt x="343" y="33533"/>
                    </a:cubicBezTo>
                    <a:cubicBezTo>
                      <a:pt x="5603" y="33980"/>
                      <a:pt x="10758" y="34296"/>
                      <a:pt x="16018" y="34638"/>
                    </a:cubicBezTo>
                    <a:cubicBezTo>
                      <a:pt x="21172" y="34848"/>
                      <a:pt x="26432" y="35058"/>
                      <a:pt x="31561" y="35190"/>
                    </a:cubicBezTo>
                    <a:cubicBezTo>
                      <a:pt x="34533" y="35295"/>
                      <a:pt x="37478" y="35295"/>
                      <a:pt x="40450" y="35400"/>
                    </a:cubicBezTo>
                    <a:cubicBezTo>
                      <a:pt x="40556" y="35400"/>
                      <a:pt x="40661" y="35295"/>
                      <a:pt x="40661" y="35058"/>
                    </a:cubicBezTo>
                    <a:cubicBezTo>
                      <a:pt x="40766" y="34953"/>
                      <a:pt x="40766" y="34848"/>
                      <a:pt x="40766" y="34743"/>
                    </a:cubicBezTo>
                    <a:lnTo>
                      <a:pt x="40661" y="34743"/>
                    </a:lnTo>
                    <a:cubicBezTo>
                      <a:pt x="41108" y="30245"/>
                      <a:pt x="41555" y="25853"/>
                      <a:pt x="41765" y="21488"/>
                    </a:cubicBezTo>
                    <a:cubicBezTo>
                      <a:pt x="42081" y="16990"/>
                      <a:pt x="42318" y="12493"/>
                      <a:pt x="42528" y="7996"/>
                    </a:cubicBezTo>
                    <a:cubicBezTo>
                      <a:pt x="42633" y="5366"/>
                      <a:pt x="42633" y="2841"/>
                      <a:pt x="42738" y="211"/>
                    </a:cubicBezTo>
                    <a:cubicBezTo>
                      <a:pt x="42738" y="106"/>
                      <a:pt x="42633" y="106"/>
                      <a:pt x="426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36"/>
              <p:cNvSpPr/>
              <p:nvPr/>
            </p:nvSpPr>
            <p:spPr>
              <a:xfrm>
                <a:off x="973950" y="1416775"/>
                <a:ext cx="1207697" cy="885025"/>
              </a:xfrm>
              <a:custGeom>
                <a:rect b="b" l="l" r="r" t="t"/>
                <a:pathLst>
                  <a:path extrusionOk="0" h="35401" w="42739">
                    <a:moveTo>
                      <a:pt x="448" y="0"/>
                    </a:moveTo>
                    <a:cubicBezTo>
                      <a:pt x="238" y="0"/>
                      <a:pt x="238" y="106"/>
                      <a:pt x="238" y="342"/>
                    </a:cubicBezTo>
                    <a:cubicBezTo>
                      <a:pt x="132" y="342"/>
                      <a:pt x="1" y="448"/>
                      <a:pt x="132" y="553"/>
                    </a:cubicBezTo>
                    <a:lnTo>
                      <a:pt x="132" y="13361"/>
                    </a:lnTo>
                    <a:lnTo>
                      <a:pt x="132" y="26090"/>
                    </a:lnTo>
                    <a:lnTo>
                      <a:pt x="132" y="33217"/>
                    </a:lnTo>
                    <a:lnTo>
                      <a:pt x="132" y="33428"/>
                    </a:lnTo>
                    <a:cubicBezTo>
                      <a:pt x="238" y="33533"/>
                      <a:pt x="238" y="33533"/>
                      <a:pt x="343" y="33533"/>
                    </a:cubicBezTo>
                    <a:cubicBezTo>
                      <a:pt x="5603" y="33980"/>
                      <a:pt x="10758" y="34296"/>
                      <a:pt x="16018" y="34638"/>
                    </a:cubicBezTo>
                    <a:cubicBezTo>
                      <a:pt x="21172" y="34848"/>
                      <a:pt x="26432" y="35058"/>
                      <a:pt x="31561" y="35190"/>
                    </a:cubicBezTo>
                    <a:cubicBezTo>
                      <a:pt x="34533" y="35295"/>
                      <a:pt x="37478" y="35295"/>
                      <a:pt x="40450" y="35400"/>
                    </a:cubicBezTo>
                    <a:cubicBezTo>
                      <a:pt x="40556" y="35400"/>
                      <a:pt x="40661" y="35295"/>
                      <a:pt x="40661" y="35058"/>
                    </a:cubicBezTo>
                    <a:cubicBezTo>
                      <a:pt x="40766" y="34953"/>
                      <a:pt x="40766" y="34848"/>
                      <a:pt x="40766" y="34743"/>
                    </a:cubicBezTo>
                    <a:lnTo>
                      <a:pt x="40661" y="34743"/>
                    </a:lnTo>
                    <a:cubicBezTo>
                      <a:pt x="41108" y="30245"/>
                      <a:pt x="41555" y="25853"/>
                      <a:pt x="41765" y="21488"/>
                    </a:cubicBezTo>
                    <a:cubicBezTo>
                      <a:pt x="42081" y="16990"/>
                      <a:pt x="42318" y="12493"/>
                      <a:pt x="42528" y="7996"/>
                    </a:cubicBezTo>
                    <a:cubicBezTo>
                      <a:pt x="42633" y="5366"/>
                      <a:pt x="42633" y="2841"/>
                      <a:pt x="42738" y="211"/>
                    </a:cubicBezTo>
                    <a:cubicBezTo>
                      <a:pt x="42738" y="106"/>
                      <a:pt x="42633" y="106"/>
                      <a:pt x="42633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7" name="Google Shape;1077;p36"/>
            <p:cNvGrpSpPr/>
            <p:nvPr/>
          </p:nvGrpSpPr>
          <p:grpSpPr>
            <a:xfrm>
              <a:off x="4712000" y="1357300"/>
              <a:ext cx="1795124" cy="3298079"/>
              <a:chOff x="4712000" y="1357300"/>
              <a:chExt cx="1795124" cy="3298079"/>
            </a:xfrm>
          </p:grpSpPr>
          <p:sp>
            <p:nvSpPr>
              <p:cNvPr id="1078" name="Google Shape;1078;p36"/>
              <p:cNvSpPr/>
              <p:nvPr/>
            </p:nvSpPr>
            <p:spPr>
              <a:xfrm>
                <a:off x="4712000" y="1839946"/>
                <a:ext cx="1795124" cy="2815434"/>
              </a:xfrm>
              <a:custGeom>
                <a:rect b="b" l="l" r="r" t="t"/>
                <a:pathLst>
                  <a:path extrusionOk="0" h="108746" w="62805">
                    <a:moveTo>
                      <a:pt x="51943" y="1"/>
                    </a:moveTo>
                    <a:cubicBezTo>
                      <a:pt x="51732" y="1"/>
                      <a:pt x="51732" y="422"/>
                      <a:pt x="51943" y="422"/>
                    </a:cubicBezTo>
                    <a:cubicBezTo>
                      <a:pt x="55020" y="658"/>
                      <a:pt x="58202" y="869"/>
                      <a:pt x="61253" y="974"/>
                    </a:cubicBezTo>
                    <a:cubicBezTo>
                      <a:pt x="61595" y="1079"/>
                      <a:pt x="61911" y="1079"/>
                      <a:pt x="62358" y="1079"/>
                    </a:cubicBezTo>
                    <a:cubicBezTo>
                      <a:pt x="62252" y="4367"/>
                      <a:pt x="62252" y="7549"/>
                      <a:pt x="62147" y="10731"/>
                    </a:cubicBezTo>
                    <a:cubicBezTo>
                      <a:pt x="61911" y="17306"/>
                      <a:pt x="61805" y="23776"/>
                      <a:pt x="61595" y="30246"/>
                    </a:cubicBezTo>
                    <a:cubicBezTo>
                      <a:pt x="61385" y="38662"/>
                      <a:pt x="61148" y="47104"/>
                      <a:pt x="60832" y="55441"/>
                    </a:cubicBezTo>
                    <a:cubicBezTo>
                      <a:pt x="60596" y="64304"/>
                      <a:pt x="60280" y="73194"/>
                      <a:pt x="59938" y="81952"/>
                    </a:cubicBezTo>
                    <a:cubicBezTo>
                      <a:pt x="59622" y="89947"/>
                      <a:pt x="59281" y="97968"/>
                      <a:pt x="58860" y="105964"/>
                    </a:cubicBezTo>
                    <a:cubicBezTo>
                      <a:pt x="58860" y="106726"/>
                      <a:pt x="58755" y="107489"/>
                      <a:pt x="58755" y="108252"/>
                    </a:cubicBezTo>
                    <a:cubicBezTo>
                      <a:pt x="56887" y="108252"/>
                      <a:pt x="55125" y="108146"/>
                      <a:pt x="53258" y="108041"/>
                    </a:cubicBezTo>
                    <a:cubicBezTo>
                      <a:pt x="48760" y="107936"/>
                      <a:pt x="44158" y="107699"/>
                      <a:pt x="39687" y="107489"/>
                    </a:cubicBezTo>
                    <a:cubicBezTo>
                      <a:pt x="34190" y="107279"/>
                      <a:pt x="28615" y="107042"/>
                      <a:pt x="23118" y="106831"/>
                    </a:cubicBezTo>
                    <a:cubicBezTo>
                      <a:pt x="18410" y="106726"/>
                      <a:pt x="13597" y="106516"/>
                      <a:pt x="8890" y="106279"/>
                    </a:cubicBezTo>
                    <a:cubicBezTo>
                      <a:pt x="7338" y="106279"/>
                      <a:pt x="5707" y="106174"/>
                      <a:pt x="4182" y="106174"/>
                    </a:cubicBezTo>
                    <a:cubicBezTo>
                      <a:pt x="3735" y="106069"/>
                      <a:pt x="3183" y="106069"/>
                      <a:pt x="2735" y="106069"/>
                    </a:cubicBezTo>
                    <a:cubicBezTo>
                      <a:pt x="2595" y="106069"/>
                      <a:pt x="2455" y="106022"/>
                      <a:pt x="2307" y="106022"/>
                    </a:cubicBezTo>
                    <a:cubicBezTo>
                      <a:pt x="2233" y="106022"/>
                      <a:pt x="2157" y="106034"/>
                      <a:pt x="2078" y="106069"/>
                    </a:cubicBezTo>
                    <a:cubicBezTo>
                      <a:pt x="1973" y="102124"/>
                      <a:pt x="1973" y="98179"/>
                      <a:pt x="1868" y="94339"/>
                    </a:cubicBezTo>
                    <a:cubicBezTo>
                      <a:pt x="1762" y="89736"/>
                      <a:pt x="1762" y="85134"/>
                      <a:pt x="1657" y="80637"/>
                    </a:cubicBezTo>
                    <a:cubicBezTo>
                      <a:pt x="1552" y="75824"/>
                      <a:pt x="1420" y="70879"/>
                      <a:pt x="1315" y="66066"/>
                    </a:cubicBezTo>
                    <a:cubicBezTo>
                      <a:pt x="1210" y="61148"/>
                      <a:pt x="1210" y="56204"/>
                      <a:pt x="1105" y="51391"/>
                    </a:cubicBezTo>
                    <a:cubicBezTo>
                      <a:pt x="1000" y="46552"/>
                      <a:pt x="894" y="41844"/>
                      <a:pt x="894" y="37136"/>
                    </a:cubicBezTo>
                    <a:cubicBezTo>
                      <a:pt x="763" y="32876"/>
                      <a:pt x="658" y="28589"/>
                      <a:pt x="658" y="24328"/>
                    </a:cubicBezTo>
                    <a:cubicBezTo>
                      <a:pt x="658" y="20699"/>
                      <a:pt x="553" y="17201"/>
                      <a:pt x="553" y="13572"/>
                    </a:cubicBezTo>
                    <a:lnTo>
                      <a:pt x="553" y="5682"/>
                    </a:lnTo>
                    <a:cubicBezTo>
                      <a:pt x="553" y="4261"/>
                      <a:pt x="447" y="2841"/>
                      <a:pt x="553" y="1421"/>
                    </a:cubicBezTo>
                    <a:cubicBezTo>
                      <a:pt x="553" y="1316"/>
                      <a:pt x="658" y="1184"/>
                      <a:pt x="658" y="1079"/>
                    </a:cubicBezTo>
                    <a:lnTo>
                      <a:pt x="1105" y="1079"/>
                    </a:lnTo>
                    <a:cubicBezTo>
                      <a:pt x="1744" y="1048"/>
                      <a:pt x="2386" y="1036"/>
                      <a:pt x="3028" y="1036"/>
                    </a:cubicBezTo>
                    <a:cubicBezTo>
                      <a:pt x="4580" y="1036"/>
                      <a:pt x="6136" y="1110"/>
                      <a:pt x="7680" y="1184"/>
                    </a:cubicBezTo>
                    <a:cubicBezTo>
                      <a:pt x="8548" y="1184"/>
                      <a:pt x="9442" y="1184"/>
                      <a:pt x="10310" y="1079"/>
                    </a:cubicBezTo>
                    <a:cubicBezTo>
                      <a:pt x="10520" y="1079"/>
                      <a:pt x="10520" y="658"/>
                      <a:pt x="10310" y="658"/>
                    </a:cubicBezTo>
                    <a:cubicBezTo>
                      <a:pt x="9617" y="729"/>
                      <a:pt x="8910" y="752"/>
                      <a:pt x="8198" y="752"/>
                    </a:cubicBezTo>
                    <a:cubicBezTo>
                      <a:pt x="6774" y="752"/>
                      <a:pt x="5330" y="658"/>
                      <a:pt x="3945" y="658"/>
                    </a:cubicBezTo>
                    <a:lnTo>
                      <a:pt x="763" y="658"/>
                    </a:lnTo>
                    <a:cubicBezTo>
                      <a:pt x="553" y="658"/>
                      <a:pt x="342" y="658"/>
                      <a:pt x="237" y="869"/>
                    </a:cubicBezTo>
                    <a:cubicBezTo>
                      <a:pt x="105" y="1184"/>
                      <a:pt x="105" y="1526"/>
                      <a:pt x="105" y="1842"/>
                    </a:cubicBezTo>
                    <a:lnTo>
                      <a:pt x="105" y="3814"/>
                    </a:lnTo>
                    <a:cubicBezTo>
                      <a:pt x="0" y="6129"/>
                      <a:pt x="0" y="8417"/>
                      <a:pt x="105" y="10626"/>
                    </a:cubicBezTo>
                    <a:lnTo>
                      <a:pt x="105" y="20699"/>
                    </a:lnTo>
                    <a:cubicBezTo>
                      <a:pt x="237" y="24854"/>
                      <a:pt x="237" y="28931"/>
                      <a:pt x="342" y="33086"/>
                    </a:cubicBezTo>
                    <a:cubicBezTo>
                      <a:pt x="447" y="37689"/>
                      <a:pt x="447" y="42396"/>
                      <a:pt x="553" y="47104"/>
                    </a:cubicBezTo>
                    <a:lnTo>
                      <a:pt x="894" y="61911"/>
                    </a:lnTo>
                    <a:cubicBezTo>
                      <a:pt x="894" y="66829"/>
                      <a:pt x="1000" y="71774"/>
                      <a:pt x="1105" y="76692"/>
                    </a:cubicBezTo>
                    <a:cubicBezTo>
                      <a:pt x="1210" y="81399"/>
                      <a:pt x="1315" y="86133"/>
                      <a:pt x="1315" y="90946"/>
                    </a:cubicBezTo>
                    <a:cubicBezTo>
                      <a:pt x="1420" y="95102"/>
                      <a:pt x="1552" y="99283"/>
                      <a:pt x="1657" y="103544"/>
                    </a:cubicBezTo>
                    <a:lnTo>
                      <a:pt x="1657" y="106279"/>
                    </a:lnTo>
                    <a:cubicBezTo>
                      <a:pt x="1657" y="106384"/>
                      <a:pt x="1762" y="106516"/>
                      <a:pt x="1868" y="106516"/>
                    </a:cubicBezTo>
                    <a:cubicBezTo>
                      <a:pt x="3735" y="106516"/>
                      <a:pt x="5707" y="106621"/>
                      <a:pt x="7575" y="106726"/>
                    </a:cubicBezTo>
                    <a:cubicBezTo>
                      <a:pt x="12072" y="106831"/>
                      <a:pt x="16674" y="107042"/>
                      <a:pt x="21145" y="107279"/>
                    </a:cubicBezTo>
                    <a:cubicBezTo>
                      <a:pt x="26642" y="107489"/>
                      <a:pt x="32218" y="107699"/>
                      <a:pt x="37714" y="107936"/>
                    </a:cubicBezTo>
                    <a:cubicBezTo>
                      <a:pt x="42422" y="108041"/>
                      <a:pt x="47235" y="108252"/>
                      <a:pt x="51943" y="108488"/>
                    </a:cubicBezTo>
                    <a:cubicBezTo>
                      <a:pt x="53494" y="108488"/>
                      <a:pt x="55125" y="108594"/>
                      <a:pt x="56651" y="108699"/>
                    </a:cubicBezTo>
                    <a:cubicBezTo>
                      <a:pt x="57089" y="108699"/>
                      <a:pt x="57632" y="108745"/>
                      <a:pt x="58141" y="108745"/>
                    </a:cubicBezTo>
                    <a:cubicBezTo>
                      <a:pt x="58395" y="108745"/>
                      <a:pt x="58641" y="108734"/>
                      <a:pt x="58860" y="108699"/>
                    </a:cubicBezTo>
                    <a:lnTo>
                      <a:pt x="58965" y="108699"/>
                    </a:lnTo>
                    <a:cubicBezTo>
                      <a:pt x="59070" y="108699"/>
                      <a:pt x="59175" y="108594"/>
                      <a:pt x="59175" y="108488"/>
                    </a:cubicBezTo>
                    <a:cubicBezTo>
                      <a:pt x="59622" y="100704"/>
                      <a:pt x="59938" y="92919"/>
                      <a:pt x="60280" y="85134"/>
                    </a:cubicBezTo>
                    <a:cubicBezTo>
                      <a:pt x="60596" y="76376"/>
                      <a:pt x="60937" y="67487"/>
                      <a:pt x="61148" y="58729"/>
                    </a:cubicBezTo>
                    <a:cubicBezTo>
                      <a:pt x="61490" y="50181"/>
                      <a:pt x="61700" y="41634"/>
                      <a:pt x="61911" y="33086"/>
                    </a:cubicBezTo>
                    <a:cubicBezTo>
                      <a:pt x="62147" y="26301"/>
                      <a:pt x="62358" y="19489"/>
                      <a:pt x="62568" y="12704"/>
                    </a:cubicBezTo>
                    <a:cubicBezTo>
                      <a:pt x="62568" y="8969"/>
                      <a:pt x="62700" y="5261"/>
                      <a:pt x="62805" y="1421"/>
                    </a:cubicBezTo>
                    <a:lnTo>
                      <a:pt x="62805" y="869"/>
                    </a:lnTo>
                    <a:cubicBezTo>
                      <a:pt x="62805" y="764"/>
                      <a:pt x="62700" y="658"/>
                      <a:pt x="62568" y="658"/>
                    </a:cubicBezTo>
                    <a:cubicBezTo>
                      <a:pt x="59517" y="422"/>
                      <a:pt x="56440" y="211"/>
                      <a:pt x="53258" y="1"/>
                    </a:cubicBezTo>
                    <a:close/>
                  </a:path>
                </a:pathLst>
              </a:custGeom>
              <a:solidFill>
                <a:srgbClr val="02020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36"/>
              <p:cNvSpPr/>
              <p:nvPr/>
            </p:nvSpPr>
            <p:spPr>
              <a:xfrm>
                <a:off x="5004075" y="1416750"/>
                <a:ext cx="1207697" cy="885025"/>
              </a:xfrm>
              <a:custGeom>
                <a:rect b="b" l="l" r="r" t="t"/>
                <a:pathLst>
                  <a:path extrusionOk="0" h="35401" w="42739">
                    <a:moveTo>
                      <a:pt x="448" y="0"/>
                    </a:moveTo>
                    <a:cubicBezTo>
                      <a:pt x="238" y="0"/>
                      <a:pt x="238" y="106"/>
                      <a:pt x="238" y="342"/>
                    </a:cubicBezTo>
                    <a:cubicBezTo>
                      <a:pt x="132" y="342"/>
                      <a:pt x="1" y="448"/>
                      <a:pt x="132" y="553"/>
                    </a:cubicBezTo>
                    <a:lnTo>
                      <a:pt x="132" y="13361"/>
                    </a:lnTo>
                    <a:lnTo>
                      <a:pt x="132" y="26090"/>
                    </a:lnTo>
                    <a:lnTo>
                      <a:pt x="132" y="33217"/>
                    </a:lnTo>
                    <a:lnTo>
                      <a:pt x="132" y="33428"/>
                    </a:lnTo>
                    <a:cubicBezTo>
                      <a:pt x="238" y="33533"/>
                      <a:pt x="238" y="33533"/>
                      <a:pt x="343" y="33533"/>
                    </a:cubicBezTo>
                    <a:cubicBezTo>
                      <a:pt x="5603" y="33980"/>
                      <a:pt x="10758" y="34296"/>
                      <a:pt x="16018" y="34638"/>
                    </a:cubicBezTo>
                    <a:cubicBezTo>
                      <a:pt x="21172" y="34848"/>
                      <a:pt x="26432" y="35058"/>
                      <a:pt x="31561" y="35190"/>
                    </a:cubicBezTo>
                    <a:cubicBezTo>
                      <a:pt x="34533" y="35295"/>
                      <a:pt x="37478" y="35295"/>
                      <a:pt x="40450" y="35400"/>
                    </a:cubicBezTo>
                    <a:cubicBezTo>
                      <a:pt x="40556" y="35400"/>
                      <a:pt x="40661" y="35295"/>
                      <a:pt x="40661" y="35058"/>
                    </a:cubicBezTo>
                    <a:cubicBezTo>
                      <a:pt x="40766" y="34953"/>
                      <a:pt x="40766" y="34848"/>
                      <a:pt x="40766" y="34743"/>
                    </a:cubicBezTo>
                    <a:lnTo>
                      <a:pt x="40661" y="34743"/>
                    </a:lnTo>
                    <a:cubicBezTo>
                      <a:pt x="41108" y="30245"/>
                      <a:pt x="41555" y="25853"/>
                      <a:pt x="41765" y="21488"/>
                    </a:cubicBezTo>
                    <a:cubicBezTo>
                      <a:pt x="42081" y="16990"/>
                      <a:pt x="42318" y="12493"/>
                      <a:pt x="42528" y="7996"/>
                    </a:cubicBezTo>
                    <a:cubicBezTo>
                      <a:pt x="42633" y="5366"/>
                      <a:pt x="42633" y="2841"/>
                      <a:pt x="42738" y="211"/>
                    </a:cubicBezTo>
                    <a:cubicBezTo>
                      <a:pt x="42738" y="106"/>
                      <a:pt x="42633" y="106"/>
                      <a:pt x="4263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36"/>
              <p:cNvSpPr/>
              <p:nvPr/>
            </p:nvSpPr>
            <p:spPr>
              <a:xfrm>
                <a:off x="5048425" y="1357300"/>
                <a:ext cx="1207697" cy="885025"/>
              </a:xfrm>
              <a:custGeom>
                <a:rect b="b" l="l" r="r" t="t"/>
                <a:pathLst>
                  <a:path extrusionOk="0" h="35401" w="42739">
                    <a:moveTo>
                      <a:pt x="448" y="0"/>
                    </a:moveTo>
                    <a:cubicBezTo>
                      <a:pt x="238" y="0"/>
                      <a:pt x="238" y="106"/>
                      <a:pt x="238" y="342"/>
                    </a:cubicBezTo>
                    <a:cubicBezTo>
                      <a:pt x="132" y="342"/>
                      <a:pt x="1" y="448"/>
                      <a:pt x="132" y="553"/>
                    </a:cubicBezTo>
                    <a:lnTo>
                      <a:pt x="132" y="13361"/>
                    </a:lnTo>
                    <a:lnTo>
                      <a:pt x="132" y="26090"/>
                    </a:lnTo>
                    <a:lnTo>
                      <a:pt x="132" y="33217"/>
                    </a:lnTo>
                    <a:lnTo>
                      <a:pt x="132" y="33428"/>
                    </a:lnTo>
                    <a:cubicBezTo>
                      <a:pt x="238" y="33533"/>
                      <a:pt x="238" y="33533"/>
                      <a:pt x="343" y="33533"/>
                    </a:cubicBezTo>
                    <a:cubicBezTo>
                      <a:pt x="5603" y="33980"/>
                      <a:pt x="10758" y="34296"/>
                      <a:pt x="16018" y="34638"/>
                    </a:cubicBezTo>
                    <a:cubicBezTo>
                      <a:pt x="21172" y="34848"/>
                      <a:pt x="26432" y="35058"/>
                      <a:pt x="31561" y="35190"/>
                    </a:cubicBezTo>
                    <a:cubicBezTo>
                      <a:pt x="34533" y="35295"/>
                      <a:pt x="37478" y="35295"/>
                      <a:pt x="40450" y="35400"/>
                    </a:cubicBezTo>
                    <a:cubicBezTo>
                      <a:pt x="40556" y="35400"/>
                      <a:pt x="40661" y="35295"/>
                      <a:pt x="40661" y="35058"/>
                    </a:cubicBezTo>
                    <a:cubicBezTo>
                      <a:pt x="40766" y="34953"/>
                      <a:pt x="40766" y="34848"/>
                      <a:pt x="40766" y="34743"/>
                    </a:cubicBezTo>
                    <a:lnTo>
                      <a:pt x="40661" y="34743"/>
                    </a:lnTo>
                    <a:cubicBezTo>
                      <a:pt x="41108" y="30245"/>
                      <a:pt x="41555" y="25853"/>
                      <a:pt x="41765" y="21488"/>
                    </a:cubicBezTo>
                    <a:cubicBezTo>
                      <a:pt x="42081" y="16990"/>
                      <a:pt x="42318" y="12493"/>
                      <a:pt x="42528" y="7996"/>
                    </a:cubicBezTo>
                    <a:cubicBezTo>
                      <a:pt x="42633" y="5366"/>
                      <a:pt x="42633" y="2841"/>
                      <a:pt x="42738" y="211"/>
                    </a:cubicBezTo>
                    <a:cubicBezTo>
                      <a:pt x="42738" y="106"/>
                      <a:pt x="42633" y="106"/>
                      <a:pt x="42633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81" name="Google Shape;1081;p36"/>
            <p:cNvGrpSpPr/>
            <p:nvPr/>
          </p:nvGrpSpPr>
          <p:grpSpPr>
            <a:xfrm>
              <a:off x="2717475" y="1416750"/>
              <a:ext cx="1795124" cy="3238629"/>
              <a:chOff x="2717475" y="1416750"/>
              <a:chExt cx="1795124" cy="3238629"/>
            </a:xfrm>
          </p:grpSpPr>
          <p:sp>
            <p:nvSpPr>
              <p:cNvPr id="1082" name="Google Shape;1082;p36"/>
              <p:cNvSpPr/>
              <p:nvPr/>
            </p:nvSpPr>
            <p:spPr>
              <a:xfrm>
                <a:off x="2717475" y="1839946"/>
                <a:ext cx="1795124" cy="2815434"/>
              </a:xfrm>
              <a:custGeom>
                <a:rect b="b" l="l" r="r" t="t"/>
                <a:pathLst>
                  <a:path extrusionOk="0" h="108746" w="62805">
                    <a:moveTo>
                      <a:pt x="51943" y="1"/>
                    </a:moveTo>
                    <a:cubicBezTo>
                      <a:pt x="51732" y="1"/>
                      <a:pt x="51732" y="422"/>
                      <a:pt x="51943" y="422"/>
                    </a:cubicBezTo>
                    <a:cubicBezTo>
                      <a:pt x="55020" y="658"/>
                      <a:pt x="58202" y="869"/>
                      <a:pt x="61253" y="974"/>
                    </a:cubicBezTo>
                    <a:cubicBezTo>
                      <a:pt x="61595" y="1079"/>
                      <a:pt x="61911" y="1079"/>
                      <a:pt x="62358" y="1079"/>
                    </a:cubicBezTo>
                    <a:cubicBezTo>
                      <a:pt x="62252" y="4367"/>
                      <a:pt x="62252" y="7549"/>
                      <a:pt x="62147" y="10731"/>
                    </a:cubicBezTo>
                    <a:cubicBezTo>
                      <a:pt x="61911" y="17306"/>
                      <a:pt x="61805" y="23776"/>
                      <a:pt x="61595" y="30246"/>
                    </a:cubicBezTo>
                    <a:cubicBezTo>
                      <a:pt x="61385" y="38662"/>
                      <a:pt x="61148" y="47104"/>
                      <a:pt x="60832" y="55441"/>
                    </a:cubicBezTo>
                    <a:cubicBezTo>
                      <a:pt x="60596" y="64304"/>
                      <a:pt x="60280" y="73194"/>
                      <a:pt x="59938" y="81952"/>
                    </a:cubicBezTo>
                    <a:cubicBezTo>
                      <a:pt x="59622" y="89947"/>
                      <a:pt x="59281" y="97968"/>
                      <a:pt x="58860" y="105964"/>
                    </a:cubicBezTo>
                    <a:cubicBezTo>
                      <a:pt x="58860" y="106726"/>
                      <a:pt x="58755" y="107489"/>
                      <a:pt x="58755" y="108252"/>
                    </a:cubicBezTo>
                    <a:cubicBezTo>
                      <a:pt x="56887" y="108252"/>
                      <a:pt x="55125" y="108146"/>
                      <a:pt x="53258" y="108041"/>
                    </a:cubicBezTo>
                    <a:cubicBezTo>
                      <a:pt x="48760" y="107936"/>
                      <a:pt x="44158" y="107699"/>
                      <a:pt x="39687" y="107489"/>
                    </a:cubicBezTo>
                    <a:cubicBezTo>
                      <a:pt x="34190" y="107279"/>
                      <a:pt x="28615" y="107042"/>
                      <a:pt x="23118" y="106831"/>
                    </a:cubicBezTo>
                    <a:cubicBezTo>
                      <a:pt x="18410" y="106726"/>
                      <a:pt x="13597" y="106516"/>
                      <a:pt x="8890" y="106279"/>
                    </a:cubicBezTo>
                    <a:cubicBezTo>
                      <a:pt x="7338" y="106279"/>
                      <a:pt x="5707" y="106174"/>
                      <a:pt x="4182" y="106174"/>
                    </a:cubicBezTo>
                    <a:cubicBezTo>
                      <a:pt x="3735" y="106069"/>
                      <a:pt x="3183" y="106069"/>
                      <a:pt x="2735" y="106069"/>
                    </a:cubicBezTo>
                    <a:cubicBezTo>
                      <a:pt x="2595" y="106069"/>
                      <a:pt x="2455" y="106022"/>
                      <a:pt x="2307" y="106022"/>
                    </a:cubicBezTo>
                    <a:cubicBezTo>
                      <a:pt x="2233" y="106022"/>
                      <a:pt x="2157" y="106034"/>
                      <a:pt x="2078" y="106069"/>
                    </a:cubicBezTo>
                    <a:cubicBezTo>
                      <a:pt x="1973" y="102124"/>
                      <a:pt x="1973" y="98179"/>
                      <a:pt x="1868" y="94339"/>
                    </a:cubicBezTo>
                    <a:cubicBezTo>
                      <a:pt x="1762" y="89736"/>
                      <a:pt x="1762" y="85134"/>
                      <a:pt x="1657" y="80637"/>
                    </a:cubicBezTo>
                    <a:cubicBezTo>
                      <a:pt x="1552" y="75824"/>
                      <a:pt x="1420" y="70879"/>
                      <a:pt x="1315" y="66066"/>
                    </a:cubicBezTo>
                    <a:cubicBezTo>
                      <a:pt x="1210" y="61148"/>
                      <a:pt x="1210" y="56204"/>
                      <a:pt x="1105" y="51391"/>
                    </a:cubicBezTo>
                    <a:cubicBezTo>
                      <a:pt x="1000" y="46552"/>
                      <a:pt x="894" y="41844"/>
                      <a:pt x="894" y="37136"/>
                    </a:cubicBezTo>
                    <a:cubicBezTo>
                      <a:pt x="763" y="32876"/>
                      <a:pt x="658" y="28589"/>
                      <a:pt x="658" y="24328"/>
                    </a:cubicBezTo>
                    <a:cubicBezTo>
                      <a:pt x="658" y="20699"/>
                      <a:pt x="553" y="17201"/>
                      <a:pt x="553" y="13572"/>
                    </a:cubicBezTo>
                    <a:lnTo>
                      <a:pt x="553" y="5682"/>
                    </a:lnTo>
                    <a:cubicBezTo>
                      <a:pt x="553" y="4261"/>
                      <a:pt x="447" y="2841"/>
                      <a:pt x="553" y="1421"/>
                    </a:cubicBezTo>
                    <a:cubicBezTo>
                      <a:pt x="553" y="1316"/>
                      <a:pt x="658" y="1184"/>
                      <a:pt x="658" y="1079"/>
                    </a:cubicBezTo>
                    <a:lnTo>
                      <a:pt x="1105" y="1079"/>
                    </a:lnTo>
                    <a:cubicBezTo>
                      <a:pt x="1744" y="1048"/>
                      <a:pt x="2386" y="1036"/>
                      <a:pt x="3028" y="1036"/>
                    </a:cubicBezTo>
                    <a:cubicBezTo>
                      <a:pt x="4580" y="1036"/>
                      <a:pt x="6136" y="1110"/>
                      <a:pt x="7680" y="1184"/>
                    </a:cubicBezTo>
                    <a:cubicBezTo>
                      <a:pt x="8548" y="1184"/>
                      <a:pt x="9442" y="1184"/>
                      <a:pt x="10310" y="1079"/>
                    </a:cubicBezTo>
                    <a:cubicBezTo>
                      <a:pt x="10520" y="1079"/>
                      <a:pt x="10520" y="658"/>
                      <a:pt x="10310" y="658"/>
                    </a:cubicBezTo>
                    <a:cubicBezTo>
                      <a:pt x="9617" y="729"/>
                      <a:pt x="8910" y="752"/>
                      <a:pt x="8198" y="752"/>
                    </a:cubicBezTo>
                    <a:cubicBezTo>
                      <a:pt x="6774" y="752"/>
                      <a:pt x="5330" y="658"/>
                      <a:pt x="3945" y="658"/>
                    </a:cubicBezTo>
                    <a:lnTo>
                      <a:pt x="763" y="658"/>
                    </a:lnTo>
                    <a:cubicBezTo>
                      <a:pt x="553" y="658"/>
                      <a:pt x="342" y="658"/>
                      <a:pt x="237" y="869"/>
                    </a:cubicBezTo>
                    <a:cubicBezTo>
                      <a:pt x="105" y="1184"/>
                      <a:pt x="105" y="1526"/>
                      <a:pt x="105" y="1842"/>
                    </a:cubicBezTo>
                    <a:lnTo>
                      <a:pt x="105" y="3814"/>
                    </a:lnTo>
                    <a:cubicBezTo>
                      <a:pt x="0" y="6129"/>
                      <a:pt x="0" y="8417"/>
                      <a:pt x="105" y="10626"/>
                    </a:cubicBezTo>
                    <a:lnTo>
                      <a:pt x="105" y="20699"/>
                    </a:lnTo>
                    <a:cubicBezTo>
                      <a:pt x="237" y="24854"/>
                      <a:pt x="237" y="28931"/>
                      <a:pt x="342" y="33086"/>
                    </a:cubicBezTo>
                    <a:cubicBezTo>
                      <a:pt x="447" y="37689"/>
                      <a:pt x="447" y="42396"/>
                      <a:pt x="553" y="47104"/>
                    </a:cubicBezTo>
                    <a:lnTo>
                      <a:pt x="894" y="61911"/>
                    </a:lnTo>
                    <a:cubicBezTo>
                      <a:pt x="894" y="66829"/>
                      <a:pt x="1000" y="71774"/>
                      <a:pt x="1105" y="76692"/>
                    </a:cubicBezTo>
                    <a:cubicBezTo>
                      <a:pt x="1210" y="81399"/>
                      <a:pt x="1315" y="86133"/>
                      <a:pt x="1315" y="90946"/>
                    </a:cubicBezTo>
                    <a:cubicBezTo>
                      <a:pt x="1420" y="95102"/>
                      <a:pt x="1552" y="99283"/>
                      <a:pt x="1657" y="103544"/>
                    </a:cubicBezTo>
                    <a:lnTo>
                      <a:pt x="1657" y="106279"/>
                    </a:lnTo>
                    <a:cubicBezTo>
                      <a:pt x="1657" y="106384"/>
                      <a:pt x="1762" y="106516"/>
                      <a:pt x="1868" y="106516"/>
                    </a:cubicBezTo>
                    <a:cubicBezTo>
                      <a:pt x="3735" y="106516"/>
                      <a:pt x="5707" y="106621"/>
                      <a:pt x="7575" y="106726"/>
                    </a:cubicBezTo>
                    <a:cubicBezTo>
                      <a:pt x="12072" y="106831"/>
                      <a:pt x="16674" y="107042"/>
                      <a:pt x="21145" y="107279"/>
                    </a:cubicBezTo>
                    <a:cubicBezTo>
                      <a:pt x="26642" y="107489"/>
                      <a:pt x="32218" y="107699"/>
                      <a:pt x="37714" y="107936"/>
                    </a:cubicBezTo>
                    <a:cubicBezTo>
                      <a:pt x="42422" y="108041"/>
                      <a:pt x="47235" y="108252"/>
                      <a:pt x="51943" y="108488"/>
                    </a:cubicBezTo>
                    <a:cubicBezTo>
                      <a:pt x="53494" y="108488"/>
                      <a:pt x="55125" y="108594"/>
                      <a:pt x="56651" y="108699"/>
                    </a:cubicBezTo>
                    <a:cubicBezTo>
                      <a:pt x="57089" y="108699"/>
                      <a:pt x="57632" y="108745"/>
                      <a:pt x="58141" y="108745"/>
                    </a:cubicBezTo>
                    <a:cubicBezTo>
                      <a:pt x="58395" y="108745"/>
                      <a:pt x="58641" y="108734"/>
                      <a:pt x="58860" y="108699"/>
                    </a:cubicBezTo>
                    <a:lnTo>
                      <a:pt x="58965" y="108699"/>
                    </a:lnTo>
                    <a:cubicBezTo>
                      <a:pt x="59070" y="108699"/>
                      <a:pt x="59175" y="108594"/>
                      <a:pt x="59175" y="108488"/>
                    </a:cubicBezTo>
                    <a:cubicBezTo>
                      <a:pt x="59622" y="100704"/>
                      <a:pt x="59938" y="92919"/>
                      <a:pt x="60280" y="85134"/>
                    </a:cubicBezTo>
                    <a:cubicBezTo>
                      <a:pt x="60596" y="76376"/>
                      <a:pt x="60937" y="67487"/>
                      <a:pt x="61148" y="58729"/>
                    </a:cubicBezTo>
                    <a:cubicBezTo>
                      <a:pt x="61490" y="50181"/>
                      <a:pt x="61700" y="41634"/>
                      <a:pt x="61911" y="33086"/>
                    </a:cubicBezTo>
                    <a:cubicBezTo>
                      <a:pt x="62147" y="26301"/>
                      <a:pt x="62358" y="19489"/>
                      <a:pt x="62568" y="12704"/>
                    </a:cubicBezTo>
                    <a:cubicBezTo>
                      <a:pt x="62568" y="8969"/>
                      <a:pt x="62700" y="5261"/>
                      <a:pt x="62805" y="1421"/>
                    </a:cubicBezTo>
                    <a:lnTo>
                      <a:pt x="62805" y="869"/>
                    </a:lnTo>
                    <a:cubicBezTo>
                      <a:pt x="62805" y="764"/>
                      <a:pt x="62700" y="658"/>
                      <a:pt x="62568" y="658"/>
                    </a:cubicBezTo>
                    <a:cubicBezTo>
                      <a:pt x="59517" y="422"/>
                      <a:pt x="56440" y="211"/>
                      <a:pt x="53258" y="1"/>
                    </a:cubicBezTo>
                    <a:close/>
                  </a:path>
                </a:pathLst>
              </a:custGeom>
              <a:solidFill>
                <a:srgbClr val="02020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36"/>
              <p:cNvSpPr/>
              <p:nvPr/>
            </p:nvSpPr>
            <p:spPr>
              <a:xfrm>
                <a:off x="3009550" y="1416750"/>
                <a:ext cx="1207697" cy="885025"/>
              </a:xfrm>
              <a:custGeom>
                <a:rect b="b" l="l" r="r" t="t"/>
                <a:pathLst>
                  <a:path extrusionOk="0" h="35401" w="42739">
                    <a:moveTo>
                      <a:pt x="448" y="0"/>
                    </a:moveTo>
                    <a:cubicBezTo>
                      <a:pt x="238" y="0"/>
                      <a:pt x="238" y="106"/>
                      <a:pt x="238" y="342"/>
                    </a:cubicBezTo>
                    <a:cubicBezTo>
                      <a:pt x="132" y="342"/>
                      <a:pt x="1" y="448"/>
                      <a:pt x="132" y="553"/>
                    </a:cubicBezTo>
                    <a:lnTo>
                      <a:pt x="132" y="13361"/>
                    </a:lnTo>
                    <a:lnTo>
                      <a:pt x="132" y="26090"/>
                    </a:lnTo>
                    <a:lnTo>
                      <a:pt x="132" y="33217"/>
                    </a:lnTo>
                    <a:lnTo>
                      <a:pt x="132" y="33428"/>
                    </a:lnTo>
                    <a:cubicBezTo>
                      <a:pt x="238" y="33533"/>
                      <a:pt x="238" y="33533"/>
                      <a:pt x="343" y="33533"/>
                    </a:cubicBezTo>
                    <a:cubicBezTo>
                      <a:pt x="5603" y="33980"/>
                      <a:pt x="10758" y="34296"/>
                      <a:pt x="16018" y="34638"/>
                    </a:cubicBezTo>
                    <a:cubicBezTo>
                      <a:pt x="21172" y="34848"/>
                      <a:pt x="26432" y="35058"/>
                      <a:pt x="31561" y="35190"/>
                    </a:cubicBezTo>
                    <a:cubicBezTo>
                      <a:pt x="34533" y="35295"/>
                      <a:pt x="37478" y="35295"/>
                      <a:pt x="40450" y="35400"/>
                    </a:cubicBezTo>
                    <a:cubicBezTo>
                      <a:pt x="40556" y="35400"/>
                      <a:pt x="40661" y="35295"/>
                      <a:pt x="40661" y="35058"/>
                    </a:cubicBezTo>
                    <a:cubicBezTo>
                      <a:pt x="40766" y="34953"/>
                      <a:pt x="40766" y="34848"/>
                      <a:pt x="40766" y="34743"/>
                    </a:cubicBezTo>
                    <a:lnTo>
                      <a:pt x="40661" y="34743"/>
                    </a:lnTo>
                    <a:cubicBezTo>
                      <a:pt x="41108" y="30245"/>
                      <a:pt x="41555" y="25853"/>
                      <a:pt x="41765" y="21488"/>
                    </a:cubicBezTo>
                    <a:cubicBezTo>
                      <a:pt x="42081" y="16990"/>
                      <a:pt x="42318" y="12493"/>
                      <a:pt x="42528" y="7996"/>
                    </a:cubicBezTo>
                    <a:cubicBezTo>
                      <a:pt x="42633" y="5366"/>
                      <a:pt x="42633" y="2841"/>
                      <a:pt x="42738" y="211"/>
                    </a:cubicBezTo>
                    <a:cubicBezTo>
                      <a:pt x="42738" y="106"/>
                      <a:pt x="42633" y="106"/>
                      <a:pt x="426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4" name="Google Shape;1084;p36"/>
              <p:cNvSpPr/>
              <p:nvPr/>
            </p:nvSpPr>
            <p:spPr>
              <a:xfrm>
                <a:off x="2977550" y="1479113"/>
                <a:ext cx="1207697" cy="885025"/>
              </a:xfrm>
              <a:custGeom>
                <a:rect b="b" l="l" r="r" t="t"/>
                <a:pathLst>
                  <a:path extrusionOk="0" h="35401" w="42739">
                    <a:moveTo>
                      <a:pt x="448" y="0"/>
                    </a:moveTo>
                    <a:cubicBezTo>
                      <a:pt x="238" y="0"/>
                      <a:pt x="238" y="106"/>
                      <a:pt x="238" y="342"/>
                    </a:cubicBezTo>
                    <a:cubicBezTo>
                      <a:pt x="132" y="342"/>
                      <a:pt x="1" y="448"/>
                      <a:pt x="132" y="553"/>
                    </a:cubicBezTo>
                    <a:lnTo>
                      <a:pt x="132" y="13361"/>
                    </a:lnTo>
                    <a:lnTo>
                      <a:pt x="132" y="26090"/>
                    </a:lnTo>
                    <a:lnTo>
                      <a:pt x="132" y="33217"/>
                    </a:lnTo>
                    <a:lnTo>
                      <a:pt x="132" y="33428"/>
                    </a:lnTo>
                    <a:cubicBezTo>
                      <a:pt x="238" y="33533"/>
                      <a:pt x="238" y="33533"/>
                      <a:pt x="343" y="33533"/>
                    </a:cubicBezTo>
                    <a:cubicBezTo>
                      <a:pt x="5603" y="33980"/>
                      <a:pt x="10758" y="34296"/>
                      <a:pt x="16018" y="34638"/>
                    </a:cubicBezTo>
                    <a:cubicBezTo>
                      <a:pt x="21172" y="34848"/>
                      <a:pt x="26432" y="35058"/>
                      <a:pt x="31561" y="35190"/>
                    </a:cubicBezTo>
                    <a:cubicBezTo>
                      <a:pt x="34533" y="35295"/>
                      <a:pt x="37478" y="35295"/>
                      <a:pt x="40450" y="35400"/>
                    </a:cubicBezTo>
                    <a:cubicBezTo>
                      <a:pt x="40556" y="35400"/>
                      <a:pt x="40661" y="35295"/>
                      <a:pt x="40661" y="35058"/>
                    </a:cubicBezTo>
                    <a:cubicBezTo>
                      <a:pt x="40766" y="34953"/>
                      <a:pt x="40766" y="34848"/>
                      <a:pt x="40766" y="34743"/>
                    </a:cubicBezTo>
                    <a:lnTo>
                      <a:pt x="40661" y="34743"/>
                    </a:lnTo>
                    <a:cubicBezTo>
                      <a:pt x="41108" y="30245"/>
                      <a:pt x="41555" y="25853"/>
                      <a:pt x="41765" y="21488"/>
                    </a:cubicBezTo>
                    <a:cubicBezTo>
                      <a:pt x="42081" y="16990"/>
                      <a:pt x="42318" y="12493"/>
                      <a:pt x="42528" y="7996"/>
                    </a:cubicBezTo>
                    <a:cubicBezTo>
                      <a:pt x="42633" y="5366"/>
                      <a:pt x="42633" y="2841"/>
                      <a:pt x="42738" y="211"/>
                    </a:cubicBezTo>
                    <a:cubicBezTo>
                      <a:pt x="42738" y="106"/>
                      <a:pt x="42633" y="106"/>
                      <a:pt x="42633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85" name="Google Shape;1085;p36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Doodle Banner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86" name="Google Shape;1086;p36"/>
          <p:cNvSpPr txBox="1"/>
          <p:nvPr/>
        </p:nvSpPr>
        <p:spPr>
          <a:xfrm>
            <a:off x="887662" y="2706665"/>
            <a:ext cx="13803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Mercury</a:t>
            </a:r>
            <a:endParaRPr sz="22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87" name="Google Shape;1087;p36"/>
          <p:cNvSpPr txBox="1"/>
          <p:nvPr/>
        </p:nvSpPr>
        <p:spPr>
          <a:xfrm>
            <a:off x="923625" y="3243300"/>
            <a:ext cx="1308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actually the closest planet to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8" name="Google Shape;1088;p36"/>
          <p:cNvSpPr txBox="1"/>
          <p:nvPr/>
        </p:nvSpPr>
        <p:spPr>
          <a:xfrm flipH="1">
            <a:off x="4926280" y="2706665"/>
            <a:ext cx="13803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Saturn</a:t>
            </a:r>
            <a:endParaRPr sz="22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89" name="Google Shape;1089;p36"/>
          <p:cNvSpPr txBox="1"/>
          <p:nvPr/>
        </p:nvSpPr>
        <p:spPr>
          <a:xfrm flipH="1">
            <a:off x="4962125" y="3243325"/>
            <a:ext cx="1308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Yes, Saturn is the ringed planet and it’s a gas giant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0" name="Google Shape;1090;p36"/>
          <p:cNvSpPr txBox="1"/>
          <p:nvPr/>
        </p:nvSpPr>
        <p:spPr>
          <a:xfrm>
            <a:off x="2941270" y="2706665"/>
            <a:ext cx="13803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Mars</a:t>
            </a:r>
            <a:endParaRPr sz="22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91" name="Google Shape;1091;p36"/>
          <p:cNvSpPr txBox="1"/>
          <p:nvPr/>
        </p:nvSpPr>
        <p:spPr>
          <a:xfrm>
            <a:off x="2977120" y="3243300"/>
            <a:ext cx="1308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a cold place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2" name="Google Shape;1092;p36"/>
          <p:cNvSpPr txBox="1"/>
          <p:nvPr/>
        </p:nvSpPr>
        <p:spPr>
          <a:xfrm flipH="1">
            <a:off x="6897538" y="2706665"/>
            <a:ext cx="13803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Jupiter</a:t>
            </a:r>
            <a:endParaRPr sz="22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93" name="Google Shape;1093;p36"/>
          <p:cNvSpPr txBox="1"/>
          <p:nvPr/>
        </p:nvSpPr>
        <p:spPr>
          <a:xfrm flipH="1">
            <a:off x="6933388" y="3243325"/>
            <a:ext cx="1308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bigger than the others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4" name="Google Shape;1094;p36"/>
          <p:cNvSpPr/>
          <p:nvPr/>
        </p:nvSpPr>
        <p:spPr>
          <a:xfrm>
            <a:off x="1394123" y="1639593"/>
            <a:ext cx="314767" cy="371814"/>
          </a:xfrm>
          <a:custGeom>
            <a:rect b="b" l="l" r="r" t="t"/>
            <a:pathLst>
              <a:path extrusionOk="0" h="12729" w="10776">
                <a:moveTo>
                  <a:pt x="1670" y="851"/>
                </a:moveTo>
                <a:lnTo>
                  <a:pt x="1670" y="9326"/>
                </a:lnTo>
                <a:cubicBezTo>
                  <a:pt x="1355" y="9326"/>
                  <a:pt x="1072" y="9421"/>
                  <a:pt x="851" y="9578"/>
                </a:cubicBezTo>
                <a:lnTo>
                  <a:pt x="851" y="2049"/>
                </a:lnTo>
                <a:cubicBezTo>
                  <a:pt x="851" y="1481"/>
                  <a:pt x="1198" y="1072"/>
                  <a:pt x="1670" y="851"/>
                </a:cubicBezTo>
                <a:close/>
                <a:moveTo>
                  <a:pt x="9925" y="10177"/>
                </a:moveTo>
                <a:lnTo>
                  <a:pt x="9925" y="10208"/>
                </a:lnTo>
                <a:lnTo>
                  <a:pt x="9925" y="11846"/>
                </a:lnTo>
                <a:lnTo>
                  <a:pt x="1670" y="11846"/>
                </a:lnTo>
                <a:cubicBezTo>
                  <a:pt x="1229" y="11846"/>
                  <a:pt x="851" y="11468"/>
                  <a:pt x="851" y="11027"/>
                </a:cubicBezTo>
                <a:cubicBezTo>
                  <a:pt x="851" y="10586"/>
                  <a:pt x="1229" y="10177"/>
                  <a:pt x="1670" y="10177"/>
                </a:cubicBezTo>
                <a:close/>
                <a:moveTo>
                  <a:pt x="2111" y="1"/>
                </a:moveTo>
                <a:cubicBezTo>
                  <a:pt x="914" y="1"/>
                  <a:pt x="1" y="946"/>
                  <a:pt x="1" y="2080"/>
                </a:cubicBezTo>
                <a:lnTo>
                  <a:pt x="1" y="11059"/>
                </a:lnTo>
                <a:cubicBezTo>
                  <a:pt x="1" y="11973"/>
                  <a:pt x="757" y="12729"/>
                  <a:pt x="1670" y="12729"/>
                </a:cubicBezTo>
                <a:lnTo>
                  <a:pt x="10334" y="12729"/>
                </a:lnTo>
                <a:cubicBezTo>
                  <a:pt x="10586" y="12729"/>
                  <a:pt x="10775" y="12508"/>
                  <a:pt x="10775" y="12319"/>
                </a:cubicBezTo>
                <a:lnTo>
                  <a:pt x="10775" y="473"/>
                </a:lnTo>
                <a:cubicBezTo>
                  <a:pt x="10775" y="221"/>
                  <a:pt x="10586" y="64"/>
                  <a:pt x="10334" y="64"/>
                </a:cubicBezTo>
                <a:lnTo>
                  <a:pt x="9105" y="64"/>
                </a:lnTo>
                <a:lnTo>
                  <a:pt x="9105" y="3781"/>
                </a:lnTo>
                <a:cubicBezTo>
                  <a:pt x="9105" y="4011"/>
                  <a:pt x="8912" y="4171"/>
                  <a:pt x="8708" y="4171"/>
                </a:cubicBezTo>
                <a:cubicBezTo>
                  <a:pt x="8604" y="4171"/>
                  <a:pt x="8498" y="4129"/>
                  <a:pt x="8412" y="4033"/>
                </a:cubicBezTo>
                <a:lnTo>
                  <a:pt x="7845" y="3498"/>
                </a:lnTo>
                <a:lnTo>
                  <a:pt x="7310" y="4033"/>
                </a:lnTo>
                <a:cubicBezTo>
                  <a:pt x="7214" y="4129"/>
                  <a:pt x="7100" y="4171"/>
                  <a:pt x="6991" y="4171"/>
                </a:cubicBezTo>
                <a:cubicBezTo>
                  <a:pt x="6778" y="4171"/>
                  <a:pt x="6585" y="4011"/>
                  <a:pt x="6585" y="3781"/>
                </a:cubicBezTo>
                <a:lnTo>
                  <a:pt x="6585" y="64"/>
                </a:lnTo>
                <a:lnTo>
                  <a:pt x="2111" y="64"/>
                </a:lnTo>
                <a:lnTo>
                  <a:pt x="21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95" name="Google Shape;1095;p36"/>
          <p:cNvGrpSpPr/>
          <p:nvPr/>
        </p:nvGrpSpPr>
        <p:grpSpPr>
          <a:xfrm>
            <a:off x="5452180" y="1639418"/>
            <a:ext cx="399038" cy="372165"/>
            <a:chOff x="-38542250" y="3220175"/>
            <a:chExt cx="341525" cy="318525"/>
          </a:xfrm>
        </p:grpSpPr>
        <p:sp>
          <p:nvSpPr>
            <p:cNvPr id="1096" name="Google Shape;1096;p36"/>
            <p:cNvSpPr/>
            <p:nvPr/>
          </p:nvSpPr>
          <p:spPr>
            <a:xfrm>
              <a:off x="-38542250" y="3440725"/>
              <a:ext cx="101750" cy="97975"/>
            </a:xfrm>
            <a:custGeom>
              <a:rect b="b" l="l" r="r" t="t"/>
              <a:pathLst>
                <a:path extrusionOk="0" h="3919" w="4070">
                  <a:moveTo>
                    <a:pt x="1455" y="0"/>
                  </a:moveTo>
                  <a:lnTo>
                    <a:pt x="1013" y="2489"/>
                  </a:lnTo>
                  <a:lnTo>
                    <a:pt x="289" y="3214"/>
                  </a:lnTo>
                  <a:cubicBezTo>
                    <a:pt x="1" y="3502"/>
                    <a:pt x="280" y="3919"/>
                    <a:pt x="597" y="3919"/>
                  </a:cubicBezTo>
                  <a:cubicBezTo>
                    <a:pt x="695" y="3919"/>
                    <a:pt x="798" y="3878"/>
                    <a:pt x="887" y="3781"/>
                  </a:cubicBezTo>
                  <a:lnTo>
                    <a:pt x="1612" y="3088"/>
                  </a:lnTo>
                  <a:lnTo>
                    <a:pt x="4069" y="2647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36"/>
            <p:cNvSpPr/>
            <p:nvPr/>
          </p:nvSpPr>
          <p:spPr>
            <a:xfrm>
              <a:off x="-38494875" y="3354075"/>
              <a:ext cx="141800" cy="141025"/>
            </a:xfrm>
            <a:custGeom>
              <a:rect b="b" l="l" r="r" t="t"/>
              <a:pathLst>
                <a:path extrusionOk="0" h="5641" w="5672">
                  <a:moveTo>
                    <a:pt x="2742" y="1"/>
                  </a:moveTo>
                  <a:lnTo>
                    <a:pt x="1" y="2710"/>
                  </a:lnTo>
                  <a:lnTo>
                    <a:pt x="2931" y="5640"/>
                  </a:lnTo>
                  <a:lnTo>
                    <a:pt x="5671" y="2899"/>
                  </a:lnTo>
                  <a:lnTo>
                    <a:pt x="27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36"/>
            <p:cNvSpPr/>
            <p:nvPr/>
          </p:nvSpPr>
          <p:spPr>
            <a:xfrm>
              <a:off x="-38432050" y="3220175"/>
              <a:ext cx="231325" cy="192225"/>
            </a:xfrm>
            <a:custGeom>
              <a:rect b="b" l="l" r="r" t="t"/>
              <a:pathLst>
                <a:path extrusionOk="0" h="7689" w="9253">
                  <a:moveTo>
                    <a:pt x="3442" y="1"/>
                  </a:moveTo>
                  <a:cubicBezTo>
                    <a:pt x="3127" y="1"/>
                    <a:pt x="2812" y="127"/>
                    <a:pt x="2591" y="379"/>
                  </a:cubicBezTo>
                  <a:lnTo>
                    <a:pt x="292" y="2647"/>
                  </a:lnTo>
                  <a:cubicBezTo>
                    <a:pt x="1" y="2962"/>
                    <a:pt x="287" y="3370"/>
                    <a:pt x="607" y="3370"/>
                  </a:cubicBezTo>
                  <a:cubicBezTo>
                    <a:pt x="704" y="3370"/>
                    <a:pt x="803" y="3333"/>
                    <a:pt x="890" y="3246"/>
                  </a:cubicBezTo>
                  <a:lnTo>
                    <a:pt x="3190" y="946"/>
                  </a:lnTo>
                  <a:cubicBezTo>
                    <a:pt x="3269" y="867"/>
                    <a:pt x="3371" y="828"/>
                    <a:pt x="3474" y="828"/>
                  </a:cubicBezTo>
                  <a:cubicBezTo>
                    <a:pt x="3576" y="828"/>
                    <a:pt x="3678" y="867"/>
                    <a:pt x="3757" y="946"/>
                  </a:cubicBezTo>
                  <a:lnTo>
                    <a:pt x="4198" y="1387"/>
                  </a:lnTo>
                  <a:lnTo>
                    <a:pt x="827" y="4758"/>
                  </a:lnTo>
                  <a:lnTo>
                    <a:pt x="3726" y="7688"/>
                  </a:lnTo>
                  <a:lnTo>
                    <a:pt x="7821" y="3593"/>
                  </a:lnTo>
                  <a:cubicBezTo>
                    <a:pt x="9253" y="2161"/>
                    <a:pt x="8028" y="43"/>
                    <a:pt x="6392" y="43"/>
                  </a:cubicBezTo>
                  <a:cubicBezTo>
                    <a:pt x="5868" y="43"/>
                    <a:pt x="5301" y="261"/>
                    <a:pt x="4765" y="789"/>
                  </a:cubicBezTo>
                  <a:cubicBezTo>
                    <a:pt x="4324" y="379"/>
                    <a:pt x="4041" y="1"/>
                    <a:pt x="34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9" name="Google Shape;1099;p36"/>
          <p:cNvSpPr/>
          <p:nvPr/>
        </p:nvSpPr>
        <p:spPr>
          <a:xfrm>
            <a:off x="3445513" y="1640849"/>
            <a:ext cx="371814" cy="369302"/>
          </a:xfrm>
          <a:custGeom>
            <a:rect b="b" l="l" r="r" t="t"/>
            <a:pathLst>
              <a:path extrusionOk="0" h="12643" w="12729">
                <a:moveTo>
                  <a:pt x="6365" y="2395"/>
                </a:moveTo>
                <a:cubicBezTo>
                  <a:pt x="7026" y="2395"/>
                  <a:pt x="7562" y="2962"/>
                  <a:pt x="7562" y="3655"/>
                </a:cubicBezTo>
                <a:cubicBezTo>
                  <a:pt x="7562" y="4348"/>
                  <a:pt x="7026" y="4884"/>
                  <a:pt x="6365" y="4884"/>
                </a:cubicBezTo>
                <a:cubicBezTo>
                  <a:pt x="5672" y="4884"/>
                  <a:pt x="5136" y="4348"/>
                  <a:pt x="5136" y="3655"/>
                </a:cubicBezTo>
                <a:cubicBezTo>
                  <a:pt x="5073" y="2962"/>
                  <a:pt x="5672" y="2395"/>
                  <a:pt x="6365" y="2395"/>
                </a:cubicBezTo>
                <a:close/>
                <a:moveTo>
                  <a:pt x="6806" y="5640"/>
                </a:moveTo>
                <a:lnTo>
                  <a:pt x="8349" y="8192"/>
                </a:lnTo>
                <a:lnTo>
                  <a:pt x="7530" y="8192"/>
                </a:lnTo>
                <a:cubicBezTo>
                  <a:pt x="7373" y="7719"/>
                  <a:pt x="6900" y="7373"/>
                  <a:pt x="6333" y="7373"/>
                </a:cubicBezTo>
                <a:cubicBezTo>
                  <a:pt x="5798" y="7373"/>
                  <a:pt x="5357" y="7719"/>
                  <a:pt x="5167" y="8192"/>
                </a:cubicBezTo>
                <a:lnTo>
                  <a:pt x="4285" y="8192"/>
                </a:lnTo>
                <a:lnTo>
                  <a:pt x="5829" y="5640"/>
                </a:lnTo>
                <a:cubicBezTo>
                  <a:pt x="5987" y="5671"/>
                  <a:pt x="6144" y="5734"/>
                  <a:pt x="6365" y="5734"/>
                </a:cubicBezTo>
                <a:cubicBezTo>
                  <a:pt x="6491" y="5734"/>
                  <a:pt x="6680" y="5671"/>
                  <a:pt x="6806" y="5640"/>
                </a:cubicBezTo>
                <a:close/>
                <a:moveTo>
                  <a:pt x="6365" y="8192"/>
                </a:moveTo>
                <a:cubicBezTo>
                  <a:pt x="6585" y="8192"/>
                  <a:pt x="6743" y="8412"/>
                  <a:pt x="6743" y="8633"/>
                </a:cubicBezTo>
                <a:cubicBezTo>
                  <a:pt x="6743" y="8822"/>
                  <a:pt x="6585" y="9042"/>
                  <a:pt x="6365" y="9042"/>
                </a:cubicBezTo>
                <a:cubicBezTo>
                  <a:pt x="6113" y="9042"/>
                  <a:pt x="5955" y="8822"/>
                  <a:pt x="5955" y="8633"/>
                </a:cubicBezTo>
                <a:cubicBezTo>
                  <a:pt x="5955" y="8412"/>
                  <a:pt x="6144" y="8255"/>
                  <a:pt x="6365" y="8192"/>
                </a:cubicBezTo>
                <a:close/>
                <a:moveTo>
                  <a:pt x="6428" y="0"/>
                </a:moveTo>
                <a:cubicBezTo>
                  <a:pt x="5766" y="0"/>
                  <a:pt x="5199" y="568"/>
                  <a:pt x="5199" y="1229"/>
                </a:cubicBezTo>
                <a:lnTo>
                  <a:pt x="5199" y="2080"/>
                </a:lnTo>
                <a:cubicBezTo>
                  <a:pt x="4695" y="2489"/>
                  <a:pt x="4380" y="3025"/>
                  <a:pt x="4380" y="3718"/>
                </a:cubicBezTo>
                <a:cubicBezTo>
                  <a:pt x="4380" y="4065"/>
                  <a:pt x="4443" y="4380"/>
                  <a:pt x="4600" y="4695"/>
                </a:cubicBezTo>
                <a:lnTo>
                  <a:pt x="2458" y="8286"/>
                </a:lnTo>
                <a:lnTo>
                  <a:pt x="505" y="8286"/>
                </a:lnTo>
                <a:cubicBezTo>
                  <a:pt x="284" y="8286"/>
                  <a:pt x="95" y="8475"/>
                  <a:pt x="95" y="8664"/>
                </a:cubicBezTo>
                <a:cubicBezTo>
                  <a:pt x="1" y="8822"/>
                  <a:pt x="190" y="9042"/>
                  <a:pt x="410" y="9042"/>
                </a:cubicBezTo>
                <a:lnTo>
                  <a:pt x="1859" y="9042"/>
                </a:lnTo>
                <a:cubicBezTo>
                  <a:pt x="1261" y="9987"/>
                  <a:pt x="631" y="10775"/>
                  <a:pt x="631" y="11437"/>
                </a:cubicBezTo>
                <a:cubicBezTo>
                  <a:pt x="631" y="12108"/>
                  <a:pt x="1021" y="12642"/>
                  <a:pt x="1366" y="12642"/>
                </a:cubicBezTo>
                <a:cubicBezTo>
                  <a:pt x="1491" y="12642"/>
                  <a:pt x="1610" y="12572"/>
                  <a:pt x="1702" y="12413"/>
                </a:cubicBezTo>
                <a:lnTo>
                  <a:pt x="3781" y="9074"/>
                </a:lnTo>
                <a:lnTo>
                  <a:pt x="5167" y="9074"/>
                </a:lnTo>
                <a:cubicBezTo>
                  <a:pt x="5325" y="9546"/>
                  <a:pt x="5798" y="9893"/>
                  <a:pt x="6333" y="9893"/>
                </a:cubicBezTo>
                <a:cubicBezTo>
                  <a:pt x="6900" y="9893"/>
                  <a:pt x="7341" y="9546"/>
                  <a:pt x="7530" y="9074"/>
                </a:cubicBezTo>
                <a:lnTo>
                  <a:pt x="8854" y="9074"/>
                </a:lnTo>
                <a:lnTo>
                  <a:pt x="10964" y="12413"/>
                </a:lnTo>
                <a:cubicBezTo>
                  <a:pt x="11056" y="12572"/>
                  <a:pt x="11173" y="12642"/>
                  <a:pt x="11295" y="12642"/>
                </a:cubicBezTo>
                <a:cubicBezTo>
                  <a:pt x="11630" y="12642"/>
                  <a:pt x="12004" y="12108"/>
                  <a:pt x="12004" y="11437"/>
                </a:cubicBezTo>
                <a:cubicBezTo>
                  <a:pt x="12004" y="10775"/>
                  <a:pt x="11374" y="9987"/>
                  <a:pt x="10807" y="9042"/>
                </a:cubicBezTo>
                <a:lnTo>
                  <a:pt x="12288" y="9042"/>
                </a:lnTo>
                <a:cubicBezTo>
                  <a:pt x="12540" y="9042"/>
                  <a:pt x="12729" y="8822"/>
                  <a:pt x="12729" y="8633"/>
                </a:cubicBezTo>
                <a:cubicBezTo>
                  <a:pt x="12729" y="8412"/>
                  <a:pt x="12540" y="8255"/>
                  <a:pt x="12288" y="8255"/>
                </a:cubicBezTo>
                <a:lnTo>
                  <a:pt x="10334" y="8255"/>
                </a:lnTo>
                <a:lnTo>
                  <a:pt x="8192" y="4695"/>
                </a:lnTo>
                <a:cubicBezTo>
                  <a:pt x="8349" y="4380"/>
                  <a:pt x="8475" y="4065"/>
                  <a:pt x="8475" y="3718"/>
                </a:cubicBezTo>
                <a:cubicBezTo>
                  <a:pt x="8475" y="3056"/>
                  <a:pt x="8160" y="2458"/>
                  <a:pt x="7656" y="2080"/>
                </a:cubicBezTo>
                <a:lnTo>
                  <a:pt x="7656" y="1229"/>
                </a:lnTo>
                <a:cubicBezTo>
                  <a:pt x="7656" y="568"/>
                  <a:pt x="7089" y="0"/>
                  <a:pt x="642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36"/>
          <p:cNvSpPr/>
          <p:nvPr/>
        </p:nvSpPr>
        <p:spPr>
          <a:xfrm>
            <a:off x="7395805" y="1640367"/>
            <a:ext cx="383790" cy="370266"/>
          </a:xfrm>
          <a:custGeom>
            <a:rect b="b" l="l" r="r" t="t"/>
            <a:pathLst>
              <a:path extrusionOk="0" h="12676" w="13139">
                <a:moveTo>
                  <a:pt x="7184" y="1702"/>
                </a:moveTo>
                <a:cubicBezTo>
                  <a:pt x="7909" y="1702"/>
                  <a:pt x="8444" y="2237"/>
                  <a:pt x="8444" y="2962"/>
                </a:cubicBezTo>
                <a:cubicBezTo>
                  <a:pt x="8444" y="3623"/>
                  <a:pt x="7877" y="4222"/>
                  <a:pt x="7184" y="4222"/>
                </a:cubicBezTo>
                <a:cubicBezTo>
                  <a:pt x="6491" y="4222"/>
                  <a:pt x="5955" y="3655"/>
                  <a:pt x="5955" y="2962"/>
                </a:cubicBezTo>
                <a:cubicBezTo>
                  <a:pt x="5955" y="2237"/>
                  <a:pt x="6491" y="1702"/>
                  <a:pt x="7184" y="1702"/>
                </a:cubicBezTo>
                <a:close/>
                <a:moveTo>
                  <a:pt x="3813" y="2521"/>
                </a:moveTo>
                <a:cubicBezTo>
                  <a:pt x="4506" y="2521"/>
                  <a:pt x="5073" y="3056"/>
                  <a:pt x="5073" y="3781"/>
                </a:cubicBezTo>
                <a:cubicBezTo>
                  <a:pt x="5073" y="4474"/>
                  <a:pt x="4506" y="5041"/>
                  <a:pt x="3813" y="5041"/>
                </a:cubicBezTo>
                <a:cubicBezTo>
                  <a:pt x="3088" y="5041"/>
                  <a:pt x="2553" y="4474"/>
                  <a:pt x="2553" y="3781"/>
                </a:cubicBezTo>
                <a:cubicBezTo>
                  <a:pt x="2521" y="3056"/>
                  <a:pt x="3088" y="2521"/>
                  <a:pt x="3813" y="2521"/>
                </a:cubicBezTo>
                <a:close/>
                <a:moveTo>
                  <a:pt x="2931" y="5892"/>
                </a:moveTo>
                <a:cubicBezTo>
                  <a:pt x="3656" y="5892"/>
                  <a:pt x="4191" y="6459"/>
                  <a:pt x="4191" y="7152"/>
                </a:cubicBezTo>
                <a:cubicBezTo>
                  <a:pt x="4191" y="7877"/>
                  <a:pt x="3656" y="8412"/>
                  <a:pt x="2931" y="8412"/>
                </a:cubicBezTo>
                <a:cubicBezTo>
                  <a:pt x="2238" y="8412"/>
                  <a:pt x="1671" y="7877"/>
                  <a:pt x="1671" y="7152"/>
                </a:cubicBezTo>
                <a:cubicBezTo>
                  <a:pt x="1671" y="6459"/>
                  <a:pt x="2238" y="5892"/>
                  <a:pt x="2931" y="5892"/>
                </a:cubicBezTo>
                <a:close/>
                <a:moveTo>
                  <a:pt x="5514" y="8475"/>
                </a:moveTo>
                <a:cubicBezTo>
                  <a:pt x="6207" y="8475"/>
                  <a:pt x="6775" y="9011"/>
                  <a:pt x="6775" y="9735"/>
                </a:cubicBezTo>
                <a:cubicBezTo>
                  <a:pt x="6775" y="10397"/>
                  <a:pt x="6176" y="10996"/>
                  <a:pt x="5514" y="10996"/>
                </a:cubicBezTo>
                <a:cubicBezTo>
                  <a:pt x="4790" y="10996"/>
                  <a:pt x="4254" y="10429"/>
                  <a:pt x="4254" y="9735"/>
                </a:cubicBezTo>
                <a:cubicBezTo>
                  <a:pt x="4254" y="9011"/>
                  <a:pt x="4790" y="8475"/>
                  <a:pt x="5514" y="8475"/>
                </a:cubicBezTo>
                <a:close/>
                <a:moveTo>
                  <a:pt x="6333" y="0"/>
                </a:moveTo>
                <a:cubicBezTo>
                  <a:pt x="2836" y="0"/>
                  <a:pt x="1" y="2836"/>
                  <a:pt x="1" y="6333"/>
                </a:cubicBezTo>
                <a:cubicBezTo>
                  <a:pt x="1" y="9420"/>
                  <a:pt x="2143" y="11878"/>
                  <a:pt x="4916" y="12508"/>
                </a:cubicBezTo>
                <a:cubicBezTo>
                  <a:pt x="5408" y="12621"/>
                  <a:pt x="5838" y="12675"/>
                  <a:pt x="6211" y="12675"/>
                </a:cubicBezTo>
                <a:cubicBezTo>
                  <a:pt x="7914" y="12675"/>
                  <a:pt x="8444" y="11545"/>
                  <a:pt x="8444" y="9735"/>
                </a:cubicBezTo>
                <a:cubicBezTo>
                  <a:pt x="8444" y="9011"/>
                  <a:pt x="9011" y="8475"/>
                  <a:pt x="9705" y="8475"/>
                </a:cubicBezTo>
                <a:cubicBezTo>
                  <a:pt x="11878" y="8475"/>
                  <a:pt x="13139" y="7719"/>
                  <a:pt x="12508" y="4915"/>
                </a:cubicBezTo>
                <a:cubicBezTo>
                  <a:pt x="11878" y="2206"/>
                  <a:pt x="9452" y="0"/>
                  <a:pt x="633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5" name="Google Shape;1105;p37"/>
          <p:cNvGrpSpPr/>
          <p:nvPr/>
        </p:nvGrpSpPr>
        <p:grpSpPr>
          <a:xfrm>
            <a:off x="1417367" y="1340921"/>
            <a:ext cx="6352033" cy="3262812"/>
            <a:chOff x="1417367" y="1340921"/>
            <a:chExt cx="6352033" cy="3262812"/>
          </a:xfrm>
        </p:grpSpPr>
        <p:sp>
          <p:nvSpPr>
            <p:cNvPr id="1106" name="Google Shape;1106;p37"/>
            <p:cNvSpPr/>
            <p:nvPr/>
          </p:nvSpPr>
          <p:spPr>
            <a:xfrm rot="-131412">
              <a:off x="3722858" y="2096399"/>
              <a:ext cx="1758385" cy="2127954"/>
            </a:xfrm>
            <a:prstGeom prst="roundRect">
              <a:avLst>
                <a:gd fmla="val 63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37"/>
            <p:cNvSpPr/>
            <p:nvPr/>
          </p:nvSpPr>
          <p:spPr>
            <a:xfrm>
              <a:off x="6000300" y="2013825"/>
              <a:ext cx="1769100" cy="2127900"/>
            </a:xfrm>
            <a:prstGeom prst="roundRect">
              <a:avLst>
                <a:gd fmla="val 4306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37"/>
            <p:cNvSpPr/>
            <p:nvPr/>
          </p:nvSpPr>
          <p:spPr>
            <a:xfrm>
              <a:off x="1478275" y="2013825"/>
              <a:ext cx="1738500" cy="2104500"/>
            </a:xfrm>
            <a:prstGeom prst="roundRect">
              <a:avLst>
                <a:gd fmla="val 701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7"/>
            <p:cNvSpPr/>
            <p:nvPr/>
          </p:nvSpPr>
          <p:spPr>
            <a:xfrm>
              <a:off x="6926640" y="4488912"/>
              <a:ext cx="365440" cy="16273"/>
            </a:xfrm>
            <a:custGeom>
              <a:rect b="b" l="l" r="r" t="t"/>
              <a:pathLst>
                <a:path extrusionOk="0" h="1045" w="23467">
                  <a:moveTo>
                    <a:pt x="23161" y="1"/>
                  </a:moveTo>
                  <a:cubicBezTo>
                    <a:pt x="23147" y="1"/>
                    <a:pt x="23132" y="2"/>
                    <a:pt x="23117" y="4"/>
                  </a:cubicBezTo>
                  <a:cubicBezTo>
                    <a:pt x="21208" y="349"/>
                    <a:pt x="19264" y="408"/>
                    <a:pt x="17277" y="447"/>
                  </a:cubicBezTo>
                  <a:cubicBezTo>
                    <a:pt x="15715" y="476"/>
                    <a:pt x="14145" y="490"/>
                    <a:pt x="12572" y="490"/>
                  </a:cubicBezTo>
                  <a:cubicBezTo>
                    <a:pt x="9595" y="490"/>
                    <a:pt x="6608" y="438"/>
                    <a:pt x="3649" y="331"/>
                  </a:cubicBezTo>
                  <a:lnTo>
                    <a:pt x="3518" y="325"/>
                  </a:lnTo>
                  <a:cubicBezTo>
                    <a:pt x="3001" y="306"/>
                    <a:pt x="2476" y="288"/>
                    <a:pt x="1949" y="288"/>
                  </a:cubicBezTo>
                  <a:cubicBezTo>
                    <a:pt x="1386" y="288"/>
                    <a:pt x="822" y="309"/>
                    <a:pt x="263" y="374"/>
                  </a:cubicBezTo>
                  <a:cubicBezTo>
                    <a:pt x="112" y="394"/>
                    <a:pt x="0" y="535"/>
                    <a:pt x="20" y="685"/>
                  </a:cubicBezTo>
                  <a:cubicBezTo>
                    <a:pt x="37" y="824"/>
                    <a:pt x="151" y="930"/>
                    <a:pt x="290" y="930"/>
                  </a:cubicBezTo>
                  <a:cubicBezTo>
                    <a:pt x="302" y="930"/>
                    <a:pt x="314" y="929"/>
                    <a:pt x="326" y="928"/>
                  </a:cubicBezTo>
                  <a:cubicBezTo>
                    <a:pt x="865" y="863"/>
                    <a:pt x="1415" y="842"/>
                    <a:pt x="1964" y="842"/>
                  </a:cubicBezTo>
                  <a:cubicBezTo>
                    <a:pt x="2479" y="842"/>
                    <a:pt x="2993" y="860"/>
                    <a:pt x="3498" y="879"/>
                  </a:cubicBezTo>
                  <a:lnTo>
                    <a:pt x="3630" y="885"/>
                  </a:lnTo>
                  <a:cubicBezTo>
                    <a:pt x="6608" y="991"/>
                    <a:pt x="9611" y="1044"/>
                    <a:pt x="12603" y="1044"/>
                  </a:cubicBezTo>
                  <a:cubicBezTo>
                    <a:pt x="14168" y="1044"/>
                    <a:pt x="15732" y="1030"/>
                    <a:pt x="17287" y="1001"/>
                  </a:cubicBezTo>
                  <a:cubicBezTo>
                    <a:pt x="19298" y="962"/>
                    <a:pt x="21266" y="903"/>
                    <a:pt x="23213" y="553"/>
                  </a:cubicBezTo>
                  <a:cubicBezTo>
                    <a:pt x="23365" y="524"/>
                    <a:pt x="23467" y="379"/>
                    <a:pt x="23437" y="228"/>
                  </a:cubicBezTo>
                  <a:cubicBezTo>
                    <a:pt x="23411" y="93"/>
                    <a:pt x="23294" y="1"/>
                    <a:pt x="231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37"/>
            <p:cNvSpPr/>
            <p:nvPr/>
          </p:nvSpPr>
          <p:spPr>
            <a:xfrm>
              <a:off x="2424057" y="4488316"/>
              <a:ext cx="2097894" cy="14700"/>
            </a:xfrm>
            <a:custGeom>
              <a:rect b="b" l="l" r="r" t="t"/>
              <a:pathLst>
                <a:path extrusionOk="0" h="944" w="56742">
                  <a:moveTo>
                    <a:pt x="21596" y="0"/>
                  </a:moveTo>
                  <a:cubicBezTo>
                    <a:pt x="14471" y="0"/>
                    <a:pt x="7353" y="49"/>
                    <a:pt x="272" y="147"/>
                  </a:cubicBezTo>
                  <a:cubicBezTo>
                    <a:pt x="122" y="151"/>
                    <a:pt x="0" y="273"/>
                    <a:pt x="0" y="429"/>
                  </a:cubicBezTo>
                  <a:cubicBezTo>
                    <a:pt x="0" y="576"/>
                    <a:pt x="123" y="702"/>
                    <a:pt x="260" y="702"/>
                  </a:cubicBezTo>
                  <a:cubicBezTo>
                    <a:pt x="267" y="702"/>
                    <a:pt x="274" y="701"/>
                    <a:pt x="281" y="701"/>
                  </a:cubicBezTo>
                  <a:cubicBezTo>
                    <a:pt x="7359" y="603"/>
                    <a:pt x="14474" y="554"/>
                    <a:pt x="21597" y="554"/>
                  </a:cubicBezTo>
                  <a:cubicBezTo>
                    <a:pt x="33235" y="554"/>
                    <a:pt x="44896" y="684"/>
                    <a:pt x="56454" y="943"/>
                  </a:cubicBezTo>
                  <a:lnTo>
                    <a:pt x="56460" y="943"/>
                  </a:lnTo>
                  <a:cubicBezTo>
                    <a:pt x="56610" y="943"/>
                    <a:pt x="56732" y="827"/>
                    <a:pt x="56736" y="676"/>
                  </a:cubicBezTo>
                  <a:cubicBezTo>
                    <a:pt x="56741" y="521"/>
                    <a:pt x="56620" y="394"/>
                    <a:pt x="56465" y="389"/>
                  </a:cubicBezTo>
                  <a:cubicBezTo>
                    <a:pt x="44903" y="130"/>
                    <a:pt x="33239" y="0"/>
                    <a:pt x="2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37"/>
            <p:cNvSpPr/>
            <p:nvPr/>
          </p:nvSpPr>
          <p:spPr>
            <a:xfrm>
              <a:off x="1903051" y="4488912"/>
              <a:ext cx="365440" cy="16273"/>
            </a:xfrm>
            <a:custGeom>
              <a:rect b="b" l="l" r="r" t="t"/>
              <a:pathLst>
                <a:path extrusionOk="0" h="1045" w="23467">
                  <a:moveTo>
                    <a:pt x="23161" y="1"/>
                  </a:moveTo>
                  <a:cubicBezTo>
                    <a:pt x="23147" y="1"/>
                    <a:pt x="23132" y="2"/>
                    <a:pt x="23117" y="4"/>
                  </a:cubicBezTo>
                  <a:cubicBezTo>
                    <a:pt x="21208" y="349"/>
                    <a:pt x="19264" y="408"/>
                    <a:pt x="17277" y="447"/>
                  </a:cubicBezTo>
                  <a:cubicBezTo>
                    <a:pt x="15715" y="476"/>
                    <a:pt x="14145" y="490"/>
                    <a:pt x="12572" y="490"/>
                  </a:cubicBezTo>
                  <a:cubicBezTo>
                    <a:pt x="9595" y="490"/>
                    <a:pt x="6608" y="438"/>
                    <a:pt x="3649" y="331"/>
                  </a:cubicBezTo>
                  <a:lnTo>
                    <a:pt x="3518" y="325"/>
                  </a:lnTo>
                  <a:cubicBezTo>
                    <a:pt x="3001" y="306"/>
                    <a:pt x="2476" y="288"/>
                    <a:pt x="1949" y="288"/>
                  </a:cubicBezTo>
                  <a:cubicBezTo>
                    <a:pt x="1386" y="288"/>
                    <a:pt x="822" y="309"/>
                    <a:pt x="263" y="374"/>
                  </a:cubicBezTo>
                  <a:cubicBezTo>
                    <a:pt x="112" y="394"/>
                    <a:pt x="0" y="535"/>
                    <a:pt x="20" y="685"/>
                  </a:cubicBezTo>
                  <a:cubicBezTo>
                    <a:pt x="37" y="824"/>
                    <a:pt x="151" y="930"/>
                    <a:pt x="290" y="930"/>
                  </a:cubicBezTo>
                  <a:cubicBezTo>
                    <a:pt x="302" y="930"/>
                    <a:pt x="314" y="929"/>
                    <a:pt x="326" y="928"/>
                  </a:cubicBezTo>
                  <a:cubicBezTo>
                    <a:pt x="865" y="863"/>
                    <a:pt x="1415" y="842"/>
                    <a:pt x="1964" y="842"/>
                  </a:cubicBezTo>
                  <a:cubicBezTo>
                    <a:pt x="2479" y="842"/>
                    <a:pt x="2993" y="860"/>
                    <a:pt x="3498" y="879"/>
                  </a:cubicBezTo>
                  <a:lnTo>
                    <a:pt x="3630" y="885"/>
                  </a:lnTo>
                  <a:cubicBezTo>
                    <a:pt x="6608" y="991"/>
                    <a:pt x="9611" y="1044"/>
                    <a:pt x="12603" y="1044"/>
                  </a:cubicBezTo>
                  <a:cubicBezTo>
                    <a:pt x="14168" y="1044"/>
                    <a:pt x="15732" y="1030"/>
                    <a:pt x="17287" y="1001"/>
                  </a:cubicBezTo>
                  <a:cubicBezTo>
                    <a:pt x="19298" y="962"/>
                    <a:pt x="21266" y="903"/>
                    <a:pt x="23213" y="553"/>
                  </a:cubicBezTo>
                  <a:cubicBezTo>
                    <a:pt x="23365" y="524"/>
                    <a:pt x="23467" y="379"/>
                    <a:pt x="23437" y="228"/>
                  </a:cubicBezTo>
                  <a:cubicBezTo>
                    <a:pt x="23411" y="93"/>
                    <a:pt x="23294" y="1"/>
                    <a:pt x="231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7"/>
            <p:cNvSpPr/>
            <p:nvPr/>
          </p:nvSpPr>
          <p:spPr>
            <a:xfrm>
              <a:off x="4674704" y="4488316"/>
              <a:ext cx="2097894" cy="14700"/>
            </a:xfrm>
            <a:custGeom>
              <a:rect b="b" l="l" r="r" t="t"/>
              <a:pathLst>
                <a:path extrusionOk="0" h="944" w="56742">
                  <a:moveTo>
                    <a:pt x="21596" y="0"/>
                  </a:moveTo>
                  <a:cubicBezTo>
                    <a:pt x="14471" y="0"/>
                    <a:pt x="7353" y="49"/>
                    <a:pt x="272" y="147"/>
                  </a:cubicBezTo>
                  <a:cubicBezTo>
                    <a:pt x="122" y="151"/>
                    <a:pt x="0" y="273"/>
                    <a:pt x="0" y="429"/>
                  </a:cubicBezTo>
                  <a:cubicBezTo>
                    <a:pt x="0" y="576"/>
                    <a:pt x="123" y="702"/>
                    <a:pt x="260" y="702"/>
                  </a:cubicBezTo>
                  <a:cubicBezTo>
                    <a:pt x="267" y="702"/>
                    <a:pt x="274" y="701"/>
                    <a:pt x="281" y="701"/>
                  </a:cubicBezTo>
                  <a:cubicBezTo>
                    <a:pt x="7359" y="603"/>
                    <a:pt x="14474" y="554"/>
                    <a:pt x="21597" y="554"/>
                  </a:cubicBezTo>
                  <a:cubicBezTo>
                    <a:pt x="33235" y="554"/>
                    <a:pt x="44896" y="684"/>
                    <a:pt x="56454" y="943"/>
                  </a:cubicBezTo>
                  <a:lnTo>
                    <a:pt x="56460" y="943"/>
                  </a:lnTo>
                  <a:cubicBezTo>
                    <a:pt x="56610" y="943"/>
                    <a:pt x="56732" y="827"/>
                    <a:pt x="56736" y="676"/>
                  </a:cubicBezTo>
                  <a:cubicBezTo>
                    <a:pt x="56741" y="521"/>
                    <a:pt x="56620" y="394"/>
                    <a:pt x="56465" y="389"/>
                  </a:cubicBezTo>
                  <a:cubicBezTo>
                    <a:pt x="44903" y="130"/>
                    <a:pt x="33239" y="0"/>
                    <a:pt x="2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7"/>
            <p:cNvSpPr/>
            <p:nvPr/>
          </p:nvSpPr>
          <p:spPr>
            <a:xfrm>
              <a:off x="1417367" y="1340921"/>
              <a:ext cx="1805195" cy="2833307"/>
            </a:xfrm>
            <a:custGeom>
              <a:rect b="b" l="l" r="r" t="t"/>
              <a:pathLst>
                <a:path extrusionOk="0" h="181943" w="115922">
                  <a:moveTo>
                    <a:pt x="57517" y="533"/>
                  </a:moveTo>
                  <a:cubicBezTo>
                    <a:pt x="59707" y="533"/>
                    <a:pt x="61912" y="956"/>
                    <a:pt x="64058" y="1806"/>
                  </a:cubicBezTo>
                  <a:cubicBezTo>
                    <a:pt x="67600" y="3206"/>
                    <a:pt x="70879" y="5708"/>
                    <a:pt x="73556" y="9036"/>
                  </a:cubicBezTo>
                  <a:cubicBezTo>
                    <a:pt x="74805" y="10596"/>
                    <a:pt x="75612" y="11955"/>
                    <a:pt x="76087" y="13316"/>
                  </a:cubicBezTo>
                  <a:cubicBezTo>
                    <a:pt x="76554" y="14671"/>
                    <a:pt x="76729" y="16139"/>
                    <a:pt x="76899" y="17557"/>
                  </a:cubicBezTo>
                  <a:cubicBezTo>
                    <a:pt x="76933" y="17830"/>
                    <a:pt x="76962" y="18101"/>
                    <a:pt x="76996" y="18368"/>
                  </a:cubicBezTo>
                  <a:cubicBezTo>
                    <a:pt x="77059" y="18845"/>
                    <a:pt x="77123" y="19316"/>
                    <a:pt x="77190" y="19788"/>
                  </a:cubicBezTo>
                  <a:cubicBezTo>
                    <a:pt x="77467" y="21760"/>
                    <a:pt x="77749" y="23801"/>
                    <a:pt x="77550" y="25788"/>
                  </a:cubicBezTo>
                  <a:cubicBezTo>
                    <a:pt x="77394" y="27333"/>
                    <a:pt x="76733" y="30331"/>
                    <a:pt x="74134" y="33522"/>
                  </a:cubicBezTo>
                  <a:cubicBezTo>
                    <a:pt x="73979" y="33717"/>
                    <a:pt x="73814" y="33906"/>
                    <a:pt x="73643" y="34100"/>
                  </a:cubicBezTo>
                  <a:cubicBezTo>
                    <a:pt x="72045" y="35903"/>
                    <a:pt x="69806" y="37744"/>
                    <a:pt x="66667" y="39401"/>
                  </a:cubicBezTo>
                  <a:cubicBezTo>
                    <a:pt x="64355" y="40615"/>
                    <a:pt x="62396" y="41305"/>
                    <a:pt x="60501" y="41568"/>
                  </a:cubicBezTo>
                  <a:cubicBezTo>
                    <a:pt x="59942" y="41645"/>
                    <a:pt x="59373" y="41683"/>
                    <a:pt x="58800" y="41683"/>
                  </a:cubicBezTo>
                  <a:cubicBezTo>
                    <a:pt x="54275" y="41683"/>
                    <a:pt x="49413" y="39309"/>
                    <a:pt x="45717" y="35217"/>
                  </a:cubicBezTo>
                  <a:cubicBezTo>
                    <a:pt x="45654" y="35150"/>
                    <a:pt x="45591" y="35076"/>
                    <a:pt x="45524" y="35004"/>
                  </a:cubicBezTo>
                  <a:cubicBezTo>
                    <a:pt x="45430" y="34897"/>
                    <a:pt x="45334" y="34785"/>
                    <a:pt x="45242" y="34674"/>
                  </a:cubicBezTo>
                  <a:cubicBezTo>
                    <a:pt x="40694" y="29324"/>
                    <a:pt x="38649" y="22353"/>
                    <a:pt x="39766" y="15930"/>
                  </a:cubicBezTo>
                  <a:cubicBezTo>
                    <a:pt x="40737" y="10323"/>
                    <a:pt x="44100" y="5538"/>
                    <a:pt x="48982" y="2802"/>
                  </a:cubicBezTo>
                  <a:cubicBezTo>
                    <a:pt x="51674" y="1294"/>
                    <a:pt x="54581" y="533"/>
                    <a:pt x="57517" y="533"/>
                  </a:cubicBezTo>
                  <a:close/>
                  <a:moveTo>
                    <a:pt x="99424" y="33114"/>
                  </a:moveTo>
                  <a:cubicBezTo>
                    <a:pt x="101505" y="33114"/>
                    <a:pt x="103648" y="33246"/>
                    <a:pt x="105509" y="33731"/>
                  </a:cubicBezTo>
                  <a:cubicBezTo>
                    <a:pt x="111520" y="35296"/>
                    <a:pt x="112370" y="39566"/>
                    <a:pt x="112433" y="43113"/>
                  </a:cubicBezTo>
                  <a:cubicBezTo>
                    <a:pt x="112550" y="49137"/>
                    <a:pt x="112662" y="53772"/>
                    <a:pt x="112774" y="58407"/>
                  </a:cubicBezTo>
                  <a:cubicBezTo>
                    <a:pt x="112885" y="63042"/>
                    <a:pt x="113001" y="67677"/>
                    <a:pt x="113113" y="73696"/>
                  </a:cubicBezTo>
                  <a:lnTo>
                    <a:pt x="114765" y="162936"/>
                  </a:lnTo>
                  <a:cubicBezTo>
                    <a:pt x="114853" y="167688"/>
                    <a:pt x="113978" y="172857"/>
                    <a:pt x="106817" y="175155"/>
                  </a:cubicBezTo>
                  <a:cubicBezTo>
                    <a:pt x="103863" y="176106"/>
                    <a:pt x="100175" y="176384"/>
                    <a:pt x="96925" y="176631"/>
                  </a:cubicBezTo>
                  <a:lnTo>
                    <a:pt x="39999" y="180927"/>
                  </a:lnTo>
                  <a:cubicBezTo>
                    <a:pt x="36991" y="181154"/>
                    <a:pt x="33915" y="181387"/>
                    <a:pt x="30856" y="181387"/>
                  </a:cubicBezTo>
                  <a:cubicBezTo>
                    <a:pt x="29267" y="181387"/>
                    <a:pt x="27682" y="181324"/>
                    <a:pt x="26114" y="181165"/>
                  </a:cubicBezTo>
                  <a:cubicBezTo>
                    <a:pt x="15347" y="180081"/>
                    <a:pt x="8118" y="175193"/>
                    <a:pt x="4635" y="166638"/>
                  </a:cubicBezTo>
                  <a:cubicBezTo>
                    <a:pt x="3012" y="162654"/>
                    <a:pt x="3285" y="156513"/>
                    <a:pt x="3523" y="151091"/>
                  </a:cubicBezTo>
                  <a:cubicBezTo>
                    <a:pt x="3624" y="148759"/>
                    <a:pt x="3727" y="146554"/>
                    <a:pt x="3653" y="144765"/>
                  </a:cubicBezTo>
                  <a:lnTo>
                    <a:pt x="3372" y="137672"/>
                  </a:lnTo>
                  <a:cubicBezTo>
                    <a:pt x="2084" y="105849"/>
                    <a:pt x="1069" y="80712"/>
                    <a:pt x="5985" y="47826"/>
                  </a:cubicBezTo>
                  <a:cubicBezTo>
                    <a:pt x="6525" y="44230"/>
                    <a:pt x="7259" y="41048"/>
                    <a:pt x="10795" y="38560"/>
                  </a:cubicBezTo>
                  <a:cubicBezTo>
                    <a:pt x="14997" y="35601"/>
                    <a:pt x="22388" y="35047"/>
                    <a:pt x="29942" y="35047"/>
                  </a:cubicBezTo>
                  <a:cubicBezTo>
                    <a:pt x="32265" y="35047"/>
                    <a:pt x="34597" y="35101"/>
                    <a:pt x="36860" y="35154"/>
                  </a:cubicBezTo>
                  <a:cubicBezTo>
                    <a:pt x="39094" y="35203"/>
                    <a:pt x="41247" y="35250"/>
                    <a:pt x="43278" y="35250"/>
                  </a:cubicBezTo>
                  <a:cubicBezTo>
                    <a:pt x="43859" y="35250"/>
                    <a:pt x="44429" y="35246"/>
                    <a:pt x="44989" y="35237"/>
                  </a:cubicBezTo>
                  <a:cubicBezTo>
                    <a:pt x="45028" y="35280"/>
                    <a:pt x="45067" y="35325"/>
                    <a:pt x="45110" y="35374"/>
                  </a:cubicBezTo>
                  <a:cubicBezTo>
                    <a:pt x="48978" y="39765"/>
                    <a:pt x="53953" y="42247"/>
                    <a:pt x="58734" y="42247"/>
                  </a:cubicBezTo>
                  <a:cubicBezTo>
                    <a:pt x="59350" y="42247"/>
                    <a:pt x="59967" y="42204"/>
                    <a:pt x="60579" y="42121"/>
                  </a:cubicBezTo>
                  <a:cubicBezTo>
                    <a:pt x="62537" y="41850"/>
                    <a:pt x="64553" y="41140"/>
                    <a:pt x="66925" y="39892"/>
                  </a:cubicBezTo>
                  <a:cubicBezTo>
                    <a:pt x="70360" y="38079"/>
                    <a:pt x="72744" y="36049"/>
                    <a:pt x="74401" y="34067"/>
                  </a:cubicBezTo>
                  <a:cubicBezTo>
                    <a:pt x="81476" y="33784"/>
                    <a:pt x="88554" y="33498"/>
                    <a:pt x="95627" y="33217"/>
                  </a:cubicBezTo>
                  <a:cubicBezTo>
                    <a:pt x="96811" y="33167"/>
                    <a:pt x="98105" y="33114"/>
                    <a:pt x="99424" y="33114"/>
                  </a:cubicBezTo>
                  <a:close/>
                  <a:moveTo>
                    <a:pt x="57554" y="1"/>
                  </a:moveTo>
                  <a:cubicBezTo>
                    <a:pt x="54495" y="1"/>
                    <a:pt x="51455" y="779"/>
                    <a:pt x="48710" y="2317"/>
                  </a:cubicBezTo>
                  <a:cubicBezTo>
                    <a:pt x="43681" y="5134"/>
                    <a:pt x="40218" y="10061"/>
                    <a:pt x="39217" y="15837"/>
                  </a:cubicBezTo>
                  <a:cubicBezTo>
                    <a:pt x="38100" y="22279"/>
                    <a:pt x="40077" y="29261"/>
                    <a:pt x="44527" y="34688"/>
                  </a:cubicBezTo>
                  <a:cubicBezTo>
                    <a:pt x="44096" y="34693"/>
                    <a:pt x="43658" y="34696"/>
                    <a:pt x="43214" y="34696"/>
                  </a:cubicBezTo>
                  <a:cubicBezTo>
                    <a:pt x="41223" y="34696"/>
                    <a:pt x="39101" y="34647"/>
                    <a:pt x="36905" y="34596"/>
                  </a:cubicBezTo>
                  <a:cubicBezTo>
                    <a:pt x="34623" y="34545"/>
                    <a:pt x="32271" y="34494"/>
                    <a:pt x="29931" y="34494"/>
                  </a:cubicBezTo>
                  <a:cubicBezTo>
                    <a:pt x="22111" y="34494"/>
                    <a:pt x="14423" y="35074"/>
                    <a:pt x="9936" y="38230"/>
                  </a:cubicBezTo>
                  <a:cubicBezTo>
                    <a:pt x="6234" y="40834"/>
                    <a:pt x="5476" y="44099"/>
                    <a:pt x="4922" y="47786"/>
                  </a:cubicBezTo>
                  <a:cubicBezTo>
                    <a:pt x="0" y="80697"/>
                    <a:pt x="1016" y="105844"/>
                    <a:pt x="2303" y="137686"/>
                  </a:cubicBezTo>
                  <a:lnTo>
                    <a:pt x="2585" y="144775"/>
                  </a:lnTo>
                  <a:cubicBezTo>
                    <a:pt x="2653" y="146554"/>
                    <a:pt x="2556" y="148754"/>
                    <a:pt x="2453" y="151081"/>
                  </a:cubicBezTo>
                  <a:cubicBezTo>
                    <a:pt x="2211" y="156528"/>
                    <a:pt x="1938" y="162708"/>
                    <a:pt x="3586" y="166749"/>
                  </a:cubicBezTo>
                  <a:cubicBezTo>
                    <a:pt x="7171" y="175548"/>
                    <a:pt x="14683" y="180582"/>
                    <a:pt x="25910" y="181714"/>
                  </a:cubicBezTo>
                  <a:cubicBezTo>
                    <a:pt x="27557" y="181878"/>
                    <a:pt x="29204" y="181942"/>
                    <a:pt x="30855" y="181942"/>
                  </a:cubicBezTo>
                  <a:cubicBezTo>
                    <a:pt x="33985" y="181942"/>
                    <a:pt x="37104" y="181709"/>
                    <a:pt x="40154" y="181481"/>
                  </a:cubicBezTo>
                  <a:lnTo>
                    <a:pt x="97080" y="177180"/>
                  </a:lnTo>
                  <a:cubicBezTo>
                    <a:pt x="100433" y="176928"/>
                    <a:pt x="104233" y="176642"/>
                    <a:pt x="107381" y="175631"/>
                  </a:cubicBezTo>
                  <a:cubicBezTo>
                    <a:pt x="114989" y="173187"/>
                    <a:pt x="115922" y="167838"/>
                    <a:pt x="115835" y="162930"/>
                  </a:cubicBezTo>
                  <a:lnTo>
                    <a:pt x="114182" y="73691"/>
                  </a:lnTo>
                  <a:cubicBezTo>
                    <a:pt x="114070" y="67667"/>
                    <a:pt x="113954" y="63038"/>
                    <a:pt x="113842" y="58403"/>
                  </a:cubicBezTo>
                  <a:cubicBezTo>
                    <a:pt x="113730" y="53768"/>
                    <a:pt x="113619" y="49133"/>
                    <a:pt x="113502" y="43108"/>
                  </a:cubicBezTo>
                  <a:cubicBezTo>
                    <a:pt x="113434" y="39401"/>
                    <a:pt x="112516" y="34931"/>
                    <a:pt x="105991" y="33235"/>
                  </a:cubicBezTo>
                  <a:cubicBezTo>
                    <a:pt x="103938" y="32702"/>
                    <a:pt x="101636" y="32559"/>
                    <a:pt x="99425" y="32559"/>
                  </a:cubicBezTo>
                  <a:cubicBezTo>
                    <a:pt x="98072" y="32559"/>
                    <a:pt x="96753" y="32613"/>
                    <a:pt x="95546" y="32663"/>
                  </a:cubicBezTo>
                  <a:lnTo>
                    <a:pt x="74863" y="33493"/>
                  </a:lnTo>
                  <a:cubicBezTo>
                    <a:pt x="77312" y="30331"/>
                    <a:pt x="77944" y="27386"/>
                    <a:pt x="78099" y="25846"/>
                  </a:cubicBezTo>
                  <a:cubicBezTo>
                    <a:pt x="78307" y="23790"/>
                    <a:pt x="78021" y="21716"/>
                    <a:pt x="77740" y="19709"/>
                  </a:cubicBezTo>
                  <a:cubicBezTo>
                    <a:pt x="77677" y="19243"/>
                    <a:pt x="77608" y="18772"/>
                    <a:pt x="77550" y="18301"/>
                  </a:cubicBezTo>
                  <a:cubicBezTo>
                    <a:pt x="77516" y="18029"/>
                    <a:pt x="77482" y="17761"/>
                    <a:pt x="77453" y="17489"/>
                  </a:cubicBezTo>
                  <a:cubicBezTo>
                    <a:pt x="77278" y="16041"/>
                    <a:pt x="77103" y="14545"/>
                    <a:pt x="76607" y="13137"/>
                  </a:cubicBezTo>
                  <a:cubicBezTo>
                    <a:pt x="76112" y="11708"/>
                    <a:pt x="75280" y="10298"/>
                    <a:pt x="73989" y="8691"/>
                  </a:cubicBezTo>
                  <a:cubicBezTo>
                    <a:pt x="71253" y="5285"/>
                    <a:pt x="67891" y="2725"/>
                    <a:pt x="64267" y="1286"/>
                  </a:cubicBezTo>
                  <a:cubicBezTo>
                    <a:pt x="62093" y="427"/>
                    <a:pt x="59818" y="1"/>
                    <a:pt x="575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7"/>
            <p:cNvSpPr/>
            <p:nvPr/>
          </p:nvSpPr>
          <p:spPr>
            <a:xfrm>
              <a:off x="2331987" y="4141744"/>
              <a:ext cx="14233" cy="294024"/>
            </a:xfrm>
            <a:custGeom>
              <a:rect b="b" l="l" r="r" t="t"/>
              <a:pathLst>
                <a:path extrusionOk="0" h="18881" w="914">
                  <a:moveTo>
                    <a:pt x="272" y="0"/>
                  </a:moveTo>
                  <a:cubicBezTo>
                    <a:pt x="122" y="5"/>
                    <a:pt x="1" y="132"/>
                    <a:pt x="5" y="287"/>
                  </a:cubicBezTo>
                  <a:cubicBezTo>
                    <a:pt x="248" y="6355"/>
                    <a:pt x="360" y="12521"/>
                    <a:pt x="340" y="18598"/>
                  </a:cubicBezTo>
                  <a:cubicBezTo>
                    <a:pt x="340" y="18754"/>
                    <a:pt x="462" y="18876"/>
                    <a:pt x="617" y="18881"/>
                  </a:cubicBezTo>
                  <a:cubicBezTo>
                    <a:pt x="768" y="18881"/>
                    <a:pt x="894" y="18754"/>
                    <a:pt x="894" y="18603"/>
                  </a:cubicBezTo>
                  <a:cubicBezTo>
                    <a:pt x="914" y="12511"/>
                    <a:pt x="802" y="6346"/>
                    <a:pt x="564" y="263"/>
                  </a:cubicBezTo>
                  <a:cubicBezTo>
                    <a:pt x="554" y="112"/>
                    <a:pt x="418" y="5"/>
                    <a:pt x="2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7"/>
            <p:cNvSpPr/>
            <p:nvPr/>
          </p:nvSpPr>
          <p:spPr>
            <a:xfrm>
              <a:off x="2254653" y="4426581"/>
              <a:ext cx="175923" cy="177153"/>
            </a:xfrm>
            <a:custGeom>
              <a:rect b="b" l="l" r="r" t="t"/>
              <a:pathLst>
                <a:path extrusionOk="0" h="11376" w="11297">
                  <a:moveTo>
                    <a:pt x="6463" y="557"/>
                  </a:moveTo>
                  <a:cubicBezTo>
                    <a:pt x="7242" y="557"/>
                    <a:pt x="7954" y="769"/>
                    <a:pt x="8542" y="1187"/>
                  </a:cubicBezTo>
                  <a:cubicBezTo>
                    <a:pt x="9460" y="1843"/>
                    <a:pt x="9965" y="2848"/>
                    <a:pt x="10228" y="3572"/>
                  </a:cubicBezTo>
                  <a:cubicBezTo>
                    <a:pt x="10602" y="4612"/>
                    <a:pt x="10734" y="5749"/>
                    <a:pt x="10607" y="6852"/>
                  </a:cubicBezTo>
                  <a:cubicBezTo>
                    <a:pt x="10505" y="7727"/>
                    <a:pt x="10247" y="8456"/>
                    <a:pt x="9849" y="9014"/>
                  </a:cubicBezTo>
                  <a:cubicBezTo>
                    <a:pt x="8772" y="10529"/>
                    <a:pt x="6745" y="10821"/>
                    <a:pt x="5345" y="10821"/>
                  </a:cubicBezTo>
                  <a:cubicBezTo>
                    <a:pt x="5146" y="10821"/>
                    <a:pt x="4961" y="10815"/>
                    <a:pt x="4792" y="10806"/>
                  </a:cubicBezTo>
                  <a:cubicBezTo>
                    <a:pt x="4315" y="10777"/>
                    <a:pt x="3815" y="10729"/>
                    <a:pt x="3377" y="10525"/>
                  </a:cubicBezTo>
                  <a:cubicBezTo>
                    <a:pt x="3009" y="10355"/>
                    <a:pt x="2649" y="10059"/>
                    <a:pt x="2285" y="9616"/>
                  </a:cubicBezTo>
                  <a:cubicBezTo>
                    <a:pt x="987" y="8048"/>
                    <a:pt x="603" y="5768"/>
                    <a:pt x="1327" y="3951"/>
                  </a:cubicBezTo>
                  <a:cubicBezTo>
                    <a:pt x="1886" y="2543"/>
                    <a:pt x="3397" y="1260"/>
                    <a:pt x="5079" y="765"/>
                  </a:cubicBezTo>
                  <a:cubicBezTo>
                    <a:pt x="5554" y="625"/>
                    <a:pt x="6019" y="557"/>
                    <a:pt x="6463" y="557"/>
                  </a:cubicBezTo>
                  <a:close/>
                  <a:moveTo>
                    <a:pt x="6469" y="1"/>
                  </a:moveTo>
                  <a:cubicBezTo>
                    <a:pt x="5971" y="1"/>
                    <a:pt x="5452" y="78"/>
                    <a:pt x="4922" y="235"/>
                  </a:cubicBezTo>
                  <a:cubicBezTo>
                    <a:pt x="3086" y="774"/>
                    <a:pt x="1435" y="2188"/>
                    <a:pt x="812" y="3747"/>
                  </a:cubicBezTo>
                  <a:cubicBezTo>
                    <a:pt x="1" y="5778"/>
                    <a:pt x="414" y="8222"/>
                    <a:pt x="1857" y="9971"/>
                  </a:cubicBezTo>
                  <a:cubicBezTo>
                    <a:pt x="2274" y="10476"/>
                    <a:pt x="2697" y="10826"/>
                    <a:pt x="3149" y="11030"/>
                  </a:cubicBezTo>
                  <a:cubicBezTo>
                    <a:pt x="3664" y="11273"/>
                    <a:pt x="4227" y="11331"/>
                    <a:pt x="4763" y="11360"/>
                  </a:cubicBezTo>
                  <a:cubicBezTo>
                    <a:pt x="4942" y="11371"/>
                    <a:pt x="5137" y="11375"/>
                    <a:pt x="5346" y="11375"/>
                  </a:cubicBezTo>
                  <a:cubicBezTo>
                    <a:pt x="6866" y="11375"/>
                    <a:pt x="9086" y="11050"/>
                    <a:pt x="10301" y="9339"/>
                  </a:cubicBezTo>
                  <a:cubicBezTo>
                    <a:pt x="10757" y="8698"/>
                    <a:pt x="11044" y="7882"/>
                    <a:pt x="11156" y="6915"/>
                  </a:cubicBezTo>
                  <a:cubicBezTo>
                    <a:pt x="11297" y="5729"/>
                    <a:pt x="11156" y="4505"/>
                    <a:pt x="10748" y="3383"/>
                  </a:cubicBezTo>
                  <a:cubicBezTo>
                    <a:pt x="10335" y="2236"/>
                    <a:pt x="9684" y="1323"/>
                    <a:pt x="8862" y="735"/>
                  </a:cubicBezTo>
                  <a:cubicBezTo>
                    <a:pt x="8180" y="249"/>
                    <a:pt x="7360" y="1"/>
                    <a:pt x="6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7"/>
            <p:cNvSpPr/>
            <p:nvPr/>
          </p:nvSpPr>
          <p:spPr>
            <a:xfrm>
              <a:off x="3662897" y="1340921"/>
              <a:ext cx="1805195" cy="2833307"/>
            </a:xfrm>
            <a:custGeom>
              <a:rect b="b" l="l" r="r" t="t"/>
              <a:pathLst>
                <a:path extrusionOk="0" h="181943" w="115922">
                  <a:moveTo>
                    <a:pt x="57517" y="533"/>
                  </a:moveTo>
                  <a:cubicBezTo>
                    <a:pt x="59707" y="533"/>
                    <a:pt x="61912" y="956"/>
                    <a:pt x="64058" y="1806"/>
                  </a:cubicBezTo>
                  <a:cubicBezTo>
                    <a:pt x="67600" y="3206"/>
                    <a:pt x="70879" y="5708"/>
                    <a:pt x="73556" y="9036"/>
                  </a:cubicBezTo>
                  <a:cubicBezTo>
                    <a:pt x="74805" y="10596"/>
                    <a:pt x="75612" y="11955"/>
                    <a:pt x="76087" y="13316"/>
                  </a:cubicBezTo>
                  <a:cubicBezTo>
                    <a:pt x="76554" y="14671"/>
                    <a:pt x="76729" y="16139"/>
                    <a:pt x="76899" y="17557"/>
                  </a:cubicBezTo>
                  <a:cubicBezTo>
                    <a:pt x="76933" y="17830"/>
                    <a:pt x="76962" y="18101"/>
                    <a:pt x="76996" y="18368"/>
                  </a:cubicBezTo>
                  <a:cubicBezTo>
                    <a:pt x="77059" y="18845"/>
                    <a:pt x="77123" y="19316"/>
                    <a:pt x="77190" y="19788"/>
                  </a:cubicBezTo>
                  <a:cubicBezTo>
                    <a:pt x="77467" y="21760"/>
                    <a:pt x="77749" y="23801"/>
                    <a:pt x="77550" y="25788"/>
                  </a:cubicBezTo>
                  <a:cubicBezTo>
                    <a:pt x="77394" y="27333"/>
                    <a:pt x="76733" y="30331"/>
                    <a:pt x="74134" y="33522"/>
                  </a:cubicBezTo>
                  <a:cubicBezTo>
                    <a:pt x="73979" y="33717"/>
                    <a:pt x="73814" y="33906"/>
                    <a:pt x="73643" y="34100"/>
                  </a:cubicBezTo>
                  <a:cubicBezTo>
                    <a:pt x="72045" y="35903"/>
                    <a:pt x="69806" y="37744"/>
                    <a:pt x="66667" y="39401"/>
                  </a:cubicBezTo>
                  <a:cubicBezTo>
                    <a:pt x="64355" y="40615"/>
                    <a:pt x="62396" y="41305"/>
                    <a:pt x="60501" y="41568"/>
                  </a:cubicBezTo>
                  <a:cubicBezTo>
                    <a:pt x="59942" y="41645"/>
                    <a:pt x="59373" y="41683"/>
                    <a:pt x="58800" y="41683"/>
                  </a:cubicBezTo>
                  <a:cubicBezTo>
                    <a:pt x="54275" y="41683"/>
                    <a:pt x="49413" y="39309"/>
                    <a:pt x="45717" y="35217"/>
                  </a:cubicBezTo>
                  <a:cubicBezTo>
                    <a:pt x="45654" y="35150"/>
                    <a:pt x="45591" y="35076"/>
                    <a:pt x="45524" y="35004"/>
                  </a:cubicBezTo>
                  <a:cubicBezTo>
                    <a:pt x="45430" y="34897"/>
                    <a:pt x="45334" y="34785"/>
                    <a:pt x="45242" y="34674"/>
                  </a:cubicBezTo>
                  <a:cubicBezTo>
                    <a:pt x="40694" y="29324"/>
                    <a:pt x="38649" y="22353"/>
                    <a:pt x="39766" y="15930"/>
                  </a:cubicBezTo>
                  <a:cubicBezTo>
                    <a:pt x="40737" y="10323"/>
                    <a:pt x="44100" y="5538"/>
                    <a:pt x="48982" y="2802"/>
                  </a:cubicBezTo>
                  <a:cubicBezTo>
                    <a:pt x="51674" y="1294"/>
                    <a:pt x="54581" y="533"/>
                    <a:pt x="57517" y="533"/>
                  </a:cubicBezTo>
                  <a:close/>
                  <a:moveTo>
                    <a:pt x="99424" y="33114"/>
                  </a:moveTo>
                  <a:cubicBezTo>
                    <a:pt x="101505" y="33114"/>
                    <a:pt x="103648" y="33246"/>
                    <a:pt x="105509" y="33731"/>
                  </a:cubicBezTo>
                  <a:cubicBezTo>
                    <a:pt x="111520" y="35296"/>
                    <a:pt x="112370" y="39566"/>
                    <a:pt x="112433" y="43113"/>
                  </a:cubicBezTo>
                  <a:cubicBezTo>
                    <a:pt x="112550" y="49137"/>
                    <a:pt x="112662" y="53772"/>
                    <a:pt x="112774" y="58407"/>
                  </a:cubicBezTo>
                  <a:cubicBezTo>
                    <a:pt x="112885" y="63042"/>
                    <a:pt x="113001" y="67677"/>
                    <a:pt x="113113" y="73696"/>
                  </a:cubicBezTo>
                  <a:lnTo>
                    <a:pt x="114765" y="162936"/>
                  </a:lnTo>
                  <a:cubicBezTo>
                    <a:pt x="114853" y="167688"/>
                    <a:pt x="113978" y="172857"/>
                    <a:pt x="106817" y="175155"/>
                  </a:cubicBezTo>
                  <a:cubicBezTo>
                    <a:pt x="103863" y="176106"/>
                    <a:pt x="100175" y="176384"/>
                    <a:pt x="96925" y="176631"/>
                  </a:cubicBezTo>
                  <a:lnTo>
                    <a:pt x="39999" y="180927"/>
                  </a:lnTo>
                  <a:cubicBezTo>
                    <a:pt x="36991" y="181154"/>
                    <a:pt x="33915" y="181387"/>
                    <a:pt x="30856" y="181387"/>
                  </a:cubicBezTo>
                  <a:cubicBezTo>
                    <a:pt x="29267" y="181387"/>
                    <a:pt x="27682" y="181324"/>
                    <a:pt x="26114" y="181165"/>
                  </a:cubicBezTo>
                  <a:cubicBezTo>
                    <a:pt x="15347" y="180081"/>
                    <a:pt x="8118" y="175193"/>
                    <a:pt x="4635" y="166638"/>
                  </a:cubicBezTo>
                  <a:cubicBezTo>
                    <a:pt x="3012" y="162654"/>
                    <a:pt x="3285" y="156513"/>
                    <a:pt x="3523" y="151091"/>
                  </a:cubicBezTo>
                  <a:cubicBezTo>
                    <a:pt x="3624" y="148759"/>
                    <a:pt x="3727" y="146554"/>
                    <a:pt x="3653" y="144765"/>
                  </a:cubicBezTo>
                  <a:lnTo>
                    <a:pt x="3372" y="137672"/>
                  </a:lnTo>
                  <a:cubicBezTo>
                    <a:pt x="2084" y="105849"/>
                    <a:pt x="1069" y="80712"/>
                    <a:pt x="5985" y="47826"/>
                  </a:cubicBezTo>
                  <a:cubicBezTo>
                    <a:pt x="6525" y="44230"/>
                    <a:pt x="7259" y="41048"/>
                    <a:pt x="10795" y="38560"/>
                  </a:cubicBezTo>
                  <a:cubicBezTo>
                    <a:pt x="14997" y="35601"/>
                    <a:pt x="22388" y="35047"/>
                    <a:pt x="29942" y="35047"/>
                  </a:cubicBezTo>
                  <a:cubicBezTo>
                    <a:pt x="32265" y="35047"/>
                    <a:pt x="34597" y="35101"/>
                    <a:pt x="36860" y="35154"/>
                  </a:cubicBezTo>
                  <a:cubicBezTo>
                    <a:pt x="39094" y="35203"/>
                    <a:pt x="41247" y="35250"/>
                    <a:pt x="43278" y="35250"/>
                  </a:cubicBezTo>
                  <a:cubicBezTo>
                    <a:pt x="43859" y="35250"/>
                    <a:pt x="44429" y="35246"/>
                    <a:pt x="44989" y="35237"/>
                  </a:cubicBezTo>
                  <a:cubicBezTo>
                    <a:pt x="45028" y="35280"/>
                    <a:pt x="45067" y="35325"/>
                    <a:pt x="45110" y="35374"/>
                  </a:cubicBezTo>
                  <a:cubicBezTo>
                    <a:pt x="48978" y="39765"/>
                    <a:pt x="53953" y="42247"/>
                    <a:pt x="58734" y="42247"/>
                  </a:cubicBezTo>
                  <a:cubicBezTo>
                    <a:pt x="59350" y="42247"/>
                    <a:pt x="59967" y="42204"/>
                    <a:pt x="60579" y="42121"/>
                  </a:cubicBezTo>
                  <a:cubicBezTo>
                    <a:pt x="62537" y="41850"/>
                    <a:pt x="64553" y="41140"/>
                    <a:pt x="66925" y="39892"/>
                  </a:cubicBezTo>
                  <a:cubicBezTo>
                    <a:pt x="70360" y="38079"/>
                    <a:pt x="72744" y="36049"/>
                    <a:pt x="74401" y="34067"/>
                  </a:cubicBezTo>
                  <a:cubicBezTo>
                    <a:pt x="81476" y="33784"/>
                    <a:pt x="88554" y="33498"/>
                    <a:pt x="95627" y="33217"/>
                  </a:cubicBezTo>
                  <a:cubicBezTo>
                    <a:pt x="96811" y="33167"/>
                    <a:pt x="98105" y="33114"/>
                    <a:pt x="99424" y="33114"/>
                  </a:cubicBezTo>
                  <a:close/>
                  <a:moveTo>
                    <a:pt x="57554" y="1"/>
                  </a:moveTo>
                  <a:cubicBezTo>
                    <a:pt x="54495" y="1"/>
                    <a:pt x="51455" y="779"/>
                    <a:pt x="48710" y="2317"/>
                  </a:cubicBezTo>
                  <a:cubicBezTo>
                    <a:pt x="43681" y="5134"/>
                    <a:pt x="40218" y="10061"/>
                    <a:pt x="39217" y="15837"/>
                  </a:cubicBezTo>
                  <a:cubicBezTo>
                    <a:pt x="38100" y="22279"/>
                    <a:pt x="40077" y="29261"/>
                    <a:pt x="44527" y="34688"/>
                  </a:cubicBezTo>
                  <a:cubicBezTo>
                    <a:pt x="44096" y="34693"/>
                    <a:pt x="43658" y="34696"/>
                    <a:pt x="43214" y="34696"/>
                  </a:cubicBezTo>
                  <a:cubicBezTo>
                    <a:pt x="41223" y="34696"/>
                    <a:pt x="39101" y="34647"/>
                    <a:pt x="36905" y="34596"/>
                  </a:cubicBezTo>
                  <a:cubicBezTo>
                    <a:pt x="34623" y="34545"/>
                    <a:pt x="32271" y="34494"/>
                    <a:pt x="29931" y="34494"/>
                  </a:cubicBezTo>
                  <a:cubicBezTo>
                    <a:pt x="22111" y="34494"/>
                    <a:pt x="14423" y="35074"/>
                    <a:pt x="9936" y="38230"/>
                  </a:cubicBezTo>
                  <a:cubicBezTo>
                    <a:pt x="6234" y="40834"/>
                    <a:pt x="5476" y="44099"/>
                    <a:pt x="4922" y="47786"/>
                  </a:cubicBezTo>
                  <a:cubicBezTo>
                    <a:pt x="0" y="80697"/>
                    <a:pt x="1016" y="105844"/>
                    <a:pt x="2303" y="137686"/>
                  </a:cubicBezTo>
                  <a:lnTo>
                    <a:pt x="2585" y="144775"/>
                  </a:lnTo>
                  <a:cubicBezTo>
                    <a:pt x="2653" y="146554"/>
                    <a:pt x="2556" y="148754"/>
                    <a:pt x="2453" y="151081"/>
                  </a:cubicBezTo>
                  <a:cubicBezTo>
                    <a:pt x="2211" y="156528"/>
                    <a:pt x="1938" y="162708"/>
                    <a:pt x="3586" y="166749"/>
                  </a:cubicBezTo>
                  <a:cubicBezTo>
                    <a:pt x="7171" y="175548"/>
                    <a:pt x="14683" y="180582"/>
                    <a:pt x="25910" y="181714"/>
                  </a:cubicBezTo>
                  <a:cubicBezTo>
                    <a:pt x="27557" y="181878"/>
                    <a:pt x="29204" y="181942"/>
                    <a:pt x="30855" y="181942"/>
                  </a:cubicBezTo>
                  <a:cubicBezTo>
                    <a:pt x="33985" y="181942"/>
                    <a:pt x="37104" y="181709"/>
                    <a:pt x="40154" y="181481"/>
                  </a:cubicBezTo>
                  <a:lnTo>
                    <a:pt x="97080" y="177180"/>
                  </a:lnTo>
                  <a:cubicBezTo>
                    <a:pt x="100433" y="176928"/>
                    <a:pt x="104233" y="176642"/>
                    <a:pt x="107381" y="175631"/>
                  </a:cubicBezTo>
                  <a:cubicBezTo>
                    <a:pt x="114989" y="173187"/>
                    <a:pt x="115922" y="167838"/>
                    <a:pt x="115835" y="162930"/>
                  </a:cubicBezTo>
                  <a:lnTo>
                    <a:pt x="114182" y="73691"/>
                  </a:lnTo>
                  <a:cubicBezTo>
                    <a:pt x="114070" y="67667"/>
                    <a:pt x="113954" y="63038"/>
                    <a:pt x="113842" y="58403"/>
                  </a:cubicBezTo>
                  <a:cubicBezTo>
                    <a:pt x="113730" y="53768"/>
                    <a:pt x="113619" y="49133"/>
                    <a:pt x="113502" y="43108"/>
                  </a:cubicBezTo>
                  <a:cubicBezTo>
                    <a:pt x="113434" y="39401"/>
                    <a:pt x="112516" y="34931"/>
                    <a:pt x="105991" y="33235"/>
                  </a:cubicBezTo>
                  <a:cubicBezTo>
                    <a:pt x="103938" y="32702"/>
                    <a:pt x="101636" y="32559"/>
                    <a:pt x="99425" y="32559"/>
                  </a:cubicBezTo>
                  <a:cubicBezTo>
                    <a:pt x="98072" y="32559"/>
                    <a:pt x="96753" y="32613"/>
                    <a:pt x="95546" y="32663"/>
                  </a:cubicBezTo>
                  <a:lnTo>
                    <a:pt x="74863" y="33493"/>
                  </a:lnTo>
                  <a:cubicBezTo>
                    <a:pt x="77312" y="30331"/>
                    <a:pt x="77944" y="27386"/>
                    <a:pt x="78099" y="25846"/>
                  </a:cubicBezTo>
                  <a:cubicBezTo>
                    <a:pt x="78307" y="23790"/>
                    <a:pt x="78021" y="21716"/>
                    <a:pt x="77740" y="19709"/>
                  </a:cubicBezTo>
                  <a:cubicBezTo>
                    <a:pt x="77677" y="19243"/>
                    <a:pt x="77608" y="18772"/>
                    <a:pt x="77550" y="18301"/>
                  </a:cubicBezTo>
                  <a:cubicBezTo>
                    <a:pt x="77516" y="18029"/>
                    <a:pt x="77482" y="17761"/>
                    <a:pt x="77453" y="17489"/>
                  </a:cubicBezTo>
                  <a:cubicBezTo>
                    <a:pt x="77278" y="16041"/>
                    <a:pt x="77103" y="14545"/>
                    <a:pt x="76607" y="13137"/>
                  </a:cubicBezTo>
                  <a:cubicBezTo>
                    <a:pt x="76112" y="11708"/>
                    <a:pt x="75280" y="10298"/>
                    <a:pt x="73989" y="8691"/>
                  </a:cubicBezTo>
                  <a:cubicBezTo>
                    <a:pt x="71253" y="5285"/>
                    <a:pt x="67891" y="2725"/>
                    <a:pt x="64267" y="1286"/>
                  </a:cubicBezTo>
                  <a:cubicBezTo>
                    <a:pt x="62093" y="427"/>
                    <a:pt x="59818" y="1"/>
                    <a:pt x="575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117" name="Google Shape;1117;p37"/>
            <p:cNvSpPr/>
            <p:nvPr/>
          </p:nvSpPr>
          <p:spPr>
            <a:xfrm>
              <a:off x="4577516" y="4141744"/>
              <a:ext cx="14233" cy="294024"/>
            </a:xfrm>
            <a:custGeom>
              <a:rect b="b" l="l" r="r" t="t"/>
              <a:pathLst>
                <a:path extrusionOk="0" h="18881" w="914">
                  <a:moveTo>
                    <a:pt x="272" y="0"/>
                  </a:moveTo>
                  <a:cubicBezTo>
                    <a:pt x="122" y="5"/>
                    <a:pt x="1" y="132"/>
                    <a:pt x="5" y="287"/>
                  </a:cubicBezTo>
                  <a:cubicBezTo>
                    <a:pt x="248" y="6355"/>
                    <a:pt x="360" y="12521"/>
                    <a:pt x="340" y="18598"/>
                  </a:cubicBezTo>
                  <a:cubicBezTo>
                    <a:pt x="340" y="18754"/>
                    <a:pt x="462" y="18876"/>
                    <a:pt x="617" y="18881"/>
                  </a:cubicBezTo>
                  <a:cubicBezTo>
                    <a:pt x="768" y="18881"/>
                    <a:pt x="894" y="18754"/>
                    <a:pt x="894" y="18603"/>
                  </a:cubicBezTo>
                  <a:cubicBezTo>
                    <a:pt x="914" y="12511"/>
                    <a:pt x="802" y="6346"/>
                    <a:pt x="564" y="263"/>
                  </a:cubicBezTo>
                  <a:cubicBezTo>
                    <a:pt x="554" y="112"/>
                    <a:pt x="418" y="5"/>
                    <a:pt x="2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7"/>
            <p:cNvSpPr/>
            <p:nvPr/>
          </p:nvSpPr>
          <p:spPr>
            <a:xfrm>
              <a:off x="4500183" y="4426581"/>
              <a:ext cx="175923" cy="177153"/>
            </a:xfrm>
            <a:custGeom>
              <a:rect b="b" l="l" r="r" t="t"/>
              <a:pathLst>
                <a:path extrusionOk="0" h="11376" w="11297">
                  <a:moveTo>
                    <a:pt x="6463" y="557"/>
                  </a:moveTo>
                  <a:cubicBezTo>
                    <a:pt x="7242" y="557"/>
                    <a:pt x="7954" y="769"/>
                    <a:pt x="8542" y="1187"/>
                  </a:cubicBezTo>
                  <a:cubicBezTo>
                    <a:pt x="9460" y="1843"/>
                    <a:pt x="9965" y="2848"/>
                    <a:pt x="10228" y="3572"/>
                  </a:cubicBezTo>
                  <a:cubicBezTo>
                    <a:pt x="10602" y="4612"/>
                    <a:pt x="10734" y="5749"/>
                    <a:pt x="10607" y="6852"/>
                  </a:cubicBezTo>
                  <a:cubicBezTo>
                    <a:pt x="10505" y="7727"/>
                    <a:pt x="10247" y="8456"/>
                    <a:pt x="9849" y="9014"/>
                  </a:cubicBezTo>
                  <a:cubicBezTo>
                    <a:pt x="8772" y="10529"/>
                    <a:pt x="6745" y="10821"/>
                    <a:pt x="5345" y="10821"/>
                  </a:cubicBezTo>
                  <a:cubicBezTo>
                    <a:pt x="5146" y="10821"/>
                    <a:pt x="4961" y="10815"/>
                    <a:pt x="4792" y="10806"/>
                  </a:cubicBezTo>
                  <a:cubicBezTo>
                    <a:pt x="4315" y="10777"/>
                    <a:pt x="3815" y="10729"/>
                    <a:pt x="3377" y="10525"/>
                  </a:cubicBezTo>
                  <a:cubicBezTo>
                    <a:pt x="3009" y="10355"/>
                    <a:pt x="2649" y="10059"/>
                    <a:pt x="2285" y="9616"/>
                  </a:cubicBezTo>
                  <a:cubicBezTo>
                    <a:pt x="987" y="8048"/>
                    <a:pt x="603" y="5768"/>
                    <a:pt x="1327" y="3951"/>
                  </a:cubicBezTo>
                  <a:cubicBezTo>
                    <a:pt x="1886" y="2543"/>
                    <a:pt x="3397" y="1260"/>
                    <a:pt x="5079" y="765"/>
                  </a:cubicBezTo>
                  <a:cubicBezTo>
                    <a:pt x="5554" y="625"/>
                    <a:pt x="6019" y="557"/>
                    <a:pt x="6463" y="557"/>
                  </a:cubicBezTo>
                  <a:close/>
                  <a:moveTo>
                    <a:pt x="6469" y="1"/>
                  </a:moveTo>
                  <a:cubicBezTo>
                    <a:pt x="5971" y="1"/>
                    <a:pt x="5452" y="78"/>
                    <a:pt x="4922" y="235"/>
                  </a:cubicBezTo>
                  <a:cubicBezTo>
                    <a:pt x="3086" y="774"/>
                    <a:pt x="1435" y="2188"/>
                    <a:pt x="812" y="3747"/>
                  </a:cubicBezTo>
                  <a:cubicBezTo>
                    <a:pt x="1" y="5778"/>
                    <a:pt x="414" y="8222"/>
                    <a:pt x="1857" y="9971"/>
                  </a:cubicBezTo>
                  <a:cubicBezTo>
                    <a:pt x="2274" y="10476"/>
                    <a:pt x="2697" y="10826"/>
                    <a:pt x="3149" y="11030"/>
                  </a:cubicBezTo>
                  <a:cubicBezTo>
                    <a:pt x="3664" y="11273"/>
                    <a:pt x="4227" y="11331"/>
                    <a:pt x="4763" y="11360"/>
                  </a:cubicBezTo>
                  <a:cubicBezTo>
                    <a:pt x="4942" y="11371"/>
                    <a:pt x="5137" y="11375"/>
                    <a:pt x="5346" y="11375"/>
                  </a:cubicBezTo>
                  <a:cubicBezTo>
                    <a:pt x="6866" y="11375"/>
                    <a:pt x="9086" y="11050"/>
                    <a:pt x="10301" y="9339"/>
                  </a:cubicBezTo>
                  <a:cubicBezTo>
                    <a:pt x="10757" y="8698"/>
                    <a:pt x="11044" y="7882"/>
                    <a:pt x="11156" y="6915"/>
                  </a:cubicBezTo>
                  <a:cubicBezTo>
                    <a:pt x="11297" y="5729"/>
                    <a:pt x="11156" y="4505"/>
                    <a:pt x="10748" y="3383"/>
                  </a:cubicBezTo>
                  <a:cubicBezTo>
                    <a:pt x="10335" y="2236"/>
                    <a:pt x="9684" y="1323"/>
                    <a:pt x="8862" y="735"/>
                  </a:cubicBezTo>
                  <a:cubicBezTo>
                    <a:pt x="8180" y="249"/>
                    <a:pt x="7360" y="1"/>
                    <a:pt x="6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37"/>
            <p:cNvSpPr/>
            <p:nvPr/>
          </p:nvSpPr>
          <p:spPr>
            <a:xfrm>
              <a:off x="5921440" y="1340921"/>
              <a:ext cx="1805195" cy="2833307"/>
            </a:xfrm>
            <a:custGeom>
              <a:rect b="b" l="l" r="r" t="t"/>
              <a:pathLst>
                <a:path extrusionOk="0" h="181943" w="115922">
                  <a:moveTo>
                    <a:pt x="57517" y="533"/>
                  </a:moveTo>
                  <a:cubicBezTo>
                    <a:pt x="59707" y="533"/>
                    <a:pt x="61912" y="956"/>
                    <a:pt x="64058" y="1806"/>
                  </a:cubicBezTo>
                  <a:cubicBezTo>
                    <a:pt x="67600" y="3206"/>
                    <a:pt x="70879" y="5708"/>
                    <a:pt x="73556" y="9036"/>
                  </a:cubicBezTo>
                  <a:cubicBezTo>
                    <a:pt x="74805" y="10596"/>
                    <a:pt x="75612" y="11955"/>
                    <a:pt x="76087" y="13316"/>
                  </a:cubicBezTo>
                  <a:cubicBezTo>
                    <a:pt x="76554" y="14671"/>
                    <a:pt x="76729" y="16139"/>
                    <a:pt x="76899" y="17557"/>
                  </a:cubicBezTo>
                  <a:cubicBezTo>
                    <a:pt x="76933" y="17830"/>
                    <a:pt x="76962" y="18101"/>
                    <a:pt x="76996" y="18368"/>
                  </a:cubicBezTo>
                  <a:cubicBezTo>
                    <a:pt x="77059" y="18845"/>
                    <a:pt x="77123" y="19316"/>
                    <a:pt x="77190" y="19788"/>
                  </a:cubicBezTo>
                  <a:cubicBezTo>
                    <a:pt x="77467" y="21760"/>
                    <a:pt x="77749" y="23801"/>
                    <a:pt x="77550" y="25788"/>
                  </a:cubicBezTo>
                  <a:cubicBezTo>
                    <a:pt x="77394" y="27333"/>
                    <a:pt x="76733" y="30331"/>
                    <a:pt x="74134" y="33522"/>
                  </a:cubicBezTo>
                  <a:cubicBezTo>
                    <a:pt x="73979" y="33717"/>
                    <a:pt x="73814" y="33906"/>
                    <a:pt x="73643" y="34100"/>
                  </a:cubicBezTo>
                  <a:cubicBezTo>
                    <a:pt x="72045" y="35903"/>
                    <a:pt x="69806" y="37744"/>
                    <a:pt x="66667" y="39401"/>
                  </a:cubicBezTo>
                  <a:cubicBezTo>
                    <a:pt x="64355" y="40615"/>
                    <a:pt x="62396" y="41305"/>
                    <a:pt x="60501" y="41568"/>
                  </a:cubicBezTo>
                  <a:cubicBezTo>
                    <a:pt x="59942" y="41645"/>
                    <a:pt x="59373" y="41683"/>
                    <a:pt x="58800" y="41683"/>
                  </a:cubicBezTo>
                  <a:cubicBezTo>
                    <a:pt x="54275" y="41683"/>
                    <a:pt x="49413" y="39309"/>
                    <a:pt x="45717" y="35217"/>
                  </a:cubicBezTo>
                  <a:cubicBezTo>
                    <a:pt x="45654" y="35150"/>
                    <a:pt x="45591" y="35076"/>
                    <a:pt x="45524" y="35004"/>
                  </a:cubicBezTo>
                  <a:cubicBezTo>
                    <a:pt x="45430" y="34897"/>
                    <a:pt x="45334" y="34785"/>
                    <a:pt x="45242" y="34674"/>
                  </a:cubicBezTo>
                  <a:cubicBezTo>
                    <a:pt x="40694" y="29324"/>
                    <a:pt x="38649" y="22353"/>
                    <a:pt x="39766" y="15930"/>
                  </a:cubicBezTo>
                  <a:cubicBezTo>
                    <a:pt x="40737" y="10323"/>
                    <a:pt x="44100" y="5538"/>
                    <a:pt x="48982" y="2802"/>
                  </a:cubicBezTo>
                  <a:cubicBezTo>
                    <a:pt x="51674" y="1294"/>
                    <a:pt x="54581" y="533"/>
                    <a:pt x="57517" y="533"/>
                  </a:cubicBezTo>
                  <a:close/>
                  <a:moveTo>
                    <a:pt x="99424" y="33114"/>
                  </a:moveTo>
                  <a:cubicBezTo>
                    <a:pt x="101505" y="33114"/>
                    <a:pt x="103648" y="33246"/>
                    <a:pt x="105509" y="33731"/>
                  </a:cubicBezTo>
                  <a:cubicBezTo>
                    <a:pt x="111520" y="35296"/>
                    <a:pt x="112370" y="39566"/>
                    <a:pt x="112433" y="43113"/>
                  </a:cubicBezTo>
                  <a:cubicBezTo>
                    <a:pt x="112550" y="49137"/>
                    <a:pt x="112662" y="53772"/>
                    <a:pt x="112774" y="58407"/>
                  </a:cubicBezTo>
                  <a:cubicBezTo>
                    <a:pt x="112885" y="63042"/>
                    <a:pt x="113001" y="67677"/>
                    <a:pt x="113113" y="73696"/>
                  </a:cubicBezTo>
                  <a:lnTo>
                    <a:pt x="114765" y="162936"/>
                  </a:lnTo>
                  <a:cubicBezTo>
                    <a:pt x="114853" y="167688"/>
                    <a:pt x="113978" y="172857"/>
                    <a:pt x="106817" y="175155"/>
                  </a:cubicBezTo>
                  <a:cubicBezTo>
                    <a:pt x="103863" y="176106"/>
                    <a:pt x="100175" y="176384"/>
                    <a:pt x="96925" y="176631"/>
                  </a:cubicBezTo>
                  <a:lnTo>
                    <a:pt x="39999" y="180927"/>
                  </a:lnTo>
                  <a:cubicBezTo>
                    <a:pt x="36991" y="181154"/>
                    <a:pt x="33915" y="181387"/>
                    <a:pt x="30856" y="181387"/>
                  </a:cubicBezTo>
                  <a:cubicBezTo>
                    <a:pt x="29267" y="181387"/>
                    <a:pt x="27682" y="181324"/>
                    <a:pt x="26114" y="181165"/>
                  </a:cubicBezTo>
                  <a:cubicBezTo>
                    <a:pt x="15347" y="180081"/>
                    <a:pt x="8118" y="175193"/>
                    <a:pt x="4635" y="166638"/>
                  </a:cubicBezTo>
                  <a:cubicBezTo>
                    <a:pt x="3012" y="162654"/>
                    <a:pt x="3285" y="156513"/>
                    <a:pt x="3523" y="151091"/>
                  </a:cubicBezTo>
                  <a:cubicBezTo>
                    <a:pt x="3624" y="148759"/>
                    <a:pt x="3727" y="146554"/>
                    <a:pt x="3653" y="144765"/>
                  </a:cubicBezTo>
                  <a:lnTo>
                    <a:pt x="3372" y="137672"/>
                  </a:lnTo>
                  <a:cubicBezTo>
                    <a:pt x="2084" y="105849"/>
                    <a:pt x="1069" y="80712"/>
                    <a:pt x="5985" y="47826"/>
                  </a:cubicBezTo>
                  <a:cubicBezTo>
                    <a:pt x="6525" y="44230"/>
                    <a:pt x="7259" y="41048"/>
                    <a:pt x="10795" y="38560"/>
                  </a:cubicBezTo>
                  <a:cubicBezTo>
                    <a:pt x="14997" y="35601"/>
                    <a:pt x="22388" y="35047"/>
                    <a:pt x="29942" y="35047"/>
                  </a:cubicBezTo>
                  <a:cubicBezTo>
                    <a:pt x="32265" y="35047"/>
                    <a:pt x="34597" y="35101"/>
                    <a:pt x="36860" y="35154"/>
                  </a:cubicBezTo>
                  <a:cubicBezTo>
                    <a:pt x="39094" y="35203"/>
                    <a:pt x="41247" y="35250"/>
                    <a:pt x="43278" y="35250"/>
                  </a:cubicBezTo>
                  <a:cubicBezTo>
                    <a:pt x="43859" y="35250"/>
                    <a:pt x="44429" y="35246"/>
                    <a:pt x="44989" y="35237"/>
                  </a:cubicBezTo>
                  <a:cubicBezTo>
                    <a:pt x="45028" y="35280"/>
                    <a:pt x="45067" y="35325"/>
                    <a:pt x="45110" y="35374"/>
                  </a:cubicBezTo>
                  <a:cubicBezTo>
                    <a:pt x="48978" y="39765"/>
                    <a:pt x="53953" y="42247"/>
                    <a:pt x="58734" y="42247"/>
                  </a:cubicBezTo>
                  <a:cubicBezTo>
                    <a:pt x="59350" y="42247"/>
                    <a:pt x="59967" y="42204"/>
                    <a:pt x="60579" y="42121"/>
                  </a:cubicBezTo>
                  <a:cubicBezTo>
                    <a:pt x="62537" y="41850"/>
                    <a:pt x="64553" y="41140"/>
                    <a:pt x="66925" y="39892"/>
                  </a:cubicBezTo>
                  <a:cubicBezTo>
                    <a:pt x="70360" y="38079"/>
                    <a:pt x="72744" y="36049"/>
                    <a:pt x="74401" y="34067"/>
                  </a:cubicBezTo>
                  <a:cubicBezTo>
                    <a:pt x="81476" y="33784"/>
                    <a:pt x="88554" y="33498"/>
                    <a:pt x="95627" y="33217"/>
                  </a:cubicBezTo>
                  <a:cubicBezTo>
                    <a:pt x="96811" y="33167"/>
                    <a:pt x="98105" y="33114"/>
                    <a:pt x="99424" y="33114"/>
                  </a:cubicBezTo>
                  <a:close/>
                  <a:moveTo>
                    <a:pt x="57554" y="1"/>
                  </a:moveTo>
                  <a:cubicBezTo>
                    <a:pt x="54495" y="1"/>
                    <a:pt x="51455" y="779"/>
                    <a:pt x="48710" y="2317"/>
                  </a:cubicBezTo>
                  <a:cubicBezTo>
                    <a:pt x="43681" y="5134"/>
                    <a:pt x="40218" y="10061"/>
                    <a:pt x="39217" y="15837"/>
                  </a:cubicBezTo>
                  <a:cubicBezTo>
                    <a:pt x="38100" y="22279"/>
                    <a:pt x="40077" y="29261"/>
                    <a:pt x="44527" y="34688"/>
                  </a:cubicBezTo>
                  <a:cubicBezTo>
                    <a:pt x="44096" y="34693"/>
                    <a:pt x="43658" y="34696"/>
                    <a:pt x="43214" y="34696"/>
                  </a:cubicBezTo>
                  <a:cubicBezTo>
                    <a:pt x="41223" y="34696"/>
                    <a:pt x="39101" y="34647"/>
                    <a:pt x="36905" y="34596"/>
                  </a:cubicBezTo>
                  <a:cubicBezTo>
                    <a:pt x="34623" y="34545"/>
                    <a:pt x="32271" y="34494"/>
                    <a:pt x="29931" y="34494"/>
                  </a:cubicBezTo>
                  <a:cubicBezTo>
                    <a:pt x="22111" y="34494"/>
                    <a:pt x="14423" y="35074"/>
                    <a:pt x="9936" y="38230"/>
                  </a:cubicBezTo>
                  <a:cubicBezTo>
                    <a:pt x="6234" y="40834"/>
                    <a:pt x="5476" y="44099"/>
                    <a:pt x="4922" y="47786"/>
                  </a:cubicBezTo>
                  <a:cubicBezTo>
                    <a:pt x="0" y="80697"/>
                    <a:pt x="1016" y="105844"/>
                    <a:pt x="2303" y="137686"/>
                  </a:cubicBezTo>
                  <a:lnTo>
                    <a:pt x="2585" y="144775"/>
                  </a:lnTo>
                  <a:cubicBezTo>
                    <a:pt x="2653" y="146554"/>
                    <a:pt x="2556" y="148754"/>
                    <a:pt x="2453" y="151081"/>
                  </a:cubicBezTo>
                  <a:cubicBezTo>
                    <a:pt x="2211" y="156528"/>
                    <a:pt x="1938" y="162708"/>
                    <a:pt x="3586" y="166749"/>
                  </a:cubicBezTo>
                  <a:cubicBezTo>
                    <a:pt x="7171" y="175548"/>
                    <a:pt x="14683" y="180582"/>
                    <a:pt x="25910" y="181714"/>
                  </a:cubicBezTo>
                  <a:cubicBezTo>
                    <a:pt x="27557" y="181878"/>
                    <a:pt x="29204" y="181942"/>
                    <a:pt x="30855" y="181942"/>
                  </a:cubicBezTo>
                  <a:cubicBezTo>
                    <a:pt x="33985" y="181942"/>
                    <a:pt x="37104" y="181709"/>
                    <a:pt x="40154" y="181481"/>
                  </a:cubicBezTo>
                  <a:lnTo>
                    <a:pt x="97080" y="177180"/>
                  </a:lnTo>
                  <a:cubicBezTo>
                    <a:pt x="100433" y="176928"/>
                    <a:pt x="104233" y="176642"/>
                    <a:pt x="107381" y="175631"/>
                  </a:cubicBezTo>
                  <a:cubicBezTo>
                    <a:pt x="114989" y="173187"/>
                    <a:pt x="115922" y="167838"/>
                    <a:pt x="115835" y="162930"/>
                  </a:cubicBezTo>
                  <a:lnTo>
                    <a:pt x="114182" y="73691"/>
                  </a:lnTo>
                  <a:cubicBezTo>
                    <a:pt x="114070" y="67667"/>
                    <a:pt x="113954" y="63038"/>
                    <a:pt x="113842" y="58403"/>
                  </a:cubicBezTo>
                  <a:cubicBezTo>
                    <a:pt x="113730" y="53768"/>
                    <a:pt x="113619" y="49133"/>
                    <a:pt x="113502" y="43108"/>
                  </a:cubicBezTo>
                  <a:cubicBezTo>
                    <a:pt x="113434" y="39401"/>
                    <a:pt x="112516" y="34931"/>
                    <a:pt x="105991" y="33235"/>
                  </a:cubicBezTo>
                  <a:cubicBezTo>
                    <a:pt x="103938" y="32702"/>
                    <a:pt x="101636" y="32559"/>
                    <a:pt x="99425" y="32559"/>
                  </a:cubicBezTo>
                  <a:cubicBezTo>
                    <a:pt x="98072" y="32559"/>
                    <a:pt x="96753" y="32613"/>
                    <a:pt x="95546" y="32663"/>
                  </a:cubicBezTo>
                  <a:lnTo>
                    <a:pt x="74863" y="33493"/>
                  </a:lnTo>
                  <a:cubicBezTo>
                    <a:pt x="77312" y="30331"/>
                    <a:pt x="77944" y="27386"/>
                    <a:pt x="78099" y="25846"/>
                  </a:cubicBezTo>
                  <a:cubicBezTo>
                    <a:pt x="78307" y="23790"/>
                    <a:pt x="78021" y="21716"/>
                    <a:pt x="77740" y="19709"/>
                  </a:cubicBezTo>
                  <a:cubicBezTo>
                    <a:pt x="77677" y="19243"/>
                    <a:pt x="77608" y="18772"/>
                    <a:pt x="77550" y="18301"/>
                  </a:cubicBezTo>
                  <a:cubicBezTo>
                    <a:pt x="77516" y="18029"/>
                    <a:pt x="77482" y="17761"/>
                    <a:pt x="77453" y="17489"/>
                  </a:cubicBezTo>
                  <a:cubicBezTo>
                    <a:pt x="77278" y="16041"/>
                    <a:pt x="77103" y="14545"/>
                    <a:pt x="76607" y="13137"/>
                  </a:cubicBezTo>
                  <a:cubicBezTo>
                    <a:pt x="76112" y="11708"/>
                    <a:pt x="75280" y="10298"/>
                    <a:pt x="73989" y="8691"/>
                  </a:cubicBezTo>
                  <a:cubicBezTo>
                    <a:pt x="71253" y="5285"/>
                    <a:pt x="67891" y="2725"/>
                    <a:pt x="64267" y="1286"/>
                  </a:cubicBezTo>
                  <a:cubicBezTo>
                    <a:pt x="62093" y="427"/>
                    <a:pt x="59818" y="1"/>
                    <a:pt x="575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37"/>
            <p:cNvSpPr/>
            <p:nvPr/>
          </p:nvSpPr>
          <p:spPr>
            <a:xfrm>
              <a:off x="6836060" y="4141744"/>
              <a:ext cx="14233" cy="294024"/>
            </a:xfrm>
            <a:custGeom>
              <a:rect b="b" l="l" r="r" t="t"/>
              <a:pathLst>
                <a:path extrusionOk="0" h="18881" w="914">
                  <a:moveTo>
                    <a:pt x="272" y="0"/>
                  </a:moveTo>
                  <a:cubicBezTo>
                    <a:pt x="122" y="5"/>
                    <a:pt x="1" y="132"/>
                    <a:pt x="5" y="287"/>
                  </a:cubicBezTo>
                  <a:cubicBezTo>
                    <a:pt x="248" y="6355"/>
                    <a:pt x="360" y="12521"/>
                    <a:pt x="340" y="18598"/>
                  </a:cubicBezTo>
                  <a:cubicBezTo>
                    <a:pt x="340" y="18754"/>
                    <a:pt x="462" y="18876"/>
                    <a:pt x="617" y="18881"/>
                  </a:cubicBezTo>
                  <a:cubicBezTo>
                    <a:pt x="768" y="18881"/>
                    <a:pt x="894" y="18754"/>
                    <a:pt x="894" y="18603"/>
                  </a:cubicBezTo>
                  <a:cubicBezTo>
                    <a:pt x="914" y="12511"/>
                    <a:pt x="802" y="6346"/>
                    <a:pt x="564" y="263"/>
                  </a:cubicBezTo>
                  <a:cubicBezTo>
                    <a:pt x="554" y="112"/>
                    <a:pt x="418" y="5"/>
                    <a:pt x="2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7"/>
            <p:cNvSpPr/>
            <p:nvPr/>
          </p:nvSpPr>
          <p:spPr>
            <a:xfrm>
              <a:off x="6758727" y="4426581"/>
              <a:ext cx="175923" cy="177153"/>
            </a:xfrm>
            <a:custGeom>
              <a:rect b="b" l="l" r="r" t="t"/>
              <a:pathLst>
                <a:path extrusionOk="0" h="11376" w="11297">
                  <a:moveTo>
                    <a:pt x="6463" y="557"/>
                  </a:moveTo>
                  <a:cubicBezTo>
                    <a:pt x="7242" y="557"/>
                    <a:pt x="7954" y="769"/>
                    <a:pt x="8542" y="1187"/>
                  </a:cubicBezTo>
                  <a:cubicBezTo>
                    <a:pt x="9460" y="1843"/>
                    <a:pt x="9965" y="2848"/>
                    <a:pt x="10228" y="3572"/>
                  </a:cubicBezTo>
                  <a:cubicBezTo>
                    <a:pt x="10602" y="4612"/>
                    <a:pt x="10734" y="5749"/>
                    <a:pt x="10607" y="6852"/>
                  </a:cubicBezTo>
                  <a:cubicBezTo>
                    <a:pt x="10505" y="7727"/>
                    <a:pt x="10247" y="8456"/>
                    <a:pt x="9849" y="9014"/>
                  </a:cubicBezTo>
                  <a:cubicBezTo>
                    <a:pt x="8772" y="10529"/>
                    <a:pt x="6745" y="10821"/>
                    <a:pt x="5345" y="10821"/>
                  </a:cubicBezTo>
                  <a:cubicBezTo>
                    <a:pt x="5146" y="10821"/>
                    <a:pt x="4961" y="10815"/>
                    <a:pt x="4792" y="10806"/>
                  </a:cubicBezTo>
                  <a:cubicBezTo>
                    <a:pt x="4315" y="10777"/>
                    <a:pt x="3815" y="10729"/>
                    <a:pt x="3377" y="10525"/>
                  </a:cubicBezTo>
                  <a:cubicBezTo>
                    <a:pt x="3009" y="10355"/>
                    <a:pt x="2649" y="10059"/>
                    <a:pt x="2285" y="9616"/>
                  </a:cubicBezTo>
                  <a:cubicBezTo>
                    <a:pt x="987" y="8048"/>
                    <a:pt x="603" y="5768"/>
                    <a:pt x="1327" y="3951"/>
                  </a:cubicBezTo>
                  <a:cubicBezTo>
                    <a:pt x="1886" y="2543"/>
                    <a:pt x="3397" y="1260"/>
                    <a:pt x="5079" y="765"/>
                  </a:cubicBezTo>
                  <a:cubicBezTo>
                    <a:pt x="5554" y="625"/>
                    <a:pt x="6019" y="557"/>
                    <a:pt x="6463" y="557"/>
                  </a:cubicBezTo>
                  <a:close/>
                  <a:moveTo>
                    <a:pt x="6469" y="1"/>
                  </a:moveTo>
                  <a:cubicBezTo>
                    <a:pt x="5971" y="1"/>
                    <a:pt x="5452" y="78"/>
                    <a:pt x="4922" y="235"/>
                  </a:cubicBezTo>
                  <a:cubicBezTo>
                    <a:pt x="3086" y="774"/>
                    <a:pt x="1435" y="2188"/>
                    <a:pt x="812" y="3747"/>
                  </a:cubicBezTo>
                  <a:cubicBezTo>
                    <a:pt x="1" y="5778"/>
                    <a:pt x="414" y="8222"/>
                    <a:pt x="1857" y="9971"/>
                  </a:cubicBezTo>
                  <a:cubicBezTo>
                    <a:pt x="2274" y="10476"/>
                    <a:pt x="2697" y="10826"/>
                    <a:pt x="3149" y="11030"/>
                  </a:cubicBezTo>
                  <a:cubicBezTo>
                    <a:pt x="3664" y="11273"/>
                    <a:pt x="4227" y="11331"/>
                    <a:pt x="4763" y="11360"/>
                  </a:cubicBezTo>
                  <a:cubicBezTo>
                    <a:pt x="4942" y="11371"/>
                    <a:pt x="5137" y="11375"/>
                    <a:pt x="5346" y="11375"/>
                  </a:cubicBezTo>
                  <a:cubicBezTo>
                    <a:pt x="6866" y="11375"/>
                    <a:pt x="9086" y="11050"/>
                    <a:pt x="10301" y="9339"/>
                  </a:cubicBezTo>
                  <a:cubicBezTo>
                    <a:pt x="10757" y="8698"/>
                    <a:pt x="11044" y="7882"/>
                    <a:pt x="11156" y="6915"/>
                  </a:cubicBezTo>
                  <a:cubicBezTo>
                    <a:pt x="11297" y="5729"/>
                    <a:pt x="11156" y="4505"/>
                    <a:pt x="10748" y="3383"/>
                  </a:cubicBezTo>
                  <a:cubicBezTo>
                    <a:pt x="10335" y="2236"/>
                    <a:pt x="9684" y="1323"/>
                    <a:pt x="8862" y="735"/>
                  </a:cubicBezTo>
                  <a:cubicBezTo>
                    <a:pt x="8180" y="249"/>
                    <a:pt x="7360" y="1"/>
                    <a:pt x="6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7"/>
            <p:cNvSpPr/>
            <p:nvPr/>
          </p:nvSpPr>
          <p:spPr>
            <a:xfrm>
              <a:off x="2279600" y="4450600"/>
              <a:ext cx="133500" cy="133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37"/>
            <p:cNvSpPr/>
            <p:nvPr/>
          </p:nvSpPr>
          <p:spPr>
            <a:xfrm>
              <a:off x="4531575" y="4450600"/>
              <a:ext cx="133500" cy="133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7"/>
            <p:cNvSpPr/>
            <p:nvPr/>
          </p:nvSpPr>
          <p:spPr>
            <a:xfrm>
              <a:off x="6782875" y="4450600"/>
              <a:ext cx="133500" cy="13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5" name="Google Shape;1125;p37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Doodle Banner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26" name="Google Shape;1126;p37"/>
          <p:cNvSpPr txBox="1"/>
          <p:nvPr/>
        </p:nvSpPr>
        <p:spPr>
          <a:xfrm>
            <a:off x="1443895" y="2766520"/>
            <a:ext cx="1738500" cy="7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place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7" name="Google Shape;1127;p37"/>
          <p:cNvSpPr txBox="1"/>
          <p:nvPr/>
        </p:nvSpPr>
        <p:spPr>
          <a:xfrm>
            <a:off x="1438800" y="2330227"/>
            <a:ext cx="18552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Mars</a:t>
            </a:r>
            <a:endParaRPr sz="18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28" name="Google Shape;1128;p37"/>
          <p:cNvSpPr txBox="1"/>
          <p:nvPr/>
        </p:nvSpPr>
        <p:spPr>
          <a:xfrm>
            <a:off x="3699816" y="2766520"/>
            <a:ext cx="1738500" cy="7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 the smallest and closest planet to the Sun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9" name="Google Shape;1129;p37"/>
          <p:cNvSpPr txBox="1"/>
          <p:nvPr/>
        </p:nvSpPr>
        <p:spPr>
          <a:xfrm>
            <a:off x="3656288" y="2327026"/>
            <a:ext cx="18552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Mercury</a:t>
            </a:r>
            <a:endParaRPr sz="18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30" name="Google Shape;1130;p37"/>
          <p:cNvSpPr txBox="1"/>
          <p:nvPr/>
        </p:nvSpPr>
        <p:spPr>
          <a:xfrm>
            <a:off x="5914213" y="2320866"/>
            <a:ext cx="18552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Jupiter</a:t>
            </a:r>
            <a:endParaRPr sz="18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31" name="Google Shape;1131;p37"/>
          <p:cNvSpPr txBox="1"/>
          <p:nvPr/>
        </p:nvSpPr>
        <p:spPr>
          <a:xfrm>
            <a:off x="5955737" y="2766520"/>
            <a:ext cx="1738500" cy="7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32" name="Google Shape;1132;p37"/>
          <p:cNvGrpSpPr/>
          <p:nvPr/>
        </p:nvGrpSpPr>
        <p:grpSpPr>
          <a:xfrm>
            <a:off x="6671124" y="1475852"/>
            <a:ext cx="357002" cy="354267"/>
            <a:chOff x="-12163025" y="3214275"/>
            <a:chExt cx="354450" cy="351700"/>
          </a:xfrm>
        </p:grpSpPr>
        <p:sp>
          <p:nvSpPr>
            <p:cNvPr id="1133" name="Google Shape;1133;p37"/>
            <p:cNvSpPr/>
            <p:nvPr/>
          </p:nvSpPr>
          <p:spPr>
            <a:xfrm>
              <a:off x="-12163025" y="3214275"/>
              <a:ext cx="354450" cy="165025"/>
            </a:xfrm>
            <a:custGeom>
              <a:rect b="b" l="l" r="r" t="t"/>
              <a:pathLst>
                <a:path extrusionOk="0" h="6601" w="14178">
                  <a:moveTo>
                    <a:pt x="10271" y="1812"/>
                  </a:moveTo>
                  <a:cubicBezTo>
                    <a:pt x="10649" y="1812"/>
                    <a:pt x="10996" y="1844"/>
                    <a:pt x="11342" y="1970"/>
                  </a:cubicBezTo>
                  <a:cubicBezTo>
                    <a:pt x="11626" y="2064"/>
                    <a:pt x="11846" y="2096"/>
                    <a:pt x="12130" y="2096"/>
                  </a:cubicBezTo>
                  <a:cubicBezTo>
                    <a:pt x="12350" y="2096"/>
                    <a:pt x="12508" y="2285"/>
                    <a:pt x="12508" y="2505"/>
                  </a:cubicBezTo>
                  <a:lnTo>
                    <a:pt x="12508" y="2820"/>
                  </a:lnTo>
                  <a:cubicBezTo>
                    <a:pt x="12508" y="3955"/>
                    <a:pt x="11563" y="4900"/>
                    <a:pt x="10429" y="4900"/>
                  </a:cubicBezTo>
                  <a:lnTo>
                    <a:pt x="9767" y="4900"/>
                  </a:lnTo>
                  <a:cubicBezTo>
                    <a:pt x="9105" y="4900"/>
                    <a:pt x="8507" y="4553"/>
                    <a:pt x="8192" y="3923"/>
                  </a:cubicBezTo>
                  <a:lnTo>
                    <a:pt x="7908" y="3324"/>
                  </a:lnTo>
                  <a:cubicBezTo>
                    <a:pt x="7877" y="3198"/>
                    <a:pt x="7908" y="3041"/>
                    <a:pt x="8034" y="2883"/>
                  </a:cubicBezTo>
                  <a:lnTo>
                    <a:pt x="8349" y="2568"/>
                  </a:lnTo>
                  <a:cubicBezTo>
                    <a:pt x="8979" y="1938"/>
                    <a:pt x="9735" y="1812"/>
                    <a:pt x="10271" y="1812"/>
                  </a:cubicBezTo>
                  <a:close/>
                  <a:moveTo>
                    <a:pt x="3939" y="1844"/>
                  </a:moveTo>
                  <a:cubicBezTo>
                    <a:pt x="4474" y="1844"/>
                    <a:pt x="5262" y="1970"/>
                    <a:pt x="5892" y="2600"/>
                  </a:cubicBezTo>
                  <a:lnTo>
                    <a:pt x="6207" y="2915"/>
                  </a:lnTo>
                  <a:cubicBezTo>
                    <a:pt x="6333" y="3041"/>
                    <a:pt x="6364" y="3230"/>
                    <a:pt x="6301" y="3387"/>
                  </a:cubicBezTo>
                  <a:lnTo>
                    <a:pt x="6018" y="3986"/>
                  </a:lnTo>
                  <a:cubicBezTo>
                    <a:pt x="5703" y="4585"/>
                    <a:pt x="5104" y="4963"/>
                    <a:pt x="4443" y="4963"/>
                  </a:cubicBezTo>
                  <a:lnTo>
                    <a:pt x="3781" y="4963"/>
                  </a:lnTo>
                  <a:cubicBezTo>
                    <a:pt x="2647" y="4963"/>
                    <a:pt x="1702" y="4018"/>
                    <a:pt x="1702" y="2883"/>
                  </a:cubicBezTo>
                  <a:lnTo>
                    <a:pt x="1702" y="2537"/>
                  </a:lnTo>
                  <a:lnTo>
                    <a:pt x="1733" y="2537"/>
                  </a:lnTo>
                  <a:cubicBezTo>
                    <a:pt x="1733" y="2285"/>
                    <a:pt x="1891" y="2127"/>
                    <a:pt x="2111" y="2127"/>
                  </a:cubicBezTo>
                  <a:cubicBezTo>
                    <a:pt x="2395" y="2127"/>
                    <a:pt x="2678" y="2096"/>
                    <a:pt x="2899" y="2001"/>
                  </a:cubicBezTo>
                  <a:cubicBezTo>
                    <a:pt x="3277" y="1907"/>
                    <a:pt x="3623" y="1844"/>
                    <a:pt x="3939" y="1844"/>
                  </a:cubicBezTo>
                  <a:close/>
                  <a:moveTo>
                    <a:pt x="13784" y="1"/>
                  </a:moveTo>
                  <a:cubicBezTo>
                    <a:pt x="13713" y="1"/>
                    <a:pt x="13642" y="16"/>
                    <a:pt x="13579" y="48"/>
                  </a:cubicBezTo>
                  <a:lnTo>
                    <a:pt x="13043" y="331"/>
                  </a:lnTo>
                  <a:cubicBezTo>
                    <a:pt x="12798" y="445"/>
                    <a:pt x="12552" y="502"/>
                    <a:pt x="12299" y="502"/>
                  </a:cubicBezTo>
                  <a:cubicBezTo>
                    <a:pt x="12131" y="502"/>
                    <a:pt x="11960" y="476"/>
                    <a:pt x="11783" y="426"/>
                  </a:cubicBezTo>
                  <a:cubicBezTo>
                    <a:pt x="11291" y="283"/>
                    <a:pt x="10793" y="213"/>
                    <a:pt x="10307" y="213"/>
                  </a:cubicBezTo>
                  <a:cubicBezTo>
                    <a:pt x="9083" y="213"/>
                    <a:pt x="7932" y="654"/>
                    <a:pt x="7121" y="1466"/>
                  </a:cubicBezTo>
                  <a:lnTo>
                    <a:pt x="7089" y="1497"/>
                  </a:lnTo>
                  <a:lnTo>
                    <a:pt x="7058" y="1466"/>
                  </a:lnTo>
                  <a:cubicBezTo>
                    <a:pt x="6246" y="654"/>
                    <a:pt x="5127" y="213"/>
                    <a:pt x="3898" y="213"/>
                  </a:cubicBezTo>
                  <a:cubicBezTo>
                    <a:pt x="3410" y="213"/>
                    <a:pt x="2905" y="283"/>
                    <a:pt x="2395" y="426"/>
                  </a:cubicBezTo>
                  <a:cubicBezTo>
                    <a:pt x="2231" y="476"/>
                    <a:pt x="2062" y="502"/>
                    <a:pt x="1892" y="502"/>
                  </a:cubicBezTo>
                  <a:cubicBezTo>
                    <a:pt x="1637" y="502"/>
                    <a:pt x="1380" y="445"/>
                    <a:pt x="1135" y="331"/>
                  </a:cubicBezTo>
                  <a:lnTo>
                    <a:pt x="599" y="48"/>
                  </a:lnTo>
                  <a:cubicBezTo>
                    <a:pt x="546" y="21"/>
                    <a:pt x="487" y="12"/>
                    <a:pt x="427" y="12"/>
                  </a:cubicBezTo>
                  <a:cubicBezTo>
                    <a:pt x="345" y="12"/>
                    <a:pt x="262" y="30"/>
                    <a:pt x="189" y="48"/>
                  </a:cubicBezTo>
                  <a:cubicBezTo>
                    <a:pt x="95" y="111"/>
                    <a:pt x="0" y="237"/>
                    <a:pt x="0" y="394"/>
                  </a:cubicBezTo>
                  <a:lnTo>
                    <a:pt x="0" y="2883"/>
                  </a:lnTo>
                  <a:cubicBezTo>
                    <a:pt x="63" y="4931"/>
                    <a:pt x="1733" y="6601"/>
                    <a:pt x="3781" y="6601"/>
                  </a:cubicBezTo>
                  <a:lnTo>
                    <a:pt x="4443" y="6601"/>
                  </a:lnTo>
                  <a:cubicBezTo>
                    <a:pt x="5514" y="6601"/>
                    <a:pt x="6490" y="6128"/>
                    <a:pt x="7121" y="5278"/>
                  </a:cubicBezTo>
                  <a:cubicBezTo>
                    <a:pt x="7751" y="6128"/>
                    <a:pt x="8727" y="6601"/>
                    <a:pt x="9798" y="6601"/>
                  </a:cubicBezTo>
                  <a:lnTo>
                    <a:pt x="10460" y="6601"/>
                  </a:lnTo>
                  <a:cubicBezTo>
                    <a:pt x="12508" y="6601"/>
                    <a:pt x="14178" y="4931"/>
                    <a:pt x="14178" y="2883"/>
                  </a:cubicBezTo>
                  <a:lnTo>
                    <a:pt x="14178" y="394"/>
                  </a:lnTo>
                  <a:cubicBezTo>
                    <a:pt x="14178" y="237"/>
                    <a:pt x="14083" y="142"/>
                    <a:pt x="13989" y="48"/>
                  </a:cubicBezTo>
                  <a:cubicBezTo>
                    <a:pt x="13926" y="16"/>
                    <a:pt x="13855" y="1"/>
                    <a:pt x="137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37"/>
            <p:cNvSpPr/>
            <p:nvPr/>
          </p:nvSpPr>
          <p:spPr>
            <a:xfrm>
              <a:off x="-12161450" y="3503725"/>
              <a:ext cx="41775" cy="62250"/>
            </a:xfrm>
            <a:custGeom>
              <a:rect b="b" l="l" r="r" t="t"/>
              <a:pathLst>
                <a:path extrusionOk="0" h="2490" w="1671">
                  <a:moveTo>
                    <a:pt x="0" y="1"/>
                  </a:moveTo>
                  <a:lnTo>
                    <a:pt x="0" y="1670"/>
                  </a:lnTo>
                  <a:cubicBezTo>
                    <a:pt x="0" y="2143"/>
                    <a:pt x="378" y="2490"/>
                    <a:pt x="851" y="2490"/>
                  </a:cubicBezTo>
                  <a:cubicBezTo>
                    <a:pt x="1324" y="2490"/>
                    <a:pt x="1670" y="2143"/>
                    <a:pt x="1670" y="1670"/>
                  </a:cubicBezTo>
                  <a:lnTo>
                    <a:pt x="167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37"/>
            <p:cNvSpPr/>
            <p:nvPr/>
          </p:nvSpPr>
          <p:spPr>
            <a:xfrm>
              <a:off x="-12161450" y="3350150"/>
              <a:ext cx="41775" cy="133125"/>
            </a:xfrm>
            <a:custGeom>
              <a:rect b="b" l="l" r="r" t="t"/>
              <a:pathLst>
                <a:path extrusionOk="0" h="5325" w="1671">
                  <a:moveTo>
                    <a:pt x="0" y="0"/>
                  </a:moveTo>
                  <a:lnTo>
                    <a:pt x="0" y="5325"/>
                  </a:lnTo>
                  <a:lnTo>
                    <a:pt x="1670" y="5325"/>
                  </a:lnTo>
                  <a:lnTo>
                    <a:pt x="1670" y="1481"/>
                  </a:lnTo>
                  <a:cubicBezTo>
                    <a:pt x="1009" y="1103"/>
                    <a:pt x="441" y="63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6" name="Google Shape;1136;p37"/>
          <p:cNvGrpSpPr/>
          <p:nvPr/>
        </p:nvGrpSpPr>
        <p:grpSpPr>
          <a:xfrm>
            <a:off x="4415320" y="1475248"/>
            <a:ext cx="313365" cy="355476"/>
            <a:chOff x="-13056975" y="3212300"/>
            <a:chExt cx="311125" cy="352900"/>
          </a:xfrm>
        </p:grpSpPr>
        <p:sp>
          <p:nvSpPr>
            <p:cNvPr id="1137" name="Google Shape;1137;p37"/>
            <p:cNvSpPr/>
            <p:nvPr/>
          </p:nvSpPr>
          <p:spPr>
            <a:xfrm>
              <a:off x="-12972700" y="3273750"/>
              <a:ext cx="144950" cy="229225"/>
            </a:xfrm>
            <a:custGeom>
              <a:rect b="b" l="l" r="r" t="t"/>
              <a:pathLst>
                <a:path extrusionOk="0" h="9169" w="5798">
                  <a:moveTo>
                    <a:pt x="0" y="0"/>
                  </a:moveTo>
                  <a:lnTo>
                    <a:pt x="0" y="819"/>
                  </a:lnTo>
                  <a:lnTo>
                    <a:pt x="851" y="819"/>
                  </a:lnTo>
                  <a:lnTo>
                    <a:pt x="851" y="8538"/>
                  </a:lnTo>
                  <a:lnTo>
                    <a:pt x="788" y="8538"/>
                  </a:lnTo>
                  <a:cubicBezTo>
                    <a:pt x="1071" y="8696"/>
                    <a:pt x="1355" y="8853"/>
                    <a:pt x="1639" y="8948"/>
                  </a:cubicBezTo>
                  <a:lnTo>
                    <a:pt x="1639" y="851"/>
                  </a:lnTo>
                  <a:lnTo>
                    <a:pt x="2458" y="851"/>
                  </a:lnTo>
                  <a:lnTo>
                    <a:pt x="2458" y="9137"/>
                  </a:lnTo>
                  <a:cubicBezTo>
                    <a:pt x="2615" y="9137"/>
                    <a:pt x="2741" y="9168"/>
                    <a:pt x="2899" y="9168"/>
                  </a:cubicBezTo>
                  <a:cubicBezTo>
                    <a:pt x="3056" y="9168"/>
                    <a:pt x="3151" y="9137"/>
                    <a:pt x="3308" y="9137"/>
                  </a:cubicBezTo>
                  <a:lnTo>
                    <a:pt x="3308" y="851"/>
                  </a:lnTo>
                  <a:lnTo>
                    <a:pt x="4159" y="851"/>
                  </a:lnTo>
                  <a:lnTo>
                    <a:pt x="4159" y="8948"/>
                  </a:lnTo>
                  <a:cubicBezTo>
                    <a:pt x="4411" y="8822"/>
                    <a:pt x="4695" y="8696"/>
                    <a:pt x="4978" y="8538"/>
                  </a:cubicBezTo>
                  <a:lnTo>
                    <a:pt x="4978" y="819"/>
                  </a:lnTo>
                  <a:lnTo>
                    <a:pt x="5797" y="819"/>
                  </a:lnTo>
                  <a:lnTo>
                    <a:pt x="57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37"/>
            <p:cNvSpPr/>
            <p:nvPr/>
          </p:nvSpPr>
          <p:spPr>
            <a:xfrm>
              <a:off x="-12808875" y="3212300"/>
              <a:ext cx="63025" cy="278075"/>
            </a:xfrm>
            <a:custGeom>
              <a:rect b="b" l="l" r="r" t="t"/>
              <a:pathLst>
                <a:path extrusionOk="0" h="11123" w="2521">
                  <a:moveTo>
                    <a:pt x="1261" y="1"/>
                  </a:moveTo>
                  <a:cubicBezTo>
                    <a:pt x="599" y="1"/>
                    <a:pt x="0" y="568"/>
                    <a:pt x="0" y="1230"/>
                  </a:cubicBezTo>
                  <a:lnTo>
                    <a:pt x="0" y="5514"/>
                  </a:lnTo>
                  <a:cubicBezTo>
                    <a:pt x="0" y="5672"/>
                    <a:pt x="32" y="5829"/>
                    <a:pt x="158" y="5987"/>
                  </a:cubicBezTo>
                  <a:cubicBezTo>
                    <a:pt x="536" y="6617"/>
                    <a:pt x="788" y="7310"/>
                    <a:pt x="851" y="8003"/>
                  </a:cubicBezTo>
                  <a:cubicBezTo>
                    <a:pt x="945" y="8759"/>
                    <a:pt x="756" y="9452"/>
                    <a:pt x="347" y="10114"/>
                  </a:cubicBezTo>
                  <a:lnTo>
                    <a:pt x="1607" y="11122"/>
                  </a:lnTo>
                  <a:cubicBezTo>
                    <a:pt x="2174" y="10208"/>
                    <a:pt x="2521" y="9137"/>
                    <a:pt x="2521" y="8003"/>
                  </a:cubicBezTo>
                  <a:cubicBezTo>
                    <a:pt x="2489" y="7026"/>
                    <a:pt x="2174" y="6113"/>
                    <a:pt x="1702" y="5294"/>
                  </a:cubicBezTo>
                  <a:lnTo>
                    <a:pt x="1702" y="4979"/>
                  </a:lnTo>
                  <a:lnTo>
                    <a:pt x="1702" y="2395"/>
                  </a:lnTo>
                  <a:lnTo>
                    <a:pt x="1891" y="2301"/>
                  </a:lnTo>
                  <a:cubicBezTo>
                    <a:pt x="2269" y="2049"/>
                    <a:pt x="2521" y="1671"/>
                    <a:pt x="2521" y="1230"/>
                  </a:cubicBezTo>
                  <a:cubicBezTo>
                    <a:pt x="2521" y="568"/>
                    <a:pt x="1954" y="1"/>
                    <a:pt x="12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37"/>
            <p:cNvSpPr/>
            <p:nvPr/>
          </p:nvSpPr>
          <p:spPr>
            <a:xfrm>
              <a:off x="-13056975" y="3212300"/>
              <a:ext cx="63025" cy="278075"/>
            </a:xfrm>
            <a:custGeom>
              <a:rect b="b" l="l" r="r" t="t"/>
              <a:pathLst>
                <a:path extrusionOk="0" h="11123" w="2521">
                  <a:moveTo>
                    <a:pt x="1260" y="1"/>
                  </a:moveTo>
                  <a:cubicBezTo>
                    <a:pt x="567" y="1"/>
                    <a:pt x="0" y="568"/>
                    <a:pt x="0" y="1230"/>
                  </a:cubicBezTo>
                  <a:cubicBezTo>
                    <a:pt x="32" y="1671"/>
                    <a:pt x="284" y="2112"/>
                    <a:pt x="662" y="2301"/>
                  </a:cubicBezTo>
                  <a:lnTo>
                    <a:pt x="851" y="2427"/>
                  </a:lnTo>
                  <a:lnTo>
                    <a:pt x="851" y="4979"/>
                  </a:lnTo>
                  <a:lnTo>
                    <a:pt x="851" y="5294"/>
                  </a:lnTo>
                  <a:cubicBezTo>
                    <a:pt x="378" y="6113"/>
                    <a:pt x="63" y="7026"/>
                    <a:pt x="32" y="8003"/>
                  </a:cubicBezTo>
                  <a:cubicBezTo>
                    <a:pt x="32" y="9137"/>
                    <a:pt x="378" y="10208"/>
                    <a:pt x="945" y="11122"/>
                  </a:cubicBezTo>
                  <a:lnTo>
                    <a:pt x="2206" y="10145"/>
                  </a:lnTo>
                  <a:cubicBezTo>
                    <a:pt x="1859" y="9515"/>
                    <a:pt x="1639" y="8791"/>
                    <a:pt x="1702" y="8035"/>
                  </a:cubicBezTo>
                  <a:lnTo>
                    <a:pt x="1702" y="8003"/>
                  </a:lnTo>
                  <a:cubicBezTo>
                    <a:pt x="1733" y="7279"/>
                    <a:pt x="1954" y="6585"/>
                    <a:pt x="2363" y="5987"/>
                  </a:cubicBezTo>
                  <a:cubicBezTo>
                    <a:pt x="2458" y="5829"/>
                    <a:pt x="2521" y="5672"/>
                    <a:pt x="2521" y="5514"/>
                  </a:cubicBezTo>
                  <a:lnTo>
                    <a:pt x="2521" y="1230"/>
                  </a:lnTo>
                  <a:cubicBezTo>
                    <a:pt x="2521" y="568"/>
                    <a:pt x="1954" y="1"/>
                    <a:pt x="1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37"/>
            <p:cNvSpPr/>
            <p:nvPr/>
          </p:nvSpPr>
          <p:spPr>
            <a:xfrm>
              <a:off x="-13020750" y="3483250"/>
              <a:ext cx="240250" cy="81950"/>
            </a:xfrm>
            <a:custGeom>
              <a:rect b="b" l="l" r="r" t="t"/>
              <a:pathLst>
                <a:path extrusionOk="0" h="3278" w="9610">
                  <a:moveTo>
                    <a:pt x="1261" y="1"/>
                  </a:moveTo>
                  <a:lnTo>
                    <a:pt x="0" y="977"/>
                  </a:lnTo>
                  <a:cubicBezTo>
                    <a:pt x="1103" y="2395"/>
                    <a:pt x="2867" y="3277"/>
                    <a:pt x="4821" y="3277"/>
                  </a:cubicBezTo>
                  <a:cubicBezTo>
                    <a:pt x="6743" y="3277"/>
                    <a:pt x="8475" y="2363"/>
                    <a:pt x="9610" y="977"/>
                  </a:cubicBezTo>
                  <a:lnTo>
                    <a:pt x="8349" y="1"/>
                  </a:lnTo>
                  <a:cubicBezTo>
                    <a:pt x="7530" y="946"/>
                    <a:pt x="6270" y="1639"/>
                    <a:pt x="4821" y="1639"/>
                  </a:cubicBezTo>
                  <a:cubicBezTo>
                    <a:pt x="3466" y="1639"/>
                    <a:pt x="2143" y="1009"/>
                    <a:pt x="12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1" name="Google Shape;1141;p37"/>
          <p:cNvGrpSpPr/>
          <p:nvPr/>
        </p:nvGrpSpPr>
        <p:grpSpPr>
          <a:xfrm>
            <a:off x="2168232" y="1486303"/>
            <a:ext cx="356221" cy="333366"/>
            <a:chOff x="-12643475" y="3657325"/>
            <a:chExt cx="353675" cy="330950"/>
          </a:xfrm>
        </p:grpSpPr>
        <p:sp>
          <p:nvSpPr>
            <p:cNvPr id="1142" name="Google Shape;1142;p37"/>
            <p:cNvSpPr/>
            <p:nvPr/>
          </p:nvSpPr>
          <p:spPr>
            <a:xfrm>
              <a:off x="-12580475" y="3719550"/>
              <a:ext cx="19725" cy="19700"/>
            </a:xfrm>
            <a:custGeom>
              <a:rect b="b" l="l" r="r" t="t"/>
              <a:pathLst>
                <a:path extrusionOk="0" h="788" w="789">
                  <a:moveTo>
                    <a:pt x="379" y="0"/>
                  </a:moveTo>
                  <a:cubicBezTo>
                    <a:pt x="190" y="0"/>
                    <a:pt x="1" y="189"/>
                    <a:pt x="1" y="410"/>
                  </a:cubicBezTo>
                  <a:cubicBezTo>
                    <a:pt x="1" y="599"/>
                    <a:pt x="190" y="788"/>
                    <a:pt x="379" y="788"/>
                  </a:cubicBezTo>
                  <a:cubicBezTo>
                    <a:pt x="599" y="788"/>
                    <a:pt x="788" y="599"/>
                    <a:pt x="788" y="410"/>
                  </a:cubicBezTo>
                  <a:cubicBezTo>
                    <a:pt x="788" y="189"/>
                    <a:pt x="599" y="0"/>
                    <a:pt x="3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37"/>
            <p:cNvSpPr/>
            <p:nvPr/>
          </p:nvSpPr>
          <p:spPr>
            <a:xfrm>
              <a:off x="-12456800" y="3719550"/>
              <a:ext cx="19700" cy="19700"/>
            </a:xfrm>
            <a:custGeom>
              <a:rect b="b" l="l" r="r" t="t"/>
              <a:pathLst>
                <a:path extrusionOk="0" h="788" w="788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599"/>
                    <a:pt x="189" y="788"/>
                    <a:pt x="410" y="788"/>
                  </a:cubicBezTo>
                  <a:cubicBezTo>
                    <a:pt x="630" y="788"/>
                    <a:pt x="788" y="599"/>
                    <a:pt x="788" y="410"/>
                  </a:cubicBezTo>
                  <a:cubicBezTo>
                    <a:pt x="788" y="189"/>
                    <a:pt x="630" y="0"/>
                    <a:pt x="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37"/>
            <p:cNvSpPr/>
            <p:nvPr/>
          </p:nvSpPr>
          <p:spPr>
            <a:xfrm>
              <a:off x="-12643475" y="3657325"/>
              <a:ext cx="268600" cy="144950"/>
            </a:xfrm>
            <a:custGeom>
              <a:rect b="b" l="l" r="r" t="t"/>
              <a:pathLst>
                <a:path extrusionOk="0" h="5798" w="10744">
                  <a:moveTo>
                    <a:pt x="2899" y="1670"/>
                  </a:moveTo>
                  <a:cubicBezTo>
                    <a:pt x="3592" y="1670"/>
                    <a:pt x="4159" y="2205"/>
                    <a:pt x="4159" y="2899"/>
                  </a:cubicBezTo>
                  <a:cubicBezTo>
                    <a:pt x="4159" y="3560"/>
                    <a:pt x="3623" y="4159"/>
                    <a:pt x="2899" y="4159"/>
                  </a:cubicBezTo>
                  <a:cubicBezTo>
                    <a:pt x="2237" y="4159"/>
                    <a:pt x="1639" y="3592"/>
                    <a:pt x="1639" y="2899"/>
                  </a:cubicBezTo>
                  <a:cubicBezTo>
                    <a:pt x="1639" y="2205"/>
                    <a:pt x="2206" y="1670"/>
                    <a:pt x="2899" y="1670"/>
                  </a:cubicBezTo>
                  <a:close/>
                  <a:moveTo>
                    <a:pt x="7877" y="1670"/>
                  </a:moveTo>
                  <a:cubicBezTo>
                    <a:pt x="8538" y="1670"/>
                    <a:pt x="9137" y="2205"/>
                    <a:pt x="9137" y="2899"/>
                  </a:cubicBezTo>
                  <a:cubicBezTo>
                    <a:pt x="9137" y="3560"/>
                    <a:pt x="8570" y="4159"/>
                    <a:pt x="7877" y="4159"/>
                  </a:cubicBezTo>
                  <a:cubicBezTo>
                    <a:pt x="7215" y="4159"/>
                    <a:pt x="6616" y="3592"/>
                    <a:pt x="6616" y="2899"/>
                  </a:cubicBezTo>
                  <a:cubicBezTo>
                    <a:pt x="6616" y="2205"/>
                    <a:pt x="7152" y="1670"/>
                    <a:pt x="7877" y="1670"/>
                  </a:cubicBezTo>
                  <a:close/>
                  <a:moveTo>
                    <a:pt x="2899" y="0"/>
                  </a:moveTo>
                  <a:cubicBezTo>
                    <a:pt x="1292" y="0"/>
                    <a:pt x="32" y="1323"/>
                    <a:pt x="32" y="2899"/>
                  </a:cubicBezTo>
                  <a:cubicBezTo>
                    <a:pt x="0" y="4505"/>
                    <a:pt x="1292" y="5797"/>
                    <a:pt x="2899" y="5797"/>
                  </a:cubicBezTo>
                  <a:cubicBezTo>
                    <a:pt x="3970" y="5797"/>
                    <a:pt x="4884" y="5198"/>
                    <a:pt x="5388" y="4379"/>
                  </a:cubicBezTo>
                  <a:cubicBezTo>
                    <a:pt x="5892" y="5230"/>
                    <a:pt x="6805" y="5797"/>
                    <a:pt x="7877" y="5797"/>
                  </a:cubicBezTo>
                  <a:cubicBezTo>
                    <a:pt x="9483" y="5797"/>
                    <a:pt x="10744" y="4505"/>
                    <a:pt x="10744" y="2899"/>
                  </a:cubicBezTo>
                  <a:cubicBezTo>
                    <a:pt x="10744" y="1260"/>
                    <a:pt x="9452" y="0"/>
                    <a:pt x="7877" y="0"/>
                  </a:cubicBezTo>
                  <a:cubicBezTo>
                    <a:pt x="6805" y="0"/>
                    <a:pt x="5892" y="599"/>
                    <a:pt x="5388" y="1418"/>
                  </a:cubicBezTo>
                  <a:cubicBezTo>
                    <a:pt x="4884" y="567"/>
                    <a:pt x="3970" y="0"/>
                    <a:pt x="28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37"/>
            <p:cNvSpPr/>
            <p:nvPr/>
          </p:nvSpPr>
          <p:spPr>
            <a:xfrm>
              <a:off x="-12581250" y="3905425"/>
              <a:ext cx="62250" cy="20500"/>
            </a:xfrm>
            <a:custGeom>
              <a:rect b="b" l="l" r="r" t="t"/>
              <a:pathLst>
                <a:path extrusionOk="0" h="820" w="2490">
                  <a:moveTo>
                    <a:pt x="0" y="0"/>
                  </a:moveTo>
                  <a:lnTo>
                    <a:pt x="0" y="819"/>
                  </a:lnTo>
                  <a:lnTo>
                    <a:pt x="2489" y="819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37"/>
            <p:cNvSpPr/>
            <p:nvPr/>
          </p:nvSpPr>
          <p:spPr>
            <a:xfrm>
              <a:off x="-12643475" y="3802250"/>
              <a:ext cx="269400" cy="185900"/>
            </a:xfrm>
            <a:custGeom>
              <a:rect b="b" l="l" r="r" t="t"/>
              <a:pathLst>
                <a:path extrusionOk="0" h="7436" w="10776">
                  <a:moveTo>
                    <a:pt x="7057" y="1670"/>
                  </a:moveTo>
                  <a:cubicBezTo>
                    <a:pt x="7278" y="1670"/>
                    <a:pt x="7436" y="1859"/>
                    <a:pt x="7436" y="2048"/>
                  </a:cubicBezTo>
                  <a:cubicBezTo>
                    <a:pt x="7436" y="2300"/>
                    <a:pt x="7247" y="2489"/>
                    <a:pt x="7057" y="2489"/>
                  </a:cubicBezTo>
                  <a:cubicBezTo>
                    <a:pt x="6805" y="2489"/>
                    <a:pt x="6616" y="2300"/>
                    <a:pt x="6616" y="2048"/>
                  </a:cubicBezTo>
                  <a:cubicBezTo>
                    <a:pt x="6616" y="1859"/>
                    <a:pt x="6805" y="1670"/>
                    <a:pt x="7057" y="1670"/>
                  </a:cubicBezTo>
                  <a:close/>
                  <a:moveTo>
                    <a:pt x="8696" y="1670"/>
                  </a:moveTo>
                  <a:cubicBezTo>
                    <a:pt x="8948" y="1670"/>
                    <a:pt x="9137" y="1859"/>
                    <a:pt x="9137" y="2048"/>
                  </a:cubicBezTo>
                  <a:cubicBezTo>
                    <a:pt x="9137" y="2300"/>
                    <a:pt x="8948" y="2489"/>
                    <a:pt x="8696" y="2489"/>
                  </a:cubicBezTo>
                  <a:cubicBezTo>
                    <a:pt x="8475" y="2489"/>
                    <a:pt x="8318" y="2300"/>
                    <a:pt x="8318" y="2048"/>
                  </a:cubicBezTo>
                  <a:cubicBezTo>
                    <a:pt x="8255" y="1859"/>
                    <a:pt x="8475" y="1670"/>
                    <a:pt x="8696" y="1670"/>
                  </a:cubicBezTo>
                  <a:close/>
                  <a:moveTo>
                    <a:pt x="5388" y="3277"/>
                  </a:moveTo>
                  <a:cubicBezTo>
                    <a:pt x="5640" y="3277"/>
                    <a:pt x="5829" y="3466"/>
                    <a:pt x="5829" y="3686"/>
                  </a:cubicBezTo>
                  <a:lnTo>
                    <a:pt x="5829" y="5356"/>
                  </a:lnTo>
                  <a:cubicBezTo>
                    <a:pt x="5829" y="5608"/>
                    <a:pt x="5640" y="5797"/>
                    <a:pt x="5388" y="5797"/>
                  </a:cubicBezTo>
                  <a:lnTo>
                    <a:pt x="2080" y="5797"/>
                  </a:lnTo>
                  <a:cubicBezTo>
                    <a:pt x="1859" y="5797"/>
                    <a:pt x="1639" y="5608"/>
                    <a:pt x="1639" y="5356"/>
                  </a:cubicBezTo>
                  <a:lnTo>
                    <a:pt x="1639" y="3686"/>
                  </a:lnTo>
                  <a:cubicBezTo>
                    <a:pt x="1639" y="3466"/>
                    <a:pt x="1859" y="3277"/>
                    <a:pt x="2080" y="3277"/>
                  </a:cubicBezTo>
                  <a:close/>
                  <a:moveTo>
                    <a:pt x="5230" y="0"/>
                  </a:moveTo>
                  <a:cubicBezTo>
                    <a:pt x="4600" y="504"/>
                    <a:pt x="3781" y="819"/>
                    <a:pt x="2899" y="819"/>
                  </a:cubicBezTo>
                  <a:cubicBezTo>
                    <a:pt x="2080" y="819"/>
                    <a:pt x="1324" y="536"/>
                    <a:pt x="756" y="126"/>
                  </a:cubicBezTo>
                  <a:cubicBezTo>
                    <a:pt x="315" y="315"/>
                    <a:pt x="32" y="756"/>
                    <a:pt x="32" y="1260"/>
                  </a:cubicBezTo>
                  <a:lnTo>
                    <a:pt x="32" y="6206"/>
                  </a:lnTo>
                  <a:cubicBezTo>
                    <a:pt x="0" y="6900"/>
                    <a:pt x="536" y="7435"/>
                    <a:pt x="1261" y="7435"/>
                  </a:cubicBezTo>
                  <a:lnTo>
                    <a:pt x="9515" y="7435"/>
                  </a:lnTo>
                  <a:cubicBezTo>
                    <a:pt x="10208" y="7435"/>
                    <a:pt x="10775" y="6900"/>
                    <a:pt x="10775" y="6206"/>
                  </a:cubicBezTo>
                  <a:lnTo>
                    <a:pt x="10775" y="1260"/>
                  </a:lnTo>
                  <a:cubicBezTo>
                    <a:pt x="10775" y="756"/>
                    <a:pt x="10460" y="315"/>
                    <a:pt x="10082" y="126"/>
                  </a:cubicBezTo>
                  <a:cubicBezTo>
                    <a:pt x="9452" y="536"/>
                    <a:pt x="8727" y="819"/>
                    <a:pt x="7908" y="819"/>
                  </a:cubicBezTo>
                  <a:cubicBezTo>
                    <a:pt x="7057" y="819"/>
                    <a:pt x="6270" y="504"/>
                    <a:pt x="55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37"/>
            <p:cNvSpPr/>
            <p:nvPr/>
          </p:nvSpPr>
          <p:spPr>
            <a:xfrm>
              <a:off x="-12352850" y="3802125"/>
              <a:ext cx="63050" cy="186150"/>
            </a:xfrm>
            <a:custGeom>
              <a:rect b="b" l="l" r="r" t="t"/>
              <a:pathLst>
                <a:path extrusionOk="0" h="7446" w="2522">
                  <a:moveTo>
                    <a:pt x="2092" y="0"/>
                  </a:moveTo>
                  <a:cubicBezTo>
                    <a:pt x="2035" y="0"/>
                    <a:pt x="1976" y="10"/>
                    <a:pt x="1923" y="37"/>
                  </a:cubicBezTo>
                  <a:lnTo>
                    <a:pt x="1" y="982"/>
                  </a:lnTo>
                  <a:lnTo>
                    <a:pt x="1" y="6464"/>
                  </a:lnTo>
                  <a:lnTo>
                    <a:pt x="1923" y="7409"/>
                  </a:lnTo>
                  <a:cubicBezTo>
                    <a:pt x="1976" y="7435"/>
                    <a:pt x="2035" y="7445"/>
                    <a:pt x="2092" y="7445"/>
                  </a:cubicBezTo>
                  <a:cubicBezTo>
                    <a:pt x="2170" y="7445"/>
                    <a:pt x="2246" y="7427"/>
                    <a:pt x="2301" y="7409"/>
                  </a:cubicBezTo>
                  <a:cubicBezTo>
                    <a:pt x="2427" y="7314"/>
                    <a:pt x="2521" y="7220"/>
                    <a:pt x="2521" y="7062"/>
                  </a:cubicBezTo>
                  <a:lnTo>
                    <a:pt x="2521" y="415"/>
                  </a:lnTo>
                  <a:cubicBezTo>
                    <a:pt x="2521" y="257"/>
                    <a:pt x="2427" y="131"/>
                    <a:pt x="2301" y="37"/>
                  </a:cubicBezTo>
                  <a:cubicBezTo>
                    <a:pt x="2246" y="18"/>
                    <a:pt x="2170" y="0"/>
                    <a:pt x="20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38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Doodle Banner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53" name="Google Shape;1153;p38"/>
          <p:cNvSpPr txBox="1"/>
          <p:nvPr/>
        </p:nvSpPr>
        <p:spPr>
          <a:xfrm>
            <a:off x="923625" y="3291475"/>
            <a:ext cx="1308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actually the closest planet to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4" name="Google Shape;1154;p38"/>
          <p:cNvSpPr txBox="1"/>
          <p:nvPr/>
        </p:nvSpPr>
        <p:spPr>
          <a:xfrm flipH="1">
            <a:off x="4962125" y="3291475"/>
            <a:ext cx="1308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Yes, Saturn is the ringed planet and it’s a gas giant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5" name="Google Shape;1155;p38"/>
          <p:cNvSpPr txBox="1"/>
          <p:nvPr/>
        </p:nvSpPr>
        <p:spPr>
          <a:xfrm>
            <a:off x="2977125" y="3291475"/>
            <a:ext cx="1308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a cold place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6" name="Google Shape;1156;p38"/>
          <p:cNvSpPr txBox="1"/>
          <p:nvPr/>
        </p:nvSpPr>
        <p:spPr>
          <a:xfrm flipH="1">
            <a:off x="6933388" y="3291475"/>
            <a:ext cx="1308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bigger than the others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7" name="Google Shape;1157;p38"/>
          <p:cNvSpPr txBox="1"/>
          <p:nvPr/>
        </p:nvSpPr>
        <p:spPr>
          <a:xfrm>
            <a:off x="1049006" y="2449564"/>
            <a:ext cx="11049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Mercury</a:t>
            </a:r>
            <a:endParaRPr sz="18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58" name="Google Shape;1158;p38"/>
          <p:cNvSpPr txBox="1"/>
          <p:nvPr/>
        </p:nvSpPr>
        <p:spPr>
          <a:xfrm>
            <a:off x="3059006" y="2449564"/>
            <a:ext cx="11049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Mars</a:t>
            </a:r>
            <a:endParaRPr sz="18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59" name="Google Shape;1159;p38"/>
          <p:cNvSpPr txBox="1"/>
          <p:nvPr/>
        </p:nvSpPr>
        <p:spPr>
          <a:xfrm>
            <a:off x="5069006" y="2449564"/>
            <a:ext cx="11049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Saturn</a:t>
            </a:r>
            <a:endParaRPr sz="18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60" name="Google Shape;1160;p38"/>
          <p:cNvSpPr txBox="1"/>
          <p:nvPr/>
        </p:nvSpPr>
        <p:spPr>
          <a:xfrm>
            <a:off x="7079006" y="2449564"/>
            <a:ext cx="11049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Jupiter</a:t>
            </a:r>
            <a:endParaRPr sz="18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1161" name="Google Shape;1161;p38"/>
          <p:cNvGrpSpPr/>
          <p:nvPr/>
        </p:nvGrpSpPr>
        <p:grpSpPr>
          <a:xfrm>
            <a:off x="677650" y="1634858"/>
            <a:ext cx="1758754" cy="2520793"/>
            <a:chOff x="677650" y="1634858"/>
            <a:chExt cx="1758754" cy="2520793"/>
          </a:xfrm>
        </p:grpSpPr>
        <p:sp>
          <p:nvSpPr>
            <p:cNvPr id="1162" name="Google Shape;1162;p38"/>
            <p:cNvSpPr/>
            <p:nvPr/>
          </p:nvSpPr>
          <p:spPr>
            <a:xfrm>
              <a:off x="1265362" y="1634858"/>
              <a:ext cx="583268" cy="583244"/>
            </a:xfrm>
            <a:custGeom>
              <a:rect b="b" l="l" r="r" t="t"/>
              <a:pathLst>
                <a:path extrusionOk="0" h="24909" w="24910">
                  <a:moveTo>
                    <a:pt x="11253" y="0"/>
                  </a:moveTo>
                  <a:cubicBezTo>
                    <a:pt x="8051" y="0"/>
                    <a:pt x="4944" y="1193"/>
                    <a:pt x="2866" y="3881"/>
                  </a:cubicBezTo>
                  <a:cubicBezTo>
                    <a:pt x="690" y="6637"/>
                    <a:pt x="1" y="10301"/>
                    <a:pt x="221" y="13883"/>
                  </a:cubicBezTo>
                  <a:cubicBezTo>
                    <a:pt x="442" y="16501"/>
                    <a:pt x="1131" y="19146"/>
                    <a:pt x="2756" y="21103"/>
                  </a:cubicBezTo>
                  <a:cubicBezTo>
                    <a:pt x="4823" y="23638"/>
                    <a:pt x="8019" y="24905"/>
                    <a:pt x="11133" y="24905"/>
                  </a:cubicBezTo>
                  <a:cubicBezTo>
                    <a:pt x="11238" y="24908"/>
                    <a:pt x="11343" y="24909"/>
                    <a:pt x="11449" y="24909"/>
                  </a:cubicBezTo>
                  <a:cubicBezTo>
                    <a:pt x="15691" y="24909"/>
                    <a:pt x="19788" y="22752"/>
                    <a:pt x="22154" y="19256"/>
                  </a:cubicBezTo>
                  <a:cubicBezTo>
                    <a:pt x="24552" y="15592"/>
                    <a:pt x="24910" y="10770"/>
                    <a:pt x="23064" y="6857"/>
                  </a:cubicBezTo>
                  <a:cubicBezTo>
                    <a:pt x="20942" y="2614"/>
                    <a:pt x="15994" y="0"/>
                    <a:pt x="112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38"/>
            <p:cNvSpPr/>
            <p:nvPr/>
          </p:nvSpPr>
          <p:spPr>
            <a:xfrm>
              <a:off x="677652" y="2374400"/>
              <a:ext cx="1758752" cy="678776"/>
            </a:xfrm>
            <a:custGeom>
              <a:rect b="b" l="l" r="r" t="t"/>
              <a:pathLst>
                <a:path extrusionOk="0" h="26350" w="48800">
                  <a:moveTo>
                    <a:pt x="4024" y="1196"/>
                  </a:moveTo>
                  <a:cubicBezTo>
                    <a:pt x="4024" y="1554"/>
                    <a:pt x="3913" y="1885"/>
                    <a:pt x="3913" y="2354"/>
                  </a:cubicBezTo>
                  <a:cubicBezTo>
                    <a:pt x="2866" y="2932"/>
                    <a:pt x="1957" y="3841"/>
                    <a:pt x="1158" y="4641"/>
                  </a:cubicBezTo>
                  <a:cubicBezTo>
                    <a:pt x="1158" y="4310"/>
                    <a:pt x="1158" y="4062"/>
                    <a:pt x="1048" y="3841"/>
                  </a:cubicBezTo>
                  <a:cubicBezTo>
                    <a:pt x="1158" y="3841"/>
                    <a:pt x="1158" y="3841"/>
                    <a:pt x="1158" y="3731"/>
                  </a:cubicBezTo>
                  <a:cubicBezTo>
                    <a:pt x="1847" y="3373"/>
                    <a:pt x="2536" y="2684"/>
                    <a:pt x="3114" y="2133"/>
                  </a:cubicBezTo>
                  <a:cubicBezTo>
                    <a:pt x="3445" y="1885"/>
                    <a:pt x="3803" y="1554"/>
                    <a:pt x="4024" y="1196"/>
                  </a:cubicBezTo>
                  <a:close/>
                  <a:moveTo>
                    <a:pt x="3803" y="2684"/>
                  </a:moveTo>
                  <a:cubicBezTo>
                    <a:pt x="3803" y="3153"/>
                    <a:pt x="3803" y="3621"/>
                    <a:pt x="3693" y="4062"/>
                  </a:cubicBezTo>
                  <a:cubicBezTo>
                    <a:pt x="3335" y="4310"/>
                    <a:pt x="3004" y="4641"/>
                    <a:pt x="2756" y="4889"/>
                  </a:cubicBezTo>
                  <a:cubicBezTo>
                    <a:pt x="2178" y="5219"/>
                    <a:pt x="1737" y="5688"/>
                    <a:pt x="1268" y="6018"/>
                  </a:cubicBezTo>
                  <a:lnTo>
                    <a:pt x="1268" y="6128"/>
                  </a:lnTo>
                  <a:cubicBezTo>
                    <a:pt x="1268" y="5688"/>
                    <a:pt x="1268" y="5219"/>
                    <a:pt x="1158" y="4751"/>
                  </a:cubicBezTo>
                  <a:cubicBezTo>
                    <a:pt x="1737" y="4420"/>
                    <a:pt x="2178" y="3952"/>
                    <a:pt x="2756" y="3511"/>
                  </a:cubicBezTo>
                  <a:cubicBezTo>
                    <a:pt x="3114" y="3263"/>
                    <a:pt x="3445" y="2932"/>
                    <a:pt x="3803" y="2684"/>
                  </a:cubicBezTo>
                  <a:close/>
                  <a:moveTo>
                    <a:pt x="3693" y="4530"/>
                  </a:moveTo>
                  <a:lnTo>
                    <a:pt x="3693" y="5577"/>
                  </a:lnTo>
                  <a:cubicBezTo>
                    <a:pt x="3445" y="5798"/>
                    <a:pt x="3225" y="5908"/>
                    <a:pt x="3004" y="6128"/>
                  </a:cubicBezTo>
                  <a:cubicBezTo>
                    <a:pt x="2536" y="6487"/>
                    <a:pt x="1957" y="6817"/>
                    <a:pt x="1489" y="7286"/>
                  </a:cubicBezTo>
                  <a:cubicBezTo>
                    <a:pt x="1378" y="7286"/>
                    <a:pt x="1489" y="7396"/>
                    <a:pt x="1626" y="7396"/>
                  </a:cubicBezTo>
                  <a:cubicBezTo>
                    <a:pt x="2067" y="7065"/>
                    <a:pt x="2646" y="6707"/>
                    <a:pt x="3225" y="6376"/>
                  </a:cubicBezTo>
                  <a:cubicBezTo>
                    <a:pt x="3335" y="6266"/>
                    <a:pt x="3445" y="6128"/>
                    <a:pt x="3693" y="6018"/>
                  </a:cubicBezTo>
                  <a:lnTo>
                    <a:pt x="3693" y="6955"/>
                  </a:lnTo>
                  <a:cubicBezTo>
                    <a:pt x="3445" y="7065"/>
                    <a:pt x="3335" y="7286"/>
                    <a:pt x="3114" y="7396"/>
                  </a:cubicBezTo>
                  <a:cubicBezTo>
                    <a:pt x="2646" y="7754"/>
                    <a:pt x="2178" y="8195"/>
                    <a:pt x="1626" y="8553"/>
                  </a:cubicBezTo>
                  <a:cubicBezTo>
                    <a:pt x="1626" y="8631"/>
                    <a:pt x="1626" y="8709"/>
                    <a:pt x="1665" y="8709"/>
                  </a:cubicBezTo>
                  <a:cubicBezTo>
                    <a:pt x="1682" y="8709"/>
                    <a:pt x="1704" y="8696"/>
                    <a:pt x="1737" y="8663"/>
                  </a:cubicBezTo>
                  <a:cubicBezTo>
                    <a:pt x="2315" y="8443"/>
                    <a:pt x="2756" y="8085"/>
                    <a:pt x="3225" y="7644"/>
                  </a:cubicBezTo>
                  <a:cubicBezTo>
                    <a:pt x="3335" y="7644"/>
                    <a:pt x="3555" y="7506"/>
                    <a:pt x="3693" y="7396"/>
                  </a:cubicBezTo>
                  <a:lnTo>
                    <a:pt x="3693" y="7975"/>
                  </a:lnTo>
                  <a:cubicBezTo>
                    <a:pt x="3335" y="8195"/>
                    <a:pt x="3004" y="8553"/>
                    <a:pt x="2646" y="8774"/>
                  </a:cubicBezTo>
                  <a:cubicBezTo>
                    <a:pt x="2178" y="9132"/>
                    <a:pt x="1847" y="9463"/>
                    <a:pt x="1378" y="9821"/>
                  </a:cubicBezTo>
                  <a:cubicBezTo>
                    <a:pt x="1378" y="8553"/>
                    <a:pt x="1378" y="7396"/>
                    <a:pt x="1268" y="6128"/>
                  </a:cubicBezTo>
                  <a:lnTo>
                    <a:pt x="1268" y="6128"/>
                  </a:lnTo>
                  <a:lnTo>
                    <a:pt x="1378" y="6266"/>
                  </a:lnTo>
                  <a:cubicBezTo>
                    <a:pt x="1957" y="5908"/>
                    <a:pt x="2536" y="5440"/>
                    <a:pt x="3004" y="5109"/>
                  </a:cubicBezTo>
                  <a:cubicBezTo>
                    <a:pt x="3225" y="4889"/>
                    <a:pt x="3445" y="4751"/>
                    <a:pt x="3693" y="4530"/>
                  </a:cubicBezTo>
                  <a:close/>
                  <a:moveTo>
                    <a:pt x="3693" y="8443"/>
                  </a:moveTo>
                  <a:lnTo>
                    <a:pt x="3693" y="10041"/>
                  </a:lnTo>
                  <a:cubicBezTo>
                    <a:pt x="3335" y="10262"/>
                    <a:pt x="3004" y="10510"/>
                    <a:pt x="2756" y="10730"/>
                  </a:cubicBezTo>
                  <a:cubicBezTo>
                    <a:pt x="2315" y="11088"/>
                    <a:pt x="1847" y="11419"/>
                    <a:pt x="1378" y="11777"/>
                  </a:cubicBezTo>
                  <a:lnTo>
                    <a:pt x="1378" y="10041"/>
                  </a:lnTo>
                  <a:cubicBezTo>
                    <a:pt x="1847" y="9821"/>
                    <a:pt x="2315" y="9463"/>
                    <a:pt x="2756" y="9132"/>
                  </a:cubicBezTo>
                  <a:cubicBezTo>
                    <a:pt x="3114" y="8884"/>
                    <a:pt x="3335" y="8663"/>
                    <a:pt x="3693" y="8443"/>
                  </a:cubicBezTo>
                  <a:close/>
                  <a:moveTo>
                    <a:pt x="3803" y="10510"/>
                  </a:moveTo>
                  <a:lnTo>
                    <a:pt x="3803" y="11419"/>
                  </a:lnTo>
                  <a:lnTo>
                    <a:pt x="3803" y="11777"/>
                  </a:lnTo>
                  <a:cubicBezTo>
                    <a:pt x="3335" y="11998"/>
                    <a:pt x="2866" y="12328"/>
                    <a:pt x="2536" y="12576"/>
                  </a:cubicBezTo>
                  <a:cubicBezTo>
                    <a:pt x="2178" y="12907"/>
                    <a:pt x="1737" y="13155"/>
                    <a:pt x="1378" y="13375"/>
                  </a:cubicBezTo>
                  <a:lnTo>
                    <a:pt x="1378" y="11998"/>
                  </a:lnTo>
                  <a:lnTo>
                    <a:pt x="1489" y="11998"/>
                  </a:lnTo>
                  <a:cubicBezTo>
                    <a:pt x="2067" y="11639"/>
                    <a:pt x="2536" y="11309"/>
                    <a:pt x="3114" y="10950"/>
                  </a:cubicBezTo>
                  <a:cubicBezTo>
                    <a:pt x="3335" y="10840"/>
                    <a:pt x="3555" y="10620"/>
                    <a:pt x="3803" y="10510"/>
                  </a:cubicBezTo>
                  <a:close/>
                  <a:moveTo>
                    <a:pt x="3803" y="12218"/>
                  </a:moveTo>
                  <a:cubicBezTo>
                    <a:pt x="3803" y="12576"/>
                    <a:pt x="3803" y="13017"/>
                    <a:pt x="3913" y="13485"/>
                  </a:cubicBezTo>
                  <a:cubicBezTo>
                    <a:pt x="3004" y="13844"/>
                    <a:pt x="2315" y="14533"/>
                    <a:pt x="1489" y="14973"/>
                  </a:cubicBezTo>
                  <a:cubicBezTo>
                    <a:pt x="1489" y="14643"/>
                    <a:pt x="1378" y="14395"/>
                    <a:pt x="1378" y="14064"/>
                  </a:cubicBezTo>
                  <a:lnTo>
                    <a:pt x="1378" y="13706"/>
                  </a:lnTo>
                  <a:cubicBezTo>
                    <a:pt x="1847" y="13375"/>
                    <a:pt x="2315" y="13155"/>
                    <a:pt x="2756" y="12797"/>
                  </a:cubicBezTo>
                  <a:cubicBezTo>
                    <a:pt x="3114" y="12686"/>
                    <a:pt x="3555" y="12466"/>
                    <a:pt x="3803" y="12218"/>
                  </a:cubicBezTo>
                  <a:close/>
                  <a:moveTo>
                    <a:pt x="3913" y="13844"/>
                  </a:moveTo>
                  <a:lnTo>
                    <a:pt x="3913" y="15332"/>
                  </a:lnTo>
                  <a:cubicBezTo>
                    <a:pt x="3693" y="15552"/>
                    <a:pt x="3335" y="15772"/>
                    <a:pt x="3114" y="16020"/>
                  </a:cubicBezTo>
                  <a:cubicBezTo>
                    <a:pt x="2646" y="16461"/>
                    <a:pt x="2178" y="16930"/>
                    <a:pt x="1626" y="17150"/>
                  </a:cubicBezTo>
                  <a:cubicBezTo>
                    <a:pt x="1489" y="16599"/>
                    <a:pt x="1489" y="15910"/>
                    <a:pt x="1489" y="15332"/>
                  </a:cubicBezTo>
                  <a:cubicBezTo>
                    <a:pt x="2315" y="14973"/>
                    <a:pt x="3225" y="14533"/>
                    <a:pt x="3913" y="13844"/>
                  </a:cubicBezTo>
                  <a:close/>
                  <a:moveTo>
                    <a:pt x="4024" y="15772"/>
                  </a:moveTo>
                  <a:lnTo>
                    <a:pt x="4024" y="16930"/>
                  </a:lnTo>
                  <a:lnTo>
                    <a:pt x="3335" y="17619"/>
                  </a:lnTo>
                  <a:cubicBezTo>
                    <a:pt x="2756" y="17977"/>
                    <a:pt x="2315" y="18418"/>
                    <a:pt x="1737" y="18776"/>
                  </a:cubicBezTo>
                  <a:lnTo>
                    <a:pt x="1737" y="18886"/>
                  </a:lnTo>
                  <a:cubicBezTo>
                    <a:pt x="1634" y="18346"/>
                    <a:pt x="1627" y="17903"/>
                    <a:pt x="1626" y="17398"/>
                  </a:cubicBezTo>
                  <a:lnTo>
                    <a:pt x="1626" y="17398"/>
                  </a:lnTo>
                  <a:cubicBezTo>
                    <a:pt x="2178" y="17150"/>
                    <a:pt x="2646" y="16820"/>
                    <a:pt x="3114" y="16461"/>
                  </a:cubicBezTo>
                  <a:cubicBezTo>
                    <a:pt x="3445" y="16241"/>
                    <a:pt x="3693" y="16020"/>
                    <a:pt x="4024" y="15772"/>
                  </a:cubicBezTo>
                  <a:close/>
                  <a:moveTo>
                    <a:pt x="4134" y="17398"/>
                  </a:moveTo>
                  <a:cubicBezTo>
                    <a:pt x="4134" y="17839"/>
                    <a:pt x="4134" y="18197"/>
                    <a:pt x="4244" y="18666"/>
                  </a:cubicBezTo>
                  <a:cubicBezTo>
                    <a:pt x="3913" y="18886"/>
                    <a:pt x="3693" y="19107"/>
                    <a:pt x="3445" y="19354"/>
                  </a:cubicBezTo>
                  <a:cubicBezTo>
                    <a:pt x="2866" y="19795"/>
                    <a:pt x="2426" y="20154"/>
                    <a:pt x="1847" y="20594"/>
                  </a:cubicBezTo>
                  <a:cubicBezTo>
                    <a:pt x="1737" y="20043"/>
                    <a:pt x="1737" y="19465"/>
                    <a:pt x="1737" y="18996"/>
                  </a:cubicBezTo>
                  <a:lnTo>
                    <a:pt x="1847" y="18996"/>
                  </a:lnTo>
                  <a:cubicBezTo>
                    <a:pt x="2315" y="18666"/>
                    <a:pt x="2866" y="18307"/>
                    <a:pt x="3445" y="17977"/>
                  </a:cubicBezTo>
                  <a:cubicBezTo>
                    <a:pt x="3693" y="17729"/>
                    <a:pt x="3913" y="17619"/>
                    <a:pt x="4134" y="17398"/>
                  </a:cubicBezTo>
                  <a:close/>
                  <a:moveTo>
                    <a:pt x="47890" y="755"/>
                  </a:moveTo>
                  <a:cubicBezTo>
                    <a:pt x="47780" y="4420"/>
                    <a:pt x="47642" y="8085"/>
                    <a:pt x="47421" y="11777"/>
                  </a:cubicBezTo>
                  <a:cubicBezTo>
                    <a:pt x="47311" y="14863"/>
                    <a:pt x="46622" y="18666"/>
                    <a:pt x="47642" y="21752"/>
                  </a:cubicBezTo>
                  <a:cubicBezTo>
                    <a:pt x="46411" y="21493"/>
                    <a:pt x="45092" y="21422"/>
                    <a:pt x="43773" y="21422"/>
                  </a:cubicBezTo>
                  <a:cubicBezTo>
                    <a:pt x="42140" y="21422"/>
                    <a:pt x="40508" y="21531"/>
                    <a:pt x="39045" y="21531"/>
                  </a:cubicBezTo>
                  <a:cubicBezTo>
                    <a:pt x="35022" y="21531"/>
                    <a:pt x="31109" y="21642"/>
                    <a:pt x="27114" y="21752"/>
                  </a:cubicBezTo>
                  <a:cubicBezTo>
                    <a:pt x="23091" y="21862"/>
                    <a:pt x="19178" y="21862"/>
                    <a:pt x="15156" y="21972"/>
                  </a:cubicBezTo>
                  <a:cubicBezTo>
                    <a:pt x="13025" y="21972"/>
                    <a:pt x="10882" y="21874"/>
                    <a:pt x="8734" y="21874"/>
                  </a:cubicBezTo>
                  <a:cubicBezTo>
                    <a:pt x="7661" y="21874"/>
                    <a:pt x="6586" y="21899"/>
                    <a:pt x="5512" y="21972"/>
                  </a:cubicBezTo>
                  <a:cubicBezTo>
                    <a:pt x="5512" y="18307"/>
                    <a:pt x="5071" y="14643"/>
                    <a:pt x="4933" y="10950"/>
                  </a:cubicBezTo>
                  <a:cubicBezTo>
                    <a:pt x="4823" y="7644"/>
                    <a:pt x="5071" y="4200"/>
                    <a:pt x="4602" y="866"/>
                  </a:cubicBezTo>
                  <a:lnTo>
                    <a:pt x="4602" y="866"/>
                  </a:lnTo>
                  <a:cubicBezTo>
                    <a:pt x="6269" y="1086"/>
                    <a:pt x="7964" y="1141"/>
                    <a:pt x="9658" y="1141"/>
                  </a:cubicBezTo>
                  <a:cubicBezTo>
                    <a:pt x="11353" y="1141"/>
                    <a:pt x="13048" y="1086"/>
                    <a:pt x="14715" y="1086"/>
                  </a:cubicBezTo>
                  <a:lnTo>
                    <a:pt x="37309" y="1086"/>
                  </a:lnTo>
                  <a:cubicBezTo>
                    <a:pt x="38840" y="1086"/>
                    <a:pt x="40420" y="1130"/>
                    <a:pt x="42005" y="1130"/>
                  </a:cubicBezTo>
                  <a:cubicBezTo>
                    <a:pt x="43986" y="1130"/>
                    <a:pt x="45976" y="1062"/>
                    <a:pt x="47890" y="755"/>
                  </a:cubicBezTo>
                  <a:close/>
                  <a:moveTo>
                    <a:pt x="4244" y="19107"/>
                  </a:moveTo>
                  <a:cubicBezTo>
                    <a:pt x="4382" y="19465"/>
                    <a:pt x="4382" y="19795"/>
                    <a:pt x="4382" y="20154"/>
                  </a:cubicBezTo>
                  <a:cubicBezTo>
                    <a:pt x="3913" y="20374"/>
                    <a:pt x="3555" y="20732"/>
                    <a:pt x="3114" y="21063"/>
                  </a:cubicBezTo>
                  <a:cubicBezTo>
                    <a:pt x="2756" y="21421"/>
                    <a:pt x="2315" y="21752"/>
                    <a:pt x="1957" y="22110"/>
                  </a:cubicBezTo>
                  <a:cubicBezTo>
                    <a:pt x="1847" y="21642"/>
                    <a:pt x="1847" y="21173"/>
                    <a:pt x="1847" y="20842"/>
                  </a:cubicBezTo>
                  <a:cubicBezTo>
                    <a:pt x="2536" y="20484"/>
                    <a:pt x="3004" y="20043"/>
                    <a:pt x="3555" y="19685"/>
                  </a:cubicBezTo>
                  <a:cubicBezTo>
                    <a:pt x="3803" y="19465"/>
                    <a:pt x="4024" y="19354"/>
                    <a:pt x="4244" y="19107"/>
                  </a:cubicBezTo>
                  <a:close/>
                  <a:moveTo>
                    <a:pt x="7492" y="23426"/>
                  </a:moveTo>
                  <a:cubicBezTo>
                    <a:pt x="7480" y="23426"/>
                    <a:pt x="7468" y="23442"/>
                    <a:pt x="7468" y="23488"/>
                  </a:cubicBezTo>
                  <a:cubicBezTo>
                    <a:pt x="7541" y="23488"/>
                    <a:pt x="7517" y="23426"/>
                    <a:pt x="7492" y="23426"/>
                  </a:cubicBezTo>
                  <a:close/>
                  <a:moveTo>
                    <a:pt x="4492" y="20484"/>
                  </a:moveTo>
                  <a:cubicBezTo>
                    <a:pt x="4492" y="20842"/>
                    <a:pt x="4602" y="21173"/>
                    <a:pt x="4602" y="21531"/>
                  </a:cubicBezTo>
                  <a:cubicBezTo>
                    <a:pt x="3555" y="21862"/>
                    <a:pt x="2646" y="22799"/>
                    <a:pt x="1957" y="23708"/>
                  </a:cubicBezTo>
                  <a:lnTo>
                    <a:pt x="1957" y="22330"/>
                  </a:lnTo>
                  <a:cubicBezTo>
                    <a:pt x="2426" y="21862"/>
                    <a:pt x="3004" y="21531"/>
                    <a:pt x="3445" y="21173"/>
                  </a:cubicBezTo>
                  <a:cubicBezTo>
                    <a:pt x="3803" y="20953"/>
                    <a:pt x="4134" y="20732"/>
                    <a:pt x="4492" y="20484"/>
                  </a:cubicBezTo>
                  <a:close/>
                  <a:moveTo>
                    <a:pt x="4713" y="21752"/>
                  </a:moveTo>
                  <a:cubicBezTo>
                    <a:pt x="4713" y="21972"/>
                    <a:pt x="4823" y="22110"/>
                    <a:pt x="4823" y="22330"/>
                  </a:cubicBezTo>
                  <a:cubicBezTo>
                    <a:pt x="4134" y="22551"/>
                    <a:pt x="3555" y="23240"/>
                    <a:pt x="3114" y="23708"/>
                  </a:cubicBezTo>
                  <a:cubicBezTo>
                    <a:pt x="2866" y="23929"/>
                    <a:pt x="2426" y="24287"/>
                    <a:pt x="1957" y="24617"/>
                  </a:cubicBezTo>
                  <a:lnTo>
                    <a:pt x="1957" y="24039"/>
                  </a:lnTo>
                  <a:cubicBezTo>
                    <a:pt x="2426" y="23598"/>
                    <a:pt x="3004" y="23129"/>
                    <a:pt x="3445" y="22661"/>
                  </a:cubicBezTo>
                  <a:cubicBezTo>
                    <a:pt x="3913" y="22441"/>
                    <a:pt x="4382" y="22110"/>
                    <a:pt x="4713" y="21752"/>
                  </a:cubicBezTo>
                  <a:close/>
                  <a:moveTo>
                    <a:pt x="45134" y="22441"/>
                  </a:moveTo>
                  <a:lnTo>
                    <a:pt x="45134" y="22441"/>
                  </a:lnTo>
                  <a:cubicBezTo>
                    <a:pt x="44198" y="23019"/>
                    <a:pt x="43646" y="23818"/>
                    <a:pt x="43068" y="24617"/>
                  </a:cubicBezTo>
                  <a:lnTo>
                    <a:pt x="41690" y="24617"/>
                  </a:lnTo>
                  <a:cubicBezTo>
                    <a:pt x="42379" y="23929"/>
                    <a:pt x="43178" y="23350"/>
                    <a:pt x="43509" y="22551"/>
                  </a:cubicBezTo>
                  <a:cubicBezTo>
                    <a:pt x="44087" y="22551"/>
                    <a:pt x="44556" y="22551"/>
                    <a:pt x="45134" y="22441"/>
                  </a:cubicBezTo>
                  <a:close/>
                  <a:moveTo>
                    <a:pt x="46953" y="22330"/>
                  </a:moveTo>
                  <a:cubicBezTo>
                    <a:pt x="46622" y="22661"/>
                    <a:pt x="46264" y="22909"/>
                    <a:pt x="45933" y="23240"/>
                  </a:cubicBezTo>
                  <a:cubicBezTo>
                    <a:pt x="45355" y="23598"/>
                    <a:pt x="44666" y="24039"/>
                    <a:pt x="44446" y="24617"/>
                  </a:cubicBezTo>
                  <a:lnTo>
                    <a:pt x="43398" y="24617"/>
                  </a:lnTo>
                  <a:cubicBezTo>
                    <a:pt x="44087" y="23929"/>
                    <a:pt x="44886" y="23240"/>
                    <a:pt x="45355" y="22441"/>
                  </a:cubicBezTo>
                  <a:cubicBezTo>
                    <a:pt x="45933" y="22441"/>
                    <a:pt x="46402" y="22441"/>
                    <a:pt x="46953" y="22330"/>
                  </a:cubicBezTo>
                  <a:close/>
                  <a:moveTo>
                    <a:pt x="39954" y="22441"/>
                  </a:moveTo>
                  <a:cubicBezTo>
                    <a:pt x="39155" y="23129"/>
                    <a:pt x="38356" y="23818"/>
                    <a:pt x="37667" y="24507"/>
                  </a:cubicBezTo>
                  <a:cubicBezTo>
                    <a:pt x="37557" y="24617"/>
                    <a:pt x="37557" y="24617"/>
                    <a:pt x="37557" y="24728"/>
                  </a:cubicBezTo>
                  <a:lnTo>
                    <a:pt x="36400" y="24728"/>
                  </a:lnTo>
                  <a:cubicBezTo>
                    <a:pt x="36868" y="24287"/>
                    <a:pt x="37309" y="23929"/>
                    <a:pt x="37777" y="23598"/>
                  </a:cubicBezTo>
                  <a:cubicBezTo>
                    <a:pt x="38246" y="23240"/>
                    <a:pt x="38825" y="22909"/>
                    <a:pt x="39265" y="22441"/>
                  </a:cubicBezTo>
                  <a:close/>
                  <a:moveTo>
                    <a:pt x="41911" y="22441"/>
                  </a:moveTo>
                  <a:cubicBezTo>
                    <a:pt x="42379" y="22441"/>
                    <a:pt x="42710" y="22551"/>
                    <a:pt x="43178" y="22551"/>
                  </a:cubicBezTo>
                  <a:cubicBezTo>
                    <a:pt x="42489" y="23019"/>
                    <a:pt x="42021" y="23818"/>
                    <a:pt x="41580" y="24397"/>
                  </a:cubicBezTo>
                  <a:cubicBezTo>
                    <a:pt x="41442" y="24507"/>
                    <a:pt x="41442" y="24507"/>
                    <a:pt x="41580" y="24617"/>
                  </a:cubicBezTo>
                  <a:cubicBezTo>
                    <a:pt x="40312" y="24617"/>
                    <a:pt x="39045" y="24617"/>
                    <a:pt x="37888" y="24728"/>
                  </a:cubicBezTo>
                  <a:cubicBezTo>
                    <a:pt x="38687" y="23929"/>
                    <a:pt x="39624" y="23240"/>
                    <a:pt x="40423" y="22441"/>
                  </a:cubicBezTo>
                  <a:lnTo>
                    <a:pt x="41442" y="22441"/>
                  </a:lnTo>
                  <a:cubicBezTo>
                    <a:pt x="41222" y="22661"/>
                    <a:pt x="41112" y="22909"/>
                    <a:pt x="40891" y="23129"/>
                  </a:cubicBezTo>
                  <a:cubicBezTo>
                    <a:pt x="40423" y="23488"/>
                    <a:pt x="40064" y="23929"/>
                    <a:pt x="39734" y="24287"/>
                  </a:cubicBezTo>
                  <a:cubicBezTo>
                    <a:pt x="39645" y="24376"/>
                    <a:pt x="39700" y="24537"/>
                    <a:pt x="39782" y="24537"/>
                  </a:cubicBezTo>
                  <a:cubicBezTo>
                    <a:pt x="39802" y="24537"/>
                    <a:pt x="39823" y="24528"/>
                    <a:pt x="39844" y="24507"/>
                  </a:cubicBezTo>
                  <a:cubicBezTo>
                    <a:pt x="40202" y="24039"/>
                    <a:pt x="40643" y="23708"/>
                    <a:pt x="41112" y="23350"/>
                  </a:cubicBezTo>
                  <a:cubicBezTo>
                    <a:pt x="41332" y="23129"/>
                    <a:pt x="41690" y="22799"/>
                    <a:pt x="41911" y="22441"/>
                  </a:cubicBezTo>
                  <a:close/>
                  <a:moveTo>
                    <a:pt x="36620" y="22551"/>
                  </a:moveTo>
                  <a:lnTo>
                    <a:pt x="35931" y="23240"/>
                  </a:lnTo>
                  <a:cubicBezTo>
                    <a:pt x="35380" y="23708"/>
                    <a:pt x="34802" y="24287"/>
                    <a:pt x="34223" y="24865"/>
                  </a:cubicBezTo>
                  <a:lnTo>
                    <a:pt x="33176" y="24865"/>
                  </a:lnTo>
                  <a:cubicBezTo>
                    <a:pt x="33644" y="24507"/>
                    <a:pt x="34113" y="24176"/>
                    <a:pt x="34443" y="23708"/>
                  </a:cubicBezTo>
                  <a:cubicBezTo>
                    <a:pt x="34912" y="23350"/>
                    <a:pt x="35490" y="23019"/>
                    <a:pt x="35821" y="22551"/>
                  </a:cubicBezTo>
                  <a:close/>
                  <a:moveTo>
                    <a:pt x="38687" y="22441"/>
                  </a:moveTo>
                  <a:cubicBezTo>
                    <a:pt x="38356" y="22661"/>
                    <a:pt x="37888" y="23019"/>
                    <a:pt x="37557" y="23240"/>
                  </a:cubicBezTo>
                  <a:cubicBezTo>
                    <a:pt x="36978" y="23708"/>
                    <a:pt x="36510" y="24287"/>
                    <a:pt x="36069" y="24728"/>
                  </a:cubicBezTo>
                  <a:cubicBezTo>
                    <a:pt x="35601" y="24728"/>
                    <a:pt x="35132" y="24728"/>
                    <a:pt x="34802" y="24865"/>
                  </a:cubicBezTo>
                  <a:cubicBezTo>
                    <a:pt x="35242" y="24397"/>
                    <a:pt x="35711" y="23929"/>
                    <a:pt x="36179" y="23598"/>
                  </a:cubicBezTo>
                  <a:cubicBezTo>
                    <a:pt x="36620" y="23240"/>
                    <a:pt x="36978" y="22909"/>
                    <a:pt x="37309" y="22551"/>
                  </a:cubicBezTo>
                  <a:cubicBezTo>
                    <a:pt x="37777" y="22551"/>
                    <a:pt x="38246" y="22441"/>
                    <a:pt x="38687" y="22441"/>
                  </a:cubicBezTo>
                  <a:close/>
                  <a:moveTo>
                    <a:pt x="35242" y="22551"/>
                  </a:moveTo>
                  <a:cubicBezTo>
                    <a:pt x="34912" y="22799"/>
                    <a:pt x="34554" y="23240"/>
                    <a:pt x="34223" y="23488"/>
                  </a:cubicBezTo>
                  <a:cubicBezTo>
                    <a:pt x="33755" y="23929"/>
                    <a:pt x="33314" y="24397"/>
                    <a:pt x="32735" y="24865"/>
                  </a:cubicBezTo>
                  <a:cubicBezTo>
                    <a:pt x="32267" y="24865"/>
                    <a:pt x="31798" y="24976"/>
                    <a:pt x="31247" y="24976"/>
                  </a:cubicBezTo>
                  <a:cubicBezTo>
                    <a:pt x="32156" y="24176"/>
                    <a:pt x="33066" y="23488"/>
                    <a:pt x="33865" y="22551"/>
                  </a:cubicBezTo>
                  <a:close/>
                  <a:moveTo>
                    <a:pt x="5071" y="22909"/>
                  </a:moveTo>
                  <a:cubicBezTo>
                    <a:pt x="5181" y="22909"/>
                    <a:pt x="5291" y="23019"/>
                    <a:pt x="5291" y="23019"/>
                  </a:cubicBezTo>
                  <a:lnTo>
                    <a:pt x="6090" y="23019"/>
                  </a:lnTo>
                  <a:cubicBezTo>
                    <a:pt x="5181" y="23708"/>
                    <a:pt x="4382" y="24397"/>
                    <a:pt x="3445" y="25086"/>
                  </a:cubicBezTo>
                  <a:lnTo>
                    <a:pt x="2756" y="25086"/>
                  </a:lnTo>
                  <a:cubicBezTo>
                    <a:pt x="3004" y="24865"/>
                    <a:pt x="3335" y="24617"/>
                    <a:pt x="3555" y="24397"/>
                  </a:cubicBezTo>
                  <a:cubicBezTo>
                    <a:pt x="4134" y="23929"/>
                    <a:pt x="4602" y="23488"/>
                    <a:pt x="5071" y="22909"/>
                  </a:cubicBezTo>
                  <a:close/>
                  <a:moveTo>
                    <a:pt x="33176" y="22551"/>
                  </a:moveTo>
                  <a:lnTo>
                    <a:pt x="33176" y="22551"/>
                  </a:lnTo>
                  <a:cubicBezTo>
                    <a:pt x="32377" y="23350"/>
                    <a:pt x="31578" y="24176"/>
                    <a:pt x="30889" y="24976"/>
                  </a:cubicBezTo>
                  <a:cubicBezTo>
                    <a:pt x="30090" y="24976"/>
                    <a:pt x="29181" y="25086"/>
                    <a:pt x="28354" y="25086"/>
                  </a:cubicBezTo>
                  <a:cubicBezTo>
                    <a:pt x="29181" y="24397"/>
                    <a:pt x="29980" y="23598"/>
                    <a:pt x="30558" y="22661"/>
                  </a:cubicBezTo>
                  <a:lnTo>
                    <a:pt x="31798" y="22661"/>
                  </a:lnTo>
                  <a:cubicBezTo>
                    <a:pt x="31468" y="22909"/>
                    <a:pt x="31247" y="23240"/>
                    <a:pt x="30999" y="23488"/>
                  </a:cubicBezTo>
                  <a:cubicBezTo>
                    <a:pt x="30558" y="23929"/>
                    <a:pt x="30090" y="24397"/>
                    <a:pt x="29621" y="24865"/>
                  </a:cubicBezTo>
                  <a:cubicBezTo>
                    <a:pt x="29621" y="24943"/>
                    <a:pt x="29677" y="25021"/>
                    <a:pt x="29709" y="25021"/>
                  </a:cubicBezTo>
                  <a:cubicBezTo>
                    <a:pt x="29722" y="25021"/>
                    <a:pt x="29732" y="25008"/>
                    <a:pt x="29732" y="24976"/>
                  </a:cubicBezTo>
                  <a:cubicBezTo>
                    <a:pt x="30200" y="24617"/>
                    <a:pt x="30668" y="24176"/>
                    <a:pt x="31109" y="23708"/>
                  </a:cubicBezTo>
                  <a:cubicBezTo>
                    <a:pt x="31468" y="23350"/>
                    <a:pt x="31936" y="23019"/>
                    <a:pt x="32156" y="22661"/>
                  </a:cubicBezTo>
                  <a:cubicBezTo>
                    <a:pt x="32487" y="22661"/>
                    <a:pt x="32845" y="22661"/>
                    <a:pt x="33176" y="22551"/>
                  </a:cubicBezTo>
                  <a:close/>
                  <a:moveTo>
                    <a:pt x="6200" y="23019"/>
                  </a:moveTo>
                  <a:cubicBezTo>
                    <a:pt x="7137" y="23129"/>
                    <a:pt x="7936" y="23129"/>
                    <a:pt x="8846" y="23129"/>
                  </a:cubicBezTo>
                  <a:cubicBezTo>
                    <a:pt x="8515" y="23488"/>
                    <a:pt x="8157" y="23708"/>
                    <a:pt x="7826" y="24039"/>
                  </a:cubicBezTo>
                  <a:cubicBezTo>
                    <a:pt x="7468" y="24397"/>
                    <a:pt x="6999" y="24728"/>
                    <a:pt x="6669" y="25196"/>
                  </a:cubicBezTo>
                  <a:cubicBezTo>
                    <a:pt x="6311" y="25196"/>
                    <a:pt x="5870" y="25196"/>
                    <a:pt x="5512" y="25086"/>
                  </a:cubicBezTo>
                  <a:cubicBezTo>
                    <a:pt x="5870" y="24976"/>
                    <a:pt x="6090" y="24728"/>
                    <a:pt x="6311" y="24507"/>
                  </a:cubicBezTo>
                  <a:cubicBezTo>
                    <a:pt x="6779" y="24287"/>
                    <a:pt x="7247" y="23929"/>
                    <a:pt x="7468" y="23488"/>
                  </a:cubicBezTo>
                  <a:lnTo>
                    <a:pt x="7468" y="23488"/>
                  </a:lnTo>
                  <a:cubicBezTo>
                    <a:pt x="6999" y="23598"/>
                    <a:pt x="6669" y="23929"/>
                    <a:pt x="6311" y="24287"/>
                  </a:cubicBezTo>
                  <a:cubicBezTo>
                    <a:pt x="5980" y="24507"/>
                    <a:pt x="5622" y="24865"/>
                    <a:pt x="5291" y="25086"/>
                  </a:cubicBezTo>
                  <a:lnTo>
                    <a:pt x="3913" y="25086"/>
                  </a:lnTo>
                  <a:cubicBezTo>
                    <a:pt x="4823" y="24617"/>
                    <a:pt x="5622" y="23929"/>
                    <a:pt x="6200" y="23129"/>
                  </a:cubicBezTo>
                  <a:lnTo>
                    <a:pt x="6200" y="23019"/>
                  </a:lnTo>
                  <a:close/>
                  <a:moveTo>
                    <a:pt x="10582" y="23129"/>
                  </a:moveTo>
                  <a:cubicBezTo>
                    <a:pt x="10223" y="23350"/>
                    <a:pt x="9893" y="23818"/>
                    <a:pt x="9534" y="24039"/>
                  </a:cubicBezTo>
                  <a:cubicBezTo>
                    <a:pt x="9066" y="24397"/>
                    <a:pt x="8735" y="24865"/>
                    <a:pt x="8377" y="25196"/>
                  </a:cubicBezTo>
                  <a:lnTo>
                    <a:pt x="6999" y="25196"/>
                  </a:lnTo>
                  <a:lnTo>
                    <a:pt x="8047" y="24176"/>
                  </a:lnTo>
                  <a:cubicBezTo>
                    <a:pt x="8515" y="23929"/>
                    <a:pt x="8846" y="23598"/>
                    <a:pt x="9204" y="23129"/>
                  </a:cubicBezTo>
                  <a:close/>
                  <a:moveTo>
                    <a:pt x="12400" y="23129"/>
                  </a:moveTo>
                  <a:cubicBezTo>
                    <a:pt x="11959" y="23350"/>
                    <a:pt x="11601" y="23818"/>
                    <a:pt x="11133" y="24176"/>
                  </a:cubicBezTo>
                  <a:lnTo>
                    <a:pt x="10113" y="25196"/>
                  </a:lnTo>
                  <a:lnTo>
                    <a:pt x="8735" y="25196"/>
                  </a:lnTo>
                  <a:cubicBezTo>
                    <a:pt x="9066" y="24865"/>
                    <a:pt x="9314" y="24617"/>
                    <a:pt x="9645" y="24287"/>
                  </a:cubicBezTo>
                  <a:cubicBezTo>
                    <a:pt x="10113" y="23929"/>
                    <a:pt x="10582" y="23598"/>
                    <a:pt x="10912" y="23129"/>
                  </a:cubicBezTo>
                  <a:close/>
                  <a:moveTo>
                    <a:pt x="14232" y="23025"/>
                  </a:moveTo>
                  <a:cubicBezTo>
                    <a:pt x="13660" y="23249"/>
                    <a:pt x="13195" y="23821"/>
                    <a:pt x="12758" y="24176"/>
                  </a:cubicBezTo>
                  <a:cubicBezTo>
                    <a:pt x="12400" y="24507"/>
                    <a:pt x="12180" y="24865"/>
                    <a:pt x="11821" y="25196"/>
                  </a:cubicBezTo>
                  <a:lnTo>
                    <a:pt x="10444" y="25196"/>
                  </a:lnTo>
                  <a:cubicBezTo>
                    <a:pt x="10802" y="24976"/>
                    <a:pt x="11022" y="24728"/>
                    <a:pt x="11381" y="24507"/>
                  </a:cubicBezTo>
                  <a:cubicBezTo>
                    <a:pt x="11821" y="24039"/>
                    <a:pt x="12290" y="23708"/>
                    <a:pt x="12648" y="23129"/>
                  </a:cubicBezTo>
                  <a:cubicBezTo>
                    <a:pt x="13151" y="23060"/>
                    <a:pt x="13697" y="23034"/>
                    <a:pt x="14232" y="23025"/>
                  </a:cubicBezTo>
                  <a:close/>
                  <a:moveTo>
                    <a:pt x="15844" y="23019"/>
                  </a:moveTo>
                  <a:cubicBezTo>
                    <a:pt x="15404" y="23350"/>
                    <a:pt x="14935" y="23818"/>
                    <a:pt x="14467" y="24287"/>
                  </a:cubicBezTo>
                  <a:cubicBezTo>
                    <a:pt x="14136" y="24617"/>
                    <a:pt x="13888" y="24976"/>
                    <a:pt x="13557" y="25196"/>
                  </a:cubicBezTo>
                  <a:lnTo>
                    <a:pt x="12180" y="25196"/>
                  </a:lnTo>
                  <a:cubicBezTo>
                    <a:pt x="12400" y="24976"/>
                    <a:pt x="12758" y="24728"/>
                    <a:pt x="12979" y="24507"/>
                  </a:cubicBezTo>
                  <a:cubicBezTo>
                    <a:pt x="13447" y="24039"/>
                    <a:pt x="13888" y="23708"/>
                    <a:pt x="14246" y="23129"/>
                  </a:cubicBezTo>
                  <a:lnTo>
                    <a:pt x="14246" y="23025"/>
                  </a:lnTo>
                  <a:lnTo>
                    <a:pt x="14246" y="23025"/>
                  </a:lnTo>
                  <a:cubicBezTo>
                    <a:pt x="14557" y="23019"/>
                    <a:pt x="14864" y="23019"/>
                    <a:pt x="15156" y="23019"/>
                  </a:cubicBezTo>
                  <a:close/>
                  <a:moveTo>
                    <a:pt x="17222" y="23019"/>
                  </a:moveTo>
                  <a:cubicBezTo>
                    <a:pt x="16781" y="23350"/>
                    <a:pt x="16313" y="23818"/>
                    <a:pt x="15955" y="24287"/>
                  </a:cubicBezTo>
                  <a:cubicBezTo>
                    <a:pt x="15734" y="24617"/>
                    <a:pt x="15404" y="24865"/>
                    <a:pt x="15156" y="25196"/>
                  </a:cubicBezTo>
                  <a:lnTo>
                    <a:pt x="13778" y="25196"/>
                  </a:lnTo>
                  <a:cubicBezTo>
                    <a:pt x="14136" y="24976"/>
                    <a:pt x="14356" y="24728"/>
                    <a:pt x="14715" y="24507"/>
                  </a:cubicBezTo>
                  <a:cubicBezTo>
                    <a:pt x="15156" y="24039"/>
                    <a:pt x="15624" y="23598"/>
                    <a:pt x="15955" y="23129"/>
                  </a:cubicBezTo>
                  <a:cubicBezTo>
                    <a:pt x="16092" y="23019"/>
                    <a:pt x="15955" y="23019"/>
                    <a:pt x="15844" y="23019"/>
                  </a:cubicBezTo>
                  <a:close/>
                  <a:moveTo>
                    <a:pt x="25268" y="22799"/>
                  </a:moveTo>
                  <a:cubicBezTo>
                    <a:pt x="24469" y="23488"/>
                    <a:pt x="23890" y="24397"/>
                    <a:pt x="23312" y="25196"/>
                  </a:cubicBezTo>
                  <a:lnTo>
                    <a:pt x="21824" y="25196"/>
                  </a:lnTo>
                  <a:cubicBezTo>
                    <a:pt x="22512" y="24507"/>
                    <a:pt x="23422" y="23708"/>
                    <a:pt x="24000" y="22909"/>
                  </a:cubicBezTo>
                  <a:lnTo>
                    <a:pt x="24000" y="22799"/>
                  </a:lnTo>
                  <a:close/>
                  <a:moveTo>
                    <a:pt x="26866" y="22799"/>
                  </a:moveTo>
                  <a:cubicBezTo>
                    <a:pt x="26067" y="23488"/>
                    <a:pt x="25488" y="24397"/>
                    <a:pt x="24910" y="25196"/>
                  </a:cubicBezTo>
                  <a:lnTo>
                    <a:pt x="23532" y="25196"/>
                  </a:lnTo>
                  <a:cubicBezTo>
                    <a:pt x="24221" y="24397"/>
                    <a:pt x="24910" y="23708"/>
                    <a:pt x="25488" y="22799"/>
                  </a:cubicBezTo>
                  <a:close/>
                  <a:moveTo>
                    <a:pt x="30090" y="22661"/>
                  </a:moveTo>
                  <a:cubicBezTo>
                    <a:pt x="29401" y="23488"/>
                    <a:pt x="28712" y="24287"/>
                    <a:pt x="27913" y="25086"/>
                  </a:cubicBezTo>
                  <a:lnTo>
                    <a:pt x="27224" y="25086"/>
                  </a:lnTo>
                  <a:cubicBezTo>
                    <a:pt x="27803" y="24507"/>
                    <a:pt x="28492" y="23708"/>
                    <a:pt x="28712" y="22909"/>
                  </a:cubicBezTo>
                  <a:cubicBezTo>
                    <a:pt x="28789" y="22832"/>
                    <a:pt x="28704" y="22741"/>
                    <a:pt x="28646" y="22741"/>
                  </a:cubicBezTo>
                  <a:cubicBezTo>
                    <a:pt x="28622" y="22741"/>
                    <a:pt x="28602" y="22758"/>
                    <a:pt x="28602" y="22799"/>
                  </a:cubicBezTo>
                  <a:cubicBezTo>
                    <a:pt x="28134" y="23129"/>
                    <a:pt x="27913" y="23598"/>
                    <a:pt x="27665" y="24039"/>
                  </a:cubicBezTo>
                  <a:cubicBezTo>
                    <a:pt x="27334" y="24397"/>
                    <a:pt x="27114" y="24728"/>
                    <a:pt x="26866" y="25196"/>
                  </a:cubicBezTo>
                  <a:lnTo>
                    <a:pt x="25158" y="25196"/>
                  </a:lnTo>
                  <a:cubicBezTo>
                    <a:pt x="25847" y="24397"/>
                    <a:pt x="26646" y="23598"/>
                    <a:pt x="27114" y="22799"/>
                  </a:cubicBezTo>
                  <a:cubicBezTo>
                    <a:pt x="28134" y="22661"/>
                    <a:pt x="29181" y="22661"/>
                    <a:pt x="30090" y="22661"/>
                  </a:cubicBezTo>
                  <a:close/>
                  <a:moveTo>
                    <a:pt x="18848" y="22909"/>
                  </a:moveTo>
                  <a:cubicBezTo>
                    <a:pt x="18021" y="23488"/>
                    <a:pt x="17332" y="24397"/>
                    <a:pt x="16781" y="25306"/>
                  </a:cubicBezTo>
                  <a:cubicBezTo>
                    <a:pt x="16313" y="25196"/>
                    <a:pt x="15844" y="25196"/>
                    <a:pt x="15404" y="25196"/>
                  </a:cubicBezTo>
                  <a:cubicBezTo>
                    <a:pt x="15734" y="24976"/>
                    <a:pt x="15955" y="24617"/>
                    <a:pt x="16313" y="24287"/>
                  </a:cubicBezTo>
                  <a:cubicBezTo>
                    <a:pt x="16643" y="23818"/>
                    <a:pt x="17112" y="23488"/>
                    <a:pt x="17470" y="23019"/>
                  </a:cubicBezTo>
                  <a:cubicBezTo>
                    <a:pt x="17911" y="22909"/>
                    <a:pt x="18379" y="22909"/>
                    <a:pt x="18848" y="22909"/>
                  </a:cubicBezTo>
                  <a:close/>
                  <a:moveTo>
                    <a:pt x="20446" y="22909"/>
                  </a:moveTo>
                  <a:cubicBezTo>
                    <a:pt x="19647" y="23598"/>
                    <a:pt x="19068" y="24397"/>
                    <a:pt x="18379" y="25306"/>
                  </a:cubicBezTo>
                  <a:lnTo>
                    <a:pt x="17112" y="25306"/>
                  </a:lnTo>
                  <a:cubicBezTo>
                    <a:pt x="17470" y="24976"/>
                    <a:pt x="17690" y="24617"/>
                    <a:pt x="17911" y="24397"/>
                  </a:cubicBezTo>
                  <a:cubicBezTo>
                    <a:pt x="18379" y="23929"/>
                    <a:pt x="18848" y="23488"/>
                    <a:pt x="19068" y="23019"/>
                  </a:cubicBezTo>
                  <a:lnTo>
                    <a:pt x="19068" y="22909"/>
                  </a:lnTo>
                  <a:close/>
                  <a:moveTo>
                    <a:pt x="23780" y="22799"/>
                  </a:moveTo>
                  <a:lnTo>
                    <a:pt x="23780" y="22799"/>
                  </a:lnTo>
                  <a:cubicBezTo>
                    <a:pt x="22981" y="23488"/>
                    <a:pt x="22292" y="24397"/>
                    <a:pt x="21603" y="25196"/>
                  </a:cubicBezTo>
                  <a:cubicBezTo>
                    <a:pt x="21135" y="25196"/>
                    <a:pt x="20777" y="25306"/>
                    <a:pt x="20446" y="25306"/>
                  </a:cubicBezTo>
                  <a:cubicBezTo>
                    <a:pt x="21135" y="24617"/>
                    <a:pt x="21824" y="23929"/>
                    <a:pt x="22154" y="23240"/>
                  </a:cubicBezTo>
                  <a:cubicBezTo>
                    <a:pt x="22252" y="23162"/>
                    <a:pt x="22211" y="23084"/>
                    <a:pt x="22140" y="23084"/>
                  </a:cubicBezTo>
                  <a:cubicBezTo>
                    <a:pt x="22111" y="23084"/>
                    <a:pt x="22076" y="23097"/>
                    <a:pt x="22044" y="23129"/>
                  </a:cubicBezTo>
                  <a:cubicBezTo>
                    <a:pt x="21355" y="23708"/>
                    <a:pt x="20666" y="24507"/>
                    <a:pt x="20088" y="25306"/>
                  </a:cubicBezTo>
                  <a:lnTo>
                    <a:pt x="18710" y="25306"/>
                  </a:lnTo>
                  <a:cubicBezTo>
                    <a:pt x="19399" y="24507"/>
                    <a:pt x="20088" y="23708"/>
                    <a:pt x="20666" y="22909"/>
                  </a:cubicBezTo>
                  <a:cubicBezTo>
                    <a:pt x="21713" y="22909"/>
                    <a:pt x="22733" y="22909"/>
                    <a:pt x="23780" y="22799"/>
                  </a:cubicBezTo>
                  <a:close/>
                  <a:moveTo>
                    <a:pt x="9674" y="1"/>
                  </a:moveTo>
                  <a:cubicBezTo>
                    <a:pt x="7974" y="1"/>
                    <a:pt x="6275" y="59"/>
                    <a:pt x="4602" y="287"/>
                  </a:cubicBezTo>
                  <a:cubicBezTo>
                    <a:pt x="4492" y="287"/>
                    <a:pt x="4382" y="177"/>
                    <a:pt x="4382" y="177"/>
                  </a:cubicBezTo>
                  <a:cubicBezTo>
                    <a:pt x="3693" y="507"/>
                    <a:pt x="3114" y="976"/>
                    <a:pt x="2646" y="1554"/>
                  </a:cubicBezTo>
                  <a:cubicBezTo>
                    <a:pt x="1957" y="1995"/>
                    <a:pt x="1268" y="2574"/>
                    <a:pt x="690" y="3153"/>
                  </a:cubicBezTo>
                  <a:cubicBezTo>
                    <a:pt x="469" y="3373"/>
                    <a:pt x="579" y="3511"/>
                    <a:pt x="690" y="3731"/>
                  </a:cubicBezTo>
                  <a:cubicBezTo>
                    <a:pt x="1" y="7176"/>
                    <a:pt x="469" y="10950"/>
                    <a:pt x="579" y="14533"/>
                  </a:cubicBezTo>
                  <a:cubicBezTo>
                    <a:pt x="690" y="18197"/>
                    <a:pt x="800" y="21972"/>
                    <a:pt x="1378" y="25664"/>
                  </a:cubicBezTo>
                  <a:lnTo>
                    <a:pt x="1378" y="25775"/>
                  </a:lnTo>
                  <a:cubicBezTo>
                    <a:pt x="1489" y="25885"/>
                    <a:pt x="1626" y="26105"/>
                    <a:pt x="1847" y="26105"/>
                  </a:cubicBezTo>
                  <a:cubicBezTo>
                    <a:pt x="5564" y="26290"/>
                    <a:pt x="9318" y="26350"/>
                    <a:pt x="13090" y="26350"/>
                  </a:cubicBezTo>
                  <a:cubicBezTo>
                    <a:pt x="16643" y="26350"/>
                    <a:pt x="20211" y="26297"/>
                    <a:pt x="23780" y="26243"/>
                  </a:cubicBezTo>
                  <a:cubicBezTo>
                    <a:pt x="30668" y="26105"/>
                    <a:pt x="37777" y="26105"/>
                    <a:pt x="44556" y="25086"/>
                  </a:cubicBezTo>
                  <a:cubicBezTo>
                    <a:pt x="44666" y="25196"/>
                    <a:pt x="44666" y="25196"/>
                    <a:pt x="44776" y="25196"/>
                  </a:cubicBezTo>
                  <a:cubicBezTo>
                    <a:pt x="45465" y="25086"/>
                    <a:pt x="46044" y="24287"/>
                    <a:pt x="46512" y="23818"/>
                  </a:cubicBezTo>
                  <a:cubicBezTo>
                    <a:pt x="47091" y="23240"/>
                    <a:pt x="47532" y="22799"/>
                    <a:pt x="48000" y="22220"/>
                  </a:cubicBezTo>
                  <a:lnTo>
                    <a:pt x="48331" y="22220"/>
                  </a:lnTo>
                  <a:cubicBezTo>
                    <a:pt x="48468" y="22110"/>
                    <a:pt x="48468" y="21862"/>
                    <a:pt x="48331" y="21862"/>
                  </a:cubicBezTo>
                  <a:lnTo>
                    <a:pt x="48110" y="21862"/>
                  </a:lnTo>
                  <a:cubicBezTo>
                    <a:pt x="48799" y="18666"/>
                    <a:pt x="48331" y="14973"/>
                    <a:pt x="48468" y="11777"/>
                  </a:cubicBezTo>
                  <a:cubicBezTo>
                    <a:pt x="48579" y="7975"/>
                    <a:pt x="48689" y="4310"/>
                    <a:pt x="48331" y="618"/>
                  </a:cubicBezTo>
                  <a:cubicBezTo>
                    <a:pt x="48331" y="456"/>
                    <a:pt x="48213" y="354"/>
                    <a:pt x="48106" y="354"/>
                  </a:cubicBezTo>
                  <a:cubicBezTo>
                    <a:pt x="48067" y="354"/>
                    <a:pt x="48030" y="368"/>
                    <a:pt x="48000" y="397"/>
                  </a:cubicBezTo>
                  <a:cubicBezTo>
                    <a:pt x="46205" y="86"/>
                    <a:pt x="44346" y="14"/>
                    <a:pt x="42491" y="14"/>
                  </a:cubicBezTo>
                  <a:cubicBezTo>
                    <a:pt x="40902" y="14"/>
                    <a:pt x="39316" y="67"/>
                    <a:pt x="37777" y="67"/>
                  </a:cubicBezTo>
                  <a:lnTo>
                    <a:pt x="15045" y="67"/>
                  </a:lnTo>
                  <a:cubicBezTo>
                    <a:pt x="13274" y="67"/>
                    <a:pt x="11473" y="1"/>
                    <a:pt x="96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38"/>
            <p:cNvSpPr/>
            <p:nvPr/>
          </p:nvSpPr>
          <p:spPr>
            <a:xfrm>
              <a:off x="1423939" y="1767293"/>
              <a:ext cx="266096" cy="318364"/>
            </a:xfrm>
            <a:custGeom>
              <a:rect b="b" l="l" r="r" t="t"/>
              <a:pathLst>
                <a:path extrusionOk="0" h="4772" w="3989">
                  <a:moveTo>
                    <a:pt x="1151" y="366"/>
                  </a:moveTo>
                  <a:cubicBezTo>
                    <a:pt x="1222" y="366"/>
                    <a:pt x="1314" y="410"/>
                    <a:pt x="1434" y="553"/>
                  </a:cubicBezTo>
                  <a:cubicBezTo>
                    <a:pt x="1554" y="733"/>
                    <a:pt x="1748" y="1106"/>
                    <a:pt x="1748" y="1300"/>
                  </a:cubicBezTo>
                  <a:cubicBezTo>
                    <a:pt x="1688" y="1420"/>
                    <a:pt x="1614" y="1479"/>
                    <a:pt x="1494" y="1539"/>
                  </a:cubicBezTo>
                  <a:cubicBezTo>
                    <a:pt x="1375" y="1226"/>
                    <a:pt x="1061" y="673"/>
                    <a:pt x="942" y="479"/>
                  </a:cubicBezTo>
                  <a:cubicBezTo>
                    <a:pt x="978" y="479"/>
                    <a:pt x="1038" y="366"/>
                    <a:pt x="1151" y="366"/>
                  </a:cubicBezTo>
                  <a:close/>
                  <a:moveTo>
                    <a:pt x="2555" y="3287"/>
                  </a:moveTo>
                  <a:cubicBezTo>
                    <a:pt x="2674" y="3287"/>
                    <a:pt x="2868" y="3287"/>
                    <a:pt x="2988" y="3466"/>
                  </a:cubicBezTo>
                  <a:cubicBezTo>
                    <a:pt x="3107" y="3541"/>
                    <a:pt x="3361" y="4093"/>
                    <a:pt x="3361" y="4213"/>
                  </a:cubicBezTo>
                  <a:cubicBezTo>
                    <a:pt x="3361" y="4347"/>
                    <a:pt x="3301" y="4347"/>
                    <a:pt x="3182" y="4407"/>
                  </a:cubicBezTo>
                  <a:cubicBezTo>
                    <a:pt x="3182" y="4407"/>
                    <a:pt x="2809" y="3839"/>
                    <a:pt x="2614" y="3541"/>
                  </a:cubicBezTo>
                  <a:cubicBezTo>
                    <a:pt x="2614" y="3466"/>
                    <a:pt x="2555" y="3346"/>
                    <a:pt x="2555" y="3287"/>
                  </a:cubicBezTo>
                  <a:close/>
                  <a:moveTo>
                    <a:pt x="867" y="613"/>
                  </a:moveTo>
                  <a:cubicBezTo>
                    <a:pt x="942" y="792"/>
                    <a:pt x="1121" y="1360"/>
                    <a:pt x="1315" y="1599"/>
                  </a:cubicBezTo>
                  <a:cubicBezTo>
                    <a:pt x="867" y="1793"/>
                    <a:pt x="1181" y="2719"/>
                    <a:pt x="1375" y="3033"/>
                  </a:cubicBezTo>
                  <a:cubicBezTo>
                    <a:pt x="1494" y="3287"/>
                    <a:pt x="1614" y="3541"/>
                    <a:pt x="1927" y="3600"/>
                  </a:cubicBezTo>
                  <a:cubicBezTo>
                    <a:pt x="1967" y="3600"/>
                    <a:pt x="2093" y="3627"/>
                    <a:pt x="2230" y="3627"/>
                  </a:cubicBezTo>
                  <a:cubicBezTo>
                    <a:pt x="2299" y="3627"/>
                    <a:pt x="2370" y="3620"/>
                    <a:pt x="2435" y="3600"/>
                  </a:cubicBezTo>
                  <a:cubicBezTo>
                    <a:pt x="2495" y="3780"/>
                    <a:pt x="3048" y="4467"/>
                    <a:pt x="3107" y="4467"/>
                  </a:cubicBezTo>
                  <a:cubicBezTo>
                    <a:pt x="3087" y="4487"/>
                    <a:pt x="3061" y="4493"/>
                    <a:pt x="3032" y="4493"/>
                  </a:cubicBezTo>
                  <a:cubicBezTo>
                    <a:pt x="2974" y="4493"/>
                    <a:pt x="2908" y="4467"/>
                    <a:pt x="2868" y="4467"/>
                  </a:cubicBezTo>
                  <a:cubicBezTo>
                    <a:pt x="2360" y="4467"/>
                    <a:pt x="2062" y="4347"/>
                    <a:pt x="1808" y="4153"/>
                  </a:cubicBezTo>
                  <a:cubicBezTo>
                    <a:pt x="1315" y="3914"/>
                    <a:pt x="1001" y="3466"/>
                    <a:pt x="747" y="3033"/>
                  </a:cubicBezTo>
                  <a:cubicBezTo>
                    <a:pt x="568" y="2540"/>
                    <a:pt x="493" y="2047"/>
                    <a:pt x="568" y="1539"/>
                  </a:cubicBezTo>
                  <a:cubicBezTo>
                    <a:pt x="628" y="1226"/>
                    <a:pt x="688" y="987"/>
                    <a:pt x="807" y="733"/>
                  </a:cubicBezTo>
                  <a:cubicBezTo>
                    <a:pt x="807" y="733"/>
                    <a:pt x="867" y="673"/>
                    <a:pt x="867" y="613"/>
                  </a:cubicBezTo>
                  <a:close/>
                  <a:moveTo>
                    <a:pt x="1231" y="0"/>
                  </a:moveTo>
                  <a:cubicBezTo>
                    <a:pt x="997" y="0"/>
                    <a:pt x="703" y="126"/>
                    <a:pt x="747" y="359"/>
                  </a:cubicBezTo>
                  <a:cubicBezTo>
                    <a:pt x="1" y="927"/>
                    <a:pt x="120" y="2226"/>
                    <a:pt x="434" y="2973"/>
                  </a:cubicBezTo>
                  <a:cubicBezTo>
                    <a:pt x="688" y="3541"/>
                    <a:pt x="1001" y="4093"/>
                    <a:pt x="1554" y="4347"/>
                  </a:cubicBezTo>
                  <a:cubicBezTo>
                    <a:pt x="2051" y="4557"/>
                    <a:pt x="2296" y="4731"/>
                    <a:pt x="2771" y="4731"/>
                  </a:cubicBezTo>
                  <a:cubicBezTo>
                    <a:pt x="2838" y="4731"/>
                    <a:pt x="2910" y="4728"/>
                    <a:pt x="2988" y="4721"/>
                  </a:cubicBezTo>
                  <a:cubicBezTo>
                    <a:pt x="3048" y="4758"/>
                    <a:pt x="3101" y="4772"/>
                    <a:pt x="3149" y="4772"/>
                  </a:cubicBezTo>
                  <a:cubicBezTo>
                    <a:pt x="3256" y="4772"/>
                    <a:pt x="3338" y="4702"/>
                    <a:pt x="3421" y="4661"/>
                  </a:cubicBezTo>
                  <a:cubicBezTo>
                    <a:pt x="3988" y="4407"/>
                    <a:pt x="3555" y="3720"/>
                    <a:pt x="3301" y="3346"/>
                  </a:cubicBezTo>
                  <a:cubicBezTo>
                    <a:pt x="3202" y="3136"/>
                    <a:pt x="3011" y="3018"/>
                    <a:pt x="2769" y="3018"/>
                  </a:cubicBezTo>
                  <a:cubicBezTo>
                    <a:pt x="2719" y="3018"/>
                    <a:pt x="2668" y="3023"/>
                    <a:pt x="2614" y="3033"/>
                  </a:cubicBezTo>
                  <a:cubicBezTo>
                    <a:pt x="2614" y="3033"/>
                    <a:pt x="2360" y="3167"/>
                    <a:pt x="2360" y="3287"/>
                  </a:cubicBezTo>
                  <a:cubicBezTo>
                    <a:pt x="2281" y="3307"/>
                    <a:pt x="2221" y="3313"/>
                    <a:pt x="2172" y="3313"/>
                  </a:cubicBezTo>
                  <a:cubicBezTo>
                    <a:pt x="2073" y="3313"/>
                    <a:pt x="2017" y="3287"/>
                    <a:pt x="1927" y="3287"/>
                  </a:cubicBezTo>
                  <a:cubicBezTo>
                    <a:pt x="1748" y="3167"/>
                    <a:pt x="1688" y="3033"/>
                    <a:pt x="1554" y="2854"/>
                  </a:cubicBezTo>
                  <a:cubicBezTo>
                    <a:pt x="1494" y="2659"/>
                    <a:pt x="1375" y="2346"/>
                    <a:pt x="1375" y="2167"/>
                  </a:cubicBezTo>
                  <a:cubicBezTo>
                    <a:pt x="1375" y="1793"/>
                    <a:pt x="1868" y="1733"/>
                    <a:pt x="1927" y="1360"/>
                  </a:cubicBezTo>
                  <a:cubicBezTo>
                    <a:pt x="1987" y="1106"/>
                    <a:pt x="1927" y="927"/>
                    <a:pt x="1808" y="613"/>
                  </a:cubicBezTo>
                  <a:cubicBezTo>
                    <a:pt x="1748" y="419"/>
                    <a:pt x="1614" y="180"/>
                    <a:pt x="1434" y="46"/>
                  </a:cubicBezTo>
                  <a:cubicBezTo>
                    <a:pt x="1385" y="15"/>
                    <a:pt x="1311" y="0"/>
                    <a:pt x="12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38"/>
            <p:cNvSpPr/>
            <p:nvPr/>
          </p:nvSpPr>
          <p:spPr>
            <a:xfrm>
              <a:off x="677650" y="3206524"/>
              <a:ext cx="1758752" cy="949127"/>
            </a:xfrm>
            <a:custGeom>
              <a:rect b="b" l="l" r="r" t="t"/>
              <a:pathLst>
                <a:path extrusionOk="0" h="26350" w="48800">
                  <a:moveTo>
                    <a:pt x="4024" y="1196"/>
                  </a:moveTo>
                  <a:cubicBezTo>
                    <a:pt x="4024" y="1554"/>
                    <a:pt x="3913" y="1885"/>
                    <a:pt x="3913" y="2354"/>
                  </a:cubicBezTo>
                  <a:cubicBezTo>
                    <a:pt x="2866" y="2932"/>
                    <a:pt x="1957" y="3841"/>
                    <a:pt x="1158" y="4641"/>
                  </a:cubicBezTo>
                  <a:cubicBezTo>
                    <a:pt x="1158" y="4310"/>
                    <a:pt x="1158" y="4062"/>
                    <a:pt x="1048" y="3841"/>
                  </a:cubicBezTo>
                  <a:cubicBezTo>
                    <a:pt x="1158" y="3841"/>
                    <a:pt x="1158" y="3841"/>
                    <a:pt x="1158" y="3731"/>
                  </a:cubicBezTo>
                  <a:cubicBezTo>
                    <a:pt x="1847" y="3373"/>
                    <a:pt x="2536" y="2684"/>
                    <a:pt x="3114" y="2133"/>
                  </a:cubicBezTo>
                  <a:cubicBezTo>
                    <a:pt x="3445" y="1885"/>
                    <a:pt x="3803" y="1554"/>
                    <a:pt x="4024" y="1196"/>
                  </a:cubicBezTo>
                  <a:close/>
                  <a:moveTo>
                    <a:pt x="3803" y="2684"/>
                  </a:moveTo>
                  <a:cubicBezTo>
                    <a:pt x="3803" y="3153"/>
                    <a:pt x="3803" y="3621"/>
                    <a:pt x="3693" y="4062"/>
                  </a:cubicBezTo>
                  <a:cubicBezTo>
                    <a:pt x="3335" y="4310"/>
                    <a:pt x="3004" y="4641"/>
                    <a:pt x="2756" y="4889"/>
                  </a:cubicBezTo>
                  <a:cubicBezTo>
                    <a:pt x="2178" y="5219"/>
                    <a:pt x="1737" y="5688"/>
                    <a:pt x="1268" y="6018"/>
                  </a:cubicBezTo>
                  <a:lnTo>
                    <a:pt x="1268" y="6128"/>
                  </a:lnTo>
                  <a:cubicBezTo>
                    <a:pt x="1268" y="5688"/>
                    <a:pt x="1268" y="5219"/>
                    <a:pt x="1158" y="4751"/>
                  </a:cubicBezTo>
                  <a:cubicBezTo>
                    <a:pt x="1737" y="4420"/>
                    <a:pt x="2178" y="3952"/>
                    <a:pt x="2756" y="3511"/>
                  </a:cubicBezTo>
                  <a:cubicBezTo>
                    <a:pt x="3114" y="3263"/>
                    <a:pt x="3445" y="2932"/>
                    <a:pt x="3803" y="2684"/>
                  </a:cubicBezTo>
                  <a:close/>
                  <a:moveTo>
                    <a:pt x="3693" y="4530"/>
                  </a:moveTo>
                  <a:lnTo>
                    <a:pt x="3693" y="5577"/>
                  </a:lnTo>
                  <a:cubicBezTo>
                    <a:pt x="3445" y="5798"/>
                    <a:pt x="3225" y="5908"/>
                    <a:pt x="3004" y="6128"/>
                  </a:cubicBezTo>
                  <a:cubicBezTo>
                    <a:pt x="2536" y="6487"/>
                    <a:pt x="1957" y="6817"/>
                    <a:pt x="1489" y="7286"/>
                  </a:cubicBezTo>
                  <a:cubicBezTo>
                    <a:pt x="1378" y="7286"/>
                    <a:pt x="1489" y="7396"/>
                    <a:pt x="1626" y="7396"/>
                  </a:cubicBezTo>
                  <a:cubicBezTo>
                    <a:pt x="2067" y="7065"/>
                    <a:pt x="2646" y="6707"/>
                    <a:pt x="3225" y="6376"/>
                  </a:cubicBezTo>
                  <a:cubicBezTo>
                    <a:pt x="3335" y="6266"/>
                    <a:pt x="3445" y="6128"/>
                    <a:pt x="3693" y="6018"/>
                  </a:cubicBezTo>
                  <a:lnTo>
                    <a:pt x="3693" y="6955"/>
                  </a:lnTo>
                  <a:cubicBezTo>
                    <a:pt x="3445" y="7065"/>
                    <a:pt x="3335" y="7286"/>
                    <a:pt x="3114" y="7396"/>
                  </a:cubicBezTo>
                  <a:cubicBezTo>
                    <a:pt x="2646" y="7754"/>
                    <a:pt x="2178" y="8195"/>
                    <a:pt x="1626" y="8553"/>
                  </a:cubicBezTo>
                  <a:cubicBezTo>
                    <a:pt x="1626" y="8631"/>
                    <a:pt x="1626" y="8709"/>
                    <a:pt x="1665" y="8709"/>
                  </a:cubicBezTo>
                  <a:cubicBezTo>
                    <a:pt x="1682" y="8709"/>
                    <a:pt x="1704" y="8696"/>
                    <a:pt x="1737" y="8663"/>
                  </a:cubicBezTo>
                  <a:cubicBezTo>
                    <a:pt x="2315" y="8443"/>
                    <a:pt x="2756" y="8085"/>
                    <a:pt x="3225" y="7644"/>
                  </a:cubicBezTo>
                  <a:cubicBezTo>
                    <a:pt x="3335" y="7644"/>
                    <a:pt x="3555" y="7506"/>
                    <a:pt x="3693" y="7396"/>
                  </a:cubicBezTo>
                  <a:lnTo>
                    <a:pt x="3693" y="7975"/>
                  </a:lnTo>
                  <a:cubicBezTo>
                    <a:pt x="3335" y="8195"/>
                    <a:pt x="3004" y="8553"/>
                    <a:pt x="2646" y="8774"/>
                  </a:cubicBezTo>
                  <a:cubicBezTo>
                    <a:pt x="2178" y="9132"/>
                    <a:pt x="1847" y="9463"/>
                    <a:pt x="1378" y="9821"/>
                  </a:cubicBezTo>
                  <a:cubicBezTo>
                    <a:pt x="1378" y="8553"/>
                    <a:pt x="1378" y="7396"/>
                    <a:pt x="1268" y="6128"/>
                  </a:cubicBezTo>
                  <a:lnTo>
                    <a:pt x="1268" y="6128"/>
                  </a:lnTo>
                  <a:lnTo>
                    <a:pt x="1378" y="6266"/>
                  </a:lnTo>
                  <a:cubicBezTo>
                    <a:pt x="1957" y="5908"/>
                    <a:pt x="2536" y="5440"/>
                    <a:pt x="3004" y="5109"/>
                  </a:cubicBezTo>
                  <a:cubicBezTo>
                    <a:pt x="3225" y="4889"/>
                    <a:pt x="3445" y="4751"/>
                    <a:pt x="3693" y="4530"/>
                  </a:cubicBezTo>
                  <a:close/>
                  <a:moveTo>
                    <a:pt x="3693" y="8443"/>
                  </a:moveTo>
                  <a:lnTo>
                    <a:pt x="3693" y="10041"/>
                  </a:lnTo>
                  <a:cubicBezTo>
                    <a:pt x="3335" y="10262"/>
                    <a:pt x="3004" y="10510"/>
                    <a:pt x="2756" y="10730"/>
                  </a:cubicBezTo>
                  <a:cubicBezTo>
                    <a:pt x="2315" y="11088"/>
                    <a:pt x="1847" y="11419"/>
                    <a:pt x="1378" y="11777"/>
                  </a:cubicBezTo>
                  <a:lnTo>
                    <a:pt x="1378" y="10041"/>
                  </a:lnTo>
                  <a:cubicBezTo>
                    <a:pt x="1847" y="9821"/>
                    <a:pt x="2315" y="9463"/>
                    <a:pt x="2756" y="9132"/>
                  </a:cubicBezTo>
                  <a:cubicBezTo>
                    <a:pt x="3114" y="8884"/>
                    <a:pt x="3335" y="8663"/>
                    <a:pt x="3693" y="8443"/>
                  </a:cubicBezTo>
                  <a:close/>
                  <a:moveTo>
                    <a:pt x="3803" y="10510"/>
                  </a:moveTo>
                  <a:lnTo>
                    <a:pt x="3803" y="11419"/>
                  </a:lnTo>
                  <a:lnTo>
                    <a:pt x="3803" y="11777"/>
                  </a:lnTo>
                  <a:cubicBezTo>
                    <a:pt x="3335" y="11998"/>
                    <a:pt x="2866" y="12328"/>
                    <a:pt x="2536" y="12576"/>
                  </a:cubicBezTo>
                  <a:cubicBezTo>
                    <a:pt x="2178" y="12907"/>
                    <a:pt x="1737" y="13155"/>
                    <a:pt x="1378" y="13375"/>
                  </a:cubicBezTo>
                  <a:lnTo>
                    <a:pt x="1378" y="11998"/>
                  </a:lnTo>
                  <a:lnTo>
                    <a:pt x="1489" y="11998"/>
                  </a:lnTo>
                  <a:cubicBezTo>
                    <a:pt x="2067" y="11639"/>
                    <a:pt x="2536" y="11309"/>
                    <a:pt x="3114" y="10950"/>
                  </a:cubicBezTo>
                  <a:cubicBezTo>
                    <a:pt x="3335" y="10840"/>
                    <a:pt x="3555" y="10620"/>
                    <a:pt x="3803" y="10510"/>
                  </a:cubicBezTo>
                  <a:close/>
                  <a:moveTo>
                    <a:pt x="3803" y="12218"/>
                  </a:moveTo>
                  <a:cubicBezTo>
                    <a:pt x="3803" y="12576"/>
                    <a:pt x="3803" y="13017"/>
                    <a:pt x="3913" y="13485"/>
                  </a:cubicBezTo>
                  <a:cubicBezTo>
                    <a:pt x="3004" y="13844"/>
                    <a:pt x="2315" y="14533"/>
                    <a:pt x="1489" y="14973"/>
                  </a:cubicBezTo>
                  <a:cubicBezTo>
                    <a:pt x="1489" y="14643"/>
                    <a:pt x="1378" y="14395"/>
                    <a:pt x="1378" y="14064"/>
                  </a:cubicBezTo>
                  <a:lnTo>
                    <a:pt x="1378" y="13706"/>
                  </a:lnTo>
                  <a:cubicBezTo>
                    <a:pt x="1847" y="13375"/>
                    <a:pt x="2315" y="13155"/>
                    <a:pt x="2756" y="12797"/>
                  </a:cubicBezTo>
                  <a:cubicBezTo>
                    <a:pt x="3114" y="12686"/>
                    <a:pt x="3555" y="12466"/>
                    <a:pt x="3803" y="12218"/>
                  </a:cubicBezTo>
                  <a:close/>
                  <a:moveTo>
                    <a:pt x="3913" y="13844"/>
                  </a:moveTo>
                  <a:lnTo>
                    <a:pt x="3913" y="15332"/>
                  </a:lnTo>
                  <a:cubicBezTo>
                    <a:pt x="3693" y="15552"/>
                    <a:pt x="3335" y="15772"/>
                    <a:pt x="3114" y="16020"/>
                  </a:cubicBezTo>
                  <a:cubicBezTo>
                    <a:pt x="2646" y="16461"/>
                    <a:pt x="2178" y="16930"/>
                    <a:pt x="1626" y="17150"/>
                  </a:cubicBezTo>
                  <a:cubicBezTo>
                    <a:pt x="1489" y="16599"/>
                    <a:pt x="1489" y="15910"/>
                    <a:pt x="1489" y="15332"/>
                  </a:cubicBezTo>
                  <a:cubicBezTo>
                    <a:pt x="2315" y="14973"/>
                    <a:pt x="3225" y="14533"/>
                    <a:pt x="3913" y="13844"/>
                  </a:cubicBezTo>
                  <a:close/>
                  <a:moveTo>
                    <a:pt x="4024" y="15772"/>
                  </a:moveTo>
                  <a:lnTo>
                    <a:pt x="4024" y="16930"/>
                  </a:lnTo>
                  <a:lnTo>
                    <a:pt x="3335" y="17619"/>
                  </a:lnTo>
                  <a:cubicBezTo>
                    <a:pt x="2756" y="17977"/>
                    <a:pt x="2315" y="18418"/>
                    <a:pt x="1737" y="18776"/>
                  </a:cubicBezTo>
                  <a:lnTo>
                    <a:pt x="1737" y="18886"/>
                  </a:lnTo>
                  <a:cubicBezTo>
                    <a:pt x="1634" y="18346"/>
                    <a:pt x="1627" y="17903"/>
                    <a:pt x="1626" y="17398"/>
                  </a:cubicBezTo>
                  <a:lnTo>
                    <a:pt x="1626" y="17398"/>
                  </a:lnTo>
                  <a:cubicBezTo>
                    <a:pt x="2178" y="17150"/>
                    <a:pt x="2646" y="16820"/>
                    <a:pt x="3114" y="16461"/>
                  </a:cubicBezTo>
                  <a:cubicBezTo>
                    <a:pt x="3445" y="16241"/>
                    <a:pt x="3693" y="16020"/>
                    <a:pt x="4024" y="15772"/>
                  </a:cubicBezTo>
                  <a:close/>
                  <a:moveTo>
                    <a:pt x="4134" y="17398"/>
                  </a:moveTo>
                  <a:cubicBezTo>
                    <a:pt x="4134" y="17839"/>
                    <a:pt x="4134" y="18197"/>
                    <a:pt x="4244" y="18666"/>
                  </a:cubicBezTo>
                  <a:cubicBezTo>
                    <a:pt x="3913" y="18886"/>
                    <a:pt x="3693" y="19107"/>
                    <a:pt x="3445" y="19354"/>
                  </a:cubicBezTo>
                  <a:cubicBezTo>
                    <a:pt x="2866" y="19795"/>
                    <a:pt x="2426" y="20154"/>
                    <a:pt x="1847" y="20594"/>
                  </a:cubicBezTo>
                  <a:cubicBezTo>
                    <a:pt x="1737" y="20043"/>
                    <a:pt x="1737" y="19465"/>
                    <a:pt x="1737" y="18996"/>
                  </a:cubicBezTo>
                  <a:lnTo>
                    <a:pt x="1847" y="18996"/>
                  </a:lnTo>
                  <a:cubicBezTo>
                    <a:pt x="2315" y="18666"/>
                    <a:pt x="2866" y="18307"/>
                    <a:pt x="3445" y="17977"/>
                  </a:cubicBezTo>
                  <a:cubicBezTo>
                    <a:pt x="3693" y="17729"/>
                    <a:pt x="3913" y="17619"/>
                    <a:pt x="4134" y="17398"/>
                  </a:cubicBezTo>
                  <a:close/>
                  <a:moveTo>
                    <a:pt x="47890" y="755"/>
                  </a:moveTo>
                  <a:cubicBezTo>
                    <a:pt x="47780" y="4420"/>
                    <a:pt x="47642" y="8085"/>
                    <a:pt x="47421" y="11777"/>
                  </a:cubicBezTo>
                  <a:cubicBezTo>
                    <a:pt x="47311" y="14863"/>
                    <a:pt x="46622" y="18666"/>
                    <a:pt x="47642" y="21752"/>
                  </a:cubicBezTo>
                  <a:cubicBezTo>
                    <a:pt x="46411" y="21493"/>
                    <a:pt x="45092" y="21422"/>
                    <a:pt x="43773" y="21422"/>
                  </a:cubicBezTo>
                  <a:cubicBezTo>
                    <a:pt x="42140" y="21422"/>
                    <a:pt x="40508" y="21531"/>
                    <a:pt x="39045" y="21531"/>
                  </a:cubicBezTo>
                  <a:cubicBezTo>
                    <a:pt x="35022" y="21531"/>
                    <a:pt x="31109" y="21642"/>
                    <a:pt x="27114" y="21752"/>
                  </a:cubicBezTo>
                  <a:cubicBezTo>
                    <a:pt x="23091" y="21862"/>
                    <a:pt x="19178" y="21862"/>
                    <a:pt x="15156" y="21972"/>
                  </a:cubicBezTo>
                  <a:cubicBezTo>
                    <a:pt x="13025" y="21972"/>
                    <a:pt x="10882" y="21874"/>
                    <a:pt x="8734" y="21874"/>
                  </a:cubicBezTo>
                  <a:cubicBezTo>
                    <a:pt x="7661" y="21874"/>
                    <a:pt x="6586" y="21899"/>
                    <a:pt x="5512" y="21972"/>
                  </a:cubicBezTo>
                  <a:cubicBezTo>
                    <a:pt x="5512" y="18307"/>
                    <a:pt x="5071" y="14643"/>
                    <a:pt x="4933" y="10950"/>
                  </a:cubicBezTo>
                  <a:cubicBezTo>
                    <a:pt x="4823" y="7644"/>
                    <a:pt x="5071" y="4200"/>
                    <a:pt x="4602" y="866"/>
                  </a:cubicBezTo>
                  <a:lnTo>
                    <a:pt x="4602" y="866"/>
                  </a:lnTo>
                  <a:cubicBezTo>
                    <a:pt x="6269" y="1086"/>
                    <a:pt x="7964" y="1141"/>
                    <a:pt x="9658" y="1141"/>
                  </a:cubicBezTo>
                  <a:cubicBezTo>
                    <a:pt x="11353" y="1141"/>
                    <a:pt x="13048" y="1086"/>
                    <a:pt x="14715" y="1086"/>
                  </a:cubicBezTo>
                  <a:lnTo>
                    <a:pt x="37309" y="1086"/>
                  </a:lnTo>
                  <a:cubicBezTo>
                    <a:pt x="38840" y="1086"/>
                    <a:pt x="40420" y="1130"/>
                    <a:pt x="42005" y="1130"/>
                  </a:cubicBezTo>
                  <a:cubicBezTo>
                    <a:pt x="43986" y="1130"/>
                    <a:pt x="45976" y="1062"/>
                    <a:pt x="47890" y="755"/>
                  </a:cubicBezTo>
                  <a:close/>
                  <a:moveTo>
                    <a:pt x="4244" y="19107"/>
                  </a:moveTo>
                  <a:cubicBezTo>
                    <a:pt x="4382" y="19465"/>
                    <a:pt x="4382" y="19795"/>
                    <a:pt x="4382" y="20154"/>
                  </a:cubicBezTo>
                  <a:cubicBezTo>
                    <a:pt x="3913" y="20374"/>
                    <a:pt x="3555" y="20732"/>
                    <a:pt x="3114" y="21063"/>
                  </a:cubicBezTo>
                  <a:cubicBezTo>
                    <a:pt x="2756" y="21421"/>
                    <a:pt x="2315" y="21752"/>
                    <a:pt x="1957" y="22110"/>
                  </a:cubicBezTo>
                  <a:cubicBezTo>
                    <a:pt x="1847" y="21642"/>
                    <a:pt x="1847" y="21173"/>
                    <a:pt x="1847" y="20842"/>
                  </a:cubicBezTo>
                  <a:cubicBezTo>
                    <a:pt x="2536" y="20484"/>
                    <a:pt x="3004" y="20043"/>
                    <a:pt x="3555" y="19685"/>
                  </a:cubicBezTo>
                  <a:cubicBezTo>
                    <a:pt x="3803" y="19465"/>
                    <a:pt x="4024" y="19354"/>
                    <a:pt x="4244" y="19107"/>
                  </a:cubicBezTo>
                  <a:close/>
                  <a:moveTo>
                    <a:pt x="7492" y="23426"/>
                  </a:moveTo>
                  <a:cubicBezTo>
                    <a:pt x="7480" y="23426"/>
                    <a:pt x="7468" y="23442"/>
                    <a:pt x="7468" y="23488"/>
                  </a:cubicBezTo>
                  <a:cubicBezTo>
                    <a:pt x="7541" y="23488"/>
                    <a:pt x="7517" y="23426"/>
                    <a:pt x="7492" y="23426"/>
                  </a:cubicBezTo>
                  <a:close/>
                  <a:moveTo>
                    <a:pt x="4492" y="20484"/>
                  </a:moveTo>
                  <a:cubicBezTo>
                    <a:pt x="4492" y="20842"/>
                    <a:pt x="4602" y="21173"/>
                    <a:pt x="4602" y="21531"/>
                  </a:cubicBezTo>
                  <a:cubicBezTo>
                    <a:pt x="3555" y="21862"/>
                    <a:pt x="2646" y="22799"/>
                    <a:pt x="1957" y="23708"/>
                  </a:cubicBezTo>
                  <a:lnTo>
                    <a:pt x="1957" y="22330"/>
                  </a:lnTo>
                  <a:cubicBezTo>
                    <a:pt x="2426" y="21862"/>
                    <a:pt x="3004" y="21531"/>
                    <a:pt x="3445" y="21173"/>
                  </a:cubicBezTo>
                  <a:cubicBezTo>
                    <a:pt x="3803" y="20953"/>
                    <a:pt x="4134" y="20732"/>
                    <a:pt x="4492" y="20484"/>
                  </a:cubicBezTo>
                  <a:close/>
                  <a:moveTo>
                    <a:pt x="4713" y="21752"/>
                  </a:moveTo>
                  <a:cubicBezTo>
                    <a:pt x="4713" y="21972"/>
                    <a:pt x="4823" y="22110"/>
                    <a:pt x="4823" y="22330"/>
                  </a:cubicBezTo>
                  <a:cubicBezTo>
                    <a:pt x="4134" y="22551"/>
                    <a:pt x="3555" y="23240"/>
                    <a:pt x="3114" y="23708"/>
                  </a:cubicBezTo>
                  <a:cubicBezTo>
                    <a:pt x="2866" y="23929"/>
                    <a:pt x="2426" y="24287"/>
                    <a:pt x="1957" y="24617"/>
                  </a:cubicBezTo>
                  <a:lnTo>
                    <a:pt x="1957" y="24039"/>
                  </a:lnTo>
                  <a:cubicBezTo>
                    <a:pt x="2426" y="23598"/>
                    <a:pt x="3004" y="23129"/>
                    <a:pt x="3445" y="22661"/>
                  </a:cubicBezTo>
                  <a:cubicBezTo>
                    <a:pt x="3913" y="22441"/>
                    <a:pt x="4382" y="22110"/>
                    <a:pt x="4713" y="21752"/>
                  </a:cubicBezTo>
                  <a:close/>
                  <a:moveTo>
                    <a:pt x="45134" y="22441"/>
                  </a:moveTo>
                  <a:lnTo>
                    <a:pt x="45134" y="22441"/>
                  </a:lnTo>
                  <a:cubicBezTo>
                    <a:pt x="44198" y="23019"/>
                    <a:pt x="43646" y="23818"/>
                    <a:pt x="43068" y="24617"/>
                  </a:cubicBezTo>
                  <a:lnTo>
                    <a:pt x="41690" y="24617"/>
                  </a:lnTo>
                  <a:cubicBezTo>
                    <a:pt x="42379" y="23929"/>
                    <a:pt x="43178" y="23350"/>
                    <a:pt x="43509" y="22551"/>
                  </a:cubicBezTo>
                  <a:cubicBezTo>
                    <a:pt x="44087" y="22551"/>
                    <a:pt x="44556" y="22551"/>
                    <a:pt x="45134" y="22441"/>
                  </a:cubicBezTo>
                  <a:close/>
                  <a:moveTo>
                    <a:pt x="46953" y="22330"/>
                  </a:moveTo>
                  <a:cubicBezTo>
                    <a:pt x="46622" y="22661"/>
                    <a:pt x="46264" y="22909"/>
                    <a:pt x="45933" y="23240"/>
                  </a:cubicBezTo>
                  <a:cubicBezTo>
                    <a:pt x="45355" y="23598"/>
                    <a:pt x="44666" y="24039"/>
                    <a:pt x="44446" y="24617"/>
                  </a:cubicBezTo>
                  <a:lnTo>
                    <a:pt x="43398" y="24617"/>
                  </a:lnTo>
                  <a:cubicBezTo>
                    <a:pt x="44087" y="23929"/>
                    <a:pt x="44886" y="23240"/>
                    <a:pt x="45355" y="22441"/>
                  </a:cubicBezTo>
                  <a:cubicBezTo>
                    <a:pt x="45933" y="22441"/>
                    <a:pt x="46402" y="22441"/>
                    <a:pt x="46953" y="22330"/>
                  </a:cubicBezTo>
                  <a:close/>
                  <a:moveTo>
                    <a:pt x="39954" y="22441"/>
                  </a:moveTo>
                  <a:cubicBezTo>
                    <a:pt x="39155" y="23129"/>
                    <a:pt x="38356" y="23818"/>
                    <a:pt x="37667" y="24507"/>
                  </a:cubicBezTo>
                  <a:cubicBezTo>
                    <a:pt x="37557" y="24617"/>
                    <a:pt x="37557" y="24617"/>
                    <a:pt x="37557" y="24728"/>
                  </a:cubicBezTo>
                  <a:lnTo>
                    <a:pt x="36400" y="24728"/>
                  </a:lnTo>
                  <a:cubicBezTo>
                    <a:pt x="36868" y="24287"/>
                    <a:pt x="37309" y="23929"/>
                    <a:pt x="37777" y="23598"/>
                  </a:cubicBezTo>
                  <a:cubicBezTo>
                    <a:pt x="38246" y="23240"/>
                    <a:pt x="38825" y="22909"/>
                    <a:pt x="39265" y="22441"/>
                  </a:cubicBezTo>
                  <a:close/>
                  <a:moveTo>
                    <a:pt x="41911" y="22441"/>
                  </a:moveTo>
                  <a:cubicBezTo>
                    <a:pt x="42379" y="22441"/>
                    <a:pt x="42710" y="22551"/>
                    <a:pt x="43178" y="22551"/>
                  </a:cubicBezTo>
                  <a:cubicBezTo>
                    <a:pt x="42489" y="23019"/>
                    <a:pt x="42021" y="23818"/>
                    <a:pt x="41580" y="24397"/>
                  </a:cubicBezTo>
                  <a:cubicBezTo>
                    <a:pt x="41442" y="24507"/>
                    <a:pt x="41442" y="24507"/>
                    <a:pt x="41580" y="24617"/>
                  </a:cubicBezTo>
                  <a:cubicBezTo>
                    <a:pt x="40312" y="24617"/>
                    <a:pt x="39045" y="24617"/>
                    <a:pt x="37888" y="24728"/>
                  </a:cubicBezTo>
                  <a:cubicBezTo>
                    <a:pt x="38687" y="23929"/>
                    <a:pt x="39624" y="23240"/>
                    <a:pt x="40423" y="22441"/>
                  </a:cubicBezTo>
                  <a:lnTo>
                    <a:pt x="41442" y="22441"/>
                  </a:lnTo>
                  <a:cubicBezTo>
                    <a:pt x="41222" y="22661"/>
                    <a:pt x="41112" y="22909"/>
                    <a:pt x="40891" y="23129"/>
                  </a:cubicBezTo>
                  <a:cubicBezTo>
                    <a:pt x="40423" y="23488"/>
                    <a:pt x="40064" y="23929"/>
                    <a:pt x="39734" y="24287"/>
                  </a:cubicBezTo>
                  <a:cubicBezTo>
                    <a:pt x="39645" y="24376"/>
                    <a:pt x="39700" y="24537"/>
                    <a:pt x="39782" y="24537"/>
                  </a:cubicBezTo>
                  <a:cubicBezTo>
                    <a:pt x="39802" y="24537"/>
                    <a:pt x="39823" y="24528"/>
                    <a:pt x="39844" y="24507"/>
                  </a:cubicBezTo>
                  <a:cubicBezTo>
                    <a:pt x="40202" y="24039"/>
                    <a:pt x="40643" y="23708"/>
                    <a:pt x="41112" y="23350"/>
                  </a:cubicBezTo>
                  <a:cubicBezTo>
                    <a:pt x="41332" y="23129"/>
                    <a:pt x="41690" y="22799"/>
                    <a:pt x="41911" y="22441"/>
                  </a:cubicBezTo>
                  <a:close/>
                  <a:moveTo>
                    <a:pt x="36620" y="22551"/>
                  </a:moveTo>
                  <a:lnTo>
                    <a:pt x="35931" y="23240"/>
                  </a:lnTo>
                  <a:cubicBezTo>
                    <a:pt x="35380" y="23708"/>
                    <a:pt x="34802" y="24287"/>
                    <a:pt x="34223" y="24865"/>
                  </a:cubicBezTo>
                  <a:lnTo>
                    <a:pt x="33176" y="24865"/>
                  </a:lnTo>
                  <a:cubicBezTo>
                    <a:pt x="33644" y="24507"/>
                    <a:pt x="34113" y="24176"/>
                    <a:pt x="34443" y="23708"/>
                  </a:cubicBezTo>
                  <a:cubicBezTo>
                    <a:pt x="34912" y="23350"/>
                    <a:pt x="35490" y="23019"/>
                    <a:pt x="35821" y="22551"/>
                  </a:cubicBezTo>
                  <a:close/>
                  <a:moveTo>
                    <a:pt x="38687" y="22441"/>
                  </a:moveTo>
                  <a:cubicBezTo>
                    <a:pt x="38356" y="22661"/>
                    <a:pt x="37888" y="23019"/>
                    <a:pt x="37557" y="23240"/>
                  </a:cubicBezTo>
                  <a:cubicBezTo>
                    <a:pt x="36978" y="23708"/>
                    <a:pt x="36510" y="24287"/>
                    <a:pt x="36069" y="24728"/>
                  </a:cubicBezTo>
                  <a:cubicBezTo>
                    <a:pt x="35601" y="24728"/>
                    <a:pt x="35132" y="24728"/>
                    <a:pt x="34802" y="24865"/>
                  </a:cubicBezTo>
                  <a:cubicBezTo>
                    <a:pt x="35242" y="24397"/>
                    <a:pt x="35711" y="23929"/>
                    <a:pt x="36179" y="23598"/>
                  </a:cubicBezTo>
                  <a:cubicBezTo>
                    <a:pt x="36620" y="23240"/>
                    <a:pt x="36978" y="22909"/>
                    <a:pt x="37309" y="22551"/>
                  </a:cubicBezTo>
                  <a:cubicBezTo>
                    <a:pt x="37777" y="22551"/>
                    <a:pt x="38246" y="22441"/>
                    <a:pt x="38687" y="22441"/>
                  </a:cubicBezTo>
                  <a:close/>
                  <a:moveTo>
                    <a:pt x="35242" y="22551"/>
                  </a:moveTo>
                  <a:cubicBezTo>
                    <a:pt x="34912" y="22799"/>
                    <a:pt x="34554" y="23240"/>
                    <a:pt x="34223" y="23488"/>
                  </a:cubicBezTo>
                  <a:cubicBezTo>
                    <a:pt x="33755" y="23929"/>
                    <a:pt x="33314" y="24397"/>
                    <a:pt x="32735" y="24865"/>
                  </a:cubicBezTo>
                  <a:cubicBezTo>
                    <a:pt x="32267" y="24865"/>
                    <a:pt x="31798" y="24976"/>
                    <a:pt x="31247" y="24976"/>
                  </a:cubicBezTo>
                  <a:cubicBezTo>
                    <a:pt x="32156" y="24176"/>
                    <a:pt x="33066" y="23488"/>
                    <a:pt x="33865" y="22551"/>
                  </a:cubicBezTo>
                  <a:close/>
                  <a:moveTo>
                    <a:pt x="5071" y="22909"/>
                  </a:moveTo>
                  <a:cubicBezTo>
                    <a:pt x="5181" y="22909"/>
                    <a:pt x="5291" y="23019"/>
                    <a:pt x="5291" y="23019"/>
                  </a:cubicBezTo>
                  <a:lnTo>
                    <a:pt x="6090" y="23019"/>
                  </a:lnTo>
                  <a:cubicBezTo>
                    <a:pt x="5181" y="23708"/>
                    <a:pt x="4382" y="24397"/>
                    <a:pt x="3445" y="25086"/>
                  </a:cubicBezTo>
                  <a:lnTo>
                    <a:pt x="2756" y="25086"/>
                  </a:lnTo>
                  <a:cubicBezTo>
                    <a:pt x="3004" y="24865"/>
                    <a:pt x="3335" y="24617"/>
                    <a:pt x="3555" y="24397"/>
                  </a:cubicBezTo>
                  <a:cubicBezTo>
                    <a:pt x="4134" y="23929"/>
                    <a:pt x="4602" y="23488"/>
                    <a:pt x="5071" y="22909"/>
                  </a:cubicBezTo>
                  <a:close/>
                  <a:moveTo>
                    <a:pt x="33176" y="22551"/>
                  </a:moveTo>
                  <a:lnTo>
                    <a:pt x="33176" y="22551"/>
                  </a:lnTo>
                  <a:cubicBezTo>
                    <a:pt x="32377" y="23350"/>
                    <a:pt x="31578" y="24176"/>
                    <a:pt x="30889" y="24976"/>
                  </a:cubicBezTo>
                  <a:cubicBezTo>
                    <a:pt x="30090" y="24976"/>
                    <a:pt x="29181" y="25086"/>
                    <a:pt x="28354" y="25086"/>
                  </a:cubicBezTo>
                  <a:cubicBezTo>
                    <a:pt x="29181" y="24397"/>
                    <a:pt x="29980" y="23598"/>
                    <a:pt x="30558" y="22661"/>
                  </a:cubicBezTo>
                  <a:lnTo>
                    <a:pt x="31798" y="22661"/>
                  </a:lnTo>
                  <a:cubicBezTo>
                    <a:pt x="31468" y="22909"/>
                    <a:pt x="31247" y="23240"/>
                    <a:pt x="30999" y="23488"/>
                  </a:cubicBezTo>
                  <a:cubicBezTo>
                    <a:pt x="30558" y="23929"/>
                    <a:pt x="30090" y="24397"/>
                    <a:pt x="29621" y="24865"/>
                  </a:cubicBezTo>
                  <a:cubicBezTo>
                    <a:pt x="29621" y="24943"/>
                    <a:pt x="29677" y="25021"/>
                    <a:pt x="29709" y="25021"/>
                  </a:cubicBezTo>
                  <a:cubicBezTo>
                    <a:pt x="29722" y="25021"/>
                    <a:pt x="29732" y="25008"/>
                    <a:pt x="29732" y="24976"/>
                  </a:cubicBezTo>
                  <a:cubicBezTo>
                    <a:pt x="30200" y="24617"/>
                    <a:pt x="30668" y="24176"/>
                    <a:pt x="31109" y="23708"/>
                  </a:cubicBezTo>
                  <a:cubicBezTo>
                    <a:pt x="31468" y="23350"/>
                    <a:pt x="31936" y="23019"/>
                    <a:pt x="32156" y="22661"/>
                  </a:cubicBezTo>
                  <a:cubicBezTo>
                    <a:pt x="32487" y="22661"/>
                    <a:pt x="32845" y="22661"/>
                    <a:pt x="33176" y="22551"/>
                  </a:cubicBezTo>
                  <a:close/>
                  <a:moveTo>
                    <a:pt x="6200" y="23019"/>
                  </a:moveTo>
                  <a:cubicBezTo>
                    <a:pt x="7137" y="23129"/>
                    <a:pt x="7936" y="23129"/>
                    <a:pt x="8846" y="23129"/>
                  </a:cubicBezTo>
                  <a:cubicBezTo>
                    <a:pt x="8515" y="23488"/>
                    <a:pt x="8157" y="23708"/>
                    <a:pt x="7826" y="24039"/>
                  </a:cubicBezTo>
                  <a:cubicBezTo>
                    <a:pt x="7468" y="24397"/>
                    <a:pt x="6999" y="24728"/>
                    <a:pt x="6669" y="25196"/>
                  </a:cubicBezTo>
                  <a:cubicBezTo>
                    <a:pt x="6311" y="25196"/>
                    <a:pt x="5870" y="25196"/>
                    <a:pt x="5512" y="25086"/>
                  </a:cubicBezTo>
                  <a:cubicBezTo>
                    <a:pt x="5870" y="24976"/>
                    <a:pt x="6090" y="24728"/>
                    <a:pt x="6311" y="24507"/>
                  </a:cubicBezTo>
                  <a:cubicBezTo>
                    <a:pt x="6779" y="24287"/>
                    <a:pt x="7247" y="23929"/>
                    <a:pt x="7468" y="23488"/>
                  </a:cubicBezTo>
                  <a:lnTo>
                    <a:pt x="7468" y="23488"/>
                  </a:lnTo>
                  <a:cubicBezTo>
                    <a:pt x="6999" y="23598"/>
                    <a:pt x="6669" y="23929"/>
                    <a:pt x="6311" y="24287"/>
                  </a:cubicBezTo>
                  <a:cubicBezTo>
                    <a:pt x="5980" y="24507"/>
                    <a:pt x="5622" y="24865"/>
                    <a:pt x="5291" y="25086"/>
                  </a:cubicBezTo>
                  <a:lnTo>
                    <a:pt x="3913" y="25086"/>
                  </a:lnTo>
                  <a:cubicBezTo>
                    <a:pt x="4823" y="24617"/>
                    <a:pt x="5622" y="23929"/>
                    <a:pt x="6200" y="23129"/>
                  </a:cubicBezTo>
                  <a:lnTo>
                    <a:pt x="6200" y="23019"/>
                  </a:lnTo>
                  <a:close/>
                  <a:moveTo>
                    <a:pt x="10582" y="23129"/>
                  </a:moveTo>
                  <a:cubicBezTo>
                    <a:pt x="10223" y="23350"/>
                    <a:pt x="9893" y="23818"/>
                    <a:pt x="9534" y="24039"/>
                  </a:cubicBezTo>
                  <a:cubicBezTo>
                    <a:pt x="9066" y="24397"/>
                    <a:pt x="8735" y="24865"/>
                    <a:pt x="8377" y="25196"/>
                  </a:cubicBezTo>
                  <a:lnTo>
                    <a:pt x="6999" y="25196"/>
                  </a:lnTo>
                  <a:lnTo>
                    <a:pt x="8047" y="24176"/>
                  </a:lnTo>
                  <a:cubicBezTo>
                    <a:pt x="8515" y="23929"/>
                    <a:pt x="8846" y="23598"/>
                    <a:pt x="9204" y="23129"/>
                  </a:cubicBezTo>
                  <a:close/>
                  <a:moveTo>
                    <a:pt x="12400" y="23129"/>
                  </a:moveTo>
                  <a:cubicBezTo>
                    <a:pt x="11959" y="23350"/>
                    <a:pt x="11601" y="23818"/>
                    <a:pt x="11133" y="24176"/>
                  </a:cubicBezTo>
                  <a:lnTo>
                    <a:pt x="10113" y="25196"/>
                  </a:lnTo>
                  <a:lnTo>
                    <a:pt x="8735" y="25196"/>
                  </a:lnTo>
                  <a:cubicBezTo>
                    <a:pt x="9066" y="24865"/>
                    <a:pt x="9314" y="24617"/>
                    <a:pt x="9645" y="24287"/>
                  </a:cubicBezTo>
                  <a:cubicBezTo>
                    <a:pt x="10113" y="23929"/>
                    <a:pt x="10582" y="23598"/>
                    <a:pt x="10912" y="23129"/>
                  </a:cubicBezTo>
                  <a:close/>
                  <a:moveTo>
                    <a:pt x="14232" y="23025"/>
                  </a:moveTo>
                  <a:cubicBezTo>
                    <a:pt x="13660" y="23249"/>
                    <a:pt x="13195" y="23821"/>
                    <a:pt x="12758" y="24176"/>
                  </a:cubicBezTo>
                  <a:cubicBezTo>
                    <a:pt x="12400" y="24507"/>
                    <a:pt x="12180" y="24865"/>
                    <a:pt x="11821" y="25196"/>
                  </a:cubicBezTo>
                  <a:lnTo>
                    <a:pt x="10444" y="25196"/>
                  </a:lnTo>
                  <a:cubicBezTo>
                    <a:pt x="10802" y="24976"/>
                    <a:pt x="11022" y="24728"/>
                    <a:pt x="11381" y="24507"/>
                  </a:cubicBezTo>
                  <a:cubicBezTo>
                    <a:pt x="11821" y="24039"/>
                    <a:pt x="12290" y="23708"/>
                    <a:pt x="12648" y="23129"/>
                  </a:cubicBezTo>
                  <a:cubicBezTo>
                    <a:pt x="13151" y="23060"/>
                    <a:pt x="13697" y="23034"/>
                    <a:pt x="14232" y="23025"/>
                  </a:cubicBezTo>
                  <a:close/>
                  <a:moveTo>
                    <a:pt x="15844" y="23019"/>
                  </a:moveTo>
                  <a:cubicBezTo>
                    <a:pt x="15404" y="23350"/>
                    <a:pt x="14935" y="23818"/>
                    <a:pt x="14467" y="24287"/>
                  </a:cubicBezTo>
                  <a:cubicBezTo>
                    <a:pt x="14136" y="24617"/>
                    <a:pt x="13888" y="24976"/>
                    <a:pt x="13557" y="25196"/>
                  </a:cubicBezTo>
                  <a:lnTo>
                    <a:pt x="12180" y="25196"/>
                  </a:lnTo>
                  <a:cubicBezTo>
                    <a:pt x="12400" y="24976"/>
                    <a:pt x="12758" y="24728"/>
                    <a:pt x="12979" y="24507"/>
                  </a:cubicBezTo>
                  <a:cubicBezTo>
                    <a:pt x="13447" y="24039"/>
                    <a:pt x="13888" y="23708"/>
                    <a:pt x="14246" y="23129"/>
                  </a:cubicBezTo>
                  <a:lnTo>
                    <a:pt x="14246" y="23025"/>
                  </a:lnTo>
                  <a:lnTo>
                    <a:pt x="14246" y="23025"/>
                  </a:lnTo>
                  <a:cubicBezTo>
                    <a:pt x="14557" y="23019"/>
                    <a:pt x="14864" y="23019"/>
                    <a:pt x="15156" y="23019"/>
                  </a:cubicBezTo>
                  <a:close/>
                  <a:moveTo>
                    <a:pt x="17222" y="23019"/>
                  </a:moveTo>
                  <a:cubicBezTo>
                    <a:pt x="16781" y="23350"/>
                    <a:pt x="16313" y="23818"/>
                    <a:pt x="15955" y="24287"/>
                  </a:cubicBezTo>
                  <a:cubicBezTo>
                    <a:pt x="15734" y="24617"/>
                    <a:pt x="15404" y="24865"/>
                    <a:pt x="15156" y="25196"/>
                  </a:cubicBezTo>
                  <a:lnTo>
                    <a:pt x="13778" y="25196"/>
                  </a:lnTo>
                  <a:cubicBezTo>
                    <a:pt x="14136" y="24976"/>
                    <a:pt x="14356" y="24728"/>
                    <a:pt x="14715" y="24507"/>
                  </a:cubicBezTo>
                  <a:cubicBezTo>
                    <a:pt x="15156" y="24039"/>
                    <a:pt x="15624" y="23598"/>
                    <a:pt x="15955" y="23129"/>
                  </a:cubicBezTo>
                  <a:cubicBezTo>
                    <a:pt x="16092" y="23019"/>
                    <a:pt x="15955" y="23019"/>
                    <a:pt x="15844" y="23019"/>
                  </a:cubicBezTo>
                  <a:close/>
                  <a:moveTo>
                    <a:pt x="25268" y="22799"/>
                  </a:moveTo>
                  <a:cubicBezTo>
                    <a:pt x="24469" y="23488"/>
                    <a:pt x="23890" y="24397"/>
                    <a:pt x="23312" y="25196"/>
                  </a:cubicBezTo>
                  <a:lnTo>
                    <a:pt x="21824" y="25196"/>
                  </a:lnTo>
                  <a:cubicBezTo>
                    <a:pt x="22512" y="24507"/>
                    <a:pt x="23422" y="23708"/>
                    <a:pt x="24000" y="22909"/>
                  </a:cubicBezTo>
                  <a:lnTo>
                    <a:pt x="24000" y="22799"/>
                  </a:lnTo>
                  <a:close/>
                  <a:moveTo>
                    <a:pt x="26866" y="22799"/>
                  </a:moveTo>
                  <a:cubicBezTo>
                    <a:pt x="26067" y="23488"/>
                    <a:pt x="25488" y="24397"/>
                    <a:pt x="24910" y="25196"/>
                  </a:cubicBezTo>
                  <a:lnTo>
                    <a:pt x="23532" y="25196"/>
                  </a:lnTo>
                  <a:cubicBezTo>
                    <a:pt x="24221" y="24397"/>
                    <a:pt x="24910" y="23708"/>
                    <a:pt x="25488" y="22799"/>
                  </a:cubicBezTo>
                  <a:close/>
                  <a:moveTo>
                    <a:pt x="30090" y="22661"/>
                  </a:moveTo>
                  <a:cubicBezTo>
                    <a:pt x="29401" y="23488"/>
                    <a:pt x="28712" y="24287"/>
                    <a:pt x="27913" y="25086"/>
                  </a:cubicBezTo>
                  <a:lnTo>
                    <a:pt x="27224" y="25086"/>
                  </a:lnTo>
                  <a:cubicBezTo>
                    <a:pt x="27803" y="24507"/>
                    <a:pt x="28492" y="23708"/>
                    <a:pt x="28712" y="22909"/>
                  </a:cubicBezTo>
                  <a:cubicBezTo>
                    <a:pt x="28789" y="22832"/>
                    <a:pt x="28704" y="22741"/>
                    <a:pt x="28646" y="22741"/>
                  </a:cubicBezTo>
                  <a:cubicBezTo>
                    <a:pt x="28622" y="22741"/>
                    <a:pt x="28602" y="22758"/>
                    <a:pt x="28602" y="22799"/>
                  </a:cubicBezTo>
                  <a:cubicBezTo>
                    <a:pt x="28134" y="23129"/>
                    <a:pt x="27913" y="23598"/>
                    <a:pt x="27665" y="24039"/>
                  </a:cubicBezTo>
                  <a:cubicBezTo>
                    <a:pt x="27334" y="24397"/>
                    <a:pt x="27114" y="24728"/>
                    <a:pt x="26866" y="25196"/>
                  </a:cubicBezTo>
                  <a:lnTo>
                    <a:pt x="25158" y="25196"/>
                  </a:lnTo>
                  <a:cubicBezTo>
                    <a:pt x="25847" y="24397"/>
                    <a:pt x="26646" y="23598"/>
                    <a:pt x="27114" y="22799"/>
                  </a:cubicBezTo>
                  <a:cubicBezTo>
                    <a:pt x="28134" y="22661"/>
                    <a:pt x="29181" y="22661"/>
                    <a:pt x="30090" y="22661"/>
                  </a:cubicBezTo>
                  <a:close/>
                  <a:moveTo>
                    <a:pt x="18848" y="22909"/>
                  </a:moveTo>
                  <a:cubicBezTo>
                    <a:pt x="18021" y="23488"/>
                    <a:pt x="17332" y="24397"/>
                    <a:pt x="16781" y="25306"/>
                  </a:cubicBezTo>
                  <a:cubicBezTo>
                    <a:pt x="16313" y="25196"/>
                    <a:pt x="15844" y="25196"/>
                    <a:pt x="15404" y="25196"/>
                  </a:cubicBezTo>
                  <a:cubicBezTo>
                    <a:pt x="15734" y="24976"/>
                    <a:pt x="15955" y="24617"/>
                    <a:pt x="16313" y="24287"/>
                  </a:cubicBezTo>
                  <a:cubicBezTo>
                    <a:pt x="16643" y="23818"/>
                    <a:pt x="17112" y="23488"/>
                    <a:pt x="17470" y="23019"/>
                  </a:cubicBezTo>
                  <a:cubicBezTo>
                    <a:pt x="17911" y="22909"/>
                    <a:pt x="18379" y="22909"/>
                    <a:pt x="18848" y="22909"/>
                  </a:cubicBezTo>
                  <a:close/>
                  <a:moveTo>
                    <a:pt x="20446" y="22909"/>
                  </a:moveTo>
                  <a:cubicBezTo>
                    <a:pt x="19647" y="23598"/>
                    <a:pt x="19068" y="24397"/>
                    <a:pt x="18379" y="25306"/>
                  </a:cubicBezTo>
                  <a:lnTo>
                    <a:pt x="17112" y="25306"/>
                  </a:lnTo>
                  <a:cubicBezTo>
                    <a:pt x="17470" y="24976"/>
                    <a:pt x="17690" y="24617"/>
                    <a:pt x="17911" y="24397"/>
                  </a:cubicBezTo>
                  <a:cubicBezTo>
                    <a:pt x="18379" y="23929"/>
                    <a:pt x="18848" y="23488"/>
                    <a:pt x="19068" y="23019"/>
                  </a:cubicBezTo>
                  <a:lnTo>
                    <a:pt x="19068" y="22909"/>
                  </a:lnTo>
                  <a:close/>
                  <a:moveTo>
                    <a:pt x="23780" y="22799"/>
                  </a:moveTo>
                  <a:lnTo>
                    <a:pt x="23780" y="22799"/>
                  </a:lnTo>
                  <a:cubicBezTo>
                    <a:pt x="22981" y="23488"/>
                    <a:pt x="22292" y="24397"/>
                    <a:pt x="21603" y="25196"/>
                  </a:cubicBezTo>
                  <a:cubicBezTo>
                    <a:pt x="21135" y="25196"/>
                    <a:pt x="20777" y="25306"/>
                    <a:pt x="20446" y="25306"/>
                  </a:cubicBezTo>
                  <a:cubicBezTo>
                    <a:pt x="21135" y="24617"/>
                    <a:pt x="21824" y="23929"/>
                    <a:pt x="22154" y="23240"/>
                  </a:cubicBezTo>
                  <a:cubicBezTo>
                    <a:pt x="22252" y="23162"/>
                    <a:pt x="22211" y="23084"/>
                    <a:pt x="22140" y="23084"/>
                  </a:cubicBezTo>
                  <a:cubicBezTo>
                    <a:pt x="22111" y="23084"/>
                    <a:pt x="22076" y="23097"/>
                    <a:pt x="22044" y="23129"/>
                  </a:cubicBezTo>
                  <a:cubicBezTo>
                    <a:pt x="21355" y="23708"/>
                    <a:pt x="20666" y="24507"/>
                    <a:pt x="20088" y="25306"/>
                  </a:cubicBezTo>
                  <a:lnTo>
                    <a:pt x="18710" y="25306"/>
                  </a:lnTo>
                  <a:cubicBezTo>
                    <a:pt x="19399" y="24507"/>
                    <a:pt x="20088" y="23708"/>
                    <a:pt x="20666" y="22909"/>
                  </a:cubicBezTo>
                  <a:cubicBezTo>
                    <a:pt x="21713" y="22909"/>
                    <a:pt x="22733" y="22909"/>
                    <a:pt x="23780" y="22799"/>
                  </a:cubicBezTo>
                  <a:close/>
                  <a:moveTo>
                    <a:pt x="9674" y="1"/>
                  </a:moveTo>
                  <a:cubicBezTo>
                    <a:pt x="7974" y="1"/>
                    <a:pt x="6275" y="59"/>
                    <a:pt x="4602" y="287"/>
                  </a:cubicBezTo>
                  <a:cubicBezTo>
                    <a:pt x="4492" y="287"/>
                    <a:pt x="4382" y="177"/>
                    <a:pt x="4382" y="177"/>
                  </a:cubicBezTo>
                  <a:cubicBezTo>
                    <a:pt x="3693" y="507"/>
                    <a:pt x="3114" y="976"/>
                    <a:pt x="2646" y="1554"/>
                  </a:cubicBezTo>
                  <a:cubicBezTo>
                    <a:pt x="1957" y="1995"/>
                    <a:pt x="1268" y="2574"/>
                    <a:pt x="690" y="3153"/>
                  </a:cubicBezTo>
                  <a:cubicBezTo>
                    <a:pt x="469" y="3373"/>
                    <a:pt x="579" y="3511"/>
                    <a:pt x="690" y="3731"/>
                  </a:cubicBezTo>
                  <a:cubicBezTo>
                    <a:pt x="1" y="7176"/>
                    <a:pt x="469" y="10950"/>
                    <a:pt x="579" y="14533"/>
                  </a:cubicBezTo>
                  <a:cubicBezTo>
                    <a:pt x="690" y="18197"/>
                    <a:pt x="800" y="21972"/>
                    <a:pt x="1378" y="25664"/>
                  </a:cubicBezTo>
                  <a:lnTo>
                    <a:pt x="1378" y="25775"/>
                  </a:lnTo>
                  <a:cubicBezTo>
                    <a:pt x="1489" y="25885"/>
                    <a:pt x="1626" y="26105"/>
                    <a:pt x="1847" y="26105"/>
                  </a:cubicBezTo>
                  <a:cubicBezTo>
                    <a:pt x="5564" y="26290"/>
                    <a:pt x="9318" y="26350"/>
                    <a:pt x="13090" y="26350"/>
                  </a:cubicBezTo>
                  <a:cubicBezTo>
                    <a:pt x="16643" y="26350"/>
                    <a:pt x="20211" y="26297"/>
                    <a:pt x="23780" y="26243"/>
                  </a:cubicBezTo>
                  <a:cubicBezTo>
                    <a:pt x="30668" y="26105"/>
                    <a:pt x="37777" y="26105"/>
                    <a:pt x="44556" y="25086"/>
                  </a:cubicBezTo>
                  <a:cubicBezTo>
                    <a:pt x="44666" y="25196"/>
                    <a:pt x="44666" y="25196"/>
                    <a:pt x="44776" y="25196"/>
                  </a:cubicBezTo>
                  <a:cubicBezTo>
                    <a:pt x="45465" y="25086"/>
                    <a:pt x="46044" y="24287"/>
                    <a:pt x="46512" y="23818"/>
                  </a:cubicBezTo>
                  <a:cubicBezTo>
                    <a:pt x="47091" y="23240"/>
                    <a:pt x="47532" y="22799"/>
                    <a:pt x="48000" y="22220"/>
                  </a:cubicBezTo>
                  <a:lnTo>
                    <a:pt x="48331" y="22220"/>
                  </a:lnTo>
                  <a:cubicBezTo>
                    <a:pt x="48468" y="22110"/>
                    <a:pt x="48468" y="21862"/>
                    <a:pt x="48331" y="21862"/>
                  </a:cubicBezTo>
                  <a:lnTo>
                    <a:pt x="48110" y="21862"/>
                  </a:lnTo>
                  <a:cubicBezTo>
                    <a:pt x="48799" y="18666"/>
                    <a:pt x="48331" y="14973"/>
                    <a:pt x="48468" y="11777"/>
                  </a:cubicBezTo>
                  <a:cubicBezTo>
                    <a:pt x="48579" y="7975"/>
                    <a:pt x="48689" y="4310"/>
                    <a:pt x="48331" y="618"/>
                  </a:cubicBezTo>
                  <a:cubicBezTo>
                    <a:pt x="48331" y="456"/>
                    <a:pt x="48213" y="354"/>
                    <a:pt x="48106" y="354"/>
                  </a:cubicBezTo>
                  <a:cubicBezTo>
                    <a:pt x="48067" y="354"/>
                    <a:pt x="48030" y="368"/>
                    <a:pt x="48000" y="397"/>
                  </a:cubicBezTo>
                  <a:cubicBezTo>
                    <a:pt x="46205" y="86"/>
                    <a:pt x="44346" y="14"/>
                    <a:pt x="42491" y="14"/>
                  </a:cubicBezTo>
                  <a:cubicBezTo>
                    <a:pt x="40902" y="14"/>
                    <a:pt x="39316" y="67"/>
                    <a:pt x="37777" y="67"/>
                  </a:cubicBezTo>
                  <a:lnTo>
                    <a:pt x="15045" y="67"/>
                  </a:lnTo>
                  <a:cubicBezTo>
                    <a:pt x="13274" y="67"/>
                    <a:pt x="11473" y="1"/>
                    <a:pt x="96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6" name="Google Shape;1166;p38"/>
          <p:cNvGrpSpPr/>
          <p:nvPr/>
        </p:nvGrpSpPr>
        <p:grpSpPr>
          <a:xfrm>
            <a:off x="2687613" y="1634858"/>
            <a:ext cx="1758792" cy="2520793"/>
            <a:chOff x="2687613" y="1634858"/>
            <a:chExt cx="1758792" cy="2520793"/>
          </a:xfrm>
        </p:grpSpPr>
        <p:sp>
          <p:nvSpPr>
            <p:cNvPr id="1167" name="Google Shape;1167;p38"/>
            <p:cNvSpPr/>
            <p:nvPr/>
          </p:nvSpPr>
          <p:spPr>
            <a:xfrm>
              <a:off x="3275362" y="1634858"/>
              <a:ext cx="583268" cy="583244"/>
            </a:xfrm>
            <a:custGeom>
              <a:rect b="b" l="l" r="r" t="t"/>
              <a:pathLst>
                <a:path extrusionOk="0" h="24909" w="24910">
                  <a:moveTo>
                    <a:pt x="11253" y="0"/>
                  </a:moveTo>
                  <a:cubicBezTo>
                    <a:pt x="8051" y="0"/>
                    <a:pt x="4944" y="1193"/>
                    <a:pt x="2866" y="3881"/>
                  </a:cubicBezTo>
                  <a:cubicBezTo>
                    <a:pt x="690" y="6637"/>
                    <a:pt x="1" y="10301"/>
                    <a:pt x="221" y="13883"/>
                  </a:cubicBezTo>
                  <a:cubicBezTo>
                    <a:pt x="442" y="16501"/>
                    <a:pt x="1131" y="19146"/>
                    <a:pt x="2756" y="21103"/>
                  </a:cubicBezTo>
                  <a:cubicBezTo>
                    <a:pt x="4823" y="23638"/>
                    <a:pt x="8019" y="24905"/>
                    <a:pt x="11133" y="24905"/>
                  </a:cubicBezTo>
                  <a:cubicBezTo>
                    <a:pt x="11238" y="24908"/>
                    <a:pt x="11343" y="24909"/>
                    <a:pt x="11449" y="24909"/>
                  </a:cubicBezTo>
                  <a:cubicBezTo>
                    <a:pt x="15691" y="24909"/>
                    <a:pt x="19788" y="22752"/>
                    <a:pt x="22154" y="19256"/>
                  </a:cubicBezTo>
                  <a:cubicBezTo>
                    <a:pt x="24552" y="15592"/>
                    <a:pt x="24910" y="10770"/>
                    <a:pt x="23064" y="6857"/>
                  </a:cubicBezTo>
                  <a:cubicBezTo>
                    <a:pt x="20942" y="2614"/>
                    <a:pt x="15994" y="0"/>
                    <a:pt x="112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38"/>
            <p:cNvSpPr/>
            <p:nvPr/>
          </p:nvSpPr>
          <p:spPr>
            <a:xfrm>
              <a:off x="3433951" y="1818997"/>
              <a:ext cx="266096" cy="214956"/>
            </a:xfrm>
            <a:custGeom>
              <a:rect b="b" l="l" r="r" t="t"/>
              <a:pathLst>
                <a:path extrusionOk="0" h="3222" w="3989">
                  <a:moveTo>
                    <a:pt x="3242" y="353"/>
                  </a:moveTo>
                  <a:cubicBezTo>
                    <a:pt x="2868" y="727"/>
                    <a:pt x="2316" y="1533"/>
                    <a:pt x="2002" y="1608"/>
                  </a:cubicBezTo>
                  <a:cubicBezTo>
                    <a:pt x="1688" y="1608"/>
                    <a:pt x="822" y="667"/>
                    <a:pt x="374" y="353"/>
                  </a:cubicBezTo>
                  <a:lnTo>
                    <a:pt x="374" y="353"/>
                  </a:lnTo>
                  <a:cubicBezTo>
                    <a:pt x="583" y="398"/>
                    <a:pt x="771" y="413"/>
                    <a:pt x="953" y="413"/>
                  </a:cubicBezTo>
                  <a:cubicBezTo>
                    <a:pt x="1318" y="413"/>
                    <a:pt x="1664" y="353"/>
                    <a:pt x="2122" y="353"/>
                  </a:cubicBezTo>
                  <a:close/>
                  <a:moveTo>
                    <a:pt x="3496" y="488"/>
                  </a:moveTo>
                  <a:lnTo>
                    <a:pt x="3496" y="1981"/>
                  </a:lnTo>
                  <a:cubicBezTo>
                    <a:pt x="3555" y="2161"/>
                    <a:pt x="3496" y="2534"/>
                    <a:pt x="3496" y="2848"/>
                  </a:cubicBezTo>
                  <a:lnTo>
                    <a:pt x="374" y="2848"/>
                  </a:lnTo>
                  <a:cubicBezTo>
                    <a:pt x="374" y="2414"/>
                    <a:pt x="374" y="1414"/>
                    <a:pt x="314" y="727"/>
                  </a:cubicBezTo>
                  <a:lnTo>
                    <a:pt x="314" y="727"/>
                  </a:lnTo>
                  <a:cubicBezTo>
                    <a:pt x="628" y="1040"/>
                    <a:pt x="942" y="1294"/>
                    <a:pt x="1315" y="1608"/>
                  </a:cubicBezTo>
                  <a:cubicBezTo>
                    <a:pt x="1590" y="1784"/>
                    <a:pt x="1728" y="2001"/>
                    <a:pt x="1930" y="2001"/>
                  </a:cubicBezTo>
                  <a:cubicBezTo>
                    <a:pt x="2003" y="2001"/>
                    <a:pt x="2083" y="1973"/>
                    <a:pt x="2181" y="1907"/>
                  </a:cubicBezTo>
                  <a:cubicBezTo>
                    <a:pt x="2316" y="1787"/>
                    <a:pt x="3122" y="981"/>
                    <a:pt x="3496" y="488"/>
                  </a:cubicBezTo>
                  <a:close/>
                  <a:moveTo>
                    <a:pt x="3405" y="1"/>
                  </a:moveTo>
                  <a:cubicBezTo>
                    <a:pt x="2904" y="1"/>
                    <a:pt x="2034" y="114"/>
                    <a:pt x="1748" y="114"/>
                  </a:cubicBezTo>
                  <a:cubicBezTo>
                    <a:pt x="1604" y="89"/>
                    <a:pt x="1466" y="81"/>
                    <a:pt x="1331" y="81"/>
                  </a:cubicBezTo>
                  <a:cubicBezTo>
                    <a:pt x="1059" y="81"/>
                    <a:pt x="797" y="114"/>
                    <a:pt x="509" y="114"/>
                  </a:cubicBezTo>
                  <a:cubicBezTo>
                    <a:pt x="483" y="114"/>
                    <a:pt x="383" y="100"/>
                    <a:pt x="279" y="100"/>
                  </a:cubicBezTo>
                  <a:cubicBezTo>
                    <a:pt x="144" y="100"/>
                    <a:pt x="1" y="124"/>
                    <a:pt x="1" y="234"/>
                  </a:cubicBezTo>
                  <a:cubicBezTo>
                    <a:pt x="1" y="488"/>
                    <a:pt x="75" y="727"/>
                    <a:pt x="75" y="981"/>
                  </a:cubicBezTo>
                  <a:lnTo>
                    <a:pt x="75" y="1847"/>
                  </a:lnTo>
                  <a:cubicBezTo>
                    <a:pt x="75" y="1907"/>
                    <a:pt x="75" y="3102"/>
                    <a:pt x="195" y="3102"/>
                  </a:cubicBezTo>
                  <a:cubicBezTo>
                    <a:pt x="314" y="3161"/>
                    <a:pt x="1569" y="3221"/>
                    <a:pt x="2181" y="3221"/>
                  </a:cubicBezTo>
                  <a:cubicBezTo>
                    <a:pt x="2375" y="3221"/>
                    <a:pt x="3735" y="3221"/>
                    <a:pt x="3735" y="3102"/>
                  </a:cubicBezTo>
                  <a:cubicBezTo>
                    <a:pt x="3869" y="2534"/>
                    <a:pt x="3809" y="1981"/>
                    <a:pt x="3869" y="1414"/>
                  </a:cubicBezTo>
                  <a:cubicBezTo>
                    <a:pt x="3869" y="1294"/>
                    <a:pt x="3989" y="294"/>
                    <a:pt x="3735" y="114"/>
                  </a:cubicBezTo>
                  <a:lnTo>
                    <a:pt x="3735" y="40"/>
                  </a:lnTo>
                  <a:cubicBezTo>
                    <a:pt x="3678" y="12"/>
                    <a:pt x="3559" y="1"/>
                    <a:pt x="34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38"/>
            <p:cNvSpPr/>
            <p:nvPr/>
          </p:nvSpPr>
          <p:spPr>
            <a:xfrm>
              <a:off x="2687652" y="2374400"/>
              <a:ext cx="1758752" cy="678776"/>
            </a:xfrm>
            <a:custGeom>
              <a:rect b="b" l="l" r="r" t="t"/>
              <a:pathLst>
                <a:path extrusionOk="0" h="26350" w="48800">
                  <a:moveTo>
                    <a:pt x="4024" y="1196"/>
                  </a:moveTo>
                  <a:cubicBezTo>
                    <a:pt x="4024" y="1554"/>
                    <a:pt x="3913" y="1885"/>
                    <a:pt x="3913" y="2354"/>
                  </a:cubicBezTo>
                  <a:cubicBezTo>
                    <a:pt x="2866" y="2932"/>
                    <a:pt x="1957" y="3841"/>
                    <a:pt x="1158" y="4641"/>
                  </a:cubicBezTo>
                  <a:cubicBezTo>
                    <a:pt x="1158" y="4310"/>
                    <a:pt x="1158" y="4062"/>
                    <a:pt x="1048" y="3841"/>
                  </a:cubicBezTo>
                  <a:cubicBezTo>
                    <a:pt x="1158" y="3841"/>
                    <a:pt x="1158" y="3841"/>
                    <a:pt x="1158" y="3731"/>
                  </a:cubicBezTo>
                  <a:cubicBezTo>
                    <a:pt x="1847" y="3373"/>
                    <a:pt x="2536" y="2684"/>
                    <a:pt x="3114" y="2133"/>
                  </a:cubicBezTo>
                  <a:cubicBezTo>
                    <a:pt x="3445" y="1885"/>
                    <a:pt x="3803" y="1554"/>
                    <a:pt x="4024" y="1196"/>
                  </a:cubicBezTo>
                  <a:close/>
                  <a:moveTo>
                    <a:pt x="3803" y="2684"/>
                  </a:moveTo>
                  <a:cubicBezTo>
                    <a:pt x="3803" y="3153"/>
                    <a:pt x="3803" y="3621"/>
                    <a:pt x="3693" y="4062"/>
                  </a:cubicBezTo>
                  <a:cubicBezTo>
                    <a:pt x="3335" y="4310"/>
                    <a:pt x="3004" y="4641"/>
                    <a:pt x="2756" y="4889"/>
                  </a:cubicBezTo>
                  <a:cubicBezTo>
                    <a:pt x="2178" y="5219"/>
                    <a:pt x="1737" y="5688"/>
                    <a:pt x="1268" y="6018"/>
                  </a:cubicBezTo>
                  <a:lnTo>
                    <a:pt x="1268" y="6128"/>
                  </a:lnTo>
                  <a:cubicBezTo>
                    <a:pt x="1268" y="5688"/>
                    <a:pt x="1268" y="5219"/>
                    <a:pt x="1158" y="4751"/>
                  </a:cubicBezTo>
                  <a:cubicBezTo>
                    <a:pt x="1737" y="4420"/>
                    <a:pt x="2178" y="3952"/>
                    <a:pt x="2756" y="3511"/>
                  </a:cubicBezTo>
                  <a:cubicBezTo>
                    <a:pt x="3114" y="3263"/>
                    <a:pt x="3445" y="2932"/>
                    <a:pt x="3803" y="2684"/>
                  </a:cubicBezTo>
                  <a:close/>
                  <a:moveTo>
                    <a:pt x="3693" y="4530"/>
                  </a:moveTo>
                  <a:lnTo>
                    <a:pt x="3693" y="5577"/>
                  </a:lnTo>
                  <a:cubicBezTo>
                    <a:pt x="3445" y="5798"/>
                    <a:pt x="3225" y="5908"/>
                    <a:pt x="3004" y="6128"/>
                  </a:cubicBezTo>
                  <a:cubicBezTo>
                    <a:pt x="2536" y="6487"/>
                    <a:pt x="1957" y="6817"/>
                    <a:pt x="1489" y="7286"/>
                  </a:cubicBezTo>
                  <a:cubicBezTo>
                    <a:pt x="1378" y="7286"/>
                    <a:pt x="1489" y="7396"/>
                    <a:pt x="1626" y="7396"/>
                  </a:cubicBezTo>
                  <a:cubicBezTo>
                    <a:pt x="2067" y="7065"/>
                    <a:pt x="2646" y="6707"/>
                    <a:pt x="3225" y="6376"/>
                  </a:cubicBezTo>
                  <a:cubicBezTo>
                    <a:pt x="3335" y="6266"/>
                    <a:pt x="3445" y="6128"/>
                    <a:pt x="3693" y="6018"/>
                  </a:cubicBezTo>
                  <a:lnTo>
                    <a:pt x="3693" y="6955"/>
                  </a:lnTo>
                  <a:cubicBezTo>
                    <a:pt x="3445" y="7065"/>
                    <a:pt x="3335" y="7286"/>
                    <a:pt x="3114" y="7396"/>
                  </a:cubicBezTo>
                  <a:cubicBezTo>
                    <a:pt x="2646" y="7754"/>
                    <a:pt x="2178" y="8195"/>
                    <a:pt x="1626" y="8553"/>
                  </a:cubicBezTo>
                  <a:cubicBezTo>
                    <a:pt x="1626" y="8631"/>
                    <a:pt x="1626" y="8709"/>
                    <a:pt x="1665" y="8709"/>
                  </a:cubicBezTo>
                  <a:cubicBezTo>
                    <a:pt x="1682" y="8709"/>
                    <a:pt x="1704" y="8696"/>
                    <a:pt x="1737" y="8663"/>
                  </a:cubicBezTo>
                  <a:cubicBezTo>
                    <a:pt x="2315" y="8443"/>
                    <a:pt x="2756" y="8085"/>
                    <a:pt x="3225" y="7644"/>
                  </a:cubicBezTo>
                  <a:cubicBezTo>
                    <a:pt x="3335" y="7644"/>
                    <a:pt x="3555" y="7506"/>
                    <a:pt x="3693" y="7396"/>
                  </a:cubicBezTo>
                  <a:lnTo>
                    <a:pt x="3693" y="7975"/>
                  </a:lnTo>
                  <a:cubicBezTo>
                    <a:pt x="3335" y="8195"/>
                    <a:pt x="3004" y="8553"/>
                    <a:pt x="2646" y="8774"/>
                  </a:cubicBezTo>
                  <a:cubicBezTo>
                    <a:pt x="2178" y="9132"/>
                    <a:pt x="1847" y="9463"/>
                    <a:pt x="1378" y="9821"/>
                  </a:cubicBezTo>
                  <a:cubicBezTo>
                    <a:pt x="1378" y="8553"/>
                    <a:pt x="1378" y="7396"/>
                    <a:pt x="1268" y="6128"/>
                  </a:cubicBezTo>
                  <a:lnTo>
                    <a:pt x="1268" y="6128"/>
                  </a:lnTo>
                  <a:lnTo>
                    <a:pt x="1378" y="6266"/>
                  </a:lnTo>
                  <a:cubicBezTo>
                    <a:pt x="1957" y="5908"/>
                    <a:pt x="2536" y="5440"/>
                    <a:pt x="3004" y="5109"/>
                  </a:cubicBezTo>
                  <a:cubicBezTo>
                    <a:pt x="3225" y="4889"/>
                    <a:pt x="3445" y="4751"/>
                    <a:pt x="3693" y="4530"/>
                  </a:cubicBezTo>
                  <a:close/>
                  <a:moveTo>
                    <a:pt x="3693" y="8443"/>
                  </a:moveTo>
                  <a:lnTo>
                    <a:pt x="3693" y="10041"/>
                  </a:lnTo>
                  <a:cubicBezTo>
                    <a:pt x="3335" y="10262"/>
                    <a:pt x="3004" y="10510"/>
                    <a:pt x="2756" y="10730"/>
                  </a:cubicBezTo>
                  <a:cubicBezTo>
                    <a:pt x="2315" y="11088"/>
                    <a:pt x="1847" y="11419"/>
                    <a:pt x="1378" y="11777"/>
                  </a:cubicBezTo>
                  <a:lnTo>
                    <a:pt x="1378" y="10041"/>
                  </a:lnTo>
                  <a:cubicBezTo>
                    <a:pt x="1847" y="9821"/>
                    <a:pt x="2315" y="9463"/>
                    <a:pt x="2756" y="9132"/>
                  </a:cubicBezTo>
                  <a:cubicBezTo>
                    <a:pt x="3114" y="8884"/>
                    <a:pt x="3335" y="8663"/>
                    <a:pt x="3693" y="8443"/>
                  </a:cubicBezTo>
                  <a:close/>
                  <a:moveTo>
                    <a:pt x="3803" y="10510"/>
                  </a:moveTo>
                  <a:lnTo>
                    <a:pt x="3803" y="11419"/>
                  </a:lnTo>
                  <a:lnTo>
                    <a:pt x="3803" y="11777"/>
                  </a:lnTo>
                  <a:cubicBezTo>
                    <a:pt x="3335" y="11998"/>
                    <a:pt x="2866" y="12328"/>
                    <a:pt x="2536" y="12576"/>
                  </a:cubicBezTo>
                  <a:cubicBezTo>
                    <a:pt x="2178" y="12907"/>
                    <a:pt x="1737" y="13155"/>
                    <a:pt x="1378" y="13375"/>
                  </a:cubicBezTo>
                  <a:lnTo>
                    <a:pt x="1378" y="11998"/>
                  </a:lnTo>
                  <a:lnTo>
                    <a:pt x="1489" y="11998"/>
                  </a:lnTo>
                  <a:cubicBezTo>
                    <a:pt x="2067" y="11639"/>
                    <a:pt x="2536" y="11309"/>
                    <a:pt x="3114" y="10950"/>
                  </a:cubicBezTo>
                  <a:cubicBezTo>
                    <a:pt x="3335" y="10840"/>
                    <a:pt x="3555" y="10620"/>
                    <a:pt x="3803" y="10510"/>
                  </a:cubicBezTo>
                  <a:close/>
                  <a:moveTo>
                    <a:pt x="3803" y="12218"/>
                  </a:moveTo>
                  <a:cubicBezTo>
                    <a:pt x="3803" y="12576"/>
                    <a:pt x="3803" y="13017"/>
                    <a:pt x="3913" y="13485"/>
                  </a:cubicBezTo>
                  <a:cubicBezTo>
                    <a:pt x="3004" y="13844"/>
                    <a:pt x="2315" y="14533"/>
                    <a:pt x="1489" y="14973"/>
                  </a:cubicBezTo>
                  <a:cubicBezTo>
                    <a:pt x="1489" y="14643"/>
                    <a:pt x="1378" y="14395"/>
                    <a:pt x="1378" y="14064"/>
                  </a:cubicBezTo>
                  <a:lnTo>
                    <a:pt x="1378" y="13706"/>
                  </a:lnTo>
                  <a:cubicBezTo>
                    <a:pt x="1847" y="13375"/>
                    <a:pt x="2315" y="13155"/>
                    <a:pt x="2756" y="12797"/>
                  </a:cubicBezTo>
                  <a:cubicBezTo>
                    <a:pt x="3114" y="12686"/>
                    <a:pt x="3555" y="12466"/>
                    <a:pt x="3803" y="12218"/>
                  </a:cubicBezTo>
                  <a:close/>
                  <a:moveTo>
                    <a:pt x="3913" y="13844"/>
                  </a:moveTo>
                  <a:lnTo>
                    <a:pt x="3913" y="15332"/>
                  </a:lnTo>
                  <a:cubicBezTo>
                    <a:pt x="3693" y="15552"/>
                    <a:pt x="3335" y="15772"/>
                    <a:pt x="3114" y="16020"/>
                  </a:cubicBezTo>
                  <a:cubicBezTo>
                    <a:pt x="2646" y="16461"/>
                    <a:pt x="2178" y="16930"/>
                    <a:pt x="1626" y="17150"/>
                  </a:cubicBezTo>
                  <a:cubicBezTo>
                    <a:pt x="1489" y="16599"/>
                    <a:pt x="1489" y="15910"/>
                    <a:pt x="1489" y="15332"/>
                  </a:cubicBezTo>
                  <a:cubicBezTo>
                    <a:pt x="2315" y="14973"/>
                    <a:pt x="3225" y="14533"/>
                    <a:pt x="3913" y="13844"/>
                  </a:cubicBezTo>
                  <a:close/>
                  <a:moveTo>
                    <a:pt x="4024" y="15772"/>
                  </a:moveTo>
                  <a:lnTo>
                    <a:pt x="4024" y="16930"/>
                  </a:lnTo>
                  <a:lnTo>
                    <a:pt x="3335" y="17619"/>
                  </a:lnTo>
                  <a:cubicBezTo>
                    <a:pt x="2756" y="17977"/>
                    <a:pt x="2315" y="18418"/>
                    <a:pt x="1737" y="18776"/>
                  </a:cubicBezTo>
                  <a:lnTo>
                    <a:pt x="1737" y="18886"/>
                  </a:lnTo>
                  <a:cubicBezTo>
                    <a:pt x="1634" y="18346"/>
                    <a:pt x="1627" y="17903"/>
                    <a:pt x="1626" y="17398"/>
                  </a:cubicBezTo>
                  <a:lnTo>
                    <a:pt x="1626" y="17398"/>
                  </a:lnTo>
                  <a:cubicBezTo>
                    <a:pt x="2178" y="17150"/>
                    <a:pt x="2646" y="16820"/>
                    <a:pt x="3114" y="16461"/>
                  </a:cubicBezTo>
                  <a:cubicBezTo>
                    <a:pt x="3445" y="16241"/>
                    <a:pt x="3693" y="16020"/>
                    <a:pt x="4024" y="15772"/>
                  </a:cubicBezTo>
                  <a:close/>
                  <a:moveTo>
                    <a:pt x="4134" y="17398"/>
                  </a:moveTo>
                  <a:cubicBezTo>
                    <a:pt x="4134" y="17839"/>
                    <a:pt x="4134" y="18197"/>
                    <a:pt x="4244" y="18666"/>
                  </a:cubicBezTo>
                  <a:cubicBezTo>
                    <a:pt x="3913" y="18886"/>
                    <a:pt x="3693" y="19107"/>
                    <a:pt x="3445" y="19354"/>
                  </a:cubicBezTo>
                  <a:cubicBezTo>
                    <a:pt x="2866" y="19795"/>
                    <a:pt x="2426" y="20154"/>
                    <a:pt x="1847" y="20594"/>
                  </a:cubicBezTo>
                  <a:cubicBezTo>
                    <a:pt x="1737" y="20043"/>
                    <a:pt x="1737" y="19465"/>
                    <a:pt x="1737" y="18996"/>
                  </a:cubicBezTo>
                  <a:lnTo>
                    <a:pt x="1847" y="18996"/>
                  </a:lnTo>
                  <a:cubicBezTo>
                    <a:pt x="2315" y="18666"/>
                    <a:pt x="2866" y="18307"/>
                    <a:pt x="3445" y="17977"/>
                  </a:cubicBezTo>
                  <a:cubicBezTo>
                    <a:pt x="3693" y="17729"/>
                    <a:pt x="3913" y="17619"/>
                    <a:pt x="4134" y="17398"/>
                  </a:cubicBezTo>
                  <a:close/>
                  <a:moveTo>
                    <a:pt x="47890" y="755"/>
                  </a:moveTo>
                  <a:cubicBezTo>
                    <a:pt x="47780" y="4420"/>
                    <a:pt x="47642" y="8085"/>
                    <a:pt x="47421" y="11777"/>
                  </a:cubicBezTo>
                  <a:cubicBezTo>
                    <a:pt x="47311" y="14863"/>
                    <a:pt x="46622" y="18666"/>
                    <a:pt x="47642" y="21752"/>
                  </a:cubicBezTo>
                  <a:cubicBezTo>
                    <a:pt x="46411" y="21493"/>
                    <a:pt x="45092" y="21422"/>
                    <a:pt x="43773" y="21422"/>
                  </a:cubicBezTo>
                  <a:cubicBezTo>
                    <a:pt x="42140" y="21422"/>
                    <a:pt x="40508" y="21531"/>
                    <a:pt x="39045" y="21531"/>
                  </a:cubicBezTo>
                  <a:cubicBezTo>
                    <a:pt x="35022" y="21531"/>
                    <a:pt x="31109" y="21642"/>
                    <a:pt x="27114" y="21752"/>
                  </a:cubicBezTo>
                  <a:cubicBezTo>
                    <a:pt x="23091" y="21862"/>
                    <a:pt x="19178" y="21862"/>
                    <a:pt x="15156" y="21972"/>
                  </a:cubicBezTo>
                  <a:cubicBezTo>
                    <a:pt x="13025" y="21972"/>
                    <a:pt x="10882" y="21874"/>
                    <a:pt x="8734" y="21874"/>
                  </a:cubicBezTo>
                  <a:cubicBezTo>
                    <a:pt x="7661" y="21874"/>
                    <a:pt x="6586" y="21899"/>
                    <a:pt x="5512" y="21972"/>
                  </a:cubicBezTo>
                  <a:cubicBezTo>
                    <a:pt x="5512" y="18307"/>
                    <a:pt x="5071" y="14643"/>
                    <a:pt x="4933" y="10950"/>
                  </a:cubicBezTo>
                  <a:cubicBezTo>
                    <a:pt x="4823" y="7644"/>
                    <a:pt x="5071" y="4200"/>
                    <a:pt x="4602" y="866"/>
                  </a:cubicBezTo>
                  <a:lnTo>
                    <a:pt x="4602" y="866"/>
                  </a:lnTo>
                  <a:cubicBezTo>
                    <a:pt x="6269" y="1086"/>
                    <a:pt x="7964" y="1141"/>
                    <a:pt x="9658" y="1141"/>
                  </a:cubicBezTo>
                  <a:cubicBezTo>
                    <a:pt x="11353" y="1141"/>
                    <a:pt x="13048" y="1086"/>
                    <a:pt x="14715" y="1086"/>
                  </a:cubicBezTo>
                  <a:lnTo>
                    <a:pt x="37309" y="1086"/>
                  </a:lnTo>
                  <a:cubicBezTo>
                    <a:pt x="38840" y="1086"/>
                    <a:pt x="40420" y="1130"/>
                    <a:pt x="42005" y="1130"/>
                  </a:cubicBezTo>
                  <a:cubicBezTo>
                    <a:pt x="43986" y="1130"/>
                    <a:pt x="45976" y="1062"/>
                    <a:pt x="47890" y="755"/>
                  </a:cubicBezTo>
                  <a:close/>
                  <a:moveTo>
                    <a:pt x="4244" y="19107"/>
                  </a:moveTo>
                  <a:cubicBezTo>
                    <a:pt x="4382" y="19465"/>
                    <a:pt x="4382" y="19795"/>
                    <a:pt x="4382" y="20154"/>
                  </a:cubicBezTo>
                  <a:cubicBezTo>
                    <a:pt x="3913" y="20374"/>
                    <a:pt x="3555" y="20732"/>
                    <a:pt x="3114" y="21063"/>
                  </a:cubicBezTo>
                  <a:cubicBezTo>
                    <a:pt x="2756" y="21421"/>
                    <a:pt x="2315" y="21752"/>
                    <a:pt x="1957" y="22110"/>
                  </a:cubicBezTo>
                  <a:cubicBezTo>
                    <a:pt x="1847" y="21642"/>
                    <a:pt x="1847" y="21173"/>
                    <a:pt x="1847" y="20842"/>
                  </a:cubicBezTo>
                  <a:cubicBezTo>
                    <a:pt x="2536" y="20484"/>
                    <a:pt x="3004" y="20043"/>
                    <a:pt x="3555" y="19685"/>
                  </a:cubicBezTo>
                  <a:cubicBezTo>
                    <a:pt x="3803" y="19465"/>
                    <a:pt x="4024" y="19354"/>
                    <a:pt x="4244" y="19107"/>
                  </a:cubicBezTo>
                  <a:close/>
                  <a:moveTo>
                    <a:pt x="7492" y="23426"/>
                  </a:moveTo>
                  <a:cubicBezTo>
                    <a:pt x="7480" y="23426"/>
                    <a:pt x="7468" y="23442"/>
                    <a:pt x="7468" y="23488"/>
                  </a:cubicBezTo>
                  <a:cubicBezTo>
                    <a:pt x="7541" y="23488"/>
                    <a:pt x="7517" y="23426"/>
                    <a:pt x="7492" y="23426"/>
                  </a:cubicBezTo>
                  <a:close/>
                  <a:moveTo>
                    <a:pt x="4492" y="20484"/>
                  </a:moveTo>
                  <a:cubicBezTo>
                    <a:pt x="4492" y="20842"/>
                    <a:pt x="4602" y="21173"/>
                    <a:pt x="4602" y="21531"/>
                  </a:cubicBezTo>
                  <a:cubicBezTo>
                    <a:pt x="3555" y="21862"/>
                    <a:pt x="2646" y="22799"/>
                    <a:pt x="1957" y="23708"/>
                  </a:cubicBezTo>
                  <a:lnTo>
                    <a:pt x="1957" y="22330"/>
                  </a:lnTo>
                  <a:cubicBezTo>
                    <a:pt x="2426" y="21862"/>
                    <a:pt x="3004" y="21531"/>
                    <a:pt x="3445" y="21173"/>
                  </a:cubicBezTo>
                  <a:cubicBezTo>
                    <a:pt x="3803" y="20953"/>
                    <a:pt x="4134" y="20732"/>
                    <a:pt x="4492" y="20484"/>
                  </a:cubicBezTo>
                  <a:close/>
                  <a:moveTo>
                    <a:pt x="4713" y="21752"/>
                  </a:moveTo>
                  <a:cubicBezTo>
                    <a:pt x="4713" y="21972"/>
                    <a:pt x="4823" y="22110"/>
                    <a:pt x="4823" y="22330"/>
                  </a:cubicBezTo>
                  <a:cubicBezTo>
                    <a:pt x="4134" y="22551"/>
                    <a:pt x="3555" y="23240"/>
                    <a:pt x="3114" y="23708"/>
                  </a:cubicBezTo>
                  <a:cubicBezTo>
                    <a:pt x="2866" y="23929"/>
                    <a:pt x="2426" y="24287"/>
                    <a:pt x="1957" y="24617"/>
                  </a:cubicBezTo>
                  <a:lnTo>
                    <a:pt x="1957" y="24039"/>
                  </a:lnTo>
                  <a:cubicBezTo>
                    <a:pt x="2426" y="23598"/>
                    <a:pt x="3004" y="23129"/>
                    <a:pt x="3445" y="22661"/>
                  </a:cubicBezTo>
                  <a:cubicBezTo>
                    <a:pt x="3913" y="22441"/>
                    <a:pt x="4382" y="22110"/>
                    <a:pt x="4713" y="21752"/>
                  </a:cubicBezTo>
                  <a:close/>
                  <a:moveTo>
                    <a:pt x="45134" y="22441"/>
                  </a:moveTo>
                  <a:lnTo>
                    <a:pt x="45134" y="22441"/>
                  </a:lnTo>
                  <a:cubicBezTo>
                    <a:pt x="44198" y="23019"/>
                    <a:pt x="43646" y="23818"/>
                    <a:pt x="43068" y="24617"/>
                  </a:cubicBezTo>
                  <a:lnTo>
                    <a:pt x="41690" y="24617"/>
                  </a:lnTo>
                  <a:cubicBezTo>
                    <a:pt x="42379" y="23929"/>
                    <a:pt x="43178" y="23350"/>
                    <a:pt x="43509" y="22551"/>
                  </a:cubicBezTo>
                  <a:cubicBezTo>
                    <a:pt x="44087" y="22551"/>
                    <a:pt x="44556" y="22551"/>
                    <a:pt x="45134" y="22441"/>
                  </a:cubicBezTo>
                  <a:close/>
                  <a:moveTo>
                    <a:pt x="46953" y="22330"/>
                  </a:moveTo>
                  <a:cubicBezTo>
                    <a:pt x="46622" y="22661"/>
                    <a:pt x="46264" y="22909"/>
                    <a:pt x="45933" y="23240"/>
                  </a:cubicBezTo>
                  <a:cubicBezTo>
                    <a:pt x="45355" y="23598"/>
                    <a:pt x="44666" y="24039"/>
                    <a:pt x="44446" y="24617"/>
                  </a:cubicBezTo>
                  <a:lnTo>
                    <a:pt x="43398" y="24617"/>
                  </a:lnTo>
                  <a:cubicBezTo>
                    <a:pt x="44087" y="23929"/>
                    <a:pt x="44886" y="23240"/>
                    <a:pt x="45355" y="22441"/>
                  </a:cubicBezTo>
                  <a:cubicBezTo>
                    <a:pt x="45933" y="22441"/>
                    <a:pt x="46402" y="22441"/>
                    <a:pt x="46953" y="22330"/>
                  </a:cubicBezTo>
                  <a:close/>
                  <a:moveTo>
                    <a:pt x="39954" y="22441"/>
                  </a:moveTo>
                  <a:cubicBezTo>
                    <a:pt x="39155" y="23129"/>
                    <a:pt x="38356" y="23818"/>
                    <a:pt x="37667" y="24507"/>
                  </a:cubicBezTo>
                  <a:cubicBezTo>
                    <a:pt x="37557" y="24617"/>
                    <a:pt x="37557" y="24617"/>
                    <a:pt x="37557" y="24728"/>
                  </a:cubicBezTo>
                  <a:lnTo>
                    <a:pt x="36400" y="24728"/>
                  </a:lnTo>
                  <a:cubicBezTo>
                    <a:pt x="36868" y="24287"/>
                    <a:pt x="37309" y="23929"/>
                    <a:pt x="37777" y="23598"/>
                  </a:cubicBezTo>
                  <a:cubicBezTo>
                    <a:pt x="38246" y="23240"/>
                    <a:pt x="38825" y="22909"/>
                    <a:pt x="39265" y="22441"/>
                  </a:cubicBezTo>
                  <a:close/>
                  <a:moveTo>
                    <a:pt x="41911" y="22441"/>
                  </a:moveTo>
                  <a:cubicBezTo>
                    <a:pt x="42379" y="22441"/>
                    <a:pt x="42710" y="22551"/>
                    <a:pt x="43178" y="22551"/>
                  </a:cubicBezTo>
                  <a:cubicBezTo>
                    <a:pt x="42489" y="23019"/>
                    <a:pt x="42021" y="23818"/>
                    <a:pt x="41580" y="24397"/>
                  </a:cubicBezTo>
                  <a:cubicBezTo>
                    <a:pt x="41442" y="24507"/>
                    <a:pt x="41442" y="24507"/>
                    <a:pt x="41580" y="24617"/>
                  </a:cubicBezTo>
                  <a:cubicBezTo>
                    <a:pt x="40312" y="24617"/>
                    <a:pt x="39045" y="24617"/>
                    <a:pt x="37888" y="24728"/>
                  </a:cubicBezTo>
                  <a:cubicBezTo>
                    <a:pt x="38687" y="23929"/>
                    <a:pt x="39624" y="23240"/>
                    <a:pt x="40423" y="22441"/>
                  </a:cubicBezTo>
                  <a:lnTo>
                    <a:pt x="41442" y="22441"/>
                  </a:lnTo>
                  <a:cubicBezTo>
                    <a:pt x="41222" y="22661"/>
                    <a:pt x="41112" y="22909"/>
                    <a:pt x="40891" y="23129"/>
                  </a:cubicBezTo>
                  <a:cubicBezTo>
                    <a:pt x="40423" y="23488"/>
                    <a:pt x="40064" y="23929"/>
                    <a:pt x="39734" y="24287"/>
                  </a:cubicBezTo>
                  <a:cubicBezTo>
                    <a:pt x="39645" y="24376"/>
                    <a:pt x="39700" y="24537"/>
                    <a:pt x="39782" y="24537"/>
                  </a:cubicBezTo>
                  <a:cubicBezTo>
                    <a:pt x="39802" y="24537"/>
                    <a:pt x="39823" y="24528"/>
                    <a:pt x="39844" y="24507"/>
                  </a:cubicBezTo>
                  <a:cubicBezTo>
                    <a:pt x="40202" y="24039"/>
                    <a:pt x="40643" y="23708"/>
                    <a:pt x="41112" y="23350"/>
                  </a:cubicBezTo>
                  <a:cubicBezTo>
                    <a:pt x="41332" y="23129"/>
                    <a:pt x="41690" y="22799"/>
                    <a:pt x="41911" y="22441"/>
                  </a:cubicBezTo>
                  <a:close/>
                  <a:moveTo>
                    <a:pt x="36620" y="22551"/>
                  </a:moveTo>
                  <a:lnTo>
                    <a:pt x="35931" y="23240"/>
                  </a:lnTo>
                  <a:cubicBezTo>
                    <a:pt x="35380" y="23708"/>
                    <a:pt x="34802" y="24287"/>
                    <a:pt x="34223" y="24865"/>
                  </a:cubicBezTo>
                  <a:lnTo>
                    <a:pt x="33176" y="24865"/>
                  </a:lnTo>
                  <a:cubicBezTo>
                    <a:pt x="33644" y="24507"/>
                    <a:pt x="34113" y="24176"/>
                    <a:pt x="34443" y="23708"/>
                  </a:cubicBezTo>
                  <a:cubicBezTo>
                    <a:pt x="34912" y="23350"/>
                    <a:pt x="35490" y="23019"/>
                    <a:pt x="35821" y="22551"/>
                  </a:cubicBezTo>
                  <a:close/>
                  <a:moveTo>
                    <a:pt x="38687" y="22441"/>
                  </a:moveTo>
                  <a:cubicBezTo>
                    <a:pt x="38356" y="22661"/>
                    <a:pt x="37888" y="23019"/>
                    <a:pt x="37557" y="23240"/>
                  </a:cubicBezTo>
                  <a:cubicBezTo>
                    <a:pt x="36978" y="23708"/>
                    <a:pt x="36510" y="24287"/>
                    <a:pt x="36069" y="24728"/>
                  </a:cubicBezTo>
                  <a:cubicBezTo>
                    <a:pt x="35601" y="24728"/>
                    <a:pt x="35132" y="24728"/>
                    <a:pt x="34802" y="24865"/>
                  </a:cubicBezTo>
                  <a:cubicBezTo>
                    <a:pt x="35242" y="24397"/>
                    <a:pt x="35711" y="23929"/>
                    <a:pt x="36179" y="23598"/>
                  </a:cubicBezTo>
                  <a:cubicBezTo>
                    <a:pt x="36620" y="23240"/>
                    <a:pt x="36978" y="22909"/>
                    <a:pt x="37309" y="22551"/>
                  </a:cubicBezTo>
                  <a:cubicBezTo>
                    <a:pt x="37777" y="22551"/>
                    <a:pt x="38246" y="22441"/>
                    <a:pt x="38687" y="22441"/>
                  </a:cubicBezTo>
                  <a:close/>
                  <a:moveTo>
                    <a:pt x="35242" y="22551"/>
                  </a:moveTo>
                  <a:cubicBezTo>
                    <a:pt x="34912" y="22799"/>
                    <a:pt x="34554" y="23240"/>
                    <a:pt x="34223" y="23488"/>
                  </a:cubicBezTo>
                  <a:cubicBezTo>
                    <a:pt x="33755" y="23929"/>
                    <a:pt x="33314" y="24397"/>
                    <a:pt x="32735" y="24865"/>
                  </a:cubicBezTo>
                  <a:cubicBezTo>
                    <a:pt x="32267" y="24865"/>
                    <a:pt x="31798" y="24976"/>
                    <a:pt x="31247" y="24976"/>
                  </a:cubicBezTo>
                  <a:cubicBezTo>
                    <a:pt x="32156" y="24176"/>
                    <a:pt x="33066" y="23488"/>
                    <a:pt x="33865" y="22551"/>
                  </a:cubicBezTo>
                  <a:close/>
                  <a:moveTo>
                    <a:pt x="5071" y="22909"/>
                  </a:moveTo>
                  <a:cubicBezTo>
                    <a:pt x="5181" y="22909"/>
                    <a:pt x="5291" y="23019"/>
                    <a:pt x="5291" y="23019"/>
                  </a:cubicBezTo>
                  <a:lnTo>
                    <a:pt x="6090" y="23019"/>
                  </a:lnTo>
                  <a:cubicBezTo>
                    <a:pt x="5181" y="23708"/>
                    <a:pt x="4382" y="24397"/>
                    <a:pt x="3445" y="25086"/>
                  </a:cubicBezTo>
                  <a:lnTo>
                    <a:pt x="2756" y="25086"/>
                  </a:lnTo>
                  <a:cubicBezTo>
                    <a:pt x="3004" y="24865"/>
                    <a:pt x="3335" y="24617"/>
                    <a:pt x="3555" y="24397"/>
                  </a:cubicBezTo>
                  <a:cubicBezTo>
                    <a:pt x="4134" y="23929"/>
                    <a:pt x="4602" y="23488"/>
                    <a:pt x="5071" y="22909"/>
                  </a:cubicBezTo>
                  <a:close/>
                  <a:moveTo>
                    <a:pt x="33176" y="22551"/>
                  </a:moveTo>
                  <a:lnTo>
                    <a:pt x="33176" y="22551"/>
                  </a:lnTo>
                  <a:cubicBezTo>
                    <a:pt x="32377" y="23350"/>
                    <a:pt x="31578" y="24176"/>
                    <a:pt x="30889" y="24976"/>
                  </a:cubicBezTo>
                  <a:cubicBezTo>
                    <a:pt x="30090" y="24976"/>
                    <a:pt x="29181" y="25086"/>
                    <a:pt x="28354" y="25086"/>
                  </a:cubicBezTo>
                  <a:cubicBezTo>
                    <a:pt x="29181" y="24397"/>
                    <a:pt x="29980" y="23598"/>
                    <a:pt x="30558" y="22661"/>
                  </a:cubicBezTo>
                  <a:lnTo>
                    <a:pt x="31798" y="22661"/>
                  </a:lnTo>
                  <a:cubicBezTo>
                    <a:pt x="31468" y="22909"/>
                    <a:pt x="31247" y="23240"/>
                    <a:pt x="30999" y="23488"/>
                  </a:cubicBezTo>
                  <a:cubicBezTo>
                    <a:pt x="30558" y="23929"/>
                    <a:pt x="30090" y="24397"/>
                    <a:pt x="29621" y="24865"/>
                  </a:cubicBezTo>
                  <a:cubicBezTo>
                    <a:pt x="29621" y="24943"/>
                    <a:pt x="29677" y="25021"/>
                    <a:pt x="29709" y="25021"/>
                  </a:cubicBezTo>
                  <a:cubicBezTo>
                    <a:pt x="29722" y="25021"/>
                    <a:pt x="29732" y="25008"/>
                    <a:pt x="29732" y="24976"/>
                  </a:cubicBezTo>
                  <a:cubicBezTo>
                    <a:pt x="30200" y="24617"/>
                    <a:pt x="30668" y="24176"/>
                    <a:pt x="31109" y="23708"/>
                  </a:cubicBezTo>
                  <a:cubicBezTo>
                    <a:pt x="31468" y="23350"/>
                    <a:pt x="31936" y="23019"/>
                    <a:pt x="32156" y="22661"/>
                  </a:cubicBezTo>
                  <a:cubicBezTo>
                    <a:pt x="32487" y="22661"/>
                    <a:pt x="32845" y="22661"/>
                    <a:pt x="33176" y="22551"/>
                  </a:cubicBezTo>
                  <a:close/>
                  <a:moveTo>
                    <a:pt x="6200" y="23019"/>
                  </a:moveTo>
                  <a:cubicBezTo>
                    <a:pt x="7137" y="23129"/>
                    <a:pt x="7936" y="23129"/>
                    <a:pt x="8846" y="23129"/>
                  </a:cubicBezTo>
                  <a:cubicBezTo>
                    <a:pt x="8515" y="23488"/>
                    <a:pt x="8157" y="23708"/>
                    <a:pt x="7826" y="24039"/>
                  </a:cubicBezTo>
                  <a:cubicBezTo>
                    <a:pt x="7468" y="24397"/>
                    <a:pt x="6999" y="24728"/>
                    <a:pt x="6669" y="25196"/>
                  </a:cubicBezTo>
                  <a:cubicBezTo>
                    <a:pt x="6311" y="25196"/>
                    <a:pt x="5870" y="25196"/>
                    <a:pt x="5512" y="25086"/>
                  </a:cubicBezTo>
                  <a:cubicBezTo>
                    <a:pt x="5870" y="24976"/>
                    <a:pt x="6090" y="24728"/>
                    <a:pt x="6311" y="24507"/>
                  </a:cubicBezTo>
                  <a:cubicBezTo>
                    <a:pt x="6779" y="24287"/>
                    <a:pt x="7247" y="23929"/>
                    <a:pt x="7468" y="23488"/>
                  </a:cubicBezTo>
                  <a:lnTo>
                    <a:pt x="7468" y="23488"/>
                  </a:lnTo>
                  <a:cubicBezTo>
                    <a:pt x="6999" y="23598"/>
                    <a:pt x="6669" y="23929"/>
                    <a:pt x="6311" y="24287"/>
                  </a:cubicBezTo>
                  <a:cubicBezTo>
                    <a:pt x="5980" y="24507"/>
                    <a:pt x="5622" y="24865"/>
                    <a:pt x="5291" y="25086"/>
                  </a:cubicBezTo>
                  <a:lnTo>
                    <a:pt x="3913" y="25086"/>
                  </a:lnTo>
                  <a:cubicBezTo>
                    <a:pt x="4823" y="24617"/>
                    <a:pt x="5622" y="23929"/>
                    <a:pt x="6200" y="23129"/>
                  </a:cubicBezTo>
                  <a:lnTo>
                    <a:pt x="6200" y="23019"/>
                  </a:lnTo>
                  <a:close/>
                  <a:moveTo>
                    <a:pt x="10582" y="23129"/>
                  </a:moveTo>
                  <a:cubicBezTo>
                    <a:pt x="10223" y="23350"/>
                    <a:pt x="9893" y="23818"/>
                    <a:pt x="9534" y="24039"/>
                  </a:cubicBezTo>
                  <a:cubicBezTo>
                    <a:pt x="9066" y="24397"/>
                    <a:pt x="8735" y="24865"/>
                    <a:pt x="8377" y="25196"/>
                  </a:cubicBezTo>
                  <a:lnTo>
                    <a:pt x="6999" y="25196"/>
                  </a:lnTo>
                  <a:lnTo>
                    <a:pt x="8047" y="24176"/>
                  </a:lnTo>
                  <a:cubicBezTo>
                    <a:pt x="8515" y="23929"/>
                    <a:pt x="8846" y="23598"/>
                    <a:pt x="9204" y="23129"/>
                  </a:cubicBezTo>
                  <a:close/>
                  <a:moveTo>
                    <a:pt x="12400" y="23129"/>
                  </a:moveTo>
                  <a:cubicBezTo>
                    <a:pt x="11959" y="23350"/>
                    <a:pt x="11601" y="23818"/>
                    <a:pt x="11133" y="24176"/>
                  </a:cubicBezTo>
                  <a:lnTo>
                    <a:pt x="10113" y="25196"/>
                  </a:lnTo>
                  <a:lnTo>
                    <a:pt x="8735" y="25196"/>
                  </a:lnTo>
                  <a:cubicBezTo>
                    <a:pt x="9066" y="24865"/>
                    <a:pt x="9314" y="24617"/>
                    <a:pt x="9645" y="24287"/>
                  </a:cubicBezTo>
                  <a:cubicBezTo>
                    <a:pt x="10113" y="23929"/>
                    <a:pt x="10582" y="23598"/>
                    <a:pt x="10912" y="23129"/>
                  </a:cubicBezTo>
                  <a:close/>
                  <a:moveTo>
                    <a:pt x="14232" y="23025"/>
                  </a:moveTo>
                  <a:cubicBezTo>
                    <a:pt x="13660" y="23249"/>
                    <a:pt x="13195" y="23821"/>
                    <a:pt x="12758" y="24176"/>
                  </a:cubicBezTo>
                  <a:cubicBezTo>
                    <a:pt x="12400" y="24507"/>
                    <a:pt x="12180" y="24865"/>
                    <a:pt x="11821" y="25196"/>
                  </a:cubicBezTo>
                  <a:lnTo>
                    <a:pt x="10444" y="25196"/>
                  </a:lnTo>
                  <a:cubicBezTo>
                    <a:pt x="10802" y="24976"/>
                    <a:pt x="11022" y="24728"/>
                    <a:pt x="11381" y="24507"/>
                  </a:cubicBezTo>
                  <a:cubicBezTo>
                    <a:pt x="11821" y="24039"/>
                    <a:pt x="12290" y="23708"/>
                    <a:pt x="12648" y="23129"/>
                  </a:cubicBezTo>
                  <a:cubicBezTo>
                    <a:pt x="13151" y="23060"/>
                    <a:pt x="13697" y="23034"/>
                    <a:pt x="14232" y="23025"/>
                  </a:cubicBezTo>
                  <a:close/>
                  <a:moveTo>
                    <a:pt x="15844" y="23019"/>
                  </a:moveTo>
                  <a:cubicBezTo>
                    <a:pt x="15404" y="23350"/>
                    <a:pt x="14935" y="23818"/>
                    <a:pt x="14467" y="24287"/>
                  </a:cubicBezTo>
                  <a:cubicBezTo>
                    <a:pt x="14136" y="24617"/>
                    <a:pt x="13888" y="24976"/>
                    <a:pt x="13557" y="25196"/>
                  </a:cubicBezTo>
                  <a:lnTo>
                    <a:pt x="12180" y="25196"/>
                  </a:lnTo>
                  <a:cubicBezTo>
                    <a:pt x="12400" y="24976"/>
                    <a:pt x="12758" y="24728"/>
                    <a:pt x="12979" y="24507"/>
                  </a:cubicBezTo>
                  <a:cubicBezTo>
                    <a:pt x="13447" y="24039"/>
                    <a:pt x="13888" y="23708"/>
                    <a:pt x="14246" y="23129"/>
                  </a:cubicBezTo>
                  <a:lnTo>
                    <a:pt x="14246" y="23025"/>
                  </a:lnTo>
                  <a:lnTo>
                    <a:pt x="14246" y="23025"/>
                  </a:lnTo>
                  <a:cubicBezTo>
                    <a:pt x="14557" y="23019"/>
                    <a:pt x="14864" y="23019"/>
                    <a:pt x="15156" y="23019"/>
                  </a:cubicBezTo>
                  <a:close/>
                  <a:moveTo>
                    <a:pt x="17222" y="23019"/>
                  </a:moveTo>
                  <a:cubicBezTo>
                    <a:pt x="16781" y="23350"/>
                    <a:pt x="16313" y="23818"/>
                    <a:pt x="15955" y="24287"/>
                  </a:cubicBezTo>
                  <a:cubicBezTo>
                    <a:pt x="15734" y="24617"/>
                    <a:pt x="15404" y="24865"/>
                    <a:pt x="15156" y="25196"/>
                  </a:cubicBezTo>
                  <a:lnTo>
                    <a:pt x="13778" y="25196"/>
                  </a:lnTo>
                  <a:cubicBezTo>
                    <a:pt x="14136" y="24976"/>
                    <a:pt x="14356" y="24728"/>
                    <a:pt x="14715" y="24507"/>
                  </a:cubicBezTo>
                  <a:cubicBezTo>
                    <a:pt x="15156" y="24039"/>
                    <a:pt x="15624" y="23598"/>
                    <a:pt x="15955" y="23129"/>
                  </a:cubicBezTo>
                  <a:cubicBezTo>
                    <a:pt x="16092" y="23019"/>
                    <a:pt x="15955" y="23019"/>
                    <a:pt x="15844" y="23019"/>
                  </a:cubicBezTo>
                  <a:close/>
                  <a:moveTo>
                    <a:pt x="25268" y="22799"/>
                  </a:moveTo>
                  <a:cubicBezTo>
                    <a:pt x="24469" y="23488"/>
                    <a:pt x="23890" y="24397"/>
                    <a:pt x="23312" y="25196"/>
                  </a:cubicBezTo>
                  <a:lnTo>
                    <a:pt x="21824" y="25196"/>
                  </a:lnTo>
                  <a:cubicBezTo>
                    <a:pt x="22512" y="24507"/>
                    <a:pt x="23422" y="23708"/>
                    <a:pt x="24000" y="22909"/>
                  </a:cubicBezTo>
                  <a:lnTo>
                    <a:pt x="24000" y="22799"/>
                  </a:lnTo>
                  <a:close/>
                  <a:moveTo>
                    <a:pt x="26866" y="22799"/>
                  </a:moveTo>
                  <a:cubicBezTo>
                    <a:pt x="26067" y="23488"/>
                    <a:pt x="25488" y="24397"/>
                    <a:pt x="24910" y="25196"/>
                  </a:cubicBezTo>
                  <a:lnTo>
                    <a:pt x="23532" y="25196"/>
                  </a:lnTo>
                  <a:cubicBezTo>
                    <a:pt x="24221" y="24397"/>
                    <a:pt x="24910" y="23708"/>
                    <a:pt x="25488" y="22799"/>
                  </a:cubicBezTo>
                  <a:close/>
                  <a:moveTo>
                    <a:pt x="30090" y="22661"/>
                  </a:moveTo>
                  <a:cubicBezTo>
                    <a:pt x="29401" y="23488"/>
                    <a:pt x="28712" y="24287"/>
                    <a:pt x="27913" y="25086"/>
                  </a:cubicBezTo>
                  <a:lnTo>
                    <a:pt x="27224" y="25086"/>
                  </a:lnTo>
                  <a:cubicBezTo>
                    <a:pt x="27803" y="24507"/>
                    <a:pt x="28492" y="23708"/>
                    <a:pt x="28712" y="22909"/>
                  </a:cubicBezTo>
                  <a:cubicBezTo>
                    <a:pt x="28789" y="22832"/>
                    <a:pt x="28704" y="22741"/>
                    <a:pt x="28646" y="22741"/>
                  </a:cubicBezTo>
                  <a:cubicBezTo>
                    <a:pt x="28622" y="22741"/>
                    <a:pt x="28602" y="22758"/>
                    <a:pt x="28602" y="22799"/>
                  </a:cubicBezTo>
                  <a:cubicBezTo>
                    <a:pt x="28134" y="23129"/>
                    <a:pt x="27913" y="23598"/>
                    <a:pt x="27665" y="24039"/>
                  </a:cubicBezTo>
                  <a:cubicBezTo>
                    <a:pt x="27334" y="24397"/>
                    <a:pt x="27114" y="24728"/>
                    <a:pt x="26866" y="25196"/>
                  </a:cubicBezTo>
                  <a:lnTo>
                    <a:pt x="25158" y="25196"/>
                  </a:lnTo>
                  <a:cubicBezTo>
                    <a:pt x="25847" y="24397"/>
                    <a:pt x="26646" y="23598"/>
                    <a:pt x="27114" y="22799"/>
                  </a:cubicBezTo>
                  <a:cubicBezTo>
                    <a:pt x="28134" y="22661"/>
                    <a:pt x="29181" y="22661"/>
                    <a:pt x="30090" y="22661"/>
                  </a:cubicBezTo>
                  <a:close/>
                  <a:moveTo>
                    <a:pt x="18848" y="22909"/>
                  </a:moveTo>
                  <a:cubicBezTo>
                    <a:pt x="18021" y="23488"/>
                    <a:pt x="17332" y="24397"/>
                    <a:pt x="16781" y="25306"/>
                  </a:cubicBezTo>
                  <a:cubicBezTo>
                    <a:pt x="16313" y="25196"/>
                    <a:pt x="15844" y="25196"/>
                    <a:pt x="15404" y="25196"/>
                  </a:cubicBezTo>
                  <a:cubicBezTo>
                    <a:pt x="15734" y="24976"/>
                    <a:pt x="15955" y="24617"/>
                    <a:pt x="16313" y="24287"/>
                  </a:cubicBezTo>
                  <a:cubicBezTo>
                    <a:pt x="16643" y="23818"/>
                    <a:pt x="17112" y="23488"/>
                    <a:pt x="17470" y="23019"/>
                  </a:cubicBezTo>
                  <a:cubicBezTo>
                    <a:pt x="17911" y="22909"/>
                    <a:pt x="18379" y="22909"/>
                    <a:pt x="18848" y="22909"/>
                  </a:cubicBezTo>
                  <a:close/>
                  <a:moveTo>
                    <a:pt x="20446" y="22909"/>
                  </a:moveTo>
                  <a:cubicBezTo>
                    <a:pt x="19647" y="23598"/>
                    <a:pt x="19068" y="24397"/>
                    <a:pt x="18379" y="25306"/>
                  </a:cubicBezTo>
                  <a:lnTo>
                    <a:pt x="17112" y="25306"/>
                  </a:lnTo>
                  <a:cubicBezTo>
                    <a:pt x="17470" y="24976"/>
                    <a:pt x="17690" y="24617"/>
                    <a:pt x="17911" y="24397"/>
                  </a:cubicBezTo>
                  <a:cubicBezTo>
                    <a:pt x="18379" y="23929"/>
                    <a:pt x="18848" y="23488"/>
                    <a:pt x="19068" y="23019"/>
                  </a:cubicBezTo>
                  <a:lnTo>
                    <a:pt x="19068" y="22909"/>
                  </a:lnTo>
                  <a:close/>
                  <a:moveTo>
                    <a:pt x="23780" y="22799"/>
                  </a:moveTo>
                  <a:lnTo>
                    <a:pt x="23780" y="22799"/>
                  </a:lnTo>
                  <a:cubicBezTo>
                    <a:pt x="22981" y="23488"/>
                    <a:pt x="22292" y="24397"/>
                    <a:pt x="21603" y="25196"/>
                  </a:cubicBezTo>
                  <a:cubicBezTo>
                    <a:pt x="21135" y="25196"/>
                    <a:pt x="20777" y="25306"/>
                    <a:pt x="20446" y="25306"/>
                  </a:cubicBezTo>
                  <a:cubicBezTo>
                    <a:pt x="21135" y="24617"/>
                    <a:pt x="21824" y="23929"/>
                    <a:pt x="22154" y="23240"/>
                  </a:cubicBezTo>
                  <a:cubicBezTo>
                    <a:pt x="22252" y="23162"/>
                    <a:pt x="22211" y="23084"/>
                    <a:pt x="22140" y="23084"/>
                  </a:cubicBezTo>
                  <a:cubicBezTo>
                    <a:pt x="22111" y="23084"/>
                    <a:pt x="22076" y="23097"/>
                    <a:pt x="22044" y="23129"/>
                  </a:cubicBezTo>
                  <a:cubicBezTo>
                    <a:pt x="21355" y="23708"/>
                    <a:pt x="20666" y="24507"/>
                    <a:pt x="20088" y="25306"/>
                  </a:cubicBezTo>
                  <a:lnTo>
                    <a:pt x="18710" y="25306"/>
                  </a:lnTo>
                  <a:cubicBezTo>
                    <a:pt x="19399" y="24507"/>
                    <a:pt x="20088" y="23708"/>
                    <a:pt x="20666" y="22909"/>
                  </a:cubicBezTo>
                  <a:cubicBezTo>
                    <a:pt x="21713" y="22909"/>
                    <a:pt x="22733" y="22909"/>
                    <a:pt x="23780" y="22799"/>
                  </a:cubicBezTo>
                  <a:close/>
                  <a:moveTo>
                    <a:pt x="9674" y="1"/>
                  </a:moveTo>
                  <a:cubicBezTo>
                    <a:pt x="7974" y="1"/>
                    <a:pt x="6275" y="59"/>
                    <a:pt x="4602" y="287"/>
                  </a:cubicBezTo>
                  <a:cubicBezTo>
                    <a:pt x="4492" y="287"/>
                    <a:pt x="4382" y="177"/>
                    <a:pt x="4382" y="177"/>
                  </a:cubicBezTo>
                  <a:cubicBezTo>
                    <a:pt x="3693" y="507"/>
                    <a:pt x="3114" y="976"/>
                    <a:pt x="2646" y="1554"/>
                  </a:cubicBezTo>
                  <a:cubicBezTo>
                    <a:pt x="1957" y="1995"/>
                    <a:pt x="1268" y="2574"/>
                    <a:pt x="690" y="3153"/>
                  </a:cubicBezTo>
                  <a:cubicBezTo>
                    <a:pt x="469" y="3373"/>
                    <a:pt x="579" y="3511"/>
                    <a:pt x="690" y="3731"/>
                  </a:cubicBezTo>
                  <a:cubicBezTo>
                    <a:pt x="1" y="7176"/>
                    <a:pt x="469" y="10950"/>
                    <a:pt x="579" y="14533"/>
                  </a:cubicBezTo>
                  <a:cubicBezTo>
                    <a:pt x="690" y="18197"/>
                    <a:pt x="800" y="21972"/>
                    <a:pt x="1378" y="25664"/>
                  </a:cubicBezTo>
                  <a:lnTo>
                    <a:pt x="1378" y="25775"/>
                  </a:lnTo>
                  <a:cubicBezTo>
                    <a:pt x="1489" y="25885"/>
                    <a:pt x="1626" y="26105"/>
                    <a:pt x="1847" y="26105"/>
                  </a:cubicBezTo>
                  <a:cubicBezTo>
                    <a:pt x="5564" y="26290"/>
                    <a:pt x="9318" y="26350"/>
                    <a:pt x="13090" y="26350"/>
                  </a:cubicBezTo>
                  <a:cubicBezTo>
                    <a:pt x="16643" y="26350"/>
                    <a:pt x="20211" y="26297"/>
                    <a:pt x="23780" y="26243"/>
                  </a:cubicBezTo>
                  <a:cubicBezTo>
                    <a:pt x="30668" y="26105"/>
                    <a:pt x="37777" y="26105"/>
                    <a:pt x="44556" y="25086"/>
                  </a:cubicBezTo>
                  <a:cubicBezTo>
                    <a:pt x="44666" y="25196"/>
                    <a:pt x="44666" y="25196"/>
                    <a:pt x="44776" y="25196"/>
                  </a:cubicBezTo>
                  <a:cubicBezTo>
                    <a:pt x="45465" y="25086"/>
                    <a:pt x="46044" y="24287"/>
                    <a:pt x="46512" y="23818"/>
                  </a:cubicBezTo>
                  <a:cubicBezTo>
                    <a:pt x="47091" y="23240"/>
                    <a:pt x="47532" y="22799"/>
                    <a:pt x="48000" y="22220"/>
                  </a:cubicBezTo>
                  <a:lnTo>
                    <a:pt x="48331" y="22220"/>
                  </a:lnTo>
                  <a:cubicBezTo>
                    <a:pt x="48468" y="22110"/>
                    <a:pt x="48468" y="21862"/>
                    <a:pt x="48331" y="21862"/>
                  </a:cubicBezTo>
                  <a:lnTo>
                    <a:pt x="48110" y="21862"/>
                  </a:lnTo>
                  <a:cubicBezTo>
                    <a:pt x="48799" y="18666"/>
                    <a:pt x="48331" y="14973"/>
                    <a:pt x="48468" y="11777"/>
                  </a:cubicBezTo>
                  <a:cubicBezTo>
                    <a:pt x="48579" y="7975"/>
                    <a:pt x="48689" y="4310"/>
                    <a:pt x="48331" y="618"/>
                  </a:cubicBezTo>
                  <a:cubicBezTo>
                    <a:pt x="48331" y="456"/>
                    <a:pt x="48213" y="354"/>
                    <a:pt x="48106" y="354"/>
                  </a:cubicBezTo>
                  <a:cubicBezTo>
                    <a:pt x="48067" y="354"/>
                    <a:pt x="48030" y="368"/>
                    <a:pt x="48000" y="397"/>
                  </a:cubicBezTo>
                  <a:cubicBezTo>
                    <a:pt x="46205" y="86"/>
                    <a:pt x="44346" y="14"/>
                    <a:pt x="42491" y="14"/>
                  </a:cubicBezTo>
                  <a:cubicBezTo>
                    <a:pt x="40902" y="14"/>
                    <a:pt x="39316" y="67"/>
                    <a:pt x="37777" y="67"/>
                  </a:cubicBezTo>
                  <a:lnTo>
                    <a:pt x="15045" y="67"/>
                  </a:lnTo>
                  <a:cubicBezTo>
                    <a:pt x="13274" y="67"/>
                    <a:pt x="11473" y="1"/>
                    <a:pt x="96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38"/>
            <p:cNvSpPr/>
            <p:nvPr/>
          </p:nvSpPr>
          <p:spPr>
            <a:xfrm>
              <a:off x="2687613" y="3206524"/>
              <a:ext cx="1758752" cy="949127"/>
            </a:xfrm>
            <a:custGeom>
              <a:rect b="b" l="l" r="r" t="t"/>
              <a:pathLst>
                <a:path extrusionOk="0" h="26350" w="48800">
                  <a:moveTo>
                    <a:pt x="4024" y="1196"/>
                  </a:moveTo>
                  <a:cubicBezTo>
                    <a:pt x="4024" y="1554"/>
                    <a:pt x="3913" y="1885"/>
                    <a:pt x="3913" y="2354"/>
                  </a:cubicBezTo>
                  <a:cubicBezTo>
                    <a:pt x="2866" y="2932"/>
                    <a:pt x="1957" y="3841"/>
                    <a:pt x="1158" y="4641"/>
                  </a:cubicBezTo>
                  <a:cubicBezTo>
                    <a:pt x="1158" y="4310"/>
                    <a:pt x="1158" y="4062"/>
                    <a:pt x="1048" y="3841"/>
                  </a:cubicBezTo>
                  <a:cubicBezTo>
                    <a:pt x="1158" y="3841"/>
                    <a:pt x="1158" y="3841"/>
                    <a:pt x="1158" y="3731"/>
                  </a:cubicBezTo>
                  <a:cubicBezTo>
                    <a:pt x="1847" y="3373"/>
                    <a:pt x="2536" y="2684"/>
                    <a:pt x="3114" y="2133"/>
                  </a:cubicBezTo>
                  <a:cubicBezTo>
                    <a:pt x="3445" y="1885"/>
                    <a:pt x="3803" y="1554"/>
                    <a:pt x="4024" y="1196"/>
                  </a:cubicBezTo>
                  <a:close/>
                  <a:moveTo>
                    <a:pt x="3803" y="2684"/>
                  </a:moveTo>
                  <a:cubicBezTo>
                    <a:pt x="3803" y="3153"/>
                    <a:pt x="3803" y="3621"/>
                    <a:pt x="3693" y="4062"/>
                  </a:cubicBezTo>
                  <a:cubicBezTo>
                    <a:pt x="3335" y="4310"/>
                    <a:pt x="3004" y="4641"/>
                    <a:pt x="2756" y="4889"/>
                  </a:cubicBezTo>
                  <a:cubicBezTo>
                    <a:pt x="2178" y="5219"/>
                    <a:pt x="1737" y="5688"/>
                    <a:pt x="1268" y="6018"/>
                  </a:cubicBezTo>
                  <a:lnTo>
                    <a:pt x="1268" y="6128"/>
                  </a:lnTo>
                  <a:cubicBezTo>
                    <a:pt x="1268" y="5688"/>
                    <a:pt x="1268" y="5219"/>
                    <a:pt x="1158" y="4751"/>
                  </a:cubicBezTo>
                  <a:cubicBezTo>
                    <a:pt x="1737" y="4420"/>
                    <a:pt x="2178" y="3952"/>
                    <a:pt x="2756" y="3511"/>
                  </a:cubicBezTo>
                  <a:cubicBezTo>
                    <a:pt x="3114" y="3263"/>
                    <a:pt x="3445" y="2932"/>
                    <a:pt x="3803" y="2684"/>
                  </a:cubicBezTo>
                  <a:close/>
                  <a:moveTo>
                    <a:pt x="3693" y="4530"/>
                  </a:moveTo>
                  <a:lnTo>
                    <a:pt x="3693" y="5577"/>
                  </a:lnTo>
                  <a:cubicBezTo>
                    <a:pt x="3445" y="5798"/>
                    <a:pt x="3225" y="5908"/>
                    <a:pt x="3004" y="6128"/>
                  </a:cubicBezTo>
                  <a:cubicBezTo>
                    <a:pt x="2536" y="6487"/>
                    <a:pt x="1957" y="6817"/>
                    <a:pt x="1489" y="7286"/>
                  </a:cubicBezTo>
                  <a:cubicBezTo>
                    <a:pt x="1378" y="7286"/>
                    <a:pt x="1489" y="7396"/>
                    <a:pt x="1626" y="7396"/>
                  </a:cubicBezTo>
                  <a:cubicBezTo>
                    <a:pt x="2067" y="7065"/>
                    <a:pt x="2646" y="6707"/>
                    <a:pt x="3225" y="6376"/>
                  </a:cubicBezTo>
                  <a:cubicBezTo>
                    <a:pt x="3335" y="6266"/>
                    <a:pt x="3445" y="6128"/>
                    <a:pt x="3693" y="6018"/>
                  </a:cubicBezTo>
                  <a:lnTo>
                    <a:pt x="3693" y="6955"/>
                  </a:lnTo>
                  <a:cubicBezTo>
                    <a:pt x="3445" y="7065"/>
                    <a:pt x="3335" y="7286"/>
                    <a:pt x="3114" y="7396"/>
                  </a:cubicBezTo>
                  <a:cubicBezTo>
                    <a:pt x="2646" y="7754"/>
                    <a:pt x="2178" y="8195"/>
                    <a:pt x="1626" y="8553"/>
                  </a:cubicBezTo>
                  <a:cubicBezTo>
                    <a:pt x="1626" y="8631"/>
                    <a:pt x="1626" y="8709"/>
                    <a:pt x="1665" y="8709"/>
                  </a:cubicBezTo>
                  <a:cubicBezTo>
                    <a:pt x="1682" y="8709"/>
                    <a:pt x="1704" y="8696"/>
                    <a:pt x="1737" y="8663"/>
                  </a:cubicBezTo>
                  <a:cubicBezTo>
                    <a:pt x="2315" y="8443"/>
                    <a:pt x="2756" y="8085"/>
                    <a:pt x="3225" y="7644"/>
                  </a:cubicBezTo>
                  <a:cubicBezTo>
                    <a:pt x="3335" y="7644"/>
                    <a:pt x="3555" y="7506"/>
                    <a:pt x="3693" y="7396"/>
                  </a:cubicBezTo>
                  <a:lnTo>
                    <a:pt x="3693" y="7975"/>
                  </a:lnTo>
                  <a:cubicBezTo>
                    <a:pt x="3335" y="8195"/>
                    <a:pt x="3004" y="8553"/>
                    <a:pt x="2646" y="8774"/>
                  </a:cubicBezTo>
                  <a:cubicBezTo>
                    <a:pt x="2178" y="9132"/>
                    <a:pt x="1847" y="9463"/>
                    <a:pt x="1378" y="9821"/>
                  </a:cubicBezTo>
                  <a:cubicBezTo>
                    <a:pt x="1378" y="8553"/>
                    <a:pt x="1378" y="7396"/>
                    <a:pt x="1268" y="6128"/>
                  </a:cubicBezTo>
                  <a:lnTo>
                    <a:pt x="1268" y="6128"/>
                  </a:lnTo>
                  <a:lnTo>
                    <a:pt x="1378" y="6266"/>
                  </a:lnTo>
                  <a:cubicBezTo>
                    <a:pt x="1957" y="5908"/>
                    <a:pt x="2536" y="5440"/>
                    <a:pt x="3004" y="5109"/>
                  </a:cubicBezTo>
                  <a:cubicBezTo>
                    <a:pt x="3225" y="4889"/>
                    <a:pt x="3445" y="4751"/>
                    <a:pt x="3693" y="4530"/>
                  </a:cubicBezTo>
                  <a:close/>
                  <a:moveTo>
                    <a:pt x="3693" y="8443"/>
                  </a:moveTo>
                  <a:lnTo>
                    <a:pt x="3693" y="10041"/>
                  </a:lnTo>
                  <a:cubicBezTo>
                    <a:pt x="3335" y="10262"/>
                    <a:pt x="3004" y="10510"/>
                    <a:pt x="2756" y="10730"/>
                  </a:cubicBezTo>
                  <a:cubicBezTo>
                    <a:pt x="2315" y="11088"/>
                    <a:pt x="1847" y="11419"/>
                    <a:pt x="1378" y="11777"/>
                  </a:cubicBezTo>
                  <a:lnTo>
                    <a:pt x="1378" y="10041"/>
                  </a:lnTo>
                  <a:cubicBezTo>
                    <a:pt x="1847" y="9821"/>
                    <a:pt x="2315" y="9463"/>
                    <a:pt x="2756" y="9132"/>
                  </a:cubicBezTo>
                  <a:cubicBezTo>
                    <a:pt x="3114" y="8884"/>
                    <a:pt x="3335" y="8663"/>
                    <a:pt x="3693" y="8443"/>
                  </a:cubicBezTo>
                  <a:close/>
                  <a:moveTo>
                    <a:pt x="3803" y="10510"/>
                  </a:moveTo>
                  <a:lnTo>
                    <a:pt x="3803" y="11419"/>
                  </a:lnTo>
                  <a:lnTo>
                    <a:pt x="3803" y="11777"/>
                  </a:lnTo>
                  <a:cubicBezTo>
                    <a:pt x="3335" y="11998"/>
                    <a:pt x="2866" y="12328"/>
                    <a:pt x="2536" y="12576"/>
                  </a:cubicBezTo>
                  <a:cubicBezTo>
                    <a:pt x="2178" y="12907"/>
                    <a:pt x="1737" y="13155"/>
                    <a:pt x="1378" y="13375"/>
                  </a:cubicBezTo>
                  <a:lnTo>
                    <a:pt x="1378" y="11998"/>
                  </a:lnTo>
                  <a:lnTo>
                    <a:pt x="1489" y="11998"/>
                  </a:lnTo>
                  <a:cubicBezTo>
                    <a:pt x="2067" y="11639"/>
                    <a:pt x="2536" y="11309"/>
                    <a:pt x="3114" y="10950"/>
                  </a:cubicBezTo>
                  <a:cubicBezTo>
                    <a:pt x="3335" y="10840"/>
                    <a:pt x="3555" y="10620"/>
                    <a:pt x="3803" y="10510"/>
                  </a:cubicBezTo>
                  <a:close/>
                  <a:moveTo>
                    <a:pt x="3803" y="12218"/>
                  </a:moveTo>
                  <a:cubicBezTo>
                    <a:pt x="3803" y="12576"/>
                    <a:pt x="3803" y="13017"/>
                    <a:pt x="3913" y="13485"/>
                  </a:cubicBezTo>
                  <a:cubicBezTo>
                    <a:pt x="3004" y="13844"/>
                    <a:pt x="2315" y="14533"/>
                    <a:pt x="1489" y="14973"/>
                  </a:cubicBezTo>
                  <a:cubicBezTo>
                    <a:pt x="1489" y="14643"/>
                    <a:pt x="1378" y="14395"/>
                    <a:pt x="1378" y="14064"/>
                  </a:cubicBezTo>
                  <a:lnTo>
                    <a:pt x="1378" y="13706"/>
                  </a:lnTo>
                  <a:cubicBezTo>
                    <a:pt x="1847" y="13375"/>
                    <a:pt x="2315" y="13155"/>
                    <a:pt x="2756" y="12797"/>
                  </a:cubicBezTo>
                  <a:cubicBezTo>
                    <a:pt x="3114" y="12686"/>
                    <a:pt x="3555" y="12466"/>
                    <a:pt x="3803" y="12218"/>
                  </a:cubicBezTo>
                  <a:close/>
                  <a:moveTo>
                    <a:pt x="3913" y="13844"/>
                  </a:moveTo>
                  <a:lnTo>
                    <a:pt x="3913" y="15332"/>
                  </a:lnTo>
                  <a:cubicBezTo>
                    <a:pt x="3693" y="15552"/>
                    <a:pt x="3335" y="15772"/>
                    <a:pt x="3114" y="16020"/>
                  </a:cubicBezTo>
                  <a:cubicBezTo>
                    <a:pt x="2646" y="16461"/>
                    <a:pt x="2178" y="16930"/>
                    <a:pt x="1626" y="17150"/>
                  </a:cubicBezTo>
                  <a:cubicBezTo>
                    <a:pt x="1489" y="16599"/>
                    <a:pt x="1489" y="15910"/>
                    <a:pt x="1489" y="15332"/>
                  </a:cubicBezTo>
                  <a:cubicBezTo>
                    <a:pt x="2315" y="14973"/>
                    <a:pt x="3225" y="14533"/>
                    <a:pt x="3913" y="13844"/>
                  </a:cubicBezTo>
                  <a:close/>
                  <a:moveTo>
                    <a:pt x="4024" y="15772"/>
                  </a:moveTo>
                  <a:lnTo>
                    <a:pt x="4024" y="16930"/>
                  </a:lnTo>
                  <a:lnTo>
                    <a:pt x="3335" y="17619"/>
                  </a:lnTo>
                  <a:cubicBezTo>
                    <a:pt x="2756" y="17977"/>
                    <a:pt x="2315" y="18418"/>
                    <a:pt x="1737" y="18776"/>
                  </a:cubicBezTo>
                  <a:lnTo>
                    <a:pt x="1737" y="18886"/>
                  </a:lnTo>
                  <a:cubicBezTo>
                    <a:pt x="1634" y="18346"/>
                    <a:pt x="1627" y="17903"/>
                    <a:pt x="1626" y="17398"/>
                  </a:cubicBezTo>
                  <a:lnTo>
                    <a:pt x="1626" y="17398"/>
                  </a:lnTo>
                  <a:cubicBezTo>
                    <a:pt x="2178" y="17150"/>
                    <a:pt x="2646" y="16820"/>
                    <a:pt x="3114" y="16461"/>
                  </a:cubicBezTo>
                  <a:cubicBezTo>
                    <a:pt x="3445" y="16241"/>
                    <a:pt x="3693" y="16020"/>
                    <a:pt x="4024" y="15772"/>
                  </a:cubicBezTo>
                  <a:close/>
                  <a:moveTo>
                    <a:pt x="4134" y="17398"/>
                  </a:moveTo>
                  <a:cubicBezTo>
                    <a:pt x="4134" y="17839"/>
                    <a:pt x="4134" y="18197"/>
                    <a:pt x="4244" y="18666"/>
                  </a:cubicBezTo>
                  <a:cubicBezTo>
                    <a:pt x="3913" y="18886"/>
                    <a:pt x="3693" y="19107"/>
                    <a:pt x="3445" y="19354"/>
                  </a:cubicBezTo>
                  <a:cubicBezTo>
                    <a:pt x="2866" y="19795"/>
                    <a:pt x="2426" y="20154"/>
                    <a:pt x="1847" y="20594"/>
                  </a:cubicBezTo>
                  <a:cubicBezTo>
                    <a:pt x="1737" y="20043"/>
                    <a:pt x="1737" y="19465"/>
                    <a:pt x="1737" y="18996"/>
                  </a:cubicBezTo>
                  <a:lnTo>
                    <a:pt x="1847" y="18996"/>
                  </a:lnTo>
                  <a:cubicBezTo>
                    <a:pt x="2315" y="18666"/>
                    <a:pt x="2866" y="18307"/>
                    <a:pt x="3445" y="17977"/>
                  </a:cubicBezTo>
                  <a:cubicBezTo>
                    <a:pt x="3693" y="17729"/>
                    <a:pt x="3913" y="17619"/>
                    <a:pt x="4134" y="17398"/>
                  </a:cubicBezTo>
                  <a:close/>
                  <a:moveTo>
                    <a:pt x="47890" y="755"/>
                  </a:moveTo>
                  <a:cubicBezTo>
                    <a:pt x="47780" y="4420"/>
                    <a:pt x="47642" y="8085"/>
                    <a:pt x="47421" y="11777"/>
                  </a:cubicBezTo>
                  <a:cubicBezTo>
                    <a:pt x="47311" y="14863"/>
                    <a:pt x="46622" y="18666"/>
                    <a:pt x="47642" y="21752"/>
                  </a:cubicBezTo>
                  <a:cubicBezTo>
                    <a:pt x="46411" y="21493"/>
                    <a:pt x="45092" y="21422"/>
                    <a:pt x="43773" y="21422"/>
                  </a:cubicBezTo>
                  <a:cubicBezTo>
                    <a:pt x="42140" y="21422"/>
                    <a:pt x="40508" y="21531"/>
                    <a:pt x="39045" y="21531"/>
                  </a:cubicBezTo>
                  <a:cubicBezTo>
                    <a:pt x="35022" y="21531"/>
                    <a:pt x="31109" y="21642"/>
                    <a:pt x="27114" y="21752"/>
                  </a:cubicBezTo>
                  <a:cubicBezTo>
                    <a:pt x="23091" y="21862"/>
                    <a:pt x="19178" y="21862"/>
                    <a:pt x="15156" y="21972"/>
                  </a:cubicBezTo>
                  <a:cubicBezTo>
                    <a:pt x="13025" y="21972"/>
                    <a:pt x="10882" y="21874"/>
                    <a:pt x="8734" y="21874"/>
                  </a:cubicBezTo>
                  <a:cubicBezTo>
                    <a:pt x="7661" y="21874"/>
                    <a:pt x="6586" y="21899"/>
                    <a:pt x="5512" y="21972"/>
                  </a:cubicBezTo>
                  <a:cubicBezTo>
                    <a:pt x="5512" y="18307"/>
                    <a:pt x="5071" y="14643"/>
                    <a:pt x="4933" y="10950"/>
                  </a:cubicBezTo>
                  <a:cubicBezTo>
                    <a:pt x="4823" y="7644"/>
                    <a:pt x="5071" y="4200"/>
                    <a:pt x="4602" y="866"/>
                  </a:cubicBezTo>
                  <a:lnTo>
                    <a:pt x="4602" y="866"/>
                  </a:lnTo>
                  <a:cubicBezTo>
                    <a:pt x="6269" y="1086"/>
                    <a:pt x="7964" y="1141"/>
                    <a:pt x="9658" y="1141"/>
                  </a:cubicBezTo>
                  <a:cubicBezTo>
                    <a:pt x="11353" y="1141"/>
                    <a:pt x="13048" y="1086"/>
                    <a:pt x="14715" y="1086"/>
                  </a:cubicBezTo>
                  <a:lnTo>
                    <a:pt x="37309" y="1086"/>
                  </a:lnTo>
                  <a:cubicBezTo>
                    <a:pt x="38840" y="1086"/>
                    <a:pt x="40420" y="1130"/>
                    <a:pt x="42005" y="1130"/>
                  </a:cubicBezTo>
                  <a:cubicBezTo>
                    <a:pt x="43986" y="1130"/>
                    <a:pt x="45976" y="1062"/>
                    <a:pt x="47890" y="755"/>
                  </a:cubicBezTo>
                  <a:close/>
                  <a:moveTo>
                    <a:pt x="4244" y="19107"/>
                  </a:moveTo>
                  <a:cubicBezTo>
                    <a:pt x="4382" y="19465"/>
                    <a:pt x="4382" y="19795"/>
                    <a:pt x="4382" y="20154"/>
                  </a:cubicBezTo>
                  <a:cubicBezTo>
                    <a:pt x="3913" y="20374"/>
                    <a:pt x="3555" y="20732"/>
                    <a:pt x="3114" y="21063"/>
                  </a:cubicBezTo>
                  <a:cubicBezTo>
                    <a:pt x="2756" y="21421"/>
                    <a:pt x="2315" y="21752"/>
                    <a:pt x="1957" y="22110"/>
                  </a:cubicBezTo>
                  <a:cubicBezTo>
                    <a:pt x="1847" y="21642"/>
                    <a:pt x="1847" y="21173"/>
                    <a:pt x="1847" y="20842"/>
                  </a:cubicBezTo>
                  <a:cubicBezTo>
                    <a:pt x="2536" y="20484"/>
                    <a:pt x="3004" y="20043"/>
                    <a:pt x="3555" y="19685"/>
                  </a:cubicBezTo>
                  <a:cubicBezTo>
                    <a:pt x="3803" y="19465"/>
                    <a:pt x="4024" y="19354"/>
                    <a:pt x="4244" y="19107"/>
                  </a:cubicBezTo>
                  <a:close/>
                  <a:moveTo>
                    <a:pt x="7492" y="23426"/>
                  </a:moveTo>
                  <a:cubicBezTo>
                    <a:pt x="7480" y="23426"/>
                    <a:pt x="7468" y="23442"/>
                    <a:pt x="7468" y="23488"/>
                  </a:cubicBezTo>
                  <a:cubicBezTo>
                    <a:pt x="7541" y="23488"/>
                    <a:pt x="7517" y="23426"/>
                    <a:pt x="7492" y="23426"/>
                  </a:cubicBezTo>
                  <a:close/>
                  <a:moveTo>
                    <a:pt x="4492" y="20484"/>
                  </a:moveTo>
                  <a:cubicBezTo>
                    <a:pt x="4492" y="20842"/>
                    <a:pt x="4602" y="21173"/>
                    <a:pt x="4602" y="21531"/>
                  </a:cubicBezTo>
                  <a:cubicBezTo>
                    <a:pt x="3555" y="21862"/>
                    <a:pt x="2646" y="22799"/>
                    <a:pt x="1957" y="23708"/>
                  </a:cubicBezTo>
                  <a:lnTo>
                    <a:pt x="1957" y="22330"/>
                  </a:lnTo>
                  <a:cubicBezTo>
                    <a:pt x="2426" y="21862"/>
                    <a:pt x="3004" y="21531"/>
                    <a:pt x="3445" y="21173"/>
                  </a:cubicBezTo>
                  <a:cubicBezTo>
                    <a:pt x="3803" y="20953"/>
                    <a:pt x="4134" y="20732"/>
                    <a:pt x="4492" y="20484"/>
                  </a:cubicBezTo>
                  <a:close/>
                  <a:moveTo>
                    <a:pt x="4713" y="21752"/>
                  </a:moveTo>
                  <a:cubicBezTo>
                    <a:pt x="4713" y="21972"/>
                    <a:pt x="4823" y="22110"/>
                    <a:pt x="4823" y="22330"/>
                  </a:cubicBezTo>
                  <a:cubicBezTo>
                    <a:pt x="4134" y="22551"/>
                    <a:pt x="3555" y="23240"/>
                    <a:pt x="3114" y="23708"/>
                  </a:cubicBezTo>
                  <a:cubicBezTo>
                    <a:pt x="2866" y="23929"/>
                    <a:pt x="2426" y="24287"/>
                    <a:pt x="1957" y="24617"/>
                  </a:cubicBezTo>
                  <a:lnTo>
                    <a:pt x="1957" y="24039"/>
                  </a:lnTo>
                  <a:cubicBezTo>
                    <a:pt x="2426" y="23598"/>
                    <a:pt x="3004" y="23129"/>
                    <a:pt x="3445" y="22661"/>
                  </a:cubicBezTo>
                  <a:cubicBezTo>
                    <a:pt x="3913" y="22441"/>
                    <a:pt x="4382" y="22110"/>
                    <a:pt x="4713" y="21752"/>
                  </a:cubicBezTo>
                  <a:close/>
                  <a:moveTo>
                    <a:pt x="45134" y="22441"/>
                  </a:moveTo>
                  <a:lnTo>
                    <a:pt x="45134" y="22441"/>
                  </a:lnTo>
                  <a:cubicBezTo>
                    <a:pt x="44198" y="23019"/>
                    <a:pt x="43646" y="23818"/>
                    <a:pt x="43068" y="24617"/>
                  </a:cubicBezTo>
                  <a:lnTo>
                    <a:pt x="41690" y="24617"/>
                  </a:lnTo>
                  <a:cubicBezTo>
                    <a:pt x="42379" y="23929"/>
                    <a:pt x="43178" y="23350"/>
                    <a:pt x="43509" y="22551"/>
                  </a:cubicBezTo>
                  <a:cubicBezTo>
                    <a:pt x="44087" y="22551"/>
                    <a:pt x="44556" y="22551"/>
                    <a:pt x="45134" y="22441"/>
                  </a:cubicBezTo>
                  <a:close/>
                  <a:moveTo>
                    <a:pt x="46953" y="22330"/>
                  </a:moveTo>
                  <a:cubicBezTo>
                    <a:pt x="46622" y="22661"/>
                    <a:pt x="46264" y="22909"/>
                    <a:pt x="45933" y="23240"/>
                  </a:cubicBezTo>
                  <a:cubicBezTo>
                    <a:pt x="45355" y="23598"/>
                    <a:pt x="44666" y="24039"/>
                    <a:pt x="44446" y="24617"/>
                  </a:cubicBezTo>
                  <a:lnTo>
                    <a:pt x="43398" y="24617"/>
                  </a:lnTo>
                  <a:cubicBezTo>
                    <a:pt x="44087" y="23929"/>
                    <a:pt x="44886" y="23240"/>
                    <a:pt x="45355" y="22441"/>
                  </a:cubicBezTo>
                  <a:cubicBezTo>
                    <a:pt x="45933" y="22441"/>
                    <a:pt x="46402" y="22441"/>
                    <a:pt x="46953" y="22330"/>
                  </a:cubicBezTo>
                  <a:close/>
                  <a:moveTo>
                    <a:pt x="39954" y="22441"/>
                  </a:moveTo>
                  <a:cubicBezTo>
                    <a:pt x="39155" y="23129"/>
                    <a:pt x="38356" y="23818"/>
                    <a:pt x="37667" y="24507"/>
                  </a:cubicBezTo>
                  <a:cubicBezTo>
                    <a:pt x="37557" y="24617"/>
                    <a:pt x="37557" y="24617"/>
                    <a:pt x="37557" y="24728"/>
                  </a:cubicBezTo>
                  <a:lnTo>
                    <a:pt x="36400" y="24728"/>
                  </a:lnTo>
                  <a:cubicBezTo>
                    <a:pt x="36868" y="24287"/>
                    <a:pt x="37309" y="23929"/>
                    <a:pt x="37777" y="23598"/>
                  </a:cubicBezTo>
                  <a:cubicBezTo>
                    <a:pt x="38246" y="23240"/>
                    <a:pt x="38825" y="22909"/>
                    <a:pt x="39265" y="22441"/>
                  </a:cubicBezTo>
                  <a:close/>
                  <a:moveTo>
                    <a:pt x="41911" y="22441"/>
                  </a:moveTo>
                  <a:cubicBezTo>
                    <a:pt x="42379" y="22441"/>
                    <a:pt x="42710" y="22551"/>
                    <a:pt x="43178" y="22551"/>
                  </a:cubicBezTo>
                  <a:cubicBezTo>
                    <a:pt x="42489" y="23019"/>
                    <a:pt x="42021" y="23818"/>
                    <a:pt x="41580" y="24397"/>
                  </a:cubicBezTo>
                  <a:cubicBezTo>
                    <a:pt x="41442" y="24507"/>
                    <a:pt x="41442" y="24507"/>
                    <a:pt x="41580" y="24617"/>
                  </a:cubicBezTo>
                  <a:cubicBezTo>
                    <a:pt x="40312" y="24617"/>
                    <a:pt x="39045" y="24617"/>
                    <a:pt x="37888" y="24728"/>
                  </a:cubicBezTo>
                  <a:cubicBezTo>
                    <a:pt x="38687" y="23929"/>
                    <a:pt x="39624" y="23240"/>
                    <a:pt x="40423" y="22441"/>
                  </a:cubicBezTo>
                  <a:lnTo>
                    <a:pt x="41442" y="22441"/>
                  </a:lnTo>
                  <a:cubicBezTo>
                    <a:pt x="41222" y="22661"/>
                    <a:pt x="41112" y="22909"/>
                    <a:pt x="40891" y="23129"/>
                  </a:cubicBezTo>
                  <a:cubicBezTo>
                    <a:pt x="40423" y="23488"/>
                    <a:pt x="40064" y="23929"/>
                    <a:pt x="39734" y="24287"/>
                  </a:cubicBezTo>
                  <a:cubicBezTo>
                    <a:pt x="39645" y="24376"/>
                    <a:pt x="39700" y="24537"/>
                    <a:pt x="39782" y="24537"/>
                  </a:cubicBezTo>
                  <a:cubicBezTo>
                    <a:pt x="39802" y="24537"/>
                    <a:pt x="39823" y="24528"/>
                    <a:pt x="39844" y="24507"/>
                  </a:cubicBezTo>
                  <a:cubicBezTo>
                    <a:pt x="40202" y="24039"/>
                    <a:pt x="40643" y="23708"/>
                    <a:pt x="41112" y="23350"/>
                  </a:cubicBezTo>
                  <a:cubicBezTo>
                    <a:pt x="41332" y="23129"/>
                    <a:pt x="41690" y="22799"/>
                    <a:pt x="41911" y="22441"/>
                  </a:cubicBezTo>
                  <a:close/>
                  <a:moveTo>
                    <a:pt x="36620" y="22551"/>
                  </a:moveTo>
                  <a:lnTo>
                    <a:pt x="35931" y="23240"/>
                  </a:lnTo>
                  <a:cubicBezTo>
                    <a:pt x="35380" y="23708"/>
                    <a:pt x="34802" y="24287"/>
                    <a:pt x="34223" y="24865"/>
                  </a:cubicBezTo>
                  <a:lnTo>
                    <a:pt x="33176" y="24865"/>
                  </a:lnTo>
                  <a:cubicBezTo>
                    <a:pt x="33644" y="24507"/>
                    <a:pt x="34113" y="24176"/>
                    <a:pt x="34443" y="23708"/>
                  </a:cubicBezTo>
                  <a:cubicBezTo>
                    <a:pt x="34912" y="23350"/>
                    <a:pt x="35490" y="23019"/>
                    <a:pt x="35821" y="22551"/>
                  </a:cubicBezTo>
                  <a:close/>
                  <a:moveTo>
                    <a:pt x="38687" y="22441"/>
                  </a:moveTo>
                  <a:cubicBezTo>
                    <a:pt x="38356" y="22661"/>
                    <a:pt x="37888" y="23019"/>
                    <a:pt x="37557" y="23240"/>
                  </a:cubicBezTo>
                  <a:cubicBezTo>
                    <a:pt x="36978" y="23708"/>
                    <a:pt x="36510" y="24287"/>
                    <a:pt x="36069" y="24728"/>
                  </a:cubicBezTo>
                  <a:cubicBezTo>
                    <a:pt x="35601" y="24728"/>
                    <a:pt x="35132" y="24728"/>
                    <a:pt x="34802" y="24865"/>
                  </a:cubicBezTo>
                  <a:cubicBezTo>
                    <a:pt x="35242" y="24397"/>
                    <a:pt x="35711" y="23929"/>
                    <a:pt x="36179" y="23598"/>
                  </a:cubicBezTo>
                  <a:cubicBezTo>
                    <a:pt x="36620" y="23240"/>
                    <a:pt x="36978" y="22909"/>
                    <a:pt x="37309" y="22551"/>
                  </a:cubicBezTo>
                  <a:cubicBezTo>
                    <a:pt x="37777" y="22551"/>
                    <a:pt x="38246" y="22441"/>
                    <a:pt x="38687" y="22441"/>
                  </a:cubicBezTo>
                  <a:close/>
                  <a:moveTo>
                    <a:pt x="35242" y="22551"/>
                  </a:moveTo>
                  <a:cubicBezTo>
                    <a:pt x="34912" y="22799"/>
                    <a:pt x="34554" y="23240"/>
                    <a:pt x="34223" y="23488"/>
                  </a:cubicBezTo>
                  <a:cubicBezTo>
                    <a:pt x="33755" y="23929"/>
                    <a:pt x="33314" y="24397"/>
                    <a:pt x="32735" y="24865"/>
                  </a:cubicBezTo>
                  <a:cubicBezTo>
                    <a:pt x="32267" y="24865"/>
                    <a:pt x="31798" y="24976"/>
                    <a:pt x="31247" y="24976"/>
                  </a:cubicBezTo>
                  <a:cubicBezTo>
                    <a:pt x="32156" y="24176"/>
                    <a:pt x="33066" y="23488"/>
                    <a:pt x="33865" y="22551"/>
                  </a:cubicBezTo>
                  <a:close/>
                  <a:moveTo>
                    <a:pt x="5071" y="22909"/>
                  </a:moveTo>
                  <a:cubicBezTo>
                    <a:pt x="5181" y="22909"/>
                    <a:pt x="5291" y="23019"/>
                    <a:pt x="5291" y="23019"/>
                  </a:cubicBezTo>
                  <a:lnTo>
                    <a:pt x="6090" y="23019"/>
                  </a:lnTo>
                  <a:cubicBezTo>
                    <a:pt x="5181" y="23708"/>
                    <a:pt x="4382" y="24397"/>
                    <a:pt x="3445" y="25086"/>
                  </a:cubicBezTo>
                  <a:lnTo>
                    <a:pt x="2756" y="25086"/>
                  </a:lnTo>
                  <a:cubicBezTo>
                    <a:pt x="3004" y="24865"/>
                    <a:pt x="3335" y="24617"/>
                    <a:pt x="3555" y="24397"/>
                  </a:cubicBezTo>
                  <a:cubicBezTo>
                    <a:pt x="4134" y="23929"/>
                    <a:pt x="4602" y="23488"/>
                    <a:pt x="5071" y="22909"/>
                  </a:cubicBezTo>
                  <a:close/>
                  <a:moveTo>
                    <a:pt x="33176" y="22551"/>
                  </a:moveTo>
                  <a:lnTo>
                    <a:pt x="33176" y="22551"/>
                  </a:lnTo>
                  <a:cubicBezTo>
                    <a:pt x="32377" y="23350"/>
                    <a:pt x="31578" y="24176"/>
                    <a:pt x="30889" y="24976"/>
                  </a:cubicBezTo>
                  <a:cubicBezTo>
                    <a:pt x="30090" y="24976"/>
                    <a:pt x="29181" y="25086"/>
                    <a:pt x="28354" y="25086"/>
                  </a:cubicBezTo>
                  <a:cubicBezTo>
                    <a:pt x="29181" y="24397"/>
                    <a:pt x="29980" y="23598"/>
                    <a:pt x="30558" y="22661"/>
                  </a:cubicBezTo>
                  <a:lnTo>
                    <a:pt x="31798" y="22661"/>
                  </a:lnTo>
                  <a:cubicBezTo>
                    <a:pt x="31468" y="22909"/>
                    <a:pt x="31247" y="23240"/>
                    <a:pt x="30999" y="23488"/>
                  </a:cubicBezTo>
                  <a:cubicBezTo>
                    <a:pt x="30558" y="23929"/>
                    <a:pt x="30090" y="24397"/>
                    <a:pt x="29621" y="24865"/>
                  </a:cubicBezTo>
                  <a:cubicBezTo>
                    <a:pt x="29621" y="24943"/>
                    <a:pt x="29677" y="25021"/>
                    <a:pt x="29709" y="25021"/>
                  </a:cubicBezTo>
                  <a:cubicBezTo>
                    <a:pt x="29722" y="25021"/>
                    <a:pt x="29732" y="25008"/>
                    <a:pt x="29732" y="24976"/>
                  </a:cubicBezTo>
                  <a:cubicBezTo>
                    <a:pt x="30200" y="24617"/>
                    <a:pt x="30668" y="24176"/>
                    <a:pt x="31109" y="23708"/>
                  </a:cubicBezTo>
                  <a:cubicBezTo>
                    <a:pt x="31468" y="23350"/>
                    <a:pt x="31936" y="23019"/>
                    <a:pt x="32156" y="22661"/>
                  </a:cubicBezTo>
                  <a:cubicBezTo>
                    <a:pt x="32487" y="22661"/>
                    <a:pt x="32845" y="22661"/>
                    <a:pt x="33176" y="22551"/>
                  </a:cubicBezTo>
                  <a:close/>
                  <a:moveTo>
                    <a:pt x="6200" y="23019"/>
                  </a:moveTo>
                  <a:cubicBezTo>
                    <a:pt x="7137" y="23129"/>
                    <a:pt x="7936" y="23129"/>
                    <a:pt x="8846" y="23129"/>
                  </a:cubicBezTo>
                  <a:cubicBezTo>
                    <a:pt x="8515" y="23488"/>
                    <a:pt x="8157" y="23708"/>
                    <a:pt x="7826" y="24039"/>
                  </a:cubicBezTo>
                  <a:cubicBezTo>
                    <a:pt x="7468" y="24397"/>
                    <a:pt x="6999" y="24728"/>
                    <a:pt x="6669" y="25196"/>
                  </a:cubicBezTo>
                  <a:cubicBezTo>
                    <a:pt x="6311" y="25196"/>
                    <a:pt x="5870" y="25196"/>
                    <a:pt x="5512" y="25086"/>
                  </a:cubicBezTo>
                  <a:cubicBezTo>
                    <a:pt x="5870" y="24976"/>
                    <a:pt x="6090" y="24728"/>
                    <a:pt x="6311" y="24507"/>
                  </a:cubicBezTo>
                  <a:cubicBezTo>
                    <a:pt x="6779" y="24287"/>
                    <a:pt x="7247" y="23929"/>
                    <a:pt x="7468" y="23488"/>
                  </a:cubicBezTo>
                  <a:lnTo>
                    <a:pt x="7468" y="23488"/>
                  </a:lnTo>
                  <a:cubicBezTo>
                    <a:pt x="6999" y="23598"/>
                    <a:pt x="6669" y="23929"/>
                    <a:pt x="6311" y="24287"/>
                  </a:cubicBezTo>
                  <a:cubicBezTo>
                    <a:pt x="5980" y="24507"/>
                    <a:pt x="5622" y="24865"/>
                    <a:pt x="5291" y="25086"/>
                  </a:cubicBezTo>
                  <a:lnTo>
                    <a:pt x="3913" y="25086"/>
                  </a:lnTo>
                  <a:cubicBezTo>
                    <a:pt x="4823" y="24617"/>
                    <a:pt x="5622" y="23929"/>
                    <a:pt x="6200" y="23129"/>
                  </a:cubicBezTo>
                  <a:lnTo>
                    <a:pt x="6200" y="23019"/>
                  </a:lnTo>
                  <a:close/>
                  <a:moveTo>
                    <a:pt x="10582" y="23129"/>
                  </a:moveTo>
                  <a:cubicBezTo>
                    <a:pt x="10223" y="23350"/>
                    <a:pt x="9893" y="23818"/>
                    <a:pt x="9534" y="24039"/>
                  </a:cubicBezTo>
                  <a:cubicBezTo>
                    <a:pt x="9066" y="24397"/>
                    <a:pt x="8735" y="24865"/>
                    <a:pt x="8377" y="25196"/>
                  </a:cubicBezTo>
                  <a:lnTo>
                    <a:pt x="6999" y="25196"/>
                  </a:lnTo>
                  <a:lnTo>
                    <a:pt x="8047" y="24176"/>
                  </a:lnTo>
                  <a:cubicBezTo>
                    <a:pt x="8515" y="23929"/>
                    <a:pt x="8846" y="23598"/>
                    <a:pt x="9204" y="23129"/>
                  </a:cubicBezTo>
                  <a:close/>
                  <a:moveTo>
                    <a:pt x="12400" y="23129"/>
                  </a:moveTo>
                  <a:cubicBezTo>
                    <a:pt x="11959" y="23350"/>
                    <a:pt x="11601" y="23818"/>
                    <a:pt x="11133" y="24176"/>
                  </a:cubicBezTo>
                  <a:lnTo>
                    <a:pt x="10113" y="25196"/>
                  </a:lnTo>
                  <a:lnTo>
                    <a:pt x="8735" y="25196"/>
                  </a:lnTo>
                  <a:cubicBezTo>
                    <a:pt x="9066" y="24865"/>
                    <a:pt x="9314" y="24617"/>
                    <a:pt x="9645" y="24287"/>
                  </a:cubicBezTo>
                  <a:cubicBezTo>
                    <a:pt x="10113" y="23929"/>
                    <a:pt x="10582" y="23598"/>
                    <a:pt x="10912" y="23129"/>
                  </a:cubicBezTo>
                  <a:close/>
                  <a:moveTo>
                    <a:pt x="14232" y="23025"/>
                  </a:moveTo>
                  <a:cubicBezTo>
                    <a:pt x="13660" y="23249"/>
                    <a:pt x="13195" y="23821"/>
                    <a:pt x="12758" y="24176"/>
                  </a:cubicBezTo>
                  <a:cubicBezTo>
                    <a:pt x="12400" y="24507"/>
                    <a:pt x="12180" y="24865"/>
                    <a:pt x="11821" y="25196"/>
                  </a:cubicBezTo>
                  <a:lnTo>
                    <a:pt x="10444" y="25196"/>
                  </a:lnTo>
                  <a:cubicBezTo>
                    <a:pt x="10802" y="24976"/>
                    <a:pt x="11022" y="24728"/>
                    <a:pt x="11381" y="24507"/>
                  </a:cubicBezTo>
                  <a:cubicBezTo>
                    <a:pt x="11821" y="24039"/>
                    <a:pt x="12290" y="23708"/>
                    <a:pt x="12648" y="23129"/>
                  </a:cubicBezTo>
                  <a:cubicBezTo>
                    <a:pt x="13151" y="23060"/>
                    <a:pt x="13697" y="23034"/>
                    <a:pt x="14232" y="23025"/>
                  </a:cubicBezTo>
                  <a:close/>
                  <a:moveTo>
                    <a:pt x="15844" y="23019"/>
                  </a:moveTo>
                  <a:cubicBezTo>
                    <a:pt x="15404" y="23350"/>
                    <a:pt x="14935" y="23818"/>
                    <a:pt x="14467" y="24287"/>
                  </a:cubicBezTo>
                  <a:cubicBezTo>
                    <a:pt x="14136" y="24617"/>
                    <a:pt x="13888" y="24976"/>
                    <a:pt x="13557" y="25196"/>
                  </a:cubicBezTo>
                  <a:lnTo>
                    <a:pt x="12180" y="25196"/>
                  </a:lnTo>
                  <a:cubicBezTo>
                    <a:pt x="12400" y="24976"/>
                    <a:pt x="12758" y="24728"/>
                    <a:pt x="12979" y="24507"/>
                  </a:cubicBezTo>
                  <a:cubicBezTo>
                    <a:pt x="13447" y="24039"/>
                    <a:pt x="13888" y="23708"/>
                    <a:pt x="14246" y="23129"/>
                  </a:cubicBezTo>
                  <a:lnTo>
                    <a:pt x="14246" y="23025"/>
                  </a:lnTo>
                  <a:lnTo>
                    <a:pt x="14246" y="23025"/>
                  </a:lnTo>
                  <a:cubicBezTo>
                    <a:pt x="14557" y="23019"/>
                    <a:pt x="14864" y="23019"/>
                    <a:pt x="15156" y="23019"/>
                  </a:cubicBezTo>
                  <a:close/>
                  <a:moveTo>
                    <a:pt x="17222" y="23019"/>
                  </a:moveTo>
                  <a:cubicBezTo>
                    <a:pt x="16781" y="23350"/>
                    <a:pt x="16313" y="23818"/>
                    <a:pt x="15955" y="24287"/>
                  </a:cubicBezTo>
                  <a:cubicBezTo>
                    <a:pt x="15734" y="24617"/>
                    <a:pt x="15404" y="24865"/>
                    <a:pt x="15156" y="25196"/>
                  </a:cubicBezTo>
                  <a:lnTo>
                    <a:pt x="13778" y="25196"/>
                  </a:lnTo>
                  <a:cubicBezTo>
                    <a:pt x="14136" y="24976"/>
                    <a:pt x="14356" y="24728"/>
                    <a:pt x="14715" y="24507"/>
                  </a:cubicBezTo>
                  <a:cubicBezTo>
                    <a:pt x="15156" y="24039"/>
                    <a:pt x="15624" y="23598"/>
                    <a:pt x="15955" y="23129"/>
                  </a:cubicBezTo>
                  <a:cubicBezTo>
                    <a:pt x="16092" y="23019"/>
                    <a:pt x="15955" y="23019"/>
                    <a:pt x="15844" y="23019"/>
                  </a:cubicBezTo>
                  <a:close/>
                  <a:moveTo>
                    <a:pt x="25268" y="22799"/>
                  </a:moveTo>
                  <a:cubicBezTo>
                    <a:pt x="24469" y="23488"/>
                    <a:pt x="23890" y="24397"/>
                    <a:pt x="23312" y="25196"/>
                  </a:cubicBezTo>
                  <a:lnTo>
                    <a:pt x="21824" y="25196"/>
                  </a:lnTo>
                  <a:cubicBezTo>
                    <a:pt x="22512" y="24507"/>
                    <a:pt x="23422" y="23708"/>
                    <a:pt x="24000" y="22909"/>
                  </a:cubicBezTo>
                  <a:lnTo>
                    <a:pt x="24000" y="22799"/>
                  </a:lnTo>
                  <a:close/>
                  <a:moveTo>
                    <a:pt x="26866" y="22799"/>
                  </a:moveTo>
                  <a:cubicBezTo>
                    <a:pt x="26067" y="23488"/>
                    <a:pt x="25488" y="24397"/>
                    <a:pt x="24910" y="25196"/>
                  </a:cubicBezTo>
                  <a:lnTo>
                    <a:pt x="23532" y="25196"/>
                  </a:lnTo>
                  <a:cubicBezTo>
                    <a:pt x="24221" y="24397"/>
                    <a:pt x="24910" y="23708"/>
                    <a:pt x="25488" y="22799"/>
                  </a:cubicBezTo>
                  <a:close/>
                  <a:moveTo>
                    <a:pt x="30090" y="22661"/>
                  </a:moveTo>
                  <a:cubicBezTo>
                    <a:pt x="29401" y="23488"/>
                    <a:pt x="28712" y="24287"/>
                    <a:pt x="27913" y="25086"/>
                  </a:cubicBezTo>
                  <a:lnTo>
                    <a:pt x="27224" y="25086"/>
                  </a:lnTo>
                  <a:cubicBezTo>
                    <a:pt x="27803" y="24507"/>
                    <a:pt x="28492" y="23708"/>
                    <a:pt x="28712" y="22909"/>
                  </a:cubicBezTo>
                  <a:cubicBezTo>
                    <a:pt x="28789" y="22832"/>
                    <a:pt x="28704" y="22741"/>
                    <a:pt x="28646" y="22741"/>
                  </a:cubicBezTo>
                  <a:cubicBezTo>
                    <a:pt x="28622" y="22741"/>
                    <a:pt x="28602" y="22758"/>
                    <a:pt x="28602" y="22799"/>
                  </a:cubicBezTo>
                  <a:cubicBezTo>
                    <a:pt x="28134" y="23129"/>
                    <a:pt x="27913" y="23598"/>
                    <a:pt x="27665" y="24039"/>
                  </a:cubicBezTo>
                  <a:cubicBezTo>
                    <a:pt x="27334" y="24397"/>
                    <a:pt x="27114" y="24728"/>
                    <a:pt x="26866" y="25196"/>
                  </a:cubicBezTo>
                  <a:lnTo>
                    <a:pt x="25158" y="25196"/>
                  </a:lnTo>
                  <a:cubicBezTo>
                    <a:pt x="25847" y="24397"/>
                    <a:pt x="26646" y="23598"/>
                    <a:pt x="27114" y="22799"/>
                  </a:cubicBezTo>
                  <a:cubicBezTo>
                    <a:pt x="28134" y="22661"/>
                    <a:pt x="29181" y="22661"/>
                    <a:pt x="30090" y="22661"/>
                  </a:cubicBezTo>
                  <a:close/>
                  <a:moveTo>
                    <a:pt x="18848" y="22909"/>
                  </a:moveTo>
                  <a:cubicBezTo>
                    <a:pt x="18021" y="23488"/>
                    <a:pt x="17332" y="24397"/>
                    <a:pt x="16781" y="25306"/>
                  </a:cubicBezTo>
                  <a:cubicBezTo>
                    <a:pt x="16313" y="25196"/>
                    <a:pt x="15844" y="25196"/>
                    <a:pt x="15404" y="25196"/>
                  </a:cubicBezTo>
                  <a:cubicBezTo>
                    <a:pt x="15734" y="24976"/>
                    <a:pt x="15955" y="24617"/>
                    <a:pt x="16313" y="24287"/>
                  </a:cubicBezTo>
                  <a:cubicBezTo>
                    <a:pt x="16643" y="23818"/>
                    <a:pt x="17112" y="23488"/>
                    <a:pt x="17470" y="23019"/>
                  </a:cubicBezTo>
                  <a:cubicBezTo>
                    <a:pt x="17911" y="22909"/>
                    <a:pt x="18379" y="22909"/>
                    <a:pt x="18848" y="22909"/>
                  </a:cubicBezTo>
                  <a:close/>
                  <a:moveTo>
                    <a:pt x="20446" y="22909"/>
                  </a:moveTo>
                  <a:cubicBezTo>
                    <a:pt x="19647" y="23598"/>
                    <a:pt x="19068" y="24397"/>
                    <a:pt x="18379" y="25306"/>
                  </a:cubicBezTo>
                  <a:lnTo>
                    <a:pt x="17112" y="25306"/>
                  </a:lnTo>
                  <a:cubicBezTo>
                    <a:pt x="17470" y="24976"/>
                    <a:pt x="17690" y="24617"/>
                    <a:pt x="17911" y="24397"/>
                  </a:cubicBezTo>
                  <a:cubicBezTo>
                    <a:pt x="18379" y="23929"/>
                    <a:pt x="18848" y="23488"/>
                    <a:pt x="19068" y="23019"/>
                  </a:cubicBezTo>
                  <a:lnTo>
                    <a:pt x="19068" y="22909"/>
                  </a:lnTo>
                  <a:close/>
                  <a:moveTo>
                    <a:pt x="23780" y="22799"/>
                  </a:moveTo>
                  <a:lnTo>
                    <a:pt x="23780" y="22799"/>
                  </a:lnTo>
                  <a:cubicBezTo>
                    <a:pt x="22981" y="23488"/>
                    <a:pt x="22292" y="24397"/>
                    <a:pt x="21603" y="25196"/>
                  </a:cubicBezTo>
                  <a:cubicBezTo>
                    <a:pt x="21135" y="25196"/>
                    <a:pt x="20777" y="25306"/>
                    <a:pt x="20446" y="25306"/>
                  </a:cubicBezTo>
                  <a:cubicBezTo>
                    <a:pt x="21135" y="24617"/>
                    <a:pt x="21824" y="23929"/>
                    <a:pt x="22154" y="23240"/>
                  </a:cubicBezTo>
                  <a:cubicBezTo>
                    <a:pt x="22252" y="23162"/>
                    <a:pt x="22211" y="23084"/>
                    <a:pt x="22140" y="23084"/>
                  </a:cubicBezTo>
                  <a:cubicBezTo>
                    <a:pt x="22111" y="23084"/>
                    <a:pt x="22076" y="23097"/>
                    <a:pt x="22044" y="23129"/>
                  </a:cubicBezTo>
                  <a:cubicBezTo>
                    <a:pt x="21355" y="23708"/>
                    <a:pt x="20666" y="24507"/>
                    <a:pt x="20088" y="25306"/>
                  </a:cubicBezTo>
                  <a:lnTo>
                    <a:pt x="18710" y="25306"/>
                  </a:lnTo>
                  <a:cubicBezTo>
                    <a:pt x="19399" y="24507"/>
                    <a:pt x="20088" y="23708"/>
                    <a:pt x="20666" y="22909"/>
                  </a:cubicBezTo>
                  <a:cubicBezTo>
                    <a:pt x="21713" y="22909"/>
                    <a:pt x="22733" y="22909"/>
                    <a:pt x="23780" y="22799"/>
                  </a:cubicBezTo>
                  <a:close/>
                  <a:moveTo>
                    <a:pt x="9674" y="1"/>
                  </a:moveTo>
                  <a:cubicBezTo>
                    <a:pt x="7974" y="1"/>
                    <a:pt x="6275" y="59"/>
                    <a:pt x="4602" y="287"/>
                  </a:cubicBezTo>
                  <a:cubicBezTo>
                    <a:pt x="4492" y="287"/>
                    <a:pt x="4382" y="177"/>
                    <a:pt x="4382" y="177"/>
                  </a:cubicBezTo>
                  <a:cubicBezTo>
                    <a:pt x="3693" y="507"/>
                    <a:pt x="3114" y="976"/>
                    <a:pt x="2646" y="1554"/>
                  </a:cubicBezTo>
                  <a:cubicBezTo>
                    <a:pt x="1957" y="1995"/>
                    <a:pt x="1268" y="2574"/>
                    <a:pt x="690" y="3153"/>
                  </a:cubicBezTo>
                  <a:cubicBezTo>
                    <a:pt x="469" y="3373"/>
                    <a:pt x="579" y="3511"/>
                    <a:pt x="690" y="3731"/>
                  </a:cubicBezTo>
                  <a:cubicBezTo>
                    <a:pt x="1" y="7176"/>
                    <a:pt x="469" y="10950"/>
                    <a:pt x="579" y="14533"/>
                  </a:cubicBezTo>
                  <a:cubicBezTo>
                    <a:pt x="690" y="18197"/>
                    <a:pt x="800" y="21972"/>
                    <a:pt x="1378" y="25664"/>
                  </a:cubicBezTo>
                  <a:lnTo>
                    <a:pt x="1378" y="25775"/>
                  </a:lnTo>
                  <a:cubicBezTo>
                    <a:pt x="1489" y="25885"/>
                    <a:pt x="1626" y="26105"/>
                    <a:pt x="1847" y="26105"/>
                  </a:cubicBezTo>
                  <a:cubicBezTo>
                    <a:pt x="5564" y="26290"/>
                    <a:pt x="9318" y="26350"/>
                    <a:pt x="13090" y="26350"/>
                  </a:cubicBezTo>
                  <a:cubicBezTo>
                    <a:pt x="16643" y="26350"/>
                    <a:pt x="20211" y="26297"/>
                    <a:pt x="23780" y="26243"/>
                  </a:cubicBezTo>
                  <a:cubicBezTo>
                    <a:pt x="30668" y="26105"/>
                    <a:pt x="37777" y="26105"/>
                    <a:pt x="44556" y="25086"/>
                  </a:cubicBezTo>
                  <a:cubicBezTo>
                    <a:pt x="44666" y="25196"/>
                    <a:pt x="44666" y="25196"/>
                    <a:pt x="44776" y="25196"/>
                  </a:cubicBezTo>
                  <a:cubicBezTo>
                    <a:pt x="45465" y="25086"/>
                    <a:pt x="46044" y="24287"/>
                    <a:pt x="46512" y="23818"/>
                  </a:cubicBezTo>
                  <a:cubicBezTo>
                    <a:pt x="47091" y="23240"/>
                    <a:pt x="47532" y="22799"/>
                    <a:pt x="48000" y="22220"/>
                  </a:cubicBezTo>
                  <a:lnTo>
                    <a:pt x="48331" y="22220"/>
                  </a:lnTo>
                  <a:cubicBezTo>
                    <a:pt x="48468" y="22110"/>
                    <a:pt x="48468" y="21862"/>
                    <a:pt x="48331" y="21862"/>
                  </a:cubicBezTo>
                  <a:lnTo>
                    <a:pt x="48110" y="21862"/>
                  </a:lnTo>
                  <a:cubicBezTo>
                    <a:pt x="48799" y="18666"/>
                    <a:pt x="48331" y="14973"/>
                    <a:pt x="48468" y="11777"/>
                  </a:cubicBezTo>
                  <a:cubicBezTo>
                    <a:pt x="48579" y="7975"/>
                    <a:pt x="48689" y="4310"/>
                    <a:pt x="48331" y="618"/>
                  </a:cubicBezTo>
                  <a:cubicBezTo>
                    <a:pt x="48331" y="456"/>
                    <a:pt x="48213" y="354"/>
                    <a:pt x="48106" y="354"/>
                  </a:cubicBezTo>
                  <a:cubicBezTo>
                    <a:pt x="48067" y="354"/>
                    <a:pt x="48030" y="368"/>
                    <a:pt x="48000" y="397"/>
                  </a:cubicBezTo>
                  <a:cubicBezTo>
                    <a:pt x="46205" y="86"/>
                    <a:pt x="44346" y="14"/>
                    <a:pt x="42491" y="14"/>
                  </a:cubicBezTo>
                  <a:cubicBezTo>
                    <a:pt x="40902" y="14"/>
                    <a:pt x="39316" y="67"/>
                    <a:pt x="37777" y="67"/>
                  </a:cubicBezTo>
                  <a:lnTo>
                    <a:pt x="15045" y="67"/>
                  </a:lnTo>
                  <a:cubicBezTo>
                    <a:pt x="13274" y="67"/>
                    <a:pt x="11473" y="1"/>
                    <a:pt x="96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1" name="Google Shape;1171;p38"/>
          <p:cNvGrpSpPr/>
          <p:nvPr/>
        </p:nvGrpSpPr>
        <p:grpSpPr>
          <a:xfrm>
            <a:off x="4697652" y="1634858"/>
            <a:ext cx="1791275" cy="2520793"/>
            <a:chOff x="4697652" y="1634858"/>
            <a:chExt cx="1791275" cy="2520793"/>
          </a:xfrm>
        </p:grpSpPr>
        <p:sp>
          <p:nvSpPr>
            <p:cNvPr id="1172" name="Google Shape;1172;p38"/>
            <p:cNvSpPr/>
            <p:nvPr/>
          </p:nvSpPr>
          <p:spPr>
            <a:xfrm>
              <a:off x="5285362" y="1634858"/>
              <a:ext cx="583268" cy="583244"/>
            </a:xfrm>
            <a:custGeom>
              <a:rect b="b" l="l" r="r" t="t"/>
              <a:pathLst>
                <a:path extrusionOk="0" h="24909" w="24910">
                  <a:moveTo>
                    <a:pt x="11253" y="0"/>
                  </a:moveTo>
                  <a:cubicBezTo>
                    <a:pt x="8051" y="0"/>
                    <a:pt x="4944" y="1193"/>
                    <a:pt x="2866" y="3881"/>
                  </a:cubicBezTo>
                  <a:cubicBezTo>
                    <a:pt x="690" y="6637"/>
                    <a:pt x="1" y="10301"/>
                    <a:pt x="221" y="13883"/>
                  </a:cubicBezTo>
                  <a:cubicBezTo>
                    <a:pt x="442" y="16501"/>
                    <a:pt x="1131" y="19146"/>
                    <a:pt x="2756" y="21103"/>
                  </a:cubicBezTo>
                  <a:cubicBezTo>
                    <a:pt x="4823" y="23638"/>
                    <a:pt x="8019" y="24905"/>
                    <a:pt x="11133" y="24905"/>
                  </a:cubicBezTo>
                  <a:cubicBezTo>
                    <a:pt x="11238" y="24908"/>
                    <a:pt x="11343" y="24909"/>
                    <a:pt x="11449" y="24909"/>
                  </a:cubicBezTo>
                  <a:cubicBezTo>
                    <a:pt x="15691" y="24909"/>
                    <a:pt x="19788" y="22752"/>
                    <a:pt x="22154" y="19256"/>
                  </a:cubicBezTo>
                  <a:cubicBezTo>
                    <a:pt x="24552" y="15592"/>
                    <a:pt x="24910" y="10770"/>
                    <a:pt x="23064" y="6857"/>
                  </a:cubicBezTo>
                  <a:cubicBezTo>
                    <a:pt x="20942" y="2614"/>
                    <a:pt x="15994" y="0"/>
                    <a:pt x="112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73" name="Google Shape;1173;p38"/>
            <p:cNvGrpSpPr/>
            <p:nvPr/>
          </p:nvGrpSpPr>
          <p:grpSpPr>
            <a:xfrm>
              <a:off x="5462867" y="1761231"/>
              <a:ext cx="228264" cy="330491"/>
              <a:chOff x="178431" y="1346947"/>
              <a:chExt cx="248086" cy="359190"/>
            </a:xfrm>
          </p:grpSpPr>
          <p:sp>
            <p:nvSpPr>
              <p:cNvPr id="1174" name="Google Shape;1174;p38"/>
              <p:cNvSpPr/>
              <p:nvPr/>
            </p:nvSpPr>
            <p:spPr>
              <a:xfrm>
                <a:off x="178431" y="1346947"/>
                <a:ext cx="248086" cy="359190"/>
              </a:xfrm>
              <a:custGeom>
                <a:rect b="b" l="l" r="r" t="t"/>
                <a:pathLst>
                  <a:path extrusionOk="0" h="4954" w="3422">
                    <a:moveTo>
                      <a:pt x="1825" y="369"/>
                    </a:moveTo>
                    <a:cubicBezTo>
                      <a:pt x="2068" y="369"/>
                      <a:pt x="2380" y="432"/>
                      <a:pt x="2615" y="667"/>
                    </a:cubicBezTo>
                    <a:cubicBezTo>
                      <a:pt x="3048" y="1100"/>
                      <a:pt x="3167" y="1473"/>
                      <a:pt x="2988" y="2041"/>
                    </a:cubicBezTo>
                    <a:cubicBezTo>
                      <a:pt x="2794" y="2594"/>
                      <a:pt x="2495" y="3086"/>
                      <a:pt x="2181" y="3594"/>
                    </a:cubicBezTo>
                    <a:cubicBezTo>
                      <a:pt x="2047" y="3833"/>
                      <a:pt x="1748" y="4207"/>
                      <a:pt x="1614" y="4520"/>
                    </a:cubicBezTo>
                    <a:cubicBezTo>
                      <a:pt x="1554" y="4401"/>
                      <a:pt x="1494" y="4341"/>
                      <a:pt x="1494" y="4341"/>
                    </a:cubicBezTo>
                    <a:cubicBezTo>
                      <a:pt x="1121" y="3534"/>
                      <a:pt x="628" y="2713"/>
                      <a:pt x="494" y="1787"/>
                    </a:cubicBezTo>
                    <a:cubicBezTo>
                      <a:pt x="434" y="1473"/>
                      <a:pt x="494" y="1100"/>
                      <a:pt x="688" y="846"/>
                    </a:cubicBezTo>
                    <a:cubicBezTo>
                      <a:pt x="867" y="547"/>
                      <a:pt x="1181" y="413"/>
                      <a:pt x="1494" y="413"/>
                    </a:cubicBezTo>
                    <a:cubicBezTo>
                      <a:pt x="1561" y="391"/>
                      <a:pt x="1681" y="369"/>
                      <a:pt x="1825" y="369"/>
                    </a:cubicBezTo>
                    <a:close/>
                    <a:moveTo>
                      <a:pt x="1712" y="0"/>
                    </a:moveTo>
                    <a:cubicBezTo>
                      <a:pt x="1570" y="0"/>
                      <a:pt x="1430" y="15"/>
                      <a:pt x="1300" y="39"/>
                    </a:cubicBezTo>
                    <a:cubicBezTo>
                      <a:pt x="867" y="99"/>
                      <a:pt x="553" y="353"/>
                      <a:pt x="315" y="727"/>
                    </a:cubicBezTo>
                    <a:cubicBezTo>
                      <a:pt x="1" y="1219"/>
                      <a:pt x="120" y="1906"/>
                      <a:pt x="255" y="2474"/>
                    </a:cubicBezTo>
                    <a:cubicBezTo>
                      <a:pt x="434" y="3161"/>
                      <a:pt x="807" y="3773"/>
                      <a:pt x="1181" y="4401"/>
                    </a:cubicBezTo>
                    <a:cubicBezTo>
                      <a:pt x="1241" y="4520"/>
                      <a:pt x="1300" y="4655"/>
                      <a:pt x="1435" y="4714"/>
                    </a:cubicBezTo>
                    <a:cubicBezTo>
                      <a:pt x="1494" y="4834"/>
                      <a:pt x="1554" y="4894"/>
                      <a:pt x="1614" y="4953"/>
                    </a:cubicBezTo>
                    <a:lnTo>
                      <a:pt x="1674" y="4953"/>
                    </a:lnTo>
                    <a:cubicBezTo>
                      <a:pt x="1748" y="4834"/>
                      <a:pt x="1808" y="4774"/>
                      <a:pt x="1868" y="4714"/>
                    </a:cubicBezTo>
                    <a:cubicBezTo>
                      <a:pt x="1928" y="4655"/>
                      <a:pt x="1987" y="4520"/>
                      <a:pt x="2047" y="4460"/>
                    </a:cubicBezTo>
                    <a:cubicBezTo>
                      <a:pt x="2122" y="4341"/>
                      <a:pt x="2241" y="4147"/>
                      <a:pt x="2361" y="4027"/>
                    </a:cubicBezTo>
                    <a:cubicBezTo>
                      <a:pt x="2495" y="3833"/>
                      <a:pt x="2555" y="3714"/>
                      <a:pt x="2674" y="3534"/>
                    </a:cubicBezTo>
                    <a:cubicBezTo>
                      <a:pt x="2794" y="3400"/>
                      <a:pt x="2869" y="3221"/>
                      <a:pt x="2988" y="3027"/>
                    </a:cubicBezTo>
                    <a:cubicBezTo>
                      <a:pt x="3048" y="2847"/>
                      <a:pt x="3108" y="2713"/>
                      <a:pt x="3167" y="2534"/>
                    </a:cubicBezTo>
                    <a:cubicBezTo>
                      <a:pt x="3302" y="2340"/>
                      <a:pt x="3302" y="2160"/>
                      <a:pt x="3361" y="1966"/>
                    </a:cubicBezTo>
                    <a:cubicBezTo>
                      <a:pt x="3361" y="1847"/>
                      <a:pt x="3361" y="1787"/>
                      <a:pt x="3421" y="1667"/>
                    </a:cubicBezTo>
                    <a:cubicBezTo>
                      <a:pt x="3421" y="1160"/>
                      <a:pt x="3242" y="607"/>
                      <a:pt x="2794" y="293"/>
                    </a:cubicBezTo>
                    <a:cubicBezTo>
                      <a:pt x="2674" y="174"/>
                      <a:pt x="2495" y="99"/>
                      <a:pt x="2301" y="99"/>
                    </a:cubicBezTo>
                    <a:cubicBezTo>
                      <a:pt x="2117" y="29"/>
                      <a:pt x="1913" y="0"/>
                      <a:pt x="17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38"/>
              <p:cNvSpPr/>
              <p:nvPr/>
            </p:nvSpPr>
            <p:spPr>
              <a:xfrm>
                <a:off x="228237" y="1399585"/>
                <a:ext cx="148475" cy="134352"/>
              </a:xfrm>
              <a:custGeom>
                <a:rect b="b" l="l" r="r" t="t"/>
                <a:pathLst>
                  <a:path extrusionOk="0" h="1853" w="2048">
                    <a:moveTo>
                      <a:pt x="1045" y="186"/>
                    </a:moveTo>
                    <a:cubicBezTo>
                      <a:pt x="1130" y="186"/>
                      <a:pt x="1216" y="207"/>
                      <a:pt x="1300" y="254"/>
                    </a:cubicBezTo>
                    <a:cubicBezTo>
                      <a:pt x="1554" y="314"/>
                      <a:pt x="1674" y="434"/>
                      <a:pt x="1733" y="688"/>
                    </a:cubicBezTo>
                    <a:cubicBezTo>
                      <a:pt x="1808" y="941"/>
                      <a:pt x="1733" y="1180"/>
                      <a:pt x="1614" y="1315"/>
                    </a:cubicBezTo>
                    <a:cubicBezTo>
                      <a:pt x="1494" y="1474"/>
                      <a:pt x="1315" y="1527"/>
                      <a:pt x="1134" y="1527"/>
                    </a:cubicBezTo>
                    <a:cubicBezTo>
                      <a:pt x="1043" y="1527"/>
                      <a:pt x="952" y="1514"/>
                      <a:pt x="867" y="1494"/>
                    </a:cubicBezTo>
                    <a:cubicBezTo>
                      <a:pt x="315" y="1375"/>
                      <a:pt x="240" y="747"/>
                      <a:pt x="613" y="374"/>
                    </a:cubicBezTo>
                    <a:cubicBezTo>
                      <a:pt x="739" y="258"/>
                      <a:pt x="890" y="186"/>
                      <a:pt x="1045" y="186"/>
                    </a:cubicBezTo>
                    <a:close/>
                    <a:moveTo>
                      <a:pt x="1061" y="1"/>
                    </a:moveTo>
                    <a:cubicBezTo>
                      <a:pt x="807" y="1"/>
                      <a:pt x="554" y="120"/>
                      <a:pt x="374" y="314"/>
                    </a:cubicBezTo>
                    <a:cubicBezTo>
                      <a:pt x="120" y="628"/>
                      <a:pt x="1" y="1061"/>
                      <a:pt x="240" y="1434"/>
                    </a:cubicBezTo>
                    <a:cubicBezTo>
                      <a:pt x="431" y="1715"/>
                      <a:pt x="723" y="1852"/>
                      <a:pt x="1040" y="1852"/>
                    </a:cubicBezTo>
                    <a:cubicBezTo>
                      <a:pt x="1145" y="1852"/>
                      <a:pt x="1253" y="1837"/>
                      <a:pt x="1360" y="1808"/>
                    </a:cubicBezTo>
                    <a:cubicBezTo>
                      <a:pt x="1674" y="1688"/>
                      <a:pt x="1928" y="1434"/>
                      <a:pt x="1987" y="1121"/>
                    </a:cubicBezTo>
                    <a:cubicBezTo>
                      <a:pt x="2047" y="941"/>
                      <a:pt x="2047" y="807"/>
                      <a:pt x="1987" y="688"/>
                    </a:cubicBezTo>
                    <a:cubicBezTo>
                      <a:pt x="1928" y="314"/>
                      <a:pt x="1554" y="1"/>
                      <a:pt x="11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76" name="Google Shape;1176;p38"/>
            <p:cNvSpPr/>
            <p:nvPr/>
          </p:nvSpPr>
          <p:spPr>
            <a:xfrm>
              <a:off x="4697652" y="2374400"/>
              <a:ext cx="1758752" cy="678776"/>
            </a:xfrm>
            <a:custGeom>
              <a:rect b="b" l="l" r="r" t="t"/>
              <a:pathLst>
                <a:path extrusionOk="0" h="26350" w="48800">
                  <a:moveTo>
                    <a:pt x="4024" y="1196"/>
                  </a:moveTo>
                  <a:cubicBezTo>
                    <a:pt x="4024" y="1554"/>
                    <a:pt x="3913" y="1885"/>
                    <a:pt x="3913" y="2354"/>
                  </a:cubicBezTo>
                  <a:cubicBezTo>
                    <a:pt x="2866" y="2932"/>
                    <a:pt x="1957" y="3841"/>
                    <a:pt x="1158" y="4641"/>
                  </a:cubicBezTo>
                  <a:cubicBezTo>
                    <a:pt x="1158" y="4310"/>
                    <a:pt x="1158" y="4062"/>
                    <a:pt x="1048" y="3841"/>
                  </a:cubicBezTo>
                  <a:cubicBezTo>
                    <a:pt x="1158" y="3841"/>
                    <a:pt x="1158" y="3841"/>
                    <a:pt x="1158" y="3731"/>
                  </a:cubicBezTo>
                  <a:cubicBezTo>
                    <a:pt x="1847" y="3373"/>
                    <a:pt x="2536" y="2684"/>
                    <a:pt x="3114" y="2133"/>
                  </a:cubicBezTo>
                  <a:cubicBezTo>
                    <a:pt x="3445" y="1885"/>
                    <a:pt x="3803" y="1554"/>
                    <a:pt x="4024" y="1196"/>
                  </a:cubicBezTo>
                  <a:close/>
                  <a:moveTo>
                    <a:pt x="3803" y="2684"/>
                  </a:moveTo>
                  <a:cubicBezTo>
                    <a:pt x="3803" y="3153"/>
                    <a:pt x="3803" y="3621"/>
                    <a:pt x="3693" y="4062"/>
                  </a:cubicBezTo>
                  <a:cubicBezTo>
                    <a:pt x="3335" y="4310"/>
                    <a:pt x="3004" y="4641"/>
                    <a:pt x="2756" y="4889"/>
                  </a:cubicBezTo>
                  <a:cubicBezTo>
                    <a:pt x="2178" y="5219"/>
                    <a:pt x="1737" y="5688"/>
                    <a:pt x="1268" y="6018"/>
                  </a:cubicBezTo>
                  <a:lnTo>
                    <a:pt x="1268" y="6128"/>
                  </a:lnTo>
                  <a:cubicBezTo>
                    <a:pt x="1268" y="5688"/>
                    <a:pt x="1268" y="5219"/>
                    <a:pt x="1158" y="4751"/>
                  </a:cubicBezTo>
                  <a:cubicBezTo>
                    <a:pt x="1737" y="4420"/>
                    <a:pt x="2178" y="3952"/>
                    <a:pt x="2756" y="3511"/>
                  </a:cubicBezTo>
                  <a:cubicBezTo>
                    <a:pt x="3114" y="3263"/>
                    <a:pt x="3445" y="2932"/>
                    <a:pt x="3803" y="2684"/>
                  </a:cubicBezTo>
                  <a:close/>
                  <a:moveTo>
                    <a:pt x="3693" y="4530"/>
                  </a:moveTo>
                  <a:lnTo>
                    <a:pt x="3693" y="5577"/>
                  </a:lnTo>
                  <a:cubicBezTo>
                    <a:pt x="3445" y="5798"/>
                    <a:pt x="3225" y="5908"/>
                    <a:pt x="3004" y="6128"/>
                  </a:cubicBezTo>
                  <a:cubicBezTo>
                    <a:pt x="2536" y="6487"/>
                    <a:pt x="1957" y="6817"/>
                    <a:pt x="1489" y="7286"/>
                  </a:cubicBezTo>
                  <a:cubicBezTo>
                    <a:pt x="1378" y="7286"/>
                    <a:pt x="1489" y="7396"/>
                    <a:pt x="1626" y="7396"/>
                  </a:cubicBezTo>
                  <a:cubicBezTo>
                    <a:pt x="2067" y="7065"/>
                    <a:pt x="2646" y="6707"/>
                    <a:pt x="3225" y="6376"/>
                  </a:cubicBezTo>
                  <a:cubicBezTo>
                    <a:pt x="3335" y="6266"/>
                    <a:pt x="3445" y="6128"/>
                    <a:pt x="3693" y="6018"/>
                  </a:cubicBezTo>
                  <a:lnTo>
                    <a:pt x="3693" y="6955"/>
                  </a:lnTo>
                  <a:cubicBezTo>
                    <a:pt x="3445" y="7065"/>
                    <a:pt x="3335" y="7286"/>
                    <a:pt x="3114" y="7396"/>
                  </a:cubicBezTo>
                  <a:cubicBezTo>
                    <a:pt x="2646" y="7754"/>
                    <a:pt x="2178" y="8195"/>
                    <a:pt x="1626" y="8553"/>
                  </a:cubicBezTo>
                  <a:cubicBezTo>
                    <a:pt x="1626" y="8631"/>
                    <a:pt x="1626" y="8709"/>
                    <a:pt x="1665" y="8709"/>
                  </a:cubicBezTo>
                  <a:cubicBezTo>
                    <a:pt x="1682" y="8709"/>
                    <a:pt x="1704" y="8696"/>
                    <a:pt x="1737" y="8663"/>
                  </a:cubicBezTo>
                  <a:cubicBezTo>
                    <a:pt x="2315" y="8443"/>
                    <a:pt x="2756" y="8085"/>
                    <a:pt x="3225" y="7644"/>
                  </a:cubicBezTo>
                  <a:cubicBezTo>
                    <a:pt x="3335" y="7644"/>
                    <a:pt x="3555" y="7506"/>
                    <a:pt x="3693" y="7396"/>
                  </a:cubicBezTo>
                  <a:lnTo>
                    <a:pt x="3693" y="7975"/>
                  </a:lnTo>
                  <a:cubicBezTo>
                    <a:pt x="3335" y="8195"/>
                    <a:pt x="3004" y="8553"/>
                    <a:pt x="2646" y="8774"/>
                  </a:cubicBezTo>
                  <a:cubicBezTo>
                    <a:pt x="2178" y="9132"/>
                    <a:pt x="1847" y="9463"/>
                    <a:pt x="1378" y="9821"/>
                  </a:cubicBezTo>
                  <a:cubicBezTo>
                    <a:pt x="1378" y="8553"/>
                    <a:pt x="1378" y="7396"/>
                    <a:pt x="1268" y="6128"/>
                  </a:cubicBezTo>
                  <a:lnTo>
                    <a:pt x="1268" y="6128"/>
                  </a:lnTo>
                  <a:lnTo>
                    <a:pt x="1378" y="6266"/>
                  </a:lnTo>
                  <a:cubicBezTo>
                    <a:pt x="1957" y="5908"/>
                    <a:pt x="2536" y="5440"/>
                    <a:pt x="3004" y="5109"/>
                  </a:cubicBezTo>
                  <a:cubicBezTo>
                    <a:pt x="3225" y="4889"/>
                    <a:pt x="3445" y="4751"/>
                    <a:pt x="3693" y="4530"/>
                  </a:cubicBezTo>
                  <a:close/>
                  <a:moveTo>
                    <a:pt x="3693" y="8443"/>
                  </a:moveTo>
                  <a:lnTo>
                    <a:pt x="3693" y="10041"/>
                  </a:lnTo>
                  <a:cubicBezTo>
                    <a:pt x="3335" y="10262"/>
                    <a:pt x="3004" y="10510"/>
                    <a:pt x="2756" y="10730"/>
                  </a:cubicBezTo>
                  <a:cubicBezTo>
                    <a:pt x="2315" y="11088"/>
                    <a:pt x="1847" y="11419"/>
                    <a:pt x="1378" y="11777"/>
                  </a:cubicBezTo>
                  <a:lnTo>
                    <a:pt x="1378" y="10041"/>
                  </a:lnTo>
                  <a:cubicBezTo>
                    <a:pt x="1847" y="9821"/>
                    <a:pt x="2315" y="9463"/>
                    <a:pt x="2756" y="9132"/>
                  </a:cubicBezTo>
                  <a:cubicBezTo>
                    <a:pt x="3114" y="8884"/>
                    <a:pt x="3335" y="8663"/>
                    <a:pt x="3693" y="8443"/>
                  </a:cubicBezTo>
                  <a:close/>
                  <a:moveTo>
                    <a:pt x="3803" y="10510"/>
                  </a:moveTo>
                  <a:lnTo>
                    <a:pt x="3803" y="11419"/>
                  </a:lnTo>
                  <a:lnTo>
                    <a:pt x="3803" y="11777"/>
                  </a:lnTo>
                  <a:cubicBezTo>
                    <a:pt x="3335" y="11998"/>
                    <a:pt x="2866" y="12328"/>
                    <a:pt x="2536" y="12576"/>
                  </a:cubicBezTo>
                  <a:cubicBezTo>
                    <a:pt x="2178" y="12907"/>
                    <a:pt x="1737" y="13155"/>
                    <a:pt x="1378" y="13375"/>
                  </a:cubicBezTo>
                  <a:lnTo>
                    <a:pt x="1378" y="11998"/>
                  </a:lnTo>
                  <a:lnTo>
                    <a:pt x="1489" y="11998"/>
                  </a:lnTo>
                  <a:cubicBezTo>
                    <a:pt x="2067" y="11639"/>
                    <a:pt x="2536" y="11309"/>
                    <a:pt x="3114" y="10950"/>
                  </a:cubicBezTo>
                  <a:cubicBezTo>
                    <a:pt x="3335" y="10840"/>
                    <a:pt x="3555" y="10620"/>
                    <a:pt x="3803" y="10510"/>
                  </a:cubicBezTo>
                  <a:close/>
                  <a:moveTo>
                    <a:pt x="3803" y="12218"/>
                  </a:moveTo>
                  <a:cubicBezTo>
                    <a:pt x="3803" y="12576"/>
                    <a:pt x="3803" y="13017"/>
                    <a:pt x="3913" y="13485"/>
                  </a:cubicBezTo>
                  <a:cubicBezTo>
                    <a:pt x="3004" y="13844"/>
                    <a:pt x="2315" y="14533"/>
                    <a:pt x="1489" y="14973"/>
                  </a:cubicBezTo>
                  <a:cubicBezTo>
                    <a:pt x="1489" y="14643"/>
                    <a:pt x="1378" y="14395"/>
                    <a:pt x="1378" y="14064"/>
                  </a:cubicBezTo>
                  <a:lnTo>
                    <a:pt x="1378" y="13706"/>
                  </a:lnTo>
                  <a:cubicBezTo>
                    <a:pt x="1847" y="13375"/>
                    <a:pt x="2315" y="13155"/>
                    <a:pt x="2756" y="12797"/>
                  </a:cubicBezTo>
                  <a:cubicBezTo>
                    <a:pt x="3114" y="12686"/>
                    <a:pt x="3555" y="12466"/>
                    <a:pt x="3803" y="12218"/>
                  </a:cubicBezTo>
                  <a:close/>
                  <a:moveTo>
                    <a:pt x="3913" y="13844"/>
                  </a:moveTo>
                  <a:lnTo>
                    <a:pt x="3913" y="15332"/>
                  </a:lnTo>
                  <a:cubicBezTo>
                    <a:pt x="3693" y="15552"/>
                    <a:pt x="3335" y="15772"/>
                    <a:pt x="3114" y="16020"/>
                  </a:cubicBezTo>
                  <a:cubicBezTo>
                    <a:pt x="2646" y="16461"/>
                    <a:pt x="2178" y="16930"/>
                    <a:pt x="1626" y="17150"/>
                  </a:cubicBezTo>
                  <a:cubicBezTo>
                    <a:pt x="1489" y="16599"/>
                    <a:pt x="1489" y="15910"/>
                    <a:pt x="1489" y="15332"/>
                  </a:cubicBezTo>
                  <a:cubicBezTo>
                    <a:pt x="2315" y="14973"/>
                    <a:pt x="3225" y="14533"/>
                    <a:pt x="3913" y="13844"/>
                  </a:cubicBezTo>
                  <a:close/>
                  <a:moveTo>
                    <a:pt x="4024" y="15772"/>
                  </a:moveTo>
                  <a:lnTo>
                    <a:pt x="4024" y="16930"/>
                  </a:lnTo>
                  <a:lnTo>
                    <a:pt x="3335" y="17619"/>
                  </a:lnTo>
                  <a:cubicBezTo>
                    <a:pt x="2756" y="17977"/>
                    <a:pt x="2315" y="18418"/>
                    <a:pt x="1737" y="18776"/>
                  </a:cubicBezTo>
                  <a:lnTo>
                    <a:pt x="1737" y="18886"/>
                  </a:lnTo>
                  <a:cubicBezTo>
                    <a:pt x="1634" y="18346"/>
                    <a:pt x="1627" y="17903"/>
                    <a:pt x="1626" y="17398"/>
                  </a:cubicBezTo>
                  <a:lnTo>
                    <a:pt x="1626" y="17398"/>
                  </a:lnTo>
                  <a:cubicBezTo>
                    <a:pt x="2178" y="17150"/>
                    <a:pt x="2646" y="16820"/>
                    <a:pt x="3114" y="16461"/>
                  </a:cubicBezTo>
                  <a:cubicBezTo>
                    <a:pt x="3445" y="16241"/>
                    <a:pt x="3693" y="16020"/>
                    <a:pt x="4024" y="15772"/>
                  </a:cubicBezTo>
                  <a:close/>
                  <a:moveTo>
                    <a:pt x="4134" y="17398"/>
                  </a:moveTo>
                  <a:cubicBezTo>
                    <a:pt x="4134" y="17839"/>
                    <a:pt x="4134" y="18197"/>
                    <a:pt x="4244" y="18666"/>
                  </a:cubicBezTo>
                  <a:cubicBezTo>
                    <a:pt x="3913" y="18886"/>
                    <a:pt x="3693" y="19107"/>
                    <a:pt x="3445" y="19354"/>
                  </a:cubicBezTo>
                  <a:cubicBezTo>
                    <a:pt x="2866" y="19795"/>
                    <a:pt x="2426" y="20154"/>
                    <a:pt x="1847" y="20594"/>
                  </a:cubicBezTo>
                  <a:cubicBezTo>
                    <a:pt x="1737" y="20043"/>
                    <a:pt x="1737" y="19465"/>
                    <a:pt x="1737" y="18996"/>
                  </a:cubicBezTo>
                  <a:lnTo>
                    <a:pt x="1847" y="18996"/>
                  </a:lnTo>
                  <a:cubicBezTo>
                    <a:pt x="2315" y="18666"/>
                    <a:pt x="2866" y="18307"/>
                    <a:pt x="3445" y="17977"/>
                  </a:cubicBezTo>
                  <a:cubicBezTo>
                    <a:pt x="3693" y="17729"/>
                    <a:pt x="3913" y="17619"/>
                    <a:pt x="4134" y="17398"/>
                  </a:cubicBezTo>
                  <a:close/>
                  <a:moveTo>
                    <a:pt x="47890" y="755"/>
                  </a:moveTo>
                  <a:cubicBezTo>
                    <a:pt x="47780" y="4420"/>
                    <a:pt x="47642" y="8085"/>
                    <a:pt x="47421" y="11777"/>
                  </a:cubicBezTo>
                  <a:cubicBezTo>
                    <a:pt x="47311" y="14863"/>
                    <a:pt x="46622" y="18666"/>
                    <a:pt x="47642" y="21752"/>
                  </a:cubicBezTo>
                  <a:cubicBezTo>
                    <a:pt x="46411" y="21493"/>
                    <a:pt x="45092" y="21422"/>
                    <a:pt x="43773" y="21422"/>
                  </a:cubicBezTo>
                  <a:cubicBezTo>
                    <a:pt x="42140" y="21422"/>
                    <a:pt x="40508" y="21531"/>
                    <a:pt x="39045" y="21531"/>
                  </a:cubicBezTo>
                  <a:cubicBezTo>
                    <a:pt x="35022" y="21531"/>
                    <a:pt x="31109" y="21642"/>
                    <a:pt x="27114" y="21752"/>
                  </a:cubicBezTo>
                  <a:cubicBezTo>
                    <a:pt x="23091" y="21862"/>
                    <a:pt x="19178" y="21862"/>
                    <a:pt x="15156" y="21972"/>
                  </a:cubicBezTo>
                  <a:cubicBezTo>
                    <a:pt x="13025" y="21972"/>
                    <a:pt x="10882" y="21874"/>
                    <a:pt x="8734" y="21874"/>
                  </a:cubicBezTo>
                  <a:cubicBezTo>
                    <a:pt x="7661" y="21874"/>
                    <a:pt x="6586" y="21899"/>
                    <a:pt x="5512" y="21972"/>
                  </a:cubicBezTo>
                  <a:cubicBezTo>
                    <a:pt x="5512" y="18307"/>
                    <a:pt x="5071" y="14643"/>
                    <a:pt x="4933" y="10950"/>
                  </a:cubicBezTo>
                  <a:cubicBezTo>
                    <a:pt x="4823" y="7644"/>
                    <a:pt x="5071" y="4200"/>
                    <a:pt x="4602" y="866"/>
                  </a:cubicBezTo>
                  <a:lnTo>
                    <a:pt x="4602" y="866"/>
                  </a:lnTo>
                  <a:cubicBezTo>
                    <a:pt x="6269" y="1086"/>
                    <a:pt x="7964" y="1141"/>
                    <a:pt x="9658" y="1141"/>
                  </a:cubicBezTo>
                  <a:cubicBezTo>
                    <a:pt x="11353" y="1141"/>
                    <a:pt x="13048" y="1086"/>
                    <a:pt x="14715" y="1086"/>
                  </a:cubicBezTo>
                  <a:lnTo>
                    <a:pt x="37309" y="1086"/>
                  </a:lnTo>
                  <a:cubicBezTo>
                    <a:pt x="38840" y="1086"/>
                    <a:pt x="40420" y="1130"/>
                    <a:pt x="42005" y="1130"/>
                  </a:cubicBezTo>
                  <a:cubicBezTo>
                    <a:pt x="43986" y="1130"/>
                    <a:pt x="45976" y="1062"/>
                    <a:pt x="47890" y="755"/>
                  </a:cubicBezTo>
                  <a:close/>
                  <a:moveTo>
                    <a:pt x="4244" y="19107"/>
                  </a:moveTo>
                  <a:cubicBezTo>
                    <a:pt x="4382" y="19465"/>
                    <a:pt x="4382" y="19795"/>
                    <a:pt x="4382" y="20154"/>
                  </a:cubicBezTo>
                  <a:cubicBezTo>
                    <a:pt x="3913" y="20374"/>
                    <a:pt x="3555" y="20732"/>
                    <a:pt x="3114" y="21063"/>
                  </a:cubicBezTo>
                  <a:cubicBezTo>
                    <a:pt x="2756" y="21421"/>
                    <a:pt x="2315" y="21752"/>
                    <a:pt x="1957" y="22110"/>
                  </a:cubicBezTo>
                  <a:cubicBezTo>
                    <a:pt x="1847" y="21642"/>
                    <a:pt x="1847" y="21173"/>
                    <a:pt x="1847" y="20842"/>
                  </a:cubicBezTo>
                  <a:cubicBezTo>
                    <a:pt x="2536" y="20484"/>
                    <a:pt x="3004" y="20043"/>
                    <a:pt x="3555" y="19685"/>
                  </a:cubicBezTo>
                  <a:cubicBezTo>
                    <a:pt x="3803" y="19465"/>
                    <a:pt x="4024" y="19354"/>
                    <a:pt x="4244" y="19107"/>
                  </a:cubicBezTo>
                  <a:close/>
                  <a:moveTo>
                    <a:pt x="7492" y="23426"/>
                  </a:moveTo>
                  <a:cubicBezTo>
                    <a:pt x="7480" y="23426"/>
                    <a:pt x="7468" y="23442"/>
                    <a:pt x="7468" y="23488"/>
                  </a:cubicBezTo>
                  <a:cubicBezTo>
                    <a:pt x="7541" y="23488"/>
                    <a:pt x="7517" y="23426"/>
                    <a:pt x="7492" y="23426"/>
                  </a:cubicBezTo>
                  <a:close/>
                  <a:moveTo>
                    <a:pt x="4492" y="20484"/>
                  </a:moveTo>
                  <a:cubicBezTo>
                    <a:pt x="4492" y="20842"/>
                    <a:pt x="4602" y="21173"/>
                    <a:pt x="4602" y="21531"/>
                  </a:cubicBezTo>
                  <a:cubicBezTo>
                    <a:pt x="3555" y="21862"/>
                    <a:pt x="2646" y="22799"/>
                    <a:pt x="1957" y="23708"/>
                  </a:cubicBezTo>
                  <a:lnTo>
                    <a:pt x="1957" y="22330"/>
                  </a:lnTo>
                  <a:cubicBezTo>
                    <a:pt x="2426" y="21862"/>
                    <a:pt x="3004" y="21531"/>
                    <a:pt x="3445" y="21173"/>
                  </a:cubicBezTo>
                  <a:cubicBezTo>
                    <a:pt x="3803" y="20953"/>
                    <a:pt x="4134" y="20732"/>
                    <a:pt x="4492" y="20484"/>
                  </a:cubicBezTo>
                  <a:close/>
                  <a:moveTo>
                    <a:pt x="4713" y="21752"/>
                  </a:moveTo>
                  <a:cubicBezTo>
                    <a:pt x="4713" y="21972"/>
                    <a:pt x="4823" y="22110"/>
                    <a:pt x="4823" y="22330"/>
                  </a:cubicBezTo>
                  <a:cubicBezTo>
                    <a:pt x="4134" y="22551"/>
                    <a:pt x="3555" y="23240"/>
                    <a:pt x="3114" y="23708"/>
                  </a:cubicBezTo>
                  <a:cubicBezTo>
                    <a:pt x="2866" y="23929"/>
                    <a:pt x="2426" y="24287"/>
                    <a:pt x="1957" y="24617"/>
                  </a:cubicBezTo>
                  <a:lnTo>
                    <a:pt x="1957" y="24039"/>
                  </a:lnTo>
                  <a:cubicBezTo>
                    <a:pt x="2426" y="23598"/>
                    <a:pt x="3004" y="23129"/>
                    <a:pt x="3445" y="22661"/>
                  </a:cubicBezTo>
                  <a:cubicBezTo>
                    <a:pt x="3913" y="22441"/>
                    <a:pt x="4382" y="22110"/>
                    <a:pt x="4713" y="21752"/>
                  </a:cubicBezTo>
                  <a:close/>
                  <a:moveTo>
                    <a:pt x="45134" y="22441"/>
                  </a:moveTo>
                  <a:lnTo>
                    <a:pt x="45134" y="22441"/>
                  </a:lnTo>
                  <a:cubicBezTo>
                    <a:pt x="44198" y="23019"/>
                    <a:pt x="43646" y="23818"/>
                    <a:pt x="43068" y="24617"/>
                  </a:cubicBezTo>
                  <a:lnTo>
                    <a:pt x="41690" y="24617"/>
                  </a:lnTo>
                  <a:cubicBezTo>
                    <a:pt x="42379" y="23929"/>
                    <a:pt x="43178" y="23350"/>
                    <a:pt x="43509" y="22551"/>
                  </a:cubicBezTo>
                  <a:cubicBezTo>
                    <a:pt x="44087" y="22551"/>
                    <a:pt x="44556" y="22551"/>
                    <a:pt x="45134" y="22441"/>
                  </a:cubicBezTo>
                  <a:close/>
                  <a:moveTo>
                    <a:pt x="46953" y="22330"/>
                  </a:moveTo>
                  <a:cubicBezTo>
                    <a:pt x="46622" y="22661"/>
                    <a:pt x="46264" y="22909"/>
                    <a:pt x="45933" y="23240"/>
                  </a:cubicBezTo>
                  <a:cubicBezTo>
                    <a:pt x="45355" y="23598"/>
                    <a:pt x="44666" y="24039"/>
                    <a:pt x="44446" y="24617"/>
                  </a:cubicBezTo>
                  <a:lnTo>
                    <a:pt x="43398" y="24617"/>
                  </a:lnTo>
                  <a:cubicBezTo>
                    <a:pt x="44087" y="23929"/>
                    <a:pt x="44886" y="23240"/>
                    <a:pt x="45355" y="22441"/>
                  </a:cubicBezTo>
                  <a:cubicBezTo>
                    <a:pt x="45933" y="22441"/>
                    <a:pt x="46402" y="22441"/>
                    <a:pt x="46953" y="22330"/>
                  </a:cubicBezTo>
                  <a:close/>
                  <a:moveTo>
                    <a:pt x="39954" y="22441"/>
                  </a:moveTo>
                  <a:cubicBezTo>
                    <a:pt x="39155" y="23129"/>
                    <a:pt x="38356" y="23818"/>
                    <a:pt x="37667" y="24507"/>
                  </a:cubicBezTo>
                  <a:cubicBezTo>
                    <a:pt x="37557" y="24617"/>
                    <a:pt x="37557" y="24617"/>
                    <a:pt x="37557" y="24728"/>
                  </a:cubicBezTo>
                  <a:lnTo>
                    <a:pt x="36400" y="24728"/>
                  </a:lnTo>
                  <a:cubicBezTo>
                    <a:pt x="36868" y="24287"/>
                    <a:pt x="37309" y="23929"/>
                    <a:pt x="37777" y="23598"/>
                  </a:cubicBezTo>
                  <a:cubicBezTo>
                    <a:pt x="38246" y="23240"/>
                    <a:pt x="38825" y="22909"/>
                    <a:pt x="39265" y="22441"/>
                  </a:cubicBezTo>
                  <a:close/>
                  <a:moveTo>
                    <a:pt x="41911" y="22441"/>
                  </a:moveTo>
                  <a:cubicBezTo>
                    <a:pt x="42379" y="22441"/>
                    <a:pt x="42710" y="22551"/>
                    <a:pt x="43178" y="22551"/>
                  </a:cubicBezTo>
                  <a:cubicBezTo>
                    <a:pt x="42489" y="23019"/>
                    <a:pt x="42021" y="23818"/>
                    <a:pt x="41580" y="24397"/>
                  </a:cubicBezTo>
                  <a:cubicBezTo>
                    <a:pt x="41442" y="24507"/>
                    <a:pt x="41442" y="24507"/>
                    <a:pt x="41580" y="24617"/>
                  </a:cubicBezTo>
                  <a:cubicBezTo>
                    <a:pt x="40312" y="24617"/>
                    <a:pt x="39045" y="24617"/>
                    <a:pt x="37888" y="24728"/>
                  </a:cubicBezTo>
                  <a:cubicBezTo>
                    <a:pt x="38687" y="23929"/>
                    <a:pt x="39624" y="23240"/>
                    <a:pt x="40423" y="22441"/>
                  </a:cubicBezTo>
                  <a:lnTo>
                    <a:pt x="41442" y="22441"/>
                  </a:lnTo>
                  <a:cubicBezTo>
                    <a:pt x="41222" y="22661"/>
                    <a:pt x="41112" y="22909"/>
                    <a:pt x="40891" y="23129"/>
                  </a:cubicBezTo>
                  <a:cubicBezTo>
                    <a:pt x="40423" y="23488"/>
                    <a:pt x="40064" y="23929"/>
                    <a:pt x="39734" y="24287"/>
                  </a:cubicBezTo>
                  <a:cubicBezTo>
                    <a:pt x="39645" y="24376"/>
                    <a:pt x="39700" y="24537"/>
                    <a:pt x="39782" y="24537"/>
                  </a:cubicBezTo>
                  <a:cubicBezTo>
                    <a:pt x="39802" y="24537"/>
                    <a:pt x="39823" y="24528"/>
                    <a:pt x="39844" y="24507"/>
                  </a:cubicBezTo>
                  <a:cubicBezTo>
                    <a:pt x="40202" y="24039"/>
                    <a:pt x="40643" y="23708"/>
                    <a:pt x="41112" y="23350"/>
                  </a:cubicBezTo>
                  <a:cubicBezTo>
                    <a:pt x="41332" y="23129"/>
                    <a:pt x="41690" y="22799"/>
                    <a:pt x="41911" y="22441"/>
                  </a:cubicBezTo>
                  <a:close/>
                  <a:moveTo>
                    <a:pt x="36620" y="22551"/>
                  </a:moveTo>
                  <a:lnTo>
                    <a:pt x="35931" y="23240"/>
                  </a:lnTo>
                  <a:cubicBezTo>
                    <a:pt x="35380" y="23708"/>
                    <a:pt x="34802" y="24287"/>
                    <a:pt x="34223" y="24865"/>
                  </a:cubicBezTo>
                  <a:lnTo>
                    <a:pt x="33176" y="24865"/>
                  </a:lnTo>
                  <a:cubicBezTo>
                    <a:pt x="33644" y="24507"/>
                    <a:pt x="34113" y="24176"/>
                    <a:pt x="34443" y="23708"/>
                  </a:cubicBezTo>
                  <a:cubicBezTo>
                    <a:pt x="34912" y="23350"/>
                    <a:pt x="35490" y="23019"/>
                    <a:pt x="35821" y="22551"/>
                  </a:cubicBezTo>
                  <a:close/>
                  <a:moveTo>
                    <a:pt x="38687" y="22441"/>
                  </a:moveTo>
                  <a:cubicBezTo>
                    <a:pt x="38356" y="22661"/>
                    <a:pt x="37888" y="23019"/>
                    <a:pt x="37557" y="23240"/>
                  </a:cubicBezTo>
                  <a:cubicBezTo>
                    <a:pt x="36978" y="23708"/>
                    <a:pt x="36510" y="24287"/>
                    <a:pt x="36069" y="24728"/>
                  </a:cubicBezTo>
                  <a:cubicBezTo>
                    <a:pt x="35601" y="24728"/>
                    <a:pt x="35132" y="24728"/>
                    <a:pt x="34802" y="24865"/>
                  </a:cubicBezTo>
                  <a:cubicBezTo>
                    <a:pt x="35242" y="24397"/>
                    <a:pt x="35711" y="23929"/>
                    <a:pt x="36179" y="23598"/>
                  </a:cubicBezTo>
                  <a:cubicBezTo>
                    <a:pt x="36620" y="23240"/>
                    <a:pt x="36978" y="22909"/>
                    <a:pt x="37309" y="22551"/>
                  </a:cubicBezTo>
                  <a:cubicBezTo>
                    <a:pt x="37777" y="22551"/>
                    <a:pt x="38246" y="22441"/>
                    <a:pt x="38687" y="22441"/>
                  </a:cubicBezTo>
                  <a:close/>
                  <a:moveTo>
                    <a:pt x="35242" y="22551"/>
                  </a:moveTo>
                  <a:cubicBezTo>
                    <a:pt x="34912" y="22799"/>
                    <a:pt x="34554" y="23240"/>
                    <a:pt x="34223" y="23488"/>
                  </a:cubicBezTo>
                  <a:cubicBezTo>
                    <a:pt x="33755" y="23929"/>
                    <a:pt x="33314" y="24397"/>
                    <a:pt x="32735" y="24865"/>
                  </a:cubicBezTo>
                  <a:cubicBezTo>
                    <a:pt x="32267" y="24865"/>
                    <a:pt x="31798" y="24976"/>
                    <a:pt x="31247" y="24976"/>
                  </a:cubicBezTo>
                  <a:cubicBezTo>
                    <a:pt x="32156" y="24176"/>
                    <a:pt x="33066" y="23488"/>
                    <a:pt x="33865" y="22551"/>
                  </a:cubicBezTo>
                  <a:close/>
                  <a:moveTo>
                    <a:pt x="5071" y="22909"/>
                  </a:moveTo>
                  <a:cubicBezTo>
                    <a:pt x="5181" y="22909"/>
                    <a:pt x="5291" y="23019"/>
                    <a:pt x="5291" y="23019"/>
                  </a:cubicBezTo>
                  <a:lnTo>
                    <a:pt x="6090" y="23019"/>
                  </a:lnTo>
                  <a:cubicBezTo>
                    <a:pt x="5181" y="23708"/>
                    <a:pt x="4382" y="24397"/>
                    <a:pt x="3445" y="25086"/>
                  </a:cubicBezTo>
                  <a:lnTo>
                    <a:pt x="2756" y="25086"/>
                  </a:lnTo>
                  <a:cubicBezTo>
                    <a:pt x="3004" y="24865"/>
                    <a:pt x="3335" y="24617"/>
                    <a:pt x="3555" y="24397"/>
                  </a:cubicBezTo>
                  <a:cubicBezTo>
                    <a:pt x="4134" y="23929"/>
                    <a:pt x="4602" y="23488"/>
                    <a:pt x="5071" y="22909"/>
                  </a:cubicBezTo>
                  <a:close/>
                  <a:moveTo>
                    <a:pt x="33176" y="22551"/>
                  </a:moveTo>
                  <a:lnTo>
                    <a:pt x="33176" y="22551"/>
                  </a:lnTo>
                  <a:cubicBezTo>
                    <a:pt x="32377" y="23350"/>
                    <a:pt x="31578" y="24176"/>
                    <a:pt x="30889" y="24976"/>
                  </a:cubicBezTo>
                  <a:cubicBezTo>
                    <a:pt x="30090" y="24976"/>
                    <a:pt x="29181" y="25086"/>
                    <a:pt x="28354" y="25086"/>
                  </a:cubicBezTo>
                  <a:cubicBezTo>
                    <a:pt x="29181" y="24397"/>
                    <a:pt x="29980" y="23598"/>
                    <a:pt x="30558" y="22661"/>
                  </a:cubicBezTo>
                  <a:lnTo>
                    <a:pt x="31798" y="22661"/>
                  </a:lnTo>
                  <a:cubicBezTo>
                    <a:pt x="31468" y="22909"/>
                    <a:pt x="31247" y="23240"/>
                    <a:pt x="30999" y="23488"/>
                  </a:cubicBezTo>
                  <a:cubicBezTo>
                    <a:pt x="30558" y="23929"/>
                    <a:pt x="30090" y="24397"/>
                    <a:pt x="29621" y="24865"/>
                  </a:cubicBezTo>
                  <a:cubicBezTo>
                    <a:pt x="29621" y="24943"/>
                    <a:pt x="29677" y="25021"/>
                    <a:pt x="29709" y="25021"/>
                  </a:cubicBezTo>
                  <a:cubicBezTo>
                    <a:pt x="29722" y="25021"/>
                    <a:pt x="29732" y="25008"/>
                    <a:pt x="29732" y="24976"/>
                  </a:cubicBezTo>
                  <a:cubicBezTo>
                    <a:pt x="30200" y="24617"/>
                    <a:pt x="30668" y="24176"/>
                    <a:pt x="31109" y="23708"/>
                  </a:cubicBezTo>
                  <a:cubicBezTo>
                    <a:pt x="31468" y="23350"/>
                    <a:pt x="31936" y="23019"/>
                    <a:pt x="32156" y="22661"/>
                  </a:cubicBezTo>
                  <a:cubicBezTo>
                    <a:pt x="32487" y="22661"/>
                    <a:pt x="32845" y="22661"/>
                    <a:pt x="33176" y="22551"/>
                  </a:cubicBezTo>
                  <a:close/>
                  <a:moveTo>
                    <a:pt x="6200" y="23019"/>
                  </a:moveTo>
                  <a:cubicBezTo>
                    <a:pt x="7137" y="23129"/>
                    <a:pt x="7936" y="23129"/>
                    <a:pt x="8846" y="23129"/>
                  </a:cubicBezTo>
                  <a:cubicBezTo>
                    <a:pt x="8515" y="23488"/>
                    <a:pt x="8157" y="23708"/>
                    <a:pt x="7826" y="24039"/>
                  </a:cubicBezTo>
                  <a:cubicBezTo>
                    <a:pt x="7468" y="24397"/>
                    <a:pt x="6999" y="24728"/>
                    <a:pt x="6669" y="25196"/>
                  </a:cubicBezTo>
                  <a:cubicBezTo>
                    <a:pt x="6311" y="25196"/>
                    <a:pt x="5870" y="25196"/>
                    <a:pt x="5512" y="25086"/>
                  </a:cubicBezTo>
                  <a:cubicBezTo>
                    <a:pt x="5870" y="24976"/>
                    <a:pt x="6090" y="24728"/>
                    <a:pt x="6311" y="24507"/>
                  </a:cubicBezTo>
                  <a:cubicBezTo>
                    <a:pt x="6779" y="24287"/>
                    <a:pt x="7247" y="23929"/>
                    <a:pt x="7468" y="23488"/>
                  </a:cubicBezTo>
                  <a:lnTo>
                    <a:pt x="7468" y="23488"/>
                  </a:lnTo>
                  <a:cubicBezTo>
                    <a:pt x="6999" y="23598"/>
                    <a:pt x="6669" y="23929"/>
                    <a:pt x="6311" y="24287"/>
                  </a:cubicBezTo>
                  <a:cubicBezTo>
                    <a:pt x="5980" y="24507"/>
                    <a:pt x="5622" y="24865"/>
                    <a:pt x="5291" y="25086"/>
                  </a:cubicBezTo>
                  <a:lnTo>
                    <a:pt x="3913" y="25086"/>
                  </a:lnTo>
                  <a:cubicBezTo>
                    <a:pt x="4823" y="24617"/>
                    <a:pt x="5622" y="23929"/>
                    <a:pt x="6200" y="23129"/>
                  </a:cubicBezTo>
                  <a:lnTo>
                    <a:pt x="6200" y="23019"/>
                  </a:lnTo>
                  <a:close/>
                  <a:moveTo>
                    <a:pt x="10582" y="23129"/>
                  </a:moveTo>
                  <a:cubicBezTo>
                    <a:pt x="10223" y="23350"/>
                    <a:pt x="9893" y="23818"/>
                    <a:pt x="9534" y="24039"/>
                  </a:cubicBezTo>
                  <a:cubicBezTo>
                    <a:pt x="9066" y="24397"/>
                    <a:pt x="8735" y="24865"/>
                    <a:pt x="8377" y="25196"/>
                  </a:cubicBezTo>
                  <a:lnTo>
                    <a:pt x="6999" y="25196"/>
                  </a:lnTo>
                  <a:lnTo>
                    <a:pt x="8047" y="24176"/>
                  </a:lnTo>
                  <a:cubicBezTo>
                    <a:pt x="8515" y="23929"/>
                    <a:pt x="8846" y="23598"/>
                    <a:pt x="9204" y="23129"/>
                  </a:cubicBezTo>
                  <a:close/>
                  <a:moveTo>
                    <a:pt x="12400" y="23129"/>
                  </a:moveTo>
                  <a:cubicBezTo>
                    <a:pt x="11959" y="23350"/>
                    <a:pt x="11601" y="23818"/>
                    <a:pt x="11133" y="24176"/>
                  </a:cubicBezTo>
                  <a:lnTo>
                    <a:pt x="10113" y="25196"/>
                  </a:lnTo>
                  <a:lnTo>
                    <a:pt x="8735" y="25196"/>
                  </a:lnTo>
                  <a:cubicBezTo>
                    <a:pt x="9066" y="24865"/>
                    <a:pt x="9314" y="24617"/>
                    <a:pt x="9645" y="24287"/>
                  </a:cubicBezTo>
                  <a:cubicBezTo>
                    <a:pt x="10113" y="23929"/>
                    <a:pt x="10582" y="23598"/>
                    <a:pt x="10912" y="23129"/>
                  </a:cubicBezTo>
                  <a:close/>
                  <a:moveTo>
                    <a:pt x="14232" y="23025"/>
                  </a:moveTo>
                  <a:cubicBezTo>
                    <a:pt x="13660" y="23249"/>
                    <a:pt x="13195" y="23821"/>
                    <a:pt x="12758" y="24176"/>
                  </a:cubicBezTo>
                  <a:cubicBezTo>
                    <a:pt x="12400" y="24507"/>
                    <a:pt x="12180" y="24865"/>
                    <a:pt x="11821" y="25196"/>
                  </a:cubicBezTo>
                  <a:lnTo>
                    <a:pt x="10444" y="25196"/>
                  </a:lnTo>
                  <a:cubicBezTo>
                    <a:pt x="10802" y="24976"/>
                    <a:pt x="11022" y="24728"/>
                    <a:pt x="11381" y="24507"/>
                  </a:cubicBezTo>
                  <a:cubicBezTo>
                    <a:pt x="11821" y="24039"/>
                    <a:pt x="12290" y="23708"/>
                    <a:pt x="12648" y="23129"/>
                  </a:cubicBezTo>
                  <a:cubicBezTo>
                    <a:pt x="13151" y="23060"/>
                    <a:pt x="13697" y="23034"/>
                    <a:pt x="14232" y="23025"/>
                  </a:cubicBezTo>
                  <a:close/>
                  <a:moveTo>
                    <a:pt x="15844" y="23019"/>
                  </a:moveTo>
                  <a:cubicBezTo>
                    <a:pt x="15404" y="23350"/>
                    <a:pt x="14935" y="23818"/>
                    <a:pt x="14467" y="24287"/>
                  </a:cubicBezTo>
                  <a:cubicBezTo>
                    <a:pt x="14136" y="24617"/>
                    <a:pt x="13888" y="24976"/>
                    <a:pt x="13557" y="25196"/>
                  </a:cubicBezTo>
                  <a:lnTo>
                    <a:pt x="12180" y="25196"/>
                  </a:lnTo>
                  <a:cubicBezTo>
                    <a:pt x="12400" y="24976"/>
                    <a:pt x="12758" y="24728"/>
                    <a:pt x="12979" y="24507"/>
                  </a:cubicBezTo>
                  <a:cubicBezTo>
                    <a:pt x="13447" y="24039"/>
                    <a:pt x="13888" y="23708"/>
                    <a:pt x="14246" y="23129"/>
                  </a:cubicBezTo>
                  <a:lnTo>
                    <a:pt x="14246" y="23025"/>
                  </a:lnTo>
                  <a:lnTo>
                    <a:pt x="14246" y="23025"/>
                  </a:lnTo>
                  <a:cubicBezTo>
                    <a:pt x="14557" y="23019"/>
                    <a:pt x="14864" y="23019"/>
                    <a:pt x="15156" y="23019"/>
                  </a:cubicBezTo>
                  <a:close/>
                  <a:moveTo>
                    <a:pt x="17222" y="23019"/>
                  </a:moveTo>
                  <a:cubicBezTo>
                    <a:pt x="16781" y="23350"/>
                    <a:pt x="16313" y="23818"/>
                    <a:pt x="15955" y="24287"/>
                  </a:cubicBezTo>
                  <a:cubicBezTo>
                    <a:pt x="15734" y="24617"/>
                    <a:pt x="15404" y="24865"/>
                    <a:pt x="15156" y="25196"/>
                  </a:cubicBezTo>
                  <a:lnTo>
                    <a:pt x="13778" y="25196"/>
                  </a:lnTo>
                  <a:cubicBezTo>
                    <a:pt x="14136" y="24976"/>
                    <a:pt x="14356" y="24728"/>
                    <a:pt x="14715" y="24507"/>
                  </a:cubicBezTo>
                  <a:cubicBezTo>
                    <a:pt x="15156" y="24039"/>
                    <a:pt x="15624" y="23598"/>
                    <a:pt x="15955" y="23129"/>
                  </a:cubicBezTo>
                  <a:cubicBezTo>
                    <a:pt x="16092" y="23019"/>
                    <a:pt x="15955" y="23019"/>
                    <a:pt x="15844" y="23019"/>
                  </a:cubicBezTo>
                  <a:close/>
                  <a:moveTo>
                    <a:pt x="25268" y="22799"/>
                  </a:moveTo>
                  <a:cubicBezTo>
                    <a:pt x="24469" y="23488"/>
                    <a:pt x="23890" y="24397"/>
                    <a:pt x="23312" y="25196"/>
                  </a:cubicBezTo>
                  <a:lnTo>
                    <a:pt x="21824" y="25196"/>
                  </a:lnTo>
                  <a:cubicBezTo>
                    <a:pt x="22512" y="24507"/>
                    <a:pt x="23422" y="23708"/>
                    <a:pt x="24000" y="22909"/>
                  </a:cubicBezTo>
                  <a:lnTo>
                    <a:pt x="24000" y="22799"/>
                  </a:lnTo>
                  <a:close/>
                  <a:moveTo>
                    <a:pt x="26866" y="22799"/>
                  </a:moveTo>
                  <a:cubicBezTo>
                    <a:pt x="26067" y="23488"/>
                    <a:pt x="25488" y="24397"/>
                    <a:pt x="24910" y="25196"/>
                  </a:cubicBezTo>
                  <a:lnTo>
                    <a:pt x="23532" y="25196"/>
                  </a:lnTo>
                  <a:cubicBezTo>
                    <a:pt x="24221" y="24397"/>
                    <a:pt x="24910" y="23708"/>
                    <a:pt x="25488" y="22799"/>
                  </a:cubicBezTo>
                  <a:close/>
                  <a:moveTo>
                    <a:pt x="30090" y="22661"/>
                  </a:moveTo>
                  <a:cubicBezTo>
                    <a:pt x="29401" y="23488"/>
                    <a:pt x="28712" y="24287"/>
                    <a:pt x="27913" y="25086"/>
                  </a:cubicBezTo>
                  <a:lnTo>
                    <a:pt x="27224" y="25086"/>
                  </a:lnTo>
                  <a:cubicBezTo>
                    <a:pt x="27803" y="24507"/>
                    <a:pt x="28492" y="23708"/>
                    <a:pt x="28712" y="22909"/>
                  </a:cubicBezTo>
                  <a:cubicBezTo>
                    <a:pt x="28789" y="22832"/>
                    <a:pt x="28704" y="22741"/>
                    <a:pt x="28646" y="22741"/>
                  </a:cubicBezTo>
                  <a:cubicBezTo>
                    <a:pt x="28622" y="22741"/>
                    <a:pt x="28602" y="22758"/>
                    <a:pt x="28602" y="22799"/>
                  </a:cubicBezTo>
                  <a:cubicBezTo>
                    <a:pt x="28134" y="23129"/>
                    <a:pt x="27913" y="23598"/>
                    <a:pt x="27665" y="24039"/>
                  </a:cubicBezTo>
                  <a:cubicBezTo>
                    <a:pt x="27334" y="24397"/>
                    <a:pt x="27114" y="24728"/>
                    <a:pt x="26866" y="25196"/>
                  </a:cubicBezTo>
                  <a:lnTo>
                    <a:pt x="25158" y="25196"/>
                  </a:lnTo>
                  <a:cubicBezTo>
                    <a:pt x="25847" y="24397"/>
                    <a:pt x="26646" y="23598"/>
                    <a:pt x="27114" y="22799"/>
                  </a:cubicBezTo>
                  <a:cubicBezTo>
                    <a:pt x="28134" y="22661"/>
                    <a:pt x="29181" y="22661"/>
                    <a:pt x="30090" y="22661"/>
                  </a:cubicBezTo>
                  <a:close/>
                  <a:moveTo>
                    <a:pt x="18848" y="22909"/>
                  </a:moveTo>
                  <a:cubicBezTo>
                    <a:pt x="18021" y="23488"/>
                    <a:pt x="17332" y="24397"/>
                    <a:pt x="16781" y="25306"/>
                  </a:cubicBezTo>
                  <a:cubicBezTo>
                    <a:pt x="16313" y="25196"/>
                    <a:pt x="15844" y="25196"/>
                    <a:pt x="15404" y="25196"/>
                  </a:cubicBezTo>
                  <a:cubicBezTo>
                    <a:pt x="15734" y="24976"/>
                    <a:pt x="15955" y="24617"/>
                    <a:pt x="16313" y="24287"/>
                  </a:cubicBezTo>
                  <a:cubicBezTo>
                    <a:pt x="16643" y="23818"/>
                    <a:pt x="17112" y="23488"/>
                    <a:pt x="17470" y="23019"/>
                  </a:cubicBezTo>
                  <a:cubicBezTo>
                    <a:pt x="17911" y="22909"/>
                    <a:pt x="18379" y="22909"/>
                    <a:pt x="18848" y="22909"/>
                  </a:cubicBezTo>
                  <a:close/>
                  <a:moveTo>
                    <a:pt x="20446" y="22909"/>
                  </a:moveTo>
                  <a:cubicBezTo>
                    <a:pt x="19647" y="23598"/>
                    <a:pt x="19068" y="24397"/>
                    <a:pt x="18379" y="25306"/>
                  </a:cubicBezTo>
                  <a:lnTo>
                    <a:pt x="17112" y="25306"/>
                  </a:lnTo>
                  <a:cubicBezTo>
                    <a:pt x="17470" y="24976"/>
                    <a:pt x="17690" y="24617"/>
                    <a:pt x="17911" y="24397"/>
                  </a:cubicBezTo>
                  <a:cubicBezTo>
                    <a:pt x="18379" y="23929"/>
                    <a:pt x="18848" y="23488"/>
                    <a:pt x="19068" y="23019"/>
                  </a:cubicBezTo>
                  <a:lnTo>
                    <a:pt x="19068" y="22909"/>
                  </a:lnTo>
                  <a:close/>
                  <a:moveTo>
                    <a:pt x="23780" y="22799"/>
                  </a:moveTo>
                  <a:lnTo>
                    <a:pt x="23780" y="22799"/>
                  </a:lnTo>
                  <a:cubicBezTo>
                    <a:pt x="22981" y="23488"/>
                    <a:pt x="22292" y="24397"/>
                    <a:pt x="21603" y="25196"/>
                  </a:cubicBezTo>
                  <a:cubicBezTo>
                    <a:pt x="21135" y="25196"/>
                    <a:pt x="20777" y="25306"/>
                    <a:pt x="20446" y="25306"/>
                  </a:cubicBezTo>
                  <a:cubicBezTo>
                    <a:pt x="21135" y="24617"/>
                    <a:pt x="21824" y="23929"/>
                    <a:pt x="22154" y="23240"/>
                  </a:cubicBezTo>
                  <a:cubicBezTo>
                    <a:pt x="22252" y="23162"/>
                    <a:pt x="22211" y="23084"/>
                    <a:pt x="22140" y="23084"/>
                  </a:cubicBezTo>
                  <a:cubicBezTo>
                    <a:pt x="22111" y="23084"/>
                    <a:pt x="22076" y="23097"/>
                    <a:pt x="22044" y="23129"/>
                  </a:cubicBezTo>
                  <a:cubicBezTo>
                    <a:pt x="21355" y="23708"/>
                    <a:pt x="20666" y="24507"/>
                    <a:pt x="20088" y="25306"/>
                  </a:cubicBezTo>
                  <a:lnTo>
                    <a:pt x="18710" y="25306"/>
                  </a:lnTo>
                  <a:cubicBezTo>
                    <a:pt x="19399" y="24507"/>
                    <a:pt x="20088" y="23708"/>
                    <a:pt x="20666" y="22909"/>
                  </a:cubicBezTo>
                  <a:cubicBezTo>
                    <a:pt x="21713" y="22909"/>
                    <a:pt x="22733" y="22909"/>
                    <a:pt x="23780" y="22799"/>
                  </a:cubicBezTo>
                  <a:close/>
                  <a:moveTo>
                    <a:pt x="9674" y="1"/>
                  </a:moveTo>
                  <a:cubicBezTo>
                    <a:pt x="7974" y="1"/>
                    <a:pt x="6275" y="59"/>
                    <a:pt x="4602" y="287"/>
                  </a:cubicBezTo>
                  <a:cubicBezTo>
                    <a:pt x="4492" y="287"/>
                    <a:pt x="4382" y="177"/>
                    <a:pt x="4382" y="177"/>
                  </a:cubicBezTo>
                  <a:cubicBezTo>
                    <a:pt x="3693" y="507"/>
                    <a:pt x="3114" y="976"/>
                    <a:pt x="2646" y="1554"/>
                  </a:cubicBezTo>
                  <a:cubicBezTo>
                    <a:pt x="1957" y="1995"/>
                    <a:pt x="1268" y="2574"/>
                    <a:pt x="690" y="3153"/>
                  </a:cubicBezTo>
                  <a:cubicBezTo>
                    <a:pt x="469" y="3373"/>
                    <a:pt x="579" y="3511"/>
                    <a:pt x="690" y="3731"/>
                  </a:cubicBezTo>
                  <a:cubicBezTo>
                    <a:pt x="1" y="7176"/>
                    <a:pt x="469" y="10950"/>
                    <a:pt x="579" y="14533"/>
                  </a:cubicBezTo>
                  <a:cubicBezTo>
                    <a:pt x="690" y="18197"/>
                    <a:pt x="800" y="21972"/>
                    <a:pt x="1378" y="25664"/>
                  </a:cubicBezTo>
                  <a:lnTo>
                    <a:pt x="1378" y="25775"/>
                  </a:lnTo>
                  <a:cubicBezTo>
                    <a:pt x="1489" y="25885"/>
                    <a:pt x="1626" y="26105"/>
                    <a:pt x="1847" y="26105"/>
                  </a:cubicBezTo>
                  <a:cubicBezTo>
                    <a:pt x="5564" y="26290"/>
                    <a:pt x="9318" y="26350"/>
                    <a:pt x="13090" y="26350"/>
                  </a:cubicBezTo>
                  <a:cubicBezTo>
                    <a:pt x="16643" y="26350"/>
                    <a:pt x="20211" y="26297"/>
                    <a:pt x="23780" y="26243"/>
                  </a:cubicBezTo>
                  <a:cubicBezTo>
                    <a:pt x="30668" y="26105"/>
                    <a:pt x="37777" y="26105"/>
                    <a:pt x="44556" y="25086"/>
                  </a:cubicBezTo>
                  <a:cubicBezTo>
                    <a:pt x="44666" y="25196"/>
                    <a:pt x="44666" y="25196"/>
                    <a:pt x="44776" y="25196"/>
                  </a:cubicBezTo>
                  <a:cubicBezTo>
                    <a:pt x="45465" y="25086"/>
                    <a:pt x="46044" y="24287"/>
                    <a:pt x="46512" y="23818"/>
                  </a:cubicBezTo>
                  <a:cubicBezTo>
                    <a:pt x="47091" y="23240"/>
                    <a:pt x="47532" y="22799"/>
                    <a:pt x="48000" y="22220"/>
                  </a:cubicBezTo>
                  <a:lnTo>
                    <a:pt x="48331" y="22220"/>
                  </a:lnTo>
                  <a:cubicBezTo>
                    <a:pt x="48468" y="22110"/>
                    <a:pt x="48468" y="21862"/>
                    <a:pt x="48331" y="21862"/>
                  </a:cubicBezTo>
                  <a:lnTo>
                    <a:pt x="48110" y="21862"/>
                  </a:lnTo>
                  <a:cubicBezTo>
                    <a:pt x="48799" y="18666"/>
                    <a:pt x="48331" y="14973"/>
                    <a:pt x="48468" y="11777"/>
                  </a:cubicBezTo>
                  <a:cubicBezTo>
                    <a:pt x="48579" y="7975"/>
                    <a:pt x="48689" y="4310"/>
                    <a:pt x="48331" y="618"/>
                  </a:cubicBezTo>
                  <a:cubicBezTo>
                    <a:pt x="48331" y="456"/>
                    <a:pt x="48213" y="354"/>
                    <a:pt x="48106" y="354"/>
                  </a:cubicBezTo>
                  <a:cubicBezTo>
                    <a:pt x="48067" y="354"/>
                    <a:pt x="48030" y="368"/>
                    <a:pt x="48000" y="397"/>
                  </a:cubicBezTo>
                  <a:cubicBezTo>
                    <a:pt x="46205" y="86"/>
                    <a:pt x="44346" y="14"/>
                    <a:pt x="42491" y="14"/>
                  </a:cubicBezTo>
                  <a:cubicBezTo>
                    <a:pt x="40902" y="14"/>
                    <a:pt x="39316" y="67"/>
                    <a:pt x="37777" y="67"/>
                  </a:cubicBezTo>
                  <a:lnTo>
                    <a:pt x="15045" y="67"/>
                  </a:lnTo>
                  <a:cubicBezTo>
                    <a:pt x="13274" y="67"/>
                    <a:pt x="11473" y="1"/>
                    <a:pt x="96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38"/>
            <p:cNvSpPr/>
            <p:nvPr/>
          </p:nvSpPr>
          <p:spPr>
            <a:xfrm>
              <a:off x="4730175" y="3206524"/>
              <a:ext cx="1758752" cy="949127"/>
            </a:xfrm>
            <a:custGeom>
              <a:rect b="b" l="l" r="r" t="t"/>
              <a:pathLst>
                <a:path extrusionOk="0" h="26350" w="48800">
                  <a:moveTo>
                    <a:pt x="4024" y="1196"/>
                  </a:moveTo>
                  <a:cubicBezTo>
                    <a:pt x="4024" y="1554"/>
                    <a:pt x="3913" y="1885"/>
                    <a:pt x="3913" y="2354"/>
                  </a:cubicBezTo>
                  <a:cubicBezTo>
                    <a:pt x="2866" y="2932"/>
                    <a:pt x="1957" y="3841"/>
                    <a:pt x="1158" y="4641"/>
                  </a:cubicBezTo>
                  <a:cubicBezTo>
                    <a:pt x="1158" y="4310"/>
                    <a:pt x="1158" y="4062"/>
                    <a:pt x="1048" y="3841"/>
                  </a:cubicBezTo>
                  <a:cubicBezTo>
                    <a:pt x="1158" y="3841"/>
                    <a:pt x="1158" y="3841"/>
                    <a:pt x="1158" y="3731"/>
                  </a:cubicBezTo>
                  <a:cubicBezTo>
                    <a:pt x="1847" y="3373"/>
                    <a:pt x="2536" y="2684"/>
                    <a:pt x="3114" y="2133"/>
                  </a:cubicBezTo>
                  <a:cubicBezTo>
                    <a:pt x="3445" y="1885"/>
                    <a:pt x="3803" y="1554"/>
                    <a:pt x="4024" y="1196"/>
                  </a:cubicBezTo>
                  <a:close/>
                  <a:moveTo>
                    <a:pt x="3803" y="2684"/>
                  </a:moveTo>
                  <a:cubicBezTo>
                    <a:pt x="3803" y="3153"/>
                    <a:pt x="3803" y="3621"/>
                    <a:pt x="3693" y="4062"/>
                  </a:cubicBezTo>
                  <a:cubicBezTo>
                    <a:pt x="3335" y="4310"/>
                    <a:pt x="3004" y="4641"/>
                    <a:pt x="2756" y="4889"/>
                  </a:cubicBezTo>
                  <a:cubicBezTo>
                    <a:pt x="2178" y="5219"/>
                    <a:pt x="1737" y="5688"/>
                    <a:pt x="1268" y="6018"/>
                  </a:cubicBezTo>
                  <a:lnTo>
                    <a:pt x="1268" y="6128"/>
                  </a:lnTo>
                  <a:cubicBezTo>
                    <a:pt x="1268" y="5688"/>
                    <a:pt x="1268" y="5219"/>
                    <a:pt x="1158" y="4751"/>
                  </a:cubicBezTo>
                  <a:cubicBezTo>
                    <a:pt x="1737" y="4420"/>
                    <a:pt x="2178" y="3952"/>
                    <a:pt x="2756" y="3511"/>
                  </a:cubicBezTo>
                  <a:cubicBezTo>
                    <a:pt x="3114" y="3263"/>
                    <a:pt x="3445" y="2932"/>
                    <a:pt x="3803" y="2684"/>
                  </a:cubicBezTo>
                  <a:close/>
                  <a:moveTo>
                    <a:pt x="3693" y="4530"/>
                  </a:moveTo>
                  <a:lnTo>
                    <a:pt x="3693" y="5577"/>
                  </a:lnTo>
                  <a:cubicBezTo>
                    <a:pt x="3445" y="5798"/>
                    <a:pt x="3225" y="5908"/>
                    <a:pt x="3004" y="6128"/>
                  </a:cubicBezTo>
                  <a:cubicBezTo>
                    <a:pt x="2536" y="6487"/>
                    <a:pt x="1957" y="6817"/>
                    <a:pt x="1489" y="7286"/>
                  </a:cubicBezTo>
                  <a:cubicBezTo>
                    <a:pt x="1378" y="7286"/>
                    <a:pt x="1489" y="7396"/>
                    <a:pt x="1626" y="7396"/>
                  </a:cubicBezTo>
                  <a:cubicBezTo>
                    <a:pt x="2067" y="7065"/>
                    <a:pt x="2646" y="6707"/>
                    <a:pt x="3225" y="6376"/>
                  </a:cubicBezTo>
                  <a:cubicBezTo>
                    <a:pt x="3335" y="6266"/>
                    <a:pt x="3445" y="6128"/>
                    <a:pt x="3693" y="6018"/>
                  </a:cubicBezTo>
                  <a:lnTo>
                    <a:pt x="3693" y="6955"/>
                  </a:lnTo>
                  <a:cubicBezTo>
                    <a:pt x="3445" y="7065"/>
                    <a:pt x="3335" y="7286"/>
                    <a:pt x="3114" y="7396"/>
                  </a:cubicBezTo>
                  <a:cubicBezTo>
                    <a:pt x="2646" y="7754"/>
                    <a:pt x="2178" y="8195"/>
                    <a:pt x="1626" y="8553"/>
                  </a:cubicBezTo>
                  <a:cubicBezTo>
                    <a:pt x="1626" y="8631"/>
                    <a:pt x="1626" y="8709"/>
                    <a:pt x="1665" y="8709"/>
                  </a:cubicBezTo>
                  <a:cubicBezTo>
                    <a:pt x="1682" y="8709"/>
                    <a:pt x="1704" y="8696"/>
                    <a:pt x="1737" y="8663"/>
                  </a:cubicBezTo>
                  <a:cubicBezTo>
                    <a:pt x="2315" y="8443"/>
                    <a:pt x="2756" y="8085"/>
                    <a:pt x="3225" y="7644"/>
                  </a:cubicBezTo>
                  <a:cubicBezTo>
                    <a:pt x="3335" y="7644"/>
                    <a:pt x="3555" y="7506"/>
                    <a:pt x="3693" y="7396"/>
                  </a:cubicBezTo>
                  <a:lnTo>
                    <a:pt x="3693" y="7975"/>
                  </a:lnTo>
                  <a:cubicBezTo>
                    <a:pt x="3335" y="8195"/>
                    <a:pt x="3004" y="8553"/>
                    <a:pt x="2646" y="8774"/>
                  </a:cubicBezTo>
                  <a:cubicBezTo>
                    <a:pt x="2178" y="9132"/>
                    <a:pt x="1847" y="9463"/>
                    <a:pt x="1378" y="9821"/>
                  </a:cubicBezTo>
                  <a:cubicBezTo>
                    <a:pt x="1378" y="8553"/>
                    <a:pt x="1378" y="7396"/>
                    <a:pt x="1268" y="6128"/>
                  </a:cubicBezTo>
                  <a:lnTo>
                    <a:pt x="1268" y="6128"/>
                  </a:lnTo>
                  <a:lnTo>
                    <a:pt x="1378" y="6266"/>
                  </a:lnTo>
                  <a:cubicBezTo>
                    <a:pt x="1957" y="5908"/>
                    <a:pt x="2536" y="5440"/>
                    <a:pt x="3004" y="5109"/>
                  </a:cubicBezTo>
                  <a:cubicBezTo>
                    <a:pt x="3225" y="4889"/>
                    <a:pt x="3445" y="4751"/>
                    <a:pt x="3693" y="4530"/>
                  </a:cubicBezTo>
                  <a:close/>
                  <a:moveTo>
                    <a:pt x="3693" y="8443"/>
                  </a:moveTo>
                  <a:lnTo>
                    <a:pt x="3693" y="10041"/>
                  </a:lnTo>
                  <a:cubicBezTo>
                    <a:pt x="3335" y="10262"/>
                    <a:pt x="3004" y="10510"/>
                    <a:pt x="2756" y="10730"/>
                  </a:cubicBezTo>
                  <a:cubicBezTo>
                    <a:pt x="2315" y="11088"/>
                    <a:pt x="1847" y="11419"/>
                    <a:pt x="1378" y="11777"/>
                  </a:cubicBezTo>
                  <a:lnTo>
                    <a:pt x="1378" y="10041"/>
                  </a:lnTo>
                  <a:cubicBezTo>
                    <a:pt x="1847" y="9821"/>
                    <a:pt x="2315" y="9463"/>
                    <a:pt x="2756" y="9132"/>
                  </a:cubicBezTo>
                  <a:cubicBezTo>
                    <a:pt x="3114" y="8884"/>
                    <a:pt x="3335" y="8663"/>
                    <a:pt x="3693" y="8443"/>
                  </a:cubicBezTo>
                  <a:close/>
                  <a:moveTo>
                    <a:pt x="3803" y="10510"/>
                  </a:moveTo>
                  <a:lnTo>
                    <a:pt x="3803" y="11419"/>
                  </a:lnTo>
                  <a:lnTo>
                    <a:pt x="3803" y="11777"/>
                  </a:lnTo>
                  <a:cubicBezTo>
                    <a:pt x="3335" y="11998"/>
                    <a:pt x="2866" y="12328"/>
                    <a:pt x="2536" y="12576"/>
                  </a:cubicBezTo>
                  <a:cubicBezTo>
                    <a:pt x="2178" y="12907"/>
                    <a:pt x="1737" y="13155"/>
                    <a:pt x="1378" y="13375"/>
                  </a:cubicBezTo>
                  <a:lnTo>
                    <a:pt x="1378" y="11998"/>
                  </a:lnTo>
                  <a:lnTo>
                    <a:pt x="1489" y="11998"/>
                  </a:lnTo>
                  <a:cubicBezTo>
                    <a:pt x="2067" y="11639"/>
                    <a:pt x="2536" y="11309"/>
                    <a:pt x="3114" y="10950"/>
                  </a:cubicBezTo>
                  <a:cubicBezTo>
                    <a:pt x="3335" y="10840"/>
                    <a:pt x="3555" y="10620"/>
                    <a:pt x="3803" y="10510"/>
                  </a:cubicBezTo>
                  <a:close/>
                  <a:moveTo>
                    <a:pt x="3803" y="12218"/>
                  </a:moveTo>
                  <a:cubicBezTo>
                    <a:pt x="3803" y="12576"/>
                    <a:pt x="3803" y="13017"/>
                    <a:pt x="3913" y="13485"/>
                  </a:cubicBezTo>
                  <a:cubicBezTo>
                    <a:pt x="3004" y="13844"/>
                    <a:pt x="2315" y="14533"/>
                    <a:pt x="1489" y="14973"/>
                  </a:cubicBezTo>
                  <a:cubicBezTo>
                    <a:pt x="1489" y="14643"/>
                    <a:pt x="1378" y="14395"/>
                    <a:pt x="1378" y="14064"/>
                  </a:cubicBezTo>
                  <a:lnTo>
                    <a:pt x="1378" y="13706"/>
                  </a:lnTo>
                  <a:cubicBezTo>
                    <a:pt x="1847" y="13375"/>
                    <a:pt x="2315" y="13155"/>
                    <a:pt x="2756" y="12797"/>
                  </a:cubicBezTo>
                  <a:cubicBezTo>
                    <a:pt x="3114" y="12686"/>
                    <a:pt x="3555" y="12466"/>
                    <a:pt x="3803" y="12218"/>
                  </a:cubicBezTo>
                  <a:close/>
                  <a:moveTo>
                    <a:pt x="3913" y="13844"/>
                  </a:moveTo>
                  <a:lnTo>
                    <a:pt x="3913" y="15332"/>
                  </a:lnTo>
                  <a:cubicBezTo>
                    <a:pt x="3693" y="15552"/>
                    <a:pt x="3335" y="15772"/>
                    <a:pt x="3114" y="16020"/>
                  </a:cubicBezTo>
                  <a:cubicBezTo>
                    <a:pt x="2646" y="16461"/>
                    <a:pt x="2178" y="16930"/>
                    <a:pt x="1626" y="17150"/>
                  </a:cubicBezTo>
                  <a:cubicBezTo>
                    <a:pt x="1489" y="16599"/>
                    <a:pt x="1489" y="15910"/>
                    <a:pt x="1489" y="15332"/>
                  </a:cubicBezTo>
                  <a:cubicBezTo>
                    <a:pt x="2315" y="14973"/>
                    <a:pt x="3225" y="14533"/>
                    <a:pt x="3913" y="13844"/>
                  </a:cubicBezTo>
                  <a:close/>
                  <a:moveTo>
                    <a:pt x="4024" y="15772"/>
                  </a:moveTo>
                  <a:lnTo>
                    <a:pt x="4024" y="16930"/>
                  </a:lnTo>
                  <a:lnTo>
                    <a:pt x="3335" y="17619"/>
                  </a:lnTo>
                  <a:cubicBezTo>
                    <a:pt x="2756" y="17977"/>
                    <a:pt x="2315" y="18418"/>
                    <a:pt x="1737" y="18776"/>
                  </a:cubicBezTo>
                  <a:lnTo>
                    <a:pt x="1737" y="18886"/>
                  </a:lnTo>
                  <a:cubicBezTo>
                    <a:pt x="1634" y="18346"/>
                    <a:pt x="1627" y="17903"/>
                    <a:pt x="1626" y="17398"/>
                  </a:cubicBezTo>
                  <a:lnTo>
                    <a:pt x="1626" y="17398"/>
                  </a:lnTo>
                  <a:cubicBezTo>
                    <a:pt x="2178" y="17150"/>
                    <a:pt x="2646" y="16820"/>
                    <a:pt x="3114" y="16461"/>
                  </a:cubicBezTo>
                  <a:cubicBezTo>
                    <a:pt x="3445" y="16241"/>
                    <a:pt x="3693" y="16020"/>
                    <a:pt x="4024" y="15772"/>
                  </a:cubicBezTo>
                  <a:close/>
                  <a:moveTo>
                    <a:pt x="4134" y="17398"/>
                  </a:moveTo>
                  <a:cubicBezTo>
                    <a:pt x="4134" y="17839"/>
                    <a:pt x="4134" y="18197"/>
                    <a:pt x="4244" y="18666"/>
                  </a:cubicBezTo>
                  <a:cubicBezTo>
                    <a:pt x="3913" y="18886"/>
                    <a:pt x="3693" y="19107"/>
                    <a:pt x="3445" y="19354"/>
                  </a:cubicBezTo>
                  <a:cubicBezTo>
                    <a:pt x="2866" y="19795"/>
                    <a:pt x="2426" y="20154"/>
                    <a:pt x="1847" y="20594"/>
                  </a:cubicBezTo>
                  <a:cubicBezTo>
                    <a:pt x="1737" y="20043"/>
                    <a:pt x="1737" y="19465"/>
                    <a:pt x="1737" y="18996"/>
                  </a:cubicBezTo>
                  <a:lnTo>
                    <a:pt x="1847" y="18996"/>
                  </a:lnTo>
                  <a:cubicBezTo>
                    <a:pt x="2315" y="18666"/>
                    <a:pt x="2866" y="18307"/>
                    <a:pt x="3445" y="17977"/>
                  </a:cubicBezTo>
                  <a:cubicBezTo>
                    <a:pt x="3693" y="17729"/>
                    <a:pt x="3913" y="17619"/>
                    <a:pt x="4134" y="17398"/>
                  </a:cubicBezTo>
                  <a:close/>
                  <a:moveTo>
                    <a:pt x="47890" y="755"/>
                  </a:moveTo>
                  <a:cubicBezTo>
                    <a:pt x="47780" y="4420"/>
                    <a:pt x="47642" y="8085"/>
                    <a:pt x="47421" y="11777"/>
                  </a:cubicBezTo>
                  <a:cubicBezTo>
                    <a:pt x="47311" y="14863"/>
                    <a:pt x="46622" y="18666"/>
                    <a:pt x="47642" y="21752"/>
                  </a:cubicBezTo>
                  <a:cubicBezTo>
                    <a:pt x="46411" y="21493"/>
                    <a:pt x="45092" y="21422"/>
                    <a:pt x="43773" y="21422"/>
                  </a:cubicBezTo>
                  <a:cubicBezTo>
                    <a:pt x="42140" y="21422"/>
                    <a:pt x="40508" y="21531"/>
                    <a:pt x="39045" y="21531"/>
                  </a:cubicBezTo>
                  <a:cubicBezTo>
                    <a:pt x="35022" y="21531"/>
                    <a:pt x="31109" y="21642"/>
                    <a:pt x="27114" y="21752"/>
                  </a:cubicBezTo>
                  <a:cubicBezTo>
                    <a:pt x="23091" y="21862"/>
                    <a:pt x="19178" y="21862"/>
                    <a:pt x="15156" y="21972"/>
                  </a:cubicBezTo>
                  <a:cubicBezTo>
                    <a:pt x="13025" y="21972"/>
                    <a:pt x="10882" y="21874"/>
                    <a:pt x="8734" y="21874"/>
                  </a:cubicBezTo>
                  <a:cubicBezTo>
                    <a:pt x="7661" y="21874"/>
                    <a:pt x="6586" y="21899"/>
                    <a:pt x="5512" y="21972"/>
                  </a:cubicBezTo>
                  <a:cubicBezTo>
                    <a:pt x="5512" y="18307"/>
                    <a:pt x="5071" y="14643"/>
                    <a:pt x="4933" y="10950"/>
                  </a:cubicBezTo>
                  <a:cubicBezTo>
                    <a:pt x="4823" y="7644"/>
                    <a:pt x="5071" y="4200"/>
                    <a:pt x="4602" y="866"/>
                  </a:cubicBezTo>
                  <a:lnTo>
                    <a:pt x="4602" y="866"/>
                  </a:lnTo>
                  <a:cubicBezTo>
                    <a:pt x="6269" y="1086"/>
                    <a:pt x="7964" y="1141"/>
                    <a:pt x="9658" y="1141"/>
                  </a:cubicBezTo>
                  <a:cubicBezTo>
                    <a:pt x="11353" y="1141"/>
                    <a:pt x="13048" y="1086"/>
                    <a:pt x="14715" y="1086"/>
                  </a:cubicBezTo>
                  <a:lnTo>
                    <a:pt x="37309" y="1086"/>
                  </a:lnTo>
                  <a:cubicBezTo>
                    <a:pt x="38840" y="1086"/>
                    <a:pt x="40420" y="1130"/>
                    <a:pt x="42005" y="1130"/>
                  </a:cubicBezTo>
                  <a:cubicBezTo>
                    <a:pt x="43986" y="1130"/>
                    <a:pt x="45976" y="1062"/>
                    <a:pt x="47890" y="755"/>
                  </a:cubicBezTo>
                  <a:close/>
                  <a:moveTo>
                    <a:pt x="4244" y="19107"/>
                  </a:moveTo>
                  <a:cubicBezTo>
                    <a:pt x="4382" y="19465"/>
                    <a:pt x="4382" y="19795"/>
                    <a:pt x="4382" y="20154"/>
                  </a:cubicBezTo>
                  <a:cubicBezTo>
                    <a:pt x="3913" y="20374"/>
                    <a:pt x="3555" y="20732"/>
                    <a:pt x="3114" y="21063"/>
                  </a:cubicBezTo>
                  <a:cubicBezTo>
                    <a:pt x="2756" y="21421"/>
                    <a:pt x="2315" y="21752"/>
                    <a:pt x="1957" y="22110"/>
                  </a:cubicBezTo>
                  <a:cubicBezTo>
                    <a:pt x="1847" y="21642"/>
                    <a:pt x="1847" y="21173"/>
                    <a:pt x="1847" y="20842"/>
                  </a:cubicBezTo>
                  <a:cubicBezTo>
                    <a:pt x="2536" y="20484"/>
                    <a:pt x="3004" y="20043"/>
                    <a:pt x="3555" y="19685"/>
                  </a:cubicBezTo>
                  <a:cubicBezTo>
                    <a:pt x="3803" y="19465"/>
                    <a:pt x="4024" y="19354"/>
                    <a:pt x="4244" y="19107"/>
                  </a:cubicBezTo>
                  <a:close/>
                  <a:moveTo>
                    <a:pt x="7492" y="23426"/>
                  </a:moveTo>
                  <a:cubicBezTo>
                    <a:pt x="7480" y="23426"/>
                    <a:pt x="7468" y="23442"/>
                    <a:pt x="7468" y="23488"/>
                  </a:cubicBezTo>
                  <a:cubicBezTo>
                    <a:pt x="7541" y="23488"/>
                    <a:pt x="7517" y="23426"/>
                    <a:pt x="7492" y="23426"/>
                  </a:cubicBezTo>
                  <a:close/>
                  <a:moveTo>
                    <a:pt x="4492" y="20484"/>
                  </a:moveTo>
                  <a:cubicBezTo>
                    <a:pt x="4492" y="20842"/>
                    <a:pt x="4602" y="21173"/>
                    <a:pt x="4602" y="21531"/>
                  </a:cubicBezTo>
                  <a:cubicBezTo>
                    <a:pt x="3555" y="21862"/>
                    <a:pt x="2646" y="22799"/>
                    <a:pt x="1957" y="23708"/>
                  </a:cubicBezTo>
                  <a:lnTo>
                    <a:pt x="1957" y="22330"/>
                  </a:lnTo>
                  <a:cubicBezTo>
                    <a:pt x="2426" y="21862"/>
                    <a:pt x="3004" y="21531"/>
                    <a:pt x="3445" y="21173"/>
                  </a:cubicBezTo>
                  <a:cubicBezTo>
                    <a:pt x="3803" y="20953"/>
                    <a:pt x="4134" y="20732"/>
                    <a:pt x="4492" y="20484"/>
                  </a:cubicBezTo>
                  <a:close/>
                  <a:moveTo>
                    <a:pt x="4713" y="21752"/>
                  </a:moveTo>
                  <a:cubicBezTo>
                    <a:pt x="4713" y="21972"/>
                    <a:pt x="4823" y="22110"/>
                    <a:pt x="4823" y="22330"/>
                  </a:cubicBezTo>
                  <a:cubicBezTo>
                    <a:pt x="4134" y="22551"/>
                    <a:pt x="3555" y="23240"/>
                    <a:pt x="3114" y="23708"/>
                  </a:cubicBezTo>
                  <a:cubicBezTo>
                    <a:pt x="2866" y="23929"/>
                    <a:pt x="2426" y="24287"/>
                    <a:pt x="1957" y="24617"/>
                  </a:cubicBezTo>
                  <a:lnTo>
                    <a:pt x="1957" y="24039"/>
                  </a:lnTo>
                  <a:cubicBezTo>
                    <a:pt x="2426" y="23598"/>
                    <a:pt x="3004" y="23129"/>
                    <a:pt x="3445" y="22661"/>
                  </a:cubicBezTo>
                  <a:cubicBezTo>
                    <a:pt x="3913" y="22441"/>
                    <a:pt x="4382" y="22110"/>
                    <a:pt x="4713" y="21752"/>
                  </a:cubicBezTo>
                  <a:close/>
                  <a:moveTo>
                    <a:pt x="45134" y="22441"/>
                  </a:moveTo>
                  <a:lnTo>
                    <a:pt x="45134" y="22441"/>
                  </a:lnTo>
                  <a:cubicBezTo>
                    <a:pt x="44198" y="23019"/>
                    <a:pt x="43646" y="23818"/>
                    <a:pt x="43068" y="24617"/>
                  </a:cubicBezTo>
                  <a:lnTo>
                    <a:pt x="41690" y="24617"/>
                  </a:lnTo>
                  <a:cubicBezTo>
                    <a:pt x="42379" y="23929"/>
                    <a:pt x="43178" y="23350"/>
                    <a:pt x="43509" y="22551"/>
                  </a:cubicBezTo>
                  <a:cubicBezTo>
                    <a:pt x="44087" y="22551"/>
                    <a:pt x="44556" y="22551"/>
                    <a:pt x="45134" y="22441"/>
                  </a:cubicBezTo>
                  <a:close/>
                  <a:moveTo>
                    <a:pt x="46953" y="22330"/>
                  </a:moveTo>
                  <a:cubicBezTo>
                    <a:pt x="46622" y="22661"/>
                    <a:pt x="46264" y="22909"/>
                    <a:pt x="45933" y="23240"/>
                  </a:cubicBezTo>
                  <a:cubicBezTo>
                    <a:pt x="45355" y="23598"/>
                    <a:pt x="44666" y="24039"/>
                    <a:pt x="44446" y="24617"/>
                  </a:cubicBezTo>
                  <a:lnTo>
                    <a:pt x="43398" y="24617"/>
                  </a:lnTo>
                  <a:cubicBezTo>
                    <a:pt x="44087" y="23929"/>
                    <a:pt x="44886" y="23240"/>
                    <a:pt x="45355" y="22441"/>
                  </a:cubicBezTo>
                  <a:cubicBezTo>
                    <a:pt x="45933" y="22441"/>
                    <a:pt x="46402" y="22441"/>
                    <a:pt x="46953" y="22330"/>
                  </a:cubicBezTo>
                  <a:close/>
                  <a:moveTo>
                    <a:pt x="39954" y="22441"/>
                  </a:moveTo>
                  <a:cubicBezTo>
                    <a:pt x="39155" y="23129"/>
                    <a:pt x="38356" y="23818"/>
                    <a:pt x="37667" y="24507"/>
                  </a:cubicBezTo>
                  <a:cubicBezTo>
                    <a:pt x="37557" y="24617"/>
                    <a:pt x="37557" y="24617"/>
                    <a:pt x="37557" y="24728"/>
                  </a:cubicBezTo>
                  <a:lnTo>
                    <a:pt x="36400" y="24728"/>
                  </a:lnTo>
                  <a:cubicBezTo>
                    <a:pt x="36868" y="24287"/>
                    <a:pt x="37309" y="23929"/>
                    <a:pt x="37777" y="23598"/>
                  </a:cubicBezTo>
                  <a:cubicBezTo>
                    <a:pt x="38246" y="23240"/>
                    <a:pt x="38825" y="22909"/>
                    <a:pt x="39265" y="22441"/>
                  </a:cubicBezTo>
                  <a:close/>
                  <a:moveTo>
                    <a:pt x="41911" y="22441"/>
                  </a:moveTo>
                  <a:cubicBezTo>
                    <a:pt x="42379" y="22441"/>
                    <a:pt x="42710" y="22551"/>
                    <a:pt x="43178" y="22551"/>
                  </a:cubicBezTo>
                  <a:cubicBezTo>
                    <a:pt x="42489" y="23019"/>
                    <a:pt x="42021" y="23818"/>
                    <a:pt x="41580" y="24397"/>
                  </a:cubicBezTo>
                  <a:cubicBezTo>
                    <a:pt x="41442" y="24507"/>
                    <a:pt x="41442" y="24507"/>
                    <a:pt x="41580" y="24617"/>
                  </a:cubicBezTo>
                  <a:cubicBezTo>
                    <a:pt x="40312" y="24617"/>
                    <a:pt x="39045" y="24617"/>
                    <a:pt x="37888" y="24728"/>
                  </a:cubicBezTo>
                  <a:cubicBezTo>
                    <a:pt x="38687" y="23929"/>
                    <a:pt x="39624" y="23240"/>
                    <a:pt x="40423" y="22441"/>
                  </a:cubicBezTo>
                  <a:lnTo>
                    <a:pt x="41442" y="22441"/>
                  </a:lnTo>
                  <a:cubicBezTo>
                    <a:pt x="41222" y="22661"/>
                    <a:pt x="41112" y="22909"/>
                    <a:pt x="40891" y="23129"/>
                  </a:cubicBezTo>
                  <a:cubicBezTo>
                    <a:pt x="40423" y="23488"/>
                    <a:pt x="40064" y="23929"/>
                    <a:pt x="39734" y="24287"/>
                  </a:cubicBezTo>
                  <a:cubicBezTo>
                    <a:pt x="39645" y="24376"/>
                    <a:pt x="39700" y="24537"/>
                    <a:pt x="39782" y="24537"/>
                  </a:cubicBezTo>
                  <a:cubicBezTo>
                    <a:pt x="39802" y="24537"/>
                    <a:pt x="39823" y="24528"/>
                    <a:pt x="39844" y="24507"/>
                  </a:cubicBezTo>
                  <a:cubicBezTo>
                    <a:pt x="40202" y="24039"/>
                    <a:pt x="40643" y="23708"/>
                    <a:pt x="41112" y="23350"/>
                  </a:cubicBezTo>
                  <a:cubicBezTo>
                    <a:pt x="41332" y="23129"/>
                    <a:pt x="41690" y="22799"/>
                    <a:pt x="41911" y="22441"/>
                  </a:cubicBezTo>
                  <a:close/>
                  <a:moveTo>
                    <a:pt x="36620" y="22551"/>
                  </a:moveTo>
                  <a:lnTo>
                    <a:pt x="35931" y="23240"/>
                  </a:lnTo>
                  <a:cubicBezTo>
                    <a:pt x="35380" y="23708"/>
                    <a:pt x="34802" y="24287"/>
                    <a:pt x="34223" y="24865"/>
                  </a:cubicBezTo>
                  <a:lnTo>
                    <a:pt x="33176" y="24865"/>
                  </a:lnTo>
                  <a:cubicBezTo>
                    <a:pt x="33644" y="24507"/>
                    <a:pt x="34113" y="24176"/>
                    <a:pt x="34443" y="23708"/>
                  </a:cubicBezTo>
                  <a:cubicBezTo>
                    <a:pt x="34912" y="23350"/>
                    <a:pt x="35490" y="23019"/>
                    <a:pt x="35821" y="22551"/>
                  </a:cubicBezTo>
                  <a:close/>
                  <a:moveTo>
                    <a:pt x="38687" y="22441"/>
                  </a:moveTo>
                  <a:cubicBezTo>
                    <a:pt x="38356" y="22661"/>
                    <a:pt x="37888" y="23019"/>
                    <a:pt x="37557" y="23240"/>
                  </a:cubicBezTo>
                  <a:cubicBezTo>
                    <a:pt x="36978" y="23708"/>
                    <a:pt x="36510" y="24287"/>
                    <a:pt x="36069" y="24728"/>
                  </a:cubicBezTo>
                  <a:cubicBezTo>
                    <a:pt x="35601" y="24728"/>
                    <a:pt x="35132" y="24728"/>
                    <a:pt x="34802" y="24865"/>
                  </a:cubicBezTo>
                  <a:cubicBezTo>
                    <a:pt x="35242" y="24397"/>
                    <a:pt x="35711" y="23929"/>
                    <a:pt x="36179" y="23598"/>
                  </a:cubicBezTo>
                  <a:cubicBezTo>
                    <a:pt x="36620" y="23240"/>
                    <a:pt x="36978" y="22909"/>
                    <a:pt x="37309" y="22551"/>
                  </a:cubicBezTo>
                  <a:cubicBezTo>
                    <a:pt x="37777" y="22551"/>
                    <a:pt x="38246" y="22441"/>
                    <a:pt x="38687" y="22441"/>
                  </a:cubicBezTo>
                  <a:close/>
                  <a:moveTo>
                    <a:pt x="35242" y="22551"/>
                  </a:moveTo>
                  <a:cubicBezTo>
                    <a:pt x="34912" y="22799"/>
                    <a:pt x="34554" y="23240"/>
                    <a:pt x="34223" y="23488"/>
                  </a:cubicBezTo>
                  <a:cubicBezTo>
                    <a:pt x="33755" y="23929"/>
                    <a:pt x="33314" y="24397"/>
                    <a:pt x="32735" y="24865"/>
                  </a:cubicBezTo>
                  <a:cubicBezTo>
                    <a:pt x="32267" y="24865"/>
                    <a:pt x="31798" y="24976"/>
                    <a:pt x="31247" y="24976"/>
                  </a:cubicBezTo>
                  <a:cubicBezTo>
                    <a:pt x="32156" y="24176"/>
                    <a:pt x="33066" y="23488"/>
                    <a:pt x="33865" y="22551"/>
                  </a:cubicBezTo>
                  <a:close/>
                  <a:moveTo>
                    <a:pt x="5071" y="22909"/>
                  </a:moveTo>
                  <a:cubicBezTo>
                    <a:pt x="5181" y="22909"/>
                    <a:pt x="5291" y="23019"/>
                    <a:pt x="5291" y="23019"/>
                  </a:cubicBezTo>
                  <a:lnTo>
                    <a:pt x="6090" y="23019"/>
                  </a:lnTo>
                  <a:cubicBezTo>
                    <a:pt x="5181" y="23708"/>
                    <a:pt x="4382" y="24397"/>
                    <a:pt x="3445" y="25086"/>
                  </a:cubicBezTo>
                  <a:lnTo>
                    <a:pt x="2756" y="25086"/>
                  </a:lnTo>
                  <a:cubicBezTo>
                    <a:pt x="3004" y="24865"/>
                    <a:pt x="3335" y="24617"/>
                    <a:pt x="3555" y="24397"/>
                  </a:cubicBezTo>
                  <a:cubicBezTo>
                    <a:pt x="4134" y="23929"/>
                    <a:pt x="4602" y="23488"/>
                    <a:pt x="5071" y="22909"/>
                  </a:cubicBezTo>
                  <a:close/>
                  <a:moveTo>
                    <a:pt x="33176" y="22551"/>
                  </a:moveTo>
                  <a:lnTo>
                    <a:pt x="33176" y="22551"/>
                  </a:lnTo>
                  <a:cubicBezTo>
                    <a:pt x="32377" y="23350"/>
                    <a:pt x="31578" y="24176"/>
                    <a:pt x="30889" y="24976"/>
                  </a:cubicBezTo>
                  <a:cubicBezTo>
                    <a:pt x="30090" y="24976"/>
                    <a:pt x="29181" y="25086"/>
                    <a:pt x="28354" y="25086"/>
                  </a:cubicBezTo>
                  <a:cubicBezTo>
                    <a:pt x="29181" y="24397"/>
                    <a:pt x="29980" y="23598"/>
                    <a:pt x="30558" y="22661"/>
                  </a:cubicBezTo>
                  <a:lnTo>
                    <a:pt x="31798" y="22661"/>
                  </a:lnTo>
                  <a:cubicBezTo>
                    <a:pt x="31468" y="22909"/>
                    <a:pt x="31247" y="23240"/>
                    <a:pt x="30999" y="23488"/>
                  </a:cubicBezTo>
                  <a:cubicBezTo>
                    <a:pt x="30558" y="23929"/>
                    <a:pt x="30090" y="24397"/>
                    <a:pt x="29621" y="24865"/>
                  </a:cubicBezTo>
                  <a:cubicBezTo>
                    <a:pt x="29621" y="24943"/>
                    <a:pt x="29677" y="25021"/>
                    <a:pt x="29709" y="25021"/>
                  </a:cubicBezTo>
                  <a:cubicBezTo>
                    <a:pt x="29722" y="25021"/>
                    <a:pt x="29732" y="25008"/>
                    <a:pt x="29732" y="24976"/>
                  </a:cubicBezTo>
                  <a:cubicBezTo>
                    <a:pt x="30200" y="24617"/>
                    <a:pt x="30668" y="24176"/>
                    <a:pt x="31109" y="23708"/>
                  </a:cubicBezTo>
                  <a:cubicBezTo>
                    <a:pt x="31468" y="23350"/>
                    <a:pt x="31936" y="23019"/>
                    <a:pt x="32156" y="22661"/>
                  </a:cubicBezTo>
                  <a:cubicBezTo>
                    <a:pt x="32487" y="22661"/>
                    <a:pt x="32845" y="22661"/>
                    <a:pt x="33176" y="22551"/>
                  </a:cubicBezTo>
                  <a:close/>
                  <a:moveTo>
                    <a:pt x="6200" y="23019"/>
                  </a:moveTo>
                  <a:cubicBezTo>
                    <a:pt x="7137" y="23129"/>
                    <a:pt x="7936" y="23129"/>
                    <a:pt x="8846" y="23129"/>
                  </a:cubicBezTo>
                  <a:cubicBezTo>
                    <a:pt x="8515" y="23488"/>
                    <a:pt x="8157" y="23708"/>
                    <a:pt x="7826" y="24039"/>
                  </a:cubicBezTo>
                  <a:cubicBezTo>
                    <a:pt x="7468" y="24397"/>
                    <a:pt x="6999" y="24728"/>
                    <a:pt x="6669" y="25196"/>
                  </a:cubicBezTo>
                  <a:cubicBezTo>
                    <a:pt x="6311" y="25196"/>
                    <a:pt x="5870" y="25196"/>
                    <a:pt x="5512" y="25086"/>
                  </a:cubicBezTo>
                  <a:cubicBezTo>
                    <a:pt x="5870" y="24976"/>
                    <a:pt x="6090" y="24728"/>
                    <a:pt x="6311" y="24507"/>
                  </a:cubicBezTo>
                  <a:cubicBezTo>
                    <a:pt x="6779" y="24287"/>
                    <a:pt x="7247" y="23929"/>
                    <a:pt x="7468" y="23488"/>
                  </a:cubicBezTo>
                  <a:lnTo>
                    <a:pt x="7468" y="23488"/>
                  </a:lnTo>
                  <a:cubicBezTo>
                    <a:pt x="6999" y="23598"/>
                    <a:pt x="6669" y="23929"/>
                    <a:pt x="6311" y="24287"/>
                  </a:cubicBezTo>
                  <a:cubicBezTo>
                    <a:pt x="5980" y="24507"/>
                    <a:pt x="5622" y="24865"/>
                    <a:pt x="5291" y="25086"/>
                  </a:cubicBezTo>
                  <a:lnTo>
                    <a:pt x="3913" y="25086"/>
                  </a:lnTo>
                  <a:cubicBezTo>
                    <a:pt x="4823" y="24617"/>
                    <a:pt x="5622" y="23929"/>
                    <a:pt x="6200" y="23129"/>
                  </a:cubicBezTo>
                  <a:lnTo>
                    <a:pt x="6200" y="23019"/>
                  </a:lnTo>
                  <a:close/>
                  <a:moveTo>
                    <a:pt x="10582" y="23129"/>
                  </a:moveTo>
                  <a:cubicBezTo>
                    <a:pt x="10223" y="23350"/>
                    <a:pt x="9893" y="23818"/>
                    <a:pt x="9534" y="24039"/>
                  </a:cubicBezTo>
                  <a:cubicBezTo>
                    <a:pt x="9066" y="24397"/>
                    <a:pt x="8735" y="24865"/>
                    <a:pt x="8377" y="25196"/>
                  </a:cubicBezTo>
                  <a:lnTo>
                    <a:pt x="6999" y="25196"/>
                  </a:lnTo>
                  <a:lnTo>
                    <a:pt x="8047" y="24176"/>
                  </a:lnTo>
                  <a:cubicBezTo>
                    <a:pt x="8515" y="23929"/>
                    <a:pt x="8846" y="23598"/>
                    <a:pt x="9204" y="23129"/>
                  </a:cubicBezTo>
                  <a:close/>
                  <a:moveTo>
                    <a:pt x="12400" y="23129"/>
                  </a:moveTo>
                  <a:cubicBezTo>
                    <a:pt x="11959" y="23350"/>
                    <a:pt x="11601" y="23818"/>
                    <a:pt x="11133" y="24176"/>
                  </a:cubicBezTo>
                  <a:lnTo>
                    <a:pt x="10113" y="25196"/>
                  </a:lnTo>
                  <a:lnTo>
                    <a:pt x="8735" y="25196"/>
                  </a:lnTo>
                  <a:cubicBezTo>
                    <a:pt x="9066" y="24865"/>
                    <a:pt x="9314" y="24617"/>
                    <a:pt x="9645" y="24287"/>
                  </a:cubicBezTo>
                  <a:cubicBezTo>
                    <a:pt x="10113" y="23929"/>
                    <a:pt x="10582" y="23598"/>
                    <a:pt x="10912" y="23129"/>
                  </a:cubicBezTo>
                  <a:close/>
                  <a:moveTo>
                    <a:pt x="14232" y="23025"/>
                  </a:moveTo>
                  <a:cubicBezTo>
                    <a:pt x="13660" y="23249"/>
                    <a:pt x="13195" y="23821"/>
                    <a:pt x="12758" y="24176"/>
                  </a:cubicBezTo>
                  <a:cubicBezTo>
                    <a:pt x="12400" y="24507"/>
                    <a:pt x="12180" y="24865"/>
                    <a:pt x="11821" y="25196"/>
                  </a:cubicBezTo>
                  <a:lnTo>
                    <a:pt x="10444" y="25196"/>
                  </a:lnTo>
                  <a:cubicBezTo>
                    <a:pt x="10802" y="24976"/>
                    <a:pt x="11022" y="24728"/>
                    <a:pt x="11381" y="24507"/>
                  </a:cubicBezTo>
                  <a:cubicBezTo>
                    <a:pt x="11821" y="24039"/>
                    <a:pt x="12290" y="23708"/>
                    <a:pt x="12648" y="23129"/>
                  </a:cubicBezTo>
                  <a:cubicBezTo>
                    <a:pt x="13151" y="23060"/>
                    <a:pt x="13697" y="23034"/>
                    <a:pt x="14232" y="23025"/>
                  </a:cubicBezTo>
                  <a:close/>
                  <a:moveTo>
                    <a:pt x="15844" y="23019"/>
                  </a:moveTo>
                  <a:cubicBezTo>
                    <a:pt x="15404" y="23350"/>
                    <a:pt x="14935" y="23818"/>
                    <a:pt x="14467" y="24287"/>
                  </a:cubicBezTo>
                  <a:cubicBezTo>
                    <a:pt x="14136" y="24617"/>
                    <a:pt x="13888" y="24976"/>
                    <a:pt x="13557" y="25196"/>
                  </a:cubicBezTo>
                  <a:lnTo>
                    <a:pt x="12180" y="25196"/>
                  </a:lnTo>
                  <a:cubicBezTo>
                    <a:pt x="12400" y="24976"/>
                    <a:pt x="12758" y="24728"/>
                    <a:pt x="12979" y="24507"/>
                  </a:cubicBezTo>
                  <a:cubicBezTo>
                    <a:pt x="13447" y="24039"/>
                    <a:pt x="13888" y="23708"/>
                    <a:pt x="14246" y="23129"/>
                  </a:cubicBezTo>
                  <a:lnTo>
                    <a:pt x="14246" y="23025"/>
                  </a:lnTo>
                  <a:lnTo>
                    <a:pt x="14246" y="23025"/>
                  </a:lnTo>
                  <a:cubicBezTo>
                    <a:pt x="14557" y="23019"/>
                    <a:pt x="14864" y="23019"/>
                    <a:pt x="15156" y="23019"/>
                  </a:cubicBezTo>
                  <a:close/>
                  <a:moveTo>
                    <a:pt x="17222" y="23019"/>
                  </a:moveTo>
                  <a:cubicBezTo>
                    <a:pt x="16781" y="23350"/>
                    <a:pt x="16313" y="23818"/>
                    <a:pt x="15955" y="24287"/>
                  </a:cubicBezTo>
                  <a:cubicBezTo>
                    <a:pt x="15734" y="24617"/>
                    <a:pt x="15404" y="24865"/>
                    <a:pt x="15156" y="25196"/>
                  </a:cubicBezTo>
                  <a:lnTo>
                    <a:pt x="13778" y="25196"/>
                  </a:lnTo>
                  <a:cubicBezTo>
                    <a:pt x="14136" y="24976"/>
                    <a:pt x="14356" y="24728"/>
                    <a:pt x="14715" y="24507"/>
                  </a:cubicBezTo>
                  <a:cubicBezTo>
                    <a:pt x="15156" y="24039"/>
                    <a:pt x="15624" y="23598"/>
                    <a:pt x="15955" y="23129"/>
                  </a:cubicBezTo>
                  <a:cubicBezTo>
                    <a:pt x="16092" y="23019"/>
                    <a:pt x="15955" y="23019"/>
                    <a:pt x="15844" y="23019"/>
                  </a:cubicBezTo>
                  <a:close/>
                  <a:moveTo>
                    <a:pt x="25268" y="22799"/>
                  </a:moveTo>
                  <a:cubicBezTo>
                    <a:pt x="24469" y="23488"/>
                    <a:pt x="23890" y="24397"/>
                    <a:pt x="23312" y="25196"/>
                  </a:cubicBezTo>
                  <a:lnTo>
                    <a:pt x="21824" y="25196"/>
                  </a:lnTo>
                  <a:cubicBezTo>
                    <a:pt x="22512" y="24507"/>
                    <a:pt x="23422" y="23708"/>
                    <a:pt x="24000" y="22909"/>
                  </a:cubicBezTo>
                  <a:lnTo>
                    <a:pt x="24000" y="22799"/>
                  </a:lnTo>
                  <a:close/>
                  <a:moveTo>
                    <a:pt x="26866" y="22799"/>
                  </a:moveTo>
                  <a:cubicBezTo>
                    <a:pt x="26067" y="23488"/>
                    <a:pt x="25488" y="24397"/>
                    <a:pt x="24910" y="25196"/>
                  </a:cubicBezTo>
                  <a:lnTo>
                    <a:pt x="23532" y="25196"/>
                  </a:lnTo>
                  <a:cubicBezTo>
                    <a:pt x="24221" y="24397"/>
                    <a:pt x="24910" y="23708"/>
                    <a:pt x="25488" y="22799"/>
                  </a:cubicBezTo>
                  <a:close/>
                  <a:moveTo>
                    <a:pt x="30090" y="22661"/>
                  </a:moveTo>
                  <a:cubicBezTo>
                    <a:pt x="29401" y="23488"/>
                    <a:pt x="28712" y="24287"/>
                    <a:pt x="27913" y="25086"/>
                  </a:cubicBezTo>
                  <a:lnTo>
                    <a:pt x="27224" y="25086"/>
                  </a:lnTo>
                  <a:cubicBezTo>
                    <a:pt x="27803" y="24507"/>
                    <a:pt x="28492" y="23708"/>
                    <a:pt x="28712" y="22909"/>
                  </a:cubicBezTo>
                  <a:cubicBezTo>
                    <a:pt x="28789" y="22832"/>
                    <a:pt x="28704" y="22741"/>
                    <a:pt x="28646" y="22741"/>
                  </a:cubicBezTo>
                  <a:cubicBezTo>
                    <a:pt x="28622" y="22741"/>
                    <a:pt x="28602" y="22758"/>
                    <a:pt x="28602" y="22799"/>
                  </a:cubicBezTo>
                  <a:cubicBezTo>
                    <a:pt x="28134" y="23129"/>
                    <a:pt x="27913" y="23598"/>
                    <a:pt x="27665" y="24039"/>
                  </a:cubicBezTo>
                  <a:cubicBezTo>
                    <a:pt x="27334" y="24397"/>
                    <a:pt x="27114" y="24728"/>
                    <a:pt x="26866" y="25196"/>
                  </a:cubicBezTo>
                  <a:lnTo>
                    <a:pt x="25158" y="25196"/>
                  </a:lnTo>
                  <a:cubicBezTo>
                    <a:pt x="25847" y="24397"/>
                    <a:pt x="26646" y="23598"/>
                    <a:pt x="27114" y="22799"/>
                  </a:cubicBezTo>
                  <a:cubicBezTo>
                    <a:pt x="28134" y="22661"/>
                    <a:pt x="29181" y="22661"/>
                    <a:pt x="30090" y="22661"/>
                  </a:cubicBezTo>
                  <a:close/>
                  <a:moveTo>
                    <a:pt x="18848" y="22909"/>
                  </a:moveTo>
                  <a:cubicBezTo>
                    <a:pt x="18021" y="23488"/>
                    <a:pt x="17332" y="24397"/>
                    <a:pt x="16781" y="25306"/>
                  </a:cubicBezTo>
                  <a:cubicBezTo>
                    <a:pt x="16313" y="25196"/>
                    <a:pt x="15844" y="25196"/>
                    <a:pt x="15404" y="25196"/>
                  </a:cubicBezTo>
                  <a:cubicBezTo>
                    <a:pt x="15734" y="24976"/>
                    <a:pt x="15955" y="24617"/>
                    <a:pt x="16313" y="24287"/>
                  </a:cubicBezTo>
                  <a:cubicBezTo>
                    <a:pt x="16643" y="23818"/>
                    <a:pt x="17112" y="23488"/>
                    <a:pt x="17470" y="23019"/>
                  </a:cubicBezTo>
                  <a:cubicBezTo>
                    <a:pt x="17911" y="22909"/>
                    <a:pt x="18379" y="22909"/>
                    <a:pt x="18848" y="22909"/>
                  </a:cubicBezTo>
                  <a:close/>
                  <a:moveTo>
                    <a:pt x="20446" y="22909"/>
                  </a:moveTo>
                  <a:cubicBezTo>
                    <a:pt x="19647" y="23598"/>
                    <a:pt x="19068" y="24397"/>
                    <a:pt x="18379" y="25306"/>
                  </a:cubicBezTo>
                  <a:lnTo>
                    <a:pt x="17112" y="25306"/>
                  </a:lnTo>
                  <a:cubicBezTo>
                    <a:pt x="17470" y="24976"/>
                    <a:pt x="17690" y="24617"/>
                    <a:pt x="17911" y="24397"/>
                  </a:cubicBezTo>
                  <a:cubicBezTo>
                    <a:pt x="18379" y="23929"/>
                    <a:pt x="18848" y="23488"/>
                    <a:pt x="19068" y="23019"/>
                  </a:cubicBezTo>
                  <a:lnTo>
                    <a:pt x="19068" y="22909"/>
                  </a:lnTo>
                  <a:close/>
                  <a:moveTo>
                    <a:pt x="23780" y="22799"/>
                  </a:moveTo>
                  <a:lnTo>
                    <a:pt x="23780" y="22799"/>
                  </a:lnTo>
                  <a:cubicBezTo>
                    <a:pt x="22981" y="23488"/>
                    <a:pt x="22292" y="24397"/>
                    <a:pt x="21603" y="25196"/>
                  </a:cubicBezTo>
                  <a:cubicBezTo>
                    <a:pt x="21135" y="25196"/>
                    <a:pt x="20777" y="25306"/>
                    <a:pt x="20446" y="25306"/>
                  </a:cubicBezTo>
                  <a:cubicBezTo>
                    <a:pt x="21135" y="24617"/>
                    <a:pt x="21824" y="23929"/>
                    <a:pt x="22154" y="23240"/>
                  </a:cubicBezTo>
                  <a:cubicBezTo>
                    <a:pt x="22252" y="23162"/>
                    <a:pt x="22211" y="23084"/>
                    <a:pt x="22140" y="23084"/>
                  </a:cubicBezTo>
                  <a:cubicBezTo>
                    <a:pt x="22111" y="23084"/>
                    <a:pt x="22076" y="23097"/>
                    <a:pt x="22044" y="23129"/>
                  </a:cubicBezTo>
                  <a:cubicBezTo>
                    <a:pt x="21355" y="23708"/>
                    <a:pt x="20666" y="24507"/>
                    <a:pt x="20088" y="25306"/>
                  </a:cubicBezTo>
                  <a:lnTo>
                    <a:pt x="18710" y="25306"/>
                  </a:lnTo>
                  <a:cubicBezTo>
                    <a:pt x="19399" y="24507"/>
                    <a:pt x="20088" y="23708"/>
                    <a:pt x="20666" y="22909"/>
                  </a:cubicBezTo>
                  <a:cubicBezTo>
                    <a:pt x="21713" y="22909"/>
                    <a:pt x="22733" y="22909"/>
                    <a:pt x="23780" y="22799"/>
                  </a:cubicBezTo>
                  <a:close/>
                  <a:moveTo>
                    <a:pt x="9674" y="1"/>
                  </a:moveTo>
                  <a:cubicBezTo>
                    <a:pt x="7974" y="1"/>
                    <a:pt x="6275" y="59"/>
                    <a:pt x="4602" y="287"/>
                  </a:cubicBezTo>
                  <a:cubicBezTo>
                    <a:pt x="4492" y="287"/>
                    <a:pt x="4382" y="177"/>
                    <a:pt x="4382" y="177"/>
                  </a:cubicBezTo>
                  <a:cubicBezTo>
                    <a:pt x="3693" y="507"/>
                    <a:pt x="3114" y="976"/>
                    <a:pt x="2646" y="1554"/>
                  </a:cubicBezTo>
                  <a:cubicBezTo>
                    <a:pt x="1957" y="1995"/>
                    <a:pt x="1268" y="2574"/>
                    <a:pt x="690" y="3153"/>
                  </a:cubicBezTo>
                  <a:cubicBezTo>
                    <a:pt x="469" y="3373"/>
                    <a:pt x="579" y="3511"/>
                    <a:pt x="690" y="3731"/>
                  </a:cubicBezTo>
                  <a:cubicBezTo>
                    <a:pt x="1" y="7176"/>
                    <a:pt x="469" y="10950"/>
                    <a:pt x="579" y="14533"/>
                  </a:cubicBezTo>
                  <a:cubicBezTo>
                    <a:pt x="690" y="18197"/>
                    <a:pt x="800" y="21972"/>
                    <a:pt x="1378" y="25664"/>
                  </a:cubicBezTo>
                  <a:lnTo>
                    <a:pt x="1378" y="25775"/>
                  </a:lnTo>
                  <a:cubicBezTo>
                    <a:pt x="1489" y="25885"/>
                    <a:pt x="1626" y="26105"/>
                    <a:pt x="1847" y="26105"/>
                  </a:cubicBezTo>
                  <a:cubicBezTo>
                    <a:pt x="5564" y="26290"/>
                    <a:pt x="9318" y="26350"/>
                    <a:pt x="13090" y="26350"/>
                  </a:cubicBezTo>
                  <a:cubicBezTo>
                    <a:pt x="16643" y="26350"/>
                    <a:pt x="20211" y="26297"/>
                    <a:pt x="23780" y="26243"/>
                  </a:cubicBezTo>
                  <a:cubicBezTo>
                    <a:pt x="30668" y="26105"/>
                    <a:pt x="37777" y="26105"/>
                    <a:pt x="44556" y="25086"/>
                  </a:cubicBezTo>
                  <a:cubicBezTo>
                    <a:pt x="44666" y="25196"/>
                    <a:pt x="44666" y="25196"/>
                    <a:pt x="44776" y="25196"/>
                  </a:cubicBezTo>
                  <a:cubicBezTo>
                    <a:pt x="45465" y="25086"/>
                    <a:pt x="46044" y="24287"/>
                    <a:pt x="46512" y="23818"/>
                  </a:cubicBezTo>
                  <a:cubicBezTo>
                    <a:pt x="47091" y="23240"/>
                    <a:pt x="47532" y="22799"/>
                    <a:pt x="48000" y="22220"/>
                  </a:cubicBezTo>
                  <a:lnTo>
                    <a:pt x="48331" y="22220"/>
                  </a:lnTo>
                  <a:cubicBezTo>
                    <a:pt x="48468" y="22110"/>
                    <a:pt x="48468" y="21862"/>
                    <a:pt x="48331" y="21862"/>
                  </a:cubicBezTo>
                  <a:lnTo>
                    <a:pt x="48110" y="21862"/>
                  </a:lnTo>
                  <a:cubicBezTo>
                    <a:pt x="48799" y="18666"/>
                    <a:pt x="48331" y="14973"/>
                    <a:pt x="48468" y="11777"/>
                  </a:cubicBezTo>
                  <a:cubicBezTo>
                    <a:pt x="48579" y="7975"/>
                    <a:pt x="48689" y="4310"/>
                    <a:pt x="48331" y="618"/>
                  </a:cubicBezTo>
                  <a:cubicBezTo>
                    <a:pt x="48331" y="456"/>
                    <a:pt x="48213" y="354"/>
                    <a:pt x="48106" y="354"/>
                  </a:cubicBezTo>
                  <a:cubicBezTo>
                    <a:pt x="48067" y="354"/>
                    <a:pt x="48030" y="368"/>
                    <a:pt x="48000" y="397"/>
                  </a:cubicBezTo>
                  <a:cubicBezTo>
                    <a:pt x="46205" y="86"/>
                    <a:pt x="44346" y="14"/>
                    <a:pt x="42491" y="14"/>
                  </a:cubicBezTo>
                  <a:cubicBezTo>
                    <a:pt x="40902" y="14"/>
                    <a:pt x="39316" y="67"/>
                    <a:pt x="37777" y="67"/>
                  </a:cubicBezTo>
                  <a:lnTo>
                    <a:pt x="15045" y="67"/>
                  </a:lnTo>
                  <a:cubicBezTo>
                    <a:pt x="13274" y="67"/>
                    <a:pt x="11473" y="1"/>
                    <a:pt x="96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8" name="Google Shape;1178;p38"/>
          <p:cNvGrpSpPr/>
          <p:nvPr/>
        </p:nvGrpSpPr>
        <p:grpSpPr>
          <a:xfrm>
            <a:off x="6707613" y="1634858"/>
            <a:ext cx="1758792" cy="2520793"/>
            <a:chOff x="6707613" y="1634858"/>
            <a:chExt cx="1758792" cy="2520793"/>
          </a:xfrm>
        </p:grpSpPr>
        <p:sp>
          <p:nvSpPr>
            <p:cNvPr id="1179" name="Google Shape;1179;p38"/>
            <p:cNvSpPr/>
            <p:nvPr/>
          </p:nvSpPr>
          <p:spPr>
            <a:xfrm>
              <a:off x="7295362" y="1634858"/>
              <a:ext cx="583268" cy="583244"/>
            </a:xfrm>
            <a:custGeom>
              <a:rect b="b" l="l" r="r" t="t"/>
              <a:pathLst>
                <a:path extrusionOk="0" h="24909" w="24910">
                  <a:moveTo>
                    <a:pt x="11253" y="0"/>
                  </a:moveTo>
                  <a:cubicBezTo>
                    <a:pt x="8051" y="0"/>
                    <a:pt x="4944" y="1193"/>
                    <a:pt x="2866" y="3881"/>
                  </a:cubicBezTo>
                  <a:cubicBezTo>
                    <a:pt x="690" y="6637"/>
                    <a:pt x="1" y="10301"/>
                    <a:pt x="221" y="13883"/>
                  </a:cubicBezTo>
                  <a:cubicBezTo>
                    <a:pt x="442" y="16501"/>
                    <a:pt x="1131" y="19146"/>
                    <a:pt x="2756" y="21103"/>
                  </a:cubicBezTo>
                  <a:cubicBezTo>
                    <a:pt x="4823" y="23638"/>
                    <a:pt x="8019" y="24905"/>
                    <a:pt x="11133" y="24905"/>
                  </a:cubicBezTo>
                  <a:cubicBezTo>
                    <a:pt x="11238" y="24908"/>
                    <a:pt x="11343" y="24909"/>
                    <a:pt x="11449" y="24909"/>
                  </a:cubicBezTo>
                  <a:cubicBezTo>
                    <a:pt x="15691" y="24909"/>
                    <a:pt x="19788" y="22752"/>
                    <a:pt x="22154" y="19256"/>
                  </a:cubicBezTo>
                  <a:cubicBezTo>
                    <a:pt x="24552" y="15592"/>
                    <a:pt x="24910" y="10770"/>
                    <a:pt x="23064" y="6857"/>
                  </a:cubicBezTo>
                  <a:cubicBezTo>
                    <a:pt x="20942" y="2614"/>
                    <a:pt x="15994" y="0"/>
                    <a:pt x="112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38"/>
            <p:cNvSpPr/>
            <p:nvPr/>
          </p:nvSpPr>
          <p:spPr>
            <a:xfrm>
              <a:off x="7355837" y="1767300"/>
              <a:ext cx="376250" cy="318348"/>
            </a:xfrm>
            <a:custGeom>
              <a:rect b="b" l="l" r="r" t="t"/>
              <a:pathLst>
                <a:path extrusionOk="0" h="4173" w="4932">
                  <a:moveTo>
                    <a:pt x="3551" y="451"/>
                  </a:moveTo>
                  <a:lnTo>
                    <a:pt x="3551" y="451"/>
                  </a:lnTo>
                  <a:cubicBezTo>
                    <a:pt x="3730" y="570"/>
                    <a:pt x="3924" y="690"/>
                    <a:pt x="4044" y="884"/>
                  </a:cubicBezTo>
                  <a:cubicBezTo>
                    <a:pt x="3984" y="943"/>
                    <a:pt x="3865" y="1003"/>
                    <a:pt x="3730" y="1063"/>
                  </a:cubicBezTo>
                  <a:cubicBezTo>
                    <a:pt x="3670" y="824"/>
                    <a:pt x="3611" y="630"/>
                    <a:pt x="3551" y="451"/>
                  </a:cubicBezTo>
                  <a:close/>
                  <a:moveTo>
                    <a:pt x="1923" y="451"/>
                  </a:moveTo>
                  <a:lnTo>
                    <a:pt x="1923" y="451"/>
                  </a:lnTo>
                  <a:cubicBezTo>
                    <a:pt x="1863" y="630"/>
                    <a:pt x="1744" y="884"/>
                    <a:pt x="1684" y="1138"/>
                  </a:cubicBezTo>
                  <a:cubicBezTo>
                    <a:pt x="1549" y="1063"/>
                    <a:pt x="1490" y="1003"/>
                    <a:pt x="1370" y="1003"/>
                  </a:cubicBezTo>
                  <a:cubicBezTo>
                    <a:pt x="1490" y="764"/>
                    <a:pt x="1744" y="570"/>
                    <a:pt x="1923" y="451"/>
                  </a:cubicBezTo>
                  <a:close/>
                  <a:moveTo>
                    <a:pt x="3118" y="256"/>
                  </a:moveTo>
                  <a:cubicBezTo>
                    <a:pt x="3118" y="316"/>
                    <a:pt x="3177" y="391"/>
                    <a:pt x="3177" y="391"/>
                  </a:cubicBezTo>
                  <a:cubicBezTo>
                    <a:pt x="3297" y="630"/>
                    <a:pt x="3416" y="884"/>
                    <a:pt x="3491" y="1138"/>
                  </a:cubicBezTo>
                  <a:cubicBezTo>
                    <a:pt x="3262" y="1225"/>
                    <a:pt x="3000" y="1281"/>
                    <a:pt x="2706" y="1281"/>
                  </a:cubicBezTo>
                  <a:cubicBezTo>
                    <a:pt x="2599" y="1281"/>
                    <a:pt x="2487" y="1273"/>
                    <a:pt x="2371" y="1257"/>
                  </a:cubicBezTo>
                  <a:cubicBezTo>
                    <a:pt x="2237" y="1257"/>
                    <a:pt x="2117" y="1257"/>
                    <a:pt x="1923" y="1197"/>
                  </a:cubicBezTo>
                  <a:cubicBezTo>
                    <a:pt x="2057" y="884"/>
                    <a:pt x="2177" y="570"/>
                    <a:pt x="2371" y="256"/>
                  </a:cubicBezTo>
                  <a:close/>
                  <a:moveTo>
                    <a:pt x="1863" y="1436"/>
                  </a:moveTo>
                  <a:cubicBezTo>
                    <a:pt x="2218" y="1520"/>
                    <a:pt x="2568" y="1575"/>
                    <a:pt x="2919" y="1575"/>
                  </a:cubicBezTo>
                  <a:cubicBezTo>
                    <a:pt x="3128" y="1575"/>
                    <a:pt x="3339" y="1556"/>
                    <a:pt x="3551" y="1511"/>
                  </a:cubicBezTo>
                  <a:cubicBezTo>
                    <a:pt x="3551" y="1630"/>
                    <a:pt x="3611" y="1750"/>
                    <a:pt x="3611" y="1884"/>
                  </a:cubicBezTo>
                  <a:lnTo>
                    <a:pt x="1803" y="1884"/>
                  </a:lnTo>
                  <a:cubicBezTo>
                    <a:pt x="1803" y="1690"/>
                    <a:pt x="1863" y="1571"/>
                    <a:pt x="1863" y="1436"/>
                  </a:cubicBezTo>
                  <a:close/>
                  <a:moveTo>
                    <a:pt x="1251" y="1197"/>
                  </a:moveTo>
                  <a:cubicBezTo>
                    <a:pt x="1370" y="1257"/>
                    <a:pt x="1490" y="1317"/>
                    <a:pt x="1624" y="1317"/>
                  </a:cubicBezTo>
                  <a:cubicBezTo>
                    <a:pt x="1624" y="1511"/>
                    <a:pt x="1549" y="1630"/>
                    <a:pt x="1549" y="1750"/>
                  </a:cubicBezTo>
                  <a:lnTo>
                    <a:pt x="1549" y="1884"/>
                  </a:lnTo>
                  <a:cubicBezTo>
                    <a:pt x="1370" y="1884"/>
                    <a:pt x="1176" y="1944"/>
                    <a:pt x="997" y="1944"/>
                  </a:cubicBezTo>
                  <a:cubicBezTo>
                    <a:pt x="997" y="1810"/>
                    <a:pt x="1057" y="1630"/>
                    <a:pt x="1116" y="1511"/>
                  </a:cubicBezTo>
                  <a:cubicBezTo>
                    <a:pt x="1116" y="1377"/>
                    <a:pt x="1176" y="1257"/>
                    <a:pt x="1251" y="1197"/>
                  </a:cubicBezTo>
                  <a:close/>
                  <a:moveTo>
                    <a:pt x="4298" y="1197"/>
                  </a:moveTo>
                  <a:cubicBezTo>
                    <a:pt x="4298" y="1317"/>
                    <a:pt x="4357" y="1436"/>
                    <a:pt x="4417" y="1571"/>
                  </a:cubicBezTo>
                  <a:lnTo>
                    <a:pt x="4417" y="1944"/>
                  </a:lnTo>
                  <a:cubicBezTo>
                    <a:pt x="4238" y="1944"/>
                    <a:pt x="4044" y="1944"/>
                    <a:pt x="3865" y="1884"/>
                  </a:cubicBezTo>
                  <a:cubicBezTo>
                    <a:pt x="3865" y="1750"/>
                    <a:pt x="3790" y="1630"/>
                    <a:pt x="3790" y="1436"/>
                  </a:cubicBezTo>
                  <a:cubicBezTo>
                    <a:pt x="3984" y="1377"/>
                    <a:pt x="4104" y="1317"/>
                    <a:pt x="4298" y="1197"/>
                  </a:cubicBezTo>
                  <a:close/>
                  <a:moveTo>
                    <a:pt x="3611" y="2258"/>
                  </a:moveTo>
                  <a:cubicBezTo>
                    <a:pt x="3551" y="2377"/>
                    <a:pt x="3551" y="2556"/>
                    <a:pt x="3491" y="2691"/>
                  </a:cubicBezTo>
                  <a:cubicBezTo>
                    <a:pt x="3160" y="2564"/>
                    <a:pt x="2785" y="2495"/>
                    <a:pt x="2423" y="2495"/>
                  </a:cubicBezTo>
                  <a:cubicBezTo>
                    <a:pt x="2230" y="2495"/>
                    <a:pt x="2040" y="2515"/>
                    <a:pt x="1863" y="2556"/>
                  </a:cubicBezTo>
                  <a:cubicBezTo>
                    <a:pt x="1863" y="2437"/>
                    <a:pt x="1803" y="2377"/>
                    <a:pt x="1803" y="2258"/>
                  </a:cubicBezTo>
                  <a:close/>
                  <a:moveTo>
                    <a:pt x="997" y="2183"/>
                  </a:moveTo>
                  <a:cubicBezTo>
                    <a:pt x="1176" y="2183"/>
                    <a:pt x="1370" y="2258"/>
                    <a:pt x="1549" y="2258"/>
                  </a:cubicBezTo>
                  <a:cubicBezTo>
                    <a:pt x="1549" y="2377"/>
                    <a:pt x="1549" y="2497"/>
                    <a:pt x="1624" y="2631"/>
                  </a:cubicBezTo>
                  <a:cubicBezTo>
                    <a:pt x="1430" y="2691"/>
                    <a:pt x="1311" y="2751"/>
                    <a:pt x="1176" y="2810"/>
                  </a:cubicBezTo>
                  <a:cubicBezTo>
                    <a:pt x="1057" y="2631"/>
                    <a:pt x="997" y="2377"/>
                    <a:pt x="997" y="2183"/>
                  </a:cubicBezTo>
                  <a:close/>
                  <a:moveTo>
                    <a:pt x="4417" y="2183"/>
                  </a:moveTo>
                  <a:cubicBezTo>
                    <a:pt x="4417" y="2437"/>
                    <a:pt x="4298" y="2691"/>
                    <a:pt x="4163" y="2930"/>
                  </a:cubicBezTo>
                  <a:cubicBezTo>
                    <a:pt x="4044" y="2870"/>
                    <a:pt x="3924" y="2810"/>
                    <a:pt x="3730" y="2751"/>
                  </a:cubicBezTo>
                  <a:cubicBezTo>
                    <a:pt x="3790" y="2631"/>
                    <a:pt x="3790" y="2437"/>
                    <a:pt x="3865" y="2318"/>
                  </a:cubicBezTo>
                  <a:lnTo>
                    <a:pt x="3865" y="2258"/>
                  </a:lnTo>
                  <a:cubicBezTo>
                    <a:pt x="4044" y="2183"/>
                    <a:pt x="4238" y="2183"/>
                    <a:pt x="4417" y="2183"/>
                  </a:cubicBezTo>
                  <a:close/>
                  <a:moveTo>
                    <a:pt x="1684" y="3005"/>
                  </a:moveTo>
                  <a:cubicBezTo>
                    <a:pt x="1684" y="3244"/>
                    <a:pt x="1744" y="3438"/>
                    <a:pt x="1863" y="3617"/>
                  </a:cubicBezTo>
                  <a:cubicBezTo>
                    <a:pt x="1684" y="3497"/>
                    <a:pt x="1490" y="3378"/>
                    <a:pt x="1370" y="3184"/>
                  </a:cubicBezTo>
                  <a:cubicBezTo>
                    <a:pt x="1430" y="3124"/>
                    <a:pt x="1549" y="3064"/>
                    <a:pt x="1684" y="3005"/>
                  </a:cubicBezTo>
                  <a:close/>
                  <a:moveTo>
                    <a:pt x="3670" y="3005"/>
                  </a:moveTo>
                  <a:cubicBezTo>
                    <a:pt x="3790" y="3064"/>
                    <a:pt x="3924" y="3124"/>
                    <a:pt x="4044" y="3124"/>
                  </a:cubicBezTo>
                  <a:cubicBezTo>
                    <a:pt x="3984" y="3184"/>
                    <a:pt x="3924" y="3303"/>
                    <a:pt x="3865" y="3378"/>
                  </a:cubicBezTo>
                  <a:cubicBezTo>
                    <a:pt x="3730" y="3497"/>
                    <a:pt x="3611" y="3557"/>
                    <a:pt x="3416" y="3677"/>
                  </a:cubicBezTo>
                  <a:cubicBezTo>
                    <a:pt x="3551" y="3438"/>
                    <a:pt x="3611" y="3244"/>
                    <a:pt x="3670" y="3005"/>
                  </a:cubicBezTo>
                  <a:close/>
                  <a:moveTo>
                    <a:pt x="2635" y="2787"/>
                  </a:moveTo>
                  <a:cubicBezTo>
                    <a:pt x="2728" y="2787"/>
                    <a:pt x="2824" y="2794"/>
                    <a:pt x="2924" y="2810"/>
                  </a:cubicBezTo>
                  <a:cubicBezTo>
                    <a:pt x="3118" y="2810"/>
                    <a:pt x="3297" y="2870"/>
                    <a:pt x="3416" y="2930"/>
                  </a:cubicBezTo>
                  <a:cubicBezTo>
                    <a:pt x="3357" y="3244"/>
                    <a:pt x="3177" y="3497"/>
                    <a:pt x="3043" y="3811"/>
                  </a:cubicBezTo>
                  <a:cubicBezTo>
                    <a:pt x="2924" y="3841"/>
                    <a:pt x="2800" y="3856"/>
                    <a:pt x="2675" y="3856"/>
                  </a:cubicBezTo>
                  <a:cubicBezTo>
                    <a:pt x="2550" y="3856"/>
                    <a:pt x="2423" y="3841"/>
                    <a:pt x="2296" y="3811"/>
                  </a:cubicBezTo>
                  <a:cubicBezTo>
                    <a:pt x="2237" y="3751"/>
                    <a:pt x="2237" y="3751"/>
                    <a:pt x="2237" y="3677"/>
                  </a:cubicBezTo>
                  <a:cubicBezTo>
                    <a:pt x="2117" y="3438"/>
                    <a:pt x="1998" y="3184"/>
                    <a:pt x="1923" y="2930"/>
                  </a:cubicBezTo>
                  <a:cubicBezTo>
                    <a:pt x="2152" y="2842"/>
                    <a:pt x="2382" y="2787"/>
                    <a:pt x="2635" y="2787"/>
                  </a:cubicBezTo>
                  <a:close/>
                  <a:moveTo>
                    <a:pt x="2662" y="1"/>
                  </a:moveTo>
                  <a:cubicBezTo>
                    <a:pt x="852" y="1"/>
                    <a:pt x="1" y="2493"/>
                    <a:pt x="1370" y="3677"/>
                  </a:cubicBezTo>
                  <a:cubicBezTo>
                    <a:pt x="1764" y="4021"/>
                    <a:pt x="2214" y="4172"/>
                    <a:pt x="2656" y="4172"/>
                  </a:cubicBezTo>
                  <a:cubicBezTo>
                    <a:pt x="3823" y="4172"/>
                    <a:pt x="4931" y="3121"/>
                    <a:pt x="4791" y="1810"/>
                  </a:cubicBezTo>
                  <a:cubicBezTo>
                    <a:pt x="4671" y="943"/>
                    <a:pt x="3984" y="137"/>
                    <a:pt x="3118" y="17"/>
                  </a:cubicBezTo>
                  <a:lnTo>
                    <a:pt x="2924" y="17"/>
                  </a:lnTo>
                  <a:cubicBezTo>
                    <a:pt x="2834" y="6"/>
                    <a:pt x="2747" y="1"/>
                    <a:pt x="26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38"/>
            <p:cNvSpPr/>
            <p:nvPr/>
          </p:nvSpPr>
          <p:spPr>
            <a:xfrm>
              <a:off x="6707652" y="2374400"/>
              <a:ext cx="1758752" cy="678776"/>
            </a:xfrm>
            <a:custGeom>
              <a:rect b="b" l="l" r="r" t="t"/>
              <a:pathLst>
                <a:path extrusionOk="0" h="26350" w="48800">
                  <a:moveTo>
                    <a:pt x="4024" y="1196"/>
                  </a:moveTo>
                  <a:cubicBezTo>
                    <a:pt x="4024" y="1554"/>
                    <a:pt x="3913" y="1885"/>
                    <a:pt x="3913" y="2354"/>
                  </a:cubicBezTo>
                  <a:cubicBezTo>
                    <a:pt x="2866" y="2932"/>
                    <a:pt x="1957" y="3841"/>
                    <a:pt x="1158" y="4641"/>
                  </a:cubicBezTo>
                  <a:cubicBezTo>
                    <a:pt x="1158" y="4310"/>
                    <a:pt x="1158" y="4062"/>
                    <a:pt x="1048" y="3841"/>
                  </a:cubicBezTo>
                  <a:cubicBezTo>
                    <a:pt x="1158" y="3841"/>
                    <a:pt x="1158" y="3841"/>
                    <a:pt x="1158" y="3731"/>
                  </a:cubicBezTo>
                  <a:cubicBezTo>
                    <a:pt x="1847" y="3373"/>
                    <a:pt x="2536" y="2684"/>
                    <a:pt x="3114" y="2133"/>
                  </a:cubicBezTo>
                  <a:cubicBezTo>
                    <a:pt x="3445" y="1885"/>
                    <a:pt x="3803" y="1554"/>
                    <a:pt x="4024" y="1196"/>
                  </a:cubicBezTo>
                  <a:close/>
                  <a:moveTo>
                    <a:pt x="3803" y="2684"/>
                  </a:moveTo>
                  <a:cubicBezTo>
                    <a:pt x="3803" y="3153"/>
                    <a:pt x="3803" y="3621"/>
                    <a:pt x="3693" y="4062"/>
                  </a:cubicBezTo>
                  <a:cubicBezTo>
                    <a:pt x="3335" y="4310"/>
                    <a:pt x="3004" y="4641"/>
                    <a:pt x="2756" y="4889"/>
                  </a:cubicBezTo>
                  <a:cubicBezTo>
                    <a:pt x="2178" y="5219"/>
                    <a:pt x="1737" y="5688"/>
                    <a:pt x="1268" y="6018"/>
                  </a:cubicBezTo>
                  <a:lnTo>
                    <a:pt x="1268" y="6128"/>
                  </a:lnTo>
                  <a:cubicBezTo>
                    <a:pt x="1268" y="5688"/>
                    <a:pt x="1268" y="5219"/>
                    <a:pt x="1158" y="4751"/>
                  </a:cubicBezTo>
                  <a:cubicBezTo>
                    <a:pt x="1737" y="4420"/>
                    <a:pt x="2178" y="3952"/>
                    <a:pt x="2756" y="3511"/>
                  </a:cubicBezTo>
                  <a:cubicBezTo>
                    <a:pt x="3114" y="3263"/>
                    <a:pt x="3445" y="2932"/>
                    <a:pt x="3803" y="2684"/>
                  </a:cubicBezTo>
                  <a:close/>
                  <a:moveTo>
                    <a:pt x="3693" y="4530"/>
                  </a:moveTo>
                  <a:lnTo>
                    <a:pt x="3693" y="5577"/>
                  </a:lnTo>
                  <a:cubicBezTo>
                    <a:pt x="3445" y="5798"/>
                    <a:pt x="3225" y="5908"/>
                    <a:pt x="3004" y="6128"/>
                  </a:cubicBezTo>
                  <a:cubicBezTo>
                    <a:pt x="2536" y="6487"/>
                    <a:pt x="1957" y="6817"/>
                    <a:pt x="1489" y="7286"/>
                  </a:cubicBezTo>
                  <a:cubicBezTo>
                    <a:pt x="1378" y="7286"/>
                    <a:pt x="1489" y="7396"/>
                    <a:pt x="1626" y="7396"/>
                  </a:cubicBezTo>
                  <a:cubicBezTo>
                    <a:pt x="2067" y="7065"/>
                    <a:pt x="2646" y="6707"/>
                    <a:pt x="3225" y="6376"/>
                  </a:cubicBezTo>
                  <a:cubicBezTo>
                    <a:pt x="3335" y="6266"/>
                    <a:pt x="3445" y="6128"/>
                    <a:pt x="3693" y="6018"/>
                  </a:cubicBezTo>
                  <a:lnTo>
                    <a:pt x="3693" y="6955"/>
                  </a:lnTo>
                  <a:cubicBezTo>
                    <a:pt x="3445" y="7065"/>
                    <a:pt x="3335" y="7286"/>
                    <a:pt x="3114" y="7396"/>
                  </a:cubicBezTo>
                  <a:cubicBezTo>
                    <a:pt x="2646" y="7754"/>
                    <a:pt x="2178" y="8195"/>
                    <a:pt x="1626" y="8553"/>
                  </a:cubicBezTo>
                  <a:cubicBezTo>
                    <a:pt x="1626" y="8631"/>
                    <a:pt x="1626" y="8709"/>
                    <a:pt x="1665" y="8709"/>
                  </a:cubicBezTo>
                  <a:cubicBezTo>
                    <a:pt x="1682" y="8709"/>
                    <a:pt x="1704" y="8696"/>
                    <a:pt x="1737" y="8663"/>
                  </a:cubicBezTo>
                  <a:cubicBezTo>
                    <a:pt x="2315" y="8443"/>
                    <a:pt x="2756" y="8085"/>
                    <a:pt x="3225" y="7644"/>
                  </a:cubicBezTo>
                  <a:cubicBezTo>
                    <a:pt x="3335" y="7644"/>
                    <a:pt x="3555" y="7506"/>
                    <a:pt x="3693" y="7396"/>
                  </a:cubicBezTo>
                  <a:lnTo>
                    <a:pt x="3693" y="7975"/>
                  </a:lnTo>
                  <a:cubicBezTo>
                    <a:pt x="3335" y="8195"/>
                    <a:pt x="3004" y="8553"/>
                    <a:pt x="2646" y="8774"/>
                  </a:cubicBezTo>
                  <a:cubicBezTo>
                    <a:pt x="2178" y="9132"/>
                    <a:pt x="1847" y="9463"/>
                    <a:pt x="1378" y="9821"/>
                  </a:cubicBezTo>
                  <a:cubicBezTo>
                    <a:pt x="1378" y="8553"/>
                    <a:pt x="1378" y="7396"/>
                    <a:pt x="1268" y="6128"/>
                  </a:cubicBezTo>
                  <a:lnTo>
                    <a:pt x="1268" y="6128"/>
                  </a:lnTo>
                  <a:lnTo>
                    <a:pt x="1378" y="6266"/>
                  </a:lnTo>
                  <a:cubicBezTo>
                    <a:pt x="1957" y="5908"/>
                    <a:pt x="2536" y="5440"/>
                    <a:pt x="3004" y="5109"/>
                  </a:cubicBezTo>
                  <a:cubicBezTo>
                    <a:pt x="3225" y="4889"/>
                    <a:pt x="3445" y="4751"/>
                    <a:pt x="3693" y="4530"/>
                  </a:cubicBezTo>
                  <a:close/>
                  <a:moveTo>
                    <a:pt x="3693" y="8443"/>
                  </a:moveTo>
                  <a:lnTo>
                    <a:pt x="3693" y="10041"/>
                  </a:lnTo>
                  <a:cubicBezTo>
                    <a:pt x="3335" y="10262"/>
                    <a:pt x="3004" y="10510"/>
                    <a:pt x="2756" y="10730"/>
                  </a:cubicBezTo>
                  <a:cubicBezTo>
                    <a:pt x="2315" y="11088"/>
                    <a:pt x="1847" y="11419"/>
                    <a:pt x="1378" y="11777"/>
                  </a:cubicBezTo>
                  <a:lnTo>
                    <a:pt x="1378" y="10041"/>
                  </a:lnTo>
                  <a:cubicBezTo>
                    <a:pt x="1847" y="9821"/>
                    <a:pt x="2315" y="9463"/>
                    <a:pt x="2756" y="9132"/>
                  </a:cubicBezTo>
                  <a:cubicBezTo>
                    <a:pt x="3114" y="8884"/>
                    <a:pt x="3335" y="8663"/>
                    <a:pt x="3693" y="8443"/>
                  </a:cubicBezTo>
                  <a:close/>
                  <a:moveTo>
                    <a:pt x="3803" y="10510"/>
                  </a:moveTo>
                  <a:lnTo>
                    <a:pt x="3803" y="11419"/>
                  </a:lnTo>
                  <a:lnTo>
                    <a:pt x="3803" y="11777"/>
                  </a:lnTo>
                  <a:cubicBezTo>
                    <a:pt x="3335" y="11998"/>
                    <a:pt x="2866" y="12328"/>
                    <a:pt x="2536" y="12576"/>
                  </a:cubicBezTo>
                  <a:cubicBezTo>
                    <a:pt x="2178" y="12907"/>
                    <a:pt x="1737" y="13155"/>
                    <a:pt x="1378" y="13375"/>
                  </a:cubicBezTo>
                  <a:lnTo>
                    <a:pt x="1378" y="11998"/>
                  </a:lnTo>
                  <a:lnTo>
                    <a:pt x="1489" y="11998"/>
                  </a:lnTo>
                  <a:cubicBezTo>
                    <a:pt x="2067" y="11639"/>
                    <a:pt x="2536" y="11309"/>
                    <a:pt x="3114" y="10950"/>
                  </a:cubicBezTo>
                  <a:cubicBezTo>
                    <a:pt x="3335" y="10840"/>
                    <a:pt x="3555" y="10620"/>
                    <a:pt x="3803" y="10510"/>
                  </a:cubicBezTo>
                  <a:close/>
                  <a:moveTo>
                    <a:pt x="3803" y="12218"/>
                  </a:moveTo>
                  <a:cubicBezTo>
                    <a:pt x="3803" y="12576"/>
                    <a:pt x="3803" y="13017"/>
                    <a:pt x="3913" y="13485"/>
                  </a:cubicBezTo>
                  <a:cubicBezTo>
                    <a:pt x="3004" y="13844"/>
                    <a:pt x="2315" y="14533"/>
                    <a:pt x="1489" y="14973"/>
                  </a:cubicBezTo>
                  <a:cubicBezTo>
                    <a:pt x="1489" y="14643"/>
                    <a:pt x="1378" y="14395"/>
                    <a:pt x="1378" y="14064"/>
                  </a:cubicBezTo>
                  <a:lnTo>
                    <a:pt x="1378" y="13706"/>
                  </a:lnTo>
                  <a:cubicBezTo>
                    <a:pt x="1847" y="13375"/>
                    <a:pt x="2315" y="13155"/>
                    <a:pt x="2756" y="12797"/>
                  </a:cubicBezTo>
                  <a:cubicBezTo>
                    <a:pt x="3114" y="12686"/>
                    <a:pt x="3555" y="12466"/>
                    <a:pt x="3803" y="12218"/>
                  </a:cubicBezTo>
                  <a:close/>
                  <a:moveTo>
                    <a:pt x="3913" y="13844"/>
                  </a:moveTo>
                  <a:lnTo>
                    <a:pt x="3913" y="15332"/>
                  </a:lnTo>
                  <a:cubicBezTo>
                    <a:pt x="3693" y="15552"/>
                    <a:pt x="3335" y="15772"/>
                    <a:pt x="3114" y="16020"/>
                  </a:cubicBezTo>
                  <a:cubicBezTo>
                    <a:pt x="2646" y="16461"/>
                    <a:pt x="2178" y="16930"/>
                    <a:pt x="1626" y="17150"/>
                  </a:cubicBezTo>
                  <a:cubicBezTo>
                    <a:pt x="1489" y="16599"/>
                    <a:pt x="1489" y="15910"/>
                    <a:pt x="1489" y="15332"/>
                  </a:cubicBezTo>
                  <a:cubicBezTo>
                    <a:pt x="2315" y="14973"/>
                    <a:pt x="3225" y="14533"/>
                    <a:pt x="3913" y="13844"/>
                  </a:cubicBezTo>
                  <a:close/>
                  <a:moveTo>
                    <a:pt x="4024" y="15772"/>
                  </a:moveTo>
                  <a:lnTo>
                    <a:pt x="4024" y="16930"/>
                  </a:lnTo>
                  <a:lnTo>
                    <a:pt x="3335" y="17619"/>
                  </a:lnTo>
                  <a:cubicBezTo>
                    <a:pt x="2756" y="17977"/>
                    <a:pt x="2315" y="18418"/>
                    <a:pt x="1737" y="18776"/>
                  </a:cubicBezTo>
                  <a:lnTo>
                    <a:pt x="1737" y="18886"/>
                  </a:lnTo>
                  <a:cubicBezTo>
                    <a:pt x="1634" y="18346"/>
                    <a:pt x="1627" y="17903"/>
                    <a:pt x="1626" y="17398"/>
                  </a:cubicBezTo>
                  <a:lnTo>
                    <a:pt x="1626" y="17398"/>
                  </a:lnTo>
                  <a:cubicBezTo>
                    <a:pt x="2178" y="17150"/>
                    <a:pt x="2646" y="16820"/>
                    <a:pt x="3114" y="16461"/>
                  </a:cubicBezTo>
                  <a:cubicBezTo>
                    <a:pt x="3445" y="16241"/>
                    <a:pt x="3693" y="16020"/>
                    <a:pt x="4024" y="15772"/>
                  </a:cubicBezTo>
                  <a:close/>
                  <a:moveTo>
                    <a:pt x="4134" y="17398"/>
                  </a:moveTo>
                  <a:cubicBezTo>
                    <a:pt x="4134" y="17839"/>
                    <a:pt x="4134" y="18197"/>
                    <a:pt x="4244" y="18666"/>
                  </a:cubicBezTo>
                  <a:cubicBezTo>
                    <a:pt x="3913" y="18886"/>
                    <a:pt x="3693" y="19107"/>
                    <a:pt x="3445" y="19354"/>
                  </a:cubicBezTo>
                  <a:cubicBezTo>
                    <a:pt x="2866" y="19795"/>
                    <a:pt x="2426" y="20154"/>
                    <a:pt x="1847" y="20594"/>
                  </a:cubicBezTo>
                  <a:cubicBezTo>
                    <a:pt x="1737" y="20043"/>
                    <a:pt x="1737" y="19465"/>
                    <a:pt x="1737" y="18996"/>
                  </a:cubicBezTo>
                  <a:lnTo>
                    <a:pt x="1847" y="18996"/>
                  </a:lnTo>
                  <a:cubicBezTo>
                    <a:pt x="2315" y="18666"/>
                    <a:pt x="2866" y="18307"/>
                    <a:pt x="3445" y="17977"/>
                  </a:cubicBezTo>
                  <a:cubicBezTo>
                    <a:pt x="3693" y="17729"/>
                    <a:pt x="3913" y="17619"/>
                    <a:pt x="4134" y="17398"/>
                  </a:cubicBezTo>
                  <a:close/>
                  <a:moveTo>
                    <a:pt x="47890" y="755"/>
                  </a:moveTo>
                  <a:cubicBezTo>
                    <a:pt x="47780" y="4420"/>
                    <a:pt x="47642" y="8085"/>
                    <a:pt x="47421" y="11777"/>
                  </a:cubicBezTo>
                  <a:cubicBezTo>
                    <a:pt x="47311" y="14863"/>
                    <a:pt x="46622" y="18666"/>
                    <a:pt x="47642" y="21752"/>
                  </a:cubicBezTo>
                  <a:cubicBezTo>
                    <a:pt x="46411" y="21493"/>
                    <a:pt x="45092" y="21422"/>
                    <a:pt x="43773" y="21422"/>
                  </a:cubicBezTo>
                  <a:cubicBezTo>
                    <a:pt x="42140" y="21422"/>
                    <a:pt x="40508" y="21531"/>
                    <a:pt x="39045" y="21531"/>
                  </a:cubicBezTo>
                  <a:cubicBezTo>
                    <a:pt x="35022" y="21531"/>
                    <a:pt x="31109" y="21642"/>
                    <a:pt x="27114" y="21752"/>
                  </a:cubicBezTo>
                  <a:cubicBezTo>
                    <a:pt x="23091" y="21862"/>
                    <a:pt x="19178" y="21862"/>
                    <a:pt x="15156" y="21972"/>
                  </a:cubicBezTo>
                  <a:cubicBezTo>
                    <a:pt x="13025" y="21972"/>
                    <a:pt x="10882" y="21874"/>
                    <a:pt x="8734" y="21874"/>
                  </a:cubicBezTo>
                  <a:cubicBezTo>
                    <a:pt x="7661" y="21874"/>
                    <a:pt x="6586" y="21899"/>
                    <a:pt x="5512" y="21972"/>
                  </a:cubicBezTo>
                  <a:cubicBezTo>
                    <a:pt x="5512" y="18307"/>
                    <a:pt x="5071" y="14643"/>
                    <a:pt x="4933" y="10950"/>
                  </a:cubicBezTo>
                  <a:cubicBezTo>
                    <a:pt x="4823" y="7644"/>
                    <a:pt x="5071" y="4200"/>
                    <a:pt x="4602" y="866"/>
                  </a:cubicBezTo>
                  <a:lnTo>
                    <a:pt x="4602" y="866"/>
                  </a:lnTo>
                  <a:cubicBezTo>
                    <a:pt x="6269" y="1086"/>
                    <a:pt x="7964" y="1141"/>
                    <a:pt x="9658" y="1141"/>
                  </a:cubicBezTo>
                  <a:cubicBezTo>
                    <a:pt x="11353" y="1141"/>
                    <a:pt x="13048" y="1086"/>
                    <a:pt x="14715" y="1086"/>
                  </a:cubicBezTo>
                  <a:lnTo>
                    <a:pt x="37309" y="1086"/>
                  </a:lnTo>
                  <a:cubicBezTo>
                    <a:pt x="38840" y="1086"/>
                    <a:pt x="40420" y="1130"/>
                    <a:pt x="42005" y="1130"/>
                  </a:cubicBezTo>
                  <a:cubicBezTo>
                    <a:pt x="43986" y="1130"/>
                    <a:pt x="45976" y="1062"/>
                    <a:pt x="47890" y="755"/>
                  </a:cubicBezTo>
                  <a:close/>
                  <a:moveTo>
                    <a:pt x="4244" y="19107"/>
                  </a:moveTo>
                  <a:cubicBezTo>
                    <a:pt x="4382" y="19465"/>
                    <a:pt x="4382" y="19795"/>
                    <a:pt x="4382" y="20154"/>
                  </a:cubicBezTo>
                  <a:cubicBezTo>
                    <a:pt x="3913" y="20374"/>
                    <a:pt x="3555" y="20732"/>
                    <a:pt x="3114" y="21063"/>
                  </a:cubicBezTo>
                  <a:cubicBezTo>
                    <a:pt x="2756" y="21421"/>
                    <a:pt x="2315" y="21752"/>
                    <a:pt x="1957" y="22110"/>
                  </a:cubicBezTo>
                  <a:cubicBezTo>
                    <a:pt x="1847" y="21642"/>
                    <a:pt x="1847" y="21173"/>
                    <a:pt x="1847" y="20842"/>
                  </a:cubicBezTo>
                  <a:cubicBezTo>
                    <a:pt x="2536" y="20484"/>
                    <a:pt x="3004" y="20043"/>
                    <a:pt x="3555" y="19685"/>
                  </a:cubicBezTo>
                  <a:cubicBezTo>
                    <a:pt x="3803" y="19465"/>
                    <a:pt x="4024" y="19354"/>
                    <a:pt x="4244" y="19107"/>
                  </a:cubicBezTo>
                  <a:close/>
                  <a:moveTo>
                    <a:pt x="7492" y="23426"/>
                  </a:moveTo>
                  <a:cubicBezTo>
                    <a:pt x="7480" y="23426"/>
                    <a:pt x="7468" y="23442"/>
                    <a:pt x="7468" y="23488"/>
                  </a:cubicBezTo>
                  <a:cubicBezTo>
                    <a:pt x="7541" y="23488"/>
                    <a:pt x="7517" y="23426"/>
                    <a:pt x="7492" y="23426"/>
                  </a:cubicBezTo>
                  <a:close/>
                  <a:moveTo>
                    <a:pt x="4492" y="20484"/>
                  </a:moveTo>
                  <a:cubicBezTo>
                    <a:pt x="4492" y="20842"/>
                    <a:pt x="4602" y="21173"/>
                    <a:pt x="4602" y="21531"/>
                  </a:cubicBezTo>
                  <a:cubicBezTo>
                    <a:pt x="3555" y="21862"/>
                    <a:pt x="2646" y="22799"/>
                    <a:pt x="1957" y="23708"/>
                  </a:cubicBezTo>
                  <a:lnTo>
                    <a:pt x="1957" y="22330"/>
                  </a:lnTo>
                  <a:cubicBezTo>
                    <a:pt x="2426" y="21862"/>
                    <a:pt x="3004" y="21531"/>
                    <a:pt x="3445" y="21173"/>
                  </a:cubicBezTo>
                  <a:cubicBezTo>
                    <a:pt x="3803" y="20953"/>
                    <a:pt x="4134" y="20732"/>
                    <a:pt x="4492" y="20484"/>
                  </a:cubicBezTo>
                  <a:close/>
                  <a:moveTo>
                    <a:pt x="4713" y="21752"/>
                  </a:moveTo>
                  <a:cubicBezTo>
                    <a:pt x="4713" y="21972"/>
                    <a:pt x="4823" y="22110"/>
                    <a:pt x="4823" y="22330"/>
                  </a:cubicBezTo>
                  <a:cubicBezTo>
                    <a:pt x="4134" y="22551"/>
                    <a:pt x="3555" y="23240"/>
                    <a:pt x="3114" y="23708"/>
                  </a:cubicBezTo>
                  <a:cubicBezTo>
                    <a:pt x="2866" y="23929"/>
                    <a:pt x="2426" y="24287"/>
                    <a:pt x="1957" y="24617"/>
                  </a:cubicBezTo>
                  <a:lnTo>
                    <a:pt x="1957" y="24039"/>
                  </a:lnTo>
                  <a:cubicBezTo>
                    <a:pt x="2426" y="23598"/>
                    <a:pt x="3004" y="23129"/>
                    <a:pt x="3445" y="22661"/>
                  </a:cubicBezTo>
                  <a:cubicBezTo>
                    <a:pt x="3913" y="22441"/>
                    <a:pt x="4382" y="22110"/>
                    <a:pt x="4713" y="21752"/>
                  </a:cubicBezTo>
                  <a:close/>
                  <a:moveTo>
                    <a:pt x="45134" y="22441"/>
                  </a:moveTo>
                  <a:lnTo>
                    <a:pt x="45134" y="22441"/>
                  </a:lnTo>
                  <a:cubicBezTo>
                    <a:pt x="44198" y="23019"/>
                    <a:pt x="43646" y="23818"/>
                    <a:pt x="43068" y="24617"/>
                  </a:cubicBezTo>
                  <a:lnTo>
                    <a:pt x="41690" y="24617"/>
                  </a:lnTo>
                  <a:cubicBezTo>
                    <a:pt x="42379" y="23929"/>
                    <a:pt x="43178" y="23350"/>
                    <a:pt x="43509" y="22551"/>
                  </a:cubicBezTo>
                  <a:cubicBezTo>
                    <a:pt x="44087" y="22551"/>
                    <a:pt x="44556" y="22551"/>
                    <a:pt x="45134" y="22441"/>
                  </a:cubicBezTo>
                  <a:close/>
                  <a:moveTo>
                    <a:pt x="46953" y="22330"/>
                  </a:moveTo>
                  <a:cubicBezTo>
                    <a:pt x="46622" y="22661"/>
                    <a:pt x="46264" y="22909"/>
                    <a:pt x="45933" y="23240"/>
                  </a:cubicBezTo>
                  <a:cubicBezTo>
                    <a:pt x="45355" y="23598"/>
                    <a:pt x="44666" y="24039"/>
                    <a:pt x="44446" y="24617"/>
                  </a:cubicBezTo>
                  <a:lnTo>
                    <a:pt x="43398" y="24617"/>
                  </a:lnTo>
                  <a:cubicBezTo>
                    <a:pt x="44087" y="23929"/>
                    <a:pt x="44886" y="23240"/>
                    <a:pt x="45355" y="22441"/>
                  </a:cubicBezTo>
                  <a:cubicBezTo>
                    <a:pt x="45933" y="22441"/>
                    <a:pt x="46402" y="22441"/>
                    <a:pt x="46953" y="22330"/>
                  </a:cubicBezTo>
                  <a:close/>
                  <a:moveTo>
                    <a:pt x="39954" y="22441"/>
                  </a:moveTo>
                  <a:cubicBezTo>
                    <a:pt x="39155" y="23129"/>
                    <a:pt x="38356" y="23818"/>
                    <a:pt x="37667" y="24507"/>
                  </a:cubicBezTo>
                  <a:cubicBezTo>
                    <a:pt x="37557" y="24617"/>
                    <a:pt x="37557" y="24617"/>
                    <a:pt x="37557" y="24728"/>
                  </a:cubicBezTo>
                  <a:lnTo>
                    <a:pt x="36400" y="24728"/>
                  </a:lnTo>
                  <a:cubicBezTo>
                    <a:pt x="36868" y="24287"/>
                    <a:pt x="37309" y="23929"/>
                    <a:pt x="37777" y="23598"/>
                  </a:cubicBezTo>
                  <a:cubicBezTo>
                    <a:pt x="38246" y="23240"/>
                    <a:pt x="38825" y="22909"/>
                    <a:pt x="39265" y="22441"/>
                  </a:cubicBezTo>
                  <a:close/>
                  <a:moveTo>
                    <a:pt x="41911" y="22441"/>
                  </a:moveTo>
                  <a:cubicBezTo>
                    <a:pt x="42379" y="22441"/>
                    <a:pt x="42710" y="22551"/>
                    <a:pt x="43178" y="22551"/>
                  </a:cubicBezTo>
                  <a:cubicBezTo>
                    <a:pt x="42489" y="23019"/>
                    <a:pt x="42021" y="23818"/>
                    <a:pt x="41580" y="24397"/>
                  </a:cubicBezTo>
                  <a:cubicBezTo>
                    <a:pt x="41442" y="24507"/>
                    <a:pt x="41442" y="24507"/>
                    <a:pt x="41580" y="24617"/>
                  </a:cubicBezTo>
                  <a:cubicBezTo>
                    <a:pt x="40312" y="24617"/>
                    <a:pt x="39045" y="24617"/>
                    <a:pt x="37888" y="24728"/>
                  </a:cubicBezTo>
                  <a:cubicBezTo>
                    <a:pt x="38687" y="23929"/>
                    <a:pt x="39624" y="23240"/>
                    <a:pt x="40423" y="22441"/>
                  </a:cubicBezTo>
                  <a:lnTo>
                    <a:pt x="41442" y="22441"/>
                  </a:lnTo>
                  <a:cubicBezTo>
                    <a:pt x="41222" y="22661"/>
                    <a:pt x="41112" y="22909"/>
                    <a:pt x="40891" y="23129"/>
                  </a:cubicBezTo>
                  <a:cubicBezTo>
                    <a:pt x="40423" y="23488"/>
                    <a:pt x="40064" y="23929"/>
                    <a:pt x="39734" y="24287"/>
                  </a:cubicBezTo>
                  <a:cubicBezTo>
                    <a:pt x="39645" y="24376"/>
                    <a:pt x="39700" y="24537"/>
                    <a:pt x="39782" y="24537"/>
                  </a:cubicBezTo>
                  <a:cubicBezTo>
                    <a:pt x="39802" y="24537"/>
                    <a:pt x="39823" y="24528"/>
                    <a:pt x="39844" y="24507"/>
                  </a:cubicBezTo>
                  <a:cubicBezTo>
                    <a:pt x="40202" y="24039"/>
                    <a:pt x="40643" y="23708"/>
                    <a:pt x="41112" y="23350"/>
                  </a:cubicBezTo>
                  <a:cubicBezTo>
                    <a:pt x="41332" y="23129"/>
                    <a:pt x="41690" y="22799"/>
                    <a:pt x="41911" y="22441"/>
                  </a:cubicBezTo>
                  <a:close/>
                  <a:moveTo>
                    <a:pt x="36620" y="22551"/>
                  </a:moveTo>
                  <a:lnTo>
                    <a:pt x="35931" y="23240"/>
                  </a:lnTo>
                  <a:cubicBezTo>
                    <a:pt x="35380" y="23708"/>
                    <a:pt x="34802" y="24287"/>
                    <a:pt x="34223" y="24865"/>
                  </a:cubicBezTo>
                  <a:lnTo>
                    <a:pt x="33176" y="24865"/>
                  </a:lnTo>
                  <a:cubicBezTo>
                    <a:pt x="33644" y="24507"/>
                    <a:pt x="34113" y="24176"/>
                    <a:pt x="34443" y="23708"/>
                  </a:cubicBezTo>
                  <a:cubicBezTo>
                    <a:pt x="34912" y="23350"/>
                    <a:pt x="35490" y="23019"/>
                    <a:pt x="35821" y="22551"/>
                  </a:cubicBezTo>
                  <a:close/>
                  <a:moveTo>
                    <a:pt x="38687" y="22441"/>
                  </a:moveTo>
                  <a:cubicBezTo>
                    <a:pt x="38356" y="22661"/>
                    <a:pt x="37888" y="23019"/>
                    <a:pt x="37557" y="23240"/>
                  </a:cubicBezTo>
                  <a:cubicBezTo>
                    <a:pt x="36978" y="23708"/>
                    <a:pt x="36510" y="24287"/>
                    <a:pt x="36069" y="24728"/>
                  </a:cubicBezTo>
                  <a:cubicBezTo>
                    <a:pt x="35601" y="24728"/>
                    <a:pt x="35132" y="24728"/>
                    <a:pt x="34802" y="24865"/>
                  </a:cubicBezTo>
                  <a:cubicBezTo>
                    <a:pt x="35242" y="24397"/>
                    <a:pt x="35711" y="23929"/>
                    <a:pt x="36179" y="23598"/>
                  </a:cubicBezTo>
                  <a:cubicBezTo>
                    <a:pt x="36620" y="23240"/>
                    <a:pt x="36978" y="22909"/>
                    <a:pt x="37309" y="22551"/>
                  </a:cubicBezTo>
                  <a:cubicBezTo>
                    <a:pt x="37777" y="22551"/>
                    <a:pt x="38246" y="22441"/>
                    <a:pt x="38687" y="22441"/>
                  </a:cubicBezTo>
                  <a:close/>
                  <a:moveTo>
                    <a:pt x="35242" y="22551"/>
                  </a:moveTo>
                  <a:cubicBezTo>
                    <a:pt x="34912" y="22799"/>
                    <a:pt x="34554" y="23240"/>
                    <a:pt x="34223" y="23488"/>
                  </a:cubicBezTo>
                  <a:cubicBezTo>
                    <a:pt x="33755" y="23929"/>
                    <a:pt x="33314" y="24397"/>
                    <a:pt x="32735" y="24865"/>
                  </a:cubicBezTo>
                  <a:cubicBezTo>
                    <a:pt x="32267" y="24865"/>
                    <a:pt x="31798" y="24976"/>
                    <a:pt x="31247" y="24976"/>
                  </a:cubicBezTo>
                  <a:cubicBezTo>
                    <a:pt x="32156" y="24176"/>
                    <a:pt x="33066" y="23488"/>
                    <a:pt x="33865" y="22551"/>
                  </a:cubicBezTo>
                  <a:close/>
                  <a:moveTo>
                    <a:pt x="5071" y="22909"/>
                  </a:moveTo>
                  <a:cubicBezTo>
                    <a:pt x="5181" y="22909"/>
                    <a:pt x="5291" y="23019"/>
                    <a:pt x="5291" y="23019"/>
                  </a:cubicBezTo>
                  <a:lnTo>
                    <a:pt x="6090" y="23019"/>
                  </a:lnTo>
                  <a:cubicBezTo>
                    <a:pt x="5181" y="23708"/>
                    <a:pt x="4382" y="24397"/>
                    <a:pt x="3445" y="25086"/>
                  </a:cubicBezTo>
                  <a:lnTo>
                    <a:pt x="2756" y="25086"/>
                  </a:lnTo>
                  <a:cubicBezTo>
                    <a:pt x="3004" y="24865"/>
                    <a:pt x="3335" y="24617"/>
                    <a:pt x="3555" y="24397"/>
                  </a:cubicBezTo>
                  <a:cubicBezTo>
                    <a:pt x="4134" y="23929"/>
                    <a:pt x="4602" y="23488"/>
                    <a:pt x="5071" y="22909"/>
                  </a:cubicBezTo>
                  <a:close/>
                  <a:moveTo>
                    <a:pt x="33176" y="22551"/>
                  </a:moveTo>
                  <a:lnTo>
                    <a:pt x="33176" y="22551"/>
                  </a:lnTo>
                  <a:cubicBezTo>
                    <a:pt x="32377" y="23350"/>
                    <a:pt x="31578" y="24176"/>
                    <a:pt x="30889" y="24976"/>
                  </a:cubicBezTo>
                  <a:cubicBezTo>
                    <a:pt x="30090" y="24976"/>
                    <a:pt x="29181" y="25086"/>
                    <a:pt x="28354" y="25086"/>
                  </a:cubicBezTo>
                  <a:cubicBezTo>
                    <a:pt x="29181" y="24397"/>
                    <a:pt x="29980" y="23598"/>
                    <a:pt x="30558" y="22661"/>
                  </a:cubicBezTo>
                  <a:lnTo>
                    <a:pt x="31798" y="22661"/>
                  </a:lnTo>
                  <a:cubicBezTo>
                    <a:pt x="31468" y="22909"/>
                    <a:pt x="31247" y="23240"/>
                    <a:pt x="30999" y="23488"/>
                  </a:cubicBezTo>
                  <a:cubicBezTo>
                    <a:pt x="30558" y="23929"/>
                    <a:pt x="30090" y="24397"/>
                    <a:pt x="29621" y="24865"/>
                  </a:cubicBezTo>
                  <a:cubicBezTo>
                    <a:pt x="29621" y="24943"/>
                    <a:pt x="29677" y="25021"/>
                    <a:pt x="29709" y="25021"/>
                  </a:cubicBezTo>
                  <a:cubicBezTo>
                    <a:pt x="29722" y="25021"/>
                    <a:pt x="29732" y="25008"/>
                    <a:pt x="29732" y="24976"/>
                  </a:cubicBezTo>
                  <a:cubicBezTo>
                    <a:pt x="30200" y="24617"/>
                    <a:pt x="30668" y="24176"/>
                    <a:pt x="31109" y="23708"/>
                  </a:cubicBezTo>
                  <a:cubicBezTo>
                    <a:pt x="31468" y="23350"/>
                    <a:pt x="31936" y="23019"/>
                    <a:pt x="32156" y="22661"/>
                  </a:cubicBezTo>
                  <a:cubicBezTo>
                    <a:pt x="32487" y="22661"/>
                    <a:pt x="32845" y="22661"/>
                    <a:pt x="33176" y="22551"/>
                  </a:cubicBezTo>
                  <a:close/>
                  <a:moveTo>
                    <a:pt x="6200" y="23019"/>
                  </a:moveTo>
                  <a:cubicBezTo>
                    <a:pt x="7137" y="23129"/>
                    <a:pt x="7936" y="23129"/>
                    <a:pt x="8846" y="23129"/>
                  </a:cubicBezTo>
                  <a:cubicBezTo>
                    <a:pt x="8515" y="23488"/>
                    <a:pt x="8157" y="23708"/>
                    <a:pt x="7826" y="24039"/>
                  </a:cubicBezTo>
                  <a:cubicBezTo>
                    <a:pt x="7468" y="24397"/>
                    <a:pt x="6999" y="24728"/>
                    <a:pt x="6669" y="25196"/>
                  </a:cubicBezTo>
                  <a:cubicBezTo>
                    <a:pt x="6311" y="25196"/>
                    <a:pt x="5870" y="25196"/>
                    <a:pt x="5512" y="25086"/>
                  </a:cubicBezTo>
                  <a:cubicBezTo>
                    <a:pt x="5870" y="24976"/>
                    <a:pt x="6090" y="24728"/>
                    <a:pt x="6311" y="24507"/>
                  </a:cubicBezTo>
                  <a:cubicBezTo>
                    <a:pt x="6779" y="24287"/>
                    <a:pt x="7247" y="23929"/>
                    <a:pt x="7468" y="23488"/>
                  </a:cubicBezTo>
                  <a:lnTo>
                    <a:pt x="7468" y="23488"/>
                  </a:lnTo>
                  <a:cubicBezTo>
                    <a:pt x="6999" y="23598"/>
                    <a:pt x="6669" y="23929"/>
                    <a:pt x="6311" y="24287"/>
                  </a:cubicBezTo>
                  <a:cubicBezTo>
                    <a:pt x="5980" y="24507"/>
                    <a:pt x="5622" y="24865"/>
                    <a:pt x="5291" y="25086"/>
                  </a:cubicBezTo>
                  <a:lnTo>
                    <a:pt x="3913" y="25086"/>
                  </a:lnTo>
                  <a:cubicBezTo>
                    <a:pt x="4823" y="24617"/>
                    <a:pt x="5622" y="23929"/>
                    <a:pt x="6200" y="23129"/>
                  </a:cubicBezTo>
                  <a:lnTo>
                    <a:pt x="6200" y="23019"/>
                  </a:lnTo>
                  <a:close/>
                  <a:moveTo>
                    <a:pt x="10582" y="23129"/>
                  </a:moveTo>
                  <a:cubicBezTo>
                    <a:pt x="10223" y="23350"/>
                    <a:pt x="9893" y="23818"/>
                    <a:pt x="9534" y="24039"/>
                  </a:cubicBezTo>
                  <a:cubicBezTo>
                    <a:pt x="9066" y="24397"/>
                    <a:pt x="8735" y="24865"/>
                    <a:pt x="8377" y="25196"/>
                  </a:cubicBezTo>
                  <a:lnTo>
                    <a:pt x="6999" y="25196"/>
                  </a:lnTo>
                  <a:lnTo>
                    <a:pt x="8047" y="24176"/>
                  </a:lnTo>
                  <a:cubicBezTo>
                    <a:pt x="8515" y="23929"/>
                    <a:pt x="8846" y="23598"/>
                    <a:pt x="9204" y="23129"/>
                  </a:cubicBezTo>
                  <a:close/>
                  <a:moveTo>
                    <a:pt x="12400" y="23129"/>
                  </a:moveTo>
                  <a:cubicBezTo>
                    <a:pt x="11959" y="23350"/>
                    <a:pt x="11601" y="23818"/>
                    <a:pt x="11133" y="24176"/>
                  </a:cubicBezTo>
                  <a:lnTo>
                    <a:pt x="10113" y="25196"/>
                  </a:lnTo>
                  <a:lnTo>
                    <a:pt x="8735" y="25196"/>
                  </a:lnTo>
                  <a:cubicBezTo>
                    <a:pt x="9066" y="24865"/>
                    <a:pt x="9314" y="24617"/>
                    <a:pt x="9645" y="24287"/>
                  </a:cubicBezTo>
                  <a:cubicBezTo>
                    <a:pt x="10113" y="23929"/>
                    <a:pt x="10582" y="23598"/>
                    <a:pt x="10912" y="23129"/>
                  </a:cubicBezTo>
                  <a:close/>
                  <a:moveTo>
                    <a:pt x="14232" y="23025"/>
                  </a:moveTo>
                  <a:cubicBezTo>
                    <a:pt x="13660" y="23249"/>
                    <a:pt x="13195" y="23821"/>
                    <a:pt x="12758" y="24176"/>
                  </a:cubicBezTo>
                  <a:cubicBezTo>
                    <a:pt x="12400" y="24507"/>
                    <a:pt x="12180" y="24865"/>
                    <a:pt x="11821" y="25196"/>
                  </a:cubicBezTo>
                  <a:lnTo>
                    <a:pt x="10444" y="25196"/>
                  </a:lnTo>
                  <a:cubicBezTo>
                    <a:pt x="10802" y="24976"/>
                    <a:pt x="11022" y="24728"/>
                    <a:pt x="11381" y="24507"/>
                  </a:cubicBezTo>
                  <a:cubicBezTo>
                    <a:pt x="11821" y="24039"/>
                    <a:pt x="12290" y="23708"/>
                    <a:pt x="12648" y="23129"/>
                  </a:cubicBezTo>
                  <a:cubicBezTo>
                    <a:pt x="13151" y="23060"/>
                    <a:pt x="13697" y="23034"/>
                    <a:pt x="14232" y="23025"/>
                  </a:cubicBezTo>
                  <a:close/>
                  <a:moveTo>
                    <a:pt x="15844" y="23019"/>
                  </a:moveTo>
                  <a:cubicBezTo>
                    <a:pt x="15404" y="23350"/>
                    <a:pt x="14935" y="23818"/>
                    <a:pt x="14467" y="24287"/>
                  </a:cubicBezTo>
                  <a:cubicBezTo>
                    <a:pt x="14136" y="24617"/>
                    <a:pt x="13888" y="24976"/>
                    <a:pt x="13557" y="25196"/>
                  </a:cubicBezTo>
                  <a:lnTo>
                    <a:pt x="12180" y="25196"/>
                  </a:lnTo>
                  <a:cubicBezTo>
                    <a:pt x="12400" y="24976"/>
                    <a:pt x="12758" y="24728"/>
                    <a:pt x="12979" y="24507"/>
                  </a:cubicBezTo>
                  <a:cubicBezTo>
                    <a:pt x="13447" y="24039"/>
                    <a:pt x="13888" y="23708"/>
                    <a:pt x="14246" y="23129"/>
                  </a:cubicBezTo>
                  <a:lnTo>
                    <a:pt x="14246" y="23025"/>
                  </a:lnTo>
                  <a:lnTo>
                    <a:pt x="14246" y="23025"/>
                  </a:lnTo>
                  <a:cubicBezTo>
                    <a:pt x="14557" y="23019"/>
                    <a:pt x="14864" y="23019"/>
                    <a:pt x="15156" y="23019"/>
                  </a:cubicBezTo>
                  <a:close/>
                  <a:moveTo>
                    <a:pt x="17222" y="23019"/>
                  </a:moveTo>
                  <a:cubicBezTo>
                    <a:pt x="16781" y="23350"/>
                    <a:pt x="16313" y="23818"/>
                    <a:pt x="15955" y="24287"/>
                  </a:cubicBezTo>
                  <a:cubicBezTo>
                    <a:pt x="15734" y="24617"/>
                    <a:pt x="15404" y="24865"/>
                    <a:pt x="15156" y="25196"/>
                  </a:cubicBezTo>
                  <a:lnTo>
                    <a:pt x="13778" y="25196"/>
                  </a:lnTo>
                  <a:cubicBezTo>
                    <a:pt x="14136" y="24976"/>
                    <a:pt x="14356" y="24728"/>
                    <a:pt x="14715" y="24507"/>
                  </a:cubicBezTo>
                  <a:cubicBezTo>
                    <a:pt x="15156" y="24039"/>
                    <a:pt x="15624" y="23598"/>
                    <a:pt x="15955" y="23129"/>
                  </a:cubicBezTo>
                  <a:cubicBezTo>
                    <a:pt x="16092" y="23019"/>
                    <a:pt x="15955" y="23019"/>
                    <a:pt x="15844" y="23019"/>
                  </a:cubicBezTo>
                  <a:close/>
                  <a:moveTo>
                    <a:pt x="25268" y="22799"/>
                  </a:moveTo>
                  <a:cubicBezTo>
                    <a:pt x="24469" y="23488"/>
                    <a:pt x="23890" y="24397"/>
                    <a:pt x="23312" y="25196"/>
                  </a:cubicBezTo>
                  <a:lnTo>
                    <a:pt x="21824" y="25196"/>
                  </a:lnTo>
                  <a:cubicBezTo>
                    <a:pt x="22512" y="24507"/>
                    <a:pt x="23422" y="23708"/>
                    <a:pt x="24000" y="22909"/>
                  </a:cubicBezTo>
                  <a:lnTo>
                    <a:pt x="24000" y="22799"/>
                  </a:lnTo>
                  <a:close/>
                  <a:moveTo>
                    <a:pt x="26866" y="22799"/>
                  </a:moveTo>
                  <a:cubicBezTo>
                    <a:pt x="26067" y="23488"/>
                    <a:pt x="25488" y="24397"/>
                    <a:pt x="24910" y="25196"/>
                  </a:cubicBezTo>
                  <a:lnTo>
                    <a:pt x="23532" y="25196"/>
                  </a:lnTo>
                  <a:cubicBezTo>
                    <a:pt x="24221" y="24397"/>
                    <a:pt x="24910" y="23708"/>
                    <a:pt x="25488" y="22799"/>
                  </a:cubicBezTo>
                  <a:close/>
                  <a:moveTo>
                    <a:pt x="30090" y="22661"/>
                  </a:moveTo>
                  <a:cubicBezTo>
                    <a:pt x="29401" y="23488"/>
                    <a:pt x="28712" y="24287"/>
                    <a:pt x="27913" y="25086"/>
                  </a:cubicBezTo>
                  <a:lnTo>
                    <a:pt x="27224" y="25086"/>
                  </a:lnTo>
                  <a:cubicBezTo>
                    <a:pt x="27803" y="24507"/>
                    <a:pt x="28492" y="23708"/>
                    <a:pt x="28712" y="22909"/>
                  </a:cubicBezTo>
                  <a:cubicBezTo>
                    <a:pt x="28789" y="22832"/>
                    <a:pt x="28704" y="22741"/>
                    <a:pt x="28646" y="22741"/>
                  </a:cubicBezTo>
                  <a:cubicBezTo>
                    <a:pt x="28622" y="22741"/>
                    <a:pt x="28602" y="22758"/>
                    <a:pt x="28602" y="22799"/>
                  </a:cubicBezTo>
                  <a:cubicBezTo>
                    <a:pt x="28134" y="23129"/>
                    <a:pt x="27913" y="23598"/>
                    <a:pt x="27665" y="24039"/>
                  </a:cubicBezTo>
                  <a:cubicBezTo>
                    <a:pt x="27334" y="24397"/>
                    <a:pt x="27114" y="24728"/>
                    <a:pt x="26866" y="25196"/>
                  </a:cubicBezTo>
                  <a:lnTo>
                    <a:pt x="25158" y="25196"/>
                  </a:lnTo>
                  <a:cubicBezTo>
                    <a:pt x="25847" y="24397"/>
                    <a:pt x="26646" y="23598"/>
                    <a:pt x="27114" y="22799"/>
                  </a:cubicBezTo>
                  <a:cubicBezTo>
                    <a:pt x="28134" y="22661"/>
                    <a:pt x="29181" y="22661"/>
                    <a:pt x="30090" y="22661"/>
                  </a:cubicBezTo>
                  <a:close/>
                  <a:moveTo>
                    <a:pt x="18848" y="22909"/>
                  </a:moveTo>
                  <a:cubicBezTo>
                    <a:pt x="18021" y="23488"/>
                    <a:pt x="17332" y="24397"/>
                    <a:pt x="16781" y="25306"/>
                  </a:cubicBezTo>
                  <a:cubicBezTo>
                    <a:pt x="16313" y="25196"/>
                    <a:pt x="15844" y="25196"/>
                    <a:pt x="15404" y="25196"/>
                  </a:cubicBezTo>
                  <a:cubicBezTo>
                    <a:pt x="15734" y="24976"/>
                    <a:pt x="15955" y="24617"/>
                    <a:pt x="16313" y="24287"/>
                  </a:cubicBezTo>
                  <a:cubicBezTo>
                    <a:pt x="16643" y="23818"/>
                    <a:pt x="17112" y="23488"/>
                    <a:pt x="17470" y="23019"/>
                  </a:cubicBezTo>
                  <a:cubicBezTo>
                    <a:pt x="17911" y="22909"/>
                    <a:pt x="18379" y="22909"/>
                    <a:pt x="18848" y="22909"/>
                  </a:cubicBezTo>
                  <a:close/>
                  <a:moveTo>
                    <a:pt x="20446" y="22909"/>
                  </a:moveTo>
                  <a:cubicBezTo>
                    <a:pt x="19647" y="23598"/>
                    <a:pt x="19068" y="24397"/>
                    <a:pt x="18379" y="25306"/>
                  </a:cubicBezTo>
                  <a:lnTo>
                    <a:pt x="17112" y="25306"/>
                  </a:lnTo>
                  <a:cubicBezTo>
                    <a:pt x="17470" y="24976"/>
                    <a:pt x="17690" y="24617"/>
                    <a:pt x="17911" y="24397"/>
                  </a:cubicBezTo>
                  <a:cubicBezTo>
                    <a:pt x="18379" y="23929"/>
                    <a:pt x="18848" y="23488"/>
                    <a:pt x="19068" y="23019"/>
                  </a:cubicBezTo>
                  <a:lnTo>
                    <a:pt x="19068" y="22909"/>
                  </a:lnTo>
                  <a:close/>
                  <a:moveTo>
                    <a:pt x="23780" y="22799"/>
                  </a:moveTo>
                  <a:lnTo>
                    <a:pt x="23780" y="22799"/>
                  </a:lnTo>
                  <a:cubicBezTo>
                    <a:pt x="22981" y="23488"/>
                    <a:pt x="22292" y="24397"/>
                    <a:pt x="21603" y="25196"/>
                  </a:cubicBezTo>
                  <a:cubicBezTo>
                    <a:pt x="21135" y="25196"/>
                    <a:pt x="20777" y="25306"/>
                    <a:pt x="20446" y="25306"/>
                  </a:cubicBezTo>
                  <a:cubicBezTo>
                    <a:pt x="21135" y="24617"/>
                    <a:pt x="21824" y="23929"/>
                    <a:pt x="22154" y="23240"/>
                  </a:cubicBezTo>
                  <a:cubicBezTo>
                    <a:pt x="22252" y="23162"/>
                    <a:pt x="22211" y="23084"/>
                    <a:pt x="22140" y="23084"/>
                  </a:cubicBezTo>
                  <a:cubicBezTo>
                    <a:pt x="22111" y="23084"/>
                    <a:pt x="22076" y="23097"/>
                    <a:pt x="22044" y="23129"/>
                  </a:cubicBezTo>
                  <a:cubicBezTo>
                    <a:pt x="21355" y="23708"/>
                    <a:pt x="20666" y="24507"/>
                    <a:pt x="20088" y="25306"/>
                  </a:cubicBezTo>
                  <a:lnTo>
                    <a:pt x="18710" y="25306"/>
                  </a:lnTo>
                  <a:cubicBezTo>
                    <a:pt x="19399" y="24507"/>
                    <a:pt x="20088" y="23708"/>
                    <a:pt x="20666" y="22909"/>
                  </a:cubicBezTo>
                  <a:cubicBezTo>
                    <a:pt x="21713" y="22909"/>
                    <a:pt x="22733" y="22909"/>
                    <a:pt x="23780" y="22799"/>
                  </a:cubicBezTo>
                  <a:close/>
                  <a:moveTo>
                    <a:pt x="9674" y="1"/>
                  </a:moveTo>
                  <a:cubicBezTo>
                    <a:pt x="7974" y="1"/>
                    <a:pt x="6275" y="59"/>
                    <a:pt x="4602" y="287"/>
                  </a:cubicBezTo>
                  <a:cubicBezTo>
                    <a:pt x="4492" y="287"/>
                    <a:pt x="4382" y="177"/>
                    <a:pt x="4382" y="177"/>
                  </a:cubicBezTo>
                  <a:cubicBezTo>
                    <a:pt x="3693" y="507"/>
                    <a:pt x="3114" y="976"/>
                    <a:pt x="2646" y="1554"/>
                  </a:cubicBezTo>
                  <a:cubicBezTo>
                    <a:pt x="1957" y="1995"/>
                    <a:pt x="1268" y="2574"/>
                    <a:pt x="690" y="3153"/>
                  </a:cubicBezTo>
                  <a:cubicBezTo>
                    <a:pt x="469" y="3373"/>
                    <a:pt x="579" y="3511"/>
                    <a:pt x="690" y="3731"/>
                  </a:cubicBezTo>
                  <a:cubicBezTo>
                    <a:pt x="1" y="7176"/>
                    <a:pt x="469" y="10950"/>
                    <a:pt x="579" y="14533"/>
                  </a:cubicBezTo>
                  <a:cubicBezTo>
                    <a:pt x="690" y="18197"/>
                    <a:pt x="800" y="21972"/>
                    <a:pt x="1378" y="25664"/>
                  </a:cubicBezTo>
                  <a:lnTo>
                    <a:pt x="1378" y="25775"/>
                  </a:lnTo>
                  <a:cubicBezTo>
                    <a:pt x="1489" y="25885"/>
                    <a:pt x="1626" y="26105"/>
                    <a:pt x="1847" y="26105"/>
                  </a:cubicBezTo>
                  <a:cubicBezTo>
                    <a:pt x="5564" y="26290"/>
                    <a:pt x="9318" y="26350"/>
                    <a:pt x="13090" y="26350"/>
                  </a:cubicBezTo>
                  <a:cubicBezTo>
                    <a:pt x="16643" y="26350"/>
                    <a:pt x="20211" y="26297"/>
                    <a:pt x="23780" y="26243"/>
                  </a:cubicBezTo>
                  <a:cubicBezTo>
                    <a:pt x="30668" y="26105"/>
                    <a:pt x="37777" y="26105"/>
                    <a:pt x="44556" y="25086"/>
                  </a:cubicBezTo>
                  <a:cubicBezTo>
                    <a:pt x="44666" y="25196"/>
                    <a:pt x="44666" y="25196"/>
                    <a:pt x="44776" y="25196"/>
                  </a:cubicBezTo>
                  <a:cubicBezTo>
                    <a:pt x="45465" y="25086"/>
                    <a:pt x="46044" y="24287"/>
                    <a:pt x="46512" y="23818"/>
                  </a:cubicBezTo>
                  <a:cubicBezTo>
                    <a:pt x="47091" y="23240"/>
                    <a:pt x="47532" y="22799"/>
                    <a:pt x="48000" y="22220"/>
                  </a:cubicBezTo>
                  <a:lnTo>
                    <a:pt x="48331" y="22220"/>
                  </a:lnTo>
                  <a:cubicBezTo>
                    <a:pt x="48468" y="22110"/>
                    <a:pt x="48468" y="21862"/>
                    <a:pt x="48331" y="21862"/>
                  </a:cubicBezTo>
                  <a:lnTo>
                    <a:pt x="48110" y="21862"/>
                  </a:lnTo>
                  <a:cubicBezTo>
                    <a:pt x="48799" y="18666"/>
                    <a:pt x="48331" y="14973"/>
                    <a:pt x="48468" y="11777"/>
                  </a:cubicBezTo>
                  <a:cubicBezTo>
                    <a:pt x="48579" y="7975"/>
                    <a:pt x="48689" y="4310"/>
                    <a:pt x="48331" y="618"/>
                  </a:cubicBezTo>
                  <a:cubicBezTo>
                    <a:pt x="48331" y="456"/>
                    <a:pt x="48213" y="354"/>
                    <a:pt x="48106" y="354"/>
                  </a:cubicBezTo>
                  <a:cubicBezTo>
                    <a:pt x="48067" y="354"/>
                    <a:pt x="48030" y="368"/>
                    <a:pt x="48000" y="397"/>
                  </a:cubicBezTo>
                  <a:cubicBezTo>
                    <a:pt x="46205" y="86"/>
                    <a:pt x="44346" y="14"/>
                    <a:pt x="42491" y="14"/>
                  </a:cubicBezTo>
                  <a:cubicBezTo>
                    <a:pt x="40902" y="14"/>
                    <a:pt x="39316" y="67"/>
                    <a:pt x="37777" y="67"/>
                  </a:cubicBezTo>
                  <a:lnTo>
                    <a:pt x="15045" y="67"/>
                  </a:lnTo>
                  <a:cubicBezTo>
                    <a:pt x="13274" y="67"/>
                    <a:pt x="11473" y="1"/>
                    <a:pt x="96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38"/>
            <p:cNvSpPr/>
            <p:nvPr/>
          </p:nvSpPr>
          <p:spPr>
            <a:xfrm>
              <a:off x="6707613" y="3206524"/>
              <a:ext cx="1758752" cy="949127"/>
            </a:xfrm>
            <a:custGeom>
              <a:rect b="b" l="l" r="r" t="t"/>
              <a:pathLst>
                <a:path extrusionOk="0" h="26350" w="48800">
                  <a:moveTo>
                    <a:pt x="4024" y="1196"/>
                  </a:moveTo>
                  <a:cubicBezTo>
                    <a:pt x="4024" y="1554"/>
                    <a:pt x="3913" y="1885"/>
                    <a:pt x="3913" y="2354"/>
                  </a:cubicBezTo>
                  <a:cubicBezTo>
                    <a:pt x="2866" y="2932"/>
                    <a:pt x="1957" y="3841"/>
                    <a:pt x="1158" y="4641"/>
                  </a:cubicBezTo>
                  <a:cubicBezTo>
                    <a:pt x="1158" y="4310"/>
                    <a:pt x="1158" y="4062"/>
                    <a:pt x="1048" y="3841"/>
                  </a:cubicBezTo>
                  <a:cubicBezTo>
                    <a:pt x="1158" y="3841"/>
                    <a:pt x="1158" y="3841"/>
                    <a:pt x="1158" y="3731"/>
                  </a:cubicBezTo>
                  <a:cubicBezTo>
                    <a:pt x="1847" y="3373"/>
                    <a:pt x="2536" y="2684"/>
                    <a:pt x="3114" y="2133"/>
                  </a:cubicBezTo>
                  <a:cubicBezTo>
                    <a:pt x="3445" y="1885"/>
                    <a:pt x="3803" y="1554"/>
                    <a:pt x="4024" y="1196"/>
                  </a:cubicBezTo>
                  <a:close/>
                  <a:moveTo>
                    <a:pt x="3803" y="2684"/>
                  </a:moveTo>
                  <a:cubicBezTo>
                    <a:pt x="3803" y="3153"/>
                    <a:pt x="3803" y="3621"/>
                    <a:pt x="3693" y="4062"/>
                  </a:cubicBezTo>
                  <a:cubicBezTo>
                    <a:pt x="3335" y="4310"/>
                    <a:pt x="3004" y="4641"/>
                    <a:pt x="2756" y="4889"/>
                  </a:cubicBezTo>
                  <a:cubicBezTo>
                    <a:pt x="2178" y="5219"/>
                    <a:pt x="1737" y="5688"/>
                    <a:pt x="1268" y="6018"/>
                  </a:cubicBezTo>
                  <a:lnTo>
                    <a:pt x="1268" y="6128"/>
                  </a:lnTo>
                  <a:cubicBezTo>
                    <a:pt x="1268" y="5688"/>
                    <a:pt x="1268" y="5219"/>
                    <a:pt x="1158" y="4751"/>
                  </a:cubicBezTo>
                  <a:cubicBezTo>
                    <a:pt x="1737" y="4420"/>
                    <a:pt x="2178" y="3952"/>
                    <a:pt x="2756" y="3511"/>
                  </a:cubicBezTo>
                  <a:cubicBezTo>
                    <a:pt x="3114" y="3263"/>
                    <a:pt x="3445" y="2932"/>
                    <a:pt x="3803" y="2684"/>
                  </a:cubicBezTo>
                  <a:close/>
                  <a:moveTo>
                    <a:pt x="3693" y="4530"/>
                  </a:moveTo>
                  <a:lnTo>
                    <a:pt x="3693" y="5577"/>
                  </a:lnTo>
                  <a:cubicBezTo>
                    <a:pt x="3445" y="5798"/>
                    <a:pt x="3225" y="5908"/>
                    <a:pt x="3004" y="6128"/>
                  </a:cubicBezTo>
                  <a:cubicBezTo>
                    <a:pt x="2536" y="6487"/>
                    <a:pt x="1957" y="6817"/>
                    <a:pt x="1489" y="7286"/>
                  </a:cubicBezTo>
                  <a:cubicBezTo>
                    <a:pt x="1378" y="7286"/>
                    <a:pt x="1489" y="7396"/>
                    <a:pt x="1626" y="7396"/>
                  </a:cubicBezTo>
                  <a:cubicBezTo>
                    <a:pt x="2067" y="7065"/>
                    <a:pt x="2646" y="6707"/>
                    <a:pt x="3225" y="6376"/>
                  </a:cubicBezTo>
                  <a:cubicBezTo>
                    <a:pt x="3335" y="6266"/>
                    <a:pt x="3445" y="6128"/>
                    <a:pt x="3693" y="6018"/>
                  </a:cubicBezTo>
                  <a:lnTo>
                    <a:pt x="3693" y="6955"/>
                  </a:lnTo>
                  <a:cubicBezTo>
                    <a:pt x="3445" y="7065"/>
                    <a:pt x="3335" y="7286"/>
                    <a:pt x="3114" y="7396"/>
                  </a:cubicBezTo>
                  <a:cubicBezTo>
                    <a:pt x="2646" y="7754"/>
                    <a:pt x="2178" y="8195"/>
                    <a:pt x="1626" y="8553"/>
                  </a:cubicBezTo>
                  <a:cubicBezTo>
                    <a:pt x="1626" y="8631"/>
                    <a:pt x="1626" y="8709"/>
                    <a:pt x="1665" y="8709"/>
                  </a:cubicBezTo>
                  <a:cubicBezTo>
                    <a:pt x="1682" y="8709"/>
                    <a:pt x="1704" y="8696"/>
                    <a:pt x="1737" y="8663"/>
                  </a:cubicBezTo>
                  <a:cubicBezTo>
                    <a:pt x="2315" y="8443"/>
                    <a:pt x="2756" y="8085"/>
                    <a:pt x="3225" y="7644"/>
                  </a:cubicBezTo>
                  <a:cubicBezTo>
                    <a:pt x="3335" y="7644"/>
                    <a:pt x="3555" y="7506"/>
                    <a:pt x="3693" y="7396"/>
                  </a:cubicBezTo>
                  <a:lnTo>
                    <a:pt x="3693" y="7975"/>
                  </a:lnTo>
                  <a:cubicBezTo>
                    <a:pt x="3335" y="8195"/>
                    <a:pt x="3004" y="8553"/>
                    <a:pt x="2646" y="8774"/>
                  </a:cubicBezTo>
                  <a:cubicBezTo>
                    <a:pt x="2178" y="9132"/>
                    <a:pt x="1847" y="9463"/>
                    <a:pt x="1378" y="9821"/>
                  </a:cubicBezTo>
                  <a:cubicBezTo>
                    <a:pt x="1378" y="8553"/>
                    <a:pt x="1378" y="7396"/>
                    <a:pt x="1268" y="6128"/>
                  </a:cubicBezTo>
                  <a:lnTo>
                    <a:pt x="1268" y="6128"/>
                  </a:lnTo>
                  <a:lnTo>
                    <a:pt x="1378" y="6266"/>
                  </a:lnTo>
                  <a:cubicBezTo>
                    <a:pt x="1957" y="5908"/>
                    <a:pt x="2536" y="5440"/>
                    <a:pt x="3004" y="5109"/>
                  </a:cubicBezTo>
                  <a:cubicBezTo>
                    <a:pt x="3225" y="4889"/>
                    <a:pt x="3445" y="4751"/>
                    <a:pt x="3693" y="4530"/>
                  </a:cubicBezTo>
                  <a:close/>
                  <a:moveTo>
                    <a:pt x="3693" y="8443"/>
                  </a:moveTo>
                  <a:lnTo>
                    <a:pt x="3693" y="10041"/>
                  </a:lnTo>
                  <a:cubicBezTo>
                    <a:pt x="3335" y="10262"/>
                    <a:pt x="3004" y="10510"/>
                    <a:pt x="2756" y="10730"/>
                  </a:cubicBezTo>
                  <a:cubicBezTo>
                    <a:pt x="2315" y="11088"/>
                    <a:pt x="1847" y="11419"/>
                    <a:pt x="1378" y="11777"/>
                  </a:cubicBezTo>
                  <a:lnTo>
                    <a:pt x="1378" y="10041"/>
                  </a:lnTo>
                  <a:cubicBezTo>
                    <a:pt x="1847" y="9821"/>
                    <a:pt x="2315" y="9463"/>
                    <a:pt x="2756" y="9132"/>
                  </a:cubicBezTo>
                  <a:cubicBezTo>
                    <a:pt x="3114" y="8884"/>
                    <a:pt x="3335" y="8663"/>
                    <a:pt x="3693" y="8443"/>
                  </a:cubicBezTo>
                  <a:close/>
                  <a:moveTo>
                    <a:pt x="3803" y="10510"/>
                  </a:moveTo>
                  <a:lnTo>
                    <a:pt x="3803" y="11419"/>
                  </a:lnTo>
                  <a:lnTo>
                    <a:pt x="3803" y="11777"/>
                  </a:lnTo>
                  <a:cubicBezTo>
                    <a:pt x="3335" y="11998"/>
                    <a:pt x="2866" y="12328"/>
                    <a:pt x="2536" y="12576"/>
                  </a:cubicBezTo>
                  <a:cubicBezTo>
                    <a:pt x="2178" y="12907"/>
                    <a:pt x="1737" y="13155"/>
                    <a:pt x="1378" y="13375"/>
                  </a:cubicBezTo>
                  <a:lnTo>
                    <a:pt x="1378" y="11998"/>
                  </a:lnTo>
                  <a:lnTo>
                    <a:pt x="1489" y="11998"/>
                  </a:lnTo>
                  <a:cubicBezTo>
                    <a:pt x="2067" y="11639"/>
                    <a:pt x="2536" y="11309"/>
                    <a:pt x="3114" y="10950"/>
                  </a:cubicBezTo>
                  <a:cubicBezTo>
                    <a:pt x="3335" y="10840"/>
                    <a:pt x="3555" y="10620"/>
                    <a:pt x="3803" y="10510"/>
                  </a:cubicBezTo>
                  <a:close/>
                  <a:moveTo>
                    <a:pt x="3803" y="12218"/>
                  </a:moveTo>
                  <a:cubicBezTo>
                    <a:pt x="3803" y="12576"/>
                    <a:pt x="3803" y="13017"/>
                    <a:pt x="3913" y="13485"/>
                  </a:cubicBezTo>
                  <a:cubicBezTo>
                    <a:pt x="3004" y="13844"/>
                    <a:pt x="2315" y="14533"/>
                    <a:pt x="1489" y="14973"/>
                  </a:cubicBezTo>
                  <a:cubicBezTo>
                    <a:pt x="1489" y="14643"/>
                    <a:pt x="1378" y="14395"/>
                    <a:pt x="1378" y="14064"/>
                  </a:cubicBezTo>
                  <a:lnTo>
                    <a:pt x="1378" y="13706"/>
                  </a:lnTo>
                  <a:cubicBezTo>
                    <a:pt x="1847" y="13375"/>
                    <a:pt x="2315" y="13155"/>
                    <a:pt x="2756" y="12797"/>
                  </a:cubicBezTo>
                  <a:cubicBezTo>
                    <a:pt x="3114" y="12686"/>
                    <a:pt x="3555" y="12466"/>
                    <a:pt x="3803" y="12218"/>
                  </a:cubicBezTo>
                  <a:close/>
                  <a:moveTo>
                    <a:pt x="3913" y="13844"/>
                  </a:moveTo>
                  <a:lnTo>
                    <a:pt x="3913" y="15332"/>
                  </a:lnTo>
                  <a:cubicBezTo>
                    <a:pt x="3693" y="15552"/>
                    <a:pt x="3335" y="15772"/>
                    <a:pt x="3114" y="16020"/>
                  </a:cubicBezTo>
                  <a:cubicBezTo>
                    <a:pt x="2646" y="16461"/>
                    <a:pt x="2178" y="16930"/>
                    <a:pt x="1626" y="17150"/>
                  </a:cubicBezTo>
                  <a:cubicBezTo>
                    <a:pt x="1489" y="16599"/>
                    <a:pt x="1489" y="15910"/>
                    <a:pt x="1489" y="15332"/>
                  </a:cubicBezTo>
                  <a:cubicBezTo>
                    <a:pt x="2315" y="14973"/>
                    <a:pt x="3225" y="14533"/>
                    <a:pt x="3913" y="13844"/>
                  </a:cubicBezTo>
                  <a:close/>
                  <a:moveTo>
                    <a:pt x="4024" y="15772"/>
                  </a:moveTo>
                  <a:lnTo>
                    <a:pt x="4024" y="16930"/>
                  </a:lnTo>
                  <a:lnTo>
                    <a:pt x="3335" y="17619"/>
                  </a:lnTo>
                  <a:cubicBezTo>
                    <a:pt x="2756" y="17977"/>
                    <a:pt x="2315" y="18418"/>
                    <a:pt x="1737" y="18776"/>
                  </a:cubicBezTo>
                  <a:lnTo>
                    <a:pt x="1737" y="18886"/>
                  </a:lnTo>
                  <a:cubicBezTo>
                    <a:pt x="1634" y="18346"/>
                    <a:pt x="1627" y="17903"/>
                    <a:pt x="1626" y="17398"/>
                  </a:cubicBezTo>
                  <a:lnTo>
                    <a:pt x="1626" y="17398"/>
                  </a:lnTo>
                  <a:cubicBezTo>
                    <a:pt x="2178" y="17150"/>
                    <a:pt x="2646" y="16820"/>
                    <a:pt x="3114" y="16461"/>
                  </a:cubicBezTo>
                  <a:cubicBezTo>
                    <a:pt x="3445" y="16241"/>
                    <a:pt x="3693" y="16020"/>
                    <a:pt x="4024" y="15772"/>
                  </a:cubicBezTo>
                  <a:close/>
                  <a:moveTo>
                    <a:pt x="4134" y="17398"/>
                  </a:moveTo>
                  <a:cubicBezTo>
                    <a:pt x="4134" y="17839"/>
                    <a:pt x="4134" y="18197"/>
                    <a:pt x="4244" y="18666"/>
                  </a:cubicBezTo>
                  <a:cubicBezTo>
                    <a:pt x="3913" y="18886"/>
                    <a:pt x="3693" y="19107"/>
                    <a:pt x="3445" y="19354"/>
                  </a:cubicBezTo>
                  <a:cubicBezTo>
                    <a:pt x="2866" y="19795"/>
                    <a:pt x="2426" y="20154"/>
                    <a:pt x="1847" y="20594"/>
                  </a:cubicBezTo>
                  <a:cubicBezTo>
                    <a:pt x="1737" y="20043"/>
                    <a:pt x="1737" y="19465"/>
                    <a:pt x="1737" y="18996"/>
                  </a:cubicBezTo>
                  <a:lnTo>
                    <a:pt x="1847" y="18996"/>
                  </a:lnTo>
                  <a:cubicBezTo>
                    <a:pt x="2315" y="18666"/>
                    <a:pt x="2866" y="18307"/>
                    <a:pt x="3445" y="17977"/>
                  </a:cubicBezTo>
                  <a:cubicBezTo>
                    <a:pt x="3693" y="17729"/>
                    <a:pt x="3913" y="17619"/>
                    <a:pt x="4134" y="17398"/>
                  </a:cubicBezTo>
                  <a:close/>
                  <a:moveTo>
                    <a:pt x="47890" y="755"/>
                  </a:moveTo>
                  <a:cubicBezTo>
                    <a:pt x="47780" y="4420"/>
                    <a:pt x="47642" y="8085"/>
                    <a:pt x="47421" y="11777"/>
                  </a:cubicBezTo>
                  <a:cubicBezTo>
                    <a:pt x="47311" y="14863"/>
                    <a:pt x="46622" y="18666"/>
                    <a:pt x="47642" y="21752"/>
                  </a:cubicBezTo>
                  <a:cubicBezTo>
                    <a:pt x="46411" y="21493"/>
                    <a:pt x="45092" y="21422"/>
                    <a:pt x="43773" y="21422"/>
                  </a:cubicBezTo>
                  <a:cubicBezTo>
                    <a:pt x="42140" y="21422"/>
                    <a:pt x="40508" y="21531"/>
                    <a:pt x="39045" y="21531"/>
                  </a:cubicBezTo>
                  <a:cubicBezTo>
                    <a:pt x="35022" y="21531"/>
                    <a:pt x="31109" y="21642"/>
                    <a:pt x="27114" y="21752"/>
                  </a:cubicBezTo>
                  <a:cubicBezTo>
                    <a:pt x="23091" y="21862"/>
                    <a:pt x="19178" y="21862"/>
                    <a:pt x="15156" y="21972"/>
                  </a:cubicBezTo>
                  <a:cubicBezTo>
                    <a:pt x="13025" y="21972"/>
                    <a:pt x="10882" y="21874"/>
                    <a:pt x="8734" y="21874"/>
                  </a:cubicBezTo>
                  <a:cubicBezTo>
                    <a:pt x="7661" y="21874"/>
                    <a:pt x="6586" y="21899"/>
                    <a:pt x="5512" y="21972"/>
                  </a:cubicBezTo>
                  <a:cubicBezTo>
                    <a:pt x="5512" y="18307"/>
                    <a:pt x="5071" y="14643"/>
                    <a:pt x="4933" y="10950"/>
                  </a:cubicBezTo>
                  <a:cubicBezTo>
                    <a:pt x="4823" y="7644"/>
                    <a:pt x="5071" y="4200"/>
                    <a:pt x="4602" y="866"/>
                  </a:cubicBezTo>
                  <a:lnTo>
                    <a:pt x="4602" y="866"/>
                  </a:lnTo>
                  <a:cubicBezTo>
                    <a:pt x="6269" y="1086"/>
                    <a:pt x="7964" y="1141"/>
                    <a:pt x="9658" y="1141"/>
                  </a:cubicBezTo>
                  <a:cubicBezTo>
                    <a:pt x="11353" y="1141"/>
                    <a:pt x="13048" y="1086"/>
                    <a:pt x="14715" y="1086"/>
                  </a:cubicBezTo>
                  <a:lnTo>
                    <a:pt x="37309" y="1086"/>
                  </a:lnTo>
                  <a:cubicBezTo>
                    <a:pt x="38840" y="1086"/>
                    <a:pt x="40420" y="1130"/>
                    <a:pt x="42005" y="1130"/>
                  </a:cubicBezTo>
                  <a:cubicBezTo>
                    <a:pt x="43986" y="1130"/>
                    <a:pt x="45976" y="1062"/>
                    <a:pt x="47890" y="755"/>
                  </a:cubicBezTo>
                  <a:close/>
                  <a:moveTo>
                    <a:pt x="4244" y="19107"/>
                  </a:moveTo>
                  <a:cubicBezTo>
                    <a:pt x="4382" y="19465"/>
                    <a:pt x="4382" y="19795"/>
                    <a:pt x="4382" y="20154"/>
                  </a:cubicBezTo>
                  <a:cubicBezTo>
                    <a:pt x="3913" y="20374"/>
                    <a:pt x="3555" y="20732"/>
                    <a:pt x="3114" y="21063"/>
                  </a:cubicBezTo>
                  <a:cubicBezTo>
                    <a:pt x="2756" y="21421"/>
                    <a:pt x="2315" y="21752"/>
                    <a:pt x="1957" y="22110"/>
                  </a:cubicBezTo>
                  <a:cubicBezTo>
                    <a:pt x="1847" y="21642"/>
                    <a:pt x="1847" y="21173"/>
                    <a:pt x="1847" y="20842"/>
                  </a:cubicBezTo>
                  <a:cubicBezTo>
                    <a:pt x="2536" y="20484"/>
                    <a:pt x="3004" y="20043"/>
                    <a:pt x="3555" y="19685"/>
                  </a:cubicBezTo>
                  <a:cubicBezTo>
                    <a:pt x="3803" y="19465"/>
                    <a:pt x="4024" y="19354"/>
                    <a:pt x="4244" y="19107"/>
                  </a:cubicBezTo>
                  <a:close/>
                  <a:moveTo>
                    <a:pt x="7492" y="23426"/>
                  </a:moveTo>
                  <a:cubicBezTo>
                    <a:pt x="7480" y="23426"/>
                    <a:pt x="7468" y="23442"/>
                    <a:pt x="7468" y="23488"/>
                  </a:cubicBezTo>
                  <a:cubicBezTo>
                    <a:pt x="7541" y="23488"/>
                    <a:pt x="7517" y="23426"/>
                    <a:pt x="7492" y="23426"/>
                  </a:cubicBezTo>
                  <a:close/>
                  <a:moveTo>
                    <a:pt x="4492" y="20484"/>
                  </a:moveTo>
                  <a:cubicBezTo>
                    <a:pt x="4492" y="20842"/>
                    <a:pt x="4602" y="21173"/>
                    <a:pt x="4602" y="21531"/>
                  </a:cubicBezTo>
                  <a:cubicBezTo>
                    <a:pt x="3555" y="21862"/>
                    <a:pt x="2646" y="22799"/>
                    <a:pt x="1957" y="23708"/>
                  </a:cubicBezTo>
                  <a:lnTo>
                    <a:pt x="1957" y="22330"/>
                  </a:lnTo>
                  <a:cubicBezTo>
                    <a:pt x="2426" y="21862"/>
                    <a:pt x="3004" y="21531"/>
                    <a:pt x="3445" y="21173"/>
                  </a:cubicBezTo>
                  <a:cubicBezTo>
                    <a:pt x="3803" y="20953"/>
                    <a:pt x="4134" y="20732"/>
                    <a:pt x="4492" y="20484"/>
                  </a:cubicBezTo>
                  <a:close/>
                  <a:moveTo>
                    <a:pt x="4713" y="21752"/>
                  </a:moveTo>
                  <a:cubicBezTo>
                    <a:pt x="4713" y="21972"/>
                    <a:pt x="4823" y="22110"/>
                    <a:pt x="4823" y="22330"/>
                  </a:cubicBezTo>
                  <a:cubicBezTo>
                    <a:pt x="4134" y="22551"/>
                    <a:pt x="3555" y="23240"/>
                    <a:pt x="3114" y="23708"/>
                  </a:cubicBezTo>
                  <a:cubicBezTo>
                    <a:pt x="2866" y="23929"/>
                    <a:pt x="2426" y="24287"/>
                    <a:pt x="1957" y="24617"/>
                  </a:cubicBezTo>
                  <a:lnTo>
                    <a:pt x="1957" y="24039"/>
                  </a:lnTo>
                  <a:cubicBezTo>
                    <a:pt x="2426" y="23598"/>
                    <a:pt x="3004" y="23129"/>
                    <a:pt x="3445" y="22661"/>
                  </a:cubicBezTo>
                  <a:cubicBezTo>
                    <a:pt x="3913" y="22441"/>
                    <a:pt x="4382" y="22110"/>
                    <a:pt x="4713" y="21752"/>
                  </a:cubicBezTo>
                  <a:close/>
                  <a:moveTo>
                    <a:pt x="45134" y="22441"/>
                  </a:moveTo>
                  <a:lnTo>
                    <a:pt x="45134" y="22441"/>
                  </a:lnTo>
                  <a:cubicBezTo>
                    <a:pt x="44198" y="23019"/>
                    <a:pt x="43646" y="23818"/>
                    <a:pt x="43068" y="24617"/>
                  </a:cubicBezTo>
                  <a:lnTo>
                    <a:pt x="41690" y="24617"/>
                  </a:lnTo>
                  <a:cubicBezTo>
                    <a:pt x="42379" y="23929"/>
                    <a:pt x="43178" y="23350"/>
                    <a:pt x="43509" y="22551"/>
                  </a:cubicBezTo>
                  <a:cubicBezTo>
                    <a:pt x="44087" y="22551"/>
                    <a:pt x="44556" y="22551"/>
                    <a:pt x="45134" y="22441"/>
                  </a:cubicBezTo>
                  <a:close/>
                  <a:moveTo>
                    <a:pt x="46953" y="22330"/>
                  </a:moveTo>
                  <a:cubicBezTo>
                    <a:pt x="46622" y="22661"/>
                    <a:pt x="46264" y="22909"/>
                    <a:pt x="45933" y="23240"/>
                  </a:cubicBezTo>
                  <a:cubicBezTo>
                    <a:pt x="45355" y="23598"/>
                    <a:pt x="44666" y="24039"/>
                    <a:pt x="44446" y="24617"/>
                  </a:cubicBezTo>
                  <a:lnTo>
                    <a:pt x="43398" y="24617"/>
                  </a:lnTo>
                  <a:cubicBezTo>
                    <a:pt x="44087" y="23929"/>
                    <a:pt x="44886" y="23240"/>
                    <a:pt x="45355" y="22441"/>
                  </a:cubicBezTo>
                  <a:cubicBezTo>
                    <a:pt x="45933" y="22441"/>
                    <a:pt x="46402" y="22441"/>
                    <a:pt x="46953" y="22330"/>
                  </a:cubicBezTo>
                  <a:close/>
                  <a:moveTo>
                    <a:pt x="39954" y="22441"/>
                  </a:moveTo>
                  <a:cubicBezTo>
                    <a:pt x="39155" y="23129"/>
                    <a:pt x="38356" y="23818"/>
                    <a:pt x="37667" y="24507"/>
                  </a:cubicBezTo>
                  <a:cubicBezTo>
                    <a:pt x="37557" y="24617"/>
                    <a:pt x="37557" y="24617"/>
                    <a:pt x="37557" y="24728"/>
                  </a:cubicBezTo>
                  <a:lnTo>
                    <a:pt x="36400" y="24728"/>
                  </a:lnTo>
                  <a:cubicBezTo>
                    <a:pt x="36868" y="24287"/>
                    <a:pt x="37309" y="23929"/>
                    <a:pt x="37777" y="23598"/>
                  </a:cubicBezTo>
                  <a:cubicBezTo>
                    <a:pt x="38246" y="23240"/>
                    <a:pt x="38825" y="22909"/>
                    <a:pt x="39265" y="22441"/>
                  </a:cubicBezTo>
                  <a:close/>
                  <a:moveTo>
                    <a:pt x="41911" y="22441"/>
                  </a:moveTo>
                  <a:cubicBezTo>
                    <a:pt x="42379" y="22441"/>
                    <a:pt x="42710" y="22551"/>
                    <a:pt x="43178" y="22551"/>
                  </a:cubicBezTo>
                  <a:cubicBezTo>
                    <a:pt x="42489" y="23019"/>
                    <a:pt x="42021" y="23818"/>
                    <a:pt x="41580" y="24397"/>
                  </a:cubicBezTo>
                  <a:cubicBezTo>
                    <a:pt x="41442" y="24507"/>
                    <a:pt x="41442" y="24507"/>
                    <a:pt x="41580" y="24617"/>
                  </a:cubicBezTo>
                  <a:cubicBezTo>
                    <a:pt x="40312" y="24617"/>
                    <a:pt x="39045" y="24617"/>
                    <a:pt x="37888" y="24728"/>
                  </a:cubicBezTo>
                  <a:cubicBezTo>
                    <a:pt x="38687" y="23929"/>
                    <a:pt x="39624" y="23240"/>
                    <a:pt x="40423" y="22441"/>
                  </a:cubicBezTo>
                  <a:lnTo>
                    <a:pt x="41442" y="22441"/>
                  </a:lnTo>
                  <a:cubicBezTo>
                    <a:pt x="41222" y="22661"/>
                    <a:pt x="41112" y="22909"/>
                    <a:pt x="40891" y="23129"/>
                  </a:cubicBezTo>
                  <a:cubicBezTo>
                    <a:pt x="40423" y="23488"/>
                    <a:pt x="40064" y="23929"/>
                    <a:pt x="39734" y="24287"/>
                  </a:cubicBezTo>
                  <a:cubicBezTo>
                    <a:pt x="39645" y="24376"/>
                    <a:pt x="39700" y="24537"/>
                    <a:pt x="39782" y="24537"/>
                  </a:cubicBezTo>
                  <a:cubicBezTo>
                    <a:pt x="39802" y="24537"/>
                    <a:pt x="39823" y="24528"/>
                    <a:pt x="39844" y="24507"/>
                  </a:cubicBezTo>
                  <a:cubicBezTo>
                    <a:pt x="40202" y="24039"/>
                    <a:pt x="40643" y="23708"/>
                    <a:pt x="41112" y="23350"/>
                  </a:cubicBezTo>
                  <a:cubicBezTo>
                    <a:pt x="41332" y="23129"/>
                    <a:pt x="41690" y="22799"/>
                    <a:pt x="41911" y="22441"/>
                  </a:cubicBezTo>
                  <a:close/>
                  <a:moveTo>
                    <a:pt x="36620" y="22551"/>
                  </a:moveTo>
                  <a:lnTo>
                    <a:pt x="35931" y="23240"/>
                  </a:lnTo>
                  <a:cubicBezTo>
                    <a:pt x="35380" y="23708"/>
                    <a:pt x="34802" y="24287"/>
                    <a:pt x="34223" y="24865"/>
                  </a:cubicBezTo>
                  <a:lnTo>
                    <a:pt x="33176" y="24865"/>
                  </a:lnTo>
                  <a:cubicBezTo>
                    <a:pt x="33644" y="24507"/>
                    <a:pt x="34113" y="24176"/>
                    <a:pt x="34443" y="23708"/>
                  </a:cubicBezTo>
                  <a:cubicBezTo>
                    <a:pt x="34912" y="23350"/>
                    <a:pt x="35490" y="23019"/>
                    <a:pt x="35821" y="22551"/>
                  </a:cubicBezTo>
                  <a:close/>
                  <a:moveTo>
                    <a:pt x="38687" y="22441"/>
                  </a:moveTo>
                  <a:cubicBezTo>
                    <a:pt x="38356" y="22661"/>
                    <a:pt x="37888" y="23019"/>
                    <a:pt x="37557" y="23240"/>
                  </a:cubicBezTo>
                  <a:cubicBezTo>
                    <a:pt x="36978" y="23708"/>
                    <a:pt x="36510" y="24287"/>
                    <a:pt x="36069" y="24728"/>
                  </a:cubicBezTo>
                  <a:cubicBezTo>
                    <a:pt x="35601" y="24728"/>
                    <a:pt x="35132" y="24728"/>
                    <a:pt x="34802" y="24865"/>
                  </a:cubicBezTo>
                  <a:cubicBezTo>
                    <a:pt x="35242" y="24397"/>
                    <a:pt x="35711" y="23929"/>
                    <a:pt x="36179" y="23598"/>
                  </a:cubicBezTo>
                  <a:cubicBezTo>
                    <a:pt x="36620" y="23240"/>
                    <a:pt x="36978" y="22909"/>
                    <a:pt x="37309" y="22551"/>
                  </a:cubicBezTo>
                  <a:cubicBezTo>
                    <a:pt x="37777" y="22551"/>
                    <a:pt x="38246" y="22441"/>
                    <a:pt x="38687" y="22441"/>
                  </a:cubicBezTo>
                  <a:close/>
                  <a:moveTo>
                    <a:pt x="35242" y="22551"/>
                  </a:moveTo>
                  <a:cubicBezTo>
                    <a:pt x="34912" y="22799"/>
                    <a:pt x="34554" y="23240"/>
                    <a:pt x="34223" y="23488"/>
                  </a:cubicBezTo>
                  <a:cubicBezTo>
                    <a:pt x="33755" y="23929"/>
                    <a:pt x="33314" y="24397"/>
                    <a:pt x="32735" y="24865"/>
                  </a:cubicBezTo>
                  <a:cubicBezTo>
                    <a:pt x="32267" y="24865"/>
                    <a:pt x="31798" y="24976"/>
                    <a:pt x="31247" y="24976"/>
                  </a:cubicBezTo>
                  <a:cubicBezTo>
                    <a:pt x="32156" y="24176"/>
                    <a:pt x="33066" y="23488"/>
                    <a:pt x="33865" y="22551"/>
                  </a:cubicBezTo>
                  <a:close/>
                  <a:moveTo>
                    <a:pt x="5071" y="22909"/>
                  </a:moveTo>
                  <a:cubicBezTo>
                    <a:pt x="5181" y="22909"/>
                    <a:pt x="5291" y="23019"/>
                    <a:pt x="5291" y="23019"/>
                  </a:cubicBezTo>
                  <a:lnTo>
                    <a:pt x="6090" y="23019"/>
                  </a:lnTo>
                  <a:cubicBezTo>
                    <a:pt x="5181" y="23708"/>
                    <a:pt x="4382" y="24397"/>
                    <a:pt x="3445" y="25086"/>
                  </a:cubicBezTo>
                  <a:lnTo>
                    <a:pt x="2756" y="25086"/>
                  </a:lnTo>
                  <a:cubicBezTo>
                    <a:pt x="3004" y="24865"/>
                    <a:pt x="3335" y="24617"/>
                    <a:pt x="3555" y="24397"/>
                  </a:cubicBezTo>
                  <a:cubicBezTo>
                    <a:pt x="4134" y="23929"/>
                    <a:pt x="4602" y="23488"/>
                    <a:pt x="5071" y="22909"/>
                  </a:cubicBezTo>
                  <a:close/>
                  <a:moveTo>
                    <a:pt x="33176" y="22551"/>
                  </a:moveTo>
                  <a:lnTo>
                    <a:pt x="33176" y="22551"/>
                  </a:lnTo>
                  <a:cubicBezTo>
                    <a:pt x="32377" y="23350"/>
                    <a:pt x="31578" y="24176"/>
                    <a:pt x="30889" y="24976"/>
                  </a:cubicBezTo>
                  <a:cubicBezTo>
                    <a:pt x="30090" y="24976"/>
                    <a:pt x="29181" y="25086"/>
                    <a:pt x="28354" y="25086"/>
                  </a:cubicBezTo>
                  <a:cubicBezTo>
                    <a:pt x="29181" y="24397"/>
                    <a:pt x="29980" y="23598"/>
                    <a:pt x="30558" y="22661"/>
                  </a:cubicBezTo>
                  <a:lnTo>
                    <a:pt x="31798" y="22661"/>
                  </a:lnTo>
                  <a:cubicBezTo>
                    <a:pt x="31468" y="22909"/>
                    <a:pt x="31247" y="23240"/>
                    <a:pt x="30999" y="23488"/>
                  </a:cubicBezTo>
                  <a:cubicBezTo>
                    <a:pt x="30558" y="23929"/>
                    <a:pt x="30090" y="24397"/>
                    <a:pt x="29621" y="24865"/>
                  </a:cubicBezTo>
                  <a:cubicBezTo>
                    <a:pt x="29621" y="24943"/>
                    <a:pt x="29677" y="25021"/>
                    <a:pt x="29709" y="25021"/>
                  </a:cubicBezTo>
                  <a:cubicBezTo>
                    <a:pt x="29722" y="25021"/>
                    <a:pt x="29732" y="25008"/>
                    <a:pt x="29732" y="24976"/>
                  </a:cubicBezTo>
                  <a:cubicBezTo>
                    <a:pt x="30200" y="24617"/>
                    <a:pt x="30668" y="24176"/>
                    <a:pt x="31109" y="23708"/>
                  </a:cubicBezTo>
                  <a:cubicBezTo>
                    <a:pt x="31468" y="23350"/>
                    <a:pt x="31936" y="23019"/>
                    <a:pt x="32156" y="22661"/>
                  </a:cubicBezTo>
                  <a:cubicBezTo>
                    <a:pt x="32487" y="22661"/>
                    <a:pt x="32845" y="22661"/>
                    <a:pt x="33176" y="22551"/>
                  </a:cubicBezTo>
                  <a:close/>
                  <a:moveTo>
                    <a:pt x="6200" y="23019"/>
                  </a:moveTo>
                  <a:cubicBezTo>
                    <a:pt x="7137" y="23129"/>
                    <a:pt x="7936" y="23129"/>
                    <a:pt x="8846" y="23129"/>
                  </a:cubicBezTo>
                  <a:cubicBezTo>
                    <a:pt x="8515" y="23488"/>
                    <a:pt x="8157" y="23708"/>
                    <a:pt x="7826" y="24039"/>
                  </a:cubicBezTo>
                  <a:cubicBezTo>
                    <a:pt x="7468" y="24397"/>
                    <a:pt x="6999" y="24728"/>
                    <a:pt x="6669" y="25196"/>
                  </a:cubicBezTo>
                  <a:cubicBezTo>
                    <a:pt x="6311" y="25196"/>
                    <a:pt x="5870" y="25196"/>
                    <a:pt x="5512" y="25086"/>
                  </a:cubicBezTo>
                  <a:cubicBezTo>
                    <a:pt x="5870" y="24976"/>
                    <a:pt x="6090" y="24728"/>
                    <a:pt x="6311" y="24507"/>
                  </a:cubicBezTo>
                  <a:cubicBezTo>
                    <a:pt x="6779" y="24287"/>
                    <a:pt x="7247" y="23929"/>
                    <a:pt x="7468" y="23488"/>
                  </a:cubicBezTo>
                  <a:lnTo>
                    <a:pt x="7468" y="23488"/>
                  </a:lnTo>
                  <a:cubicBezTo>
                    <a:pt x="6999" y="23598"/>
                    <a:pt x="6669" y="23929"/>
                    <a:pt x="6311" y="24287"/>
                  </a:cubicBezTo>
                  <a:cubicBezTo>
                    <a:pt x="5980" y="24507"/>
                    <a:pt x="5622" y="24865"/>
                    <a:pt x="5291" y="25086"/>
                  </a:cubicBezTo>
                  <a:lnTo>
                    <a:pt x="3913" y="25086"/>
                  </a:lnTo>
                  <a:cubicBezTo>
                    <a:pt x="4823" y="24617"/>
                    <a:pt x="5622" y="23929"/>
                    <a:pt x="6200" y="23129"/>
                  </a:cubicBezTo>
                  <a:lnTo>
                    <a:pt x="6200" y="23019"/>
                  </a:lnTo>
                  <a:close/>
                  <a:moveTo>
                    <a:pt x="10582" y="23129"/>
                  </a:moveTo>
                  <a:cubicBezTo>
                    <a:pt x="10223" y="23350"/>
                    <a:pt x="9893" y="23818"/>
                    <a:pt x="9534" y="24039"/>
                  </a:cubicBezTo>
                  <a:cubicBezTo>
                    <a:pt x="9066" y="24397"/>
                    <a:pt x="8735" y="24865"/>
                    <a:pt x="8377" y="25196"/>
                  </a:cubicBezTo>
                  <a:lnTo>
                    <a:pt x="6999" y="25196"/>
                  </a:lnTo>
                  <a:lnTo>
                    <a:pt x="8047" y="24176"/>
                  </a:lnTo>
                  <a:cubicBezTo>
                    <a:pt x="8515" y="23929"/>
                    <a:pt x="8846" y="23598"/>
                    <a:pt x="9204" y="23129"/>
                  </a:cubicBezTo>
                  <a:close/>
                  <a:moveTo>
                    <a:pt x="12400" y="23129"/>
                  </a:moveTo>
                  <a:cubicBezTo>
                    <a:pt x="11959" y="23350"/>
                    <a:pt x="11601" y="23818"/>
                    <a:pt x="11133" y="24176"/>
                  </a:cubicBezTo>
                  <a:lnTo>
                    <a:pt x="10113" y="25196"/>
                  </a:lnTo>
                  <a:lnTo>
                    <a:pt x="8735" y="25196"/>
                  </a:lnTo>
                  <a:cubicBezTo>
                    <a:pt x="9066" y="24865"/>
                    <a:pt x="9314" y="24617"/>
                    <a:pt x="9645" y="24287"/>
                  </a:cubicBezTo>
                  <a:cubicBezTo>
                    <a:pt x="10113" y="23929"/>
                    <a:pt x="10582" y="23598"/>
                    <a:pt x="10912" y="23129"/>
                  </a:cubicBezTo>
                  <a:close/>
                  <a:moveTo>
                    <a:pt x="14232" y="23025"/>
                  </a:moveTo>
                  <a:cubicBezTo>
                    <a:pt x="13660" y="23249"/>
                    <a:pt x="13195" y="23821"/>
                    <a:pt x="12758" y="24176"/>
                  </a:cubicBezTo>
                  <a:cubicBezTo>
                    <a:pt x="12400" y="24507"/>
                    <a:pt x="12180" y="24865"/>
                    <a:pt x="11821" y="25196"/>
                  </a:cubicBezTo>
                  <a:lnTo>
                    <a:pt x="10444" y="25196"/>
                  </a:lnTo>
                  <a:cubicBezTo>
                    <a:pt x="10802" y="24976"/>
                    <a:pt x="11022" y="24728"/>
                    <a:pt x="11381" y="24507"/>
                  </a:cubicBezTo>
                  <a:cubicBezTo>
                    <a:pt x="11821" y="24039"/>
                    <a:pt x="12290" y="23708"/>
                    <a:pt x="12648" y="23129"/>
                  </a:cubicBezTo>
                  <a:cubicBezTo>
                    <a:pt x="13151" y="23060"/>
                    <a:pt x="13697" y="23034"/>
                    <a:pt x="14232" y="23025"/>
                  </a:cubicBezTo>
                  <a:close/>
                  <a:moveTo>
                    <a:pt x="15844" y="23019"/>
                  </a:moveTo>
                  <a:cubicBezTo>
                    <a:pt x="15404" y="23350"/>
                    <a:pt x="14935" y="23818"/>
                    <a:pt x="14467" y="24287"/>
                  </a:cubicBezTo>
                  <a:cubicBezTo>
                    <a:pt x="14136" y="24617"/>
                    <a:pt x="13888" y="24976"/>
                    <a:pt x="13557" y="25196"/>
                  </a:cubicBezTo>
                  <a:lnTo>
                    <a:pt x="12180" y="25196"/>
                  </a:lnTo>
                  <a:cubicBezTo>
                    <a:pt x="12400" y="24976"/>
                    <a:pt x="12758" y="24728"/>
                    <a:pt x="12979" y="24507"/>
                  </a:cubicBezTo>
                  <a:cubicBezTo>
                    <a:pt x="13447" y="24039"/>
                    <a:pt x="13888" y="23708"/>
                    <a:pt x="14246" y="23129"/>
                  </a:cubicBezTo>
                  <a:lnTo>
                    <a:pt x="14246" y="23025"/>
                  </a:lnTo>
                  <a:lnTo>
                    <a:pt x="14246" y="23025"/>
                  </a:lnTo>
                  <a:cubicBezTo>
                    <a:pt x="14557" y="23019"/>
                    <a:pt x="14864" y="23019"/>
                    <a:pt x="15156" y="23019"/>
                  </a:cubicBezTo>
                  <a:close/>
                  <a:moveTo>
                    <a:pt x="17222" y="23019"/>
                  </a:moveTo>
                  <a:cubicBezTo>
                    <a:pt x="16781" y="23350"/>
                    <a:pt x="16313" y="23818"/>
                    <a:pt x="15955" y="24287"/>
                  </a:cubicBezTo>
                  <a:cubicBezTo>
                    <a:pt x="15734" y="24617"/>
                    <a:pt x="15404" y="24865"/>
                    <a:pt x="15156" y="25196"/>
                  </a:cubicBezTo>
                  <a:lnTo>
                    <a:pt x="13778" y="25196"/>
                  </a:lnTo>
                  <a:cubicBezTo>
                    <a:pt x="14136" y="24976"/>
                    <a:pt x="14356" y="24728"/>
                    <a:pt x="14715" y="24507"/>
                  </a:cubicBezTo>
                  <a:cubicBezTo>
                    <a:pt x="15156" y="24039"/>
                    <a:pt x="15624" y="23598"/>
                    <a:pt x="15955" y="23129"/>
                  </a:cubicBezTo>
                  <a:cubicBezTo>
                    <a:pt x="16092" y="23019"/>
                    <a:pt x="15955" y="23019"/>
                    <a:pt x="15844" y="23019"/>
                  </a:cubicBezTo>
                  <a:close/>
                  <a:moveTo>
                    <a:pt x="25268" y="22799"/>
                  </a:moveTo>
                  <a:cubicBezTo>
                    <a:pt x="24469" y="23488"/>
                    <a:pt x="23890" y="24397"/>
                    <a:pt x="23312" y="25196"/>
                  </a:cubicBezTo>
                  <a:lnTo>
                    <a:pt x="21824" y="25196"/>
                  </a:lnTo>
                  <a:cubicBezTo>
                    <a:pt x="22512" y="24507"/>
                    <a:pt x="23422" y="23708"/>
                    <a:pt x="24000" y="22909"/>
                  </a:cubicBezTo>
                  <a:lnTo>
                    <a:pt x="24000" y="22799"/>
                  </a:lnTo>
                  <a:close/>
                  <a:moveTo>
                    <a:pt x="26866" y="22799"/>
                  </a:moveTo>
                  <a:cubicBezTo>
                    <a:pt x="26067" y="23488"/>
                    <a:pt x="25488" y="24397"/>
                    <a:pt x="24910" y="25196"/>
                  </a:cubicBezTo>
                  <a:lnTo>
                    <a:pt x="23532" y="25196"/>
                  </a:lnTo>
                  <a:cubicBezTo>
                    <a:pt x="24221" y="24397"/>
                    <a:pt x="24910" y="23708"/>
                    <a:pt x="25488" y="22799"/>
                  </a:cubicBezTo>
                  <a:close/>
                  <a:moveTo>
                    <a:pt x="30090" y="22661"/>
                  </a:moveTo>
                  <a:cubicBezTo>
                    <a:pt x="29401" y="23488"/>
                    <a:pt x="28712" y="24287"/>
                    <a:pt x="27913" y="25086"/>
                  </a:cubicBezTo>
                  <a:lnTo>
                    <a:pt x="27224" y="25086"/>
                  </a:lnTo>
                  <a:cubicBezTo>
                    <a:pt x="27803" y="24507"/>
                    <a:pt x="28492" y="23708"/>
                    <a:pt x="28712" y="22909"/>
                  </a:cubicBezTo>
                  <a:cubicBezTo>
                    <a:pt x="28789" y="22832"/>
                    <a:pt x="28704" y="22741"/>
                    <a:pt x="28646" y="22741"/>
                  </a:cubicBezTo>
                  <a:cubicBezTo>
                    <a:pt x="28622" y="22741"/>
                    <a:pt x="28602" y="22758"/>
                    <a:pt x="28602" y="22799"/>
                  </a:cubicBezTo>
                  <a:cubicBezTo>
                    <a:pt x="28134" y="23129"/>
                    <a:pt x="27913" y="23598"/>
                    <a:pt x="27665" y="24039"/>
                  </a:cubicBezTo>
                  <a:cubicBezTo>
                    <a:pt x="27334" y="24397"/>
                    <a:pt x="27114" y="24728"/>
                    <a:pt x="26866" y="25196"/>
                  </a:cubicBezTo>
                  <a:lnTo>
                    <a:pt x="25158" y="25196"/>
                  </a:lnTo>
                  <a:cubicBezTo>
                    <a:pt x="25847" y="24397"/>
                    <a:pt x="26646" y="23598"/>
                    <a:pt x="27114" y="22799"/>
                  </a:cubicBezTo>
                  <a:cubicBezTo>
                    <a:pt x="28134" y="22661"/>
                    <a:pt x="29181" y="22661"/>
                    <a:pt x="30090" y="22661"/>
                  </a:cubicBezTo>
                  <a:close/>
                  <a:moveTo>
                    <a:pt x="18848" y="22909"/>
                  </a:moveTo>
                  <a:cubicBezTo>
                    <a:pt x="18021" y="23488"/>
                    <a:pt x="17332" y="24397"/>
                    <a:pt x="16781" y="25306"/>
                  </a:cubicBezTo>
                  <a:cubicBezTo>
                    <a:pt x="16313" y="25196"/>
                    <a:pt x="15844" y="25196"/>
                    <a:pt x="15404" y="25196"/>
                  </a:cubicBezTo>
                  <a:cubicBezTo>
                    <a:pt x="15734" y="24976"/>
                    <a:pt x="15955" y="24617"/>
                    <a:pt x="16313" y="24287"/>
                  </a:cubicBezTo>
                  <a:cubicBezTo>
                    <a:pt x="16643" y="23818"/>
                    <a:pt x="17112" y="23488"/>
                    <a:pt x="17470" y="23019"/>
                  </a:cubicBezTo>
                  <a:cubicBezTo>
                    <a:pt x="17911" y="22909"/>
                    <a:pt x="18379" y="22909"/>
                    <a:pt x="18848" y="22909"/>
                  </a:cubicBezTo>
                  <a:close/>
                  <a:moveTo>
                    <a:pt x="20446" y="22909"/>
                  </a:moveTo>
                  <a:cubicBezTo>
                    <a:pt x="19647" y="23598"/>
                    <a:pt x="19068" y="24397"/>
                    <a:pt x="18379" y="25306"/>
                  </a:cubicBezTo>
                  <a:lnTo>
                    <a:pt x="17112" y="25306"/>
                  </a:lnTo>
                  <a:cubicBezTo>
                    <a:pt x="17470" y="24976"/>
                    <a:pt x="17690" y="24617"/>
                    <a:pt x="17911" y="24397"/>
                  </a:cubicBezTo>
                  <a:cubicBezTo>
                    <a:pt x="18379" y="23929"/>
                    <a:pt x="18848" y="23488"/>
                    <a:pt x="19068" y="23019"/>
                  </a:cubicBezTo>
                  <a:lnTo>
                    <a:pt x="19068" y="22909"/>
                  </a:lnTo>
                  <a:close/>
                  <a:moveTo>
                    <a:pt x="23780" y="22799"/>
                  </a:moveTo>
                  <a:lnTo>
                    <a:pt x="23780" y="22799"/>
                  </a:lnTo>
                  <a:cubicBezTo>
                    <a:pt x="22981" y="23488"/>
                    <a:pt x="22292" y="24397"/>
                    <a:pt x="21603" y="25196"/>
                  </a:cubicBezTo>
                  <a:cubicBezTo>
                    <a:pt x="21135" y="25196"/>
                    <a:pt x="20777" y="25306"/>
                    <a:pt x="20446" y="25306"/>
                  </a:cubicBezTo>
                  <a:cubicBezTo>
                    <a:pt x="21135" y="24617"/>
                    <a:pt x="21824" y="23929"/>
                    <a:pt x="22154" y="23240"/>
                  </a:cubicBezTo>
                  <a:cubicBezTo>
                    <a:pt x="22252" y="23162"/>
                    <a:pt x="22211" y="23084"/>
                    <a:pt x="22140" y="23084"/>
                  </a:cubicBezTo>
                  <a:cubicBezTo>
                    <a:pt x="22111" y="23084"/>
                    <a:pt x="22076" y="23097"/>
                    <a:pt x="22044" y="23129"/>
                  </a:cubicBezTo>
                  <a:cubicBezTo>
                    <a:pt x="21355" y="23708"/>
                    <a:pt x="20666" y="24507"/>
                    <a:pt x="20088" y="25306"/>
                  </a:cubicBezTo>
                  <a:lnTo>
                    <a:pt x="18710" y="25306"/>
                  </a:lnTo>
                  <a:cubicBezTo>
                    <a:pt x="19399" y="24507"/>
                    <a:pt x="20088" y="23708"/>
                    <a:pt x="20666" y="22909"/>
                  </a:cubicBezTo>
                  <a:cubicBezTo>
                    <a:pt x="21713" y="22909"/>
                    <a:pt x="22733" y="22909"/>
                    <a:pt x="23780" y="22799"/>
                  </a:cubicBezTo>
                  <a:close/>
                  <a:moveTo>
                    <a:pt x="9674" y="1"/>
                  </a:moveTo>
                  <a:cubicBezTo>
                    <a:pt x="7974" y="1"/>
                    <a:pt x="6275" y="59"/>
                    <a:pt x="4602" y="287"/>
                  </a:cubicBezTo>
                  <a:cubicBezTo>
                    <a:pt x="4492" y="287"/>
                    <a:pt x="4382" y="177"/>
                    <a:pt x="4382" y="177"/>
                  </a:cubicBezTo>
                  <a:cubicBezTo>
                    <a:pt x="3693" y="507"/>
                    <a:pt x="3114" y="976"/>
                    <a:pt x="2646" y="1554"/>
                  </a:cubicBezTo>
                  <a:cubicBezTo>
                    <a:pt x="1957" y="1995"/>
                    <a:pt x="1268" y="2574"/>
                    <a:pt x="690" y="3153"/>
                  </a:cubicBezTo>
                  <a:cubicBezTo>
                    <a:pt x="469" y="3373"/>
                    <a:pt x="579" y="3511"/>
                    <a:pt x="690" y="3731"/>
                  </a:cubicBezTo>
                  <a:cubicBezTo>
                    <a:pt x="1" y="7176"/>
                    <a:pt x="469" y="10950"/>
                    <a:pt x="579" y="14533"/>
                  </a:cubicBezTo>
                  <a:cubicBezTo>
                    <a:pt x="690" y="18197"/>
                    <a:pt x="800" y="21972"/>
                    <a:pt x="1378" y="25664"/>
                  </a:cubicBezTo>
                  <a:lnTo>
                    <a:pt x="1378" y="25775"/>
                  </a:lnTo>
                  <a:cubicBezTo>
                    <a:pt x="1489" y="25885"/>
                    <a:pt x="1626" y="26105"/>
                    <a:pt x="1847" y="26105"/>
                  </a:cubicBezTo>
                  <a:cubicBezTo>
                    <a:pt x="5564" y="26290"/>
                    <a:pt x="9318" y="26350"/>
                    <a:pt x="13090" y="26350"/>
                  </a:cubicBezTo>
                  <a:cubicBezTo>
                    <a:pt x="16643" y="26350"/>
                    <a:pt x="20211" y="26297"/>
                    <a:pt x="23780" y="26243"/>
                  </a:cubicBezTo>
                  <a:cubicBezTo>
                    <a:pt x="30668" y="26105"/>
                    <a:pt x="37777" y="26105"/>
                    <a:pt x="44556" y="25086"/>
                  </a:cubicBezTo>
                  <a:cubicBezTo>
                    <a:pt x="44666" y="25196"/>
                    <a:pt x="44666" y="25196"/>
                    <a:pt x="44776" y="25196"/>
                  </a:cubicBezTo>
                  <a:cubicBezTo>
                    <a:pt x="45465" y="25086"/>
                    <a:pt x="46044" y="24287"/>
                    <a:pt x="46512" y="23818"/>
                  </a:cubicBezTo>
                  <a:cubicBezTo>
                    <a:pt x="47091" y="23240"/>
                    <a:pt x="47532" y="22799"/>
                    <a:pt x="48000" y="22220"/>
                  </a:cubicBezTo>
                  <a:lnTo>
                    <a:pt x="48331" y="22220"/>
                  </a:lnTo>
                  <a:cubicBezTo>
                    <a:pt x="48468" y="22110"/>
                    <a:pt x="48468" y="21862"/>
                    <a:pt x="48331" y="21862"/>
                  </a:cubicBezTo>
                  <a:lnTo>
                    <a:pt x="48110" y="21862"/>
                  </a:lnTo>
                  <a:cubicBezTo>
                    <a:pt x="48799" y="18666"/>
                    <a:pt x="48331" y="14973"/>
                    <a:pt x="48468" y="11777"/>
                  </a:cubicBezTo>
                  <a:cubicBezTo>
                    <a:pt x="48579" y="7975"/>
                    <a:pt x="48689" y="4310"/>
                    <a:pt x="48331" y="618"/>
                  </a:cubicBezTo>
                  <a:cubicBezTo>
                    <a:pt x="48331" y="456"/>
                    <a:pt x="48213" y="354"/>
                    <a:pt x="48106" y="354"/>
                  </a:cubicBezTo>
                  <a:cubicBezTo>
                    <a:pt x="48067" y="354"/>
                    <a:pt x="48030" y="368"/>
                    <a:pt x="48000" y="397"/>
                  </a:cubicBezTo>
                  <a:cubicBezTo>
                    <a:pt x="46205" y="86"/>
                    <a:pt x="44346" y="14"/>
                    <a:pt x="42491" y="14"/>
                  </a:cubicBezTo>
                  <a:cubicBezTo>
                    <a:pt x="40902" y="14"/>
                    <a:pt x="39316" y="67"/>
                    <a:pt x="37777" y="67"/>
                  </a:cubicBezTo>
                  <a:lnTo>
                    <a:pt x="15045" y="67"/>
                  </a:lnTo>
                  <a:cubicBezTo>
                    <a:pt x="13274" y="67"/>
                    <a:pt x="11473" y="1"/>
                    <a:pt x="96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7" name="Google Shape;1187;p39"/>
          <p:cNvGrpSpPr/>
          <p:nvPr/>
        </p:nvGrpSpPr>
        <p:grpSpPr>
          <a:xfrm>
            <a:off x="721556" y="1387474"/>
            <a:ext cx="7703941" cy="3345007"/>
            <a:chOff x="721556" y="1387474"/>
            <a:chExt cx="7703941" cy="3345007"/>
          </a:xfrm>
        </p:grpSpPr>
        <p:grpSp>
          <p:nvGrpSpPr>
            <p:cNvPr id="1188" name="Google Shape;1188;p39"/>
            <p:cNvGrpSpPr/>
            <p:nvPr/>
          </p:nvGrpSpPr>
          <p:grpSpPr>
            <a:xfrm>
              <a:off x="721556" y="1387474"/>
              <a:ext cx="7703941" cy="3345007"/>
              <a:chOff x="721556" y="1387474"/>
              <a:chExt cx="7703941" cy="3345007"/>
            </a:xfrm>
          </p:grpSpPr>
          <p:grpSp>
            <p:nvGrpSpPr>
              <p:cNvPr id="1189" name="Google Shape;1189;p39"/>
              <p:cNvGrpSpPr/>
              <p:nvPr/>
            </p:nvGrpSpPr>
            <p:grpSpPr>
              <a:xfrm>
                <a:off x="721556" y="1387474"/>
                <a:ext cx="7703941" cy="3345007"/>
                <a:chOff x="721556" y="1387474"/>
                <a:chExt cx="7703941" cy="3345007"/>
              </a:xfrm>
            </p:grpSpPr>
            <p:sp>
              <p:nvSpPr>
                <p:cNvPr id="1190" name="Google Shape;1190;p39"/>
                <p:cNvSpPr/>
                <p:nvPr/>
              </p:nvSpPr>
              <p:spPr>
                <a:xfrm>
                  <a:off x="8398391" y="1593799"/>
                  <a:ext cx="4487" cy="11154"/>
                </a:xfrm>
                <a:custGeom>
                  <a:rect b="b" l="l" r="r" t="t"/>
                  <a:pathLst>
                    <a:path extrusionOk="0" h="358" w="144">
                      <a:moveTo>
                        <a:pt x="1" y="0"/>
                      </a:moveTo>
                      <a:cubicBezTo>
                        <a:pt x="36" y="119"/>
                        <a:pt x="60" y="238"/>
                        <a:pt x="72" y="357"/>
                      </a:cubicBezTo>
                      <a:cubicBezTo>
                        <a:pt x="84" y="238"/>
                        <a:pt x="120" y="119"/>
                        <a:pt x="144" y="0"/>
                      </a:cubicBezTo>
                      <a:close/>
                    </a:path>
                  </a:pathLst>
                </a:custGeom>
                <a:solidFill>
                  <a:srgbClr val="FF749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1" name="Google Shape;1191;p39"/>
                <p:cNvSpPr/>
                <p:nvPr/>
              </p:nvSpPr>
              <p:spPr>
                <a:xfrm>
                  <a:off x="8403220" y="1901697"/>
                  <a:ext cx="1527" cy="169559"/>
                </a:xfrm>
                <a:custGeom>
                  <a:rect b="b" l="l" r="r" t="t"/>
                  <a:pathLst>
                    <a:path extrusionOk="0" h="5442" w="49">
                      <a:moveTo>
                        <a:pt x="48" y="0"/>
                      </a:moveTo>
                      <a:cubicBezTo>
                        <a:pt x="36" y="1179"/>
                        <a:pt x="24" y="2334"/>
                        <a:pt x="24" y="3513"/>
                      </a:cubicBezTo>
                      <a:cubicBezTo>
                        <a:pt x="24" y="4156"/>
                        <a:pt x="0" y="4811"/>
                        <a:pt x="48" y="5442"/>
                      </a:cubicBezTo>
                      <a:lnTo>
                        <a:pt x="48" y="12"/>
                      </a:lnTo>
                      <a:lnTo>
                        <a:pt x="48" y="0"/>
                      </a:lnTo>
                      <a:close/>
                    </a:path>
                  </a:pathLst>
                </a:custGeom>
                <a:solidFill>
                  <a:srgbClr val="E066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2" name="Google Shape;1192;p39"/>
                <p:cNvSpPr/>
                <p:nvPr/>
              </p:nvSpPr>
              <p:spPr>
                <a:xfrm>
                  <a:off x="8408797" y="2041563"/>
                  <a:ext cx="6699" cy="92008"/>
                </a:xfrm>
                <a:custGeom>
                  <a:rect b="b" l="l" r="r" t="t"/>
                  <a:pathLst>
                    <a:path extrusionOk="0" h="2953" w="215">
                      <a:moveTo>
                        <a:pt x="0" y="0"/>
                      </a:moveTo>
                      <a:lnTo>
                        <a:pt x="0" y="1905"/>
                      </a:lnTo>
                      <a:cubicBezTo>
                        <a:pt x="60" y="2250"/>
                        <a:pt x="107" y="2596"/>
                        <a:pt x="48" y="2953"/>
                      </a:cubicBezTo>
                      <a:cubicBezTo>
                        <a:pt x="214" y="2000"/>
                        <a:pt x="83" y="988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3" name="Google Shape;1193;p39"/>
                <p:cNvSpPr/>
                <p:nvPr/>
              </p:nvSpPr>
              <p:spPr>
                <a:xfrm>
                  <a:off x="7986987" y="2439601"/>
                  <a:ext cx="98333" cy="46394"/>
                </a:xfrm>
                <a:custGeom>
                  <a:rect b="b" l="l" r="r" t="t"/>
                  <a:pathLst>
                    <a:path extrusionOk="0" h="1489" w="3156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536" y="298"/>
                        <a:pt x="1084" y="584"/>
                        <a:pt x="1632" y="834"/>
                      </a:cubicBezTo>
                      <a:cubicBezTo>
                        <a:pt x="2144" y="1060"/>
                        <a:pt x="2644" y="1274"/>
                        <a:pt x="3156" y="1489"/>
                      </a:cubicBezTo>
                      <a:lnTo>
                        <a:pt x="2727" y="1262"/>
                      </a:lnTo>
                      <a:cubicBezTo>
                        <a:pt x="2394" y="1120"/>
                        <a:pt x="2049" y="953"/>
                        <a:pt x="1715" y="786"/>
                      </a:cubicBezTo>
                      <a:cubicBezTo>
                        <a:pt x="1144" y="524"/>
                        <a:pt x="584" y="262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4" name="Google Shape;1194;p39"/>
                <p:cNvSpPr/>
                <p:nvPr/>
              </p:nvSpPr>
              <p:spPr>
                <a:xfrm>
                  <a:off x="7749941" y="2581305"/>
                  <a:ext cx="1527" cy="169933"/>
                </a:xfrm>
                <a:custGeom>
                  <a:rect b="b" l="l" r="r" t="t"/>
                  <a:pathLst>
                    <a:path extrusionOk="0" h="5454" w="49">
                      <a:moveTo>
                        <a:pt x="48" y="1"/>
                      </a:moveTo>
                      <a:cubicBezTo>
                        <a:pt x="36" y="1179"/>
                        <a:pt x="12" y="2346"/>
                        <a:pt x="12" y="3513"/>
                      </a:cubicBezTo>
                      <a:cubicBezTo>
                        <a:pt x="12" y="4156"/>
                        <a:pt x="1" y="4811"/>
                        <a:pt x="48" y="5454"/>
                      </a:cubicBezTo>
                      <a:lnTo>
                        <a:pt x="48" y="13"/>
                      </a:lnTo>
                      <a:lnTo>
                        <a:pt x="48" y="1"/>
                      </a:lnTo>
                      <a:close/>
                    </a:path>
                  </a:pathLst>
                </a:custGeom>
                <a:solidFill>
                  <a:srgbClr val="C2A65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5" name="Google Shape;1195;p39"/>
                <p:cNvSpPr/>
                <p:nvPr/>
              </p:nvSpPr>
              <p:spPr>
                <a:xfrm>
                  <a:off x="7755518" y="2721545"/>
                  <a:ext cx="6263" cy="91634"/>
                </a:xfrm>
                <a:custGeom>
                  <a:rect b="b" l="l" r="r" t="t"/>
                  <a:pathLst>
                    <a:path extrusionOk="0" h="2941" w="201">
                      <a:moveTo>
                        <a:pt x="0" y="0"/>
                      </a:moveTo>
                      <a:lnTo>
                        <a:pt x="0" y="1905"/>
                      </a:lnTo>
                      <a:cubicBezTo>
                        <a:pt x="58" y="2242"/>
                        <a:pt x="105" y="2568"/>
                        <a:pt x="52" y="2915"/>
                      </a:cubicBezTo>
                      <a:lnTo>
                        <a:pt x="52" y="2915"/>
                      </a:lnTo>
                      <a:cubicBezTo>
                        <a:pt x="200" y="1970"/>
                        <a:pt x="71" y="968"/>
                        <a:pt x="0" y="0"/>
                      </a:cubicBezTo>
                      <a:close/>
                      <a:moveTo>
                        <a:pt x="52" y="2915"/>
                      </a:moveTo>
                      <a:cubicBezTo>
                        <a:pt x="51" y="2924"/>
                        <a:pt x="49" y="2932"/>
                        <a:pt x="48" y="2941"/>
                      </a:cubicBezTo>
                      <a:cubicBezTo>
                        <a:pt x="49" y="2932"/>
                        <a:pt x="51" y="2924"/>
                        <a:pt x="52" y="2915"/>
                      </a:cubicBezTo>
                      <a:close/>
                    </a:path>
                  </a:pathLst>
                </a:custGeom>
                <a:solidFill>
                  <a:srgbClr val="C2A65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6" name="Google Shape;1196;p39"/>
                <p:cNvSpPr/>
                <p:nvPr/>
              </p:nvSpPr>
              <p:spPr>
                <a:xfrm>
                  <a:off x="6550221" y="3744134"/>
                  <a:ext cx="51223" cy="30597"/>
                </a:xfrm>
                <a:custGeom>
                  <a:rect b="b" l="l" r="r" t="t"/>
                  <a:pathLst>
                    <a:path extrusionOk="0" h="982" w="1644">
                      <a:moveTo>
                        <a:pt x="24" y="1"/>
                      </a:moveTo>
                      <a:cubicBezTo>
                        <a:pt x="23" y="1"/>
                        <a:pt x="18" y="12"/>
                        <a:pt x="1" y="29"/>
                      </a:cubicBezTo>
                      <a:cubicBezTo>
                        <a:pt x="322" y="422"/>
                        <a:pt x="763" y="589"/>
                        <a:pt x="1215" y="780"/>
                      </a:cubicBezTo>
                      <a:cubicBezTo>
                        <a:pt x="1305" y="817"/>
                        <a:pt x="1399" y="854"/>
                        <a:pt x="1489" y="897"/>
                      </a:cubicBezTo>
                      <a:lnTo>
                        <a:pt x="1489" y="897"/>
                      </a:lnTo>
                      <a:cubicBezTo>
                        <a:pt x="991" y="623"/>
                        <a:pt x="488" y="329"/>
                        <a:pt x="25" y="6"/>
                      </a:cubicBezTo>
                      <a:cubicBezTo>
                        <a:pt x="25" y="2"/>
                        <a:pt x="25" y="1"/>
                        <a:pt x="24" y="1"/>
                      </a:cubicBezTo>
                      <a:close/>
                      <a:moveTo>
                        <a:pt x="1489" y="897"/>
                      </a:moveTo>
                      <a:lnTo>
                        <a:pt x="1489" y="897"/>
                      </a:lnTo>
                      <a:cubicBezTo>
                        <a:pt x="1541" y="926"/>
                        <a:pt x="1592" y="954"/>
                        <a:pt x="1644" y="982"/>
                      </a:cubicBezTo>
                      <a:cubicBezTo>
                        <a:pt x="1595" y="951"/>
                        <a:pt x="1543" y="923"/>
                        <a:pt x="1489" y="89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7" name="Google Shape;1197;p39"/>
                <p:cNvSpPr/>
                <p:nvPr/>
              </p:nvSpPr>
              <p:spPr>
                <a:xfrm>
                  <a:off x="6672639" y="3808474"/>
                  <a:ext cx="98333" cy="46394"/>
                </a:xfrm>
                <a:custGeom>
                  <a:rect b="b" l="l" r="r" t="t"/>
                  <a:pathLst>
                    <a:path extrusionOk="0" h="1489" w="3156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537" y="298"/>
                        <a:pt x="1096" y="584"/>
                        <a:pt x="1644" y="834"/>
                      </a:cubicBezTo>
                      <a:cubicBezTo>
                        <a:pt x="2144" y="1060"/>
                        <a:pt x="2656" y="1274"/>
                        <a:pt x="3156" y="1489"/>
                      </a:cubicBezTo>
                      <a:lnTo>
                        <a:pt x="2727" y="1262"/>
                      </a:lnTo>
                      <a:cubicBezTo>
                        <a:pt x="2406" y="1120"/>
                        <a:pt x="2061" y="953"/>
                        <a:pt x="1715" y="786"/>
                      </a:cubicBezTo>
                      <a:cubicBezTo>
                        <a:pt x="1156" y="524"/>
                        <a:pt x="584" y="262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8" name="Google Shape;1198;p39"/>
                <p:cNvSpPr/>
                <p:nvPr/>
              </p:nvSpPr>
              <p:spPr>
                <a:xfrm>
                  <a:off x="7868651" y="2141704"/>
                  <a:ext cx="67923" cy="90170"/>
                </a:xfrm>
                <a:custGeom>
                  <a:rect b="b" l="l" r="r" t="t"/>
                  <a:pathLst>
                    <a:path extrusionOk="0" h="2894" w="2180">
                      <a:moveTo>
                        <a:pt x="1679" y="1"/>
                      </a:moveTo>
                      <a:cubicBezTo>
                        <a:pt x="1417" y="441"/>
                        <a:pt x="1108" y="834"/>
                        <a:pt x="786" y="1227"/>
                      </a:cubicBezTo>
                      <a:cubicBezTo>
                        <a:pt x="489" y="1596"/>
                        <a:pt x="274" y="2001"/>
                        <a:pt x="12" y="2406"/>
                      </a:cubicBezTo>
                      <a:cubicBezTo>
                        <a:pt x="12" y="2561"/>
                        <a:pt x="1" y="2727"/>
                        <a:pt x="1" y="2894"/>
                      </a:cubicBezTo>
                      <a:cubicBezTo>
                        <a:pt x="274" y="2525"/>
                        <a:pt x="513" y="2132"/>
                        <a:pt x="810" y="1775"/>
                      </a:cubicBezTo>
                      <a:cubicBezTo>
                        <a:pt x="1298" y="1215"/>
                        <a:pt x="1763" y="644"/>
                        <a:pt x="217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9" name="Google Shape;1199;p39"/>
                <p:cNvSpPr/>
                <p:nvPr/>
              </p:nvSpPr>
              <p:spPr>
                <a:xfrm>
                  <a:off x="7869025" y="2142451"/>
                  <a:ext cx="49727" cy="69762"/>
                </a:xfrm>
                <a:custGeom>
                  <a:rect b="b" l="l" r="r" t="t"/>
                  <a:pathLst>
                    <a:path extrusionOk="0" h="2239" w="1596">
                      <a:moveTo>
                        <a:pt x="1274" y="1"/>
                      </a:moveTo>
                      <a:cubicBezTo>
                        <a:pt x="1001" y="393"/>
                        <a:pt x="703" y="798"/>
                        <a:pt x="417" y="1215"/>
                      </a:cubicBezTo>
                      <a:cubicBezTo>
                        <a:pt x="358" y="1286"/>
                        <a:pt x="96" y="1620"/>
                        <a:pt x="0" y="1798"/>
                      </a:cubicBezTo>
                      <a:lnTo>
                        <a:pt x="0" y="2239"/>
                      </a:lnTo>
                      <a:cubicBezTo>
                        <a:pt x="24" y="2191"/>
                        <a:pt x="48" y="2156"/>
                        <a:pt x="60" y="2108"/>
                      </a:cubicBezTo>
                      <a:cubicBezTo>
                        <a:pt x="143" y="1977"/>
                        <a:pt x="215" y="1846"/>
                        <a:pt x="298" y="1703"/>
                      </a:cubicBezTo>
                      <a:cubicBezTo>
                        <a:pt x="405" y="1548"/>
                        <a:pt x="524" y="1394"/>
                        <a:pt x="643" y="1227"/>
                      </a:cubicBezTo>
                      <a:cubicBezTo>
                        <a:pt x="977" y="834"/>
                        <a:pt x="1298" y="417"/>
                        <a:pt x="159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0" name="Google Shape;1200;p39"/>
                <p:cNvSpPr/>
                <p:nvPr/>
              </p:nvSpPr>
              <p:spPr>
                <a:xfrm>
                  <a:off x="7864569" y="2375260"/>
                  <a:ext cx="50849" cy="30254"/>
                </a:xfrm>
                <a:custGeom>
                  <a:rect b="b" l="l" r="r" t="t"/>
                  <a:pathLst>
                    <a:path extrusionOk="0" h="971" w="1632">
                      <a:moveTo>
                        <a:pt x="10" y="1"/>
                      </a:moveTo>
                      <a:cubicBezTo>
                        <a:pt x="7" y="1"/>
                        <a:pt x="1" y="12"/>
                        <a:pt x="1" y="29"/>
                      </a:cubicBezTo>
                      <a:cubicBezTo>
                        <a:pt x="310" y="422"/>
                        <a:pt x="763" y="589"/>
                        <a:pt x="1203" y="780"/>
                      </a:cubicBezTo>
                      <a:cubicBezTo>
                        <a:pt x="1356" y="838"/>
                        <a:pt x="1497" y="897"/>
                        <a:pt x="1626" y="967"/>
                      </a:cubicBezTo>
                      <a:lnTo>
                        <a:pt x="1626" y="967"/>
                      </a:lnTo>
                      <a:cubicBezTo>
                        <a:pt x="1081" y="670"/>
                        <a:pt x="535" y="362"/>
                        <a:pt x="13" y="6"/>
                      </a:cubicBezTo>
                      <a:cubicBezTo>
                        <a:pt x="13" y="2"/>
                        <a:pt x="12" y="1"/>
                        <a:pt x="10" y="1"/>
                      </a:cubicBezTo>
                      <a:close/>
                      <a:moveTo>
                        <a:pt x="1626" y="967"/>
                      </a:moveTo>
                      <a:cubicBezTo>
                        <a:pt x="1628" y="968"/>
                        <a:pt x="1630" y="969"/>
                        <a:pt x="1632" y="970"/>
                      </a:cubicBezTo>
                      <a:cubicBezTo>
                        <a:pt x="1630" y="969"/>
                        <a:pt x="1628" y="968"/>
                        <a:pt x="1626" y="96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1" name="Google Shape;1201;p39"/>
                <p:cNvSpPr/>
                <p:nvPr/>
              </p:nvSpPr>
              <p:spPr>
                <a:xfrm>
                  <a:off x="7869772" y="2141704"/>
                  <a:ext cx="37482" cy="51971"/>
                </a:xfrm>
                <a:custGeom>
                  <a:rect b="b" l="l" r="r" t="t"/>
                  <a:pathLst>
                    <a:path extrusionOk="0" h="1668" w="1203">
                      <a:moveTo>
                        <a:pt x="810" y="1"/>
                      </a:moveTo>
                      <a:cubicBezTo>
                        <a:pt x="500" y="382"/>
                        <a:pt x="203" y="751"/>
                        <a:pt x="0" y="1191"/>
                      </a:cubicBezTo>
                      <a:lnTo>
                        <a:pt x="0" y="1668"/>
                      </a:lnTo>
                      <a:cubicBezTo>
                        <a:pt x="250" y="1227"/>
                        <a:pt x="929" y="346"/>
                        <a:pt x="120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2" name="Google Shape;1202;p39"/>
                <p:cNvSpPr/>
                <p:nvPr/>
              </p:nvSpPr>
              <p:spPr>
                <a:xfrm>
                  <a:off x="7141185" y="1583392"/>
                  <a:ext cx="73095" cy="904"/>
                </a:xfrm>
                <a:custGeom>
                  <a:rect b="b" l="l" r="r" t="t"/>
                  <a:pathLst>
                    <a:path extrusionOk="0" h="29" w="2346">
                      <a:moveTo>
                        <a:pt x="0" y="1"/>
                      </a:moveTo>
                      <a:cubicBezTo>
                        <a:pt x="328" y="21"/>
                        <a:pt x="657" y="28"/>
                        <a:pt x="987" y="28"/>
                      </a:cubicBezTo>
                      <a:cubicBezTo>
                        <a:pt x="1439" y="28"/>
                        <a:pt x="1892" y="15"/>
                        <a:pt x="234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3" name="Google Shape;1203;p39"/>
                <p:cNvSpPr/>
                <p:nvPr/>
              </p:nvSpPr>
              <p:spPr>
                <a:xfrm>
                  <a:off x="7439799" y="1584140"/>
                  <a:ext cx="72379" cy="467"/>
                </a:xfrm>
                <a:custGeom>
                  <a:rect b="b" l="l" r="r" t="t"/>
                  <a:pathLst>
                    <a:path extrusionOk="0" h="15" w="2323">
                      <a:moveTo>
                        <a:pt x="1" y="1"/>
                      </a:moveTo>
                      <a:cubicBezTo>
                        <a:pt x="455" y="8"/>
                        <a:pt x="904" y="14"/>
                        <a:pt x="1350" y="14"/>
                      </a:cubicBezTo>
                      <a:cubicBezTo>
                        <a:pt x="1676" y="14"/>
                        <a:pt x="2001" y="11"/>
                        <a:pt x="232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4" name="Google Shape;1204;p39"/>
                <p:cNvSpPr/>
                <p:nvPr/>
              </p:nvSpPr>
              <p:spPr>
                <a:xfrm>
                  <a:off x="8308626" y="2139865"/>
                  <a:ext cx="34896" cy="31189"/>
                </a:xfrm>
                <a:custGeom>
                  <a:rect b="b" l="l" r="r" t="t"/>
                  <a:pathLst>
                    <a:path extrusionOk="0" h="1001" w="1120">
                      <a:moveTo>
                        <a:pt x="703" y="0"/>
                      </a:moveTo>
                      <a:cubicBezTo>
                        <a:pt x="512" y="357"/>
                        <a:pt x="227" y="655"/>
                        <a:pt x="0" y="1000"/>
                      </a:cubicBezTo>
                      <a:lnTo>
                        <a:pt x="584" y="774"/>
                      </a:lnTo>
                      <a:cubicBezTo>
                        <a:pt x="620" y="631"/>
                        <a:pt x="715" y="500"/>
                        <a:pt x="810" y="381"/>
                      </a:cubicBezTo>
                      <a:cubicBezTo>
                        <a:pt x="893" y="238"/>
                        <a:pt x="1012" y="119"/>
                        <a:pt x="1120" y="24"/>
                      </a:cubicBezTo>
                      <a:cubicBezTo>
                        <a:pt x="989" y="24"/>
                        <a:pt x="834" y="0"/>
                        <a:pt x="70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5" name="Google Shape;1205;p39"/>
                <p:cNvSpPr/>
                <p:nvPr/>
              </p:nvSpPr>
              <p:spPr>
                <a:xfrm>
                  <a:off x="8252605" y="2139491"/>
                  <a:ext cx="47515" cy="56769"/>
                </a:xfrm>
                <a:custGeom>
                  <a:rect b="b" l="l" r="r" t="t"/>
                  <a:pathLst>
                    <a:path extrusionOk="0" h="1822" w="1525">
                      <a:moveTo>
                        <a:pt x="1227" y="0"/>
                      </a:moveTo>
                      <a:cubicBezTo>
                        <a:pt x="941" y="369"/>
                        <a:pt x="667" y="774"/>
                        <a:pt x="417" y="1167"/>
                      </a:cubicBezTo>
                      <a:cubicBezTo>
                        <a:pt x="286" y="1370"/>
                        <a:pt x="155" y="1608"/>
                        <a:pt x="1" y="1822"/>
                      </a:cubicBezTo>
                      <a:cubicBezTo>
                        <a:pt x="120" y="1774"/>
                        <a:pt x="227" y="1715"/>
                        <a:pt x="346" y="1667"/>
                      </a:cubicBezTo>
                      <a:lnTo>
                        <a:pt x="346" y="1643"/>
                      </a:lnTo>
                      <a:cubicBezTo>
                        <a:pt x="572" y="1310"/>
                        <a:pt x="822" y="1000"/>
                        <a:pt x="1048" y="655"/>
                      </a:cubicBezTo>
                      <a:cubicBezTo>
                        <a:pt x="1191" y="417"/>
                        <a:pt x="1358" y="215"/>
                        <a:pt x="152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6" name="Google Shape;1206;p39"/>
                <p:cNvSpPr/>
                <p:nvPr/>
              </p:nvSpPr>
              <p:spPr>
                <a:xfrm>
                  <a:off x="8202161" y="2220719"/>
                  <a:ext cx="23399" cy="11528"/>
                </a:xfrm>
                <a:custGeom>
                  <a:rect b="b" l="l" r="r" t="t"/>
                  <a:pathLst>
                    <a:path extrusionOk="0" h="370" w="751">
                      <a:moveTo>
                        <a:pt x="750" y="1"/>
                      </a:moveTo>
                      <a:cubicBezTo>
                        <a:pt x="691" y="25"/>
                        <a:pt x="643" y="48"/>
                        <a:pt x="572" y="60"/>
                      </a:cubicBezTo>
                      <a:cubicBezTo>
                        <a:pt x="381" y="132"/>
                        <a:pt x="203" y="203"/>
                        <a:pt x="24" y="287"/>
                      </a:cubicBezTo>
                      <a:cubicBezTo>
                        <a:pt x="12" y="310"/>
                        <a:pt x="12" y="346"/>
                        <a:pt x="0" y="370"/>
                      </a:cubicBezTo>
                      <a:cubicBezTo>
                        <a:pt x="250" y="251"/>
                        <a:pt x="500" y="120"/>
                        <a:pt x="75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7" name="Google Shape;1207;p39"/>
                <p:cNvSpPr/>
                <p:nvPr/>
              </p:nvSpPr>
              <p:spPr>
                <a:xfrm>
                  <a:off x="8289339" y="2139491"/>
                  <a:ext cx="37856" cy="40100"/>
                </a:xfrm>
                <a:custGeom>
                  <a:rect b="b" l="l" r="r" t="t"/>
                  <a:pathLst>
                    <a:path extrusionOk="0" h="1287" w="1215">
                      <a:moveTo>
                        <a:pt x="905" y="0"/>
                      </a:moveTo>
                      <a:cubicBezTo>
                        <a:pt x="584" y="417"/>
                        <a:pt x="286" y="846"/>
                        <a:pt x="0" y="1286"/>
                      </a:cubicBezTo>
                      <a:cubicBezTo>
                        <a:pt x="167" y="1203"/>
                        <a:pt x="346" y="1131"/>
                        <a:pt x="500" y="1072"/>
                      </a:cubicBezTo>
                      <a:cubicBezTo>
                        <a:pt x="500" y="1060"/>
                        <a:pt x="488" y="1048"/>
                        <a:pt x="500" y="1012"/>
                      </a:cubicBezTo>
                      <a:cubicBezTo>
                        <a:pt x="667" y="631"/>
                        <a:pt x="977" y="357"/>
                        <a:pt x="1215" y="12"/>
                      </a:cubicBezTo>
                      <a:cubicBezTo>
                        <a:pt x="1119" y="12"/>
                        <a:pt x="1012" y="12"/>
                        <a:pt x="90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8" name="Google Shape;1208;p39"/>
                <p:cNvSpPr/>
                <p:nvPr/>
              </p:nvSpPr>
              <p:spPr>
                <a:xfrm>
                  <a:off x="8271517" y="2139491"/>
                  <a:ext cx="41595" cy="47889"/>
                </a:xfrm>
                <a:custGeom>
                  <a:rect b="b" l="l" r="r" t="t"/>
                  <a:pathLst>
                    <a:path extrusionOk="0" h="1537" w="1335">
                      <a:moveTo>
                        <a:pt x="1072" y="0"/>
                      </a:moveTo>
                      <a:cubicBezTo>
                        <a:pt x="703" y="488"/>
                        <a:pt x="417" y="1131"/>
                        <a:pt x="1" y="1536"/>
                      </a:cubicBezTo>
                      <a:cubicBezTo>
                        <a:pt x="120" y="1477"/>
                        <a:pt x="227" y="1429"/>
                        <a:pt x="346" y="1370"/>
                      </a:cubicBezTo>
                      <a:cubicBezTo>
                        <a:pt x="358" y="1370"/>
                        <a:pt x="382" y="1358"/>
                        <a:pt x="406" y="1358"/>
                      </a:cubicBezTo>
                      <a:cubicBezTo>
                        <a:pt x="620" y="869"/>
                        <a:pt x="953" y="393"/>
                        <a:pt x="133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9" name="Google Shape;1209;p39"/>
                <p:cNvSpPr/>
                <p:nvPr/>
              </p:nvSpPr>
              <p:spPr>
                <a:xfrm>
                  <a:off x="8230732" y="2139491"/>
                  <a:ext cx="57517" cy="66802"/>
                </a:xfrm>
                <a:custGeom>
                  <a:rect b="b" l="l" r="r" t="t"/>
                  <a:pathLst>
                    <a:path extrusionOk="0" h="2144" w="1846">
                      <a:moveTo>
                        <a:pt x="1572" y="0"/>
                      </a:moveTo>
                      <a:cubicBezTo>
                        <a:pt x="1060" y="727"/>
                        <a:pt x="476" y="1381"/>
                        <a:pt x="0" y="2143"/>
                      </a:cubicBezTo>
                      <a:cubicBezTo>
                        <a:pt x="155" y="2072"/>
                        <a:pt x="322" y="2012"/>
                        <a:pt x="464" y="1941"/>
                      </a:cubicBezTo>
                      <a:cubicBezTo>
                        <a:pt x="643" y="1620"/>
                        <a:pt x="881" y="1322"/>
                        <a:pt x="1095" y="1048"/>
                      </a:cubicBezTo>
                      <a:cubicBezTo>
                        <a:pt x="1334" y="667"/>
                        <a:pt x="1584" y="334"/>
                        <a:pt x="184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0" name="Google Shape;1210;p39"/>
                <p:cNvSpPr/>
                <p:nvPr/>
              </p:nvSpPr>
              <p:spPr>
                <a:xfrm>
                  <a:off x="8153929" y="2139865"/>
                  <a:ext cx="97211" cy="100919"/>
                </a:xfrm>
                <a:custGeom>
                  <a:rect b="b" l="l" r="r" t="t"/>
                  <a:pathLst>
                    <a:path extrusionOk="0" h="3239" w="3120">
                      <a:moveTo>
                        <a:pt x="3120" y="0"/>
                      </a:moveTo>
                      <a:cubicBezTo>
                        <a:pt x="2858" y="0"/>
                        <a:pt x="2584" y="24"/>
                        <a:pt x="2322" y="24"/>
                      </a:cubicBezTo>
                      <a:cubicBezTo>
                        <a:pt x="1846" y="631"/>
                        <a:pt x="1382" y="1227"/>
                        <a:pt x="917" y="1846"/>
                      </a:cubicBezTo>
                      <a:cubicBezTo>
                        <a:pt x="596" y="2298"/>
                        <a:pt x="322" y="2786"/>
                        <a:pt x="0" y="3239"/>
                      </a:cubicBezTo>
                      <a:cubicBezTo>
                        <a:pt x="143" y="3179"/>
                        <a:pt x="298" y="3096"/>
                        <a:pt x="453" y="3036"/>
                      </a:cubicBezTo>
                      <a:cubicBezTo>
                        <a:pt x="620" y="2536"/>
                        <a:pt x="977" y="2143"/>
                        <a:pt x="1322" y="1774"/>
                      </a:cubicBezTo>
                      <a:cubicBezTo>
                        <a:pt x="1810" y="1238"/>
                        <a:pt x="2215" y="643"/>
                        <a:pt x="2691" y="95"/>
                      </a:cubicBezTo>
                      <a:cubicBezTo>
                        <a:pt x="2695" y="92"/>
                        <a:pt x="2698" y="91"/>
                        <a:pt x="2701" y="91"/>
                      </a:cubicBezTo>
                      <a:cubicBezTo>
                        <a:pt x="2709" y="91"/>
                        <a:pt x="2715" y="99"/>
                        <a:pt x="2715" y="107"/>
                      </a:cubicBezTo>
                      <a:cubicBezTo>
                        <a:pt x="2394" y="596"/>
                        <a:pt x="2025" y="1096"/>
                        <a:pt x="1632" y="1536"/>
                      </a:cubicBezTo>
                      <a:cubicBezTo>
                        <a:pt x="1453" y="1750"/>
                        <a:pt x="1263" y="1953"/>
                        <a:pt x="1084" y="2167"/>
                      </a:cubicBezTo>
                      <a:cubicBezTo>
                        <a:pt x="977" y="2298"/>
                        <a:pt x="882" y="2429"/>
                        <a:pt x="786" y="2584"/>
                      </a:cubicBezTo>
                      <a:cubicBezTo>
                        <a:pt x="762" y="2643"/>
                        <a:pt x="655" y="2858"/>
                        <a:pt x="584" y="2965"/>
                      </a:cubicBezTo>
                      <a:cubicBezTo>
                        <a:pt x="739" y="2893"/>
                        <a:pt x="917" y="2822"/>
                        <a:pt x="1084" y="2739"/>
                      </a:cubicBezTo>
                      <a:cubicBezTo>
                        <a:pt x="1179" y="2250"/>
                        <a:pt x="1596" y="1941"/>
                        <a:pt x="1894" y="1596"/>
                      </a:cubicBezTo>
                      <a:cubicBezTo>
                        <a:pt x="2322" y="1096"/>
                        <a:pt x="2727" y="536"/>
                        <a:pt x="312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1" name="Google Shape;1211;p39"/>
                <p:cNvSpPr/>
                <p:nvPr/>
              </p:nvSpPr>
              <p:spPr>
                <a:xfrm>
                  <a:off x="8192876" y="2139491"/>
                  <a:ext cx="69762" cy="83502"/>
                </a:xfrm>
                <a:custGeom>
                  <a:rect b="b" l="l" r="r" t="t"/>
                  <a:pathLst>
                    <a:path extrusionOk="0" h="2680" w="2239">
                      <a:moveTo>
                        <a:pt x="1918" y="0"/>
                      </a:moveTo>
                      <a:cubicBezTo>
                        <a:pt x="1632" y="465"/>
                        <a:pt x="1310" y="905"/>
                        <a:pt x="1001" y="1346"/>
                      </a:cubicBezTo>
                      <a:cubicBezTo>
                        <a:pt x="679" y="1774"/>
                        <a:pt x="203" y="2155"/>
                        <a:pt x="1" y="2679"/>
                      </a:cubicBezTo>
                      <a:lnTo>
                        <a:pt x="310" y="2548"/>
                      </a:lnTo>
                      <a:cubicBezTo>
                        <a:pt x="453" y="2251"/>
                        <a:pt x="679" y="2001"/>
                        <a:pt x="858" y="1762"/>
                      </a:cubicBezTo>
                      <a:cubicBezTo>
                        <a:pt x="1322" y="1179"/>
                        <a:pt x="1798" y="596"/>
                        <a:pt x="223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2" name="Google Shape;1212;p39"/>
                <p:cNvSpPr/>
                <p:nvPr/>
              </p:nvSpPr>
              <p:spPr>
                <a:xfrm>
                  <a:off x="8177671" y="2231842"/>
                  <a:ext cx="20813" cy="9690"/>
                </a:xfrm>
                <a:custGeom>
                  <a:rect b="b" l="l" r="r" t="t"/>
                  <a:pathLst>
                    <a:path extrusionOk="0" h="311" w="668">
                      <a:moveTo>
                        <a:pt x="667" y="1"/>
                      </a:moveTo>
                      <a:cubicBezTo>
                        <a:pt x="441" y="84"/>
                        <a:pt x="215" y="191"/>
                        <a:pt x="0" y="311"/>
                      </a:cubicBezTo>
                      <a:cubicBezTo>
                        <a:pt x="215" y="251"/>
                        <a:pt x="429" y="180"/>
                        <a:pt x="655" y="72"/>
                      </a:cubicBezTo>
                      <a:lnTo>
                        <a:pt x="655" y="49"/>
                      </a:lnTo>
                      <a:cubicBezTo>
                        <a:pt x="655" y="25"/>
                        <a:pt x="655" y="13"/>
                        <a:pt x="66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3" name="Google Shape;1213;p39"/>
                <p:cNvSpPr/>
                <p:nvPr/>
              </p:nvSpPr>
              <p:spPr>
                <a:xfrm>
                  <a:off x="8209576" y="2139118"/>
                  <a:ext cx="66802" cy="76087"/>
                </a:xfrm>
                <a:custGeom>
                  <a:rect b="b" l="l" r="r" t="t"/>
                  <a:pathLst>
                    <a:path extrusionOk="0" h="2442" w="2144">
                      <a:moveTo>
                        <a:pt x="1798" y="0"/>
                      </a:moveTo>
                      <a:lnTo>
                        <a:pt x="1798" y="12"/>
                      </a:lnTo>
                      <a:cubicBezTo>
                        <a:pt x="1429" y="560"/>
                        <a:pt x="1036" y="1084"/>
                        <a:pt x="643" y="1596"/>
                      </a:cubicBezTo>
                      <a:cubicBezTo>
                        <a:pt x="429" y="1858"/>
                        <a:pt x="179" y="2132"/>
                        <a:pt x="0" y="2441"/>
                      </a:cubicBezTo>
                      <a:cubicBezTo>
                        <a:pt x="167" y="2382"/>
                        <a:pt x="322" y="2310"/>
                        <a:pt x="477" y="2227"/>
                      </a:cubicBezTo>
                      <a:cubicBezTo>
                        <a:pt x="858" y="1370"/>
                        <a:pt x="1572" y="727"/>
                        <a:pt x="214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4" name="Google Shape;1214;p39"/>
                <p:cNvSpPr/>
                <p:nvPr/>
              </p:nvSpPr>
              <p:spPr>
                <a:xfrm>
                  <a:off x="8132056" y="2140613"/>
                  <a:ext cx="90918" cy="108709"/>
                </a:xfrm>
                <a:custGeom>
                  <a:rect b="b" l="l" r="r" t="t"/>
                  <a:pathLst>
                    <a:path extrusionOk="0" h="3489" w="2918">
                      <a:moveTo>
                        <a:pt x="2858" y="0"/>
                      </a:moveTo>
                      <a:cubicBezTo>
                        <a:pt x="2774" y="0"/>
                        <a:pt x="2691" y="0"/>
                        <a:pt x="2607" y="12"/>
                      </a:cubicBezTo>
                      <a:cubicBezTo>
                        <a:pt x="2167" y="738"/>
                        <a:pt x="1655" y="1369"/>
                        <a:pt x="1131" y="2000"/>
                      </a:cubicBezTo>
                      <a:cubicBezTo>
                        <a:pt x="845" y="2357"/>
                        <a:pt x="560" y="2703"/>
                        <a:pt x="286" y="3072"/>
                      </a:cubicBezTo>
                      <a:cubicBezTo>
                        <a:pt x="191" y="3215"/>
                        <a:pt x="83" y="3358"/>
                        <a:pt x="0" y="3489"/>
                      </a:cubicBezTo>
                      <a:lnTo>
                        <a:pt x="405" y="3310"/>
                      </a:lnTo>
                      <a:cubicBezTo>
                        <a:pt x="798" y="2822"/>
                        <a:pt x="1131" y="2226"/>
                        <a:pt x="1536" y="1726"/>
                      </a:cubicBezTo>
                      <a:cubicBezTo>
                        <a:pt x="1976" y="1143"/>
                        <a:pt x="2453" y="560"/>
                        <a:pt x="291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5" name="Google Shape;1215;p39"/>
                <p:cNvSpPr/>
                <p:nvPr/>
              </p:nvSpPr>
              <p:spPr>
                <a:xfrm>
                  <a:off x="8273013" y="2175105"/>
                  <a:ext cx="55678" cy="22278"/>
                </a:xfrm>
                <a:custGeom>
                  <a:rect b="b" l="l" r="r" t="t"/>
                  <a:pathLst>
                    <a:path extrusionOk="0" h="715" w="1787">
                      <a:moveTo>
                        <a:pt x="1786" y="0"/>
                      </a:moveTo>
                      <a:lnTo>
                        <a:pt x="1786" y="0"/>
                      </a:lnTo>
                      <a:cubicBezTo>
                        <a:pt x="1489" y="96"/>
                        <a:pt x="1191" y="179"/>
                        <a:pt x="905" y="298"/>
                      </a:cubicBezTo>
                      <a:cubicBezTo>
                        <a:pt x="608" y="441"/>
                        <a:pt x="310" y="584"/>
                        <a:pt x="0" y="715"/>
                      </a:cubicBezTo>
                      <a:cubicBezTo>
                        <a:pt x="12" y="715"/>
                        <a:pt x="48" y="703"/>
                        <a:pt x="60" y="703"/>
                      </a:cubicBezTo>
                      <a:cubicBezTo>
                        <a:pt x="179" y="643"/>
                        <a:pt x="310" y="584"/>
                        <a:pt x="429" y="536"/>
                      </a:cubicBezTo>
                      <a:cubicBezTo>
                        <a:pt x="881" y="346"/>
                        <a:pt x="1346" y="179"/>
                        <a:pt x="178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6" name="Google Shape;1216;p39"/>
                <p:cNvSpPr/>
                <p:nvPr/>
              </p:nvSpPr>
              <p:spPr>
                <a:xfrm>
                  <a:off x="4444223" y="1583019"/>
                  <a:ext cx="3960866" cy="550179"/>
                </a:xfrm>
                <a:custGeom>
                  <a:rect b="b" l="l" r="r" t="t"/>
                  <a:pathLst>
                    <a:path extrusionOk="0" h="17658" w="127124">
                      <a:moveTo>
                        <a:pt x="13538" y="1"/>
                      </a:moveTo>
                      <a:lnTo>
                        <a:pt x="13538" y="394"/>
                      </a:lnTo>
                      <a:cubicBezTo>
                        <a:pt x="13538" y="1882"/>
                        <a:pt x="13467" y="3347"/>
                        <a:pt x="13372" y="4835"/>
                      </a:cubicBezTo>
                      <a:lnTo>
                        <a:pt x="13372" y="9693"/>
                      </a:lnTo>
                      <a:lnTo>
                        <a:pt x="13419" y="10455"/>
                      </a:lnTo>
                      <a:cubicBezTo>
                        <a:pt x="13431" y="10728"/>
                        <a:pt x="13550" y="11586"/>
                        <a:pt x="13372" y="12002"/>
                      </a:cubicBezTo>
                      <a:lnTo>
                        <a:pt x="13372" y="12062"/>
                      </a:lnTo>
                      <a:lnTo>
                        <a:pt x="13348" y="12062"/>
                      </a:lnTo>
                      <a:cubicBezTo>
                        <a:pt x="13312" y="12098"/>
                        <a:pt x="13288" y="12133"/>
                        <a:pt x="13253" y="12157"/>
                      </a:cubicBezTo>
                      <a:cubicBezTo>
                        <a:pt x="13242" y="12234"/>
                        <a:pt x="13180" y="12301"/>
                        <a:pt x="13095" y="12301"/>
                      </a:cubicBezTo>
                      <a:cubicBezTo>
                        <a:pt x="13088" y="12301"/>
                        <a:pt x="13081" y="12301"/>
                        <a:pt x="13074" y="12300"/>
                      </a:cubicBezTo>
                      <a:cubicBezTo>
                        <a:pt x="13003" y="12276"/>
                        <a:pt x="12919" y="12264"/>
                        <a:pt x="12836" y="12252"/>
                      </a:cubicBezTo>
                      <a:cubicBezTo>
                        <a:pt x="12836" y="12252"/>
                        <a:pt x="12824" y="12264"/>
                        <a:pt x="12812" y="12264"/>
                      </a:cubicBezTo>
                      <a:cubicBezTo>
                        <a:pt x="12300" y="12610"/>
                        <a:pt x="11705" y="12776"/>
                        <a:pt x="11133" y="12931"/>
                      </a:cubicBezTo>
                      <a:lnTo>
                        <a:pt x="120" y="17420"/>
                      </a:lnTo>
                      <a:cubicBezTo>
                        <a:pt x="72" y="17432"/>
                        <a:pt x="25" y="17455"/>
                        <a:pt x="1" y="17479"/>
                      </a:cubicBezTo>
                      <a:cubicBezTo>
                        <a:pt x="489" y="17479"/>
                        <a:pt x="989" y="17575"/>
                        <a:pt x="1489" y="17658"/>
                      </a:cubicBezTo>
                      <a:lnTo>
                        <a:pt x="10252" y="17658"/>
                      </a:lnTo>
                      <a:cubicBezTo>
                        <a:pt x="10717" y="17634"/>
                        <a:pt x="11193" y="17622"/>
                        <a:pt x="11645" y="17598"/>
                      </a:cubicBezTo>
                      <a:cubicBezTo>
                        <a:pt x="15753" y="17432"/>
                        <a:pt x="86869" y="17491"/>
                        <a:pt x="90977" y="17455"/>
                      </a:cubicBezTo>
                      <a:cubicBezTo>
                        <a:pt x="91509" y="17452"/>
                        <a:pt x="92041" y="17451"/>
                        <a:pt x="92572" y="17451"/>
                      </a:cubicBezTo>
                      <a:cubicBezTo>
                        <a:pt x="96190" y="17451"/>
                        <a:pt x="99794" y="17520"/>
                        <a:pt x="103407" y="17634"/>
                      </a:cubicBezTo>
                      <a:lnTo>
                        <a:pt x="105848" y="17634"/>
                      </a:lnTo>
                      <a:cubicBezTo>
                        <a:pt x="107074" y="17610"/>
                        <a:pt x="108312" y="17563"/>
                        <a:pt x="109550" y="17539"/>
                      </a:cubicBezTo>
                      <a:cubicBezTo>
                        <a:pt x="109871" y="17533"/>
                        <a:pt x="110191" y="17531"/>
                        <a:pt x="110511" y="17531"/>
                      </a:cubicBezTo>
                      <a:cubicBezTo>
                        <a:pt x="112239" y="17531"/>
                        <a:pt x="113966" y="17600"/>
                        <a:pt x="115694" y="17610"/>
                      </a:cubicBezTo>
                      <a:cubicBezTo>
                        <a:pt x="116992" y="17610"/>
                        <a:pt x="118290" y="17575"/>
                        <a:pt x="119575" y="17539"/>
                      </a:cubicBezTo>
                      <a:cubicBezTo>
                        <a:pt x="119599" y="17503"/>
                        <a:pt x="119623" y="17479"/>
                        <a:pt x="119635" y="17455"/>
                      </a:cubicBezTo>
                      <a:cubicBezTo>
                        <a:pt x="119641" y="17452"/>
                        <a:pt x="119647" y="17451"/>
                        <a:pt x="119651" y="17451"/>
                      </a:cubicBezTo>
                      <a:cubicBezTo>
                        <a:pt x="119663" y="17451"/>
                        <a:pt x="119668" y="17462"/>
                        <a:pt x="119659" y="17479"/>
                      </a:cubicBezTo>
                      <a:cubicBezTo>
                        <a:pt x="119635" y="17491"/>
                        <a:pt x="119623" y="17515"/>
                        <a:pt x="119611" y="17539"/>
                      </a:cubicBezTo>
                      <a:cubicBezTo>
                        <a:pt x="120385" y="17503"/>
                        <a:pt x="121159" y="17479"/>
                        <a:pt x="121945" y="17455"/>
                      </a:cubicBezTo>
                      <a:cubicBezTo>
                        <a:pt x="122404" y="17440"/>
                        <a:pt x="122860" y="17432"/>
                        <a:pt x="123314" y="17432"/>
                      </a:cubicBezTo>
                      <a:cubicBezTo>
                        <a:pt x="124554" y="17432"/>
                        <a:pt x="125779" y="17487"/>
                        <a:pt x="127017" y="17575"/>
                      </a:cubicBezTo>
                      <a:cubicBezTo>
                        <a:pt x="127124" y="16884"/>
                        <a:pt x="126874" y="16110"/>
                        <a:pt x="126826" y="15408"/>
                      </a:cubicBezTo>
                      <a:cubicBezTo>
                        <a:pt x="126803" y="14622"/>
                        <a:pt x="126814" y="13765"/>
                        <a:pt x="126814" y="12907"/>
                      </a:cubicBezTo>
                      <a:cubicBezTo>
                        <a:pt x="126826" y="11205"/>
                        <a:pt x="126862" y="9526"/>
                        <a:pt x="126874" y="7835"/>
                      </a:cubicBezTo>
                      <a:cubicBezTo>
                        <a:pt x="126874" y="6716"/>
                        <a:pt x="126945" y="5609"/>
                        <a:pt x="126981" y="4502"/>
                      </a:cubicBezTo>
                      <a:cubicBezTo>
                        <a:pt x="126969" y="3740"/>
                        <a:pt x="126934" y="2989"/>
                        <a:pt x="126874" y="2239"/>
                      </a:cubicBezTo>
                      <a:cubicBezTo>
                        <a:pt x="126826" y="1608"/>
                        <a:pt x="126886" y="965"/>
                        <a:pt x="126767" y="346"/>
                      </a:cubicBezTo>
                      <a:cubicBezTo>
                        <a:pt x="125159" y="311"/>
                        <a:pt x="123552" y="132"/>
                        <a:pt x="121945" y="13"/>
                      </a:cubicBezTo>
                      <a:lnTo>
                        <a:pt x="110003" y="13"/>
                      </a:lnTo>
                      <a:cubicBezTo>
                        <a:pt x="109050" y="60"/>
                        <a:pt x="108098" y="132"/>
                        <a:pt x="107145" y="168"/>
                      </a:cubicBezTo>
                      <a:cubicBezTo>
                        <a:pt x="106774" y="182"/>
                        <a:pt x="106403" y="187"/>
                        <a:pt x="106034" y="187"/>
                      </a:cubicBezTo>
                      <a:cubicBezTo>
                        <a:pt x="104828" y="187"/>
                        <a:pt x="103630" y="129"/>
                        <a:pt x="102419" y="120"/>
                      </a:cubicBezTo>
                      <a:cubicBezTo>
                        <a:pt x="102379" y="120"/>
                        <a:pt x="102339" y="120"/>
                        <a:pt x="102299" y="120"/>
                      </a:cubicBezTo>
                      <a:cubicBezTo>
                        <a:pt x="100779" y="120"/>
                        <a:pt x="99271" y="335"/>
                        <a:pt x="97751" y="346"/>
                      </a:cubicBezTo>
                      <a:cubicBezTo>
                        <a:pt x="97678" y="347"/>
                        <a:pt x="97605" y="347"/>
                        <a:pt x="97532" y="347"/>
                      </a:cubicBezTo>
                      <a:cubicBezTo>
                        <a:pt x="96069" y="347"/>
                        <a:pt x="94606" y="239"/>
                        <a:pt x="93132" y="239"/>
                      </a:cubicBezTo>
                      <a:cubicBezTo>
                        <a:pt x="91512" y="251"/>
                        <a:pt x="89893" y="299"/>
                        <a:pt x="88262" y="311"/>
                      </a:cubicBezTo>
                      <a:cubicBezTo>
                        <a:pt x="88191" y="312"/>
                        <a:pt x="88121" y="312"/>
                        <a:pt x="88050" y="312"/>
                      </a:cubicBezTo>
                      <a:cubicBezTo>
                        <a:pt x="86951" y="312"/>
                        <a:pt x="85846" y="182"/>
                        <a:pt x="84740" y="182"/>
                      </a:cubicBezTo>
                      <a:cubicBezTo>
                        <a:pt x="84441" y="182"/>
                        <a:pt x="84143" y="191"/>
                        <a:pt x="83845" y="215"/>
                      </a:cubicBezTo>
                      <a:cubicBezTo>
                        <a:pt x="83449" y="238"/>
                        <a:pt x="55699" y="285"/>
                        <a:pt x="35546" y="285"/>
                      </a:cubicBezTo>
                      <a:cubicBezTo>
                        <a:pt x="24157" y="285"/>
                        <a:pt x="15195" y="270"/>
                        <a:pt x="14967" y="227"/>
                      </a:cubicBezTo>
                      <a:cubicBezTo>
                        <a:pt x="14705" y="180"/>
                        <a:pt x="14384" y="60"/>
                        <a:pt x="1408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7" name="Google Shape;1217;p39"/>
                <p:cNvSpPr/>
                <p:nvPr/>
              </p:nvSpPr>
              <p:spPr>
                <a:xfrm>
                  <a:off x="8333863" y="2140613"/>
                  <a:ext cx="24490" cy="20782"/>
                </a:xfrm>
                <a:custGeom>
                  <a:rect b="b" l="l" r="r" t="t"/>
                  <a:pathLst>
                    <a:path extrusionOk="0" h="667" w="786">
                      <a:moveTo>
                        <a:pt x="441" y="0"/>
                      </a:moveTo>
                      <a:cubicBezTo>
                        <a:pt x="345" y="131"/>
                        <a:pt x="238" y="262"/>
                        <a:pt x="143" y="393"/>
                      </a:cubicBezTo>
                      <a:cubicBezTo>
                        <a:pt x="83" y="488"/>
                        <a:pt x="48" y="572"/>
                        <a:pt x="0" y="667"/>
                      </a:cubicBezTo>
                      <a:cubicBezTo>
                        <a:pt x="143" y="595"/>
                        <a:pt x="298" y="536"/>
                        <a:pt x="429" y="464"/>
                      </a:cubicBezTo>
                      <a:cubicBezTo>
                        <a:pt x="464" y="369"/>
                        <a:pt x="536" y="274"/>
                        <a:pt x="595" y="214"/>
                      </a:cubicBezTo>
                      <a:cubicBezTo>
                        <a:pt x="655" y="143"/>
                        <a:pt x="714" y="83"/>
                        <a:pt x="786" y="12"/>
                      </a:cubicBezTo>
                      <a:cubicBezTo>
                        <a:pt x="667" y="12"/>
                        <a:pt x="548" y="0"/>
                        <a:pt x="44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8" name="Google Shape;1218;p39"/>
                <p:cNvSpPr/>
                <p:nvPr/>
              </p:nvSpPr>
              <p:spPr>
                <a:xfrm>
                  <a:off x="8350906" y="2151736"/>
                  <a:ext cx="14862" cy="5577"/>
                </a:xfrm>
                <a:custGeom>
                  <a:rect b="b" l="l" r="r" t="t"/>
                  <a:pathLst>
                    <a:path extrusionOk="0" h="179" w="477">
                      <a:moveTo>
                        <a:pt x="477" y="0"/>
                      </a:moveTo>
                      <a:cubicBezTo>
                        <a:pt x="310" y="36"/>
                        <a:pt x="167" y="95"/>
                        <a:pt x="1" y="155"/>
                      </a:cubicBezTo>
                      <a:lnTo>
                        <a:pt x="1" y="179"/>
                      </a:lnTo>
                      <a:cubicBezTo>
                        <a:pt x="48" y="155"/>
                        <a:pt x="108" y="143"/>
                        <a:pt x="155" y="131"/>
                      </a:cubicBezTo>
                      <a:lnTo>
                        <a:pt x="47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9" name="Google Shape;1219;p39"/>
                <p:cNvSpPr/>
                <p:nvPr/>
              </p:nvSpPr>
              <p:spPr>
                <a:xfrm>
                  <a:off x="8376144" y="2141704"/>
                  <a:ext cx="6699" cy="2991"/>
                </a:xfrm>
                <a:custGeom>
                  <a:rect b="b" l="l" r="r" t="t"/>
                  <a:pathLst>
                    <a:path extrusionOk="0" h="96" w="215">
                      <a:moveTo>
                        <a:pt x="36" y="1"/>
                      </a:moveTo>
                      <a:cubicBezTo>
                        <a:pt x="36" y="25"/>
                        <a:pt x="36" y="36"/>
                        <a:pt x="24" y="48"/>
                      </a:cubicBezTo>
                      <a:cubicBezTo>
                        <a:pt x="12" y="60"/>
                        <a:pt x="12" y="84"/>
                        <a:pt x="0" y="96"/>
                      </a:cubicBezTo>
                      <a:cubicBezTo>
                        <a:pt x="72" y="60"/>
                        <a:pt x="143" y="48"/>
                        <a:pt x="215" y="25"/>
                      </a:cubicBezTo>
                      <a:cubicBezTo>
                        <a:pt x="155" y="25"/>
                        <a:pt x="96" y="25"/>
                        <a:pt x="3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0" name="Google Shape;1220;p39"/>
                <p:cNvSpPr/>
                <p:nvPr/>
              </p:nvSpPr>
              <p:spPr>
                <a:xfrm>
                  <a:off x="8353866" y="2141330"/>
                  <a:ext cx="21561" cy="11528"/>
                </a:xfrm>
                <a:custGeom>
                  <a:rect b="b" l="l" r="r" t="t"/>
                  <a:pathLst>
                    <a:path extrusionOk="0" h="370" w="692">
                      <a:moveTo>
                        <a:pt x="275" y="1"/>
                      </a:moveTo>
                      <a:cubicBezTo>
                        <a:pt x="203" y="72"/>
                        <a:pt x="132" y="168"/>
                        <a:pt x="72" y="251"/>
                      </a:cubicBezTo>
                      <a:cubicBezTo>
                        <a:pt x="37" y="287"/>
                        <a:pt x="25" y="334"/>
                        <a:pt x="1" y="370"/>
                      </a:cubicBezTo>
                      <a:cubicBezTo>
                        <a:pt x="180" y="298"/>
                        <a:pt x="370" y="227"/>
                        <a:pt x="561" y="168"/>
                      </a:cubicBezTo>
                      <a:lnTo>
                        <a:pt x="692" y="37"/>
                      </a:lnTo>
                      <a:cubicBezTo>
                        <a:pt x="561" y="13"/>
                        <a:pt x="418" y="13"/>
                        <a:pt x="27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1" name="Google Shape;1221;p39"/>
                <p:cNvSpPr/>
                <p:nvPr/>
              </p:nvSpPr>
              <p:spPr>
                <a:xfrm>
                  <a:off x="8067124" y="2141704"/>
                  <a:ext cx="113538" cy="136189"/>
                </a:xfrm>
                <a:custGeom>
                  <a:rect b="b" l="l" r="r" t="t"/>
                  <a:pathLst>
                    <a:path extrusionOk="0" h="4371" w="3644">
                      <a:moveTo>
                        <a:pt x="3644" y="1"/>
                      </a:moveTo>
                      <a:cubicBezTo>
                        <a:pt x="3465" y="1"/>
                        <a:pt x="3275" y="25"/>
                        <a:pt x="3096" y="25"/>
                      </a:cubicBezTo>
                      <a:cubicBezTo>
                        <a:pt x="2870" y="346"/>
                        <a:pt x="2667" y="691"/>
                        <a:pt x="2417" y="989"/>
                      </a:cubicBezTo>
                      <a:cubicBezTo>
                        <a:pt x="2072" y="1418"/>
                        <a:pt x="1727" y="1834"/>
                        <a:pt x="1405" y="2287"/>
                      </a:cubicBezTo>
                      <a:cubicBezTo>
                        <a:pt x="905" y="2953"/>
                        <a:pt x="489" y="3692"/>
                        <a:pt x="0" y="4370"/>
                      </a:cubicBezTo>
                      <a:cubicBezTo>
                        <a:pt x="167" y="4287"/>
                        <a:pt x="346" y="4216"/>
                        <a:pt x="512" y="4144"/>
                      </a:cubicBezTo>
                      <a:cubicBezTo>
                        <a:pt x="536" y="4096"/>
                        <a:pt x="572" y="4049"/>
                        <a:pt x="596" y="4025"/>
                      </a:cubicBezTo>
                      <a:cubicBezTo>
                        <a:pt x="596" y="4001"/>
                        <a:pt x="608" y="4001"/>
                        <a:pt x="631" y="4001"/>
                      </a:cubicBezTo>
                      <a:cubicBezTo>
                        <a:pt x="1108" y="3370"/>
                        <a:pt x="1477" y="2644"/>
                        <a:pt x="1965" y="2001"/>
                      </a:cubicBezTo>
                      <a:cubicBezTo>
                        <a:pt x="2501" y="1299"/>
                        <a:pt x="3084" y="656"/>
                        <a:pt x="364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2" name="Google Shape;1222;p39"/>
                <p:cNvSpPr/>
                <p:nvPr/>
              </p:nvSpPr>
              <p:spPr>
                <a:xfrm>
                  <a:off x="7865317" y="2144321"/>
                  <a:ext cx="176975" cy="213709"/>
                </a:xfrm>
                <a:custGeom>
                  <a:rect b="b" l="l" r="r" t="t"/>
                  <a:pathLst>
                    <a:path extrusionOk="0" h="6859" w="5680">
                      <a:moveTo>
                        <a:pt x="5215" y="0"/>
                      </a:moveTo>
                      <a:lnTo>
                        <a:pt x="5156" y="48"/>
                      </a:lnTo>
                      <a:cubicBezTo>
                        <a:pt x="5156" y="48"/>
                        <a:pt x="5144" y="48"/>
                        <a:pt x="5144" y="36"/>
                      </a:cubicBezTo>
                      <a:cubicBezTo>
                        <a:pt x="4858" y="619"/>
                        <a:pt x="4287" y="1155"/>
                        <a:pt x="3918" y="1703"/>
                      </a:cubicBezTo>
                      <a:cubicBezTo>
                        <a:pt x="3537" y="2274"/>
                        <a:pt x="3156" y="2846"/>
                        <a:pt x="2763" y="3405"/>
                      </a:cubicBezTo>
                      <a:cubicBezTo>
                        <a:pt x="1894" y="4572"/>
                        <a:pt x="917" y="5632"/>
                        <a:pt x="0" y="6775"/>
                      </a:cubicBezTo>
                      <a:lnTo>
                        <a:pt x="0" y="6858"/>
                      </a:lnTo>
                      <a:lnTo>
                        <a:pt x="24" y="6858"/>
                      </a:lnTo>
                      <a:cubicBezTo>
                        <a:pt x="298" y="6572"/>
                        <a:pt x="631" y="6346"/>
                        <a:pt x="977" y="6191"/>
                      </a:cubicBezTo>
                      <a:cubicBezTo>
                        <a:pt x="977" y="6167"/>
                        <a:pt x="989" y="6167"/>
                        <a:pt x="989" y="6167"/>
                      </a:cubicBezTo>
                      <a:cubicBezTo>
                        <a:pt x="1405" y="5917"/>
                        <a:pt x="1774" y="5179"/>
                        <a:pt x="2108" y="4786"/>
                      </a:cubicBezTo>
                      <a:cubicBezTo>
                        <a:pt x="2525" y="4286"/>
                        <a:pt x="2953" y="3774"/>
                        <a:pt x="3358" y="3239"/>
                      </a:cubicBezTo>
                      <a:cubicBezTo>
                        <a:pt x="4156" y="2179"/>
                        <a:pt x="4882" y="1072"/>
                        <a:pt x="568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3" name="Google Shape;1223;p39"/>
                <p:cNvSpPr/>
                <p:nvPr/>
              </p:nvSpPr>
              <p:spPr>
                <a:xfrm>
                  <a:off x="7995898" y="2143199"/>
                  <a:ext cx="120580" cy="163608"/>
                </a:xfrm>
                <a:custGeom>
                  <a:rect b="b" l="l" r="r" t="t"/>
                  <a:pathLst>
                    <a:path extrusionOk="0" h="5251" w="3870">
                      <a:moveTo>
                        <a:pt x="3554" y="110"/>
                      </a:moveTo>
                      <a:cubicBezTo>
                        <a:pt x="3563" y="110"/>
                        <a:pt x="3572" y="113"/>
                        <a:pt x="3572" y="119"/>
                      </a:cubicBezTo>
                      <a:lnTo>
                        <a:pt x="3572" y="167"/>
                      </a:lnTo>
                      <a:cubicBezTo>
                        <a:pt x="3572" y="179"/>
                        <a:pt x="3563" y="185"/>
                        <a:pt x="3554" y="185"/>
                      </a:cubicBezTo>
                      <a:cubicBezTo>
                        <a:pt x="3546" y="185"/>
                        <a:pt x="3537" y="179"/>
                        <a:pt x="3537" y="167"/>
                      </a:cubicBezTo>
                      <a:lnTo>
                        <a:pt x="3537" y="119"/>
                      </a:lnTo>
                      <a:cubicBezTo>
                        <a:pt x="3537" y="113"/>
                        <a:pt x="3546" y="110"/>
                        <a:pt x="3554" y="110"/>
                      </a:cubicBezTo>
                      <a:close/>
                      <a:moveTo>
                        <a:pt x="3572" y="0"/>
                      </a:moveTo>
                      <a:cubicBezTo>
                        <a:pt x="3048" y="1048"/>
                        <a:pt x="2441" y="2013"/>
                        <a:pt x="1763" y="2929"/>
                      </a:cubicBezTo>
                      <a:cubicBezTo>
                        <a:pt x="1429" y="3406"/>
                        <a:pt x="1048" y="3870"/>
                        <a:pt x="679" y="4322"/>
                      </a:cubicBezTo>
                      <a:cubicBezTo>
                        <a:pt x="441" y="4620"/>
                        <a:pt x="239" y="4941"/>
                        <a:pt x="0" y="5251"/>
                      </a:cubicBezTo>
                      <a:cubicBezTo>
                        <a:pt x="24" y="5239"/>
                        <a:pt x="36" y="5239"/>
                        <a:pt x="72" y="5227"/>
                      </a:cubicBezTo>
                      <a:lnTo>
                        <a:pt x="84" y="5227"/>
                      </a:lnTo>
                      <a:cubicBezTo>
                        <a:pt x="191" y="5180"/>
                        <a:pt x="310" y="5156"/>
                        <a:pt x="417" y="5108"/>
                      </a:cubicBezTo>
                      <a:cubicBezTo>
                        <a:pt x="1191" y="4406"/>
                        <a:pt x="1751" y="3346"/>
                        <a:pt x="2298" y="2441"/>
                      </a:cubicBezTo>
                      <a:cubicBezTo>
                        <a:pt x="2798" y="1655"/>
                        <a:pt x="3227" y="655"/>
                        <a:pt x="387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4" name="Google Shape;1224;p39"/>
                <p:cNvSpPr/>
                <p:nvPr/>
              </p:nvSpPr>
              <p:spPr>
                <a:xfrm>
                  <a:off x="7972530" y="2143573"/>
                  <a:ext cx="133198" cy="170681"/>
                </a:xfrm>
                <a:custGeom>
                  <a:rect b="b" l="l" r="r" t="t"/>
                  <a:pathLst>
                    <a:path extrusionOk="0" h="5478" w="4275">
                      <a:moveTo>
                        <a:pt x="4275" y="0"/>
                      </a:moveTo>
                      <a:cubicBezTo>
                        <a:pt x="4096" y="0"/>
                        <a:pt x="3906" y="0"/>
                        <a:pt x="3727" y="24"/>
                      </a:cubicBezTo>
                      <a:cubicBezTo>
                        <a:pt x="3191" y="1239"/>
                        <a:pt x="2251" y="2346"/>
                        <a:pt x="1477" y="3382"/>
                      </a:cubicBezTo>
                      <a:cubicBezTo>
                        <a:pt x="1024" y="3989"/>
                        <a:pt x="572" y="4918"/>
                        <a:pt x="0" y="5477"/>
                      </a:cubicBezTo>
                      <a:cubicBezTo>
                        <a:pt x="179" y="5441"/>
                        <a:pt x="346" y="5382"/>
                        <a:pt x="524" y="5334"/>
                      </a:cubicBezTo>
                      <a:cubicBezTo>
                        <a:pt x="774" y="4989"/>
                        <a:pt x="1000" y="4608"/>
                        <a:pt x="1262" y="4287"/>
                      </a:cubicBezTo>
                      <a:cubicBezTo>
                        <a:pt x="1620" y="3870"/>
                        <a:pt x="1965" y="3453"/>
                        <a:pt x="2298" y="3013"/>
                      </a:cubicBezTo>
                      <a:cubicBezTo>
                        <a:pt x="3013" y="2060"/>
                        <a:pt x="3667" y="1048"/>
                        <a:pt x="427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5" name="Google Shape;1225;p39"/>
                <p:cNvSpPr/>
                <p:nvPr/>
              </p:nvSpPr>
              <p:spPr>
                <a:xfrm>
                  <a:off x="7865317" y="2143199"/>
                  <a:ext cx="143979" cy="175853"/>
                </a:xfrm>
                <a:custGeom>
                  <a:rect b="b" l="l" r="r" t="t"/>
                  <a:pathLst>
                    <a:path extrusionOk="0" h="5644" w="4621">
                      <a:moveTo>
                        <a:pt x="3965" y="0"/>
                      </a:moveTo>
                      <a:cubicBezTo>
                        <a:pt x="3418" y="929"/>
                        <a:pt x="2775" y="1739"/>
                        <a:pt x="2120" y="2560"/>
                      </a:cubicBezTo>
                      <a:cubicBezTo>
                        <a:pt x="1417" y="3429"/>
                        <a:pt x="596" y="4251"/>
                        <a:pt x="0" y="5239"/>
                      </a:cubicBezTo>
                      <a:cubicBezTo>
                        <a:pt x="24" y="5239"/>
                        <a:pt x="24" y="5251"/>
                        <a:pt x="24" y="5275"/>
                      </a:cubicBezTo>
                      <a:lnTo>
                        <a:pt x="24" y="5644"/>
                      </a:lnTo>
                      <a:cubicBezTo>
                        <a:pt x="512" y="4953"/>
                        <a:pt x="1953" y="3322"/>
                        <a:pt x="2084" y="3144"/>
                      </a:cubicBezTo>
                      <a:cubicBezTo>
                        <a:pt x="2917" y="2096"/>
                        <a:pt x="3739" y="1000"/>
                        <a:pt x="4620" y="12"/>
                      </a:cubicBezTo>
                      <a:lnTo>
                        <a:pt x="4549" y="12"/>
                      </a:lnTo>
                      <a:cubicBezTo>
                        <a:pt x="4346" y="12"/>
                        <a:pt x="4156" y="0"/>
                        <a:pt x="396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6" name="Google Shape;1226;p39"/>
                <p:cNvSpPr/>
                <p:nvPr/>
              </p:nvSpPr>
              <p:spPr>
                <a:xfrm>
                  <a:off x="7866065" y="2143199"/>
                  <a:ext cx="158436" cy="202586"/>
                </a:xfrm>
                <a:custGeom>
                  <a:rect b="b" l="l" r="r" t="t"/>
                  <a:pathLst>
                    <a:path extrusionOk="0" h="6502" w="5085">
                      <a:moveTo>
                        <a:pt x="4703" y="0"/>
                      </a:moveTo>
                      <a:cubicBezTo>
                        <a:pt x="3810" y="1084"/>
                        <a:pt x="2941" y="2215"/>
                        <a:pt x="2084" y="3322"/>
                      </a:cubicBezTo>
                      <a:cubicBezTo>
                        <a:pt x="1631" y="3882"/>
                        <a:pt x="1191" y="4429"/>
                        <a:pt x="715" y="4989"/>
                      </a:cubicBezTo>
                      <a:cubicBezTo>
                        <a:pt x="453" y="5287"/>
                        <a:pt x="250" y="5668"/>
                        <a:pt x="0" y="5953"/>
                      </a:cubicBezTo>
                      <a:lnTo>
                        <a:pt x="0" y="6501"/>
                      </a:lnTo>
                      <a:cubicBezTo>
                        <a:pt x="846" y="5406"/>
                        <a:pt x="1798" y="4418"/>
                        <a:pt x="2632" y="3286"/>
                      </a:cubicBezTo>
                      <a:cubicBezTo>
                        <a:pt x="3429" y="2203"/>
                        <a:pt x="4120" y="929"/>
                        <a:pt x="508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7" name="Google Shape;1227;p39"/>
                <p:cNvSpPr/>
                <p:nvPr/>
              </p:nvSpPr>
              <p:spPr>
                <a:xfrm>
                  <a:off x="7866439" y="2143199"/>
                  <a:ext cx="120206" cy="153233"/>
                </a:xfrm>
                <a:custGeom>
                  <a:rect b="b" l="l" r="r" t="t"/>
                  <a:pathLst>
                    <a:path extrusionOk="0" h="4918" w="3858">
                      <a:moveTo>
                        <a:pt x="3512" y="0"/>
                      </a:moveTo>
                      <a:cubicBezTo>
                        <a:pt x="2369" y="1584"/>
                        <a:pt x="1131" y="3072"/>
                        <a:pt x="12" y="4691"/>
                      </a:cubicBezTo>
                      <a:cubicBezTo>
                        <a:pt x="0" y="4751"/>
                        <a:pt x="0" y="4834"/>
                        <a:pt x="0" y="4918"/>
                      </a:cubicBezTo>
                      <a:cubicBezTo>
                        <a:pt x="500" y="4156"/>
                        <a:pt x="1131" y="3513"/>
                        <a:pt x="1691" y="2834"/>
                      </a:cubicBezTo>
                      <a:cubicBezTo>
                        <a:pt x="2453" y="1917"/>
                        <a:pt x="3179" y="1000"/>
                        <a:pt x="385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8" name="Google Shape;1228;p39"/>
                <p:cNvSpPr/>
                <p:nvPr/>
              </p:nvSpPr>
              <p:spPr>
                <a:xfrm>
                  <a:off x="7868277" y="2141704"/>
                  <a:ext cx="12650" cy="18601"/>
                </a:xfrm>
                <a:custGeom>
                  <a:rect b="b" l="l" r="r" t="t"/>
                  <a:pathLst>
                    <a:path extrusionOk="0" h="597" w="406">
                      <a:moveTo>
                        <a:pt x="1" y="1"/>
                      </a:moveTo>
                      <a:cubicBezTo>
                        <a:pt x="13" y="203"/>
                        <a:pt x="24" y="394"/>
                        <a:pt x="24" y="596"/>
                      </a:cubicBezTo>
                      <a:cubicBezTo>
                        <a:pt x="72" y="513"/>
                        <a:pt x="132" y="417"/>
                        <a:pt x="179" y="346"/>
                      </a:cubicBezTo>
                      <a:cubicBezTo>
                        <a:pt x="251" y="227"/>
                        <a:pt x="310" y="108"/>
                        <a:pt x="40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9" name="Google Shape;1229;p39"/>
                <p:cNvSpPr/>
                <p:nvPr/>
              </p:nvSpPr>
              <p:spPr>
                <a:xfrm>
                  <a:off x="7867903" y="2142451"/>
                  <a:ext cx="80916" cy="113164"/>
                </a:xfrm>
                <a:custGeom>
                  <a:rect b="b" l="l" r="r" t="t"/>
                  <a:pathLst>
                    <a:path extrusionOk="0" h="3632" w="2597">
                      <a:moveTo>
                        <a:pt x="2239" y="1"/>
                      </a:moveTo>
                      <a:cubicBezTo>
                        <a:pt x="1870" y="679"/>
                        <a:pt x="1382" y="1263"/>
                        <a:pt x="894" y="1846"/>
                      </a:cubicBezTo>
                      <a:cubicBezTo>
                        <a:pt x="620" y="2156"/>
                        <a:pt x="417" y="2513"/>
                        <a:pt x="179" y="2858"/>
                      </a:cubicBezTo>
                      <a:cubicBezTo>
                        <a:pt x="120" y="2941"/>
                        <a:pt x="72" y="3001"/>
                        <a:pt x="13" y="3049"/>
                      </a:cubicBezTo>
                      <a:cubicBezTo>
                        <a:pt x="13" y="3239"/>
                        <a:pt x="1" y="3430"/>
                        <a:pt x="1" y="3632"/>
                      </a:cubicBezTo>
                      <a:cubicBezTo>
                        <a:pt x="96" y="3418"/>
                        <a:pt x="263" y="3227"/>
                        <a:pt x="394" y="3037"/>
                      </a:cubicBezTo>
                      <a:cubicBezTo>
                        <a:pt x="691" y="2596"/>
                        <a:pt x="977" y="2167"/>
                        <a:pt x="1275" y="1739"/>
                      </a:cubicBezTo>
                      <a:cubicBezTo>
                        <a:pt x="1680" y="1132"/>
                        <a:pt x="2108" y="513"/>
                        <a:pt x="259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0" name="Google Shape;1230;p39"/>
                <p:cNvSpPr/>
                <p:nvPr/>
              </p:nvSpPr>
              <p:spPr>
                <a:xfrm>
                  <a:off x="7866812" y="2142451"/>
                  <a:ext cx="106870" cy="138028"/>
                </a:xfrm>
                <a:custGeom>
                  <a:rect b="b" l="l" r="r" t="t"/>
                  <a:pathLst>
                    <a:path extrusionOk="0" h="4430" w="3430">
                      <a:moveTo>
                        <a:pt x="2738" y="1"/>
                      </a:moveTo>
                      <a:cubicBezTo>
                        <a:pt x="2203" y="608"/>
                        <a:pt x="1738" y="1286"/>
                        <a:pt x="1286" y="1989"/>
                      </a:cubicBezTo>
                      <a:cubicBezTo>
                        <a:pt x="869" y="2632"/>
                        <a:pt x="417" y="3239"/>
                        <a:pt x="12" y="3882"/>
                      </a:cubicBezTo>
                      <a:cubicBezTo>
                        <a:pt x="12" y="4061"/>
                        <a:pt x="12" y="4251"/>
                        <a:pt x="0" y="4430"/>
                      </a:cubicBezTo>
                      <a:cubicBezTo>
                        <a:pt x="1072" y="2882"/>
                        <a:pt x="2250" y="1441"/>
                        <a:pt x="3429" y="12"/>
                      </a:cubicBezTo>
                      <a:cubicBezTo>
                        <a:pt x="3203" y="12"/>
                        <a:pt x="2965" y="1"/>
                        <a:pt x="273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1" name="Google Shape;1231;p39"/>
                <p:cNvSpPr/>
                <p:nvPr/>
              </p:nvSpPr>
              <p:spPr>
                <a:xfrm>
                  <a:off x="7870520" y="2294562"/>
                  <a:ext cx="312385" cy="229288"/>
                </a:xfrm>
                <a:custGeom>
                  <a:rect b="b" l="l" r="r" t="t"/>
                  <a:pathLst>
                    <a:path extrusionOk="0" h="7359" w="10026">
                      <a:moveTo>
                        <a:pt x="6025" y="0"/>
                      </a:moveTo>
                      <a:cubicBezTo>
                        <a:pt x="5965" y="24"/>
                        <a:pt x="5894" y="60"/>
                        <a:pt x="5810" y="83"/>
                      </a:cubicBezTo>
                      <a:cubicBezTo>
                        <a:pt x="5794" y="92"/>
                        <a:pt x="5778" y="106"/>
                        <a:pt x="5761" y="106"/>
                      </a:cubicBezTo>
                      <a:cubicBezTo>
                        <a:pt x="5754" y="106"/>
                        <a:pt x="5746" y="103"/>
                        <a:pt x="5739" y="95"/>
                      </a:cubicBezTo>
                      <a:cubicBezTo>
                        <a:pt x="5084" y="381"/>
                        <a:pt x="4441" y="631"/>
                        <a:pt x="3762" y="845"/>
                      </a:cubicBezTo>
                      <a:cubicBezTo>
                        <a:pt x="3465" y="929"/>
                        <a:pt x="3155" y="1012"/>
                        <a:pt x="2846" y="1084"/>
                      </a:cubicBezTo>
                      <a:lnTo>
                        <a:pt x="1119" y="1810"/>
                      </a:lnTo>
                      <a:cubicBezTo>
                        <a:pt x="786" y="1988"/>
                        <a:pt x="464" y="2143"/>
                        <a:pt x="107" y="2238"/>
                      </a:cubicBezTo>
                      <a:lnTo>
                        <a:pt x="0" y="2346"/>
                      </a:lnTo>
                      <a:lnTo>
                        <a:pt x="2096" y="3465"/>
                      </a:lnTo>
                      <a:cubicBezTo>
                        <a:pt x="3274" y="4048"/>
                        <a:pt x="4441" y="4644"/>
                        <a:pt x="5608" y="5191"/>
                      </a:cubicBezTo>
                      <a:cubicBezTo>
                        <a:pt x="6560" y="5632"/>
                        <a:pt x="7525" y="6096"/>
                        <a:pt x="8465" y="6572"/>
                      </a:cubicBezTo>
                      <a:cubicBezTo>
                        <a:pt x="8858" y="6787"/>
                        <a:pt x="9251" y="6977"/>
                        <a:pt x="9644" y="7180"/>
                      </a:cubicBezTo>
                      <a:cubicBezTo>
                        <a:pt x="9763" y="7239"/>
                        <a:pt x="9894" y="7299"/>
                        <a:pt x="10025" y="7358"/>
                      </a:cubicBezTo>
                      <a:cubicBezTo>
                        <a:pt x="9989" y="7287"/>
                        <a:pt x="9954" y="7215"/>
                        <a:pt x="9930" y="7144"/>
                      </a:cubicBezTo>
                      <a:lnTo>
                        <a:pt x="7263" y="2167"/>
                      </a:lnTo>
                      <a:cubicBezTo>
                        <a:pt x="7168" y="2024"/>
                        <a:pt x="7084" y="1857"/>
                        <a:pt x="6989" y="1703"/>
                      </a:cubicBezTo>
                      <a:cubicBezTo>
                        <a:pt x="6668" y="1143"/>
                        <a:pt x="6251" y="631"/>
                        <a:pt x="602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2" name="Google Shape;1232;p39"/>
                <p:cNvSpPr/>
                <p:nvPr/>
              </p:nvSpPr>
              <p:spPr>
                <a:xfrm>
                  <a:off x="8020388" y="2142046"/>
                  <a:ext cx="142483" cy="155507"/>
                </a:xfrm>
                <a:custGeom>
                  <a:rect b="b" l="l" r="r" t="t"/>
                  <a:pathLst>
                    <a:path extrusionOk="0" h="4991" w="4573">
                      <a:moveTo>
                        <a:pt x="3765" y="1"/>
                      </a:moveTo>
                      <a:cubicBezTo>
                        <a:pt x="3759" y="1"/>
                        <a:pt x="3754" y="4"/>
                        <a:pt x="3751" y="14"/>
                      </a:cubicBezTo>
                      <a:cubicBezTo>
                        <a:pt x="3746" y="20"/>
                        <a:pt x="3740" y="26"/>
                        <a:pt x="3735" y="33"/>
                      </a:cubicBezTo>
                      <a:lnTo>
                        <a:pt x="3735" y="33"/>
                      </a:lnTo>
                      <a:cubicBezTo>
                        <a:pt x="3753" y="32"/>
                        <a:pt x="3770" y="32"/>
                        <a:pt x="3787" y="32"/>
                      </a:cubicBezTo>
                      <a:lnTo>
                        <a:pt x="3787" y="32"/>
                      </a:lnTo>
                      <a:cubicBezTo>
                        <a:pt x="3786" y="38"/>
                        <a:pt x="3782" y="44"/>
                        <a:pt x="3775" y="49"/>
                      </a:cubicBezTo>
                      <a:cubicBezTo>
                        <a:pt x="3084" y="978"/>
                        <a:pt x="2465" y="1978"/>
                        <a:pt x="1834" y="2954"/>
                      </a:cubicBezTo>
                      <a:cubicBezTo>
                        <a:pt x="1489" y="3478"/>
                        <a:pt x="941" y="4074"/>
                        <a:pt x="667" y="4693"/>
                      </a:cubicBezTo>
                      <a:lnTo>
                        <a:pt x="917" y="4597"/>
                      </a:lnTo>
                      <a:cubicBezTo>
                        <a:pt x="1024" y="4550"/>
                        <a:pt x="1119" y="4502"/>
                        <a:pt x="1215" y="4455"/>
                      </a:cubicBezTo>
                      <a:cubicBezTo>
                        <a:pt x="1798" y="3728"/>
                        <a:pt x="2274" y="2907"/>
                        <a:pt x="2846" y="2169"/>
                      </a:cubicBezTo>
                      <a:cubicBezTo>
                        <a:pt x="3203" y="1716"/>
                        <a:pt x="3584" y="1288"/>
                        <a:pt x="3953" y="847"/>
                      </a:cubicBezTo>
                      <a:cubicBezTo>
                        <a:pt x="4167" y="573"/>
                        <a:pt x="4358" y="287"/>
                        <a:pt x="4572" y="14"/>
                      </a:cubicBezTo>
                      <a:lnTo>
                        <a:pt x="4572" y="14"/>
                      </a:lnTo>
                      <a:cubicBezTo>
                        <a:pt x="4312" y="20"/>
                        <a:pt x="4048" y="27"/>
                        <a:pt x="3787" y="32"/>
                      </a:cubicBezTo>
                      <a:lnTo>
                        <a:pt x="3787" y="32"/>
                      </a:lnTo>
                      <a:cubicBezTo>
                        <a:pt x="3790" y="16"/>
                        <a:pt x="3777" y="1"/>
                        <a:pt x="3765" y="1"/>
                      </a:cubicBezTo>
                      <a:close/>
                      <a:moveTo>
                        <a:pt x="3735" y="33"/>
                      </a:moveTo>
                      <a:cubicBezTo>
                        <a:pt x="3560" y="36"/>
                        <a:pt x="3386" y="37"/>
                        <a:pt x="3215" y="37"/>
                      </a:cubicBezTo>
                      <a:cubicBezTo>
                        <a:pt x="2822" y="454"/>
                        <a:pt x="2560" y="978"/>
                        <a:pt x="2274" y="1478"/>
                      </a:cubicBezTo>
                      <a:cubicBezTo>
                        <a:pt x="1965" y="2038"/>
                        <a:pt x="1631" y="2573"/>
                        <a:pt x="1310" y="3085"/>
                      </a:cubicBezTo>
                      <a:cubicBezTo>
                        <a:pt x="965" y="3669"/>
                        <a:pt x="524" y="4502"/>
                        <a:pt x="0" y="4990"/>
                      </a:cubicBezTo>
                      <a:cubicBezTo>
                        <a:pt x="24" y="4978"/>
                        <a:pt x="48" y="4978"/>
                        <a:pt x="72" y="4967"/>
                      </a:cubicBezTo>
                      <a:lnTo>
                        <a:pt x="476" y="4788"/>
                      </a:lnTo>
                      <a:cubicBezTo>
                        <a:pt x="703" y="4097"/>
                        <a:pt x="1381" y="3407"/>
                        <a:pt x="1727" y="2883"/>
                      </a:cubicBezTo>
                      <a:cubicBezTo>
                        <a:pt x="2365" y="1902"/>
                        <a:pt x="3015" y="932"/>
                        <a:pt x="3735" y="3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3" name="Google Shape;1233;p39"/>
                <p:cNvSpPr/>
                <p:nvPr/>
              </p:nvSpPr>
              <p:spPr>
                <a:xfrm>
                  <a:off x="7869025" y="2141330"/>
                  <a:ext cx="22278" cy="30098"/>
                </a:xfrm>
                <a:custGeom>
                  <a:rect b="b" l="l" r="r" t="t"/>
                  <a:pathLst>
                    <a:path extrusionOk="0" h="966" w="715">
                      <a:moveTo>
                        <a:pt x="477" y="1"/>
                      </a:moveTo>
                      <a:cubicBezTo>
                        <a:pt x="381" y="156"/>
                        <a:pt x="274" y="310"/>
                        <a:pt x="179" y="477"/>
                      </a:cubicBezTo>
                      <a:cubicBezTo>
                        <a:pt x="120" y="596"/>
                        <a:pt x="60" y="727"/>
                        <a:pt x="0" y="870"/>
                      </a:cubicBezTo>
                      <a:lnTo>
                        <a:pt x="0" y="965"/>
                      </a:lnTo>
                      <a:cubicBezTo>
                        <a:pt x="96" y="822"/>
                        <a:pt x="203" y="668"/>
                        <a:pt x="286" y="537"/>
                      </a:cubicBezTo>
                      <a:cubicBezTo>
                        <a:pt x="417" y="346"/>
                        <a:pt x="572" y="179"/>
                        <a:pt x="71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4" name="Google Shape;1234;p39"/>
                <p:cNvSpPr/>
                <p:nvPr/>
              </p:nvSpPr>
              <p:spPr>
                <a:xfrm>
                  <a:off x="8108314" y="2363171"/>
                  <a:ext cx="88674" cy="167347"/>
                </a:xfrm>
                <a:custGeom>
                  <a:rect b="b" l="l" r="r" t="t"/>
                  <a:pathLst>
                    <a:path extrusionOk="0" h="5371" w="2846">
                      <a:moveTo>
                        <a:pt x="0" y="1"/>
                      </a:moveTo>
                      <a:lnTo>
                        <a:pt x="988" y="1822"/>
                      </a:lnTo>
                      <a:cubicBezTo>
                        <a:pt x="1345" y="2525"/>
                        <a:pt x="1786" y="3215"/>
                        <a:pt x="2167" y="3942"/>
                      </a:cubicBezTo>
                      <a:cubicBezTo>
                        <a:pt x="2298" y="4204"/>
                        <a:pt x="2405" y="4477"/>
                        <a:pt x="2524" y="4739"/>
                      </a:cubicBezTo>
                      <a:cubicBezTo>
                        <a:pt x="2619" y="4954"/>
                        <a:pt x="2715" y="5144"/>
                        <a:pt x="2822" y="5359"/>
                      </a:cubicBezTo>
                      <a:cubicBezTo>
                        <a:pt x="2834" y="5359"/>
                        <a:pt x="2834" y="5370"/>
                        <a:pt x="2846" y="5370"/>
                      </a:cubicBezTo>
                      <a:cubicBezTo>
                        <a:pt x="2667" y="4656"/>
                        <a:pt x="2322" y="4025"/>
                        <a:pt x="1988" y="3394"/>
                      </a:cubicBezTo>
                      <a:cubicBezTo>
                        <a:pt x="1655" y="2775"/>
                        <a:pt x="1393" y="2108"/>
                        <a:pt x="1012" y="1513"/>
                      </a:cubicBezTo>
                      <a:cubicBezTo>
                        <a:pt x="702" y="989"/>
                        <a:pt x="357" y="489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5" name="Google Shape;1235;p39"/>
                <p:cNvSpPr/>
                <p:nvPr/>
              </p:nvSpPr>
              <p:spPr>
                <a:xfrm>
                  <a:off x="7909467" y="2144321"/>
                  <a:ext cx="146191" cy="187350"/>
                </a:xfrm>
                <a:custGeom>
                  <a:rect b="b" l="l" r="r" t="t"/>
                  <a:pathLst>
                    <a:path extrusionOk="0" h="6013" w="4692">
                      <a:moveTo>
                        <a:pt x="4251" y="0"/>
                      </a:moveTo>
                      <a:cubicBezTo>
                        <a:pt x="4179" y="131"/>
                        <a:pt x="4048" y="441"/>
                        <a:pt x="3977" y="548"/>
                      </a:cubicBezTo>
                      <a:cubicBezTo>
                        <a:pt x="3882" y="679"/>
                        <a:pt x="3786" y="834"/>
                        <a:pt x="3691" y="964"/>
                      </a:cubicBezTo>
                      <a:lnTo>
                        <a:pt x="3072" y="1905"/>
                      </a:lnTo>
                      <a:cubicBezTo>
                        <a:pt x="2691" y="2465"/>
                        <a:pt x="2310" y="3012"/>
                        <a:pt x="1893" y="3548"/>
                      </a:cubicBezTo>
                      <a:cubicBezTo>
                        <a:pt x="1417" y="4179"/>
                        <a:pt x="893" y="4774"/>
                        <a:pt x="405" y="5394"/>
                      </a:cubicBezTo>
                      <a:cubicBezTo>
                        <a:pt x="262" y="5560"/>
                        <a:pt x="143" y="5810"/>
                        <a:pt x="0" y="6013"/>
                      </a:cubicBezTo>
                      <a:cubicBezTo>
                        <a:pt x="119" y="5965"/>
                        <a:pt x="226" y="5929"/>
                        <a:pt x="346" y="5894"/>
                      </a:cubicBezTo>
                      <a:cubicBezTo>
                        <a:pt x="596" y="5548"/>
                        <a:pt x="881" y="5239"/>
                        <a:pt x="1143" y="4894"/>
                      </a:cubicBezTo>
                      <a:cubicBezTo>
                        <a:pt x="1560" y="4358"/>
                        <a:pt x="1953" y="3786"/>
                        <a:pt x="2346" y="3239"/>
                      </a:cubicBezTo>
                      <a:cubicBezTo>
                        <a:pt x="3144" y="2167"/>
                        <a:pt x="3894" y="1072"/>
                        <a:pt x="469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6" name="Google Shape;1236;p39"/>
                <p:cNvSpPr/>
                <p:nvPr/>
              </p:nvSpPr>
              <p:spPr>
                <a:xfrm>
                  <a:off x="7949536" y="2143573"/>
                  <a:ext cx="136532" cy="176975"/>
                </a:xfrm>
                <a:custGeom>
                  <a:rect b="b" l="l" r="r" t="t"/>
                  <a:pathLst>
                    <a:path extrusionOk="0" h="5680" w="4382">
                      <a:moveTo>
                        <a:pt x="3953" y="0"/>
                      </a:moveTo>
                      <a:cubicBezTo>
                        <a:pt x="3846" y="286"/>
                        <a:pt x="3608" y="560"/>
                        <a:pt x="3453" y="798"/>
                      </a:cubicBezTo>
                      <a:cubicBezTo>
                        <a:pt x="3048" y="1369"/>
                        <a:pt x="2631" y="1929"/>
                        <a:pt x="2215" y="2477"/>
                      </a:cubicBezTo>
                      <a:cubicBezTo>
                        <a:pt x="1786" y="3060"/>
                        <a:pt x="1393" y="3667"/>
                        <a:pt x="988" y="4263"/>
                      </a:cubicBezTo>
                      <a:cubicBezTo>
                        <a:pt x="667" y="4739"/>
                        <a:pt x="298" y="5179"/>
                        <a:pt x="0" y="5680"/>
                      </a:cubicBezTo>
                      <a:cubicBezTo>
                        <a:pt x="131" y="5644"/>
                        <a:pt x="262" y="5620"/>
                        <a:pt x="393" y="5572"/>
                      </a:cubicBezTo>
                      <a:cubicBezTo>
                        <a:pt x="1096" y="4965"/>
                        <a:pt x="1619" y="3929"/>
                        <a:pt x="2179" y="3179"/>
                      </a:cubicBezTo>
                      <a:cubicBezTo>
                        <a:pt x="2953" y="2143"/>
                        <a:pt x="3655" y="1060"/>
                        <a:pt x="438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7" name="Google Shape;1237;p39"/>
                <p:cNvSpPr/>
                <p:nvPr/>
              </p:nvSpPr>
              <p:spPr>
                <a:xfrm>
                  <a:off x="7928006" y="2144321"/>
                  <a:ext cx="140645" cy="181056"/>
                </a:xfrm>
                <a:custGeom>
                  <a:rect b="b" l="l" r="r" t="t"/>
                  <a:pathLst>
                    <a:path extrusionOk="0" h="5811" w="4514">
                      <a:moveTo>
                        <a:pt x="4180" y="0"/>
                      </a:moveTo>
                      <a:cubicBezTo>
                        <a:pt x="3513" y="1024"/>
                        <a:pt x="2810" y="2036"/>
                        <a:pt x="2096" y="3036"/>
                      </a:cubicBezTo>
                      <a:cubicBezTo>
                        <a:pt x="1703" y="3584"/>
                        <a:pt x="1298" y="4143"/>
                        <a:pt x="894" y="4703"/>
                      </a:cubicBezTo>
                      <a:cubicBezTo>
                        <a:pt x="608" y="5084"/>
                        <a:pt x="286" y="5429"/>
                        <a:pt x="1" y="5810"/>
                      </a:cubicBezTo>
                      <a:cubicBezTo>
                        <a:pt x="167" y="5775"/>
                        <a:pt x="346" y="5727"/>
                        <a:pt x="513" y="5679"/>
                      </a:cubicBezTo>
                      <a:cubicBezTo>
                        <a:pt x="774" y="5215"/>
                        <a:pt x="1108" y="4822"/>
                        <a:pt x="1417" y="4382"/>
                      </a:cubicBezTo>
                      <a:cubicBezTo>
                        <a:pt x="1787" y="3870"/>
                        <a:pt x="2120" y="3310"/>
                        <a:pt x="2489" y="2810"/>
                      </a:cubicBezTo>
                      <a:cubicBezTo>
                        <a:pt x="2906" y="2262"/>
                        <a:pt x="3334" y="1726"/>
                        <a:pt x="3739" y="1167"/>
                      </a:cubicBezTo>
                      <a:cubicBezTo>
                        <a:pt x="3787" y="1107"/>
                        <a:pt x="4263" y="333"/>
                        <a:pt x="451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8" name="Google Shape;1238;p39"/>
                <p:cNvSpPr/>
                <p:nvPr/>
              </p:nvSpPr>
              <p:spPr>
                <a:xfrm>
                  <a:off x="7885725" y="2341673"/>
                  <a:ext cx="25985" cy="13367"/>
                </a:xfrm>
                <a:custGeom>
                  <a:rect b="b" l="l" r="r" t="t"/>
                  <a:pathLst>
                    <a:path extrusionOk="0" h="429" w="834">
                      <a:moveTo>
                        <a:pt x="834" y="0"/>
                      </a:moveTo>
                      <a:cubicBezTo>
                        <a:pt x="536" y="107"/>
                        <a:pt x="274" y="250"/>
                        <a:pt x="0" y="429"/>
                      </a:cubicBezTo>
                      <a:lnTo>
                        <a:pt x="357" y="286"/>
                      </a:lnTo>
                      <a:cubicBezTo>
                        <a:pt x="524" y="191"/>
                        <a:pt x="691" y="119"/>
                        <a:pt x="834" y="36"/>
                      </a:cubicBezTo>
                      <a:lnTo>
                        <a:pt x="83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9" name="Google Shape;1239;p39"/>
                <p:cNvSpPr/>
                <p:nvPr/>
              </p:nvSpPr>
              <p:spPr>
                <a:xfrm>
                  <a:off x="8092704" y="2140956"/>
                  <a:ext cx="119115" cy="125440"/>
                </a:xfrm>
                <a:custGeom>
                  <a:rect b="b" l="l" r="r" t="t"/>
                  <a:pathLst>
                    <a:path extrusionOk="0" h="4026" w="3823">
                      <a:moveTo>
                        <a:pt x="3823" y="1"/>
                      </a:moveTo>
                      <a:cubicBezTo>
                        <a:pt x="3513" y="13"/>
                        <a:pt x="3180" y="13"/>
                        <a:pt x="2870" y="25"/>
                      </a:cubicBezTo>
                      <a:cubicBezTo>
                        <a:pt x="2323" y="727"/>
                        <a:pt x="1775" y="1418"/>
                        <a:pt x="1239" y="2108"/>
                      </a:cubicBezTo>
                      <a:cubicBezTo>
                        <a:pt x="787" y="2727"/>
                        <a:pt x="430" y="3406"/>
                        <a:pt x="1" y="4025"/>
                      </a:cubicBezTo>
                      <a:cubicBezTo>
                        <a:pt x="84" y="4001"/>
                        <a:pt x="168" y="3954"/>
                        <a:pt x="251" y="3930"/>
                      </a:cubicBezTo>
                      <a:cubicBezTo>
                        <a:pt x="561" y="3275"/>
                        <a:pt x="1084" y="2763"/>
                        <a:pt x="1513" y="2215"/>
                      </a:cubicBezTo>
                      <a:cubicBezTo>
                        <a:pt x="2096" y="1477"/>
                        <a:pt x="2739" y="775"/>
                        <a:pt x="3299" y="25"/>
                      </a:cubicBezTo>
                      <a:cubicBezTo>
                        <a:pt x="3306" y="20"/>
                        <a:pt x="3313" y="18"/>
                        <a:pt x="3320" y="18"/>
                      </a:cubicBezTo>
                      <a:cubicBezTo>
                        <a:pt x="3350" y="18"/>
                        <a:pt x="3376" y="55"/>
                        <a:pt x="3347" y="84"/>
                      </a:cubicBezTo>
                      <a:cubicBezTo>
                        <a:pt x="2454" y="1346"/>
                        <a:pt x="1275" y="2466"/>
                        <a:pt x="489" y="3823"/>
                      </a:cubicBezTo>
                      <a:lnTo>
                        <a:pt x="799" y="3692"/>
                      </a:lnTo>
                      <a:cubicBezTo>
                        <a:pt x="858" y="3680"/>
                        <a:pt x="906" y="3644"/>
                        <a:pt x="953" y="3632"/>
                      </a:cubicBezTo>
                      <a:cubicBezTo>
                        <a:pt x="1311" y="3061"/>
                        <a:pt x="1751" y="2561"/>
                        <a:pt x="2156" y="2085"/>
                      </a:cubicBezTo>
                      <a:cubicBezTo>
                        <a:pt x="2704" y="1418"/>
                        <a:pt x="3239" y="739"/>
                        <a:pt x="3775" y="108"/>
                      </a:cubicBezTo>
                      <a:cubicBezTo>
                        <a:pt x="3799" y="60"/>
                        <a:pt x="3811" y="25"/>
                        <a:pt x="382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0" name="Google Shape;1240;p39"/>
                <p:cNvSpPr/>
                <p:nvPr/>
              </p:nvSpPr>
              <p:spPr>
                <a:xfrm>
                  <a:off x="8106071" y="2146346"/>
                  <a:ext cx="1153" cy="2617"/>
                </a:xfrm>
                <a:custGeom>
                  <a:rect b="b" l="l" r="r" t="t"/>
                  <a:pathLst>
                    <a:path extrusionOk="0" h="84" w="37">
                      <a:moveTo>
                        <a:pt x="18" y="1"/>
                      </a:moveTo>
                      <a:cubicBezTo>
                        <a:pt x="10" y="1"/>
                        <a:pt x="1" y="7"/>
                        <a:pt x="1" y="18"/>
                      </a:cubicBezTo>
                      <a:lnTo>
                        <a:pt x="1" y="66"/>
                      </a:lnTo>
                      <a:cubicBezTo>
                        <a:pt x="1" y="78"/>
                        <a:pt x="10" y="84"/>
                        <a:pt x="18" y="84"/>
                      </a:cubicBezTo>
                      <a:cubicBezTo>
                        <a:pt x="27" y="84"/>
                        <a:pt x="36" y="78"/>
                        <a:pt x="36" y="66"/>
                      </a:cubicBezTo>
                      <a:lnTo>
                        <a:pt x="36" y="18"/>
                      </a:lnTo>
                      <a:cubicBezTo>
                        <a:pt x="36" y="7"/>
                        <a:pt x="27" y="1"/>
                        <a:pt x="1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1" name="Google Shape;1241;p39"/>
                <p:cNvSpPr/>
                <p:nvPr/>
              </p:nvSpPr>
              <p:spPr>
                <a:xfrm>
                  <a:off x="2688436" y="1387474"/>
                  <a:ext cx="5737062" cy="1162580"/>
                </a:xfrm>
                <a:custGeom>
                  <a:rect b="b" l="l" r="r" t="t"/>
                  <a:pathLst>
                    <a:path extrusionOk="0" h="37313" w="184131">
                      <a:moveTo>
                        <a:pt x="50424" y="336"/>
                      </a:moveTo>
                      <a:cubicBezTo>
                        <a:pt x="50840" y="336"/>
                        <a:pt x="51245" y="360"/>
                        <a:pt x="51662" y="395"/>
                      </a:cubicBezTo>
                      <a:lnTo>
                        <a:pt x="48852" y="395"/>
                      </a:lnTo>
                      <a:cubicBezTo>
                        <a:pt x="49376" y="371"/>
                        <a:pt x="49888" y="360"/>
                        <a:pt x="50424" y="336"/>
                      </a:cubicBezTo>
                      <a:close/>
                      <a:moveTo>
                        <a:pt x="65033" y="550"/>
                      </a:moveTo>
                      <a:cubicBezTo>
                        <a:pt x="64826" y="571"/>
                        <a:pt x="64616" y="576"/>
                        <a:pt x="64404" y="576"/>
                      </a:cubicBezTo>
                      <a:cubicBezTo>
                        <a:pt x="64206" y="576"/>
                        <a:pt x="64007" y="571"/>
                        <a:pt x="63811" y="571"/>
                      </a:cubicBezTo>
                      <a:cubicBezTo>
                        <a:pt x="63733" y="571"/>
                        <a:pt x="63656" y="572"/>
                        <a:pt x="63580" y="574"/>
                      </a:cubicBezTo>
                      <a:cubicBezTo>
                        <a:pt x="62984" y="596"/>
                        <a:pt x="62391" y="605"/>
                        <a:pt x="61801" y="605"/>
                      </a:cubicBezTo>
                      <a:cubicBezTo>
                        <a:pt x="60810" y="605"/>
                        <a:pt x="59826" y="580"/>
                        <a:pt x="58841" y="550"/>
                      </a:cubicBezTo>
                      <a:close/>
                      <a:moveTo>
                        <a:pt x="69855" y="729"/>
                      </a:moveTo>
                      <a:lnTo>
                        <a:pt x="69855" y="729"/>
                      </a:lnTo>
                      <a:cubicBezTo>
                        <a:pt x="69867" y="991"/>
                        <a:pt x="69855" y="1264"/>
                        <a:pt x="69831" y="1550"/>
                      </a:cubicBezTo>
                      <a:cubicBezTo>
                        <a:pt x="69807" y="1264"/>
                        <a:pt x="69759" y="979"/>
                        <a:pt x="69855" y="729"/>
                      </a:cubicBezTo>
                      <a:close/>
                      <a:moveTo>
                        <a:pt x="145257" y="6289"/>
                      </a:moveTo>
                      <a:cubicBezTo>
                        <a:pt x="144803" y="6303"/>
                        <a:pt x="144350" y="6316"/>
                        <a:pt x="143898" y="6316"/>
                      </a:cubicBezTo>
                      <a:cubicBezTo>
                        <a:pt x="143568" y="6316"/>
                        <a:pt x="143239" y="6309"/>
                        <a:pt x="142911" y="6289"/>
                      </a:cubicBezTo>
                      <a:close/>
                      <a:moveTo>
                        <a:pt x="154830" y="6289"/>
                      </a:moveTo>
                      <a:cubicBezTo>
                        <a:pt x="154470" y="6311"/>
                        <a:pt x="154110" y="6320"/>
                        <a:pt x="153750" y="6320"/>
                      </a:cubicBezTo>
                      <a:cubicBezTo>
                        <a:pt x="153336" y="6320"/>
                        <a:pt x="152922" y="6308"/>
                        <a:pt x="152508" y="6289"/>
                      </a:cubicBezTo>
                      <a:close/>
                      <a:moveTo>
                        <a:pt x="183416" y="6622"/>
                      </a:moveTo>
                      <a:cubicBezTo>
                        <a:pt x="183381" y="6741"/>
                        <a:pt x="183357" y="6860"/>
                        <a:pt x="183333" y="6979"/>
                      </a:cubicBezTo>
                      <a:cubicBezTo>
                        <a:pt x="183321" y="6860"/>
                        <a:pt x="183297" y="6741"/>
                        <a:pt x="183274" y="6622"/>
                      </a:cubicBezTo>
                      <a:close/>
                      <a:moveTo>
                        <a:pt x="179" y="16492"/>
                      </a:moveTo>
                      <a:cubicBezTo>
                        <a:pt x="215" y="16814"/>
                        <a:pt x="215" y="17171"/>
                        <a:pt x="179" y="17516"/>
                      </a:cubicBezTo>
                      <a:lnTo>
                        <a:pt x="179" y="16492"/>
                      </a:lnTo>
                      <a:close/>
                      <a:moveTo>
                        <a:pt x="52912" y="550"/>
                      </a:moveTo>
                      <a:cubicBezTo>
                        <a:pt x="53162" y="574"/>
                        <a:pt x="53412" y="610"/>
                        <a:pt x="53650" y="633"/>
                      </a:cubicBezTo>
                      <a:cubicBezTo>
                        <a:pt x="54746" y="752"/>
                        <a:pt x="55817" y="788"/>
                        <a:pt x="56901" y="812"/>
                      </a:cubicBezTo>
                      <a:cubicBezTo>
                        <a:pt x="58510" y="873"/>
                        <a:pt x="60133" y="939"/>
                        <a:pt x="61749" y="939"/>
                      </a:cubicBezTo>
                      <a:cubicBezTo>
                        <a:pt x="62357" y="939"/>
                        <a:pt x="62963" y="930"/>
                        <a:pt x="63568" y="907"/>
                      </a:cubicBezTo>
                      <a:cubicBezTo>
                        <a:pt x="64116" y="895"/>
                        <a:pt x="64664" y="919"/>
                        <a:pt x="65223" y="848"/>
                      </a:cubicBezTo>
                      <a:cubicBezTo>
                        <a:pt x="65723" y="788"/>
                        <a:pt x="66211" y="621"/>
                        <a:pt x="66723" y="598"/>
                      </a:cubicBezTo>
                      <a:cubicBezTo>
                        <a:pt x="66834" y="588"/>
                        <a:pt x="66945" y="584"/>
                        <a:pt x="67056" y="584"/>
                      </a:cubicBezTo>
                      <a:cubicBezTo>
                        <a:pt x="67785" y="584"/>
                        <a:pt x="68509" y="766"/>
                        <a:pt x="69245" y="766"/>
                      </a:cubicBezTo>
                      <a:cubicBezTo>
                        <a:pt x="69356" y="766"/>
                        <a:pt x="69468" y="762"/>
                        <a:pt x="69581" y="752"/>
                      </a:cubicBezTo>
                      <a:lnTo>
                        <a:pt x="69581" y="752"/>
                      </a:lnTo>
                      <a:cubicBezTo>
                        <a:pt x="69414" y="1253"/>
                        <a:pt x="69569" y="1824"/>
                        <a:pt x="69569" y="2348"/>
                      </a:cubicBezTo>
                      <a:cubicBezTo>
                        <a:pt x="69569" y="3122"/>
                        <a:pt x="69545" y="3896"/>
                        <a:pt x="69545" y="4670"/>
                      </a:cubicBezTo>
                      <a:cubicBezTo>
                        <a:pt x="69533" y="4801"/>
                        <a:pt x="69521" y="4943"/>
                        <a:pt x="69521" y="5074"/>
                      </a:cubicBezTo>
                      <a:cubicBezTo>
                        <a:pt x="69402" y="6706"/>
                        <a:pt x="69343" y="8337"/>
                        <a:pt x="69283" y="9968"/>
                      </a:cubicBezTo>
                      <a:cubicBezTo>
                        <a:pt x="69224" y="11587"/>
                        <a:pt x="69152" y="13218"/>
                        <a:pt x="69093" y="14838"/>
                      </a:cubicBezTo>
                      <a:cubicBezTo>
                        <a:pt x="69045" y="15909"/>
                        <a:pt x="69402" y="17171"/>
                        <a:pt x="69116" y="18219"/>
                      </a:cubicBezTo>
                      <a:lnTo>
                        <a:pt x="69057" y="18219"/>
                      </a:lnTo>
                      <a:cubicBezTo>
                        <a:pt x="68872" y="18201"/>
                        <a:pt x="68691" y="18192"/>
                        <a:pt x="68509" y="18192"/>
                      </a:cubicBezTo>
                      <a:cubicBezTo>
                        <a:pt x="68328" y="18192"/>
                        <a:pt x="68146" y="18201"/>
                        <a:pt x="67962" y="18219"/>
                      </a:cubicBezTo>
                      <a:lnTo>
                        <a:pt x="65068" y="18219"/>
                      </a:lnTo>
                      <a:cubicBezTo>
                        <a:pt x="65068" y="18196"/>
                        <a:pt x="65058" y="18183"/>
                        <a:pt x="65048" y="18183"/>
                      </a:cubicBezTo>
                      <a:cubicBezTo>
                        <a:pt x="65043" y="18183"/>
                        <a:pt x="65037" y="18187"/>
                        <a:pt x="65033" y="18195"/>
                      </a:cubicBezTo>
                      <a:lnTo>
                        <a:pt x="65009" y="18219"/>
                      </a:lnTo>
                      <a:lnTo>
                        <a:pt x="56543" y="18219"/>
                      </a:lnTo>
                      <a:cubicBezTo>
                        <a:pt x="56353" y="18195"/>
                        <a:pt x="56139" y="18183"/>
                        <a:pt x="55948" y="18171"/>
                      </a:cubicBezTo>
                      <a:lnTo>
                        <a:pt x="55936" y="18171"/>
                      </a:lnTo>
                      <a:cubicBezTo>
                        <a:pt x="55817" y="18159"/>
                        <a:pt x="55710" y="18159"/>
                        <a:pt x="55591" y="18136"/>
                      </a:cubicBezTo>
                      <a:cubicBezTo>
                        <a:pt x="55578" y="18090"/>
                        <a:pt x="55530" y="18059"/>
                        <a:pt x="55487" y="18059"/>
                      </a:cubicBezTo>
                      <a:cubicBezTo>
                        <a:pt x="55451" y="18059"/>
                        <a:pt x="55418" y="18081"/>
                        <a:pt x="55412" y="18136"/>
                      </a:cubicBezTo>
                      <a:cubicBezTo>
                        <a:pt x="54097" y="18027"/>
                        <a:pt x="52762" y="17918"/>
                        <a:pt x="51435" y="17918"/>
                      </a:cubicBezTo>
                      <a:cubicBezTo>
                        <a:pt x="51308" y="17918"/>
                        <a:pt x="51181" y="17919"/>
                        <a:pt x="51055" y="17921"/>
                      </a:cubicBezTo>
                      <a:cubicBezTo>
                        <a:pt x="48757" y="17945"/>
                        <a:pt x="2608" y="18124"/>
                        <a:pt x="334" y="18183"/>
                      </a:cubicBezTo>
                      <a:cubicBezTo>
                        <a:pt x="632" y="17004"/>
                        <a:pt x="370" y="15635"/>
                        <a:pt x="370" y="14433"/>
                      </a:cubicBezTo>
                      <a:lnTo>
                        <a:pt x="370" y="9432"/>
                      </a:lnTo>
                      <a:cubicBezTo>
                        <a:pt x="370" y="7860"/>
                        <a:pt x="298" y="6277"/>
                        <a:pt x="310" y="4705"/>
                      </a:cubicBezTo>
                      <a:cubicBezTo>
                        <a:pt x="334" y="3360"/>
                        <a:pt x="179" y="1967"/>
                        <a:pt x="358" y="633"/>
                      </a:cubicBezTo>
                      <a:cubicBezTo>
                        <a:pt x="567" y="642"/>
                        <a:pt x="775" y="646"/>
                        <a:pt x="983" y="646"/>
                      </a:cubicBezTo>
                      <a:cubicBezTo>
                        <a:pt x="1664" y="646"/>
                        <a:pt x="2341" y="605"/>
                        <a:pt x="3025" y="550"/>
                      </a:cubicBezTo>
                      <a:close/>
                      <a:moveTo>
                        <a:pt x="69283" y="13718"/>
                      </a:moveTo>
                      <a:cubicBezTo>
                        <a:pt x="69283" y="14302"/>
                        <a:pt x="69295" y="14897"/>
                        <a:pt x="69355" y="15457"/>
                      </a:cubicBezTo>
                      <a:cubicBezTo>
                        <a:pt x="69390" y="15695"/>
                        <a:pt x="69688" y="18183"/>
                        <a:pt x="69474" y="18219"/>
                      </a:cubicBezTo>
                      <a:lnTo>
                        <a:pt x="69283" y="18219"/>
                      </a:lnTo>
                      <a:cubicBezTo>
                        <a:pt x="69509" y="17350"/>
                        <a:pt x="69236" y="16338"/>
                        <a:pt x="69236" y="15480"/>
                      </a:cubicBezTo>
                      <a:cubicBezTo>
                        <a:pt x="69236" y="14897"/>
                        <a:pt x="69259" y="14302"/>
                        <a:pt x="69283" y="13718"/>
                      </a:cubicBezTo>
                      <a:close/>
                      <a:moveTo>
                        <a:pt x="55591" y="18481"/>
                      </a:moveTo>
                      <a:cubicBezTo>
                        <a:pt x="55639" y="18481"/>
                        <a:pt x="55698" y="18493"/>
                        <a:pt x="55746" y="18493"/>
                      </a:cubicBezTo>
                      <a:cubicBezTo>
                        <a:pt x="55698" y="18600"/>
                        <a:pt x="55639" y="18707"/>
                        <a:pt x="55591" y="18814"/>
                      </a:cubicBezTo>
                      <a:cubicBezTo>
                        <a:pt x="55603" y="18767"/>
                        <a:pt x="55603" y="18707"/>
                        <a:pt x="55591" y="18659"/>
                      </a:cubicBezTo>
                      <a:lnTo>
                        <a:pt x="55591" y="18481"/>
                      </a:lnTo>
                      <a:close/>
                      <a:moveTo>
                        <a:pt x="68664" y="18517"/>
                      </a:moveTo>
                      <a:cubicBezTo>
                        <a:pt x="68378" y="18648"/>
                        <a:pt x="68081" y="18755"/>
                        <a:pt x="67783" y="18850"/>
                      </a:cubicBezTo>
                      <a:cubicBezTo>
                        <a:pt x="67807" y="18790"/>
                        <a:pt x="67831" y="18707"/>
                        <a:pt x="67854" y="18636"/>
                      </a:cubicBezTo>
                      <a:cubicBezTo>
                        <a:pt x="67866" y="18600"/>
                        <a:pt x="67866" y="18576"/>
                        <a:pt x="67890" y="18540"/>
                      </a:cubicBezTo>
                      <a:cubicBezTo>
                        <a:pt x="68140" y="18528"/>
                        <a:pt x="68402" y="18517"/>
                        <a:pt x="68664" y="18517"/>
                      </a:cubicBezTo>
                      <a:close/>
                      <a:moveTo>
                        <a:pt x="67783" y="18576"/>
                      </a:moveTo>
                      <a:cubicBezTo>
                        <a:pt x="67771" y="18588"/>
                        <a:pt x="67771" y="18612"/>
                        <a:pt x="67747" y="18636"/>
                      </a:cubicBezTo>
                      <a:cubicBezTo>
                        <a:pt x="67723" y="18707"/>
                        <a:pt x="67688" y="18767"/>
                        <a:pt x="67688" y="18838"/>
                      </a:cubicBezTo>
                      <a:cubicBezTo>
                        <a:pt x="67688" y="18850"/>
                        <a:pt x="67712" y="18862"/>
                        <a:pt x="67723" y="18886"/>
                      </a:cubicBezTo>
                      <a:lnTo>
                        <a:pt x="67414" y="18969"/>
                      </a:lnTo>
                      <a:cubicBezTo>
                        <a:pt x="67438" y="18874"/>
                        <a:pt x="67473" y="18767"/>
                        <a:pt x="67509" y="18695"/>
                      </a:cubicBezTo>
                      <a:cubicBezTo>
                        <a:pt x="67533" y="18659"/>
                        <a:pt x="67557" y="18612"/>
                        <a:pt x="67592" y="18588"/>
                      </a:cubicBezTo>
                      <a:cubicBezTo>
                        <a:pt x="67652" y="18588"/>
                        <a:pt x="67723" y="18576"/>
                        <a:pt x="67783" y="18576"/>
                      </a:cubicBezTo>
                      <a:close/>
                      <a:moveTo>
                        <a:pt x="67485" y="18588"/>
                      </a:moveTo>
                      <a:cubicBezTo>
                        <a:pt x="67473" y="18612"/>
                        <a:pt x="67438" y="18648"/>
                        <a:pt x="67426" y="18695"/>
                      </a:cubicBezTo>
                      <a:cubicBezTo>
                        <a:pt x="67366" y="18778"/>
                        <a:pt x="67295" y="18886"/>
                        <a:pt x="67259" y="19005"/>
                      </a:cubicBezTo>
                      <a:cubicBezTo>
                        <a:pt x="67152" y="19029"/>
                        <a:pt x="67033" y="19064"/>
                        <a:pt x="66938" y="19088"/>
                      </a:cubicBezTo>
                      <a:lnTo>
                        <a:pt x="67021" y="18909"/>
                      </a:lnTo>
                      <a:cubicBezTo>
                        <a:pt x="67069" y="18826"/>
                        <a:pt x="67116" y="18719"/>
                        <a:pt x="67081" y="18612"/>
                      </a:cubicBezTo>
                      <a:cubicBezTo>
                        <a:pt x="67211" y="18600"/>
                        <a:pt x="67342" y="18588"/>
                        <a:pt x="67485" y="18588"/>
                      </a:cubicBezTo>
                      <a:close/>
                      <a:moveTo>
                        <a:pt x="67009" y="18612"/>
                      </a:moveTo>
                      <a:cubicBezTo>
                        <a:pt x="66961" y="18707"/>
                        <a:pt x="66914" y="18814"/>
                        <a:pt x="66878" y="18898"/>
                      </a:cubicBezTo>
                      <a:cubicBezTo>
                        <a:pt x="66830" y="18969"/>
                        <a:pt x="66783" y="19064"/>
                        <a:pt x="66735" y="19136"/>
                      </a:cubicBezTo>
                      <a:cubicBezTo>
                        <a:pt x="66664" y="19171"/>
                        <a:pt x="66592" y="19183"/>
                        <a:pt x="66521" y="19207"/>
                      </a:cubicBezTo>
                      <a:cubicBezTo>
                        <a:pt x="66521" y="19199"/>
                        <a:pt x="66504" y="19185"/>
                        <a:pt x="66486" y="19185"/>
                      </a:cubicBezTo>
                      <a:cubicBezTo>
                        <a:pt x="66477" y="19185"/>
                        <a:pt x="66469" y="19188"/>
                        <a:pt x="66461" y="19195"/>
                      </a:cubicBezTo>
                      <a:cubicBezTo>
                        <a:pt x="66438" y="19207"/>
                        <a:pt x="66438" y="19207"/>
                        <a:pt x="66426" y="19207"/>
                      </a:cubicBezTo>
                      <a:cubicBezTo>
                        <a:pt x="66521" y="19017"/>
                        <a:pt x="66616" y="18826"/>
                        <a:pt x="66735" y="18636"/>
                      </a:cubicBezTo>
                      <a:cubicBezTo>
                        <a:pt x="66795" y="18636"/>
                        <a:pt x="66878" y="18636"/>
                        <a:pt x="66938" y="18612"/>
                      </a:cubicBezTo>
                      <a:close/>
                      <a:moveTo>
                        <a:pt x="55817" y="18493"/>
                      </a:moveTo>
                      <a:cubicBezTo>
                        <a:pt x="55901" y="18493"/>
                        <a:pt x="56008" y="18517"/>
                        <a:pt x="56103" y="18517"/>
                      </a:cubicBezTo>
                      <a:cubicBezTo>
                        <a:pt x="55984" y="18719"/>
                        <a:pt x="55877" y="18945"/>
                        <a:pt x="55770" y="19148"/>
                      </a:cubicBezTo>
                      <a:cubicBezTo>
                        <a:pt x="55758" y="19183"/>
                        <a:pt x="55698" y="19290"/>
                        <a:pt x="55651" y="19374"/>
                      </a:cubicBezTo>
                      <a:cubicBezTo>
                        <a:pt x="55639" y="19243"/>
                        <a:pt x="55627" y="19112"/>
                        <a:pt x="55627" y="18969"/>
                      </a:cubicBezTo>
                      <a:cubicBezTo>
                        <a:pt x="55686" y="18826"/>
                        <a:pt x="55746" y="18659"/>
                        <a:pt x="55817" y="18493"/>
                      </a:cubicBezTo>
                      <a:close/>
                      <a:moveTo>
                        <a:pt x="66640" y="18659"/>
                      </a:moveTo>
                      <a:lnTo>
                        <a:pt x="66640" y="18659"/>
                      </a:lnTo>
                      <a:cubicBezTo>
                        <a:pt x="66485" y="18862"/>
                        <a:pt x="66342" y="19088"/>
                        <a:pt x="66235" y="19326"/>
                      </a:cubicBezTo>
                      <a:cubicBezTo>
                        <a:pt x="66128" y="19374"/>
                        <a:pt x="66021" y="19398"/>
                        <a:pt x="65926" y="19445"/>
                      </a:cubicBezTo>
                      <a:cubicBezTo>
                        <a:pt x="65961" y="19374"/>
                        <a:pt x="66021" y="19302"/>
                        <a:pt x="66068" y="19207"/>
                      </a:cubicBezTo>
                      <a:cubicBezTo>
                        <a:pt x="66164" y="19040"/>
                        <a:pt x="66247" y="18886"/>
                        <a:pt x="66319" y="18719"/>
                      </a:cubicBezTo>
                      <a:cubicBezTo>
                        <a:pt x="66343" y="18694"/>
                        <a:pt x="66342" y="18676"/>
                        <a:pt x="66334" y="18667"/>
                      </a:cubicBezTo>
                      <a:lnTo>
                        <a:pt x="66334" y="18667"/>
                      </a:lnTo>
                      <a:cubicBezTo>
                        <a:pt x="66436" y="18665"/>
                        <a:pt x="66538" y="18662"/>
                        <a:pt x="66640" y="18659"/>
                      </a:cubicBezTo>
                      <a:close/>
                      <a:moveTo>
                        <a:pt x="56162" y="18540"/>
                      </a:moveTo>
                      <a:cubicBezTo>
                        <a:pt x="56222" y="18540"/>
                        <a:pt x="56293" y="18552"/>
                        <a:pt x="56353" y="18552"/>
                      </a:cubicBezTo>
                      <a:cubicBezTo>
                        <a:pt x="56234" y="18755"/>
                        <a:pt x="56139" y="18993"/>
                        <a:pt x="56043" y="19195"/>
                      </a:cubicBezTo>
                      <a:cubicBezTo>
                        <a:pt x="55936" y="19410"/>
                        <a:pt x="55805" y="19612"/>
                        <a:pt x="55710" y="19838"/>
                      </a:cubicBezTo>
                      <a:cubicBezTo>
                        <a:pt x="55698" y="19743"/>
                        <a:pt x="55698" y="19648"/>
                        <a:pt x="55686" y="19552"/>
                      </a:cubicBezTo>
                      <a:cubicBezTo>
                        <a:pt x="55698" y="19493"/>
                        <a:pt x="55722" y="19433"/>
                        <a:pt x="55734" y="19421"/>
                      </a:cubicBezTo>
                      <a:cubicBezTo>
                        <a:pt x="55793" y="19290"/>
                        <a:pt x="55853" y="19171"/>
                        <a:pt x="55924" y="19029"/>
                      </a:cubicBezTo>
                      <a:cubicBezTo>
                        <a:pt x="55996" y="18874"/>
                        <a:pt x="56079" y="18695"/>
                        <a:pt x="56162" y="18540"/>
                      </a:cubicBezTo>
                      <a:close/>
                      <a:moveTo>
                        <a:pt x="66309" y="18668"/>
                      </a:moveTo>
                      <a:cubicBezTo>
                        <a:pt x="66308" y="18669"/>
                        <a:pt x="66307" y="18670"/>
                        <a:pt x="66307" y="18671"/>
                      </a:cubicBezTo>
                      <a:cubicBezTo>
                        <a:pt x="66140" y="18969"/>
                        <a:pt x="65949" y="19255"/>
                        <a:pt x="65747" y="19529"/>
                      </a:cubicBezTo>
                      <a:cubicBezTo>
                        <a:pt x="65699" y="19540"/>
                        <a:pt x="65652" y="19552"/>
                        <a:pt x="65604" y="19576"/>
                      </a:cubicBezTo>
                      <a:cubicBezTo>
                        <a:pt x="65640" y="19505"/>
                        <a:pt x="65652" y="19421"/>
                        <a:pt x="65687" y="19362"/>
                      </a:cubicBezTo>
                      <a:cubicBezTo>
                        <a:pt x="65771" y="19148"/>
                        <a:pt x="65866" y="18957"/>
                        <a:pt x="65949" y="18743"/>
                      </a:cubicBezTo>
                      <a:cubicBezTo>
                        <a:pt x="65957" y="18719"/>
                        <a:pt x="65945" y="18696"/>
                        <a:pt x="65925" y="18696"/>
                      </a:cubicBezTo>
                      <a:cubicBezTo>
                        <a:pt x="65915" y="18696"/>
                        <a:pt x="65902" y="18703"/>
                        <a:pt x="65890" y="18719"/>
                      </a:cubicBezTo>
                      <a:cubicBezTo>
                        <a:pt x="65723" y="19017"/>
                        <a:pt x="65568" y="19326"/>
                        <a:pt x="65426" y="19636"/>
                      </a:cubicBezTo>
                      <a:cubicBezTo>
                        <a:pt x="65330" y="19683"/>
                        <a:pt x="65223" y="19719"/>
                        <a:pt x="65116" y="19755"/>
                      </a:cubicBezTo>
                      <a:cubicBezTo>
                        <a:pt x="65295" y="19445"/>
                        <a:pt x="65449" y="19124"/>
                        <a:pt x="65568" y="18778"/>
                      </a:cubicBezTo>
                      <a:cubicBezTo>
                        <a:pt x="65575" y="18758"/>
                        <a:pt x="65562" y="18745"/>
                        <a:pt x="65548" y="18745"/>
                      </a:cubicBezTo>
                      <a:cubicBezTo>
                        <a:pt x="65537" y="18745"/>
                        <a:pt x="65526" y="18752"/>
                        <a:pt x="65521" y="18767"/>
                      </a:cubicBezTo>
                      <a:cubicBezTo>
                        <a:pt x="65330" y="19124"/>
                        <a:pt x="65152" y="19481"/>
                        <a:pt x="64937" y="19838"/>
                      </a:cubicBezTo>
                      <a:cubicBezTo>
                        <a:pt x="64806" y="19898"/>
                        <a:pt x="64675" y="19933"/>
                        <a:pt x="64533" y="19993"/>
                      </a:cubicBezTo>
                      <a:cubicBezTo>
                        <a:pt x="64616" y="19850"/>
                        <a:pt x="64675" y="19695"/>
                        <a:pt x="64759" y="19552"/>
                      </a:cubicBezTo>
                      <a:cubicBezTo>
                        <a:pt x="64925" y="19267"/>
                        <a:pt x="65092" y="19005"/>
                        <a:pt x="65223" y="18683"/>
                      </a:cubicBezTo>
                      <a:cubicBezTo>
                        <a:pt x="65587" y="18683"/>
                        <a:pt x="65951" y="18676"/>
                        <a:pt x="66309" y="18668"/>
                      </a:cubicBezTo>
                      <a:close/>
                      <a:moveTo>
                        <a:pt x="65187" y="18671"/>
                      </a:moveTo>
                      <a:cubicBezTo>
                        <a:pt x="65009" y="18969"/>
                        <a:pt x="64818" y="19267"/>
                        <a:pt x="64640" y="19564"/>
                      </a:cubicBezTo>
                      <a:cubicBezTo>
                        <a:pt x="64556" y="19719"/>
                        <a:pt x="64449" y="19886"/>
                        <a:pt x="64378" y="20064"/>
                      </a:cubicBezTo>
                      <a:cubicBezTo>
                        <a:pt x="64211" y="20124"/>
                        <a:pt x="64080" y="20183"/>
                        <a:pt x="63937" y="20219"/>
                      </a:cubicBezTo>
                      <a:cubicBezTo>
                        <a:pt x="64092" y="19969"/>
                        <a:pt x="64259" y="19707"/>
                        <a:pt x="64402" y="19433"/>
                      </a:cubicBezTo>
                      <a:cubicBezTo>
                        <a:pt x="64533" y="19183"/>
                        <a:pt x="64640" y="18933"/>
                        <a:pt x="64795" y="18671"/>
                      </a:cubicBezTo>
                      <a:close/>
                      <a:moveTo>
                        <a:pt x="56401" y="18540"/>
                      </a:moveTo>
                      <a:cubicBezTo>
                        <a:pt x="56520" y="18552"/>
                        <a:pt x="56651" y="18552"/>
                        <a:pt x="56770" y="18576"/>
                      </a:cubicBezTo>
                      <a:cubicBezTo>
                        <a:pt x="56413" y="19136"/>
                        <a:pt x="55984" y="19779"/>
                        <a:pt x="55758" y="20433"/>
                      </a:cubicBezTo>
                      <a:cubicBezTo>
                        <a:pt x="55746" y="20279"/>
                        <a:pt x="55722" y="20148"/>
                        <a:pt x="55710" y="20005"/>
                      </a:cubicBezTo>
                      <a:cubicBezTo>
                        <a:pt x="55865" y="19767"/>
                        <a:pt x="55984" y="19493"/>
                        <a:pt x="56103" y="19243"/>
                      </a:cubicBezTo>
                      <a:cubicBezTo>
                        <a:pt x="56198" y="19017"/>
                        <a:pt x="56317" y="18778"/>
                        <a:pt x="56401" y="18540"/>
                      </a:cubicBezTo>
                      <a:close/>
                      <a:moveTo>
                        <a:pt x="64664" y="18695"/>
                      </a:moveTo>
                      <a:cubicBezTo>
                        <a:pt x="64556" y="18898"/>
                        <a:pt x="64449" y="19112"/>
                        <a:pt x="64330" y="19326"/>
                      </a:cubicBezTo>
                      <a:cubicBezTo>
                        <a:pt x="64152" y="19671"/>
                        <a:pt x="63913" y="19969"/>
                        <a:pt x="63747" y="20314"/>
                      </a:cubicBezTo>
                      <a:cubicBezTo>
                        <a:pt x="63580" y="20386"/>
                        <a:pt x="63401" y="20445"/>
                        <a:pt x="63247" y="20517"/>
                      </a:cubicBezTo>
                      <a:cubicBezTo>
                        <a:pt x="63663" y="19969"/>
                        <a:pt x="64044" y="19314"/>
                        <a:pt x="64330" y="18695"/>
                      </a:cubicBezTo>
                      <a:close/>
                      <a:moveTo>
                        <a:pt x="64235" y="18695"/>
                      </a:moveTo>
                      <a:cubicBezTo>
                        <a:pt x="63925" y="19314"/>
                        <a:pt x="63437" y="19838"/>
                        <a:pt x="63187" y="20481"/>
                      </a:cubicBezTo>
                      <a:cubicBezTo>
                        <a:pt x="63163" y="20493"/>
                        <a:pt x="63187" y="20517"/>
                        <a:pt x="63199" y="20541"/>
                      </a:cubicBezTo>
                      <a:cubicBezTo>
                        <a:pt x="63092" y="20576"/>
                        <a:pt x="62973" y="20624"/>
                        <a:pt x="62866" y="20672"/>
                      </a:cubicBezTo>
                      <a:cubicBezTo>
                        <a:pt x="63128" y="20279"/>
                        <a:pt x="63342" y="19838"/>
                        <a:pt x="63556" y="19421"/>
                      </a:cubicBezTo>
                      <a:cubicBezTo>
                        <a:pt x="63687" y="19183"/>
                        <a:pt x="63794" y="18898"/>
                        <a:pt x="63961" y="18695"/>
                      </a:cubicBezTo>
                      <a:close/>
                      <a:moveTo>
                        <a:pt x="63806" y="18695"/>
                      </a:moveTo>
                      <a:cubicBezTo>
                        <a:pt x="63699" y="18838"/>
                        <a:pt x="63604" y="19052"/>
                        <a:pt x="63544" y="19171"/>
                      </a:cubicBezTo>
                      <a:cubicBezTo>
                        <a:pt x="63259" y="19683"/>
                        <a:pt x="62866" y="20183"/>
                        <a:pt x="62675" y="20743"/>
                      </a:cubicBezTo>
                      <a:cubicBezTo>
                        <a:pt x="62628" y="20755"/>
                        <a:pt x="62604" y="20779"/>
                        <a:pt x="62556" y="20791"/>
                      </a:cubicBezTo>
                      <a:cubicBezTo>
                        <a:pt x="62497" y="20814"/>
                        <a:pt x="62437" y="20838"/>
                        <a:pt x="62378" y="20862"/>
                      </a:cubicBezTo>
                      <a:cubicBezTo>
                        <a:pt x="62842" y="20183"/>
                        <a:pt x="63211" y="19421"/>
                        <a:pt x="63580" y="18695"/>
                      </a:cubicBezTo>
                      <a:close/>
                      <a:moveTo>
                        <a:pt x="56841" y="18576"/>
                      </a:moveTo>
                      <a:cubicBezTo>
                        <a:pt x="56913" y="18576"/>
                        <a:pt x="57008" y="18588"/>
                        <a:pt x="57079" y="18588"/>
                      </a:cubicBezTo>
                      <a:cubicBezTo>
                        <a:pt x="56794" y="19112"/>
                        <a:pt x="56496" y="19612"/>
                        <a:pt x="56234" y="20136"/>
                      </a:cubicBezTo>
                      <a:cubicBezTo>
                        <a:pt x="56103" y="20398"/>
                        <a:pt x="55960" y="20672"/>
                        <a:pt x="55817" y="20922"/>
                      </a:cubicBezTo>
                      <a:cubicBezTo>
                        <a:pt x="55805" y="20838"/>
                        <a:pt x="55781" y="20743"/>
                        <a:pt x="55781" y="20660"/>
                      </a:cubicBezTo>
                      <a:cubicBezTo>
                        <a:pt x="56139" y="19969"/>
                        <a:pt x="56460" y="19255"/>
                        <a:pt x="56841" y="18576"/>
                      </a:cubicBezTo>
                      <a:close/>
                      <a:moveTo>
                        <a:pt x="63509" y="18695"/>
                      </a:moveTo>
                      <a:cubicBezTo>
                        <a:pt x="63009" y="19386"/>
                        <a:pt x="62628" y="20219"/>
                        <a:pt x="62151" y="20957"/>
                      </a:cubicBezTo>
                      <a:cubicBezTo>
                        <a:pt x="61794" y="21100"/>
                        <a:pt x="61425" y="21255"/>
                        <a:pt x="61068" y="21386"/>
                      </a:cubicBezTo>
                      <a:cubicBezTo>
                        <a:pt x="61663" y="20624"/>
                        <a:pt x="62235" y="19648"/>
                        <a:pt x="62592" y="18695"/>
                      </a:cubicBezTo>
                      <a:lnTo>
                        <a:pt x="62961" y="18695"/>
                      </a:lnTo>
                      <a:cubicBezTo>
                        <a:pt x="62509" y="19445"/>
                        <a:pt x="62139" y="20255"/>
                        <a:pt x="61651" y="20969"/>
                      </a:cubicBezTo>
                      <a:cubicBezTo>
                        <a:pt x="61615" y="21014"/>
                        <a:pt x="61647" y="21073"/>
                        <a:pt x="61686" y="21073"/>
                      </a:cubicBezTo>
                      <a:cubicBezTo>
                        <a:pt x="61698" y="21073"/>
                        <a:pt x="61711" y="21067"/>
                        <a:pt x="61723" y="21053"/>
                      </a:cubicBezTo>
                      <a:lnTo>
                        <a:pt x="61735" y="21041"/>
                      </a:lnTo>
                      <a:cubicBezTo>
                        <a:pt x="61794" y="20957"/>
                        <a:pt x="61877" y="20862"/>
                        <a:pt x="61937" y="20779"/>
                      </a:cubicBezTo>
                      <a:cubicBezTo>
                        <a:pt x="61937" y="20755"/>
                        <a:pt x="61949" y="20755"/>
                        <a:pt x="61949" y="20743"/>
                      </a:cubicBezTo>
                      <a:cubicBezTo>
                        <a:pt x="62366" y="20088"/>
                        <a:pt x="62675" y="19362"/>
                        <a:pt x="63044" y="18695"/>
                      </a:cubicBezTo>
                      <a:close/>
                      <a:moveTo>
                        <a:pt x="57127" y="18588"/>
                      </a:moveTo>
                      <a:cubicBezTo>
                        <a:pt x="57246" y="18588"/>
                        <a:pt x="57377" y="18600"/>
                        <a:pt x="57496" y="18600"/>
                      </a:cubicBezTo>
                      <a:cubicBezTo>
                        <a:pt x="56998" y="19561"/>
                        <a:pt x="56369" y="20439"/>
                        <a:pt x="55847" y="21399"/>
                      </a:cubicBezTo>
                      <a:lnTo>
                        <a:pt x="55847" y="21399"/>
                      </a:lnTo>
                      <a:cubicBezTo>
                        <a:pt x="55842" y="21332"/>
                        <a:pt x="55836" y="21264"/>
                        <a:pt x="55829" y="21195"/>
                      </a:cubicBezTo>
                      <a:cubicBezTo>
                        <a:pt x="55996" y="20922"/>
                        <a:pt x="56115" y="20600"/>
                        <a:pt x="56234" y="20338"/>
                      </a:cubicBezTo>
                      <a:cubicBezTo>
                        <a:pt x="56520" y="19743"/>
                        <a:pt x="56853" y="19195"/>
                        <a:pt x="57127" y="18588"/>
                      </a:cubicBezTo>
                      <a:close/>
                      <a:moveTo>
                        <a:pt x="62497" y="18707"/>
                      </a:moveTo>
                      <a:cubicBezTo>
                        <a:pt x="62270" y="19183"/>
                        <a:pt x="62008" y="19624"/>
                        <a:pt x="61723" y="20076"/>
                      </a:cubicBezTo>
                      <a:cubicBezTo>
                        <a:pt x="61437" y="20541"/>
                        <a:pt x="61068" y="20981"/>
                        <a:pt x="60842" y="21469"/>
                      </a:cubicBezTo>
                      <a:cubicBezTo>
                        <a:pt x="60663" y="21553"/>
                        <a:pt x="60484" y="21612"/>
                        <a:pt x="60306" y="21684"/>
                      </a:cubicBezTo>
                      <a:cubicBezTo>
                        <a:pt x="60508" y="21338"/>
                        <a:pt x="60818" y="21017"/>
                        <a:pt x="60996" y="20695"/>
                      </a:cubicBezTo>
                      <a:cubicBezTo>
                        <a:pt x="61401" y="20064"/>
                        <a:pt x="61651" y="19326"/>
                        <a:pt x="62032" y="18707"/>
                      </a:cubicBezTo>
                      <a:close/>
                      <a:moveTo>
                        <a:pt x="61973" y="18707"/>
                      </a:moveTo>
                      <a:cubicBezTo>
                        <a:pt x="61532" y="19326"/>
                        <a:pt x="61258" y="20088"/>
                        <a:pt x="60842" y="20731"/>
                      </a:cubicBezTo>
                      <a:cubicBezTo>
                        <a:pt x="60723" y="20910"/>
                        <a:pt x="60270" y="21410"/>
                        <a:pt x="60163" y="21755"/>
                      </a:cubicBezTo>
                      <a:cubicBezTo>
                        <a:pt x="60068" y="21791"/>
                        <a:pt x="59996" y="21815"/>
                        <a:pt x="59901" y="21862"/>
                      </a:cubicBezTo>
                      <a:cubicBezTo>
                        <a:pt x="60532" y="20862"/>
                        <a:pt x="61044" y="19743"/>
                        <a:pt x="61556" y="18707"/>
                      </a:cubicBezTo>
                      <a:close/>
                      <a:moveTo>
                        <a:pt x="183464" y="16516"/>
                      </a:moveTo>
                      <a:lnTo>
                        <a:pt x="183464" y="16528"/>
                      </a:lnTo>
                      <a:lnTo>
                        <a:pt x="183464" y="21969"/>
                      </a:lnTo>
                      <a:cubicBezTo>
                        <a:pt x="183416" y="21315"/>
                        <a:pt x="183440" y="20660"/>
                        <a:pt x="183440" y="20017"/>
                      </a:cubicBezTo>
                      <a:cubicBezTo>
                        <a:pt x="183440" y="18850"/>
                        <a:pt x="183452" y="17683"/>
                        <a:pt x="183464" y="16516"/>
                      </a:cubicBezTo>
                      <a:close/>
                      <a:moveTo>
                        <a:pt x="61496" y="18683"/>
                      </a:moveTo>
                      <a:cubicBezTo>
                        <a:pt x="60901" y="19755"/>
                        <a:pt x="60353" y="20922"/>
                        <a:pt x="59675" y="21922"/>
                      </a:cubicBezTo>
                      <a:cubicBezTo>
                        <a:pt x="59568" y="21981"/>
                        <a:pt x="59461" y="22005"/>
                        <a:pt x="59341" y="22053"/>
                      </a:cubicBezTo>
                      <a:cubicBezTo>
                        <a:pt x="59699" y="21529"/>
                        <a:pt x="59949" y="20874"/>
                        <a:pt x="60270" y="20338"/>
                      </a:cubicBezTo>
                      <a:cubicBezTo>
                        <a:pt x="60532" y="19874"/>
                        <a:pt x="61020" y="19267"/>
                        <a:pt x="61080" y="18683"/>
                      </a:cubicBezTo>
                      <a:close/>
                      <a:moveTo>
                        <a:pt x="61056" y="18695"/>
                      </a:moveTo>
                      <a:cubicBezTo>
                        <a:pt x="60889" y="19290"/>
                        <a:pt x="60413" y="19886"/>
                        <a:pt x="60115" y="20386"/>
                      </a:cubicBezTo>
                      <a:cubicBezTo>
                        <a:pt x="59818" y="20874"/>
                        <a:pt x="59330" y="21517"/>
                        <a:pt x="59210" y="22100"/>
                      </a:cubicBezTo>
                      <a:cubicBezTo>
                        <a:pt x="59210" y="22069"/>
                        <a:pt x="59189" y="22047"/>
                        <a:pt x="59168" y="22047"/>
                      </a:cubicBezTo>
                      <a:cubicBezTo>
                        <a:pt x="59158" y="22047"/>
                        <a:pt x="59147" y="22053"/>
                        <a:pt x="59139" y="22065"/>
                      </a:cubicBezTo>
                      <a:cubicBezTo>
                        <a:pt x="59115" y="22100"/>
                        <a:pt x="59103" y="22112"/>
                        <a:pt x="59091" y="22148"/>
                      </a:cubicBezTo>
                      <a:cubicBezTo>
                        <a:pt x="59020" y="22172"/>
                        <a:pt x="58960" y="22184"/>
                        <a:pt x="58877" y="22219"/>
                      </a:cubicBezTo>
                      <a:cubicBezTo>
                        <a:pt x="58865" y="22219"/>
                        <a:pt x="58853" y="22231"/>
                        <a:pt x="58853" y="22231"/>
                      </a:cubicBezTo>
                      <a:cubicBezTo>
                        <a:pt x="59020" y="21969"/>
                        <a:pt x="59139" y="21624"/>
                        <a:pt x="59210" y="21493"/>
                      </a:cubicBezTo>
                      <a:cubicBezTo>
                        <a:pt x="59699" y="20553"/>
                        <a:pt x="60151" y="19552"/>
                        <a:pt x="60746" y="18695"/>
                      </a:cubicBezTo>
                      <a:close/>
                      <a:moveTo>
                        <a:pt x="57556" y="18600"/>
                      </a:moveTo>
                      <a:cubicBezTo>
                        <a:pt x="57663" y="18600"/>
                        <a:pt x="57782" y="18612"/>
                        <a:pt x="57889" y="18612"/>
                      </a:cubicBezTo>
                      <a:cubicBezTo>
                        <a:pt x="57496" y="18993"/>
                        <a:pt x="57258" y="19743"/>
                        <a:pt x="57008" y="20183"/>
                      </a:cubicBezTo>
                      <a:cubicBezTo>
                        <a:pt x="56782" y="20564"/>
                        <a:pt x="56532" y="20934"/>
                        <a:pt x="56317" y="21338"/>
                      </a:cubicBezTo>
                      <a:cubicBezTo>
                        <a:pt x="56174" y="21636"/>
                        <a:pt x="56055" y="21969"/>
                        <a:pt x="55877" y="22243"/>
                      </a:cubicBezTo>
                      <a:cubicBezTo>
                        <a:pt x="55877" y="22003"/>
                        <a:pt x="55870" y="21742"/>
                        <a:pt x="55852" y="21471"/>
                      </a:cubicBezTo>
                      <a:lnTo>
                        <a:pt x="55852" y="21471"/>
                      </a:lnTo>
                      <a:cubicBezTo>
                        <a:pt x="55860" y="21480"/>
                        <a:pt x="55871" y="21485"/>
                        <a:pt x="55883" y="21485"/>
                      </a:cubicBezTo>
                      <a:cubicBezTo>
                        <a:pt x="55897" y="21485"/>
                        <a:pt x="55913" y="21477"/>
                        <a:pt x="55924" y="21457"/>
                      </a:cubicBezTo>
                      <a:cubicBezTo>
                        <a:pt x="56472" y="20505"/>
                        <a:pt x="57079" y="19600"/>
                        <a:pt x="57556" y="18600"/>
                      </a:cubicBezTo>
                      <a:close/>
                      <a:moveTo>
                        <a:pt x="60044" y="22148"/>
                      </a:moveTo>
                      <a:lnTo>
                        <a:pt x="59556" y="22338"/>
                      </a:lnTo>
                      <a:lnTo>
                        <a:pt x="59556" y="22338"/>
                      </a:lnTo>
                      <a:lnTo>
                        <a:pt x="59568" y="22327"/>
                      </a:lnTo>
                      <a:cubicBezTo>
                        <a:pt x="59734" y="22267"/>
                        <a:pt x="59877" y="22207"/>
                        <a:pt x="60044" y="22148"/>
                      </a:cubicBezTo>
                      <a:close/>
                      <a:moveTo>
                        <a:pt x="60687" y="18695"/>
                      </a:moveTo>
                      <a:cubicBezTo>
                        <a:pt x="60163" y="19410"/>
                        <a:pt x="59794" y="20243"/>
                        <a:pt x="59341" y="21029"/>
                      </a:cubicBezTo>
                      <a:cubicBezTo>
                        <a:pt x="59199" y="21279"/>
                        <a:pt x="58960" y="21946"/>
                        <a:pt x="58710" y="22291"/>
                      </a:cubicBezTo>
                      <a:cubicBezTo>
                        <a:pt x="58556" y="22350"/>
                        <a:pt x="58389" y="22410"/>
                        <a:pt x="58222" y="22481"/>
                      </a:cubicBezTo>
                      <a:cubicBezTo>
                        <a:pt x="58520" y="21922"/>
                        <a:pt x="58913" y="21398"/>
                        <a:pt x="59210" y="20814"/>
                      </a:cubicBezTo>
                      <a:cubicBezTo>
                        <a:pt x="59580" y="20100"/>
                        <a:pt x="59949" y="19421"/>
                        <a:pt x="60294" y="18695"/>
                      </a:cubicBezTo>
                      <a:close/>
                      <a:moveTo>
                        <a:pt x="57960" y="18636"/>
                      </a:moveTo>
                      <a:cubicBezTo>
                        <a:pt x="58079" y="18636"/>
                        <a:pt x="58198" y="18648"/>
                        <a:pt x="58318" y="18648"/>
                      </a:cubicBezTo>
                      <a:cubicBezTo>
                        <a:pt x="57782" y="19481"/>
                        <a:pt x="57305" y="20374"/>
                        <a:pt x="56782" y="21207"/>
                      </a:cubicBezTo>
                      <a:cubicBezTo>
                        <a:pt x="56520" y="21624"/>
                        <a:pt x="56234" y="22029"/>
                        <a:pt x="55996" y="22458"/>
                      </a:cubicBezTo>
                      <a:cubicBezTo>
                        <a:pt x="55960" y="22505"/>
                        <a:pt x="55936" y="22553"/>
                        <a:pt x="55889" y="22600"/>
                      </a:cubicBezTo>
                      <a:cubicBezTo>
                        <a:pt x="55877" y="22541"/>
                        <a:pt x="55877" y="22481"/>
                        <a:pt x="55877" y="22422"/>
                      </a:cubicBezTo>
                      <a:cubicBezTo>
                        <a:pt x="56246" y="21957"/>
                        <a:pt x="56472" y="21315"/>
                        <a:pt x="56770" y="20814"/>
                      </a:cubicBezTo>
                      <a:cubicBezTo>
                        <a:pt x="57020" y="20386"/>
                        <a:pt x="57294" y="19957"/>
                        <a:pt x="57496" y="19505"/>
                      </a:cubicBezTo>
                      <a:cubicBezTo>
                        <a:pt x="57651" y="19207"/>
                        <a:pt x="57746" y="18886"/>
                        <a:pt x="57960" y="18636"/>
                      </a:cubicBezTo>
                      <a:close/>
                      <a:moveTo>
                        <a:pt x="60246" y="18695"/>
                      </a:moveTo>
                      <a:cubicBezTo>
                        <a:pt x="59889" y="19386"/>
                        <a:pt x="59508" y="20076"/>
                        <a:pt x="59151" y="20779"/>
                      </a:cubicBezTo>
                      <a:cubicBezTo>
                        <a:pt x="58841" y="21386"/>
                        <a:pt x="58425" y="21934"/>
                        <a:pt x="58103" y="22541"/>
                      </a:cubicBezTo>
                      <a:cubicBezTo>
                        <a:pt x="57925" y="22624"/>
                        <a:pt x="57734" y="22708"/>
                        <a:pt x="57556" y="22803"/>
                      </a:cubicBezTo>
                      <a:cubicBezTo>
                        <a:pt x="58246" y="21374"/>
                        <a:pt x="59282" y="20183"/>
                        <a:pt x="59889" y="18695"/>
                      </a:cubicBezTo>
                      <a:close/>
                      <a:moveTo>
                        <a:pt x="59580" y="18671"/>
                      </a:moveTo>
                      <a:cubicBezTo>
                        <a:pt x="59651" y="18671"/>
                        <a:pt x="59734" y="18695"/>
                        <a:pt x="59794" y="18695"/>
                      </a:cubicBezTo>
                      <a:cubicBezTo>
                        <a:pt x="59080" y="20160"/>
                        <a:pt x="58044" y="21410"/>
                        <a:pt x="57353" y="22886"/>
                      </a:cubicBezTo>
                      <a:cubicBezTo>
                        <a:pt x="57317" y="22898"/>
                        <a:pt x="57305" y="22922"/>
                        <a:pt x="57270" y="22922"/>
                      </a:cubicBezTo>
                      <a:cubicBezTo>
                        <a:pt x="57186" y="22958"/>
                        <a:pt x="57091" y="23017"/>
                        <a:pt x="57008" y="23065"/>
                      </a:cubicBezTo>
                      <a:cubicBezTo>
                        <a:pt x="57413" y="22517"/>
                        <a:pt x="57722" y="21910"/>
                        <a:pt x="58079" y="21315"/>
                      </a:cubicBezTo>
                      <a:cubicBezTo>
                        <a:pt x="58579" y="20445"/>
                        <a:pt x="59091" y="19552"/>
                        <a:pt x="59580" y="18671"/>
                      </a:cubicBezTo>
                      <a:close/>
                      <a:moveTo>
                        <a:pt x="59472" y="22362"/>
                      </a:moveTo>
                      <a:lnTo>
                        <a:pt x="59496" y="22386"/>
                      </a:lnTo>
                      <a:lnTo>
                        <a:pt x="57520" y="23184"/>
                      </a:lnTo>
                      <a:cubicBezTo>
                        <a:pt x="57984" y="22934"/>
                        <a:pt x="58484" y="22719"/>
                        <a:pt x="58984" y="22541"/>
                      </a:cubicBezTo>
                      <a:lnTo>
                        <a:pt x="59472" y="22362"/>
                      </a:lnTo>
                      <a:close/>
                      <a:moveTo>
                        <a:pt x="59056" y="18659"/>
                      </a:moveTo>
                      <a:cubicBezTo>
                        <a:pt x="59222" y="18659"/>
                        <a:pt x="59377" y="18659"/>
                        <a:pt x="59532" y="18671"/>
                      </a:cubicBezTo>
                      <a:cubicBezTo>
                        <a:pt x="58615" y="20160"/>
                        <a:pt x="57829" y="21838"/>
                        <a:pt x="56758" y="23196"/>
                      </a:cubicBezTo>
                      <a:cubicBezTo>
                        <a:pt x="56424" y="23386"/>
                        <a:pt x="56079" y="23565"/>
                        <a:pt x="55746" y="23720"/>
                      </a:cubicBezTo>
                      <a:cubicBezTo>
                        <a:pt x="55817" y="23458"/>
                        <a:pt x="55841" y="23184"/>
                        <a:pt x="55865" y="22922"/>
                      </a:cubicBezTo>
                      <a:cubicBezTo>
                        <a:pt x="56008" y="22755"/>
                        <a:pt x="56103" y="22469"/>
                        <a:pt x="56186" y="22303"/>
                      </a:cubicBezTo>
                      <a:cubicBezTo>
                        <a:pt x="56424" y="21922"/>
                        <a:pt x="56674" y="21541"/>
                        <a:pt x="56913" y="21160"/>
                      </a:cubicBezTo>
                      <a:cubicBezTo>
                        <a:pt x="57425" y="20338"/>
                        <a:pt x="57901" y="19505"/>
                        <a:pt x="58341" y="18671"/>
                      </a:cubicBezTo>
                      <a:lnTo>
                        <a:pt x="58341" y="18659"/>
                      </a:lnTo>
                      <a:cubicBezTo>
                        <a:pt x="58484" y="18659"/>
                        <a:pt x="58627" y="18671"/>
                        <a:pt x="58758" y="18671"/>
                      </a:cubicBezTo>
                      <a:cubicBezTo>
                        <a:pt x="58282" y="19612"/>
                        <a:pt x="57663" y="20445"/>
                        <a:pt x="57139" y="21338"/>
                      </a:cubicBezTo>
                      <a:cubicBezTo>
                        <a:pt x="56710" y="22100"/>
                        <a:pt x="56317" y="22839"/>
                        <a:pt x="55805" y="23529"/>
                      </a:cubicBezTo>
                      <a:cubicBezTo>
                        <a:pt x="55784" y="23550"/>
                        <a:pt x="55801" y="23590"/>
                        <a:pt x="55821" y="23590"/>
                      </a:cubicBezTo>
                      <a:cubicBezTo>
                        <a:pt x="55824" y="23590"/>
                        <a:pt x="55827" y="23590"/>
                        <a:pt x="55829" y="23589"/>
                      </a:cubicBezTo>
                      <a:cubicBezTo>
                        <a:pt x="56413" y="23231"/>
                        <a:pt x="56734" y="22219"/>
                        <a:pt x="57079" y="21600"/>
                      </a:cubicBezTo>
                      <a:cubicBezTo>
                        <a:pt x="57651" y="20612"/>
                        <a:pt x="58341" y="19731"/>
                        <a:pt x="58818" y="18671"/>
                      </a:cubicBezTo>
                      <a:lnTo>
                        <a:pt x="58996" y="18671"/>
                      </a:lnTo>
                      <a:cubicBezTo>
                        <a:pt x="58520" y="19421"/>
                        <a:pt x="58067" y="20195"/>
                        <a:pt x="57627" y="20969"/>
                      </a:cubicBezTo>
                      <a:cubicBezTo>
                        <a:pt x="57198" y="21719"/>
                        <a:pt x="56877" y="22600"/>
                        <a:pt x="56341" y="23255"/>
                      </a:cubicBezTo>
                      <a:cubicBezTo>
                        <a:pt x="56306" y="23299"/>
                        <a:pt x="56335" y="23349"/>
                        <a:pt x="56372" y="23349"/>
                      </a:cubicBezTo>
                      <a:cubicBezTo>
                        <a:pt x="56386" y="23349"/>
                        <a:pt x="56400" y="23342"/>
                        <a:pt x="56413" y="23327"/>
                      </a:cubicBezTo>
                      <a:cubicBezTo>
                        <a:pt x="56913" y="22719"/>
                        <a:pt x="57210" y="21934"/>
                        <a:pt x="57603" y="21231"/>
                      </a:cubicBezTo>
                      <a:cubicBezTo>
                        <a:pt x="58079" y="20374"/>
                        <a:pt x="58579" y="19540"/>
                        <a:pt x="59056" y="18659"/>
                      </a:cubicBezTo>
                      <a:close/>
                      <a:moveTo>
                        <a:pt x="183595" y="20993"/>
                      </a:moveTo>
                      <a:cubicBezTo>
                        <a:pt x="183678" y="21981"/>
                        <a:pt x="183809" y="22993"/>
                        <a:pt x="183643" y="23946"/>
                      </a:cubicBezTo>
                      <a:cubicBezTo>
                        <a:pt x="183690" y="23589"/>
                        <a:pt x="183643" y="23243"/>
                        <a:pt x="183595" y="22898"/>
                      </a:cubicBezTo>
                      <a:lnTo>
                        <a:pt x="183595" y="20993"/>
                      </a:lnTo>
                      <a:close/>
                      <a:moveTo>
                        <a:pt x="70462" y="6289"/>
                      </a:moveTo>
                      <a:cubicBezTo>
                        <a:pt x="70760" y="6348"/>
                        <a:pt x="71057" y="6467"/>
                        <a:pt x="71343" y="6515"/>
                      </a:cubicBezTo>
                      <a:cubicBezTo>
                        <a:pt x="71577" y="6560"/>
                        <a:pt x="81401" y="6576"/>
                        <a:pt x="93560" y="6576"/>
                      </a:cubicBezTo>
                      <a:cubicBezTo>
                        <a:pt x="113541" y="6576"/>
                        <a:pt x="139828" y="6533"/>
                        <a:pt x="140221" y="6503"/>
                      </a:cubicBezTo>
                      <a:cubicBezTo>
                        <a:pt x="140492" y="6483"/>
                        <a:pt x="140764" y="6475"/>
                        <a:pt x="141036" y="6475"/>
                      </a:cubicBezTo>
                      <a:cubicBezTo>
                        <a:pt x="142162" y="6475"/>
                        <a:pt x="143293" y="6612"/>
                        <a:pt x="144425" y="6612"/>
                      </a:cubicBezTo>
                      <a:cubicBezTo>
                        <a:pt x="144496" y="6612"/>
                        <a:pt x="144567" y="6611"/>
                        <a:pt x="144638" y="6610"/>
                      </a:cubicBezTo>
                      <a:cubicBezTo>
                        <a:pt x="146257" y="6587"/>
                        <a:pt x="147876" y="6527"/>
                        <a:pt x="149507" y="6527"/>
                      </a:cubicBezTo>
                      <a:cubicBezTo>
                        <a:pt x="150959" y="6527"/>
                        <a:pt x="152432" y="6635"/>
                        <a:pt x="153896" y="6635"/>
                      </a:cubicBezTo>
                      <a:cubicBezTo>
                        <a:pt x="153969" y="6635"/>
                        <a:pt x="154042" y="6635"/>
                        <a:pt x="154115" y="6634"/>
                      </a:cubicBezTo>
                      <a:cubicBezTo>
                        <a:pt x="155635" y="6623"/>
                        <a:pt x="157143" y="6407"/>
                        <a:pt x="158674" y="6407"/>
                      </a:cubicBezTo>
                      <a:cubicBezTo>
                        <a:pt x="158714" y="6407"/>
                        <a:pt x="158754" y="6408"/>
                        <a:pt x="158794" y="6408"/>
                      </a:cubicBezTo>
                      <a:cubicBezTo>
                        <a:pt x="159967" y="6426"/>
                        <a:pt x="161132" y="6477"/>
                        <a:pt x="162306" y="6477"/>
                      </a:cubicBezTo>
                      <a:cubicBezTo>
                        <a:pt x="162706" y="6477"/>
                        <a:pt x="163107" y="6471"/>
                        <a:pt x="163509" y="6456"/>
                      </a:cubicBezTo>
                      <a:cubicBezTo>
                        <a:pt x="164462" y="6432"/>
                        <a:pt x="165414" y="6348"/>
                        <a:pt x="166367" y="6313"/>
                      </a:cubicBezTo>
                      <a:lnTo>
                        <a:pt x="178321" y="6313"/>
                      </a:lnTo>
                      <a:cubicBezTo>
                        <a:pt x="179928" y="6432"/>
                        <a:pt x="181535" y="6587"/>
                        <a:pt x="183143" y="6634"/>
                      </a:cubicBezTo>
                      <a:cubicBezTo>
                        <a:pt x="183262" y="7253"/>
                        <a:pt x="183202" y="7896"/>
                        <a:pt x="183238" y="8527"/>
                      </a:cubicBezTo>
                      <a:cubicBezTo>
                        <a:pt x="183297" y="9289"/>
                        <a:pt x="183345" y="10027"/>
                        <a:pt x="183345" y="10789"/>
                      </a:cubicBezTo>
                      <a:cubicBezTo>
                        <a:pt x="183297" y="11897"/>
                        <a:pt x="183238" y="13004"/>
                        <a:pt x="183238" y="14123"/>
                      </a:cubicBezTo>
                      <a:cubicBezTo>
                        <a:pt x="183226" y="15814"/>
                        <a:pt x="183202" y="17493"/>
                        <a:pt x="183178" y="19195"/>
                      </a:cubicBezTo>
                      <a:cubicBezTo>
                        <a:pt x="183178" y="20041"/>
                        <a:pt x="183155" y="20910"/>
                        <a:pt x="183202" y="21755"/>
                      </a:cubicBezTo>
                      <a:cubicBezTo>
                        <a:pt x="183226" y="22469"/>
                        <a:pt x="183500" y="23231"/>
                        <a:pt x="183393" y="23922"/>
                      </a:cubicBezTo>
                      <a:cubicBezTo>
                        <a:pt x="182179" y="23829"/>
                        <a:pt x="180983" y="23778"/>
                        <a:pt x="179779" y="23778"/>
                      </a:cubicBezTo>
                      <a:cubicBezTo>
                        <a:pt x="179295" y="23778"/>
                        <a:pt x="178809" y="23786"/>
                        <a:pt x="178321" y="23803"/>
                      </a:cubicBezTo>
                      <a:cubicBezTo>
                        <a:pt x="177547" y="23839"/>
                        <a:pt x="176773" y="23862"/>
                        <a:pt x="175975" y="23886"/>
                      </a:cubicBezTo>
                      <a:cubicBezTo>
                        <a:pt x="175999" y="23862"/>
                        <a:pt x="176011" y="23839"/>
                        <a:pt x="176023" y="23827"/>
                      </a:cubicBezTo>
                      <a:cubicBezTo>
                        <a:pt x="176031" y="23809"/>
                        <a:pt x="176027" y="23798"/>
                        <a:pt x="176020" y="23798"/>
                      </a:cubicBezTo>
                      <a:cubicBezTo>
                        <a:pt x="176017" y="23798"/>
                        <a:pt x="176014" y="23800"/>
                        <a:pt x="176011" y="23803"/>
                      </a:cubicBezTo>
                      <a:cubicBezTo>
                        <a:pt x="175999" y="23839"/>
                        <a:pt x="175963" y="23862"/>
                        <a:pt x="175951" y="23886"/>
                      </a:cubicBezTo>
                      <a:cubicBezTo>
                        <a:pt x="174653" y="23922"/>
                        <a:pt x="173356" y="23958"/>
                        <a:pt x="172070" y="23958"/>
                      </a:cubicBezTo>
                      <a:cubicBezTo>
                        <a:pt x="170329" y="23938"/>
                        <a:pt x="168605" y="23866"/>
                        <a:pt x="166870" y="23866"/>
                      </a:cubicBezTo>
                      <a:cubicBezTo>
                        <a:pt x="166552" y="23866"/>
                        <a:pt x="166233" y="23869"/>
                        <a:pt x="165914" y="23874"/>
                      </a:cubicBezTo>
                      <a:cubicBezTo>
                        <a:pt x="164688" y="23886"/>
                        <a:pt x="163450" y="23946"/>
                        <a:pt x="162211" y="23970"/>
                      </a:cubicBezTo>
                      <a:lnTo>
                        <a:pt x="159771" y="23970"/>
                      </a:lnTo>
                      <a:cubicBezTo>
                        <a:pt x="156148" y="23855"/>
                        <a:pt x="152543" y="23786"/>
                        <a:pt x="148932" y="23786"/>
                      </a:cubicBezTo>
                      <a:cubicBezTo>
                        <a:pt x="148402" y="23786"/>
                        <a:pt x="147871" y="23788"/>
                        <a:pt x="147341" y="23791"/>
                      </a:cubicBezTo>
                      <a:cubicBezTo>
                        <a:pt x="143233" y="23827"/>
                        <a:pt x="72129" y="23767"/>
                        <a:pt x="68021" y="23934"/>
                      </a:cubicBezTo>
                      <a:cubicBezTo>
                        <a:pt x="67557" y="23946"/>
                        <a:pt x="67081" y="23958"/>
                        <a:pt x="66616" y="23993"/>
                      </a:cubicBezTo>
                      <a:lnTo>
                        <a:pt x="57853" y="23993"/>
                      </a:lnTo>
                      <a:cubicBezTo>
                        <a:pt x="57365" y="23910"/>
                        <a:pt x="56853" y="23815"/>
                        <a:pt x="56365" y="23815"/>
                      </a:cubicBezTo>
                      <a:cubicBezTo>
                        <a:pt x="56413" y="23791"/>
                        <a:pt x="56460" y="23767"/>
                        <a:pt x="56484" y="23755"/>
                      </a:cubicBezTo>
                      <a:lnTo>
                        <a:pt x="67497" y="19267"/>
                      </a:lnTo>
                      <a:cubicBezTo>
                        <a:pt x="68081" y="19112"/>
                        <a:pt x="68688" y="18933"/>
                        <a:pt x="69176" y="18600"/>
                      </a:cubicBezTo>
                      <a:cubicBezTo>
                        <a:pt x="69188" y="18600"/>
                        <a:pt x="69188" y="18588"/>
                        <a:pt x="69212" y="18588"/>
                      </a:cubicBezTo>
                      <a:cubicBezTo>
                        <a:pt x="69283" y="18600"/>
                        <a:pt x="69378" y="18600"/>
                        <a:pt x="69450" y="18636"/>
                      </a:cubicBezTo>
                      <a:cubicBezTo>
                        <a:pt x="69456" y="18636"/>
                        <a:pt x="69462" y="18637"/>
                        <a:pt x="69468" y="18637"/>
                      </a:cubicBezTo>
                      <a:cubicBezTo>
                        <a:pt x="69542" y="18637"/>
                        <a:pt x="69595" y="18570"/>
                        <a:pt x="69628" y="18493"/>
                      </a:cubicBezTo>
                      <a:cubicBezTo>
                        <a:pt x="69652" y="18469"/>
                        <a:pt x="69688" y="18433"/>
                        <a:pt x="69712" y="18397"/>
                      </a:cubicBezTo>
                      <a:lnTo>
                        <a:pt x="69748" y="18397"/>
                      </a:lnTo>
                      <a:lnTo>
                        <a:pt x="69748" y="18338"/>
                      </a:lnTo>
                      <a:cubicBezTo>
                        <a:pt x="69926" y="17921"/>
                        <a:pt x="69807" y="17052"/>
                        <a:pt x="69795" y="16790"/>
                      </a:cubicBezTo>
                      <a:lnTo>
                        <a:pt x="69748" y="16028"/>
                      </a:lnTo>
                      <a:lnTo>
                        <a:pt x="69748" y="11135"/>
                      </a:lnTo>
                      <a:cubicBezTo>
                        <a:pt x="69819" y="9646"/>
                        <a:pt x="69914" y="8170"/>
                        <a:pt x="69914" y="6682"/>
                      </a:cubicBezTo>
                      <a:lnTo>
                        <a:pt x="69914" y="6289"/>
                      </a:lnTo>
                      <a:close/>
                      <a:moveTo>
                        <a:pt x="62651" y="24124"/>
                      </a:moveTo>
                      <a:cubicBezTo>
                        <a:pt x="62139" y="24136"/>
                        <a:pt x="61616" y="24148"/>
                        <a:pt x="61104" y="24172"/>
                      </a:cubicBezTo>
                      <a:cubicBezTo>
                        <a:pt x="61024" y="24174"/>
                        <a:pt x="60944" y="24174"/>
                        <a:pt x="60864" y="24174"/>
                      </a:cubicBezTo>
                      <a:cubicBezTo>
                        <a:pt x="60357" y="24174"/>
                        <a:pt x="59842" y="24145"/>
                        <a:pt x="59318" y="24124"/>
                      </a:cubicBezTo>
                      <a:close/>
                      <a:moveTo>
                        <a:pt x="182571" y="24208"/>
                      </a:moveTo>
                      <a:cubicBezTo>
                        <a:pt x="182631" y="24208"/>
                        <a:pt x="182690" y="24208"/>
                        <a:pt x="182750" y="24232"/>
                      </a:cubicBezTo>
                      <a:cubicBezTo>
                        <a:pt x="182690" y="24255"/>
                        <a:pt x="182619" y="24267"/>
                        <a:pt x="182547" y="24303"/>
                      </a:cubicBezTo>
                      <a:cubicBezTo>
                        <a:pt x="182559" y="24291"/>
                        <a:pt x="182559" y="24267"/>
                        <a:pt x="182571" y="24255"/>
                      </a:cubicBezTo>
                      <a:cubicBezTo>
                        <a:pt x="182583" y="24243"/>
                        <a:pt x="182583" y="24232"/>
                        <a:pt x="182571" y="24208"/>
                      </a:cubicBezTo>
                      <a:close/>
                      <a:moveTo>
                        <a:pt x="182095" y="24184"/>
                      </a:moveTo>
                      <a:cubicBezTo>
                        <a:pt x="182226" y="24184"/>
                        <a:pt x="182381" y="24196"/>
                        <a:pt x="182512" y="24208"/>
                      </a:cubicBezTo>
                      <a:lnTo>
                        <a:pt x="182381" y="24351"/>
                      </a:lnTo>
                      <a:cubicBezTo>
                        <a:pt x="182190" y="24410"/>
                        <a:pt x="182012" y="24482"/>
                        <a:pt x="181809" y="24553"/>
                      </a:cubicBezTo>
                      <a:cubicBezTo>
                        <a:pt x="181845" y="24505"/>
                        <a:pt x="181857" y="24482"/>
                        <a:pt x="181892" y="24434"/>
                      </a:cubicBezTo>
                      <a:cubicBezTo>
                        <a:pt x="181964" y="24339"/>
                        <a:pt x="182023" y="24267"/>
                        <a:pt x="182095" y="24184"/>
                      </a:cubicBezTo>
                      <a:close/>
                      <a:moveTo>
                        <a:pt x="182226" y="24517"/>
                      </a:moveTo>
                      <a:lnTo>
                        <a:pt x="181904" y="24660"/>
                      </a:lnTo>
                      <a:cubicBezTo>
                        <a:pt x="181845" y="24672"/>
                        <a:pt x="181785" y="24684"/>
                        <a:pt x="181738" y="24708"/>
                      </a:cubicBezTo>
                      <a:cubicBezTo>
                        <a:pt x="181738" y="24708"/>
                        <a:pt x="181738" y="24684"/>
                        <a:pt x="181750" y="24684"/>
                      </a:cubicBezTo>
                      <a:cubicBezTo>
                        <a:pt x="181904" y="24624"/>
                        <a:pt x="182071" y="24565"/>
                        <a:pt x="182226" y="24517"/>
                      </a:cubicBezTo>
                      <a:close/>
                      <a:moveTo>
                        <a:pt x="166652" y="24196"/>
                      </a:moveTo>
                      <a:cubicBezTo>
                        <a:pt x="166557" y="24303"/>
                        <a:pt x="166486" y="24422"/>
                        <a:pt x="166426" y="24541"/>
                      </a:cubicBezTo>
                      <a:cubicBezTo>
                        <a:pt x="166379" y="24613"/>
                        <a:pt x="166319" y="24708"/>
                        <a:pt x="166271" y="24791"/>
                      </a:cubicBezTo>
                      <a:cubicBezTo>
                        <a:pt x="166271" y="24601"/>
                        <a:pt x="166260" y="24386"/>
                        <a:pt x="166248" y="24196"/>
                      </a:cubicBezTo>
                      <a:close/>
                      <a:moveTo>
                        <a:pt x="181631" y="24172"/>
                      </a:moveTo>
                      <a:cubicBezTo>
                        <a:pt x="181750" y="24172"/>
                        <a:pt x="181869" y="24184"/>
                        <a:pt x="181976" y="24184"/>
                      </a:cubicBezTo>
                      <a:cubicBezTo>
                        <a:pt x="181904" y="24255"/>
                        <a:pt x="181845" y="24315"/>
                        <a:pt x="181785" y="24386"/>
                      </a:cubicBezTo>
                      <a:cubicBezTo>
                        <a:pt x="181726" y="24470"/>
                        <a:pt x="181654" y="24553"/>
                        <a:pt x="181619" y="24648"/>
                      </a:cubicBezTo>
                      <a:cubicBezTo>
                        <a:pt x="181476" y="24708"/>
                        <a:pt x="181321" y="24779"/>
                        <a:pt x="181190" y="24839"/>
                      </a:cubicBezTo>
                      <a:cubicBezTo>
                        <a:pt x="181238" y="24744"/>
                        <a:pt x="181297" y="24648"/>
                        <a:pt x="181333" y="24565"/>
                      </a:cubicBezTo>
                      <a:cubicBezTo>
                        <a:pt x="181440" y="24434"/>
                        <a:pt x="181535" y="24303"/>
                        <a:pt x="181631" y="24172"/>
                      </a:cubicBezTo>
                      <a:close/>
                      <a:moveTo>
                        <a:pt x="181083" y="24148"/>
                      </a:moveTo>
                      <a:cubicBezTo>
                        <a:pt x="181214" y="24148"/>
                        <a:pt x="181369" y="24172"/>
                        <a:pt x="181500" y="24172"/>
                      </a:cubicBezTo>
                      <a:cubicBezTo>
                        <a:pt x="181392" y="24291"/>
                        <a:pt x="181273" y="24410"/>
                        <a:pt x="181190" y="24529"/>
                      </a:cubicBezTo>
                      <a:cubicBezTo>
                        <a:pt x="181095" y="24648"/>
                        <a:pt x="181000" y="24779"/>
                        <a:pt x="180964" y="24922"/>
                      </a:cubicBezTo>
                      <a:cubicBezTo>
                        <a:pt x="180773" y="24982"/>
                        <a:pt x="180583" y="25065"/>
                        <a:pt x="180380" y="25148"/>
                      </a:cubicBezTo>
                      <a:cubicBezTo>
                        <a:pt x="180607" y="24803"/>
                        <a:pt x="180892" y="24505"/>
                        <a:pt x="181083" y="24148"/>
                      </a:cubicBezTo>
                      <a:close/>
                      <a:moveTo>
                        <a:pt x="166998" y="24208"/>
                      </a:moveTo>
                      <a:cubicBezTo>
                        <a:pt x="166855" y="24374"/>
                        <a:pt x="166712" y="24553"/>
                        <a:pt x="166557" y="24744"/>
                      </a:cubicBezTo>
                      <a:cubicBezTo>
                        <a:pt x="166474" y="24886"/>
                        <a:pt x="166367" y="25017"/>
                        <a:pt x="166271" y="25184"/>
                      </a:cubicBezTo>
                      <a:lnTo>
                        <a:pt x="166271" y="25077"/>
                      </a:lnTo>
                      <a:cubicBezTo>
                        <a:pt x="166331" y="24958"/>
                        <a:pt x="166391" y="24803"/>
                        <a:pt x="166450" y="24684"/>
                      </a:cubicBezTo>
                      <a:cubicBezTo>
                        <a:pt x="166545" y="24517"/>
                        <a:pt x="166652" y="24363"/>
                        <a:pt x="166772" y="24208"/>
                      </a:cubicBezTo>
                      <a:close/>
                      <a:moveTo>
                        <a:pt x="180654" y="24136"/>
                      </a:moveTo>
                      <a:cubicBezTo>
                        <a:pt x="180761" y="24136"/>
                        <a:pt x="180857" y="24136"/>
                        <a:pt x="180964" y="24148"/>
                      </a:cubicBezTo>
                      <a:cubicBezTo>
                        <a:pt x="180738" y="24493"/>
                        <a:pt x="180428" y="24767"/>
                        <a:pt x="180261" y="25148"/>
                      </a:cubicBezTo>
                      <a:cubicBezTo>
                        <a:pt x="180249" y="25160"/>
                        <a:pt x="180261" y="25196"/>
                        <a:pt x="180261" y="25208"/>
                      </a:cubicBezTo>
                      <a:cubicBezTo>
                        <a:pt x="180107" y="25279"/>
                        <a:pt x="179928" y="25339"/>
                        <a:pt x="179761" y="25410"/>
                      </a:cubicBezTo>
                      <a:cubicBezTo>
                        <a:pt x="180059" y="24982"/>
                        <a:pt x="180345" y="24553"/>
                        <a:pt x="180654" y="24136"/>
                      </a:cubicBezTo>
                      <a:close/>
                      <a:moveTo>
                        <a:pt x="180499" y="24136"/>
                      </a:moveTo>
                      <a:cubicBezTo>
                        <a:pt x="180142" y="24505"/>
                        <a:pt x="179821" y="25005"/>
                        <a:pt x="179595" y="25482"/>
                      </a:cubicBezTo>
                      <a:cubicBezTo>
                        <a:pt x="179571" y="25494"/>
                        <a:pt x="179547" y="25506"/>
                        <a:pt x="179523" y="25506"/>
                      </a:cubicBezTo>
                      <a:cubicBezTo>
                        <a:pt x="179404" y="25565"/>
                        <a:pt x="179297" y="25613"/>
                        <a:pt x="179178" y="25672"/>
                      </a:cubicBezTo>
                      <a:cubicBezTo>
                        <a:pt x="179606" y="25255"/>
                        <a:pt x="179892" y="24613"/>
                        <a:pt x="180249" y="24136"/>
                      </a:cubicBezTo>
                      <a:close/>
                      <a:moveTo>
                        <a:pt x="167498" y="24208"/>
                      </a:moveTo>
                      <a:cubicBezTo>
                        <a:pt x="167224" y="24553"/>
                        <a:pt x="166533" y="25434"/>
                        <a:pt x="166295" y="25875"/>
                      </a:cubicBezTo>
                      <a:lnTo>
                        <a:pt x="166295" y="25398"/>
                      </a:lnTo>
                      <a:cubicBezTo>
                        <a:pt x="166510" y="24958"/>
                        <a:pt x="166795" y="24589"/>
                        <a:pt x="167105" y="24208"/>
                      </a:cubicBezTo>
                      <a:close/>
                      <a:moveTo>
                        <a:pt x="180107" y="24136"/>
                      </a:moveTo>
                      <a:cubicBezTo>
                        <a:pt x="179940" y="24351"/>
                        <a:pt x="179773" y="24553"/>
                        <a:pt x="179630" y="24791"/>
                      </a:cubicBezTo>
                      <a:cubicBezTo>
                        <a:pt x="179404" y="25136"/>
                        <a:pt x="179154" y="25434"/>
                        <a:pt x="178928" y="25779"/>
                      </a:cubicBezTo>
                      <a:cubicBezTo>
                        <a:pt x="178928" y="25791"/>
                        <a:pt x="178916" y="25791"/>
                        <a:pt x="178928" y="25803"/>
                      </a:cubicBezTo>
                      <a:cubicBezTo>
                        <a:pt x="178809" y="25851"/>
                        <a:pt x="178702" y="25910"/>
                        <a:pt x="178583" y="25958"/>
                      </a:cubicBezTo>
                      <a:cubicBezTo>
                        <a:pt x="178737" y="25744"/>
                        <a:pt x="178868" y="25517"/>
                        <a:pt x="178999" y="25303"/>
                      </a:cubicBezTo>
                      <a:cubicBezTo>
                        <a:pt x="179249" y="24898"/>
                        <a:pt x="179523" y="24505"/>
                        <a:pt x="179809" y="24136"/>
                      </a:cubicBezTo>
                      <a:close/>
                      <a:moveTo>
                        <a:pt x="181035" y="25279"/>
                      </a:moveTo>
                      <a:lnTo>
                        <a:pt x="181035" y="25279"/>
                      </a:lnTo>
                      <a:cubicBezTo>
                        <a:pt x="180583" y="25446"/>
                        <a:pt x="180130" y="25625"/>
                        <a:pt x="179690" y="25815"/>
                      </a:cubicBezTo>
                      <a:cubicBezTo>
                        <a:pt x="179571" y="25875"/>
                        <a:pt x="179428" y="25922"/>
                        <a:pt x="179309" y="25982"/>
                      </a:cubicBezTo>
                      <a:cubicBezTo>
                        <a:pt x="179285" y="25982"/>
                        <a:pt x="179249" y="25994"/>
                        <a:pt x="179237" y="25994"/>
                      </a:cubicBezTo>
                      <a:cubicBezTo>
                        <a:pt x="179547" y="25863"/>
                        <a:pt x="179845" y="25720"/>
                        <a:pt x="180166" y="25577"/>
                      </a:cubicBezTo>
                      <a:cubicBezTo>
                        <a:pt x="180428" y="25458"/>
                        <a:pt x="180726" y="25363"/>
                        <a:pt x="181035" y="25279"/>
                      </a:cubicBezTo>
                      <a:close/>
                      <a:moveTo>
                        <a:pt x="179714" y="24124"/>
                      </a:moveTo>
                      <a:cubicBezTo>
                        <a:pt x="179464" y="24470"/>
                        <a:pt x="179214" y="24803"/>
                        <a:pt x="178952" y="25160"/>
                      </a:cubicBezTo>
                      <a:cubicBezTo>
                        <a:pt x="178749" y="25458"/>
                        <a:pt x="178523" y="25744"/>
                        <a:pt x="178333" y="26053"/>
                      </a:cubicBezTo>
                      <a:cubicBezTo>
                        <a:pt x="178178" y="26137"/>
                        <a:pt x="178023" y="26208"/>
                        <a:pt x="177868" y="26268"/>
                      </a:cubicBezTo>
                      <a:cubicBezTo>
                        <a:pt x="178344" y="25506"/>
                        <a:pt x="178928" y="24851"/>
                        <a:pt x="179428" y="24124"/>
                      </a:cubicBezTo>
                      <a:close/>
                      <a:moveTo>
                        <a:pt x="167903" y="24196"/>
                      </a:moveTo>
                      <a:cubicBezTo>
                        <a:pt x="167581" y="24648"/>
                        <a:pt x="167260" y="25041"/>
                        <a:pt x="166926" y="25446"/>
                      </a:cubicBezTo>
                      <a:cubicBezTo>
                        <a:pt x="166807" y="25601"/>
                        <a:pt x="166688" y="25756"/>
                        <a:pt x="166593" y="25922"/>
                      </a:cubicBezTo>
                      <a:cubicBezTo>
                        <a:pt x="166498" y="26053"/>
                        <a:pt x="166426" y="26196"/>
                        <a:pt x="166355" y="26327"/>
                      </a:cubicBezTo>
                      <a:cubicBezTo>
                        <a:pt x="166319" y="26375"/>
                        <a:pt x="166307" y="26410"/>
                        <a:pt x="166295" y="26458"/>
                      </a:cubicBezTo>
                      <a:lnTo>
                        <a:pt x="166295" y="26006"/>
                      </a:lnTo>
                      <a:cubicBezTo>
                        <a:pt x="166379" y="25851"/>
                        <a:pt x="166652" y="25506"/>
                        <a:pt x="166712" y="25434"/>
                      </a:cubicBezTo>
                      <a:cubicBezTo>
                        <a:pt x="166986" y="25017"/>
                        <a:pt x="167284" y="24624"/>
                        <a:pt x="167569" y="24196"/>
                      </a:cubicBezTo>
                      <a:close/>
                      <a:moveTo>
                        <a:pt x="179333" y="24136"/>
                      </a:moveTo>
                      <a:cubicBezTo>
                        <a:pt x="178797" y="24851"/>
                        <a:pt x="178059" y="25494"/>
                        <a:pt x="177678" y="26351"/>
                      </a:cubicBezTo>
                      <a:lnTo>
                        <a:pt x="177190" y="26577"/>
                      </a:lnTo>
                      <a:cubicBezTo>
                        <a:pt x="177368" y="26268"/>
                        <a:pt x="177618" y="25994"/>
                        <a:pt x="177821" y="25732"/>
                      </a:cubicBezTo>
                      <a:cubicBezTo>
                        <a:pt x="178225" y="25220"/>
                        <a:pt x="178618" y="24684"/>
                        <a:pt x="178987" y="24148"/>
                      </a:cubicBezTo>
                      <a:lnTo>
                        <a:pt x="178987" y="24136"/>
                      </a:lnTo>
                      <a:close/>
                      <a:moveTo>
                        <a:pt x="178940" y="24136"/>
                      </a:moveTo>
                      <a:cubicBezTo>
                        <a:pt x="178463" y="24732"/>
                        <a:pt x="177999" y="25315"/>
                        <a:pt x="177523" y="25898"/>
                      </a:cubicBezTo>
                      <a:cubicBezTo>
                        <a:pt x="177332" y="26137"/>
                        <a:pt x="177106" y="26387"/>
                        <a:pt x="176975" y="26684"/>
                      </a:cubicBezTo>
                      <a:lnTo>
                        <a:pt x="176666" y="26815"/>
                      </a:lnTo>
                      <a:cubicBezTo>
                        <a:pt x="176868" y="26291"/>
                        <a:pt x="177332" y="25910"/>
                        <a:pt x="177666" y="25482"/>
                      </a:cubicBezTo>
                      <a:cubicBezTo>
                        <a:pt x="177987" y="25041"/>
                        <a:pt x="178297" y="24601"/>
                        <a:pt x="178618" y="24136"/>
                      </a:cubicBezTo>
                      <a:close/>
                      <a:moveTo>
                        <a:pt x="168427" y="24208"/>
                      </a:moveTo>
                      <a:cubicBezTo>
                        <a:pt x="168034" y="24851"/>
                        <a:pt x="167557" y="25434"/>
                        <a:pt x="167069" y="25982"/>
                      </a:cubicBezTo>
                      <a:cubicBezTo>
                        <a:pt x="166772" y="26327"/>
                        <a:pt x="166510" y="26708"/>
                        <a:pt x="166260" y="27101"/>
                      </a:cubicBezTo>
                      <a:cubicBezTo>
                        <a:pt x="166260" y="26934"/>
                        <a:pt x="166271" y="26768"/>
                        <a:pt x="166271" y="26613"/>
                      </a:cubicBezTo>
                      <a:cubicBezTo>
                        <a:pt x="166522" y="26208"/>
                        <a:pt x="166760" y="25803"/>
                        <a:pt x="167045" y="25434"/>
                      </a:cubicBezTo>
                      <a:cubicBezTo>
                        <a:pt x="167355" y="25029"/>
                        <a:pt x="167676" y="24648"/>
                        <a:pt x="167938" y="24208"/>
                      </a:cubicBezTo>
                      <a:close/>
                      <a:moveTo>
                        <a:pt x="177725" y="26744"/>
                      </a:moveTo>
                      <a:lnTo>
                        <a:pt x="177725" y="26744"/>
                      </a:lnTo>
                      <a:cubicBezTo>
                        <a:pt x="177487" y="26863"/>
                        <a:pt x="177225" y="26994"/>
                        <a:pt x="176963" y="27113"/>
                      </a:cubicBezTo>
                      <a:cubicBezTo>
                        <a:pt x="176975" y="27089"/>
                        <a:pt x="176975" y="27053"/>
                        <a:pt x="176987" y="27018"/>
                      </a:cubicBezTo>
                      <a:cubicBezTo>
                        <a:pt x="177166" y="26946"/>
                        <a:pt x="177368" y="26875"/>
                        <a:pt x="177547" y="26803"/>
                      </a:cubicBezTo>
                      <a:cubicBezTo>
                        <a:pt x="177606" y="26768"/>
                        <a:pt x="177666" y="26756"/>
                        <a:pt x="177725" y="26744"/>
                      </a:cubicBezTo>
                      <a:close/>
                      <a:moveTo>
                        <a:pt x="178511" y="24136"/>
                      </a:moveTo>
                      <a:cubicBezTo>
                        <a:pt x="178142" y="24684"/>
                        <a:pt x="177737" y="25244"/>
                        <a:pt x="177309" y="25744"/>
                      </a:cubicBezTo>
                      <a:cubicBezTo>
                        <a:pt x="177011" y="26089"/>
                        <a:pt x="176606" y="26398"/>
                        <a:pt x="176499" y="26887"/>
                      </a:cubicBezTo>
                      <a:cubicBezTo>
                        <a:pt x="176332" y="26970"/>
                        <a:pt x="176154" y="27041"/>
                        <a:pt x="175999" y="27113"/>
                      </a:cubicBezTo>
                      <a:cubicBezTo>
                        <a:pt x="176070" y="27006"/>
                        <a:pt x="176177" y="26791"/>
                        <a:pt x="176201" y="26720"/>
                      </a:cubicBezTo>
                      <a:cubicBezTo>
                        <a:pt x="176297" y="26577"/>
                        <a:pt x="176392" y="26446"/>
                        <a:pt x="176499" y="26303"/>
                      </a:cubicBezTo>
                      <a:cubicBezTo>
                        <a:pt x="176678" y="26089"/>
                        <a:pt x="176868" y="25887"/>
                        <a:pt x="177047" y="25684"/>
                      </a:cubicBezTo>
                      <a:cubicBezTo>
                        <a:pt x="177428" y="25232"/>
                        <a:pt x="177797" y="24767"/>
                        <a:pt x="178106" y="24243"/>
                      </a:cubicBezTo>
                      <a:cubicBezTo>
                        <a:pt x="178115" y="24226"/>
                        <a:pt x="178105" y="24215"/>
                        <a:pt x="178094" y="24215"/>
                      </a:cubicBezTo>
                      <a:cubicBezTo>
                        <a:pt x="178090" y="24215"/>
                        <a:pt x="178086" y="24216"/>
                        <a:pt x="178082" y="24220"/>
                      </a:cubicBezTo>
                      <a:cubicBezTo>
                        <a:pt x="177606" y="24779"/>
                        <a:pt x="177201" y="25386"/>
                        <a:pt x="176713" y="25910"/>
                      </a:cubicBezTo>
                      <a:cubicBezTo>
                        <a:pt x="176368" y="26279"/>
                        <a:pt x="176023" y="26672"/>
                        <a:pt x="175844" y="27172"/>
                      </a:cubicBezTo>
                      <a:cubicBezTo>
                        <a:pt x="175701" y="27232"/>
                        <a:pt x="175546" y="27303"/>
                        <a:pt x="175380" y="27363"/>
                      </a:cubicBezTo>
                      <a:cubicBezTo>
                        <a:pt x="175713" y="26922"/>
                        <a:pt x="175999" y="26422"/>
                        <a:pt x="176308" y="25982"/>
                      </a:cubicBezTo>
                      <a:cubicBezTo>
                        <a:pt x="176749" y="25363"/>
                        <a:pt x="177225" y="24767"/>
                        <a:pt x="177701" y="24148"/>
                      </a:cubicBezTo>
                      <a:cubicBezTo>
                        <a:pt x="177975" y="24136"/>
                        <a:pt x="178237" y="24136"/>
                        <a:pt x="178511" y="24136"/>
                      </a:cubicBezTo>
                      <a:close/>
                      <a:moveTo>
                        <a:pt x="176832" y="27101"/>
                      </a:moveTo>
                      <a:cubicBezTo>
                        <a:pt x="176832" y="27113"/>
                        <a:pt x="176832" y="27125"/>
                        <a:pt x="176809" y="27149"/>
                      </a:cubicBezTo>
                      <a:lnTo>
                        <a:pt x="176809" y="27172"/>
                      </a:lnTo>
                      <a:cubicBezTo>
                        <a:pt x="176618" y="27268"/>
                        <a:pt x="176392" y="27351"/>
                        <a:pt x="176177" y="27411"/>
                      </a:cubicBezTo>
                      <a:cubicBezTo>
                        <a:pt x="176392" y="27303"/>
                        <a:pt x="176606" y="27208"/>
                        <a:pt x="176832" y="27101"/>
                      </a:cubicBezTo>
                      <a:close/>
                      <a:moveTo>
                        <a:pt x="177630" y="24172"/>
                      </a:moveTo>
                      <a:cubicBezTo>
                        <a:pt x="177166" y="24732"/>
                        <a:pt x="176689" y="25315"/>
                        <a:pt x="176249" y="25898"/>
                      </a:cubicBezTo>
                      <a:cubicBezTo>
                        <a:pt x="175856" y="26398"/>
                        <a:pt x="175535" y="26982"/>
                        <a:pt x="175118" y="27482"/>
                      </a:cubicBezTo>
                      <a:lnTo>
                        <a:pt x="174713" y="27661"/>
                      </a:lnTo>
                      <a:cubicBezTo>
                        <a:pt x="174808" y="27518"/>
                        <a:pt x="174904" y="27363"/>
                        <a:pt x="174999" y="27244"/>
                      </a:cubicBezTo>
                      <a:cubicBezTo>
                        <a:pt x="175261" y="26887"/>
                        <a:pt x="175558" y="26529"/>
                        <a:pt x="175844" y="26172"/>
                      </a:cubicBezTo>
                      <a:cubicBezTo>
                        <a:pt x="176368" y="25529"/>
                        <a:pt x="176892" y="24898"/>
                        <a:pt x="177320" y="24184"/>
                      </a:cubicBezTo>
                      <a:cubicBezTo>
                        <a:pt x="177404" y="24184"/>
                        <a:pt x="177487" y="24184"/>
                        <a:pt x="177571" y="24172"/>
                      </a:cubicBezTo>
                      <a:close/>
                      <a:moveTo>
                        <a:pt x="168855" y="24232"/>
                      </a:moveTo>
                      <a:cubicBezTo>
                        <a:pt x="168355" y="24744"/>
                        <a:pt x="167926" y="25339"/>
                        <a:pt x="167522" y="25970"/>
                      </a:cubicBezTo>
                      <a:cubicBezTo>
                        <a:pt x="167236" y="26398"/>
                        <a:pt x="166962" y="26851"/>
                        <a:pt x="166641" y="27268"/>
                      </a:cubicBezTo>
                      <a:cubicBezTo>
                        <a:pt x="166510" y="27458"/>
                        <a:pt x="166343" y="27649"/>
                        <a:pt x="166248" y="27863"/>
                      </a:cubicBezTo>
                      <a:cubicBezTo>
                        <a:pt x="166248" y="27661"/>
                        <a:pt x="166248" y="27470"/>
                        <a:pt x="166260" y="27280"/>
                      </a:cubicBezTo>
                      <a:cubicBezTo>
                        <a:pt x="166319" y="27232"/>
                        <a:pt x="166367" y="27172"/>
                        <a:pt x="166426" y="27089"/>
                      </a:cubicBezTo>
                      <a:cubicBezTo>
                        <a:pt x="166664" y="26744"/>
                        <a:pt x="166867" y="26387"/>
                        <a:pt x="167141" y="26077"/>
                      </a:cubicBezTo>
                      <a:cubicBezTo>
                        <a:pt x="167629" y="25494"/>
                        <a:pt x="168105" y="24910"/>
                        <a:pt x="168486" y="24232"/>
                      </a:cubicBezTo>
                      <a:close/>
                      <a:moveTo>
                        <a:pt x="177285" y="24160"/>
                      </a:moveTo>
                      <a:cubicBezTo>
                        <a:pt x="177261" y="24208"/>
                        <a:pt x="177225" y="24243"/>
                        <a:pt x="177225" y="24291"/>
                      </a:cubicBezTo>
                      <a:cubicBezTo>
                        <a:pt x="176689" y="24922"/>
                        <a:pt x="176154" y="25601"/>
                        <a:pt x="175618" y="26256"/>
                      </a:cubicBezTo>
                      <a:cubicBezTo>
                        <a:pt x="175201" y="26744"/>
                        <a:pt x="174761" y="27244"/>
                        <a:pt x="174415" y="27792"/>
                      </a:cubicBezTo>
                      <a:cubicBezTo>
                        <a:pt x="174356" y="27815"/>
                        <a:pt x="174308" y="27839"/>
                        <a:pt x="174272" y="27851"/>
                      </a:cubicBezTo>
                      <a:lnTo>
                        <a:pt x="173951" y="27994"/>
                      </a:lnTo>
                      <a:cubicBezTo>
                        <a:pt x="174749" y="26637"/>
                        <a:pt x="175916" y="25517"/>
                        <a:pt x="176809" y="24255"/>
                      </a:cubicBezTo>
                      <a:cubicBezTo>
                        <a:pt x="176836" y="24227"/>
                        <a:pt x="176813" y="24185"/>
                        <a:pt x="176791" y="24185"/>
                      </a:cubicBezTo>
                      <a:cubicBezTo>
                        <a:pt x="176784" y="24185"/>
                        <a:pt x="176778" y="24188"/>
                        <a:pt x="176773" y="24196"/>
                      </a:cubicBezTo>
                      <a:cubicBezTo>
                        <a:pt x="176189" y="24934"/>
                        <a:pt x="175558" y="25636"/>
                        <a:pt x="174987" y="26387"/>
                      </a:cubicBezTo>
                      <a:cubicBezTo>
                        <a:pt x="174546" y="26934"/>
                        <a:pt x="174034" y="27434"/>
                        <a:pt x="173713" y="28089"/>
                      </a:cubicBezTo>
                      <a:cubicBezTo>
                        <a:pt x="173630" y="28125"/>
                        <a:pt x="173558" y="28173"/>
                        <a:pt x="173463" y="28196"/>
                      </a:cubicBezTo>
                      <a:cubicBezTo>
                        <a:pt x="173891" y="27577"/>
                        <a:pt x="174249" y="26887"/>
                        <a:pt x="174701" y="26279"/>
                      </a:cubicBezTo>
                      <a:cubicBezTo>
                        <a:pt x="175225" y="25565"/>
                        <a:pt x="175785" y="24874"/>
                        <a:pt x="176332" y="24196"/>
                      </a:cubicBezTo>
                      <a:cubicBezTo>
                        <a:pt x="176654" y="24184"/>
                        <a:pt x="176975" y="24184"/>
                        <a:pt x="177285" y="24160"/>
                      </a:cubicBezTo>
                      <a:close/>
                      <a:moveTo>
                        <a:pt x="176273" y="24196"/>
                      </a:moveTo>
                      <a:cubicBezTo>
                        <a:pt x="175713" y="24863"/>
                        <a:pt x="175130" y="25506"/>
                        <a:pt x="174594" y="26196"/>
                      </a:cubicBezTo>
                      <a:cubicBezTo>
                        <a:pt x="174106" y="26815"/>
                        <a:pt x="173713" y="27541"/>
                        <a:pt x="173260" y="28196"/>
                      </a:cubicBezTo>
                      <a:cubicBezTo>
                        <a:pt x="173237" y="28196"/>
                        <a:pt x="173237" y="28220"/>
                        <a:pt x="173225" y="28220"/>
                      </a:cubicBezTo>
                      <a:cubicBezTo>
                        <a:pt x="173201" y="28256"/>
                        <a:pt x="173165" y="28303"/>
                        <a:pt x="173141" y="28339"/>
                      </a:cubicBezTo>
                      <a:cubicBezTo>
                        <a:pt x="172975" y="28411"/>
                        <a:pt x="172796" y="28482"/>
                        <a:pt x="172629" y="28554"/>
                      </a:cubicBezTo>
                      <a:cubicBezTo>
                        <a:pt x="173118" y="27887"/>
                        <a:pt x="173534" y="27149"/>
                        <a:pt x="174034" y="26470"/>
                      </a:cubicBezTo>
                      <a:cubicBezTo>
                        <a:pt x="174356" y="26029"/>
                        <a:pt x="174701" y="25613"/>
                        <a:pt x="175046" y="25184"/>
                      </a:cubicBezTo>
                      <a:cubicBezTo>
                        <a:pt x="175285" y="24863"/>
                        <a:pt x="175499" y="24541"/>
                        <a:pt x="175725" y="24208"/>
                      </a:cubicBezTo>
                      <a:cubicBezTo>
                        <a:pt x="175904" y="24208"/>
                        <a:pt x="176094" y="24196"/>
                        <a:pt x="176273" y="24196"/>
                      </a:cubicBezTo>
                      <a:close/>
                      <a:moveTo>
                        <a:pt x="168950" y="24232"/>
                      </a:moveTo>
                      <a:cubicBezTo>
                        <a:pt x="169177" y="24232"/>
                        <a:pt x="169415" y="24243"/>
                        <a:pt x="169641" y="24243"/>
                      </a:cubicBezTo>
                      <a:cubicBezTo>
                        <a:pt x="168462" y="25672"/>
                        <a:pt x="167284" y="27125"/>
                        <a:pt x="166212" y="28661"/>
                      </a:cubicBezTo>
                      <a:cubicBezTo>
                        <a:pt x="166212" y="28482"/>
                        <a:pt x="166212" y="28292"/>
                        <a:pt x="166236" y="28113"/>
                      </a:cubicBezTo>
                      <a:cubicBezTo>
                        <a:pt x="166629" y="27470"/>
                        <a:pt x="167081" y="26863"/>
                        <a:pt x="167498" y="26220"/>
                      </a:cubicBezTo>
                      <a:cubicBezTo>
                        <a:pt x="167938" y="25517"/>
                        <a:pt x="168403" y="24839"/>
                        <a:pt x="168950" y="24232"/>
                      </a:cubicBezTo>
                      <a:close/>
                      <a:moveTo>
                        <a:pt x="175689" y="24255"/>
                      </a:moveTo>
                      <a:lnTo>
                        <a:pt x="175689" y="24255"/>
                      </a:lnTo>
                      <a:cubicBezTo>
                        <a:pt x="175487" y="24505"/>
                        <a:pt x="175296" y="24791"/>
                        <a:pt x="175082" y="25065"/>
                      </a:cubicBezTo>
                      <a:cubicBezTo>
                        <a:pt x="174713" y="25517"/>
                        <a:pt x="174332" y="25958"/>
                        <a:pt x="173975" y="26410"/>
                      </a:cubicBezTo>
                      <a:cubicBezTo>
                        <a:pt x="173403" y="27160"/>
                        <a:pt x="172927" y="27982"/>
                        <a:pt x="172344" y="28708"/>
                      </a:cubicBezTo>
                      <a:cubicBezTo>
                        <a:pt x="172248" y="28756"/>
                        <a:pt x="172153" y="28792"/>
                        <a:pt x="172046" y="28839"/>
                      </a:cubicBezTo>
                      <a:lnTo>
                        <a:pt x="171796" y="28946"/>
                      </a:lnTo>
                      <a:cubicBezTo>
                        <a:pt x="172082" y="28315"/>
                        <a:pt x="172629" y="27720"/>
                        <a:pt x="172951" y="27208"/>
                      </a:cubicBezTo>
                      <a:cubicBezTo>
                        <a:pt x="173582" y="26220"/>
                        <a:pt x="174213" y="25220"/>
                        <a:pt x="174904" y="24303"/>
                      </a:cubicBezTo>
                      <a:cubicBezTo>
                        <a:pt x="174907" y="24292"/>
                        <a:pt x="174907" y="24280"/>
                        <a:pt x="174906" y="24271"/>
                      </a:cubicBezTo>
                      <a:lnTo>
                        <a:pt x="174906" y="24271"/>
                      </a:lnTo>
                      <a:cubicBezTo>
                        <a:pt x="175169" y="24265"/>
                        <a:pt x="175433" y="24262"/>
                        <a:pt x="175689" y="24255"/>
                      </a:cubicBezTo>
                      <a:close/>
                      <a:moveTo>
                        <a:pt x="170046" y="24243"/>
                      </a:moveTo>
                      <a:cubicBezTo>
                        <a:pt x="169379" y="25244"/>
                        <a:pt x="168641" y="26160"/>
                        <a:pt x="167879" y="27065"/>
                      </a:cubicBezTo>
                      <a:cubicBezTo>
                        <a:pt x="167319" y="27756"/>
                        <a:pt x="166676" y="28411"/>
                        <a:pt x="166188" y="29149"/>
                      </a:cubicBezTo>
                      <a:cubicBezTo>
                        <a:pt x="166188" y="29077"/>
                        <a:pt x="166188" y="28994"/>
                        <a:pt x="166200" y="28911"/>
                      </a:cubicBezTo>
                      <a:cubicBezTo>
                        <a:pt x="167307" y="27303"/>
                        <a:pt x="168557" y="25815"/>
                        <a:pt x="169700" y="24243"/>
                      </a:cubicBezTo>
                      <a:close/>
                      <a:moveTo>
                        <a:pt x="174866" y="24272"/>
                      </a:moveTo>
                      <a:cubicBezTo>
                        <a:pt x="174133" y="25172"/>
                        <a:pt x="173483" y="26154"/>
                        <a:pt x="172856" y="27125"/>
                      </a:cubicBezTo>
                      <a:cubicBezTo>
                        <a:pt x="172510" y="27649"/>
                        <a:pt x="171808" y="28351"/>
                        <a:pt x="171605" y="29030"/>
                      </a:cubicBezTo>
                      <a:lnTo>
                        <a:pt x="171201" y="29208"/>
                      </a:lnTo>
                      <a:cubicBezTo>
                        <a:pt x="171165" y="29232"/>
                        <a:pt x="171153" y="29232"/>
                        <a:pt x="171129" y="29244"/>
                      </a:cubicBezTo>
                      <a:cubicBezTo>
                        <a:pt x="171641" y="28756"/>
                        <a:pt x="172082" y="27899"/>
                        <a:pt x="172439" y="27339"/>
                      </a:cubicBezTo>
                      <a:cubicBezTo>
                        <a:pt x="172760" y="26803"/>
                        <a:pt x="173094" y="26268"/>
                        <a:pt x="173403" y="25732"/>
                      </a:cubicBezTo>
                      <a:cubicBezTo>
                        <a:pt x="173689" y="25220"/>
                        <a:pt x="173951" y="24684"/>
                        <a:pt x="174344" y="24291"/>
                      </a:cubicBezTo>
                      <a:cubicBezTo>
                        <a:pt x="174515" y="24282"/>
                        <a:pt x="174690" y="24276"/>
                        <a:pt x="174866" y="24272"/>
                      </a:cubicBezTo>
                      <a:close/>
                      <a:moveTo>
                        <a:pt x="174225" y="24255"/>
                      </a:moveTo>
                      <a:cubicBezTo>
                        <a:pt x="173570" y="24910"/>
                        <a:pt x="173141" y="25910"/>
                        <a:pt x="172665" y="26696"/>
                      </a:cubicBezTo>
                      <a:cubicBezTo>
                        <a:pt x="172094" y="27601"/>
                        <a:pt x="171546" y="28661"/>
                        <a:pt x="170772" y="29363"/>
                      </a:cubicBezTo>
                      <a:cubicBezTo>
                        <a:pt x="170665" y="29411"/>
                        <a:pt x="170546" y="29435"/>
                        <a:pt x="170439" y="29482"/>
                      </a:cubicBezTo>
                      <a:lnTo>
                        <a:pt x="170427" y="29482"/>
                      </a:lnTo>
                      <a:cubicBezTo>
                        <a:pt x="170403" y="29494"/>
                        <a:pt x="170379" y="29494"/>
                        <a:pt x="170355" y="29506"/>
                      </a:cubicBezTo>
                      <a:cubicBezTo>
                        <a:pt x="170582" y="29196"/>
                        <a:pt x="170796" y="28851"/>
                        <a:pt x="171034" y="28577"/>
                      </a:cubicBezTo>
                      <a:cubicBezTo>
                        <a:pt x="171415" y="28125"/>
                        <a:pt x="171784" y="27661"/>
                        <a:pt x="172129" y="27184"/>
                      </a:cubicBezTo>
                      <a:cubicBezTo>
                        <a:pt x="172796" y="26268"/>
                        <a:pt x="173403" y="25303"/>
                        <a:pt x="173927" y="24255"/>
                      </a:cubicBezTo>
                      <a:close/>
                      <a:moveTo>
                        <a:pt x="173868" y="24243"/>
                      </a:moveTo>
                      <a:cubicBezTo>
                        <a:pt x="173260" y="25303"/>
                        <a:pt x="172606" y="26315"/>
                        <a:pt x="171891" y="27268"/>
                      </a:cubicBezTo>
                      <a:cubicBezTo>
                        <a:pt x="171558" y="27708"/>
                        <a:pt x="171213" y="28125"/>
                        <a:pt x="170855" y="28542"/>
                      </a:cubicBezTo>
                      <a:cubicBezTo>
                        <a:pt x="170593" y="28851"/>
                        <a:pt x="170367" y="29256"/>
                        <a:pt x="170117" y="29589"/>
                      </a:cubicBezTo>
                      <a:cubicBezTo>
                        <a:pt x="169951" y="29649"/>
                        <a:pt x="169772" y="29685"/>
                        <a:pt x="169593" y="29732"/>
                      </a:cubicBezTo>
                      <a:cubicBezTo>
                        <a:pt x="170177" y="29149"/>
                        <a:pt x="170617" y="28232"/>
                        <a:pt x="171070" y="27637"/>
                      </a:cubicBezTo>
                      <a:cubicBezTo>
                        <a:pt x="171844" y="26589"/>
                        <a:pt x="172784" y="25494"/>
                        <a:pt x="173320" y="24255"/>
                      </a:cubicBezTo>
                      <a:cubicBezTo>
                        <a:pt x="173499" y="24255"/>
                        <a:pt x="173689" y="24255"/>
                        <a:pt x="173868" y="24243"/>
                      </a:cubicBezTo>
                      <a:close/>
                      <a:moveTo>
                        <a:pt x="170141" y="24255"/>
                      </a:moveTo>
                      <a:cubicBezTo>
                        <a:pt x="170343" y="24255"/>
                        <a:pt x="170534" y="24267"/>
                        <a:pt x="170724" y="24267"/>
                      </a:cubicBezTo>
                      <a:lnTo>
                        <a:pt x="170796" y="24267"/>
                      </a:lnTo>
                      <a:cubicBezTo>
                        <a:pt x="169903" y="25255"/>
                        <a:pt x="169069" y="26351"/>
                        <a:pt x="168260" y="27399"/>
                      </a:cubicBezTo>
                      <a:cubicBezTo>
                        <a:pt x="168105" y="27577"/>
                        <a:pt x="166664" y="29208"/>
                        <a:pt x="166188" y="29899"/>
                      </a:cubicBezTo>
                      <a:lnTo>
                        <a:pt x="166188" y="29530"/>
                      </a:lnTo>
                      <a:lnTo>
                        <a:pt x="166188" y="29494"/>
                      </a:lnTo>
                      <a:cubicBezTo>
                        <a:pt x="166783" y="28518"/>
                        <a:pt x="167593" y="27696"/>
                        <a:pt x="168296" y="26815"/>
                      </a:cubicBezTo>
                      <a:cubicBezTo>
                        <a:pt x="168950" y="25994"/>
                        <a:pt x="169593" y="25160"/>
                        <a:pt x="170141" y="24255"/>
                      </a:cubicBezTo>
                      <a:close/>
                      <a:moveTo>
                        <a:pt x="173272" y="24291"/>
                      </a:moveTo>
                      <a:cubicBezTo>
                        <a:pt x="172510" y="25327"/>
                        <a:pt x="171832" y="26410"/>
                        <a:pt x="171058" y="27446"/>
                      </a:cubicBezTo>
                      <a:cubicBezTo>
                        <a:pt x="170486" y="28196"/>
                        <a:pt x="169962" y="29208"/>
                        <a:pt x="169272" y="29839"/>
                      </a:cubicBezTo>
                      <a:cubicBezTo>
                        <a:pt x="169129" y="29863"/>
                        <a:pt x="168998" y="29899"/>
                        <a:pt x="168867" y="29947"/>
                      </a:cubicBezTo>
                      <a:cubicBezTo>
                        <a:pt x="169177" y="29446"/>
                        <a:pt x="169534" y="29006"/>
                        <a:pt x="169867" y="28530"/>
                      </a:cubicBezTo>
                      <a:cubicBezTo>
                        <a:pt x="170260" y="27934"/>
                        <a:pt x="170653" y="27327"/>
                        <a:pt x="171082" y="26744"/>
                      </a:cubicBezTo>
                      <a:cubicBezTo>
                        <a:pt x="171498" y="26196"/>
                        <a:pt x="171915" y="25625"/>
                        <a:pt x="172320" y="25065"/>
                      </a:cubicBezTo>
                      <a:cubicBezTo>
                        <a:pt x="172487" y="24839"/>
                        <a:pt x="172725" y="24565"/>
                        <a:pt x="172844" y="24291"/>
                      </a:cubicBezTo>
                      <a:close/>
                      <a:moveTo>
                        <a:pt x="172677" y="24291"/>
                      </a:moveTo>
                      <a:cubicBezTo>
                        <a:pt x="172427" y="24624"/>
                        <a:pt x="171951" y="25398"/>
                        <a:pt x="171903" y="25458"/>
                      </a:cubicBezTo>
                      <a:cubicBezTo>
                        <a:pt x="171486" y="26017"/>
                        <a:pt x="171058" y="26553"/>
                        <a:pt x="170653" y="27101"/>
                      </a:cubicBezTo>
                      <a:cubicBezTo>
                        <a:pt x="170272" y="27601"/>
                        <a:pt x="169951" y="28173"/>
                        <a:pt x="169581" y="28673"/>
                      </a:cubicBezTo>
                      <a:cubicBezTo>
                        <a:pt x="169272" y="29113"/>
                        <a:pt x="168950" y="29506"/>
                        <a:pt x="168677" y="29970"/>
                      </a:cubicBezTo>
                      <a:cubicBezTo>
                        <a:pt x="168486" y="30018"/>
                        <a:pt x="168331" y="30066"/>
                        <a:pt x="168165" y="30101"/>
                      </a:cubicBezTo>
                      <a:cubicBezTo>
                        <a:pt x="168450" y="29720"/>
                        <a:pt x="168772" y="29375"/>
                        <a:pt x="169058" y="28994"/>
                      </a:cubicBezTo>
                      <a:cubicBezTo>
                        <a:pt x="169462" y="28434"/>
                        <a:pt x="169867" y="27875"/>
                        <a:pt x="170260" y="27327"/>
                      </a:cubicBezTo>
                      <a:cubicBezTo>
                        <a:pt x="170974" y="26327"/>
                        <a:pt x="171677" y="25315"/>
                        <a:pt x="172344" y="24291"/>
                      </a:cubicBezTo>
                      <a:close/>
                      <a:moveTo>
                        <a:pt x="172284" y="24267"/>
                      </a:moveTo>
                      <a:cubicBezTo>
                        <a:pt x="171486" y="25339"/>
                        <a:pt x="170724" y="26446"/>
                        <a:pt x="169939" y="27518"/>
                      </a:cubicBezTo>
                      <a:cubicBezTo>
                        <a:pt x="169534" y="28065"/>
                        <a:pt x="169153" y="28637"/>
                        <a:pt x="168736" y="29173"/>
                      </a:cubicBezTo>
                      <a:cubicBezTo>
                        <a:pt x="168462" y="29506"/>
                        <a:pt x="168176" y="29827"/>
                        <a:pt x="167926" y="30161"/>
                      </a:cubicBezTo>
                      <a:cubicBezTo>
                        <a:pt x="167807" y="30197"/>
                        <a:pt x="167688" y="30244"/>
                        <a:pt x="167581" y="30280"/>
                      </a:cubicBezTo>
                      <a:cubicBezTo>
                        <a:pt x="167736" y="30089"/>
                        <a:pt x="167867" y="29839"/>
                        <a:pt x="167986" y="29673"/>
                      </a:cubicBezTo>
                      <a:cubicBezTo>
                        <a:pt x="168462" y="29054"/>
                        <a:pt x="168998" y="28470"/>
                        <a:pt x="169474" y="27827"/>
                      </a:cubicBezTo>
                      <a:cubicBezTo>
                        <a:pt x="169879" y="27291"/>
                        <a:pt x="170260" y="26744"/>
                        <a:pt x="170653" y="26172"/>
                      </a:cubicBezTo>
                      <a:lnTo>
                        <a:pt x="171272" y="25244"/>
                      </a:lnTo>
                      <a:cubicBezTo>
                        <a:pt x="171367" y="25101"/>
                        <a:pt x="171475" y="24958"/>
                        <a:pt x="171558" y="24827"/>
                      </a:cubicBezTo>
                      <a:cubicBezTo>
                        <a:pt x="171629" y="24720"/>
                        <a:pt x="171772" y="24410"/>
                        <a:pt x="171856" y="24267"/>
                      </a:cubicBezTo>
                      <a:close/>
                      <a:moveTo>
                        <a:pt x="171260" y="24267"/>
                      </a:moveTo>
                      <a:cubicBezTo>
                        <a:pt x="170296" y="25196"/>
                        <a:pt x="169605" y="26458"/>
                        <a:pt x="168808" y="27565"/>
                      </a:cubicBezTo>
                      <a:cubicBezTo>
                        <a:pt x="167986" y="28696"/>
                        <a:pt x="167022" y="29661"/>
                        <a:pt x="166176" y="30780"/>
                      </a:cubicBezTo>
                      <a:lnTo>
                        <a:pt x="166176" y="30220"/>
                      </a:lnTo>
                      <a:cubicBezTo>
                        <a:pt x="166438" y="29947"/>
                        <a:pt x="166629" y="29542"/>
                        <a:pt x="166891" y="29256"/>
                      </a:cubicBezTo>
                      <a:cubicBezTo>
                        <a:pt x="167367" y="28708"/>
                        <a:pt x="167807" y="28173"/>
                        <a:pt x="168260" y="27589"/>
                      </a:cubicBezTo>
                      <a:cubicBezTo>
                        <a:pt x="169117" y="26470"/>
                        <a:pt x="169974" y="25363"/>
                        <a:pt x="170867" y="24267"/>
                      </a:cubicBezTo>
                      <a:close/>
                      <a:moveTo>
                        <a:pt x="167665" y="30625"/>
                      </a:moveTo>
                      <a:lnTo>
                        <a:pt x="167665" y="30661"/>
                      </a:lnTo>
                      <a:cubicBezTo>
                        <a:pt x="167498" y="30744"/>
                        <a:pt x="167331" y="30816"/>
                        <a:pt x="167188" y="30911"/>
                      </a:cubicBezTo>
                      <a:lnTo>
                        <a:pt x="166831" y="31054"/>
                      </a:lnTo>
                      <a:cubicBezTo>
                        <a:pt x="167081" y="30875"/>
                        <a:pt x="167367" y="30744"/>
                        <a:pt x="167665" y="30625"/>
                      </a:cubicBezTo>
                      <a:close/>
                      <a:moveTo>
                        <a:pt x="171856" y="24255"/>
                      </a:moveTo>
                      <a:cubicBezTo>
                        <a:pt x="171058" y="25339"/>
                        <a:pt x="170308" y="26458"/>
                        <a:pt x="169522" y="27518"/>
                      </a:cubicBezTo>
                      <a:cubicBezTo>
                        <a:pt x="169117" y="28053"/>
                        <a:pt x="168700" y="28554"/>
                        <a:pt x="168272" y="29065"/>
                      </a:cubicBezTo>
                      <a:cubicBezTo>
                        <a:pt x="167962" y="29446"/>
                        <a:pt x="167569" y="30197"/>
                        <a:pt x="167153" y="30447"/>
                      </a:cubicBezTo>
                      <a:cubicBezTo>
                        <a:pt x="167141" y="30447"/>
                        <a:pt x="167141" y="30458"/>
                        <a:pt x="167141" y="30458"/>
                      </a:cubicBezTo>
                      <a:cubicBezTo>
                        <a:pt x="166795" y="30625"/>
                        <a:pt x="166474" y="30851"/>
                        <a:pt x="166188" y="31137"/>
                      </a:cubicBezTo>
                      <a:lnTo>
                        <a:pt x="166188" y="31042"/>
                      </a:lnTo>
                      <a:cubicBezTo>
                        <a:pt x="167081" y="29899"/>
                        <a:pt x="168081" y="28839"/>
                        <a:pt x="168938" y="27661"/>
                      </a:cubicBezTo>
                      <a:cubicBezTo>
                        <a:pt x="169343" y="27113"/>
                        <a:pt x="169712" y="26529"/>
                        <a:pt x="170093" y="25970"/>
                      </a:cubicBezTo>
                      <a:cubicBezTo>
                        <a:pt x="170474" y="25422"/>
                        <a:pt x="171034" y="24886"/>
                        <a:pt x="171320" y="24303"/>
                      </a:cubicBezTo>
                      <a:cubicBezTo>
                        <a:pt x="171320" y="24303"/>
                        <a:pt x="171320" y="24315"/>
                        <a:pt x="171332" y="24315"/>
                      </a:cubicBezTo>
                      <a:lnTo>
                        <a:pt x="171391" y="24255"/>
                      </a:lnTo>
                      <a:close/>
                      <a:moveTo>
                        <a:pt x="166141" y="31697"/>
                      </a:moveTo>
                      <a:cubicBezTo>
                        <a:pt x="166664" y="32054"/>
                        <a:pt x="167212" y="32363"/>
                        <a:pt x="167760" y="32661"/>
                      </a:cubicBezTo>
                      <a:cubicBezTo>
                        <a:pt x="167629" y="32602"/>
                        <a:pt x="167486" y="32530"/>
                        <a:pt x="167331" y="32471"/>
                      </a:cubicBezTo>
                      <a:cubicBezTo>
                        <a:pt x="166867" y="32292"/>
                        <a:pt x="166438" y="32125"/>
                        <a:pt x="166117" y="31732"/>
                      </a:cubicBezTo>
                      <a:lnTo>
                        <a:pt x="166141" y="31697"/>
                      </a:lnTo>
                      <a:close/>
                      <a:moveTo>
                        <a:pt x="170058" y="33780"/>
                      </a:moveTo>
                      <a:lnTo>
                        <a:pt x="170058" y="33780"/>
                      </a:lnTo>
                      <a:cubicBezTo>
                        <a:pt x="170641" y="34042"/>
                        <a:pt x="171201" y="34304"/>
                        <a:pt x="171772" y="34566"/>
                      </a:cubicBezTo>
                      <a:cubicBezTo>
                        <a:pt x="172106" y="34733"/>
                        <a:pt x="172451" y="34900"/>
                        <a:pt x="172796" y="35042"/>
                      </a:cubicBezTo>
                      <a:lnTo>
                        <a:pt x="173225" y="35269"/>
                      </a:lnTo>
                      <a:cubicBezTo>
                        <a:pt x="172725" y="35054"/>
                        <a:pt x="172201" y="34840"/>
                        <a:pt x="171689" y="34614"/>
                      </a:cubicBezTo>
                      <a:cubicBezTo>
                        <a:pt x="171129" y="34364"/>
                        <a:pt x="170593" y="34066"/>
                        <a:pt x="170058" y="33780"/>
                      </a:cubicBezTo>
                      <a:close/>
                      <a:moveTo>
                        <a:pt x="172403" y="29101"/>
                      </a:moveTo>
                      <a:cubicBezTo>
                        <a:pt x="172629" y="29732"/>
                        <a:pt x="173046" y="30256"/>
                        <a:pt x="173380" y="30816"/>
                      </a:cubicBezTo>
                      <a:cubicBezTo>
                        <a:pt x="173439" y="30970"/>
                        <a:pt x="173522" y="31137"/>
                        <a:pt x="173618" y="31280"/>
                      </a:cubicBezTo>
                      <a:lnTo>
                        <a:pt x="176273" y="36245"/>
                      </a:lnTo>
                      <a:cubicBezTo>
                        <a:pt x="176308" y="36328"/>
                        <a:pt x="176356" y="36400"/>
                        <a:pt x="176380" y="36471"/>
                      </a:cubicBezTo>
                      <a:cubicBezTo>
                        <a:pt x="176249" y="36412"/>
                        <a:pt x="176130" y="36352"/>
                        <a:pt x="175999" y="36293"/>
                      </a:cubicBezTo>
                      <a:cubicBezTo>
                        <a:pt x="175606" y="36090"/>
                        <a:pt x="175201" y="35876"/>
                        <a:pt x="174820" y="35685"/>
                      </a:cubicBezTo>
                      <a:cubicBezTo>
                        <a:pt x="173868" y="35197"/>
                        <a:pt x="172915" y="34745"/>
                        <a:pt x="171963" y="34304"/>
                      </a:cubicBezTo>
                      <a:cubicBezTo>
                        <a:pt x="170784" y="33745"/>
                        <a:pt x="169605" y="33149"/>
                        <a:pt x="168450" y="32578"/>
                      </a:cubicBezTo>
                      <a:lnTo>
                        <a:pt x="166355" y="31459"/>
                      </a:lnTo>
                      <a:lnTo>
                        <a:pt x="166450" y="31351"/>
                      </a:lnTo>
                      <a:cubicBezTo>
                        <a:pt x="166807" y="31268"/>
                        <a:pt x="167141" y="31101"/>
                        <a:pt x="167462" y="30923"/>
                      </a:cubicBezTo>
                      <a:lnTo>
                        <a:pt x="169189" y="30197"/>
                      </a:lnTo>
                      <a:cubicBezTo>
                        <a:pt x="169510" y="30113"/>
                        <a:pt x="169820" y="30042"/>
                        <a:pt x="170117" y="29958"/>
                      </a:cubicBezTo>
                      <a:cubicBezTo>
                        <a:pt x="170784" y="29744"/>
                        <a:pt x="171439" y="29482"/>
                        <a:pt x="172094" y="29208"/>
                      </a:cubicBezTo>
                      <a:cubicBezTo>
                        <a:pt x="172106" y="29208"/>
                        <a:pt x="172141" y="29208"/>
                        <a:pt x="172153" y="29196"/>
                      </a:cubicBezTo>
                      <a:cubicBezTo>
                        <a:pt x="172248" y="29161"/>
                        <a:pt x="172320" y="29137"/>
                        <a:pt x="172403" y="29101"/>
                      </a:cubicBezTo>
                      <a:close/>
                      <a:moveTo>
                        <a:pt x="173927" y="31292"/>
                      </a:moveTo>
                      <a:cubicBezTo>
                        <a:pt x="174296" y="31804"/>
                        <a:pt x="174642" y="32304"/>
                        <a:pt x="174951" y="32828"/>
                      </a:cubicBezTo>
                      <a:cubicBezTo>
                        <a:pt x="175308" y="33423"/>
                        <a:pt x="175582" y="34090"/>
                        <a:pt x="175916" y="34709"/>
                      </a:cubicBezTo>
                      <a:cubicBezTo>
                        <a:pt x="176261" y="35340"/>
                        <a:pt x="176618" y="35971"/>
                        <a:pt x="176785" y="36685"/>
                      </a:cubicBezTo>
                      <a:cubicBezTo>
                        <a:pt x="176773" y="36685"/>
                        <a:pt x="176773" y="36662"/>
                        <a:pt x="176749" y="36662"/>
                      </a:cubicBezTo>
                      <a:cubicBezTo>
                        <a:pt x="176666" y="36459"/>
                        <a:pt x="176558" y="36245"/>
                        <a:pt x="176451" y="36054"/>
                      </a:cubicBezTo>
                      <a:cubicBezTo>
                        <a:pt x="176332" y="35792"/>
                        <a:pt x="176225" y="35519"/>
                        <a:pt x="176094" y="35257"/>
                      </a:cubicBezTo>
                      <a:cubicBezTo>
                        <a:pt x="175737" y="34519"/>
                        <a:pt x="175296" y="33840"/>
                        <a:pt x="174904" y="33125"/>
                      </a:cubicBezTo>
                      <a:cubicBezTo>
                        <a:pt x="174582" y="32518"/>
                        <a:pt x="174261" y="31899"/>
                        <a:pt x="173927" y="31292"/>
                      </a:cubicBezTo>
                      <a:close/>
                      <a:moveTo>
                        <a:pt x="50599" y="0"/>
                      </a:moveTo>
                      <a:cubicBezTo>
                        <a:pt x="50533" y="0"/>
                        <a:pt x="50466" y="1"/>
                        <a:pt x="50400" y="2"/>
                      </a:cubicBezTo>
                      <a:cubicBezTo>
                        <a:pt x="49328" y="2"/>
                        <a:pt x="40696" y="157"/>
                        <a:pt x="39625" y="241"/>
                      </a:cubicBezTo>
                      <a:cubicBezTo>
                        <a:pt x="38636" y="300"/>
                        <a:pt x="1322" y="336"/>
                        <a:pt x="346" y="371"/>
                      </a:cubicBezTo>
                      <a:cubicBezTo>
                        <a:pt x="327" y="352"/>
                        <a:pt x="308" y="340"/>
                        <a:pt x="289" y="340"/>
                      </a:cubicBezTo>
                      <a:cubicBezTo>
                        <a:pt x="272" y="340"/>
                        <a:pt x="255" y="349"/>
                        <a:pt x="239" y="371"/>
                      </a:cubicBezTo>
                      <a:cubicBezTo>
                        <a:pt x="227" y="371"/>
                        <a:pt x="215" y="371"/>
                        <a:pt x="191" y="383"/>
                      </a:cubicBezTo>
                      <a:lnTo>
                        <a:pt x="48" y="383"/>
                      </a:lnTo>
                      <a:lnTo>
                        <a:pt x="48" y="1336"/>
                      </a:lnTo>
                      <a:cubicBezTo>
                        <a:pt x="13" y="1753"/>
                        <a:pt x="36" y="2181"/>
                        <a:pt x="48" y="2598"/>
                      </a:cubicBezTo>
                      <a:lnTo>
                        <a:pt x="48" y="18016"/>
                      </a:lnTo>
                      <a:cubicBezTo>
                        <a:pt x="1" y="18016"/>
                        <a:pt x="1" y="18112"/>
                        <a:pt x="48" y="18124"/>
                      </a:cubicBezTo>
                      <a:lnTo>
                        <a:pt x="48" y="18350"/>
                      </a:lnTo>
                      <a:lnTo>
                        <a:pt x="227" y="18350"/>
                      </a:lnTo>
                      <a:cubicBezTo>
                        <a:pt x="239" y="18374"/>
                        <a:pt x="275" y="18409"/>
                        <a:pt x="310" y="18409"/>
                      </a:cubicBezTo>
                      <a:cubicBezTo>
                        <a:pt x="517" y="18414"/>
                        <a:pt x="1995" y="18416"/>
                        <a:pt x="4267" y="18416"/>
                      </a:cubicBezTo>
                      <a:cubicBezTo>
                        <a:pt x="14140" y="18416"/>
                        <a:pt x="39022" y="18379"/>
                        <a:pt x="39922" y="18350"/>
                      </a:cubicBezTo>
                      <a:lnTo>
                        <a:pt x="54091" y="18350"/>
                      </a:lnTo>
                      <a:cubicBezTo>
                        <a:pt x="54519" y="18374"/>
                        <a:pt x="54936" y="18409"/>
                        <a:pt x="55365" y="18445"/>
                      </a:cubicBezTo>
                      <a:cubicBezTo>
                        <a:pt x="55270" y="19326"/>
                        <a:pt x="55389" y="20207"/>
                        <a:pt x="55484" y="21088"/>
                      </a:cubicBezTo>
                      <a:lnTo>
                        <a:pt x="55484" y="21481"/>
                      </a:lnTo>
                      <a:cubicBezTo>
                        <a:pt x="55484" y="21481"/>
                        <a:pt x="55484" y="21505"/>
                        <a:pt x="55472" y="21505"/>
                      </a:cubicBezTo>
                      <a:cubicBezTo>
                        <a:pt x="55460" y="21517"/>
                        <a:pt x="55472" y="21529"/>
                        <a:pt x="55484" y="21541"/>
                      </a:cubicBezTo>
                      <a:lnTo>
                        <a:pt x="55484" y="23672"/>
                      </a:lnTo>
                      <a:cubicBezTo>
                        <a:pt x="55472" y="23743"/>
                        <a:pt x="55460" y="23839"/>
                        <a:pt x="55424" y="23910"/>
                      </a:cubicBezTo>
                      <a:cubicBezTo>
                        <a:pt x="55412" y="23993"/>
                        <a:pt x="55448" y="24041"/>
                        <a:pt x="55484" y="24089"/>
                      </a:cubicBezTo>
                      <a:lnTo>
                        <a:pt x="55484" y="24112"/>
                      </a:lnTo>
                      <a:lnTo>
                        <a:pt x="55520" y="24112"/>
                      </a:lnTo>
                      <a:cubicBezTo>
                        <a:pt x="55528" y="24130"/>
                        <a:pt x="55550" y="24141"/>
                        <a:pt x="55570" y="24141"/>
                      </a:cubicBezTo>
                      <a:cubicBezTo>
                        <a:pt x="55577" y="24141"/>
                        <a:pt x="55585" y="24139"/>
                        <a:pt x="55591" y="24136"/>
                      </a:cubicBezTo>
                      <a:cubicBezTo>
                        <a:pt x="55662" y="24136"/>
                        <a:pt x="55746" y="24124"/>
                        <a:pt x="55817" y="24124"/>
                      </a:cubicBezTo>
                      <a:cubicBezTo>
                        <a:pt x="55829" y="24124"/>
                        <a:pt x="55865" y="24101"/>
                        <a:pt x="55865" y="24089"/>
                      </a:cubicBezTo>
                      <a:lnTo>
                        <a:pt x="56913" y="24089"/>
                      </a:lnTo>
                      <a:cubicBezTo>
                        <a:pt x="57270" y="24148"/>
                        <a:pt x="57627" y="24220"/>
                        <a:pt x="57972" y="24267"/>
                      </a:cubicBezTo>
                      <a:cubicBezTo>
                        <a:pt x="58877" y="24386"/>
                        <a:pt x="59830" y="24470"/>
                        <a:pt x="60758" y="24482"/>
                      </a:cubicBezTo>
                      <a:cubicBezTo>
                        <a:pt x="60932" y="24484"/>
                        <a:pt x="61107" y="24485"/>
                        <a:pt x="61281" y="24485"/>
                      </a:cubicBezTo>
                      <a:cubicBezTo>
                        <a:pt x="63104" y="24485"/>
                        <a:pt x="64968" y="24377"/>
                        <a:pt x="66783" y="24279"/>
                      </a:cubicBezTo>
                      <a:cubicBezTo>
                        <a:pt x="70891" y="24077"/>
                        <a:pt x="141983" y="24124"/>
                        <a:pt x="146114" y="24101"/>
                      </a:cubicBezTo>
                      <a:cubicBezTo>
                        <a:pt x="147019" y="24101"/>
                        <a:pt x="147912" y="24089"/>
                        <a:pt x="148817" y="24089"/>
                      </a:cubicBezTo>
                      <a:lnTo>
                        <a:pt x="153520" y="24089"/>
                      </a:lnTo>
                      <a:cubicBezTo>
                        <a:pt x="155163" y="24101"/>
                        <a:pt x="156782" y="24136"/>
                        <a:pt x="158413" y="24208"/>
                      </a:cubicBezTo>
                      <a:cubicBezTo>
                        <a:pt x="159329" y="24250"/>
                        <a:pt x="160240" y="24267"/>
                        <a:pt x="161150" y="24267"/>
                      </a:cubicBezTo>
                      <a:cubicBezTo>
                        <a:pt x="162288" y="24267"/>
                        <a:pt x="163425" y="24241"/>
                        <a:pt x="164569" y="24208"/>
                      </a:cubicBezTo>
                      <a:cubicBezTo>
                        <a:pt x="165057" y="24196"/>
                        <a:pt x="165545" y="24184"/>
                        <a:pt x="166033" y="24184"/>
                      </a:cubicBezTo>
                      <a:lnTo>
                        <a:pt x="166033" y="25196"/>
                      </a:lnTo>
                      <a:cubicBezTo>
                        <a:pt x="165950" y="26506"/>
                        <a:pt x="165879" y="27827"/>
                        <a:pt x="165831" y="29149"/>
                      </a:cubicBezTo>
                      <a:lnTo>
                        <a:pt x="165831" y="29173"/>
                      </a:lnTo>
                      <a:cubicBezTo>
                        <a:pt x="165819" y="29196"/>
                        <a:pt x="165819" y="29232"/>
                        <a:pt x="165831" y="29256"/>
                      </a:cubicBezTo>
                      <a:cubicBezTo>
                        <a:pt x="165819" y="29947"/>
                        <a:pt x="165819" y="30637"/>
                        <a:pt x="165831" y="31328"/>
                      </a:cubicBezTo>
                      <a:cubicBezTo>
                        <a:pt x="165795" y="31351"/>
                        <a:pt x="165783" y="31435"/>
                        <a:pt x="165831" y="31459"/>
                      </a:cubicBezTo>
                      <a:lnTo>
                        <a:pt x="165831" y="31578"/>
                      </a:lnTo>
                      <a:cubicBezTo>
                        <a:pt x="165831" y="31683"/>
                        <a:pt x="165924" y="31760"/>
                        <a:pt x="166003" y="31760"/>
                      </a:cubicBezTo>
                      <a:cubicBezTo>
                        <a:pt x="166014" y="31760"/>
                        <a:pt x="166024" y="31759"/>
                        <a:pt x="166033" y="31756"/>
                      </a:cubicBezTo>
                      <a:cubicBezTo>
                        <a:pt x="166426" y="32304"/>
                        <a:pt x="167081" y="32506"/>
                        <a:pt x="167641" y="32756"/>
                      </a:cubicBezTo>
                      <a:cubicBezTo>
                        <a:pt x="168796" y="33256"/>
                        <a:pt x="169867" y="33911"/>
                        <a:pt x="170998" y="34471"/>
                      </a:cubicBezTo>
                      <a:cubicBezTo>
                        <a:pt x="171963" y="34947"/>
                        <a:pt x="172963" y="35340"/>
                        <a:pt x="173939" y="35792"/>
                      </a:cubicBezTo>
                      <a:cubicBezTo>
                        <a:pt x="174415" y="35995"/>
                        <a:pt x="174880" y="36257"/>
                        <a:pt x="175356" y="36459"/>
                      </a:cubicBezTo>
                      <a:cubicBezTo>
                        <a:pt x="175487" y="36519"/>
                        <a:pt x="175606" y="36566"/>
                        <a:pt x="175737" y="36614"/>
                      </a:cubicBezTo>
                      <a:lnTo>
                        <a:pt x="176725" y="37126"/>
                      </a:lnTo>
                      <a:cubicBezTo>
                        <a:pt x="176737" y="37150"/>
                        <a:pt x="176737" y="37174"/>
                        <a:pt x="176749" y="37186"/>
                      </a:cubicBezTo>
                      <a:cubicBezTo>
                        <a:pt x="176773" y="37233"/>
                        <a:pt x="176809" y="37245"/>
                        <a:pt x="176844" y="37245"/>
                      </a:cubicBezTo>
                      <a:cubicBezTo>
                        <a:pt x="176844" y="37288"/>
                        <a:pt x="176873" y="37312"/>
                        <a:pt x="176902" y="37312"/>
                      </a:cubicBezTo>
                      <a:cubicBezTo>
                        <a:pt x="176930" y="37312"/>
                        <a:pt x="176958" y="37291"/>
                        <a:pt x="176963" y="37245"/>
                      </a:cubicBezTo>
                      <a:lnTo>
                        <a:pt x="176963" y="37055"/>
                      </a:lnTo>
                      <a:cubicBezTo>
                        <a:pt x="176963" y="37055"/>
                        <a:pt x="176975" y="37055"/>
                        <a:pt x="176975" y="37066"/>
                      </a:cubicBezTo>
                      <a:cubicBezTo>
                        <a:pt x="176990" y="37074"/>
                        <a:pt x="177005" y="37077"/>
                        <a:pt x="177020" y="37077"/>
                      </a:cubicBezTo>
                      <a:cubicBezTo>
                        <a:pt x="177120" y="37077"/>
                        <a:pt x="177197" y="36916"/>
                        <a:pt x="177082" y="36864"/>
                      </a:cubicBezTo>
                      <a:cubicBezTo>
                        <a:pt x="177035" y="36828"/>
                        <a:pt x="176987" y="36816"/>
                        <a:pt x="176939" y="36793"/>
                      </a:cubicBezTo>
                      <a:lnTo>
                        <a:pt x="176928" y="36793"/>
                      </a:lnTo>
                      <a:cubicBezTo>
                        <a:pt x="176856" y="36257"/>
                        <a:pt x="176642" y="35757"/>
                        <a:pt x="176416" y="35281"/>
                      </a:cubicBezTo>
                      <a:lnTo>
                        <a:pt x="175296" y="33102"/>
                      </a:lnTo>
                      <a:cubicBezTo>
                        <a:pt x="174904" y="32352"/>
                        <a:pt x="174356" y="31744"/>
                        <a:pt x="173915" y="31030"/>
                      </a:cubicBezTo>
                      <a:cubicBezTo>
                        <a:pt x="173582" y="30506"/>
                        <a:pt x="173237" y="30006"/>
                        <a:pt x="172903" y="29494"/>
                      </a:cubicBezTo>
                      <a:lnTo>
                        <a:pt x="172677" y="29137"/>
                      </a:lnTo>
                      <a:cubicBezTo>
                        <a:pt x="172665" y="29113"/>
                        <a:pt x="172641" y="29089"/>
                        <a:pt x="172629" y="29065"/>
                      </a:cubicBezTo>
                      <a:cubicBezTo>
                        <a:pt x="172618" y="29030"/>
                        <a:pt x="172618" y="29018"/>
                        <a:pt x="172606" y="28994"/>
                      </a:cubicBezTo>
                      <a:cubicBezTo>
                        <a:pt x="172939" y="28839"/>
                        <a:pt x="173284" y="28673"/>
                        <a:pt x="173630" y="28494"/>
                      </a:cubicBezTo>
                      <a:cubicBezTo>
                        <a:pt x="173641" y="28482"/>
                        <a:pt x="173677" y="28482"/>
                        <a:pt x="173689" y="28470"/>
                      </a:cubicBezTo>
                      <a:cubicBezTo>
                        <a:pt x="173832" y="28423"/>
                        <a:pt x="173975" y="28375"/>
                        <a:pt x="174106" y="28339"/>
                      </a:cubicBezTo>
                      <a:cubicBezTo>
                        <a:pt x="174118" y="28351"/>
                        <a:pt x="174130" y="28363"/>
                        <a:pt x="174165" y="28363"/>
                      </a:cubicBezTo>
                      <a:lnTo>
                        <a:pt x="174177" y="28363"/>
                      </a:lnTo>
                      <a:cubicBezTo>
                        <a:pt x="174213" y="28363"/>
                        <a:pt x="174237" y="28339"/>
                        <a:pt x="174237" y="28303"/>
                      </a:cubicBezTo>
                      <a:lnTo>
                        <a:pt x="174237" y="28292"/>
                      </a:lnTo>
                      <a:cubicBezTo>
                        <a:pt x="174773" y="28077"/>
                        <a:pt x="175296" y="27827"/>
                        <a:pt x="175796" y="27577"/>
                      </a:cubicBezTo>
                      <a:cubicBezTo>
                        <a:pt x="176928" y="27506"/>
                        <a:pt x="178047" y="26744"/>
                        <a:pt x="179106" y="26232"/>
                      </a:cubicBezTo>
                      <a:cubicBezTo>
                        <a:pt x="179345" y="26148"/>
                        <a:pt x="179595" y="26053"/>
                        <a:pt x="179833" y="25982"/>
                      </a:cubicBezTo>
                      <a:cubicBezTo>
                        <a:pt x="180380" y="25791"/>
                        <a:pt x="180904" y="25636"/>
                        <a:pt x="181381" y="25327"/>
                      </a:cubicBezTo>
                      <a:lnTo>
                        <a:pt x="181511" y="25279"/>
                      </a:lnTo>
                      <a:cubicBezTo>
                        <a:pt x="181797" y="25184"/>
                        <a:pt x="182071" y="25041"/>
                        <a:pt x="182321" y="24910"/>
                      </a:cubicBezTo>
                      <a:cubicBezTo>
                        <a:pt x="182690" y="24779"/>
                        <a:pt x="183035" y="24613"/>
                        <a:pt x="183333" y="24374"/>
                      </a:cubicBezTo>
                      <a:lnTo>
                        <a:pt x="183512" y="24291"/>
                      </a:lnTo>
                      <a:lnTo>
                        <a:pt x="183571" y="24291"/>
                      </a:lnTo>
                      <a:cubicBezTo>
                        <a:pt x="183595" y="24291"/>
                        <a:pt x="183631" y="24291"/>
                        <a:pt x="183643" y="24267"/>
                      </a:cubicBezTo>
                      <a:cubicBezTo>
                        <a:pt x="183655" y="24267"/>
                        <a:pt x="183678" y="24255"/>
                        <a:pt x="183690" y="24232"/>
                      </a:cubicBezTo>
                      <a:cubicBezTo>
                        <a:pt x="184131" y="23255"/>
                        <a:pt x="183857" y="22041"/>
                        <a:pt x="183774" y="21017"/>
                      </a:cubicBezTo>
                      <a:cubicBezTo>
                        <a:pt x="183678" y="19314"/>
                        <a:pt x="183643" y="17624"/>
                        <a:pt x="183619" y="15921"/>
                      </a:cubicBezTo>
                      <a:cubicBezTo>
                        <a:pt x="183595" y="15492"/>
                        <a:pt x="183595" y="15064"/>
                        <a:pt x="183583" y="14623"/>
                      </a:cubicBezTo>
                      <a:lnTo>
                        <a:pt x="183583" y="10194"/>
                      </a:lnTo>
                      <a:lnTo>
                        <a:pt x="183583" y="10099"/>
                      </a:lnTo>
                      <a:cubicBezTo>
                        <a:pt x="183595" y="9635"/>
                        <a:pt x="183595" y="9194"/>
                        <a:pt x="183583" y="8730"/>
                      </a:cubicBezTo>
                      <a:lnTo>
                        <a:pt x="183583" y="7420"/>
                      </a:lnTo>
                      <a:cubicBezTo>
                        <a:pt x="183595" y="7158"/>
                        <a:pt x="183631" y="6872"/>
                        <a:pt x="183678" y="6610"/>
                      </a:cubicBezTo>
                      <a:cubicBezTo>
                        <a:pt x="183762" y="6563"/>
                        <a:pt x="183774" y="6432"/>
                        <a:pt x="183714" y="6348"/>
                      </a:cubicBezTo>
                      <a:cubicBezTo>
                        <a:pt x="183714" y="6325"/>
                        <a:pt x="183738" y="6289"/>
                        <a:pt x="183738" y="6265"/>
                      </a:cubicBezTo>
                      <a:cubicBezTo>
                        <a:pt x="183746" y="6206"/>
                        <a:pt x="183701" y="6152"/>
                        <a:pt x="183661" y="6152"/>
                      </a:cubicBezTo>
                      <a:cubicBezTo>
                        <a:pt x="183644" y="6152"/>
                        <a:pt x="183629" y="6161"/>
                        <a:pt x="183619" y="6182"/>
                      </a:cubicBezTo>
                      <a:cubicBezTo>
                        <a:pt x="183595" y="6206"/>
                        <a:pt x="183595" y="6217"/>
                        <a:pt x="183583" y="6229"/>
                      </a:cubicBezTo>
                      <a:lnTo>
                        <a:pt x="183583" y="6146"/>
                      </a:lnTo>
                      <a:lnTo>
                        <a:pt x="183583" y="6098"/>
                      </a:lnTo>
                      <a:lnTo>
                        <a:pt x="183512" y="6146"/>
                      </a:lnTo>
                      <a:lnTo>
                        <a:pt x="180202" y="6146"/>
                      </a:lnTo>
                      <a:cubicBezTo>
                        <a:pt x="178388" y="6032"/>
                        <a:pt x="176574" y="5873"/>
                        <a:pt x="174744" y="5873"/>
                      </a:cubicBezTo>
                      <a:cubicBezTo>
                        <a:pt x="174472" y="5873"/>
                        <a:pt x="174200" y="5876"/>
                        <a:pt x="173927" y="5884"/>
                      </a:cubicBezTo>
                      <a:cubicBezTo>
                        <a:pt x="170772" y="5979"/>
                        <a:pt x="167617" y="5884"/>
                        <a:pt x="164462" y="6086"/>
                      </a:cubicBezTo>
                      <a:cubicBezTo>
                        <a:pt x="163683" y="6126"/>
                        <a:pt x="162912" y="6142"/>
                        <a:pt x="162141" y="6142"/>
                      </a:cubicBezTo>
                      <a:cubicBezTo>
                        <a:pt x="161298" y="6142"/>
                        <a:pt x="160456" y="6123"/>
                        <a:pt x="159604" y="6098"/>
                      </a:cubicBezTo>
                      <a:cubicBezTo>
                        <a:pt x="159427" y="6096"/>
                        <a:pt x="159250" y="6094"/>
                        <a:pt x="159073" y="6094"/>
                      </a:cubicBezTo>
                      <a:cubicBezTo>
                        <a:pt x="158499" y="6094"/>
                        <a:pt x="157924" y="6110"/>
                        <a:pt x="157342" y="6146"/>
                      </a:cubicBezTo>
                      <a:lnTo>
                        <a:pt x="70783" y="6146"/>
                      </a:lnTo>
                      <a:cubicBezTo>
                        <a:pt x="70561" y="6102"/>
                        <a:pt x="70333" y="6057"/>
                        <a:pt x="70108" y="6057"/>
                      </a:cubicBezTo>
                      <a:cubicBezTo>
                        <a:pt x="70031" y="6057"/>
                        <a:pt x="69954" y="6062"/>
                        <a:pt x="69878" y="6075"/>
                      </a:cubicBezTo>
                      <a:lnTo>
                        <a:pt x="69878" y="3610"/>
                      </a:lnTo>
                      <a:lnTo>
                        <a:pt x="69878" y="3372"/>
                      </a:lnTo>
                      <a:cubicBezTo>
                        <a:pt x="69962" y="2431"/>
                        <a:pt x="70045" y="1491"/>
                        <a:pt x="69938" y="574"/>
                      </a:cubicBezTo>
                      <a:cubicBezTo>
                        <a:pt x="69938" y="550"/>
                        <a:pt x="69926" y="526"/>
                        <a:pt x="69890" y="514"/>
                      </a:cubicBezTo>
                      <a:cubicBezTo>
                        <a:pt x="69878" y="443"/>
                        <a:pt x="69831" y="395"/>
                        <a:pt x="69759" y="395"/>
                      </a:cubicBezTo>
                      <a:lnTo>
                        <a:pt x="69712" y="395"/>
                      </a:lnTo>
                      <a:lnTo>
                        <a:pt x="69712" y="383"/>
                      </a:lnTo>
                      <a:lnTo>
                        <a:pt x="68593" y="383"/>
                      </a:lnTo>
                      <a:cubicBezTo>
                        <a:pt x="68073" y="333"/>
                        <a:pt x="67544" y="241"/>
                        <a:pt x="67015" y="241"/>
                      </a:cubicBezTo>
                      <a:cubicBezTo>
                        <a:pt x="66914" y="241"/>
                        <a:pt x="66813" y="245"/>
                        <a:pt x="66711" y="252"/>
                      </a:cubicBezTo>
                      <a:cubicBezTo>
                        <a:pt x="66426" y="264"/>
                        <a:pt x="66152" y="324"/>
                        <a:pt x="65878" y="383"/>
                      </a:cubicBezTo>
                      <a:lnTo>
                        <a:pt x="55008" y="383"/>
                      </a:lnTo>
                      <a:cubicBezTo>
                        <a:pt x="54543" y="348"/>
                        <a:pt x="54091" y="324"/>
                        <a:pt x="53638" y="276"/>
                      </a:cubicBezTo>
                      <a:cubicBezTo>
                        <a:pt x="52632" y="164"/>
                        <a:pt x="51616" y="0"/>
                        <a:pt x="50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2" name="Google Shape;1242;p39"/>
                <p:cNvSpPr/>
                <p:nvPr/>
              </p:nvSpPr>
              <p:spPr>
                <a:xfrm>
                  <a:off x="7215371" y="2869242"/>
                  <a:ext cx="67549" cy="89827"/>
                </a:xfrm>
                <a:custGeom>
                  <a:rect b="b" l="l" r="r" t="t"/>
                  <a:pathLst>
                    <a:path extrusionOk="0" h="2883" w="2168">
                      <a:moveTo>
                        <a:pt x="1679" y="1"/>
                      </a:moveTo>
                      <a:cubicBezTo>
                        <a:pt x="1418" y="429"/>
                        <a:pt x="1096" y="834"/>
                        <a:pt x="786" y="1215"/>
                      </a:cubicBezTo>
                      <a:cubicBezTo>
                        <a:pt x="489" y="1596"/>
                        <a:pt x="263" y="1989"/>
                        <a:pt x="13" y="2394"/>
                      </a:cubicBezTo>
                      <a:cubicBezTo>
                        <a:pt x="13" y="2561"/>
                        <a:pt x="1" y="2715"/>
                        <a:pt x="1" y="2882"/>
                      </a:cubicBezTo>
                      <a:cubicBezTo>
                        <a:pt x="263" y="2513"/>
                        <a:pt x="501" y="2120"/>
                        <a:pt x="798" y="1775"/>
                      </a:cubicBezTo>
                      <a:cubicBezTo>
                        <a:pt x="1298" y="1203"/>
                        <a:pt x="1751" y="632"/>
                        <a:pt x="216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3" name="Google Shape;1243;p39"/>
                <p:cNvSpPr/>
                <p:nvPr/>
              </p:nvSpPr>
              <p:spPr>
                <a:xfrm>
                  <a:off x="7215745" y="2869616"/>
                  <a:ext cx="49727" cy="70167"/>
                </a:xfrm>
                <a:custGeom>
                  <a:rect b="b" l="l" r="r" t="t"/>
                  <a:pathLst>
                    <a:path extrusionOk="0" h="2252" w="1596">
                      <a:moveTo>
                        <a:pt x="1263" y="1"/>
                      </a:moveTo>
                      <a:cubicBezTo>
                        <a:pt x="1013" y="406"/>
                        <a:pt x="703" y="810"/>
                        <a:pt x="417" y="1215"/>
                      </a:cubicBezTo>
                      <a:cubicBezTo>
                        <a:pt x="358" y="1299"/>
                        <a:pt x="96" y="1620"/>
                        <a:pt x="1" y="1799"/>
                      </a:cubicBezTo>
                      <a:lnTo>
                        <a:pt x="1" y="2251"/>
                      </a:lnTo>
                      <a:cubicBezTo>
                        <a:pt x="12" y="2203"/>
                        <a:pt x="48" y="2156"/>
                        <a:pt x="60" y="2108"/>
                      </a:cubicBezTo>
                      <a:cubicBezTo>
                        <a:pt x="132" y="1977"/>
                        <a:pt x="215" y="1846"/>
                        <a:pt x="298" y="1715"/>
                      </a:cubicBezTo>
                      <a:cubicBezTo>
                        <a:pt x="405" y="1549"/>
                        <a:pt x="524" y="1394"/>
                        <a:pt x="644" y="1239"/>
                      </a:cubicBezTo>
                      <a:cubicBezTo>
                        <a:pt x="965" y="834"/>
                        <a:pt x="1298" y="417"/>
                        <a:pt x="159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4" name="Google Shape;1244;p39"/>
                <p:cNvSpPr/>
                <p:nvPr/>
              </p:nvSpPr>
              <p:spPr>
                <a:xfrm>
                  <a:off x="7211290" y="3102798"/>
                  <a:ext cx="50849" cy="30254"/>
                </a:xfrm>
                <a:custGeom>
                  <a:rect b="b" l="l" r="r" t="t"/>
                  <a:pathLst>
                    <a:path extrusionOk="0" h="971" w="1632">
                      <a:moveTo>
                        <a:pt x="12" y="1"/>
                      </a:moveTo>
                      <a:cubicBezTo>
                        <a:pt x="12" y="1"/>
                        <a:pt x="9" y="9"/>
                        <a:pt x="1" y="18"/>
                      </a:cubicBezTo>
                      <a:cubicBezTo>
                        <a:pt x="310" y="422"/>
                        <a:pt x="751" y="589"/>
                        <a:pt x="1203" y="780"/>
                      </a:cubicBezTo>
                      <a:cubicBezTo>
                        <a:pt x="1345" y="839"/>
                        <a:pt x="1498" y="898"/>
                        <a:pt x="1628" y="968"/>
                      </a:cubicBezTo>
                      <a:lnTo>
                        <a:pt x="1628" y="968"/>
                      </a:lnTo>
                      <a:cubicBezTo>
                        <a:pt x="1081" y="671"/>
                        <a:pt x="535" y="362"/>
                        <a:pt x="13" y="6"/>
                      </a:cubicBezTo>
                      <a:cubicBezTo>
                        <a:pt x="13" y="2"/>
                        <a:pt x="13" y="1"/>
                        <a:pt x="12" y="1"/>
                      </a:cubicBezTo>
                      <a:close/>
                      <a:moveTo>
                        <a:pt x="1628" y="968"/>
                      </a:moveTo>
                      <a:cubicBezTo>
                        <a:pt x="1629" y="969"/>
                        <a:pt x="1631" y="969"/>
                        <a:pt x="1632" y="970"/>
                      </a:cubicBezTo>
                      <a:cubicBezTo>
                        <a:pt x="1631" y="969"/>
                        <a:pt x="1629" y="969"/>
                        <a:pt x="1628" y="96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5" name="Google Shape;1245;p39"/>
                <p:cNvSpPr/>
                <p:nvPr/>
              </p:nvSpPr>
              <p:spPr>
                <a:xfrm>
                  <a:off x="7216119" y="2869242"/>
                  <a:ext cx="37856" cy="51971"/>
                </a:xfrm>
                <a:custGeom>
                  <a:rect b="b" l="l" r="r" t="t"/>
                  <a:pathLst>
                    <a:path extrusionOk="0" h="1668" w="1215">
                      <a:moveTo>
                        <a:pt x="822" y="1"/>
                      </a:moveTo>
                      <a:cubicBezTo>
                        <a:pt x="512" y="370"/>
                        <a:pt x="227" y="739"/>
                        <a:pt x="0" y="1191"/>
                      </a:cubicBezTo>
                      <a:lnTo>
                        <a:pt x="0" y="1668"/>
                      </a:lnTo>
                      <a:cubicBezTo>
                        <a:pt x="262" y="1215"/>
                        <a:pt x="941" y="346"/>
                        <a:pt x="121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6" name="Google Shape;1246;p39"/>
                <p:cNvSpPr/>
                <p:nvPr/>
              </p:nvSpPr>
              <p:spPr>
                <a:xfrm>
                  <a:off x="7655346" y="2867403"/>
                  <a:ext cx="34896" cy="31189"/>
                </a:xfrm>
                <a:custGeom>
                  <a:rect b="b" l="l" r="r" t="t"/>
                  <a:pathLst>
                    <a:path extrusionOk="0" h="1001" w="1120">
                      <a:moveTo>
                        <a:pt x="703" y="0"/>
                      </a:moveTo>
                      <a:cubicBezTo>
                        <a:pt x="512" y="357"/>
                        <a:pt x="227" y="655"/>
                        <a:pt x="0" y="1000"/>
                      </a:cubicBezTo>
                      <a:lnTo>
                        <a:pt x="584" y="774"/>
                      </a:lnTo>
                      <a:cubicBezTo>
                        <a:pt x="608" y="619"/>
                        <a:pt x="715" y="488"/>
                        <a:pt x="810" y="369"/>
                      </a:cubicBezTo>
                      <a:cubicBezTo>
                        <a:pt x="893" y="238"/>
                        <a:pt x="1013" y="119"/>
                        <a:pt x="1120" y="12"/>
                      </a:cubicBezTo>
                      <a:cubicBezTo>
                        <a:pt x="977" y="12"/>
                        <a:pt x="834" y="0"/>
                        <a:pt x="70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7" name="Google Shape;1247;p39"/>
                <p:cNvSpPr/>
                <p:nvPr/>
              </p:nvSpPr>
              <p:spPr>
                <a:xfrm>
                  <a:off x="7599325" y="2867030"/>
                  <a:ext cx="47141" cy="56426"/>
                </a:xfrm>
                <a:custGeom>
                  <a:rect b="b" l="l" r="r" t="t"/>
                  <a:pathLst>
                    <a:path extrusionOk="0" h="1811" w="1513">
                      <a:moveTo>
                        <a:pt x="1215" y="0"/>
                      </a:moveTo>
                      <a:cubicBezTo>
                        <a:pt x="941" y="369"/>
                        <a:pt x="667" y="774"/>
                        <a:pt x="417" y="1155"/>
                      </a:cubicBezTo>
                      <a:cubicBezTo>
                        <a:pt x="274" y="1358"/>
                        <a:pt x="144" y="1596"/>
                        <a:pt x="1" y="1810"/>
                      </a:cubicBezTo>
                      <a:cubicBezTo>
                        <a:pt x="120" y="1763"/>
                        <a:pt x="227" y="1703"/>
                        <a:pt x="346" y="1655"/>
                      </a:cubicBezTo>
                      <a:lnTo>
                        <a:pt x="346" y="1632"/>
                      </a:lnTo>
                      <a:cubicBezTo>
                        <a:pt x="560" y="1298"/>
                        <a:pt x="822" y="989"/>
                        <a:pt x="1036" y="643"/>
                      </a:cubicBezTo>
                      <a:cubicBezTo>
                        <a:pt x="1203" y="405"/>
                        <a:pt x="1358" y="203"/>
                        <a:pt x="151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8" name="Google Shape;1248;p39"/>
                <p:cNvSpPr/>
                <p:nvPr/>
              </p:nvSpPr>
              <p:spPr>
                <a:xfrm>
                  <a:off x="7548881" y="2947883"/>
                  <a:ext cx="23399" cy="11902"/>
                </a:xfrm>
                <a:custGeom>
                  <a:rect b="b" l="l" r="r" t="t"/>
                  <a:pathLst>
                    <a:path extrusionOk="0" h="382" w="751">
                      <a:moveTo>
                        <a:pt x="750" y="1"/>
                      </a:moveTo>
                      <a:lnTo>
                        <a:pt x="750" y="1"/>
                      </a:lnTo>
                      <a:cubicBezTo>
                        <a:pt x="731" y="10"/>
                        <a:pt x="711" y="20"/>
                        <a:pt x="692" y="29"/>
                      </a:cubicBezTo>
                      <a:lnTo>
                        <a:pt x="692" y="29"/>
                      </a:lnTo>
                      <a:cubicBezTo>
                        <a:pt x="711" y="22"/>
                        <a:pt x="731" y="13"/>
                        <a:pt x="750" y="1"/>
                      </a:cubicBezTo>
                      <a:close/>
                      <a:moveTo>
                        <a:pt x="692" y="29"/>
                      </a:moveTo>
                      <a:lnTo>
                        <a:pt x="692" y="29"/>
                      </a:lnTo>
                      <a:cubicBezTo>
                        <a:pt x="652" y="44"/>
                        <a:pt x="612" y="52"/>
                        <a:pt x="572" y="60"/>
                      </a:cubicBezTo>
                      <a:cubicBezTo>
                        <a:pt x="393" y="144"/>
                        <a:pt x="203" y="215"/>
                        <a:pt x="24" y="287"/>
                      </a:cubicBezTo>
                      <a:cubicBezTo>
                        <a:pt x="12" y="322"/>
                        <a:pt x="12" y="346"/>
                        <a:pt x="0" y="382"/>
                      </a:cubicBezTo>
                      <a:cubicBezTo>
                        <a:pt x="231" y="272"/>
                        <a:pt x="461" y="142"/>
                        <a:pt x="692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9" name="Google Shape;1249;p39"/>
                <p:cNvSpPr/>
                <p:nvPr/>
              </p:nvSpPr>
              <p:spPr>
                <a:xfrm>
                  <a:off x="7636060" y="2867030"/>
                  <a:ext cx="37856" cy="39726"/>
                </a:xfrm>
                <a:custGeom>
                  <a:rect b="b" l="l" r="r" t="t"/>
                  <a:pathLst>
                    <a:path extrusionOk="0" h="1275" w="1215">
                      <a:moveTo>
                        <a:pt x="905" y="0"/>
                      </a:moveTo>
                      <a:cubicBezTo>
                        <a:pt x="572" y="405"/>
                        <a:pt x="298" y="846"/>
                        <a:pt x="0" y="1274"/>
                      </a:cubicBezTo>
                      <a:cubicBezTo>
                        <a:pt x="155" y="1203"/>
                        <a:pt x="334" y="1131"/>
                        <a:pt x="500" y="1072"/>
                      </a:cubicBezTo>
                      <a:cubicBezTo>
                        <a:pt x="500" y="1048"/>
                        <a:pt x="489" y="1036"/>
                        <a:pt x="500" y="1012"/>
                      </a:cubicBezTo>
                      <a:cubicBezTo>
                        <a:pt x="667" y="620"/>
                        <a:pt x="977" y="358"/>
                        <a:pt x="1215" y="12"/>
                      </a:cubicBezTo>
                      <a:cubicBezTo>
                        <a:pt x="1108" y="12"/>
                        <a:pt x="1012" y="12"/>
                        <a:pt x="90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0" name="Google Shape;1250;p39"/>
                <p:cNvSpPr/>
                <p:nvPr/>
              </p:nvSpPr>
              <p:spPr>
                <a:xfrm>
                  <a:off x="7618238" y="2867030"/>
                  <a:ext cx="41221" cy="47515"/>
                </a:xfrm>
                <a:custGeom>
                  <a:rect b="b" l="l" r="r" t="t"/>
                  <a:pathLst>
                    <a:path extrusionOk="0" h="1525" w="1323">
                      <a:moveTo>
                        <a:pt x="1072" y="0"/>
                      </a:moveTo>
                      <a:cubicBezTo>
                        <a:pt x="703" y="489"/>
                        <a:pt x="418" y="1131"/>
                        <a:pt x="1" y="1524"/>
                      </a:cubicBezTo>
                      <a:cubicBezTo>
                        <a:pt x="120" y="1465"/>
                        <a:pt x="227" y="1417"/>
                        <a:pt x="346" y="1358"/>
                      </a:cubicBezTo>
                      <a:cubicBezTo>
                        <a:pt x="351" y="1363"/>
                        <a:pt x="360" y="1366"/>
                        <a:pt x="370" y="1366"/>
                      </a:cubicBezTo>
                      <a:cubicBezTo>
                        <a:pt x="384" y="1366"/>
                        <a:pt x="399" y="1360"/>
                        <a:pt x="406" y="1346"/>
                      </a:cubicBezTo>
                      <a:cubicBezTo>
                        <a:pt x="608" y="858"/>
                        <a:pt x="953" y="381"/>
                        <a:pt x="132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1" name="Google Shape;1251;p39"/>
                <p:cNvSpPr/>
                <p:nvPr/>
              </p:nvSpPr>
              <p:spPr>
                <a:xfrm>
                  <a:off x="7577453" y="2867030"/>
                  <a:ext cx="57517" cy="66802"/>
                </a:xfrm>
                <a:custGeom>
                  <a:rect b="b" l="l" r="r" t="t"/>
                  <a:pathLst>
                    <a:path extrusionOk="0" h="2144" w="1846">
                      <a:moveTo>
                        <a:pt x="1560" y="0"/>
                      </a:moveTo>
                      <a:cubicBezTo>
                        <a:pt x="1060" y="727"/>
                        <a:pt x="476" y="1382"/>
                        <a:pt x="0" y="2144"/>
                      </a:cubicBezTo>
                      <a:cubicBezTo>
                        <a:pt x="155" y="2060"/>
                        <a:pt x="310" y="2001"/>
                        <a:pt x="465" y="1929"/>
                      </a:cubicBezTo>
                      <a:cubicBezTo>
                        <a:pt x="643" y="1620"/>
                        <a:pt x="881" y="1322"/>
                        <a:pt x="1084" y="1036"/>
                      </a:cubicBezTo>
                      <a:cubicBezTo>
                        <a:pt x="1322" y="667"/>
                        <a:pt x="1584" y="322"/>
                        <a:pt x="184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2" name="Google Shape;1252;p39"/>
                <p:cNvSpPr/>
                <p:nvPr/>
              </p:nvSpPr>
              <p:spPr>
                <a:xfrm>
                  <a:off x="7501023" y="2867403"/>
                  <a:ext cx="97211" cy="100545"/>
                </a:xfrm>
                <a:custGeom>
                  <a:rect b="b" l="l" r="r" t="t"/>
                  <a:pathLst>
                    <a:path extrusionOk="0" h="3227" w="3120">
                      <a:moveTo>
                        <a:pt x="3120" y="0"/>
                      </a:moveTo>
                      <a:cubicBezTo>
                        <a:pt x="2858" y="0"/>
                        <a:pt x="2584" y="12"/>
                        <a:pt x="2322" y="12"/>
                      </a:cubicBezTo>
                      <a:cubicBezTo>
                        <a:pt x="1846" y="619"/>
                        <a:pt x="1382" y="1215"/>
                        <a:pt x="917" y="1846"/>
                      </a:cubicBezTo>
                      <a:cubicBezTo>
                        <a:pt x="596" y="2286"/>
                        <a:pt x="322" y="2774"/>
                        <a:pt x="0" y="3227"/>
                      </a:cubicBezTo>
                      <a:cubicBezTo>
                        <a:pt x="143" y="3167"/>
                        <a:pt x="298" y="3096"/>
                        <a:pt x="453" y="3036"/>
                      </a:cubicBezTo>
                      <a:cubicBezTo>
                        <a:pt x="620" y="2524"/>
                        <a:pt x="977" y="2143"/>
                        <a:pt x="1322" y="1762"/>
                      </a:cubicBezTo>
                      <a:cubicBezTo>
                        <a:pt x="1810" y="1227"/>
                        <a:pt x="2215" y="631"/>
                        <a:pt x="2691" y="84"/>
                      </a:cubicBezTo>
                      <a:cubicBezTo>
                        <a:pt x="2695" y="80"/>
                        <a:pt x="2698" y="79"/>
                        <a:pt x="2701" y="79"/>
                      </a:cubicBezTo>
                      <a:cubicBezTo>
                        <a:pt x="2709" y="79"/>
                        <a:pt x="2715" y="87"/>
                        <a:pt x="2715" y="96"/>
                      </a:cubicBezTo>
                      <a:cubicBezTo>
                        <a:pt x="2382" y="596"/>
                        <a:pt x="2013" y="1084"/>
                        <a:pt x="1632" y="1536"/>
                      </a:cubicBezTo>
                      <a:cubicBezTo>
                        <a:pt x="1453" y="1739"/>
                        <a:pt x="1263" y="1941"/>
                        <a:pt x="1084" y="2155"/>
                      </a:cubicBezTo>
                      <a:cubicBezTo>
                        <a:pt x="977" y="2286"/>
                        <a:pt x="882" y="2429"/>
                        <a:pt x="786" y="2572"/>
                      </a:cubicBezTo>
                      <a:cubicBezTo>
                        <a:pt x="762" y="2632"/>
                        <a:pt x="655" y="2858"/>
                        <a:pt x="584" y="2965"/>
                      </a:cubicBezTo>
                      <a:cubicBezTo>
                        <a:pt x="739" y="2882"/>
                        <a:pt x="917" y="2810"/>
                        <a:pt x="1084" y="2739"/>
                      </a:cubicBezTo>
                      <a:cubicBezTo>
                        <a:pt x="1179" y="2251"/>
                        <a:pt x="1596" y="1929"/>
                        <a:pt x="1894" y="1584"/>
                      </a:cubicBezTo>
                      <a:cubicBezTo>
                        <a:pt x="2322" y="1084"/>
                        <a:pt x="2727" y="536"/>
                        <a:pt x="312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3" name="Google Shape;1253;p39"/>
                <p:cNvSpPr/>
                <p:nvPr/>
              </p:nvSpPr>
              <p:spPr>
                <a:xfrm>
                  <a:off x="7539596" y="2867403"/>
                  <a:ext cx="69793" cy="83502"/>
                </a:xfrm>
                <a:custGeom>
                  <a:rect b="b" l="l" r="r" t="t"/>
                  <a:pathLst>
                    <a:path extrusionOk="0" h="2680" w="2240">
                      <a:moveTo>
                        <a:pt x="1918" y="0"/>
                      </a:moveTo>
                      <a:cubicBezTo>
                        <a:pt x="1632" y="441"/>
                        <a:pt x="1322" y="893"/>
                        <a:pt x="989" y="1334"/>
                      </a:cubicBezTo>
                      <a:cubicBezTo>
                        <a:pt x="679" y="1774"/>
                        <a:pt x="203" y="2155"/>
                        <a:pt x="1" y="2679"/>
                      </a:cubicBezTo>
                      <a:lnTo>
                        <a:pt x="310" y="2548"/>
                      </a:lnTo>
                      <a:cubicBezTo>
                        <a:pt x="453" y="2251"/>
                        <a:pt x="679" y="1989"/>
                        <a:pt x="858" y="1751"/>
                      </a:cubicBezTo>
                      <a:cubicBezTo>
                        <a:pt x="1322" y="1179"/>
                        <a:pt x="1799" y="596"/>
                        <a:pt x="223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4" name="Google Shape;1254;p39"/>
                <p:cNvSpPr/>
                <p:nvPr/>
              </p:nvSpPr>
              <p:spPr>
                <a:xfrm>
                  <a:off x="7524765" y="2959038"/>
                  <a:ext cx="20813" cy="10033"/>
                </a:xfrm>
                <a:custGeom>
                  <a:rect b="b" l="l" r="r" t="t"/>
                  <a:pathLst>
                    <a:path extrusionOk="0" h="322" w="668">
                      <a:moveTo>
                        <a:pt x="667" y="0"/>
                      </a:moveTo>
                      <a:lnTo>
                        <a:pt x="667" y="0"/>
                      </a:lnTo>
                      <a:cubicBezTo>
                        <a:pt x="429" y="95"/>
                        <a:pt x="203" y="203"/>
                        <a:pt x="0" y="322"/>
                      </a:cubicBezTo>
                      <a:cubicBezTo>
                        <a:pt x="215" y="262"/>
                        <a:pt x="429" y="179"/>
                        <a:pt x="655" y="83"/>
                      </a:cubicBezTo>
                      <a:lnTo>
                        <a:pt x="655" y="48"/>
                      </a:lnTo>
                      <a:cubicBezTo>
                        <a:pt x="655" y="36"/>
                        <a:pt x="655" y="12"/>
                        <a:pt x="66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5" name="Google Shape;1255;p39"/>
                <p:cNvSpPr/>
                <p:nvPr/>
              </p:nvSpPr>
              <p:spPr>
                <a:xfrm>
                  <a:off x="7556671" y="2866282"/>
                  <a:ext cx="66802" cy="76087"/>
                </a:xfrm>
                <a:custGeom>
                  <a:rect b="b" l="l" r="r" t="t"/>
                  <a:pathLst>
                    <a:path extrusionOk="0" h="2442" w="2144">
                      <a:moveTo>
                        <a:pt x="1798" y="1"/>
                      </a:moveTo>
                      <a:lnTo>
                        <a:pt x="1798" y="24"/>
                      </a:lnTo>
                      <a:cubicBezTo>
                        <a:pt x="1429" y="572"/>
                        <a:pt x="1036" y="1096"/>
                        <a:pt x="643" y="1596"/>
                      </a:cubicBezTo>
                      <a:cubicBezTo>
                        <a:pt x="429" y="1870"/>
                        <a:pt x="179" y="2132"/>
                        <a:pt x="0" y="2441"/>
                      </a:cubicBezTo>
                      <a:cubicBezTo>
                        <a:pt x="143" y="2382"/>
                        <a:pt x="310" y="2310"/>
                        <a:pt x="477" y="2239"/>
                      </a:cubicBezTo>
                      <a:cubicBezTo>
                        <a:pt x="858" y="1370"/>
                        <a:pt x="1572" y="727"/>
                        <a:pt x="214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6" name="Google Shape;1256;p39"/>
                <p:cNvSpPr/>
                <p:nvPr/>
              </p:nvSpPr>
              <p:spPr>
                <a:xfrm>
                  <a:off x="7745485" y="2320963"/>
                  <a:ext cx="4487" cy="11154"/>
                </a:xfrm>
                <a:custGeom>
                  <a:rect b="b" l="l" r="r" t="t"/>
                  <a:pathLst>
                    <a:path extrusionOk="0" h="358" w="144">
                      <a:moveTo>
                        <a:pt x="1" y="0"/>
                      </a:moveTo>
                      <a:cubicBezTo>
                        <a:pt x="25" y="120"/>
                        <a:pt x="60" y="239"/>
                        <a:pt x="72" y="358"/>
                      </a:cubicBezTo>
                      <a:cubicBezTo>
                        <a:pt x="84" y="239"/>
                        <a:pt x="120" y="120"/>
                        <a:pt x="144" y="0"/>
                      </a:cubicBezTo>
                      <a:close/>
                    </a:path>
                  </a:pathLst>
                </a:custGeom>
                <a:solidFill>
                  <a:srgbClr val="FFDA6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7" name="Google Shape;1257;p39"/>
                <p:cNvSpPr/>
                <p:nvPr/>
              </p:nvSpPr>
              <p:spPr>
                <a:xfrm>
                  <a:off x="7478777" y="2867777"/>
                  <a:ext cx="90918" cy="109082"/>
                </a:xfrm>
                <a:custGeom>
                  <a:rect b="b" l="l" r="r" t="t"/>
                  <a:pathLst>
                    <a:path extrusionOk="0" h="3501" w="2918">
                      <a:moveTo>
                        <a:pt x="2858" y="0"/>
                      </a:moveTo>
                      <a:cubicBezTo>
                        <a:pt x="2762" y="0"/>
                        <a:pt x="2691" y="0"/>
                        <a:pt x="2608" y="12"/>
                      </a:cubicBezTo>
                      <a:cubicBezTo>
                        <a:pt x="2167" y="750"/>
                        <a:pt x="1643" y="1369"/>
                        <a:pt x="1131" y="2012"/>
                      </a:cubicBezTo>
                      <a:cubicBezTo>
                        <a:pt x="845" y="2370"/>
                        <a:pt x="560" y="2715"/>
                        <a:pt x="274" y="3084"/>
                      </a:cubicBezTo>
                      <a:cubicBezTo>
                        <a:pt x="191" y="3215"/>
                        <a:pt x="83" y="3370"/>
                        <a:pt x="0" y="3501"/>
                      </a:cubicBezTo>
                      <a:lnTo>
                        <a:pt x="393" y="3322"/>
                      </a:lnTo>
                      <a:cubicBezTo>
                        <a:pt x="798" y="2834"/>
                        <a:pt x="1131" y="2239"/>
                        <a:pt x="1524" y="1727"/>
                      </a:cubicBezTo>
                      <a:cubicBezTo>
                        <a:pt x="1988" y="1143"/>
                        <a:pt x="2453" y="572"/>
                        <a:pt x="291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8" name="Google Shape;1258;p39"/>
                <p:cNvSpPr/>
                <p:nvPr/>
              </p:nvSpPr>
              <p:spPr>
                <a:xfrm>
                  <a:off x="7619733" y="2901895"/>
                  <a:ext cx="55678" cy="23025"/>
                </a:xfrm>
                <a:custGeom>
                  <a:rect b="b" l="l" r="r" t="t"/>
                  <a:pathLst>
                    <a:path extrusionOk="0" h="739" w="1787">
                      <a:moveTo>
                        <a:pt x="1786" y="1"/>
                      </a:moveTo>
                      <a:cubicBezTo>
                        <a:pt x="1489" y="96"/>
                        <a:pt x="1191" y="179"/>
                        <a:pt x="905" y="298"/>
                      </a:cubicBezTo>
                      <a:cubicBezTo>
                        <a:pt x="782" y="365"/>
                        <a:pt x="654" y="432"/>
                        <a:pt x="524" y="497"/>
                      </a:cubicBezTo>
                      <a:lnTo>
                        <a:pt x="524" y="497"/>
                      </a:lnTo>
                      <a:cubicBezTo>
                        <a:pt x="945" y="323"/>
                        <a:pt x="1366" y="167"/>
                        <a:pt x="1786" y="1"/>
                      </a:cubicBezTo>
                      <a:close/>
                      <a:moveTo>
                        <a:pt x="524" y="497"/>
                      </a:moveTo>
                      <a:lnTo>
                        <a:pt x="524" y="497"/>
                      </a:lnTo>
                      <a:cubicBezTo>
                        <a:pt x="492" y="510"/>
                        <a:pt x="461" y="523"/>
                        <a:pt x="429" y="536"/>
                      </a:cubicBezTo>
                      <a:cubicBezTo>
                        <a:pt x="310" y="584"/>
                        <a:pt x="179" y="644"/>
                        <a:pt x="60" y="703"/>
                      </a:cubicBezTo>
                      <a:cubicBezTo>
                        <a:pt x="57" y="709"/>
                        <a:pt x="52" y="714"/>
                        <a:pt x="47" y="719"/>
                      </a:cubicBezTo>
                      <a:lnTo>
                        <a:pt x="47" y="719"/>
                      </a:lnTo>
                      <a:cubicBezTo>
                        <a:pt x="207" y="650"/>
                        <a:pt x="367" y="575"/>
                        <a:pt x="524" y="497"/>
                      </a:cubicBezTo>
                      <a:close/>
                      <a:moveTo>
                        <a:pt x="47" y="719"/>
                      </a:moveTo>
                      <a:lnTo>
                        <a:pt x="47" y="719"/>
                      </a:lnTo>
                      <a:cubicBezTo>
                        <a:pt x="32" y="726"/>
                        <a:pt x="16" y="732"/>
                        <a:pt x="0" y="739"/>
                      </a:cubicBezTo>
                      <a:cubicBezTo>
                        <a:pt x="9" y="739"/>
                        <a:pt x="32" y="732"/>
                        <a:pt x="47" y="71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9" name="Google Shape;1259;p39"/>
                <p:cNvSpPr/>
                <p:nvPr/>
              </p:nvSpPr>
              <p:spPr>
                <a:xfrm>
                  <a:off x="3791692" y="2310930"/>
                  <a:ext cx="3960866" cy="549805"/>
                </a:xfrm>
                <a:custGeom>
                  <a:rect b="b" l="l" r="r" t="t"/>
                  <a:pathLst>
                    <a:path extrusionOk="0" h="17646" w="127124">
                      <a:moveTo>
                        <a:pt x="13538" y="1"/>
                      </a:moveTo>
                      <a:lnTo>
                        <a:pt x="13538" y="382"/>
                      </a:lnTo>
                      <a:cubicBezTo>
                        <a:pt x="13538" y="1870"/>
                        <a:pt x="13467" y="3347"/>
                        <a:pt x="13384" y="4835"/>
                      </a:cubicBezTo>
                      <a:lnTo>
                        <a:pt x="13384" y="9693"/>
                      </a:lnTo>
                      <a:lnTo>
                        <a:pt x="13419" y="10443"/>
                      </a:lnTo>
                      <a:cubicBezTo>
                        <a:pt x="13443" y="10728"/>
                        <a:pt x="13562" y="11574"/>
                        <a:pt x="13384" y="11991"/>
                      </a:cubicBezTo>
                      <a:lnTo>
                        <a:pt x="13384" y="12050"/>
                      </a:lnTo>
                      <a:lnTo>
                        <a:pt x="13348" y="12050"/>
                      </a:lnTo>
                      <a:cubicBezTo>
                        <a:pt x="13324" y="12098"/>
                        <a:pt x="13288" y="12133"/>
                        <a:pt x="13264" y="12157"/>
                      </a:cubicBezTo>
                      <a:cubicBezTo>
                        <a:pt x="13243" y="12220"/>
                        <a:pt x="13186" y="12292"/>
                        <a:pt x="13115" y="12292"/>
                      </a:cubicBezTo>
                      <a:cubicBezTo>
                        <a:pt x="13106" y="12292"/>
                        <a:pt x="13096" y="12291"/>
                        <a:pt x="13086" y="12288"/>
                      </a:cubicBezTo>
                      <a:cubicBezTo>
                        <a:pt x="13003" y="12276"/>
                        <a:pt x="12919" y="12264"/>
                        <a:pt x="12848" y="12252"/>
                      </a:cubicBezTo>
                      <a:cubicBezTo>
                        <a:pt x="12848" y="12252"/>
                        <a:pt x="12824" y="12264"/>
                        <a:pt x="12812" y="12264"/>
                      </a:cubicBezTo>
                      <a:cubicBezTo>
                        <a:pt x="12312" y="12610"/>
                        <a:pt x="11717" y="12764"/>
                        <a:pt x="11133" y="12931"/>
                      </a:cubicBezTo>
                      <a:lnTo>
                        <a:pt x="120" y="17408"/>
                      </a:lnTo>
                      <a:cubicBezTo>
                        <a:pt x="72" y="17432"/>
                        <a:pt x="25" y="17455"/>
                        <a:pt x="1" y="17467"/>
                      </a:cubicBezTo>
                      <a:cubicBezTo>
                        <a:pt x="489" y="17467"/>
                        <a:pt x="1001" y="17575"/>
                        <a:pt x="1489" y="17646"/>
                      </a:cubicBezTo>
                      <a:lnTo>
                        <a:pt x="10252" y="17646"/>
                      </a:lnTo>
                      <a:cubicBezTo>
                        <a:pt x="10717" y="17634"/>
                        <a:pt x="11193" y="17622"/>
                        <a:pt x="11657" y="17586"/>
                      </a:cubicBezTo>
                      <a:cubicBezTo>
                        <a:pt x="15765" y="17432"/>
                        <a:pt x="19884" y="17491"/>
                        <a:pt x="23992" y="17455"/>
                      </a:cubicBezTo>
                      <a:cubicBezTo>
                        <a:pt x="24524" y="17452"/>
                        <a:pt x="25056" y="17451"/>
                        <a:pt x="25587" y="17451"/>
                      </a:cubicBezTo>
                      <a:cubicBezTo>
                        <a:pt x="29206" y="17451"/>
                        <a:pt x="32809" y="17520"/>
                        <a:pt x="36422" y="17634"/>
                      </a:cubicBezTo>
                      <a:lnTo>
                        <a:pt x="105847" y="17634"/>
                      </a:lnTo>
                      <a:cubicBezTo>
                        <a:pt x="107086" y="17610"/>
                        <a:pt x="108312" y="17563"/>
                        <a:pt x="109550" y="17527"/>
                      </a:cubicBezTo>
                      <a:cubicBezTo>
                        <a:pt x="109803" y="17524"/>
                        <a:pt x="110056" y="17523"/>
                        <a:pt x="110308" y="17523"/>
                      </a:cubicBezTo>
                      <a:cubicBezTo>
                        <a:pt x="112110" y="17523"/>
                        <a:pt x="113898" y="17589"/>
                        <a:pt x="115694" y="17610"/>
                      </a:cubicBezTo>
                      <a:cubicBezTo>
                        <a:pt x="116992" y="17610"/>
                        <a:pt x="118289" y="17575"/>
                        <a:pt x="119587" y="17527"/>
                      </a:cubicBezTo>
                      <a:cubicBezTo>
                        <a:pt x="119599" y="17503"/>
                        <a:pt x="119623" y="17467"/>
                        <a:pt x="119647" y="17455"/>
                      </a:cubicBezTo>
                      <a:cubicBezTo>
                        <a:pt x="119650" y="17452"/>
                        <a:pt x="119654" y="17451"/>
                        <a:pt x="119657" y="17451"/>
                      </a:cubicBezTo>
                      <a:cubicBezTo>
                        <a:pt x="119664" y="17451"/>
                        <a:pt x="119667" y="17459"/>
                        <a:pt x="119659" y="17467"/>
                      </a:cubicBezTo>
                      <a:cubicBezTo>
                        <a:pt x="119647" y="17491"/>
                        <a:pt x="119623" y="17515"/>
                        <a:pt x="119611" y="17527"/>
                      </a:cubicBezTo>
                      <a:cubicBezTo>
                        <a:pt x="120385" y="17503"/>
                        <a:pt x="121159" y="17467"/>
                        <a:pt x="121945" y="17455"/>
                      </a:cubicBezTo>
                      <a:cubicBezTo>
                        <a:pt x="122404" y="17440"/>
                        <a:pt x="122860" y="17432"/>
                        <a:pt x="123314" y="17432"/>
                      </a:cubicBezTo>
                      <a:cubicBezTo>
                        <a:pt x="124555" y="17432"/>
                        <a:pt x="125782" y="17487"/>
                        <a:pt x="127029" y="17575"/>
                      </a:cubicBezTo>
                      <a:cubicBezTo>
                        <a:pt x="127124" y="16872"/>
                        <a:pt x="126874" y="16098"/>
                        <a:pt x="126826" y="15408"/>
                      </a:cubicBezTo>
                      <a:cubicBezTo>
                        <a:pt x="126779" y="14598"/>
                        <a:pt x="126791" y="13753"/>
                        <a:pt x="126791" y="12895"/>
                      </a:cubicBezTo>
                      <a:cubicBezTo>
                        <a:pt x="126802" y="11205"/>
                        <a:pt x="126838" y="9526"/>
                        <a:pt x="126850" y="7823"/>
                      </a:cubicBezTo>
                      <a:cubicBezTo>
                        <a:pt x="126850" y="6704"/>
                        <a:pt x="126922" y="5609"/>
                        <a:pt x="126957" y="4490"/>
                      </a:cubicBezTo>
                      <a:cubicBezTo>
                        <a:pt x="126933" y="3728"/>
                        <a:pt x="126910" y="2989"/>
                        <a:pt x="126850" y="2227"/>
                      </a:cubicBezTo>
                      <a:cubicBezTo>
                        <a:pt x="126802" y="1608"/>
                        <a:pt x="126862" y="965"/>
                        <a:pt x="126731" y="346"/>
                      </a:cubicBezTo>
                      <a:cubicBezTo>
                        <a:pt x="125124" y="311"/>
                        <a:pt x="123516" y="132"/>
                        <a:pt x="121909" y="13"/>
                      </a:cubicBezTo>
                      <a:lnTo>
                        <a:pt x="109991" y="13"/>
                      </a:lnTo>
                      <a:cubicBezTo>
                        <a:pt x="109038" y="61"/>
                        <a:pt x="108086" y="132"/>
                        <a:pt x="107133" y="168"/>
                      </a:cubicBezTo>
                      <a:cubicBezTo>
                        <a:pt x="106762" y="182"/>
                        <a:pt x="102702" y="187"/>
                        <a:pt x="96685" y="187"/>
                      </a:cubicBezTo>
                      <a:cubicBezTo>
                        <a:pt x="77063" y="187"/>
                        <a:pt x="36628" y="129"/>
                        <a:pt x="35434" y="120"/>
                      </a:cubicBezTo>
                      <a:cubicBezTo>
                        <a:pt x="35356" y="119"/>
                        <a:pt x="35278" y="118"/>
                        <a:pt x="35201" y="118"/>
                      </a:cubicBezTo>
                      <a:cubicBezTo>
                        <a:pt x="33720" y="118"/>
                        <a:pt x="32249" y="324"/>
                        <a:pt x="30767" y="346"/>
                      </a:cubicBezTo>
                      <a:cubicBezTo>
                        <a:pt x="30693" y="347"/>
                        <a:pt x="30620" y="347"/>
                        <a:pt x="30547" y="347"/>
                      </a:cubicBezTo>
                      <a:cubicBezTo>
                        <a:pt x="29084" y="347"/>
                        <a:pt x="27621" y="239"/>
                        <a:pt x="26147" y="239"/>
                      </a:cubicBezTo>
                      <a:cubicBezTo>
                        <a:pt x="24528" y="251"/>
                        <a:pt x="22909" y="299"/>
                        <a:pt x="21277" y="311"/>
                      </a:cubicBezTo>
                      <a:cubicBezTo>
                        <a:pt x="21241" y="311"/>
                        <a:pt x="21205" y="311"/>
                        <a:pt x="21170" y="311"/>
                      </a:cubicBezTo>
                      <a:cubicBezTo>
                        <a:pt x="20035" y="311"/>
                        <a:pt x="18893" y="170"/>
                        <a:pt x="17750" y="170"/>
                      </a:cubicBezTo>
                      <a:cubicBezTo>
                        <a:pt x="17454" y="170"/>
                        <a:pt x="17157" y="179"/>
                        <a:pt x="16860" y="203"/>
                      </a:cubicBezTo>
                      <a:cubicBezTo>
                        <a:pt x="16461" y="234"/>
                        <a:pt x="16051" y="285"/>
                        <a:pt x="15641" y="285"/>
                      </a:cubicBezTo>
                      <a:cubicBezTo>
                        <a:pt x="15416" y="285"/>
                        <a:pt x="15191" y="269"/>
                        <a:pt x="14967" y="227"/>
                      </a:cubicBezTo>
                      <a:cubicBezTo>
                        <a:pt x="14705" y="180"/>
                        <a:pt x="14396" y="61"/>
                        <a:pt x="1409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0" name="Google Shape;1260;p39"/>
                <p:cNvSpPr/>
                <p:nvPr/>
              </p:nvSpPr>
              <p:spPr>
                <a:xfrm>
                  <a:off x="7680584" y="2867777"/>
                  <a:ext cx="24490" cy="20782"/>
                </a:xfrm>
                <a:custGeom>
                  <a:rect b="b" l="l" r="r" t="t"/>
                  <a:pathLst>
                    <a:path extrusionOk="0" h="667" w="786">
                      <a:moveTo>
                        <a:pt x="441" y="0"/>
                      </a:moveTo>
                      <a:cubicBezTo>
                        <a:pt x="333" y="131"/>
                        <a:pt x="238" y="262"/>
                        <a:pt x="143" y="405"/>
                      </a:cubicBezTo>
                      <a:cubicBezTo>
                        <a:pt x="83" y="488"/>
                        <a:pt x="36" y="584"/>
                        <a:pt x="0" y="667"/>
                      </a:cubicBezTo>
                      <a:cubicBezTo>
                        <a:pt x="143" y="596"/>
                        <a:pt x="298" y="536"/>
                        <a:pt x="429" y="476"/>
                      </a:cubicBezTo>
                      <a:cubicBezTo>
                        <a:pt x="453" y="369"/>
                        <a:pt x="536" y="286"/>
                        <a:pt x="595" y="226"/>
                      </a:cubicBezTo>
                      <a:cubicBezTo>
                        <a:pt x="655" y="155"/>
                        <a:pt x="726" y="84"/>
                        <a:pt x="786" y="12"/>
                      </a:cubicBezTo>
                      <a:cubicBezTo>
                        <a:pt x="667" y="12"/>
                        <a:pt x="548" y="0"/>
                        <a:pt x="44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1" name="Google Shape;1261;p39"/>
                <p:cNvSpPr/>
                <p:nvPr/>
              </p:nvSpPr>
              <p:spPr>
                <a:xfrm>
                  <a:off x="7697627" y="2878901"/>
                  <a:ext cx="14893" cy="5577"/>
                </a:xfrm>
                <a:custGeom>
                  <a:rect b="b" l="l" r="r" t="t"/>
                  <a:pathLst>
                    <a:path extrusionOk="0" h="179" w="478">
                      <a:moveTo>
                        <a:pt x="477" y="0"/>
                      </a:moveTo>
                      <a:cubicBezTo>
                        <a:pt x="310" y="48"/>
                        <a:pt x="167" y="108"/>
                        <a:pt x="1" y="167"/>
                      </a:cubicBezTo>
                      <a:cubicBezTo>
                        <a:pt x="13" y="167"/>
                        <a:pt x="1" y="179"/>
                        <a:pt x="1" y="179"/>
                      </a:cubicBezTo>
                      <a:cubicBezTo>
                        <a:pt x="48" y="167"/>
                        <a:pt x="108" y="143"/>
                        <a:pt x="144" y="131"/>
                      </a:cubicBezTo>
                      <a:lnTo>
                        <a:pt x="477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2" name="Google Shape;1262;p39"/>
                <p:cNvSpPr/>
                <p:nvPr/>
              </p:nvSpPr>
              <p:spPr>
                <a:xfrm>
                  <a:off x="7722491" y="2869242"/>
                  <a:ext cx="6699" cy="2648"/>
                </a:xfrm>
                <a:custGeom>
                  <a:rect b="b" l="l" r="r" t="t"/>
                  <a:pathLst>
                    <a:path extrusionOk="0" h="85" w="215">
                      <a:moveTo>
                        <a:pt x="36" y="1"/>
                      </a:moveTo>
                      <a:cubicBezTo>
                        <a:pt x="48" y="13"/>
                        <a:pt x="48" y="25"/>
                        <a:pt x="36" y="37"/>
                      </a:cubicBezTo>
                      <a:cubicBezTo>
                        <a:pt x="24" y="60"/>
                        <a:pt x="24" y="72"/>
                        <a:pt x="1" y="84"/>
                      </a:cubicBezTo>
                      <a:cubicBezTo>
                        <a:pt x="84" y="60"/>
                        <a:pt x="155" y="37"/>
                        <a:pt x="215" y="13"/>
                      </a:cubicBezTo>
                      <a:cubicBezTo>
                        <a:pt x="155" y="13"/>
                        <a:pt x="96" y="13"/>
                        <a:pt x="3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3" name="Google Shape;1263;p39"/>
                <p:cNvSpPr/>
                <p:nvPr/>
              </p:nvSpPr>
              <p:spPr>
                <a:xfrm>
                  <a:off x="7700244" y="2868868"/>
                  <a:ext cx="21904" cy="11559"/>
                </a:xfrm>
                <a:custGeom>
                  <a:rect b="b" l="l" r="r" t="t"/>
                  <a:pathLst>
                    <a:path extrusionOk="0" h="371" w="703">
                      <a:moveTo>
                        <a:pt x="286" y="1"/>
                      </a:moveTo>
                      <a:cubicBezTo>
                        <a:pt x="214" y="72"/>
                        <a:pt x="143" y="156"/>
                        <a:pt x="83" y="251"/>
                      </a:cubicBezTo>
                      <a:cubicBezTo>
                        <a:pt x="48" y="275"/>
                        <a:pt x="36" y="322"/>
                        <a:pt x="0" y="370"/>
                      </a:cubicBezTo>
                      <a:cubicBezTo>
                        <a:pt x="179" y="299"/>
                        <a:pt x="381" y="215"/>
                        <a:pt x="572" y="156"/>
                      </a:cubicBezTo>
                      <a:lnTo>
                        <a:pt x="703" y="25"/>
                      </a:lnTo>
                      <a:cubicBezTo>
                        <a:pt x="572" y="13"/>
                        <a:pt x="417" y="13"/>
                        <a:pt x="28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4" name="Google Shape;1264;p39"/>
                <p:cNvSpPr/>
                <p:nvPr/>
              </p:nvSpPr>
              <p:spPr>
                <a:xfrm>
                  <a:off x="7413845" y="2869242"/>
                  <a:ext cx="113538" cy="135816"/>
                </a:xfrm>
                <a:custGeom>
                  <a:rect b="b" l="l" r="r" t="t"/>
                  <a:pathLst>
                    <a:path extrusionOk="0" h="4359" w="3644">
                      <a:moveTo>
                        <a:pt x="3644" y="1"/>
                      </a:moveTo>
                      <a:cubicBezTo>
                        <a:pt x="3465" y="1"/>
                        <a:pt x="3275" y="13"/>
                        <a:pt x="3096" y="13"/>
                      </a:cubicBezTo>
                      <a:cubicBezTo>
                        <a:pt x="2870" y="346"/>
                        <a:pt x="2656" y="679"/>
                        <a:pt x="2406" y="977"/>
                      </a:cubicBezTo>
                      <a:cubicBezTo>
                        <a:pt x="2072" y="1418"/>
                        <a:pt x="1727" y="1834"/>
                        <a:pt x="1394" y="2275"/>
                      </a:cubicBezTo>
                      <a:cubicBezTo>
                        <a:pt x="905" y="2942"/>
                        <a:pt x="489" y="3692"/>
                        <a:pt x="1" y="4359"/>
                      </a:cubicBezTo>
                      <a:cubicBezTo>
                        <a:pt x="155" y="4287"/>
                        <a:pt x="346" y="4216"/>
                        <a:pt x="501" y="4132"/>
                      </a:cubicBezTo>
                      <a:cubicBezTo>
                        <a:pt x="536" y="4097"/>
                        <a:pt x="560" y="4049"/>
                        <a:pt x="596" y="4013"/>
                      </a:cubicBezTo>
                      <a:cubicBezTo>
                        <a:pt x="596" y="4001"/>
                        <a:pt x="608" y="4001"/>
                        <a:pt x="620" y="4001"/>
                      </a:cubicBezTo>
                      <a:cubicBezTo>
                        <a:pt x="1096" y="3358"/>
                        <a:pt x="1477" y="2632"/>
                        <a:pt x="1965" y="1989"/>
                      </a:cubicBezTo>
                      <a:cubicBezTo>
                        <a:pt x="2513" y="1299"/>
                        <a:pt x="3084" y="656"/>
                        <a:pt x="364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5" name="Google Shape;1265;p39"/>
                <p:cNvSpPr/>
                <p:nvPr/>
              </p:nvSpPr>
              <p:spPr>
                <a:xfrm>
                  <a:off x="7212411" y="2871485"/>
                  <a:ext cx="176975" cy="213709"/>
                </a:xfrm>
                <a:custGeom>
                  <a:rect b="b" l="l" r="r" t="t"/>
                  <a:pathLst>
                    <a:path extrusionOk="0" h="6859" w="5680">
                      <a:moveTo>
                        <a:pt x="5215" y="0"/>
                      </a:moveTo>
                      <a:lnTo>
                        <a:pt x="5156" y="60"/>
                      </a:lnTo>
                      <a:cubicBezTo>
                        <a:pt x="5156" y="60"/>
                        <a:pt x="5144" y="60"/>
                        <a:pt x="5144" y="48"/>
                      </a:cubicBezTo>
                      <a:cubicBezTo>
                        <a:pt x="4858" y="631"/>
                        <a:pt x="4287" y="1167"/>
                        <a:pt x="3918" y="1715"/>
                      </a:cubicBezTo>
                      <a:cubicBezTo>
                        <a:pt x="3537" y="2274"/>
                        <a:pt x="3156" y="2858"/>
                        <a:pt x="2763" y="3405"/>
                      </a:cubicBezTo>
                      <a:cubicBezTo>
                        <a:pt x="1894" y="4584"/>
                        <a:pt x="917" y="5644"/>
                        <a:pt x="0" y="6787"/>
                      </a:cubicBezTo>
                      <a:lnTo>
                        <a:pt x="0" y="6858"/>
                      </a:lnTo>
                      <a:lnTo>
                        <a:pt x="24" y="6858"/>
                      </a:lnTo>
                      <a:cubicBezTo>
                        <a:pt x="298" y="6584"/>
                        <a:pt x="631" y="6358"/>
                        <a:pt x="977" y="6192"/>
                      </a:cubicBezTo>
                      <a:cubicBezTo>
                        <a:pt x="977" y="6180"/>
                        <a:pt x="989" y="6180"/>
                        <a:pt x="989" y="6180"/>
                      </a:cubicBezTo>
                      <a:cubicBezTo>
                        <a:pt x="1405" y="5918"/>
                        <a:pt x="1774" y="5179"/>
                        <a:pt x="2108" y="4798"/>
                      </a:cubicBezTo>
                      <a:cubicBezTo>
                        <a:pt x="2525" y="4287"/>
                        <a:pt x="2953" y="3786"/>
                        <a:pt x="3358" y="3251"/>
                      </a:cubicBezTo>
                      <a:cubicBezTo>
                        <a:pt x="4156" y="2191"/>
                        <a:pt x="4882" y="1072"/>
                        <a:pt x="568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6" name="Google Shape;1266;p39"/>
                <p:cNvSpPr/>
                <p:nvPr/>
              </p:nvSpPr>
              <p:spPr>
                <a:xfrm>
                  <a:off x="7342245" y="2870737"/>
                  <a:ext cx="120611" cy="163639"/>
                </a:xfrm>
                <a:custGeom>
                  <a:rect b="b" l="l" r="r" t="t"/>
                  <a:pathLst>
                    <a:path extrusionOk="0" h="5252" w="3871">
                      <a:moveTo>
                        <a:pt x="3561" y="102"/>
                      </a:moveTo>
                      <a:cubicBezTo>
                        <a:pt x="3567" y="102"/>
                        <a:pt x="3572" y="108"/>
                        <a:pt x="3572" y="120"/>
                      </a:cubicBezTo>
                      <a:lnTo>
                        <a:pt x="3572" y="155"/>
                      </a:lnTo>
                      <a:cubicBezTo>
                        <a:pt x="3572" y="173"/>
                        <a:pt x="3567" y="182"/>
                        <a:pt x="3561" y="182"/>
                      </a:cubicBezTo>
                      <a:cubicBezTo>
                        <a:pt x="3555" y="182"/>
                        <a:pt x="3549" y="173"/>
                        <a:pt x="3549" y="155"/>
                      </a:cubicBezTo>
                      <a:lnTo>
                        <a:pt x="3549" y="120"/>
                      </a:lnTo>
                      <a:cubicBezTo>
                        <a:pt x="3549" y="108"/>
                        <a:pt x="3555" y="102"/>
                        <a:pt x="3561" y="102"/>
                      </a:cubicBezTo>
                      <a:close/>
                      <a:moveTo>
                        <a:pt x="3572" y="0"/>
                      </a:moveTo>
                      <a:cubicBezTo>
                        <a:pt x="3061" y="1036"/>
                        <a:pt x="2441" y="2001"/>
                        <a:pt x="1775" y="2929"/>
                      </a:cubicBezTo>
                      <a:cubicBezTo>
                        <a:pt x="1429" y="3406"/>
                        <a:pt x="1060" y="3870"/>
                        <a:pt x="691" y="4311"/>
                      </a:cubicBezTo>
                      <a:cubicBezTo>
                        <a:pt x="453" y="4608"/>
                        <a:pt x="239" y="4942"/>
                        <a:pt x="1" y="5251"/>
                      </a:cubicBezTo>
                      <a:cubicBezTo>
                        <a:pt x="36" y="5239"/>
                        <a:pt x="48" y="5239"/>
                        <a:pt x="84" y="5215"/>
                      </a:cubicBezTo>
                      <a:lnTo>
                        <a:pt x="96" y="5215"/>
                      </a:lnTo>
                      <a:cubicBezTo>
                        <a:pt x="203" y="5180"/>
                        <a:pt x="322" y="5144"/>
                        <a:pt x="417" y="5096"/>
                      </a:cubicBezTo>
                      <a:cubicBezTo>
                        <a:pt x="1191" y="4406"/>
                        <a:pt x="1763" y="3346"/>
                        <a:pt x="2310" y="2441"/>
                      </a:cubicBezTo>
                      <a:cubicBezTo>
                        <a:pt x="2799" y="1644"/>
                        <a:pt x="3239" y="655"/>
                        <a:pt x="387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7" name="Google Shape;1267;p39"/>
                <p:cNvSpPr/>
                <p:nvPr/>
              </p:nvSpPr>
              <p:spPr>
                <a:xfrm>
                  <a:off x="7319251" y="2871111"/>
                  <a:ext cx="133198" cy="170681"/>
                </a:xfrm>
                <a:custGeom>
                  <a:rect b="b" l="l" r="r" t="t"/>
                  <a:pathLst>
                    <a:path extrusionOk="0" h="5478" w="4275">
                      <a:moveTo>
                        <a:pt x="4275" y="0"/>
                      </a:moveTo>
                      <a:cubicBezTo>
                        <a:pt x="4084" y="0"/>
                        <a:pt x="3894" y="0"/>
                        <a:pt x="3715" y="12"/>
                      </a:cubicBezTo>
                      <a:cubicBezTo>
                        <a:pt x="3179" y="1239"/>
                        <a:pt x="2251" y="2334"/>
                        <a:pt x="1477" y="3382"/>
                      </a:cubicBezTo>
                      <a:cubicBezTo>
                        <a:pt x="1024" y="3989"/>
                        <a:pt x="560" y="4906"/>
                        <a:pt x="0" y="5477"/>
                      </a:cubicBezTo>
                      <a:cubicBezTo>
                        <a:pt x="179" y="5430"/>
                        <a:pt x="334" y="5370"/>
                        <a:pt x="512" y="5322"/>
                      </a:cubicBezTo>
                      <a:cubicBezTo>
                        <a:pt x="774" y="4989"/>
                        <a:pt x="1001" y="4596"/>
                        <a:pt x="1262" y="4287"/>
                      </a:cubicBezTo>
                      <a:cubicBezTo>
                        <a:pt x="1620" y="3870"/>
                        <a:pt x="1965" y="3453"/>
                        <a:pt x="2286" y="3001"/>
                      </a:cubicBezTo>
                      <a:cubicBezTo>
                        <a:pt x="3001" y="2048"/>
                        <a:pt x="3656" y="1036"/>
                        <a:pt x="427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8" name="Google Shape;1268;p39"/>
                <p:cNvSpPr/>
                <p:nvPr/>
              </p:nvSpPr>
              <p:spPr>
                <a:xfrm>
                  <a:off x="7212411" y="2870737"/>
                  <a:ext cx="143979" cy="175510"/>
                </a:xfrm>
                <a:custGeom>
                  <a:rect b="b" l="l" r="r" t="t"/>
                  <a:pathLst>
                    <a:path extrusionOk="0" h="5633" w="4621">
                      <a:moveTo>
                        <a:pt x="3965" y="0"/>
                      </a:moveTo>
                      <a:cubicBezTo>
                        <a:pt x="3418" y="917"/>
                        <a:pt x="2775" y="1739"/>
                        <a:pt x="2120" y="2560"/>
                      </a:cubicBezTo>
                      <a:cubicBezTo>
                        <a:pt x="1417" y="3418"/>
                        <a:pt x="596" y="4251"/>
                        <a:pt x="0" y="5239"/>
                      </a:cubicBezTo>
                      <a:cubicBezTo>
                        <a:pt x="24" y="5239"/>
                        <a:pt x="24" y="5251"/>
                        <a:pt x="24" y="5263"/>
                      </a:cubicBezTo>
                      <a:lnTo>
                        <a:pt x="24" y="5632"/>
                      </a:lnTo>
                      <a:cubicBezTo>
                        <a:pt x="512" y="4953"/>
                        <a:pt x="1953" y="3310"/>
                        <a:pt x="2084" y="3132"/>
                      </a:cubicBezTo>
                      <a:cubicBezTo>
                        <a:pt x="2917" y="2096"/>
                        <a:pt x="3739" y="989"/>
                        <a:pt x="4620" y="12"/>
                      </a:cubicBezTo>
                      <a:lnTo>
                        <a:pt x="4549" y="12"/>
                      </a:lnTo>
                      <a:cubicBezTo>
                        <a:pt x="4346" y="12"/>
                        <a:pt x="4156" y="0"/>
                        <a:pt x="396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9" name="Google Shape;1269;p39"/>
                <p:cNvSpPr/>
                <p:nvPr/>
              </p:nvSpPr>
              <p:spPr>
                <a:xfrm>
                  <a:off x="7213159" y="2870363"/>
                  <a:ext cx="158436" cy="202960"/>
                </a:xfrm>
                <a:custGeom>
                  <a:rect b="b" l="l" r="r" t="t"/>
                  <a:pathLst>
                    <a:path extrusionOk="0" h="6514" w="5085">
                      <a:moveTo>
                        <a:pt x="4703" y="1"/>
                      </a:moveTo>
                      <a:cubicBezTo>
                        <a:pt x="3810" y="1096"/>
                        <a:pt x="2941" y="2227"/>
                        <a:pt x="2084" y="3322"/>
                      </a:cubicBezTo>
                      <a:cubicBezTo>
                        <a:pt x="1631" y="3894"/>
                        <a:pt x="1191" y="4442"/>
                        <a:pt x="715" y="4989"/>
                      </a:cubicBezTo>
                      <a:cubicBezTo>
                        <a:pt x="453" y="5287"/>
                        <a:pt x="250" y="5680"/>
                        <a:pt x="0" y="5954"/>
                      </a:cubicBezTo>
                      <a:lnTo>
                        <a:pt x="0" y="6513"/>
                      </a:lnTo>
                      <a:cubicBezTo>
                        <a:pt x="846" y="5406"/>
                        <a:pt x="1798" y="4430"/>
                        <a:pt x="2632" y="3299"/>
                      </a:cubicBezTo>
                      <a:cubicBezTo>
                        <a:pt x="3429" y="2215"/>
                        <a:pt x="4120" y="929"/>
                        <a:pt x="508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0" name="Google Shape;1270;p39"/>
                <p:cNvSpPr/>
                <p:nvPr/>
              </p:nvSpPr>
              <p:spPr>
                <a:xfrm>
                  <a:off x="7213159" y="2870363"/>
                  <a:ext cx="119832" cy="153233"/>
                </a:xfrm>
                <a:custGeom>
                  <a:rect b="b" l="l" r="r" t="t"/>
                  <a:pathLst>
                    <a:path extrusionOk="0" h="4918" w="3846">
                      <a:moveTo>
                        <a:pt x="3513" y="1"/>
                      </a:moveTo>
                      <a:cubicBezTo>
                        <a:pt x="2358" y="1584"/>
                        <a:pt x="1131" y="3072"/>
                        <a:pt x="12" y="4692"/>
                      </a:cubicBezTo>
                      <a:cubicBezTo>
                        <a:pt x="12" y="4751"/>
                        <a:pt x="0" y="4846"/>
                        <a:pt x="0" y="4918"/>
                      </a:cubicBezTo>
                      <a:cubicBezTo>
                        <a:pt x="500" y="4156"/>
                        <a:pt x="1131" y="3525"/>
                        <a:pt x="1691" y="2834"/>
                      </a:cubicBezTo>
                      <a:cubicBezTo>
                        <a:pt x="2453" y="1929"/>
                        <a:pt x="3179" y="1001"/>
                        <a:pt x="384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1" name="Google Shape;1271;p39"/>
                <p:cNvSpPr/>
                <p:nvPr/>
              </p:nvSpPr>
              <p:spPr>
                <a:xfrm>
                  <a:off x="7214998" y="2869242"/>
                  <a:ext cx="12276" cy="18601"/>
                </a:xfrm>
                <a:custGeom>
                  <a:rect b="b" l="l" r="r" t="t"/>
                  <a:pathLst>
                    <a:path extrusionOk="0" h="597" w="394">
                      <a:moveTo>
                        <a:pt x="1" y="1"/>
                      </a:moveTo>
                      <a:cubicBezTo>
                        <a:pt x="13" y="191"/>
                        <a:pt x="25" y="382"/>
                        <a:pt x="25" y="596"/>
                      </a:cubicBezTo>
                      <a:cubicBezTo>
                        <a:pt x="72" y="501"/>
                        <a:pt x="132" y="418"/>
                        <a:pt x="179" y="334"/>
                      </a:cubicBezTo>
                      <a:cubicBezTo>
                        <a:pt x="251" y="227"/>
                        <a:pt x="310" y="96"/>
                        <a:pt x="39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2" name="Google Shape;1272;p39"/>
                <p:cNvSpPr/>
                <p:nvPr/>
              </p:nvSpPr>
              <p:spPr>
                <a:xfrm>
                  <a:off x="7214998" y="2869616"/>
                  <a:ext cx="80916" cy="113195"/>
                </a:xfrm>
                <a:custGeom>
                  <a:rect b="b" l="l" r="r" t="t"/>
                  <a:pathLst>
                    <a:path extrusionOk="0" h="3633" w="2597">
                      <a:moveTo>
                        <a:pt x="2239" y="1"/>
                      </a:moveTo>
                      <a:cubicBezTo>
                        <a:pt x="1870" y="679"/>
                        <a:pt x="1382" y="1263"/>
                        <a:pt x="894" y="1846"/>
                      </a:cubicBezTo>
                      <a:cubicBezTo>
                        <a:pt x="620" y="2156"/>
                        <a:pt x="417" y="2513"/>
                        <a:pt x="179" y="2858"/>
                      </a:cubicBezTo>
                      <a:cubicBezTo>
                        <a:pt x="120" y="2942"/>
                        <a:pt x="72" y="3001"/>
                        <a:pt x="13" y="3049"/>
                      </a:cubicBezTo>
                      <a:cubicBezTo>
                        <a:pt x="13" y="3239"/>
                        <a:pt x="1" y="3442"/>
                        <a:pt x="1" y="3632"/>
                      </a:cubicBezTo>
                      <a:cubicBezTo>
                        <a:pt x="84" y="3430"/>
                        <a:pt x="263" y="3227"/>
                        <a:pt x="394" y="3037"/>
                      </a:cubicBezTo>
                      <a:cubicBezTo>
                        <a:pt x="691" y="2608"/>
                        <a:pt x="977" y="2180"/>
                        <a:pt x="1275" y="1739"/>
                      </a:cubicBezTo>
                      <a:cubicBezTo>
                        <a:pt x="1680" y="1132"/>
                        <a:pt x="2108" y="525"/>
                        <a:pt x="259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3" name="Google Shape;1273;p39"/>
                <p:cNvSpPr/>
                <p:nvPr/>
              </p:nvSpPr>
              <p:spPr>
                <a:xfrm>
                  <a:off x="7213533" y="2869616"/>
                  <a:ext cx="106496" cy="138402"/>
                </a:xfrm>
                <a:custGeom>
                  <a:rect b="b" l="l" r="r" t="t"/>
                  <a:pathLst>
                    <a:path extrusionOk="0" h="4442" w="3418">
                      <a:moveTo>
                        <a:pt x="2739" y="1"/>
                      </a:moveTo>
                      <a:cubicBezTo>
                        <a:pt x="2203" y="608"/>
                        <a:pt x="1738" y="1299"/>
                        <a:pt x="1274" y="1989"/>
                      </a:cubicBezTo>
                      <a:cubicBezTo>
                        <a:pt x="857" y="2632"/>
                        <a:pt x="417" y="3239"/>
                        <a:pt x="12" y="3882"/>
                      </a:cubicBezTo>
                      <a:cubicBezTo>
                        <a:pt x="12" y="4061"/>
                        <a:pt x="12" y="4263"/>
                        <a:pt x="0" y="4442"/>
                      </a:cubicBezTo>
                      <a:cubicBezTo>
                        <a:pt x="1072" y="2894"/>
                        <a:pt x="2250" y="1441"/>
                        <a:pt x="3417" y="13"/>
                      </a:cubicBezTo>
                      <a:cubicBezTo>
                        <a:pt x="3203" y="13"/>
                        <a:pt x="2965" y="1"/>
                        <a:pt x="273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4" name="Google Shape;1274;p39"/>
                <p:cNvSpPr/>
                <p:nvPr/>
              </p:nvSpPr>
              <p:spPr>
                <a:xfrm>
                  <a:off x="7333708" y="3166765"/>
                  <a:ext cx="98333" cy="46394"/>
                </a:xfrm>
                <a:custGeom>
                  <a:rect b="b" l="l" r="r" t="t"/>
                  <a:pathLst>
                    <a:path extrusionOk="0" h="1489" w="3156">
                      <a:moveTo>
                        <a:pt x="1" y="1"/>
                      </a:moveTo>
                      <a:lnTo>
                        <a:pt x="1" y="1"/>
                      </a:lnTo>
                      <a:cubicBezTo>
                        <a:pt x="537" y="298"/>
                        <a:pt x="1084" y="584"/>
                        <a:pt x="1632" y="834"/>
                      </a:cubicBezTo>
                      <a:cubicBezTo>
                        <a:pt x="2144" y="1060"/>
                        <a:pt x="2644" y="1287"/>
                        <a:pt x="3156" y="1489"/>
                      </a:cubicBezTo>
                      <a:lnTo>
                        <a:pt x="2715" y="1275"/>
                      </a:lnTo>
                      <a:cubicBezTo>
                        <a:pt x="2394" y="1120"/>
                        <a:pt x="2049" y="953"/>
                        <a:pt x="1703" y="798"/>
                      </a:cubicBezTo>
                      <a:cubicBezTo>
                        <a:pt x="1144" y="525"/>
                        <a:pt x="572" y="274"/>
                        <a:pt x="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5" name="Google Shape;1275;p39"/>
                <p:cNvSpPr/>
                <p:nvPr/>
              </p:nvSpPr>
              <p:spPr>
                <a:xfrm>
                  <a:off x="7217241" y="3021727"/>
                  <a:ext cx="312385" cy="229662"/>
                </a:xfrm>
                <a:custGeom>
                  <a:rect b="b" l="l" r="r" t="t"/>
                  <a:pathLst>
                    <a:path extrusionOk="0" h="7371" w="10026">
                      <a:moveTo>
                        <a:pt x="6025" y="0"/>
                      </a:moveTo>
                      <a:cubicBezTo>
                        <a:pt x="5965" y="36"/>
                        <a:pt x="5894" y="60"/>
                        <a:pt x="5799" y="96"/>
                      </a:cubicBezTo>
                      <a:cubicBezTo>
                        <a:pt x="5790" y="104"/>
                        <a:pt x="5776" y="112"/>
                        <a:pt x="5760" y="112"/>
                      </a:cubicBezTo>
                      <a:cubicBezTo>
                        <a:pt x="5753" y="112"/>
                        <a:pt x="5746" y="111"/>
                        <a:pt x="5739" y="107"/>
                      </a:cubicBezTo>
                      <a:cubicBezTo>
                        <a:pt x="5084" y="393"/>
                        <a:pt x="4429" y="643"/>
                        <a:pt x="3763" y="846"/>
                      </a:cubicBezTo>
                      <a:cubicBezTo>
                        <a:pt x="3465" y="941"/>
                        <a:pt x="3155" y="1012"/>
                        <a:pt x="2846" y="1084"/>
                      </a:cubicBezTo>
                      <a:lnTo>
                        <a:pt x="1119" y="1822"/>
                      </a:lnTo>
                      <a:cubicBezTo>
                        <a:pt x="786" y="2001"/>
                        <a:pt x="465" y="2143"/>
                        <a:pt x="107" y="2251"/>
                      </a:cubicBezTo>
                      <a:lnTo>
                        <a:pt x="0" y="2358"/>
                      </a:lnTo>
                      <a:lnTo>
                        <a:pt x="2096" y="3465"/>
                      </a:lnTo>
                      <a:cubicBezTo>
                        <a:pt x="3274" y="4048"/>
                        <a:pt x="4429" y="4644"/>
                        <a:pt x="5608" y="5191"/>
                      </a:cubicBezTo>
                      <a:cubicBezTo>
                        <a:pt x="6561" y="5644"/>
                        <a:pt x="7525" y="6108"/>
                        <a:pt x="8466" y="6584"/>
                      </a:cubicBezTo>
                      <a:cubicBezTo>
                        <a:pt x="8847" y="6787"/>
                        <a:pt x="9251" y="6977"/>
                        <a:pt x="9644" y="7192"/>
                      </a:cubicBezTo>
                      <a:cubicBezTo>
                        <a:pt x="9763" y="7251"/>
                        <a:pt x="9894" y="7311"/>
                        <a:pt x="10025" y="7370"/>
                      </a:cubicBezTo>
                      <a:cubicBezTo>
                        <a:pt x="9990" y="7299"/>
                        <a:pt x="9954" y="7215"/>
                        <a:pt x="9930" y="7144"/>
                      </a:cubicBezTo>
                      <a:lnTo>
                        <a:pt x="7263" y="2179"/>
                      </a:lnTo>
                      <a:cubicBezTo>
                        <a:pt x="7168" y="2024"/>
                        <a:pt x="7084" y="1858"/>
                        <a:pt x="6989" y="1715"/>
                      </a:cubicBezTo>
                      <a:cubicBezTo>
                        <a:pt x="6668" y="1143"/>
                        <a:pt x="6251" y="643"/>
                        <a:pt x="602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6" name="Google Shape;1276;p39"/>
                <p:cNvSpPr/>
                <p:nvPr/>
              </p:nvSpPr>
              <p:spPr>
                <a:xfrm>
                  <a:off x="7367108" y="2869397"/>
                  <a:ext cx="142109" cy="155694"/>
                </a:xfrm>
                <a:custGeom>
                  <a:rect b="b" l="l" r="r" t="t"/>
                  <a:pathLst>
                    <a:path extrusionOk="0" h="4997" w="4561">
                      <a:moveTo>
                        <a:pt x="3763" y="0"/>
                      </a:moveTo>
                      <a:cubicBezTo>
                        <a:pt x="3758" y="0"/>
                        <a:pt x="3753" y="2"/>
                        <a:pt x="3751" y="8"/>
                      </a:cubicBezTo>
                      <a:cubicBezTo>
                        <a:pt x="3743" y="17"/>
                        <a:pt x="3736" y="26"/>
                        <a:pt x="3729" y="35"/>
                      </a:cubicBezTo>
                      <a:lnTo>
                        <a:pt x="3729" y="35"/>
                      </a:lnTo>
                      <a:cubicBezTo>
                        <a:pt x="3748" y="34"/>
                        <a:pt x="3768" y="34"/>
                        <a:pt x="3787" y="33"/>
                      </a:cubicBezTo>
                      <a:lnTo>
                        <a:pt x="3787" y="33"/>
                      </a:lnTo>
                      <a:cubicBezTo>
                        <a:pt x="3786" y="40"/>
                        <a:pt x="3782" y="48"/>
                        <a:pt x="3775" y="55"/>
                      </a:cubicBezTo>
                      <a:cubicBezTo>
                        <a:pt x="3072" y="972"/>
                        <a:pt x="2465" y="1972"/>
                        <a:pt x="1822" y="2960"/>
                      </a:cubicBezTo>
                      <a:cubicBezTo>
                        <a:pt x="1489" y="3472"/>
                        <a:pt x="929" y="4068"/>
                        <a:pt x="667" y="4699"/>
                      </a:cubicBezTo>
                      <a:lnTo>
                        <a:pt x="917" y="4592"/>
                      </a:lnTo>
                      <a:cubicBezTo>
                        <a:pt x="1024" y="4544"/>
                        <a:pt x="1108" y="4496"/>
                        <a:pt x="1215" y="4461"/>
                      </a:cubicBezTo>
                      <a:cubicBezTo>
                        <a:pt x="1798" y="3734"/>
                        <a:pt x="2274" y="2913"/>
                        <a:pt x="2834" y="2163"/>
                      </a:cubicBezTo>
                      <a:cubicBezTo>
                        <a:pt x="3191" y="1722"/>
                        <a:pt x="3584" y="1294"/>
                        <a:pt x="3953" y="841"/>
                      </a:cubicBezTo>
                      <a:cubicBezTo>
                        <a:pt x="4168" y="579"/>
                        <a:pt x="4358" y="293"/>
                        <a:pt x="4560" y="8"/>
                      </a:cubicBezTo>
                      <a:lnTo>
                        <a:pt x="4560" y="8"/>
                      </a:lnTo>
                      <a:cubicBezTo>
                        <a:pt x="4308" y="15"/>
                        <a:pt x="4047" y="25"/>
                        <a:pt x="3787" y="33"/>
                      </a:cubicBezTo>
                      <a:lnTo>
                        <a:pt x="3787" y="33"/>
                      </a:lnTo>
                      <a:cubicBezTo>
                        <a:pt x="3790" y="15"/>
                        <a:pt x="3775" y="0"/>
                        <a:pt x="3763" y="0"/>
                      </a:cubicBezTo>
                      <a:close/>
                      <a:moveTo>
                        <a:pt x="3729" y="35"/>
                      </a:moveTo>
                      <a:cubicBezTo>
                        <a:pt x="3556" y="40"/>
                        <a:pt x="3384" y="43"/>
                        <a:pt x="3215" y="43"/>
                      </a:cubicBezTo>
                      <a:cubicBezTo>
                        <a:pt x="2822" y="460"/>
                        <a:pt x="2548" y="972"/>
                        <a:pt x="2274" y="1484"/>
                      </a:cubicBezTo>
                      <a:cubicBezTo>
                        <a:pt x="1965" y="2032"/>
                        <a:pt x="1631" y="2568"/>
                        <a:pt x="1310" y="3091"/>
                      </a:cubicBezTo>
                      <a:cubicBezTo>
                        <a:pt x="965" y="3675"/>
                        <a:pt x="512" y="4508"/>
                        <a:pt x="0" y="4996"/>
                      </a:cubicBezTo>
                      <a:cubicBezTo>
                        <a:pt x="24" y="4985"/>
                        <a:pt x="36" y="4985"/>
                        <a:pt x="72" y="4961"/>
                      </a:cubicBezTo>
                      <a:lnTo>
                        <a:pt x="477" y="4782"/>
                      </a:lnTo>
                      <a:cubicBezTo>
                        <a:pt x="691" y="4103"/>
                        <a:pt x="1381" y="3401"/>
                        <a:pt x="1727" y="2877"/>
                      </a:cubicBezTo>
                      <a:cubicBezTo>
                        <a:pt x="2351" y="1911"/>
                        <a:pt x="2999" y="932"/>
                        <a:pt x="3729" y="3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7" name="Google Shape;1277;p39"/>
                <p:cNvSpPr/>
                <p:nvPr/>
              </p:nvSpPr>
              <p:spPr>
                <a:xfrm>
                  <a:off x="7216119" y="2868868"/>
                  <a:ext cx="22278" cy="30098"/>
                </a:xfrm>
                <a:custGeom>
                  <a:rect b="b" l="l" r="r" t="t"/>
                  <a:pathLst>
                    <a:path extrusionOk="0" h="966" w="715">
                      <a:moveTo>
                        <a:pt x="477" y="1"/>
                      </a:moveTo>
                      <a:cubicBezTo>
                        <a:pt x="358" y="144"/>
                        <a:pt x="274" y="310"/>
                        <a:pt x="179" y="477"/>
                      </a:cubicBezTo>
                      <a:cubicBezTo>
                        <a:pt x="120" y="596"/>
                        <a:pt x="60" y="727"/>
                        <a:pt x="0" y="858"/>
                      </a:cubicBezTo>
                      <a:lnTo>
                        <a:pt x="0" y="965"/>
                      </a:lnTo>
                      <a:cubicBezTo>
                        <a:pt x="96" y="811"/>
                        <a:pt x="203" y="668"/>
                        <a:pt x="286" y="537"/>
                      </a:cubicBezTo>
                      <a:cubicBezTo>
                        <a:pt x="417" y="334"/>
                        <a:pt x="572" y="180"/>
                        <a:pt x="71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8" name="Google Shape;1278;p39"/>
                <p:cNvSpPr/>
                <p:nvPr/>
              </p:nvSpPr>
              <p:spPr>
                <a:xfrm>
                  <a:off x="7455035" y="3090335"/>
                  <a:ext cx="88674" cy="167347"/>
                </a:xfrm>
                <a:custGeom>
                  <a:rect b="b" l="l" r="r" t="t"/>
                  <a:pathLst>
                    <a:path extrusionOk="0" h="5371" w="2846">
                      <a:moveTo>
                        <a:pt x="0" y="1"/>
                      </a:moveTo>
                      <a:lnTo>
                        <a:pt x="988" y="1835"/>
                      </a:lnTo>
                      <a:cubicBezTo>
                        <a:pt x="1357" y="2537"/>
                        <a:pt x="1798" y="3216"/>
                        <a:pt x="2155" y="3942"/>
                      </a:cubicBezTo>
                      <a:cubicBezTo>
                        <a:pt x="2298" y="4216"/>
                        <a:pt x="2393" y="4478"/>
                        <a:pt x="2512" y="4752"/>
                      </a:cubicBezTo>
                      <a:cubicBezTo>
                        <a:pt x="2619" y="4954"/>
                        <a:pt x="2715" y="5156"/>
                        <a:pt x="2810" y="5359"/>
                      </a:cubicBezTo>
                      <a:cubicBezTo>
                        <a:pt x="2834" y="5359"/>
                        <a:pt x="2834" y="5371"/>
                        <a:pt x="2846" y="5371"/>
                      </a:cubicBezTo>
                      <a:cubicBezTo>
                        <a:pt x="2667" y="4656"/>
                        <a:pt x="2322" y="4037"/>
                        <a:pt x="1977" y="3394"/>
                      </a:cubicBezTo>
                      <a:cubicBezTo>
                        <a:pt x="1655" y="2787"/>
                        <a:pt x="1381" y="2120"/>
                        <a:pt x="1012" y="1525"/>
                      </a:cubicBezTo>
                      <a:cubicBezTo>
                        <a:pt x="703" y="1001"/>
                        <a:pt x="357" y="489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9" name="Google Shape;1279;p39"/>
                <p:cNvSpPr/>
                <p:nvPr/>
              </p:nvSpPr>
              <p:spPr>
                <a:xfrm>
                  <a:off x="7256562" y="2871485"/>
                  <a:ext cx="146191" cy="187350"/>
                </a:xfrm>
                <a:custGeom>
                  <a:rect b="b" l="l" r="r" t="t"/>
                  <a:pathLst>
                    <a:path extrusionOk="0" h="6013" w="4692">
                      <a:moveTo>
                        <a:pt x="4251" y="0"/>
                      </a:moveTo>
                      <a:cubicBezTo>
                        <a:pt x="4167" y="131"/>
                        <a:pt x="4036" y="453"/>
                        <a:pt x="3977" y="548"/>
                      </a:cubicBezTo>
                      <a:cubicBezTo>
                        <a:pt x="3882" y="691"/>
                        <a:pt x="3786" y="834"/>
                        <a:pt x="3691" y="965"/>
                      </a:cubicBezTo>
                      <a:lnTo>
                        <a:pt x="3072" y="1905"/>
                      </a:lnTo>
                      <a:cubicBezTo>
                        <a:pt x="2691" y="2465"/>
                        <a:pt x="2310" y="3024"/>
                        <a:pt x="1893" y="3560"/>
                      </a:cubicBezTo>
                      <a:cubicBezTo>
                        <a:pt x="1417" y="4179"/>
                        <a:pt x="893" y="4775"/>
                        <a:pt x="405" y="5406"/>
                      </a:cubicBezTo>
                      <a:cubicBezTo>
                        <a:pt x="262" y="5572"/>
                        <a:pt x="143" y="5822"/>
                        <a:pt x="0" y="6013"/>
                      </a:cubicBezTo>
                      <a:cubicBezTo>
                        <a:pt x="119" y="5965"/>
                        <a:pt x="226" y="5941"/>
                        <a:pt x="346" y="5894"/>
                      </a:cubicBezTo>
                      <a:cubicBezTo>
                        <a:pt x="596" y="5549"/>
                        <a:pt x="881" y="5239"/>
                        <a:pt x="1143" y="4894"/>
                      </a:cubicBezTo>
                      <a:cubicBezTo>
                        <a:pt x="1560" y="4358"/>
                        <a:pt x="1953" y="3798"/>
                        <a:pt x="2346" y="3239"/>
                      </a:cubicBezTo>
                      <a:cubicBezTo>
                        <a:pt x="3144" y="2167"/>
                        <a:pt x="3906" y="1072"/>
                        <a:pt x="469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0" name="Google Shape;1280;p39"/>
                <p:cNvSpPr/>
                <p:nvPr/>
              </p:nvSpPr>
              <p:spPr>
                <a:xfrm>
                  <a:off x="7295882" y="2871111"/>
                  <a:ext cx="136906" cy="176601"/>
                </a:xfrm>
                <a:custGeom>
                  <a:rect b="b" l="l" r="r" t="t"/>
                  <a:pathLst>
                    <a:path extrusionOk="0" h="5668" w="4394">
                      <a:moveTo>
                        <a:pt x="3965" y="0"/>
                      </a:moveTo>
                      <a:cubicBezTo>
                        <a:pt x="3858" y="274"/>
                        <a:pt x="3620" y="548"/>
                        <a:pt x="3453" y="786"/>
                      </a:cubicBezTo>
                      <a:cubicBezTo>
                        <a:pt x="3060" y="1370"/>
                        <a:pt x="2644" y="1917"/>
                        <a:pt x="2227" y="2465"/>
                      </a:cubicBezTo>
                      <a:cubicBezTo>
                        <a:pt x="1786" y="3048"/>
                        <a:pt x="1405" y="3656"/>
                        <a:pt x="1000" y="4251"/>
                      </a:cubicBezTo>
                      <a:cubicBezTo>
                        <a:pt x="679" y="4727"/>
                        <a:pt x="298" y="5180"/>
                        <a:pt x="0" y="5668"/>
                      </a:cubicBezTo>
                      <a:cubicBezTo>
                        <a:pt x="143" y="5632"/>
                        <a:pt x="274" y="5608"/>
                        <a:pt x="405" y="5561"/>
                      </a:cubicBezTo>
                      <a:cubicBezTo>
                        <a:pt x="1108" y="4953"/>
                        <a:pt x="1631" y="3929"/>
                        <a:pt x="2191" y="3167"/>
                      </a:cubicBezTo>
                      <a:cubicBezTo>
                        <a:pt x="2965" y="2143"/>
                        <a:pt x="3667" y="1048"/>
                        <a:pt x="439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1" name="Google Shape;1281;p39"/>
                <p:cNvSpPr/>
                <p:nvPr/>
              </p:nvSpPr>
              <p:spPr>
                <a:xfrm>
                  <a:off x="7274726" y="2871485"/>
                  <a:ext cx="140645" cy="181430"/>
                </a:xfrm>
                <a:custGeom>
                  <a:rect b="b" l="l" r="r" t="t"/>
                  <a:pathLst>
                    <a:path extrusionOk="0" h="5823" w="4514">
                      <a:moveTo>
                        <a:pt x="4180" y="0"/>
                      </a:moveTo>
                      <a:cubicBezTo>
                        <a:pt x="3525" y="1024"/>
                        <a:pt x="2822" y="2036"/>
                        <a:pt x="2096" y="3036"/>
                      </a:cubicBezTo>
                      <a:cubicBezTo>
                        <a:pt x="1691" y="3584"/>
                        <a:pt x="1298" y="4156"/>
                        <a:pt x="894" y="4703"/>
                      </a:cubicBezTo>
                      <a:cubicBezTo>
                        <a:pt x="608" y="5096"/>
                        <a:pt x="286" y="5430"/>
                        <a:pt x="1" y="5822"/>
                      </a:cubicBezTo>
                      <a:cubicBezTo>
                        <a:pt x="167" y="5775"/>
                        <a:pt x="346" y="5727"/>
                        <a:pt x="501" y="5691"/>
                      </a:cubicBezTo>
                      <a:cubicBezTo>
                        <a:pt x="775" y="5227"/>
                        <a:pt x="1096" y="4822"/>
                        <a:pt x="1418" y="4394"/>
                      </a:cubicBezTo>
                      <a:cubicBezTo>
                        <a:pt x="1787" y="3870"/>
                        <a:pt x="2108" y="3322"/>
                        <a:pt x="2489" y="2810"/>
                      </a:cubicBezTo>
                      <a:cubicBezTo>
                        <a:pt x="2906" y="2262"/>
                        <a:pt x="3334" y="1727"/>
                        <a:pt x="3739" y="1179"/>
                      </a:cubicBezTo>
                      <a:cubicBezTo>
                        <a:pt x="3775" y="1119"/>
                        <a:pt x="4251" y="346"/>
                        <a:pt x="451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2" name="Google Shape;1282;p39"/>
                <p:cNvSpPr/>
                <p:nvPr/>
              </p:nvSpPr>
              <p:spPr>
                <a:xfrm>
                  <a:off x="7232446" y="3068837"/>
                  <a:ext cx="25985" cy="13740"/>
                </a:xfrm>
                <a:custGeom>
                  <a:rect b="b" l="l" r="r" t="t"/>
                  <a:pathLst>
                    <a:path extrusionOk="0" h="441" w="834">
                      <a:moveTo>
                        <a:pt x="834" y="0"/>
                      </a:moveTo>
                      <a:cubicBezTo>
                        <a:pt x="536" y="108"/>
                        <a:pt x="274" y="262"/>
                        <a:pt x="0" y="441"/>
                      </a:cubicBezTo>
                      <a:lnTo>
                        <a:pt x="358" y="286"/>
                      </a:lnTo>
                      <a:cubicBezTo>
                        <a:pt x="524" y="203"/>
                        <a:pt x="691" y="131"/>
                        <a:pt x="834" y="36"/>
                      </a:cubicBezTo>
                      <a:lnTo>
                        <a:pt x="834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3" name="Google Shape;1283;p39"/>
                <p:cNvSpPr/>
                <p:nvPr/>
              </p:nvSpPr>
              <p:spPr>
                <a:xfrm>
                  <a:off x="7439456" y="2868151"/>
                  <a:ext cx="119084" cy="125783"/>
                </a:xfrm>
                <a:custGeom>
                  <a:rect b="b" l="l" r="r" t="t"/>
                  <a:pathLst>
                    <a:path extrusionOk="0" h="4037" w="3822">
                      <a:moveTo>
                        <a:pt x="3822" y="0"/>
                      </a:moveTo>
                      <a:lnTo>
                        <a:pt x="3822" y="0"/>
                      </a:lnTo>
                      <a:cubicBezTo>
                        <a:pt x="3512" y="24"/>
                        <a:pt x="3179" y="24"/>
                        <a:pt x="2869" y="36"/>
                      </a:cubicBezTo>
                      <a:cubicBezTo>
                        <a:pt x="2310" y="738"/>
                        <a:pt x="1762" y="1417"/>
                        <a:pt x="1226" y="2119"/>
                      </a:cubicBezTo>
                      <a:cubicBezTo>
                        <a:pt x="786" y="2727"/>
                        <a:pt x="429" y="3417"/>
                        <a:pt x="0" y="4036"/>
                      </a:cubicBezTo>
                      <a:cubicBezTo>
                        <a:pt x="83" y="4001"/>
                        <a:pt x="155" y="3965"/>
                        <a:pt x="250" y="3929"/>
                      </a:cubicBezTo>
                      <a:cubicBezTo>
                        <a:pt x="560" y="3274"/>
                        <a:pt x="1084" y="2774"/>
                        <a:pt x="1512" y="2215"/>
                      </a:cubicBezTo>
                      <a:cubicBezTo>
                        <a:pt x="2096" y="1476"/>
                        <a:pt x="2738" y="774"/>
                        <a:pt x="3298" y="36"/>
                      </a:cubicBezTo>
                      <a:cubicBezTo>
                        <a:pt x="3307" y="27"/>
                        <a:pt x="3316" y="23"/>
                        <a:pt x="3323" y="23"/>
                      </a:cubicBezTo>
                      <a:cubicBezTo>
                        <a:pt x="3348" y="23"/>
                        <a:pt x="3364" y="59"/>
                        <a:pt x="3346" y="95"/>
                      </a:cubicBezTo>
                      <a:cubicBezTo>
                        <a:pt x="2453" y="1357"/>
                        <a:pt x="1274" y="2477"/>
                        <a:pt x="488" y="3822"/>
                      </a:cubicBezTo>
                      <a:lnTo>
                        <a:pt x="798" y="3691"/>
                      </a:lnTo>
                      <a:cubicBezTo>
                        <a:pt x="857" y="3679"/>
                        <a:pt x="905" y="3643"/>
                        <a:pt x="941" y="3632"/>
                      </a:cubicBezTo>
                      <a:cubicBezTo>
                        <a:pt x="1310" y="3072"/>
                        <a:pt x="1750" y="2560"/>
                        <a:pt x="2155" y="2084"/>
                      </a:cubicBezTo>
                      <a:cubicBezTo>
                        <a:pt x="2703" y="1417"/>
                        <a:pt x="3239" y="750"/>
                        <a:pt x="3774" y="107"/>
                      </a:cubicBezTo>
                      <a:cubicBezTo>
                        <a:pt x="3786" y="60"/>
                        <a:pt x="3810" y="36"/>
                        <a:pt x="382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4" name="Google Shape;1284;p39"/>
                <p:cNvSpPr/>
                <p:nvPr/>
              </p:nvSpPr>
              <p:spPr>
                <a:xfrm>
                  <a:off x="7452792" y="2873884"/>
                  <a:ext cx="779" cy="2555"/>
                </a:xfrm>
                <a:custGeom>
                  <a:rect b="b" l="l" r="r" t="t"/>
                  <a:pathLst>
                    <a:path extrusionOk="0" h="82" w="25">
                      <a:moveTo>
                        <a:pt x="13" y="1"/>
                      </a:moveTo>
                      <a:cubicBezTo>
                        <a:pt x="7" y="1"/>
                        <a:pt x="1" y="7"/>
                        <a:pt x="1" y="19"/>
                      </a:cubicBezTo>
                      <a:lnTo>
                        <a:pt x="1" y="54"/>
                      </a:lnTo>
                      <a:cubicBezTo>
                        <a:pt x="1" y="72"/>
                        <a:pt x="7" y="81"/>
                        <a:pt x="13" y="81"/>
                      </a:cubicBezTo>
                      <a:cubicBezTo>
                        <a:pt x="19" y="81"/>
                        <a:pt x="24" y="72"/>
                        <a:pt x="24" y="54"/>
                      </a:cubicBezTo>
                      <a:lnTo>
                        <a:pt x="24" y="19"/>
                      </a:lnTo>
                      <a:cubicBezTo>
                        <a:pt x="24" y="7"/>
                        <a:pt x="19" y="1"/>
                        <a:pt x="1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5" name="Google Shape;1285;p39"/>
                <p:cNvSpPr/>
                <p:nvPr/>
              </p:nvSpPr>
              <p:spPr>
                <a:xfrm>
                  <a:off x="2035530" y="2114701"/>
                  <a:ext cx="5736688" cy="1163109"/>
                </a:xfrm>
                <a:custGeom>
                  <a:rect b="b" l="l" r="r" t="t"/>
                  <a:pathLst>
                    <a:path extrusionOk="0" h="37330" w="184119">
                      <a:moveTo>
                        <a:pt x="50412" y="346"/>
                      </a:moveTo>
                      <a:cubicBezTo>
                        <a:pt x="50828" y="346"/>
                        <a:pt x="51233" y="358"/>
                        <a:pt x="51650" y="405"/>
                      </a:cubicBezTo>
                      <a:lnTo>
                        <a:pt x="48840" y="405"/>
                      </a:lnTo>
                      <a:cubicBezTo>
                        <a:pt x="49352" y="370"/>
                        <a:pt x="49876" y="358"/>
                        <a:pt x="50412" y="346"/>
                      </a:cubicBezTo>
                      <a:close/>
                      <a:moveTo>
                        <a:pt x="65009" y="548"/>
                      </a:moveTo>
                      <a:cubicBezTo>
                        <a:pt x="64691" y="580"/>
                        <a:pt x="64369" y="580"/>
                        <a:pt x="64048" y="580"/>
                      </a:cubicBezTo>
                      <a:cubicBezTo>
                        <a:pt x="63887" y="580"/>
                        <a:pt x="63727" y="580"/>
                        <a:pt x="63568" y="584"/>
                      </a:cubicBezTo>
                      <a:cubicBezTo>
                        <a:pt x="63036" y="604"/>
                        <a:pt x="62507" y="612"/>
                        <a:pt x="61979" y="612"/>
                      </a:cubicBezTo>
                      <a:cubicBezTo>
                        <a:pt x="60924" y="612"/>
                        <a:pt x="59873" y="580"/>
                        <a:pt x="58818" y="548"/>
                      </a:cubicBezTo>
                      <a:close/>
                      <a:moveTo>
                        <a:pt x="69831" y="727"/>
                      </a:moveTo>
                      <a:lnTo>
                        <a:pt x="69831" y="727"/>
                      </a:lnTo>
                      <a:cubicBezTo>
                        <a:pt x="69855" y="1001"/>
                        <a:pt x="69831" y="1263"/>
                        <a:pt x="69819" y="1548"/>
                      </a:cubicBezTo>
                      <a:cubicBezTo>
                        <a:pt x="69795" y="1263"/>
                        <a:pt x="69759" y="989"/>
                        <a:pt x="69831" y="727"/>
                      </a:cubicBezTo>
                      <a:close/>
                      <a:moveTo>
                        <a:pt x="78260" y="6299"/>
                      </a:moveTo>
                      <a:cubicBezTo>
                        <a:pt x="77771" y="6306"/>
                        <a:pt x="77277" y="6323"/>
                        <a:pt x="76787" y="6323"/>
                      </a:cubicBezTo>
                      <a:cubicBezTo>
                        <a:pt x="76490" y="6323"/>
                        <a:pt x="76195" y="6317"/>
                        <a:pt x="75903" y="6299"/>
                      </a:cubicBezTo>
                      <a:close/>
                      <a:moveTo>
                        <a:pt x="87833" y="6299"/>
                      </a:moveTo>
                      <a:cubicBezTo>
                        <a:pt x="87506" y="6319"/>
                        <a:pt x="87179" y="6326"/>
                        <a:pt x="86852" y="6326"/>
                      </a:cubicBezTo>
                      <a:cubicBezTo>
                        <a:pt x="86405" y="6326"/>
                        <a:pt x="85958" y="6313"/>
                        <a:pt x="85511" y="6299"/>
                      </a:cubicBezTo>
                      <a:close/>
                      <a:moveTo>
                        <a:pt x="183416" y="6620"/>
                      </a:moveTo>
                      <a:cubicBezTo>
                        <a:pt x="183381" y="6740"/>
                        <a:pt x="183345" y="6859"/>
                        <a:pt x="183333" y="6978"/>
                      </a:cubicBezTo>
                      <a:cubicBezTo>
                        <a:pt x="183321" y="6859"/>
                        <a:pt x="183297" y="6740"/>
                        <a:pt x="183274" y="6620"/>
                      </a:cubicBezTo>
                      <a:close/>
                      <a:moveTo>
                        <a:pt x="179" y="16491"/>
                      </a:moveTo>
                      <a:cubicBezTo>
                        <a:pt x="203" y="16812"/>
                        <a:pt x="203" y="17181"/>
                        <a:pt x="179" y="17515"/>
                      </a:cubicBezTo>
                      <a:lnTo>
                        <a:pt x="179" y="16491"/>
                      </a:lnTo>
                      <a:close/>
                      <a:moveTo>
                        <a:pt x="52900" y="548"/>
                      </a:moveTo>
                      <a:cubicBezTo>
                        <a:pt x="53150" y="584"/>
                        <a:pt x="53400" y="608"/>
                        <a:pt x="53638" y="644"/>
                      </a:cubicBezTo>
                      <a:cubicBezTo>
                        <a:pt x="54734" y="763"/>
                        <a:pt x="55805" y="786"/>
                        <a:pt x="56889" y="822"/>
                      </a:cubicBezTo>
                      <a:cubicBezTo>
                        <a:pt x="58479" y="873"/>
                        <a:pt x="60081" y="943"/>
                        <a:pt x="61677" y="943"/>
                      </a:cubicBezTo>
                      <a:cubicBezTo>
                        <a:pt x="62305" y="943"/>
                        <a:pt x="62932" y="932"/>
                        <a:pt x="63556" y="905"/>
                      </a:cubicBezTo>
                      <a:cubicBezTo>
                        <a:pt x="64104" y="894"/>
                        <a:pt x="64652" y="917"/>
                        <a:pt x="65211" y="846"/>
                      </a:cubicBezTo>
                      <a:cubicBezTo>
                        <a:pt x="65711" y="786"/>
                        <a:pt x="66199" y="620"/>
                        <a:pt x="66711" y="596"/>
                      </a:cubicBezTo>
                      <a:cubicBezTo>
                        <a:pt x="66811" y="588"/>
                        <a:pt x="66911" y="585"/>
                        <a:pt x="67010" y="585"/>
                      </a:cubicBezTo>
                      <a:cubicBezTo>
                        <a:pt x="67762" y="585"/>
                        <a:pt x="68508" y="773"/>
                        <a:pt x="69267" y="773"/>
                      </a:cubicBezTo>
                      <a:cubicBezTo>
                        <a:pt x="69367" y="773"/>
                        <a:pt x="69468" y="770"/>
                        <a:pt x="69569" y="763"/>
                      </a:cubicBezTo>
                      <a:lnTo>
                        <a:pt x="69569" y="763"/>
                      </a:lnTo>
                      <a:cubicBezTo>
                        <a:pt x="69402" y="1251"/>
                        <a:pt x="69557" y="1834"/>
                        <a:pt x="69557" y="2358"/>
                      </a:cubicBezTo>
                      <a:cubicBezTo>
                        <a:pt x="69557" y="3120"/>
                        <a:pt x="69533" y="3894"/>
                        <a:pt x="69533" y="4680"/>
                      </a:cubicBezTo>
                      <a:cubicBezTo>
                        <a:pt x="69521" y="4811"/>
                        <a:pt x="69509" y="4942"/>
                        <a:pt x="69509" y="5073"/>
                      </a:cubicBezTo>
                      <a:cubicBezTo>
                        <a:pt x="69390" y="6716"/>
                        <a:pt x="69331" y="8335"/>
                        <a:pt x="69271" y="9966"/>
                      </a:cubicBezTo>
                      <a:cubicBezTo>
                        <a:pt x="69212" y="11597"/>
                        <a:pt x="69140" y="13216"/>
                        <a:pt x="69081" y="14836"/>
                      </a:cubicBezTo>
                      <a:cubicBezTo>
                        <a:pt x="69033" y="15907"/>
                        <a:pt x="69390" y="17181"/>
                        <a:pt x="69105" y="18217"/>
                      </a:cubicBezTo>
                      <a:lnTo>
                        <a:pt x="69045" y="18217"/>
                      </a:lnTo>
                      <a:cubicBezTo>
                        <a:pt x="68860" y="18205"/>
                        <a:pt x="68679" y="18199"/>
                        <a:pt x="68497" y="18199"/>
                      </a:cubicBezTo>
                      <a:cubicBezTo>
                        <a:pt x="68316" y="18199"/>
                        <a:pt x="68134" y="18205"/>
                        <a:pt x="67950" y="18217"/>
                      </a:cubicBezTo>
                      <a:lnTo>
                        <a:pt x="65056" y="18217"/>
                      </a:lnTo>
                      <a:cubicBezTo>
                        <a:pt x="65056" y="18202"/>
                        <a:pt x="65047" y="18187"/>
                        <a:pt x="65034" y="18187"/>
                      </a:cubicBezTo>
                      <a:cubicBezTo>
                        <a:pt x="65026" y="18187"/>
                        <a:pt x="65018" y="18192"/>
                        <a:pt x="65009" y="18205"/>
                      </a:cubicBezTo>
                      <a:lnTo>
                        <a:pt x="64997" y="18217"/>
                      </a:lnTo>
                      <a:lnTo>
                        <a:pt x="56532" y="18217"/>
                      </a:lnTo>
                      <a:cubicBezTo>
                        <a:pt x="56341" y="18205"/>
                        <a:pt x="56127" y="18193"/>
                        <a:pt x="55936" y="18169"/>
                      </a:cubicBezTo>
                      <a:lnTo>
                        <a:pt x="55924" y="18169"/>
                      </a:lnTo>
                      <a:cubicBezTo>
                        <a:pt x="55805" y="18158"/>
                        <a:pt x="55698" y="18158"/>
                        <a:pt x="55579" y="18146"/>
                      </a:cubicBezTo>
                      <a:cubicBezTo>
                        <a:pt x="55560" y="18095"/>
                        <a:pt x="55515" y="18065"/>
                        <a:pt x="55474" y="18065"/>
                      </a:cubicBezTo>
                      <a:cubicBezTo>
                        <a:pt x="55438" y="18065"/>
                        <a:pt x="55406" y="18089"/>
                        <a:pt x="55400" y="18146"/>
                      </a:cubicBezTo>
                      <a:cubicBezTo>
                        <a:pt x="54027" y="18032"/>
                        <a:pt x="52632" y="17919"/>
                        <a:pt x="51246" y="17919"/>
                      </a:cubicBezTo>
                      <a:cubicBezTo>
                        <a:pt x="51178" y="17919"/>
                        <a:pt x="51110" y="17919"/>
                        <a:pt x="51043" y="17919"/>
                      </a:cubicBezTo>
                      <a:cubicBezTo>
                        <a:pt x="48745" y="17955"/>
                        <a:pt x="2596" y="18134"/>
                        <a:pt x="322" y="18193"/>
                      </a:cubicBezTo>
                      <a:cubicBezTo>
                        <a:pt x="620" y="17015"/>
                        <a:pt x="358" y="15645"/>
                        <a:pt x="358" y="14431"/>
                      </a:cubicBezTo>
                      <a:lnTo>
                        <a:pt x="358" y="9430"/>
                      </a:lnTo>
                      <a:cubicBezTo>
                        <a:pt x="358" y="7859"/>
                        <a:pt x="286" y="6275"/>
                        <a:pt x="298" y="4704"/>
                      </a:cubicBezTo>
                      <a:cubicBezTo>
                        <a:pt x="322" y="3358"/>
                        <a:pt x="167" y="1965"/>
                        <a:pt x="346" y="644"/>
                      </a:cubicBezTo>
                      <a:cubicBezTo>
                        <a:pt x="504" y="648"/>
                        <a:pt x="662" y="650"/>
                        <a:pt x="819" y="650"/>
                      </a:cubicBezTo>
                      <a:cubicBezTo>
                        <a:pt x="1551" y="650"/>
                        <a:pt x="2278" y="607"/>
                        <a:pt x="3013" y="548"/>
                      </a:cubicBezTo>
                      <a:close/>
                      <a:moveTo>
                        <a:pt x="69271" y="13728"/>
                      </a:moveTo>
                      <a:cubicBezTo>
                        <a:pt x="69271" y="14300"/>
                        <a:pt x="69283" y="14895"/>
                        <a:pt x="69343" y="15467"/>
                      </a:cubicBezTo>
                      <a:cubicBezTo>
                        <a:pt x="69378" y="15705"/>
                        <a:pt x="69676" y="18193"/>
                        <a:pt x="69462" y="18217"/>
                      </a:cubicBezTo>
                      <a:lnTo>
                        <a:pt x="69271" y="18217"/>
                      </a:lnTo>
                      <a:cubicBezTo>
                        <a:pt x="69497" y="17360"/>
                        <a:pt x="69224" y="16348"/>
                        <a:pt x="69224" y="15479"/>
                      </a:cubicBezTo>
                      <a:cubicBezTo>
                        <a:pt x="69224" y="14895"/>
                        <a:pt x="69236" y="14300"/>
                        <a:pt x="69271" y="13728"/>
                      </a:cubicBezTo>
                      <a:close/>
                      <a:moveTo>
                        <a:pt x="55591" y="18491"/>
                      </a:moveTo>
                      <a:cubicBezTo>
                        <a:pt x="55639" y="18491"/>
                        <a:pt x="55698" y="18503"/>
                        <a:pt x="55746" y="18503"/>
                      </a:cubicBezTo>
                      <a:cubicBezTo>
                        <a:pt x="55698" y="18610"/>
                        <a:pt x="55639" y="18705"/>
                        <a:pt x="55591" y="18812"/>
                      </a:cubicBezTo>
                      <a:lnTo>
                        <a:pt x="55591" y="18670"/>
                      </a:lnTo>
                      <a:lnTo>
                        <a:pt x="55591" y="18491"/>
                      </a:lnTo>
                      <a:close/>
                      <a:moveTo>
                        <a:pt x="68640" y="18515"/>
                      </a:moveTo>
                      <a:cubicBezTo>
                        <a:pt x="68366" y="18646"/>
                        <a:pt x="68069" y="18753"/>
                        <a:pt x="67771" y="18860"/>
                      </a:cubicBezTo>
                      <a:cubicBezTo>
                        <a:pt x="67795" y="18801"/>
                        <a:pt x="67807" y="18705"/>
                        <a:pt x="67843" y="18634"/>
                      </a:cubicBezTo>
                      <a:cubicBezTo>
                        <a:pt x="67854" y="18598"/>
                        <a:pt x="67854" y="18574"/>
                        <a:pt x="67866" y="18550"/>
                      </a:cubicBezTo>
                      <a:cubicBezTo>
                        <a:pt x="68128" y="18527"/>
                        <a:pt x="68390" y="18515"/>
                        <a:pt x="68640" y="18515"/>
                      </a:cubicBezTo>
                      <a:close/>
                      <a:moveTo>
                        <a:pt x="67759" y="18574"/>
                      </a:moveTo>
                      <a:cubicBezTo>
                        <a:pt x="67747" y="18586"/>
                        <a:pt x="67747" y="18622"/>
                        <a:pt x="67735" y="18634"/>
                      </a:cubicBezTo>
                      <a:cubicBezTo>
                        <a:pt x="67700" y="18705"/>
                        <a:pt x="67676" y="18765"/>
                        <a:pt x="67676" y="18836"/>
                      </a:cubicBezTo>
                      <a:cubicBezTo>
                        <a:pt x="67676" y="18860"/>
                        <a:pt x="67688" y="18872"/>
                        <a:pt x="67712" y="18884"/>
                      </a:cubicBezTo>
                      <a:lnTo>
                        <a:pt x="67390" y="18979"/>
                      </a:lnTo>
                      <a:cubicBezTo>
                        <a:pt x="67426" y="18872"/>
                        <a:pt x="67450" y="18765"/>
                        <a:pt x="67497" y="18693"/>
                      </a:cubicBezTo>
                      <a:cubicBezTo>
                        <a:pt x="67509" y="18658"/>
                        <a:pt x="67545" y="18622"/>
                        <a:pt x="67569" y="18586"/>
                      </a:cubicBezTo>
                      <a:cubicBezTo>
                        <a:pt x="67628" y="18586"/>
                        <a:pt x="67712" y="18574"/>
                        <a:pt x="67759" y="18574"/>
                      </a:cubicBezTo>
                      <a:close/>
                      <a:moveTo>
                        <a:pt x="67473" y="18586"/>
                      </a:moveTo>
                      <a:cubicBezTo>
                        <a:pt x="67450" y="18622"/>
                        <a:pt x="67426" y="18646"/>
                        <a:pt x="67414" y="18693"/>
                      </a:cubicBezTo>
                      <a:cubicBezTo>
                        <a:pt x="67354" y="18789"/>
                        <a:pt x="67271" y="18896"/>
                        <a:pt x="67247" y="19003"/>
                      </a:cubicBezTo>
                      <a:cubicBezTo>
                        <a:pt x="67140" y="19039"/>
                        <a:pt x="67021" y="19062"/>
                        <a:pt x="66914" y="19098"/>
                      </a:cubicBezTo>
                      <a:lnTo>
                        <a:pt x="67009" y="18920"/>
                      </a:lnTo>
                      <a:cubicBezTo>
                        <a:pt x="67057" y="18824"/>
                        <a:pt x="67092" y="18729"/>
                        <a:pt x="67069" y="18622"/>
                      </a:cubicBezTo>
                      <a:cubicBezTo>
                        <a:pt x="67200" y="18598"/>
                        <a:pt x="67331" y="18586"/>
                        <a:pt x="67473" y="18586"/>
                      </a:cubicBezTo>
                      <a:close/>
                      <a:moveTo>
                        <a:pt x="66997" y="18622"/>
                      </a:moveTo>
                      <a:cubicBezTo>
                        <a:pt x="66950" y="18705"/>
                        <a:pt x="66902" y="18812"/>
                        <a:pt x="66854" y="18896"/>
                      </a:cubicBezTo>
                      <a:cubicBezTo>
                        <a:pt x="66819" y="18979"/>
                        <a:pt x="66771" y="19062"/>
                        <a:pt x="66723" y="19146"/>
                      </a:cubicBezTo>
                      <a:cubicBezTo>
                        <a:pt x="66652" y="19170"/>
                        <a:pt x="66580" y="19182"/>
                        <a:pt x="66497" y="19217"/>
                      </a:cubicBezTo>
                      <a:cubicBezTo>
                        <a:pt x="66497" y="19200"/>
                        <a:pt x="66485" y="19184"/>
                        <a:pt x="66466" y="19184"/>
                      </a:cubicBezTo>
                      <a:cubicBezTo>
                        <a:pt x="66457" y="19184"/>
                        <a:pt x="66448" y="19186"/>
                        <a:pt x="66438" y="19193"/>
                      </a:cubicBezTo>
                      <a:cubicBezTo>
                        <a:pt x="66426" y="19217"/>
                        <a:pt x="66426" y="19217"/>
                        <a:pt x="66414" y="19217"/>
                      </a:cubicBezTo>
                      <a:cubicBezTo>
                        <a:pt x="66497" y="19027"/>
                        <a:pt x="66604" y="18824"/>
                        <a:pt x="66723" y="18634"/>
                      </a:cubicBezTo>
                      <a:cubicBezTo>
                        <a:pt x="66783" y="18634"/>
                        <a:pt x="66854" y="18634"/>
                        <a:pt x="66914" y="18622"/>
                      </a:cubicBezTo>
                      <a:close/>
                      <a:moveTo>
                        <a:pt x="55805" y="18503"/>
                      </a:moveTo>
                      <a:cubicBezTo>
                        <a:pt x="55889" y="18503"/>
                        <a:pt x="55996" y="18515"/>
                        <a:pt x="56079" y="18515"/>
                      </a:cubicBezTo>
                      <a:cubicBezTo>
                        <a:pt x="55960" y="18729"/>
                        <a:pt x="55865" y="18943"/>
                        <a:pt x="55758" y="19158"/>
                      </a:cubicBezTo>
                      <a:cubicBezTo>
                        <a:pt x="55746" y="19182"/>
                        <a:pt x="55686" y="19289"/>
                        <a:pt x="55639" y="19384"/>
                      </a:cubicBezTo>
                      <a:cubicBezTo>
                        <a:pt x="55627" y="19241"/>
                        <a:pt x="55603" y="19110"/>
                        <a:pt x="55603" y="18979"/>
                      </a:cubicBezTo>
                      <a:cubicBezTo>
                        <a:pt x="55662" y="18824"/>
                        <a:pt x="55746" y="18670"/>
                        <a:pt x="55805" y="18503"/>
                      </a:cubicBezTo>
                      <a:close/>
                      <a:moveTo>
                        <a:pt x="66616" y="18658"/>
                      </a:moveTo>
                      <a:lnTo>
                        <a:pt x="66616" y="18658"/>
                      </a:lnTo>
                      <a:cubicBezTo>
                        <a:pt x="66473" y="18872"/>
                        <a:pt x="66319" y="19098"/>
                        <a:pt x="66223" y="19336"/>
                      </a:cubicBezTo>
                      <a:cubicBezTo>
                        <a:pt x="66116" y="19372"/>
                        <a:pt x="66009" y="19408"/>
                        <a:pt x="65902" y="19455"/>
                      </a:cubicBezTo>
                      <a:cubicBezTo>
                        <a:pt x="65949" y="19372"/>
                        <a:pt x="66009" y="19301"/>
                        <a:pt x="66057" y="19217"/>
                      </a:cubicBezTo>
                      <a:cubicBezTo>
                        <a:pt x="66140" y="19051"/>
                        <a:pt x="66235" y="18884"/>
                        <a:pt x="66307" y="18717"/>
                      </a:cubicBezTo>
                      <a:cubicBezTo>
                        <a:pt x="66332" y="18698"/>
                        <a:pt x="66330" y="18680"/>
                        <a:pt x="66322" y="18671"/>
                      </a:cubicBezTo>
                      <a:lnTo>
                        <a:pt x="66322" y="18671"/>
                      </a:lnTo>
                      <a:cubicBezTo>
                        <a:pt x="66421" y="18667"/>
                        <a:pt x="66519" y="18663"/>
                        <a:pt x="66616" y="18658"/>
                      </a:cubicBezTo>
                      <a:close/>
                      <a:moveTo>
                        <a:pt x="56139" y="18550"/>
                      </a:moveTo>
                      <a:cubicBezTo>
                        <a:pt x="56198" y="18550"/>
                        <a:pt x="56282" y="18562"/>
                        <a:pt x="56341" y="18562"/>
                      </a:cubicBezTo>
                      <a:cubicBezTo>
                        <a:pt x="56222" y="18765"/>
                        <a:pt x="56127" y="18991"/>
                        <a:pt x="56020" y="19193"/>
                      </a:cubicBezTo>
                      <a:cubicBezTo>
                        <a:pt x="55924" y="19408"/>
                        <a:pt x="55781" y="19610"/>
                        <a:pt x="55698" y="19836"/>
                      </a:cubicBezTo>
                      <a:cubicBezTo>
                        <a:pt x="55686" y="19753"/>
                        <a:pt x="55686" y="19646"/>
                        <a:pt x="55662" y="19551"/>
                      </a:cubicBezTo>
                      <a:cubicBezTo>
                        <a:pt x="55686" y="19491"/>
                        <a:pt x="55710" y="19443"/>
                        <a:pt x="55722" y="19420"/>
                      </a:cubicBezTo>
                      <a:cubicBezTo>
                        <a:pt x="55781" y="19289"/>
                        <a:pt x="55841" y="19170"/>
                        <a:pt x="55901" y="19039"/>
                      </a:cubicBezTo>
                      <a:cubicBezTo>
                        <a:pt x="55984" y="18872"/>
                        <a:pt x="56067" y="18693"/>
                        <a:pt x="56139" y="18550"/>
                      </a:cubicBezTo>
                      <a:close/>
                      <a:moveTo>
                        <a:pt x="66300" y="18672"/>
                      </a:moveTo>
                      <a:cubicBezTo>
                        <a:pt x="66298" y="18674"/>
                        <a:pt x="66296" y="18678"/>
                        <a:pt x="66295" y="18681"/>
                      </a:cubicBezTo>
                      <a:cubicBezTo>
                        <a:pt x="66128" y="18979"/>
                        <a:pt x="65938" y="19253"/>
                        <a:pt x="65723" y="19527"/>
                      </a:cubicBezTo>
                      <a:cubicBezTo>
                        <a:pt x="65687" y="19539"/>
                        <a:pt x="65640" y="19563"/>
                        <a:pt x="65592" y="19586"/>
                      </a:cubicBezTo>
                      <a:cubicBezTo>
                        <a:pt x="65628" y="19515"/>
                        <a:pt x="65640" y="19420"/>
                        <a:pt x="65664" y="19360"/>
                      </a:cubicBezTo>
                      <a:cubicBezTo>
                        <a:pt x="65759" y="19158"/>
                        <a:pt x="65842" y="18955"/>
                        <a:pt x="65938" y="18753"/>
                      </a:cubicBezTo>
                      <a:cubicBezTo>
                        <a:pt x="65945" y="18721"/>
                        <a:pt x="65927" y="18700"/>
                        <a:pt x="65907" y="18700"/>
                      </a:cubicBezTo>
                      <a:cubicBezTo>
                        <a:pt x="65896" y="18700"/>
                        <a:pt x="65886" y="18705"/>
                        <a:pt x="65878" y="18717"/>
                      </a:cubicBezTo>
                      <a:cubicBezTo>
                        <a:pt x="65711" y="19015"/>
                        <a:pt x="65545" y="19336"/>
                        <a:pt x="65414" y="19646"/>
                      </a:cubicBezTo>
                      <a:cubicBezTo>
                        <a:pt x="65306" y="19693"/>
                        <a:pt x="65211" y="19717"/>
                        <a:pt x="65104" y="19765"/>
                      </a:cubicBezTo>
                      <a:cubicBezTo>
                        <a:pt x="65283" y="19455"/>
                        <a:pt x="65426" y="19122"/>
                        <a:pt x="65545" y="18777"/>
                      </a:cubicBezTo>
                      <a:cubicBezTo>
                        <a:pt x="65559" y="18762"/>
                        <a:pt x="65547" y="18752"/>
                        <a:pt x="65532" y="18752"/>
                      </a:cubicBezTo>
                      <a:cubicBezTo>
                        <a:pt x="65523" y="18752"/>
                        <a:pt x="65513" y="18756"/>
                        <a:pt x="65509" y="18765"/>
                      </a:cubicBezTo>
                      <a:cubicBezTo>
                        <a:pt x="65306" y="19122"/>
                        <a:pt x="65128" y="19479"/>
                        <a:pt x="64925" y="19836"/>
                      </a:cubicBezTo>
                      <a:cubicBezTo>
                        <a:pt x="64795" y="19896"/>
                        <a:pt x="64652" y="19944"/>
                        <a:pt x="64521" y="20003"/>
                      </a:cubicBezTo>
                      <a:cubicBezTo>
                        <a:pt x="64592" y="19848"/>
                        <a:pt x="64652" y="19705"/>
                        <a:pt x="64747" y="19551"/>
                      </a:cubicBezTo>
                      <a:cubicBezTo>
                        <a:pt x="64914" y="19277"/>
                        <a:pt x="65068" y="19003"/>
                        <a:pt x="65211" y="18693"/>
                      </a:cubicBezTo>
                      <a:cubicBezTo>
                        <a:pt x="65578" y="18693"/>
                        <a:pt x="65944" y="18686"/>
                        <a:pt x="66300" y="18672"/>
                      </a:cubicBezTo>
                      <a:close/>
                      <a:moveTo>
                        <a:pt x="65176" y="18681"/>
                      </a:moveTo>
                      <a:cubicBezTo>
                        <a:pt x="64997" y="18979"/>
                        <a:pt x="64806" y="19277"/>
                        <a:pt x="64628" y="19574"/>
                      </a:cubicBezTo>
                      <a:cubicBezTo>
                        <a:pt x="64533" y="19717"/>
                        <a:pt x="64437" y="19884"/>
                        <a:pt x="64354" y="20063"/>
                      </a:cubicBezTo>
                      <a:cubicBezTo>
                        <a:pt x="64199" y="20122"/>
                        <a:pt x="64056" y="20182"/>
                        <a:pt x="63925" y="20229"/>
                      </a:cubicBezTo>
                      <a:cubicBezTo>
                        <a:pt x="64080" y="19979"/>
                        <a:pt x="64235" y="19705"/>
                        <a:pt x="64390" y="19443"/>
                      </a:cubicBezTo>
                      <a:cubicBezTo>
                        <a:pt x="64521" y="19182"/>
                        <a:pt x="64628" y="18931"/>
                        <a:pt x="64771" y="18681"/>
                      </a:cubicBezTo>
                      <a:close/>
                      <a:moveTo>
                        <a:pt x="56377" y="18550"/>
                      </a:moveTo>
                      <a:cubicBezTo>
                        <a:pt x="56496" y="18562"/>
                        <a:pt x="56639" y="18562"/>
                        <a:pt x="56758" y="18574"/>
                      </a:cubicBezTo>
                      <a:cubicBezTo>
                        <a:pt x="56401" y="19146"/>
                        <a:pt x="55960" y="19777"/>
                        <a:pt x="55746" y="20432"/>
                      </a:cubicBezTo>
                      <a:cubicBezTo>
                        <a:pt x="55722" y="20289"/>
                        <a:pt x="55710" y="20158"/>
                        <a:pt x="55698" y="20003"/>
                      </a:cubicBezTo>
                      <a:cubicBezTo>
                        <a:pt x="55841" y="19765"/>
                        <a:pt x="55960" y="19503"/>
                        <a:pt x="56079" y="19241"/>
                      </a:cubicBezTo>
                      <a:cubicBezTo>
                        <a:pt x="56186" y="19027"/>
                        <a:pt x="56305" y="18789"/>
                        <a:pt x="56377" y="18550"/>
                      </a:cubicBezTo>
                      <a:close/>
                      <a:moveTo>
                        <a:pt x="64652" y="18693"/>
                      </a:moveTo>
                      <a:cubicBezTo>
                        <a:pt x="64533" y="18896"/>
                        <a:pt x="64437" y="19110"/>
                        <a:pt x="64318" y="19336"/>
                      </a:cubicBezTo>
                      <a:cubicBezTo>
                        <a:pt x="64140" y="19670"/>
                        <a:pt x="63902" y="19967"/>
                        <a:pt x="63735" y="20313"/>
                      </a:cubicBezTo>
                      <a:cubicBezTo>
                        <a:pt x="63568" y="20384"/>
                        <a:pt x="63390" y="20444"/>
                        <a:pt x="63223" y="20527"/>
                      </a:cubicBezTo>
                      <a:cubicBezTo>
                        <a:pt x="63640" y="19979"/>
                        <a:pt x="64033" y="19324"/>
                        <a:pt x="64318" y="18693"/>
                      </a:cubicBezTo>
                      <a:close/>
                      <a:moveTo>
                        <a:pt x="64223" y="18693"/>
                      </a:moveTo>
                      <a:cubicBezTo>
                        <a:pt x="63913" y="19324"/>
                        <a:pt x="63425" y="19836"/>
                        <a:pt x="63163" y="20479"/>
                      </a:cubicBezTo>
                      <a:cubicBezTo>
                        <a:pt x="63151" y="20491"/>
                        <a:pt x="63163" y="20527"/>
                        <a:pt x="63187" y="20539"/>
                      </a:cubicBezTo>
                      <a:cubicBezTo>
                        <a:pt x="63080" y="20586"/>
                        <a:pt x="62961" y="20634"/>
                        <a:pt x="62854" y="20670"/>
                      </a:cubicBezTo>
                      <a:cubicBezTo>
                        <a:pt x="63104" y="20289"/>
                        <a:pt x="63330" y="19836"/>
                        <a:pt x="63544" y="19420"/>
                      </a:cubicBezTo>
                      <a:cubicBezTo>
                        <a:pt x="63675" y="19182"/>
                        <a:pt x="63782" y="18896"/>
                        <a:pt x="63937" y="18693"/>
                      </a:cubicBezTo>
                      <a:close/>
                      <a:moveTo>
                        <a:pt x="63806" y="18693"/>
                      </a:moveTo>
                      <a:cubicBezTo>
                        <a:pt x="63699" y="18848"/>
                        <a:pt x="63604" y="19051"/>
                        <a:pt x="63544" y="19170"/>
                      </a:cubicBezTo>
                      <a:cubicBezTo>
                        <a:pt x="63259" y="19693"/>
                        <a:pt x="62866" y="20182"/>
                        <a:pt x="62675" y="20753"/>
                      </a:cubicBezTo>
                      <a:cubicBezTo>
                        <a:pt x="62628" y="20765"/>
                        <a:pt x="62604" y="20777"/>
                        <a:pt x="62556" y="20789"/>
                      </a:cubicBezTo>
                      <a:cubicBezTo>
                        <a:pt x="62497" y="20825"/>
                        <a:pt x="62437" y="20836"/>
                        <a:pt x="62378" y="20872"/>
                      </a:cubicBezTo>
                      <a:cubicBezTo>
                        <a:pt x="62830" y="20182"/>
                        <a:pt x="63199" y="19420"/>
                        <a:pt x="63580" y="18693"/>
                      </a:cubicBezTo>
                      <a:close/>
                      <a:moveTo>
                        <a:pt x="56829" y="18574"/>
                      </a:moveTo>
                      <a:cubicBezTo>
                        <a:pt x="56901" y="18574"/>
                        <a:pt x="56996" y="18586"/>
                        <a:pt x="57067" y="18586"/>
                      </a:cubicBezTo>
                      <a:cubicBezTo>
                        <a:pt x="56782" y="19110"/>
                        <a:pt x="56484" y="19622"/>
                        <a:pt x="56222" y="20134"/>
                      </a:cubicBezTo>
                      <a:cubicBezTo>
                        <a:pt x="56079" y="20408"/>
                        <a:pt x="55948" y="20670"/>
                        <a:pt x="55805" y="20932"/>
                      </a:cubicBezTo>
                      <a:cubicBezTo>
                        <a:pt x="55781" y="20836"/>
                        <a:pt x="55781" y="20753"/>
                        <a:pt x="55770" y="20658"/>
                      </a:cubicBezTo>
                      <a:cubicBezTo>
                        <a:pt x="56127" y="19979"/>
                        <a:pt x="56436" y="19265"/>
                        <a:pt x="56829" y="18574"/>
                      </a:cubicBezTo>
                      <a:close/>
                      <a:moveTo>
                        <a:pt x="63497" y="18693"/>
                      </a:moveTo>
                      <a:cubicBezTo>
                        <a:pt x="62985" y="19396"/>
                        <a:pt x="62616" y="20229"/>
                        <a:pt x="62139" y="20956"/>
                      </a:cubicBezTo>
                      <a:cubicBezTo>
                        <a:pt x="61782" y="21110"/>
                        <a:pt x="61413" y="21253"/>
                        <a:pt x="61056" y="21384"/>
                      </a:cubicBezTo>
                      <a:cubicBezTo>
                        <a:pt x="61651" y="20634"/>
                        <a:pt x="62211" y="19646"/>
                        <a:pt x="62568" y="18693"/>
                      </a:cubicBezTo>
                      <a:lnTo>
                        <a:pt x="62949" y="18693"/>
                      </a:lnTo>
                      <a:cubicBezTo>
                        <a:pt x="62497" y="19455"/>
                        <a:pt x="62128" y="20253"/>
                        <a:pt x="61639" y="20967"/>
                      </a:cubicBezTo>
                      <a:cubicBezTo>
                        <a:pt x="61602" y="21014"/>
                        <a:pt x="61637" y="21082"/>
                        <a:pt x="61677" y="21082"/>
                      </a:cubicBezTo>
                      <a:cubicBezTo>
                        <a:pt x="61688" y="21082"/>
                        <a:pt x="61700" y="21076"/>
                        <a:pt x="61711" y="21063"/>
                      </a:cubicBezTo>
                      <a:lnTo>
                        <a:pt x="61723" y="21039"/>
                      </a:lnTo>
                      <a:cubicBezTo>
                        <a:pt x="61782" y="20956"/>
                        <a:pt x="61854" y="20860"/>
                        <a:pt x="61913" y="20777"/>
                      </a:cubicBezTo>
                      <a:cubicBezTo>
                        <a:pt x="61913" y="20765"/>
                        <a:pt x="61937" y="20765"/>
                        <a:pt x="61937" y="20741"/>
                      </a:cubicBezTo>
                      <a:cubicBezTo>
                        <a:pt x="62354" y="20086"/>
                        <a:pt x="62663" y="19360"/>
                        <a:pt x="63032" y="18693"/>
                      </a:cubicBezTo>
                      <a:close/>
                      <a:moveTo>
                        <a:pt x="57115" y="18598"/>
                      </a:moveTo>
                      <a:cubicBezTo>
                        <a:pt x="57234" y="18598"/>
                        <a:pt x="57365" y="18622"/>
                        <a:pt x="57484" y="18622"/>
                      </a:cubicBezTo>
                      <a:cubicBezTo>
                        <a:pt x="56973" y="19584"/>
                        <a:pt x="56356" y="20463"/>
                        <a:pt x="55833" y="21425"/>
                      </a:cubicBezTo>
                      <a:lnTo>
                        <a:pt x="55833" y="21425"/>
                      </a:lnTo>
                      <a:cubicBezTo>
                        <a:pt x="55827" y="21352"/>
                        <a:pt x="55822" y="21279"/>
                        <a:pt x="55817" y="21206"/>
                      </a:cubicBezTo>
                      <a:cubicBezTo>
                        <a:pt x="55984" y="20944"/>
                        <a:pt x="56103" y="20610"/>
                        <a:pt x="56222" y="20360"/>
                      </a:cubicBezTo>
                      <a:cubicBezTo>
                        <a:pt x="56496" y="19765"/>
                        <a:pt x="56841" y="19217"/>
                        <a:pt x="57115" y="18598"/>
                      </a:cubicBezTo>
                      <a:close/>
                      <a:moveTo>
                        <a:pt x="62497" y="18705"/>
                      </a:moveTo>
                      <a:cubicBezTo>
                        <a:pt x="62270" y="19182"/>
                        <a:pt x="62008" y="19634"/>
                        <a:pt x="61723" y="20074"/>
                      </a:cubicBezTo>
                      <a:cubicBezTo>
                        <a:pt x="61437" y="20539"/>
                        <a:pt x="61068" y="20991"/>
                        <a:pt x="60842" y="21479"/>
                      </a:cubicBezTo>
                      <a:cubicBezTo>
                        <a:pt x="60663" y="21551"/>
                        <a:pt x="60484" y="21610"/>
                        <a:pt x="60306" y="21682"/>
                      </a:cubicBezTo>
                      <a:cubicBezTo>
                        <a:pt x="60508" y="21348"/>
                        <a:pt x="60806" y="21015"/>
                        <a:pt x="60996" y="20706"/>
                      </a:cubicBezTo>
                      <a:cubicBezTo>
                        <a:pt x="61401" y="20063"/>
                        <a:pt x="61651" y="19336"/>
                        <a:pt x="62032" y="18705"/>
                      </a:cubicBezTo>
                      <a:close/>
                      <a:moveTo>
                        <a:pt x="61973" y="18705"/>
                      </a:moveTo>
                      <a:cubicBezTo>
                        <a:pt x="61532" y="19336"/>
                        <a:pt x="61258" y="20086"/>
                        <a:pt x="60842" y="20729"/>
                      </a:cubicBezTo>
                      <a:cubicBezTo>
                        <a:pt x="60723" y="20908"/>
                        <a:pt x="60270" y="21420"/>
                        <a:pt x="60163" y="21765"/>
                      </a:cubicBezTo>
                      <a:cubicBezTo>
                        <a:pt x="60068" y="21789"/>
                        <a:pt x="59996" y="21825"/>
                        <a:pt x="59901" y="21860"/>
                      </a:cubicBezTo>
                      <a:cubicBezTo>
                        <a:pt x="60520" y="20872"/>
                        <a:pt x="61020" y="19753"/>
                        <a:pt x="61556" y="18705"/>
                      </a:cubicBezTo>
                      <a:close/>
                      <a:moveTo>
                        <a:pt x="183452" y="16515"/>
                      </a:moveTo>
                      <a:lnTo>
                        <a:pt x="183452" y="16538"/>
                      </a:lnTo>
                      <a:lnTo>
                        <a:pt x="183452" y="21968"/>
                      </a:lnTo>
                      <a:cubicBezTo>
                        <a:pt x="183405" y="21313"/>
                        <a:pt x="183416" y="20658"/>
                        <a:pt x="183416" y="20015"/>
                      </a:cubicBezTo>
                      <a:cubicBezTo>
                        <a:pt x="183416" y="18860"/>
                        <a:pt x="183440" y="17681"/>
                        <a:pt x="183452" y="16515"/>
                      </a:cubicBezTo>
                      <a:close/>
                      <a:moveTo>
                        <a:pt x="61496" y="18693"/>
                      </a:moveTo>
                      <a:cubicBezTo>
                        <a:pt x="60901" y="19765"/>
                        <a:pt x="60353" y="20932"/>
                        <a:pt x="59675" y="21920"/>
                      </a:cubicBezTo>
                      <a:cubicBezTo>
                        <a:pt x="59556" y="21979"/>
                        <a:pt x="59449" y="22015"/>
                        <a:pt x="59341" y="22063"/>
                      </a:cubicBezTo>
                      <a:cubicBezTo>
                        <a:pt x="59699" y="21539"/>
                        <a:pt x="59949" y="20884"/>
                        <a:pt x="60270" y="20348"/>
                      </a:cubicBezTo>
                      <a:cubicBezTo>
                        <a:pt x="60532" y="19884"/>
                        <a:pt x="61020" y="19277"/>
                        <a:pt x="61080" y="18693"/>
                      </a:cubicBezTo>
                      <a:close/>
                      <a:moveTo>
                        <a:pt x="61044" y="18705"/>
                      </a:moveTo>
                      <a:cubicBezTo>
                        <a:pt x="60877" y="19301"/>
                        <a:pt x="60401" y="19896"/>
                        <a:pt x="60103" y="20408"/>
                      </a:cubicBezTo>
                      <a:cubicBezTo>
                        <a:pt x="59806" y="20896"/>
                        <a:pt x="59318" y="21539"/>
                        <a:pt x="59199" y="22122"/>
                      </a:cubicBezTo>
                      <a:cubicBezTo>
                        <a:pt x="59199" y="22091"/>
                        <a:pt x="59177" y="22064"/>
                        <a:pt x="59153" y="22064"/>
                      </a:cubicBezTo>
                      <a:cubicBezTo>
                        <a:pt x="59140" y="22064"/>
                        <a:pt x="59127" y="22071"/>
                        <a:pt x="59115" y="22087"/>
                      </a:cubicBezTo>
                      <a:cubicBezTo>
                        <a:pt x="59103" y="22122"/>
                        <a:pt x="59091" y="22134"/>
                        <a:pt x="59080" y="22158"/>
                      </a:cubicBezTo>
                      <a:cubicBezTo>
                        <a:pt x="58996" y="22194"/>
                        <a:pt x="58937" y="22206"/>
                        <a:pt x="58865" y="22230"/>
                      </a:cubicBezTo>
                      <a:cubicBezTo>
                        <a:pt x="58856" y="22230"/>
                        <a:pt x="58846" y="22244"/>
                        <a:pt x="58843" y="22251"/>
                      </a:cubicBezTo>
                      <a:lnTo>
                        <a:pt x="58843" y="22251"/>
                      </a:lnTo>
                      <a:cubicBezTo>
                        <a:pt x="58997" y="21965"/>
                        <a:pt x="59139" y="21622"/>
                        <a:pt x="59199" y="21503"/>
                      </a:cubicBezTo>
                      <a:cubicBezTo>
                        <a:pt x="59687" y="20575"/>
                        <a:pt x="60127" y="19574"/>
                        <a:pt x="60723" y="18705"/>
                      </a:cubicBezTo>
                      <a:close/>
                      <a:moveTo>
                        <a:pt x="57544" y="18622"/>
                      </a:moveTo>
                      <a:cubicBezTo>
                        <a:pt x="57651" y="18622"/>
                        <a:pt x="57770" y="18634"/>
                        <a:pt x="57865" y="18634"/>
                      </a:cubicBezTo>
                      <a:cubicBezTo>
                        <a:pt x="57484" y="19003"/>
                        <a:pt x="57246" y="19765"/>
                        <a:pt x="56996" y="20194"/>
                      </a:cubicBezTo>
                      <a:cubicBezTo>
                        <a:pt x="56770" y="20586"/>
                        <a:pt x="56520" y="20956"/>
                        <a:pt x="56305" y="21360"/>
                      </a:cubicBezTo>
                      <a:cubicBezTo>
                        <a:pt x="56162" y="21658"/>
                        <a:pt x="56043" y="21979"/>
                        <a:pt x="55865" y="22265"/>
                      </a:cubicBezTo>
                      <a:cubicBezTo>
                        <a:pt x="55874" y="22012"/>
                        <a:pt x="55857" y="21753"/>
                        <a:pt x="55838" y="21492"/>
                      </a:cubicBezTo>
                      <a:lnTo>
                        <a:pt x="55838" y="21492"/>
                      </a:lnTo>
                      <a:cubicBezTo>
                        <a:pt x="55846" y="21501"/>
                        <a:pt x="55857" y="21507"/>
                        <a:pt x="55867" y="21507"/>
                      </a:cubicBezTo>
                      <a:cubicBezTo>
                        <a:pt x="55880" y="21507"/>
                        <a:pt x="55893" y="21499"/>
                        <a:pt x="55901" y="21479"/>
                      </a:cubicBezTo>
                      <a:cubicBezTo>
                        <a:pt x="56460" y="20527"/>
                        <a:pt x="57067" y="19610"/>
                        <a:pt x="57544" y="18622"/>
                      </a:cubicBezTo>
                      <a:close/>
                      <a:moveTo>
                        <a:pt x="60032" y="22146"/>
                      </a:moveTo>
                      <a:lnTo>
                        <a:pt x="59555" y="22328"/>
                      </a:lnTo>
                      <a:lnTo>
                        <a:pt x="59555" y="22328"/>
                      </a:lnTo>
                      <a:cubicBezTo>
                        <a:pt x="59556" y="22326"/>
                        <a:pt x="59556" y="22325"/>
                        <a:pt x="59556" y="22325"/>
                      </a:cubicBezTo>
                      <a:cubicBezTo>
                        <a:pt x="59711" y="22265"/>
                        <a:pt x="59865" y="22206"/>
                        <a:pt x="60032" y="22146"/>
                      </a:cubicBezTo>
                      <a:close/>
                      <a:moveTo>
                        <a:pt x="60663" y="18693"/>
                      </a:moveTo>
                      <a:cubicBezTo>
                        <a:pt x="60151" y="19408"/>
                        <a:pt x="59770" y="20241"/>
                        <a:pt x="59330" y="21027"/>
                      </a:cubicBezTo>
                      <a:cubicBezTo>
                        <a:pt x="59175" y="21289"/>
                        <a:pt x="58937" y="21956"/>
                        <a:pt x="58699" y="22301"/>
                      </a:cubicBezTo>
                      <a:cubicBezTo>
                        <a:pt x="58532" y="22360"/>
                        <a:pt x="58377" y="22420"/>
                        <a:pt x="58210" y="22491"/>
                      </a:cubicBezTo>
                      <a:cubicBezTo>
                        <a:pt x="58508" y="21920"/>
                        <a:pt x="58901" y="21408"/>
                        <a:pt x="59199" y="20825"/>
                      </a:cubicBezTo>
                      <a:cubicBezTo>
                        <a:pt x="59568" y="20110"/>
                        <a:pt x="59937" y="19420"/>
                        <a:pt x="60282" y="18693"/>
                      </a:cubicBezTo>
                      <a:close/>
                      <a:moveTo>
                        <a:pt x="57960" y="18634"/>
                      </a:moveTo>
                      <a:cubicBezTo>
                        <a:pt x="58079" y="18634"/>
                        <a:pt x="58198" y="18646"/>
                        <a:pt x="58318" y="18646"/>
                      </a:cubicBezTo>
                      <a:cubicBezTo>
                        <a:pt x="57782" y="19479"/>
                        <a:pt x="57305" y="20372"/>
                        <a:pt x="56782" y="21206"/>
                      </a:cubicBezTo>
                      <a:cubicBezTo>
                        <a:pt x="56520" y="21622"/>
                        <a:pt x="56234" y="22027"/>
                        <a:pt x="55996" y="22456"/>
                      </a:cubicBezTo>
                      <a:cubicBezTo>
                        <a:pt x="55960" y="22503"/>
                        <a:pt x="55936" y="22563"/>
                        <a:pt x="55889" y="22610"/>
                      </a:cubicBezTo>
                      <a:cubicBezTo>
                        <a:pt x="55877" y="22551"/>
                        <a:pt x="55877" y="22491"/>
                        <a:pt x="55877" y="22432"/>
                      </a:cubicBezTo>
                      <a:cubicBezTo>
                        <a:pt x="56246" y="21968"/>
                        <a:pt x="56472" y="21313"/>
                        <a:pt x="56770" y="20825"/>
                      </a:cubicBezTo>
                      <a:cubicBezTo>
                        <a:pt x="57020" y="20396"/>
                        <a:pt x="57294" y="19955"/>
                        <a:pt x="57496" y="19515"/>
                      </a:cubicBezTo>
                      <a:cubicBezTo>
                        <a:pt x="57651" y="19217"/>
                        <a:pt x="57746" y="18884"/>
                        <a:pt x="57960" y="18634"/>
                      </a:cubicBezTo>
                      <a:close/>
                      <a:moveTo>
                        <a:pt x="60234" y="18693"/>
                      </a:moveTo>
                      <a:cubicBezTo>
                        <a:pt x="59877" y="19396"/>
                        <a:pt x="59496" y="20074"/>
                        <a:pt x="59139" y="20777"/>
                      </a:cubicBezTo>
                      <a:cubicBezTo>
                        <a:pt x="58818" y="21384"/>
                        <a:pt x="58401" y="21932"/>
                        <a:pt x="58091" y="22551"/>
                      </a:cubicBezTo>
                      <a:cubicBezTo>
                        <a:pt x="57913" y="22622"/>
                        <a:pt x="57722" y="22718"/>
                        <a:pt x="57544" y="22801"/>
                      </a:cubicBezTo>
                      <a:cubicBezTo>
                        <a:pt x="58246" y="21372"/>
                        <a:pt x="59270" y="20182"/>
                        <a:pt x="59877" y="18693"/>
                      </a:cubicBezTo>
                      <a:close/>
                      <a:moveTo>
                        <a:pt x="59580" y="18681"/>
                      </a:moveTo>
                      <a:cubicBezTo>
                        <a:pt x="59639" y="18693"/>
                        <a:pt x="59711" y="18693"/>
                        <a:pt x="59794" y="18693"/>
                      </a:cubicBezTo>
                      <a:cubicBezTo>
                        <a:pt x="59080" y="20170"/>
                        <a:pt x="58044" y="21420"/>
                        <a:pt x="57353" y="22896"/>
                      </a:cubicBezTo>
                      <a:cubicBezTo>
                        <a:pt x="57317" y="22908"/>
                        <a:pt x="57305" y="22920"/>
                        <a:pt x="57270" y="22920"/>
                      </a:cubicBezTo>
                      <a:cubicBezTo>
                        <a:pt x="57186" y="22968"/>
                        <a:pt x="57091" y="23027"/>
                        <a:pt x="57008" y="23075"/>
                      </a:cubicBezTo>
                      <a:cubicBezTo>
                        <a:pt x="57413" y="22515"/>
                        <a:pt x="57722" y="21908"/>
                        <a:pt x="58079" y="21313"/>
                      </a:cubicBezTo>
                      <a:cubicBezTo>
                        <a:pt x="58579" y="20455"/>
                        <a:pt x="59091" y="19563"/>
                        <a:pt x="59580" y="18681"/>
                      </a:cubicBezTo>
                      <a:close/>
                      <a:moveTo>
                        <a:pt x="59461" y="22372"/>
                      </a:moveTo>
                      <a:lnTo>
                        <a:pt x="59472" y="22384"/>
                      </a:lnTo>
                      <a:lnTo>
                        <a:pt x="57508" y="23182"/>
                      </a:lnTo>
                      <a:cubicBezTo>
                        <a:pt x="57972" y="22932"/>
                        <a:pt x="58460" y="22730"/>
                        <a:pt x="58972" y="22551"/>
                      </a:cubicBezTo>
                      <a:lnTo>
                        <a:pt x="59461" y="22372"/>
                      </a:lnTo>
                      <a:close/>
                      <a:moveTo>
                        <a:pt x="59044" y="18658"/>
                      </a:moveTo>
                      <a:cubicBezTo>
                        <a:pt x="59210" y="18658"/>
                        <a:pt x="59353" y="18658"/>
                        <a:pt x="59520" y="18681"/>
                      </a:cubicBezTo>
                      <a:cubicBezTo>
                        <a:pt x="58603" y="20170"/>
                        <a:pt x="57806" y="21849"/>
                        <a:pt x="56734" y="23206"/>
                      </a:cubicBezTo>
                      <a:cubicBezTo>
                        <a:pt x="56413" y="23396"/>
                        <a:pt x="56067" y="23575"/>
                        <a:pt x="55722" y="23718"/>
                      </a:cubicBezTo>
                      <a:cubicBezTo>
                        <a:pt x="55805" y="23456"/>
                        <a:pt x="55829" y="23194"/>
                        <a:pt x="55841" y="22920"/>
                      </a:cubicBezTo>
                      <a:cubicBezTo>
                        <a:pt x="55996" y="22753"/>
                        <a:pt x="56079" y="22468"/>
                        <a:pt x="56174" y="22313"/>
                      </a:cubicBezTo>
                      <a:cubicBezTo>
                        <a:pt x="56413" y="21920"/>
                        <a:pt x="56663" y="21551"/>
                        <a:pt x="56901" y="21158"/>
                      </a:cubicBezTo>
                      <a:cubicBezTo>
                        <a:pt x="57413" y="20348"/>
                        <a:pt x="57889" y="19515"/>
                        <a:pt x="58329" y="18681"/>
                      </a:cubicBezTo>
                      <a:lnTo>
                        <a:pt x="58329" y="18658"/>
                      </a:lnTo>
                      <a:cubicBezTo>
                        <a:pt x="58460" y="18658"/>
                        <a:pt x="58615" y="18681"/>
                        <a:pt x="58746" y="18681"/>
                      </a:cubicBezTo>
                      <a:cubicBezTo>
                        <a:pt x="58270" y="19610"/>
                        <a:pt x="57651" y="20444"/>
                        <a:pt x="57127" y="21337"/>
                      </a:cubicBezTo>
                      <a:cubicBezTo>
                        <a:pt x="56698" y="22099"/>
                        <a:pt x="56305" y="22849"/>
                        <a:pt x="55781" y="23527"/>
                      </a:cubicBezTo>
                      <a:cubicBezTo>
                        <a:pt x="55771" y="23558"/>
                        <a:pt x="55779" y="23589"/>
                        <a:pt x="55804" y="23589"/>
                      </a:cubicBezTo>
                      <a:cubicBezTo>
                        <a:pt x="55808" y="23589"/>
                        <a:pt x="55812" y="23588"/>
                        <a:pt x="55817" y="23587"/>
                      </a:cubicBezTo>
                      <a:cubicBezTo>
                        <a:pt x="56401" y="23230"/>
                        <a:pt x="56722" y="22218"/>
                        <a:pt x="57067" y="21610"/>
                      </a:cubicBezTo>
                      <a:cubicBezTo>
                        <a:pt x="57627" y="20610"/>
                        <a:pt x="58329" y="19729"/>
                        <a:pt x="58806" y="18681"/>
                      </a:cubicBezTo>
                      <a:lnTo>
                        <a:pt x="58984" y="18681"/>
                      </a:lnTo>
                      <a:cubicBezTo>
                        <a:pt x="58508" y="19420"/>
                        <a:pt x="58044" y="20194"/>
                        <a:pt x="57615" y="20967"/>
                      </a:cubicBezTo>
                      <a:cubicBezTo>
                        <a:pt x="57186" y="21729"/>
                        <a:pt x="56853" y="22610"/>
                        <a:pt x="56317" y="23265"/>
                      </a:cubicBezTo>
                      <a:cubicBezTo>
                        <a:pt x="56291" y="23309"/>
                        <a:pt x="56323" y="23359"/>
                        <a:pt x="56360" y="23359"/>
                      </a:cubicBezTo>
                      <a:cubicBezTo>
                        <a:pt x="56374" y="23359"/>
                        <a:pt x="56388" y="23353"/>
                        <a:pt x="56401" y="23337"/>
                      </a:cubicBezTo>
                      <a:cubicBezTo>
                        <a:pt x="56901" y="22730"/>
                        <a:pt x="57198" y="21932"/>
                        <a:pt x="57591" y="21241"/>
                      </a:cubicBezTo>
                      <a:cubicBezTo>
                        <a:pt x="58067" y="20372"/>
                        <a:pt x="58568" y="19539"/>
                        <a:pt x="59044" y="18658"/>
                      </a:cubicBezTo>
                      <a:close/>
                      <a:moveTo>
                        <a:pt x="183583" y="21015"/>
                      </a:moveTo>
                      <a:cubicBezTo>
                        <a:pt x="183655" y="21979"/>
                        <a:pt x="183797" y="22991"/>
                        <a:pt x="183631" y="23944"/>
                      </a:cubicBezTo>
                      <a:cubicBezTo>
                        <a:pt x="183678" y="23587"/>
                        <a:pt x="183631" y="23253"/>
                        <a:pt x="183583" y="22908"/>
                      </a:cubicBezTo>
                      <a:lnTo>
                        <a:pt x="183583" y="21015"/>
                      </a:lnTo>
                      <a:close/>
                      <a:moveTo>
                        <a:pt x="70450" y="6335"/>
                      </a:moveTo>
                      <a:cubicBezTo>
                        <a:pt x="70748" y="6394"/>
                        <a:pt x="71045" y="6513"/>
                        <a:pt x="71319" y="6561"/>
                      </a:cubicBezTo>
                      <a:cubicBezTo>
                        <a:pt x="71558" y="6606"/>
                        <a:pt x="71798" y="6622"/>
                        <a:pt x="72038" y="6622"/>
                      </a:cubicBezTo>
                      <a:cubicBezTo>
                        <a:pt x="72433" y="6622"/>
                        <a:pt x="72827" y="6579"/>
                        <a:pt x="73212" y="6549"/>
                      </a:cubicBezTo>
                      <a:cubicBezTo>
                        <a:pt x="73486" y="6529"/>
                        <a:pt x="73760" y="6521"/>
                        <a:pt x="74033" y="6521"/>
                      </a:cubicBezTo>
                      <a:cubicBezTo>
                        <a:pt x="75165" y="6521"/>
                        <a:pt x="76295" y="6658"/>
                        <a:pt x="77418" y="6658"/>
                      </a:cubicBezTo>
                      <a:cubicBezTo>
                        <a:pt x="77488" y="6658"/>
                        <a:pt x="77559" y="6657"/>
                        <a:pt x="77629" y="6656"/>
                      </a:cubicBezTo>
                      <a:cubicBezTo>
                        <a:pt x="79261" y="6632"/>
                        <a:pt x="80880" y="6573"/>
                        <a:pt x="82499" y="6573"/>
                      </a:cubicBezTo>
                      <a:cubicBezTo>
                        <a:pt x="83962" y="6573"/>
                        <a:pt x="85435" y="6681"/>
                        <a:pt x="86899" y="6681"/>
                      </a:cubicBezTo>
                      <a:cubicBezTo>
                        <a:pt x="86972" y="6681"/>
                        <a:pt x="87046" y="6681"/>
                        <a:pt x="87119" y="6680"/>
                      </a:cubicBezTo>
                      <a:cubicBezTo>
                        <a:pt x="88638" y="6668"/>
                        <a:pt x="90147" y="6453"/>
                        <a:pt x="91666" y="6453"/>
                      </a:cubicBezTo>
                      <a:cubicBezTo>
                        <a:pt x="91706" y="6453"/>
                        <a:pt x="91746" y="6453"/>
                        <a:pt x="91786" y="6454"/>
                      </a:cubicBezTo>
                      <a:cubicBezTo>
                        <a:pt x="92967" y="6472"/>
                        <a:pt x="131408" y="6522"/>
                        <a:pt x="151511" y="6522"/>
                      </a:cubicBezTo>
                      <a:cubicBezTo>
                        <a:pt x="158358" y="6522"/>
                        <a:pt x="163077" y="6517"/>
                        <a:pt x="163474" y="6501"/>
                      </a:cubicBezTo>
                      <a:cubicBezTo>
                        <a:pt x="164426" y="6478"/>
                        <a:pt x="165379" y="6394"/>
                        <a:pt x="166331" y="6359"/>
                      </a:cubicBezTo>
                      <a:lnTo>
                        <a:pt x="178285" y="6359"/>
                      </a:lnTo>
                      <a:cubicBezTo>
                        <a:pt x="179892" y="6478"/>
                        <a:pt x="181500" y="6632"/>
                        <a:pt x="183107" y="6680"/>
                      </a:cubicBezTo>
                      <a:cubicBezTo>
                        <a:pt x="183226" y="7311"/>
                        <a:pt x="183166" y="7942"/>
                        <a:pt x="183226" y="8573"/>
                      </a:cubicBezTo>
                      <a:cubicBezTo>
                        <a:pt x="183286" y="9335"/>
                        <a:pt x="183333" y="10073"/>
                        <a:pt x="183333" y="10835"/>
                      </a:cubicBezTo>
                      <a:cubicBezTo>
                        <a:pt x="183286" y="11954"/>
                        <a:pt x="183226" y="13050"/>
                        <a:pt x="183226" y="14169"/>
                      </a:cubicBezTo>
                      <a:cubicBezTo>
                        <a:pt x="183214" y="15860"/>
                        <a:pt x="183178" y="17550"/>
                        <a:pt x="183166" y="19241"/>
                      </a:cubicBezTo>
                      <a:cubicBezTo>
                        <a:pt x="183166" y="20086"/>
                        <a:pt x="183143" y="20956"/>
                        <a:pt x="183178" y="21801"/>
                      </a:cubicBezTo>
                      <a:cubicBezTo>
                        <a:pt x="183214" y="22515"/>
                        <a:pt x="183476" y="23277"/>
                        <a:pt x="183381" y="23980"/>
                      </a:cubicBezTo>
                      <a:cubicBezTo>
                        <a:pt x="182200" y="23881"/>
                        <a:pt x="181037" y="23833"/>
                        <a:pt x="179863" y="23833"/>
                      </a:cubicBezTo>
                      <a:cubicBezTo>
                        <a:pt x="179344" y="23833"/>
                        <a:pt x="178822" y="23842"/>
                        <a:pt x="178297" y="23861"/>
                      </a:cubicBezTo>
                      <a:cubicBezTo>
                        <a:pt x="177523" y="23884"/>
                        <a:pt x="176749" y="23920"/>
                        <a:pt x="175963" y="23932"/>
                      </a:cubicBezTo>
                      <a:cubicBezTo>
                        <a:pt x="175975" y="23920"/>
                        <a:pt x="175999" y="23884"/>
                        <a:pt x="176011" y="23873"/>
                      </a:cubicBezTo>
                      <a:cubicBezTo>
                        <a:pt x="176019" y="23864"/>
                        <a:pt x="176016" y="23850"/>
                        <a:pt x="176009" y="23850"/>
                      </a:cubicBezTo>
                      <a:cubicBezTo>
                        <a:pt x="176006" y="23850"/>
                        <a:pt x="176003" y="23853"/>
                        <a:pt x="175999" y="23861"/>
                      </a:cubicBezTo>
                      <a:cubicBezTo>
                        <a:pt x="175975" y="23884"/>
                        <a:pt x="175951" y="23920"/>
                        <a:pt x="175939" y="23932"/>
                      </a:cubicBezTo>
                      <a:cubicBezTo>
                        <a:pt x="174642" y="23980"/>
                        <a:pt x="173344" y="24004"/>
                        <a:pt x="172046" y="24004"/>
                      </a:cubicBezTo>
                      <a:cubicBezTo>
                        <a:pt x="170242" y="23941"/>
                        <a:pt x="168447" y="23868"/>
                        <a:pt x="166637" y="23868"/>
                      </a:cubicBezTo>
                      <a:cubicBezTo>
                        <a:pt x="166392" y="23868"/>
                        <a:pt x="166147" y="23870"/>
                        <a:pt x="165902" y="23873"/>
                      </a:cubicBezTo>
                      <a:cubicBezTo>
                        <a:pt x="164664" y="23884"/>
                        <a:pt x="163438" y="23944"/>
                        <a:pt x="162200" y="23980"/>
                      </a:cubicBezTo>
                      <a:lnTo>
                        <a:pt x="92762" y="23980"/>
                      </a:lnTo>
                      <a:cubicBezTo>
                        <a:pt x="89271" y="23869"/>
                        <a:pt x="85780" y="23793"/>
                        <a:pt x="82296" y="23793"/>
                      </a:cubicBezTo>
                      <a:cubicBezTo>
                        <a:pt x="81645" y="23793"/>
                        <a:pt x="80995" y="23795"/>
                        <a:pt x="80344" y="23801"/>
                      </a:cubicBezTo>
                      <a:cubicBezTo>
                        <a:pt x="76236" y="23825"/>
                        <a:pt x="72117" y="23765"/>
                        <a:pt x="68009" y="23932"/>
                      </a:cubicBezTo>
                      <a:cubicBezTo>
                        <a:pt x="67545" y="23944"/>
                        <a:pt x="67069" y="23968"/>
                        <a:pt x="66604" y="23992"/>
                      </a:cubicBezTo>
                      <a:lnTo>
                        <a:pt x="57841" y="23992"/>
                      </a:lnTo>
                      <a:cubicBezTo>
                        <a:pt x="57353" y="23920"/>
                        <a:pt x="56841" y="23813"/>
                        <a:pt x="56353" y="23813"/>
                      </a:cubicBezTo>
                      <a:cubicBezTo>
                        <a:pt x="56401" y="23801"/>
                        <a:pt x="56436" y="23765"/>
                        <a:pt x="56472" y="23753"/>
                      </a:cubicBezTo>
                      <a:lnTo>
                        <a:pt x="67485" y="19277"/>
                      </a:lnTo>
                      <a:cubicBezTo>
                        <a:pt x="68057" y="19110"/>
                        <a:pt x="68676" y="18931"/>
                        <a:pt x="69164" y="18598"/>
                      </a:cubicBezTo>
                      <a:cubicBezTo>
                        <a:pt x="69176" y="18598"/>
                        <a:pt x="69176" y="18586"/>
                        <a:pt x="69200" y="18586"/>
                      </a:cubicBezTo>
                      <a:cubicBezTo>
                        <a:pt x="69271" y="18598"/>
                        <a:pt x="69355" y="18598"/>
                        <a:pt x="69438" y="18634"/>
                      </a:cubicBezTo>
                      <a:cubicBezTo>
                        <a:pt x="69444" y="18635"/>
                        <a:pt x="69450" y="18635"/>
                        <a:pt x="69456" y="18635"/>
                      </a:cubicBezTo>
                      <a:cubicBezTo>
                        <a:pt x="69530" y="18635"/>
                        <a:pt x="69583" y="18569"/>
                        <a:pt x="69617" y="18503"/>
                      </a:cubicBezTo>
                      <a:cubicBezTo>
                        <a:pt x="69640" y="18467"/>
                        <a:pt x="69676" y="18443"/>
                        <a:pt x="69700" y="18396"/>
                      </a:cubicBezTo>
                      <a:lnTo>
                        <a:pt x="69736" y="18396"/>
                      </a:lnTo>
                      <a:lnTo>
                        <a:pt x="69736" y="18336"/>
                      </a:lnTo>
                      <a:cubicBezTo>
                        <a:pt x="69914" y="17919"/>
                        <a:pt x="69795" y="17050"/>
                        <a:pt x="69771" y="16788"/>
                      </a:cubicBezTo>
                      <a:lnTo>
                        <a:pt x="69736" y="16026"/>
                      </a:lnTo>
                      <a:lnTo>
                        <a:pt x="69736" y="11181"/>
                      </a:lnTo>
                      <a:cubicBezTo>
                        <a:pt x="69807" y="9692"/>
                        <a:pt x="69890" y="8216"/>
                        <a:pt x="69890" y="6728"/>
                      </a:cubicBezTo>
                      <a:lnTo>
                        <a:pt x="69890" y="6335"/>
                      </a:lnTo>
                      <a:close/>
                      <a:moveTo>
                        <a:pt x="62628" y="24123"/>
                      </a:moveTo>
                      <a:cubicBezTo>
                        <a:pt x="62128" y="24146"/>
                        <a:pt x="61604" y="24158"/>
                        <a:pt x="61080" y="24170"/>
                      </a:cubicBezTo>
                      <a:cubicBezTo>
                        <a:pt x="60979" y="24172"/>
                        <a:pt x="60877" y="24173"/>
                        <a:pt x="60774" y="24173"/>
                      </a:cubicBezTo>
                      <a:cubicBezTo>
                        <a:pt x="60297" y="24173"/>
                        <a:pt x="59803" y="24152"/>
                        <a:pt x="59294" y="24123"/>
                      </a:cubicBezTo>
                      <a:close/>
                      <a:moveTo>
                        <a:pt x="182559" y="24218"/>
                      </a:moveTo>
                      <a:cubicBezTo>
                        <a:pt x="182619" y="24218"/>
                        <a:pt x="182678" y="24218"/>
                        <a:pt x="182738" y="24230"/>
                      </a:cubicBezTo>
                      <a:cubicBezTo>
                        <a:pt x="182678" y="24254"/>
                        <a:pt x="182607" y="24277"/>
                        <a:pt x="182524" y="24301"/>
                      </a:cubicBezTo>
                      <a:cubicBezTo>
                        <a:pt x="182547" y="24289"/>
                        <a:pt x="182547" y="24277"/>
                        <a:pt x="182559" y="24265"/>
                      </a:cubicBezTo>
                      <a:cubicBezTo>
                        <a:pt x="182571" y="24242"/>
                        <a:pt x="182571" y="24230"/>
                        <a:pt x="182559" y="24218"/>
                      </a:cubicBezTo>
                      <a:close/>
                      <a:moveTo>
                        <a:pt x="182095" y="24182"/>
                      </a:moveTo>
                      <a:cubicBezTo>
                        <a:pt x="182226" y="24182"/>
                        <a:pt x="182381" y="24206"/>
                        <a:pt x="182512" y="24218"/>
                      </a:cubicBezTo>
                      <a:lnTo>
                        <a:pt x="182381" y="24349"/>
                      </a:lnTo>
                      <a:cubicBezTo>
                        <a:pt x="182190" y="24408"/>
                        <a:pt x="182012" y="24480"/>
                        <a:pt x="181809" y="24551"/>
                      </a:cubicBezTo>
                      <a:cubicBezTo>
                        <a:pt x="181845" y="24515"/>
                        <a:pt x="181857" y="24480"/>
                        <a:pt x="181892" y="24444"/>
                      </a:cubicBezTo>
                      <a:cubicBezTo>
                        <a:pt x="181964" y="24349"/>
                        <a:pt x="182023" y="24277"/>
                        <a:pt x="182095" y="24182"/>
                      </a:cubicBezTo>
                      <a:close/>
                      <a:moveTo>
                        <a:pt x="182214" y="24527"/>
                      </a:moveTo>
                      <a:lnTo>
                        <a:pt x="181892" y="24658"/>
                      </a:lnTo>
                      <a:cubicBezTo>
                        <a:pt x="181833" y="24682"/>
                        <a:pt x="181785" y="24694"/>
                        <a:pt x="181726" y="24706"/>
                      </a:cubicBezTo>
                      <a:cubicBezTo>
                        <a:pt x="181726" y="24706"/>
                        <a:pt x="181726" y="24694"/>
                        <a:pt x="181738" y="24694"/>
                      </a:cubicBezTo>
                      <a:cubicBezTo>
                        <a:pt x="181892" y="24635"/>
                        <a:pt x="182047" y="24575"/>
                        <a:pt x="182214" y="24527"/>
                      </a:cubicBezTo>
                      <a:close/>
                      <a:moveTo>
                        <a:pt x="166629" y="24206"/>
                      </a:moveTo>
                      <a:cubicBezTo>
                        <a:pt x="166545" y="24301"/>
                        <a:pt x="166474" y="24420"/>
                        <a:pt x="166414" y="24539"/>
                      </a:cubicBezTo>
                      <a:cubicBezTo>
                        <a:pt x="166367" y="24623"/>
                        <a:pt x="166307" y="24706"/>
                        <a:pt x="166260" y="24801"/>
                      </a:cubicBezTo>
                      <a:cubicBezTo>
                        <a:pt x="166260" y="24599"/>
                        <a:pt x="166248" y="24396"/>
                        <a:pt x="166236" y="24206"/>
                      </a:cubicBezTo>
                      <a:close/>
                      <a:moveTo>
                        <a:pt x="181619" y="24182"/>
                      </a:moveTo>
                      <a:cubicBezTo>
                        <a:pt x="181738" y="24182"/>
                        <a:pt x="181857" y="24206"/>
                        <a:pt x="181964" y="24206"/>
                      </a:cubicBezTo>
                      <a:cubicBezTo>
                        <a:pt x="181904" y="24254"/>
                        <a:pt x="181833" y="24325"/>
                        <a:pt x="181773" y="24408"/>
                      </a:cubicBezTo>
                      <a:cubicBezTo>
                        <a:pt x="181702" y="24480"/>
                        <a:pt x="181631" y="24575"/>
                        <a:pt x="181607" y="24658"/>
                      </a:cubicBezTo>
                      <a:cubicBezTo>
                        <a:pt x="181452" y="24718"/>
                        <a:pt x="181309" y="24801"/>
                        <a:pt x="181178" y="24849"/>
                      </a:cubicBezTo>
                      <a:cubicBezTo>
                        <a:pt x="181214" y="24766"/>
                        <a:pt x="181273" y="24658"/>
                        <a:pt x="181321" y="24587"/>
                      </a:cubicBezTo>
                      <a:cubicBezTo>
                        <a:pt x="181428" y="24456"/>
                        <a:pt x="181511" y="24325"/>
                        <a:pt x="181619" y="24182"/>
                      </a:cubicBezTo>
                      <a:close/>
                      <a:moveTo>
                        <a:pt x="181071" y="24158"/>
                      </a:moveTo>
                      <a:cubicBezTo>
                        <a:pt x="181202" y="24158"/>
                        <a:pt x="181357" y="24170"/>
                        <a:pt x="181488" y="24170"/>
                      </a:cubicBezTo>
                      <a:lnTo>
                        <a:pt x="181178" y="24527"/>
                      </a:lnTo>
                      <a:cubicBezTo>
                        <a:pt x="181083" y="24646"/>
                        <a:pt x="180976" y="24777"/>
                        <a:pt x="180952" y="24932"/>
                      </a:cubicBezTo>
                      <a:cubicBezTo>
                        <a:pt x="180761" y="24992"/>
                        <a:pt x="180559" y="25063"/>
                        <a:pt x="180368" y="25158"/>
                      </a:cubicBezTo>
                      <a:cubicBezTo>
                        <a:pt x="180595" y="24813"/>
                        <a:pt x="180880" y="24515"/>
                        <a:pt x="181071" y="24158"/>
                      </a:cubicBezTo>
                      <a:close/>
                      <a:moveTo>
                        <a:pt x="167010" y="24218"/>
                      </a:moveTo>
                      <a:cubicBezTo>
                        <a:pt x="166843" y="24385"/>
                        <a:pt x="166688" y="24551"/>
                        <a:pt x="166557" y="24754"/>
                      </a:cubicBezTo>
                      <a:cubicBezTo>
                        <a:pt x="166474" y="24885"/>
                        <a:pt x="166367" y="25016"/>
                        <a:pt x="166271" y="25182"/>
                      </a:cubicBezTo>
                      <a:lnTo>
                        <a:pt x="166271" y="25075"/>
                      </a:lnTo>
                      <a:cubicBezTo>
                        <a:pt x="166331" y="24956"/>
                        <a:pt x="166391" y="24813"/>
                        <a:pt x="166450" y="24694"/>
                      </a:cubicBezTo>
                      <a:cubicBezTo>
                        <a:pt x="166545" y="24527"/>
                        <a:pt x="166652" y="24361"/>
                        <a:pt x="166772" y="24218"/>
                      </a:cubicBezTo>
                      <a:close/>
                      <a:moveTo>
                        <a:pt x="180642" y="24134"/>
                      </a:moveTo>
                      <a:cubicBezTo>
                        <a:pt x="180738" y="24134"/>
                        <a:pt x="180845" y="24134"/>
                        <a:pt x="180952" y="24158"/>
                      </a:cubicBezTo>
                      <a:cubicBezTo>
                        <a:pt x="180726" y="24504"/>
                        <a:pt x="180416" y="24766"/>
                        <a:pt x="180249" y="25147"/>
                      </a:cubicBezTo>
                      <a:cubicBezTo>
                        <a:pt x="180238" y="25170"/>
                        <a:pt x="180249" y="25194"/>
                        <a:pt x="180249" y="25206"/>
                      </a:cubicBezTo>
                      <a:cubicBezTo>
                        <a:pt x="180083" y="25289"/>
                        <a:pt x="179904" y="25349"/>
                        <a:pt x="179749" y="25420"/>
                      </a:cubicBezTo>
                      <a:cubicBezTo>
                        <a:pt x="180047" y="24992"/>
                        <a:pt x="180321" y="24551"/>
                        <a:pt x="180642" y="24134"/>
                      </a:cubicBezTo>
                      <a:close/>
                      <a:moveTo>
                        <a:pt x="180488" y="24146"/>
                      </a:moveTo>
                      <a:cubicBezTo>
                        <a:pt x="180130" y="24515"/>
                        <a:pt x="179809" y="25004"/>
                        <a:pt x="179583" y="25480"/>
                      </a:cubicBezTo>
                      <a:cubicBezTo>
                        <a:pt x="179547" y="25492"/>
                        <a:pt x="179535" y="25516"/>
                        <a:pt x="179511" y="25516"/>
                      </a:cubicBezTo>
                      <a:cubicBezTo>
                        <a:pt x="179392" y="25575"/>
                        <a:pt x="179285" y="25611"/>
                        <a:pt x="179166" y="25670"/>
                      </a:cubicBezTo>
                      <a:cubicBezTo>
                        <a:pt x="179595" y="25254"/>
                        <a:pt x="179880" y="24623"/>
                        <a:pt x="180238" y="24146"/>
                      </a:cubicBezTo>
                      <a:close/>
                      <a:moveTo>
                        <a:pt x="167486" y="24218"/>
                      </a:moveTo>
                      <a:cubicBezTo>
                        <a:pt x="167212" y="24551"/>
                        <a:pt x="166510" y="25432"/>
                        <a:pt x="166271" y="25885"/>
                      </a:cubicBezTo>
                      <a:lnTo>
                        <a:pt x="166271" y="25408"/>
                      </a:lnTo>
                      <a:cubicBezTo>
                        <a:pt x="166498" y="24956"/>
                        <a:pt x="166783" y="24587"/>
                        <a:pt x="167093" y="24218"/>
                      </a:cubicBezTo>
                      <a:close/>
                      <a:moveTo>
                        <a:pt x="180083" y="24146"/>
                      </a:moveTo>
                      <a:cubicBezTo>
                        <a:pt x="179928" y="24349"/>
                        <a:pt x="179773" y="24551"/>
                        <a:pt x="179606" y="24801"/>
                      </a:cubicBezTo>
                      <a:cubicBezTo>
                        <a:pt x="179392" y="25135"/>
                        <a:pt x="179130" y="25432"/>
                        <a:pt x="178916" y="25778"/>
                      </a:cubicBezTo>
                      <a:cubicBezTo>
                        <a:pt x="178916" y="25789"/>
                        <a:pt x="178892" y="25789"/>
                        <a:pt x="178916" y="25813"/>
                      </a:cubicBezTo>
                      <a:cubicBezTo>
                        <a:pt x="178797" y="25849"/>
                        <a:pt x="178690" y="25909"/>
                        <a:pt x="178571" y="25956"/>
                      </a:cubicBezTo>
                      <a:cubicBezTo>
                        <a:pt x="178714" y="25754"/>
                        <a:pt x="178856" y="25528"/>
                        <a:pt x="178987" y="25301"/>
                      </a:cubicBezTo>
                      <a:cubicBezTo>
                        <a:pt x="179237" y="24896"/>
                        <a:pt x="179511" y="24515"/>
                        <a:pt x="179785" y="24146"/>
                      </a:cubicBezTo>
                      <a:close/>
                      <a:moveTo>
                        <a:pt x="181023" y="25289"/>
                      </a:moveTo>
                      <a:cubicBezTo>
                        <a:pt x="180559" y="25456"/>
                        <a:pt x="180118" y="25635"/>
                        <a:pt x="179666" y="25825"/>
                      </a:cubicBezTo>
                      <a:cubicBezTo>
                        <a:pt x="179547" y="25885"/>
                        <a:pt x="179416" y="25932"/>
                        <a:pt x="179297" y="25992"/>
                      </a:cubicBezTo>
                      <a:cubicBezTo>
                        <a:pt x="179273" y="25992"/>
                        <a:pt x="179249" y="26004"/>
                        <a:pt x="179225" y="26004"/>
                      </a:cubicBezTo>
                      <a:cubicBezTo>
                        <a:pt x="179535" y="25873"/>
                        <a:pt x="179833" y="25718"/>
                        <a:pt x="180142" y="25587"/>
                      </a:cubicBezTo>
                      <a:cubicBezTo>
                        <a:pt x="180416" y="25468"/>
                        <a:pt x="180714" y="25361"/>
                        <a:pt x="181023" y="25289"/>
                      </a:cubicBezTo>
                      <a:close/>
                      <a:moveTo>
                        <a:pt x="179714" y="24123"/>
                      </a:moveTo>
                      <a:cubicBezTo>
                        <a:pt x="179452" y="24468"/>
                        <a:pt x="179190" y="24813"/>
                        <a:pt x="178952" y="25170"/>
                      </a:cubicBezTo>
                      <a:cubicBezTo>
                        <a:pt x="178749" y="25468"/>
                        <a:pt x="178523" y="25742"/>
                        <a:pt x="178333" y="26063"/>
                      </a:cubicBezTo>
                      <a:cubicBezTo>
                        <a:pt x="178178" y="26135"/>
                        <a:pt x="178023" y="26206"/>
                        <a:pt x="177868" y="26266"/>
                      </a:cubicBezTo>
                      <a:cubicBezTo>
                        <a:pt x="178344" y="25504"/>
                        <a:pt x="178928" y="24849"/>
                        <a:pt x="179428" y="24123"/>
                      </a:cubicBezTo>
                      <a:close/>
                      <a:moveTo>
                        <a:pt x="167879" y="24206"/>
                      </a:moveTo>
                      <a:cubicBezTo>
                        <a:pt x="167569" y="24646"/>
                        <a:pt x="167248" y="25051"/>
                        <a:pt x="166914" y="25444"/>
                      </a:cubicBezTo>
                      <a:cubicBezTo>
                        <a:pt x="166795" y="25599"/>
                        <a:pt x="166676" y="25766"/>
                        <a:pt x="166569" y="25932"/>
                      </a:cubicBezTo>
                      <a:cubicBezTo>
                        <a:pt x="166486" y="26063"/>
                        <a:pt x="166414" y="26194"/>
                        <a:pt x="166331" y="26325"/>
                      </a:cubicBezTo>
                      <a:cubicBezTo>
                        <a:pt x="166307" y="26373"/>
                        <a:pt x="166295" y="26420"/>
                        <a:pt x="166271" y="26468"/>
                      </a:cubicBezTo>
                      <a:lnTo>
                        <a:pt x="166271" y="26016"/>
                      </a:lnTo>
                      <a:cubicBezTo>
                        <a:pt x="166367" y="25849"/>
                        <a:pt x="166629" y="25516"/>
                        <a:pt x="166688" y="25432"/>
                      </a:cubicBezTo>
                      <a:cubicBezTo>
                        <a:pt x="166974" y="25016"/>
                        <a:pt x="167272" y="24635"/>
                        <a:pt x="167557" y="24206"/>
                      </a:cubicBezTo>
                      <a:close/>
                      <a:moveTo>
                        <a:pt x="179321" y="24134"/>
                      </a:moveTo>
                      <a:cubicBezTo>
                        <a:pt x="178773" y="24849"/>
                        <a:pt x="178047" y="25492"/>
                        <a:pt x="177678" y="26361"/>
                      </a:cubicBezTo>
                      <a:lnTo>
                        <a:pt x="177190" y="26587"/>
                      </a:lnTo>
                      <a:cubicBezTo>
                        <a:pt x="177368" y="26266"/>
                        <a:pt x="177618" y="26004"/>
                        <a:pt x="177821" y="25730"/>
                      </a:cubicBezTo>
                      <a:cubicBezTo>
                        <a:pt x="178225" y="25230"/>
                        <a:pt x="178618" y="24694"/>
                        <a:pt x="178987" y="24158"/>
                      </a:cubicBezTo>
                      <a:lnTo>
                        <a:pt x="178987" y="24134"/>
                      </a:lnTo>
                      <a:close/>
                      <a:moveTo>
                        <a:pt x="178940" y="24134"/>
                      </a:moveTo>
                      <a:cubicBezTo>
                        <a:pt x="178452" y="24742"/>
                        <a:pt x="177987" y="25313"/>
                        <a:pt x="177523" y="25897"/>
                      </a:cubicBezTo>
                      <a:cubicBezTo>
                        <a:pt x="177332" y="26135"/>
                        <a:pt x="177106" y="26385"/>
                        <a:pt x="176975" y="26682"/>
                      </a:cubicBezTo>
                      <a:lnTo>
                        <a:pt x="176666" y="26813"/>
                      </a:lnTo>
                      <a:cubicBezTo>
                        <a:pt x="176868" y="26301"/>
                        <a:pt x="177332" y="25909"/>
                        <a:pt x="177666" y="25480"/>
                      </a:cubicBezTo>
                      <a:cubicBezTo>
                        <a:pt x="177987" y="25051"/>
                        <a:pt x="178297" y="24599"/>
                        <a:pt x="178618" y="24134"/>
                      </a:cubicBezTo>
                      <a:close/>
                      <a:moveTo>
                        <a:pt x="168427" y="24218"/>
                      </a:moveTo>
                      <a:cubicBezTo>
                        <a:pt x="168022" y="24849"/>
                        <a:pt x="167545" y="25432"/>
                        <a:pt x="167069" y="25992"/>
                      </a:cubicBezTo>
                      <a:cubicBezTo>
                        <a:pt x="166772" y="26325"/>
                        <a:pt x="166510" y="26718"/>
                        <a:pt x="166260" y="27099"/>
                      </a:cubicBezTo>
                      <a:cubicBezTo>
                        <a:pt x="166260" y="26932"/>
                        <a:pt x="166271" y="26778"/>
                        <a:pt x="166271" y="26611"/>
                      </a:cubicBezTo>
                      <a:cubicBezTo>
                        <a:pt x="166522" y="26206"/>
                        <a:pt x="166760" y="25813"/>
                        <a:pt x="167045" y="25432"/>
                      </a:cubicBezTo>
                      <a:cubicBezTo>
                        <a:pt x="167355" y="25039"/>
                        <a:pt x="167676" y="24646"/>
                        <a:pt x="167938" y="24218"/>
                      </a:cubicBezTo>
                      <a:close/>
                      <a:moveTo>
                        <a:pt x="177701" y="26742"/>
                      </a:moveTo>
                      <a:lnTo>
                        <a:pt x="177701" y="26742"/>
                      </a:lnTo>
                      <a:cubicBezTo>
                        <a:pt x="177463" y="26861"/>
                        <a:pt x="177213" y="27004"/>
                        <a:pt x="176951" y="27123"/>
                      </a:cubicBezTo>
                      <a:cubicBezTo>
                        <a:pt x="176963" y="27087"/>
                        <a:pt x="176963" y="27063"/>
                        <a:pt x="176975" y="27028"/>
                      </a:cubicBezTo>
                      <a:cubicBezTo>
                        <a:pt x="177154" y="26956"/>
                        <a:pt x="177344" y="26885"/>
                        <a:pt x="177523" y="26801"/>
                      </a:cubicBezTo>
                      <a:cubicBezTo>
                        <a:pt x="177582" y="26778"/>
                        <a:pt x="177642" y="26766"/>
                        <a:pt x="177701" y="26742"/>
                      </a:cubicBezTo>
                      <a:close/>
                      <a:moveTo>
                        <a:pt x="178499" y="24134"/>
                      </a:moveTo>
                      <a:cubicBezTo>
                        <a:pt x="178118" y="24694"/>
                        <a:pt x="177725" y="25242"/>
                        <a:pt x="177285" y="25742"/>
                      </a:cubicBezTo>
                      <a:cubicBezTo>
                        <a:pt x="176987" y="26087"/>
                        <a:pt x="176594" y="26397"/>
                        <a:pt x="176487" y="26897"/>
                      </a:cubicBezTo>
                      <a:cubicBezTo>
                        <a:pt x="176320" y="26968"/>
                        <a:pt x="176142" y="27040"/>
                        <a:pt x="175975" y="27123"/>
                      </a:cubicBezTo>
                      <a:cubicBezTo>
                        <a:pt x="176047" y="27016"/>
                        <a:pt x="176154" y="26790"/>
                        <a:pt x="176189" y="26730"/>
                      </a:cubicBezTo>
                      <a:cubicBezTo>
                        <a:pt x="176273" y="26587"/>
                        <a:pt x="176380" y="26444"/>
                        <a:pt x="176487" y="26313"/>
                      </a:cubicBezTo>
                      <a:cubicBezTo>
                        <a:pt x="176666" y="26087"/>
                        <a:pt x="176856" y="25897"/>
                        <a:pt x="177035" y="25694"/>
                      </a:cubicBezTo>
                      <a:cubicBezTo>
                        <a:pt x="177404" y="25242"/>
                        <a:pt x="177785" y="24766"/>
                        <a:pt x="178094" y="24242"/>
                      </a:cubicBezTo>
                      <a:cubicBezTo>
                        <a:pt x="178103" y="24233"/>
                        <a:pt x="178093" y="24225"/>
                        <a:pt x="178079" y="24225"/>
                      </a:cubicBezTo>
                      <a:cubicBezTo>
                        <a:pt x="178073" y="24225"/>
                        <a:pt x="178066" y="24226"/>
                        <a:pt x="178059" y="24230"/>
                      </a:cubicBezTo>
                      <a:cubicBezTo>
                        <a:pt x="177582" y="24777"/>
                        <a:pt x="177178" y="25385"/>
                        <a:pt x="176689" y="25909"/>
                      </a:cubicBezTo>
                      <a:cubicBezTo>
                        <a:pt x="176344" y="26278"/>
                        <a:pt x="176011" y="26671"/>
                        <a:pt x="175832" y="27171"/>
                      </a:cubicBezTo>
                      <a:cubicBezTo>
                        <a:pt x="175677" y="27230"/>
                        <a:pt x="175535" y="27313"/>
                        <a:pt x="175368" y="27373"/>
                      </a:cubicBezTo>
                      <a:cubicBezTo>
                        <a:pt x="175701" y="26921"/>
                        <a:pt x="175975" y="26432"/>
                        <a:pt x="176297" y="25980"/>
                      </a:cubicBezTo>
                      <a:cubicBezTo>
                        <a:pt x="176737" y="25361"/>
                        <a:pt x="177213" y="24766"/>
                        <a:pt x="177690" y="24158"/>
                      </a:cubicBezTo>
                      <a:cubicBezTo>
                        <a:pt x="177963" y="24134"/>
                        <a:pt x="178225" y="24134"/>
                        <a:pt x="178499" y="24134"/>
                      </a:cubicBezTo>
                      <a:close/>
                      <a:moveTo>
                        <a:pt x="176832" y="27099"/>
                      </a:moveTo>
                      <a:cubicBezTo>
                        <a:pt x="176832" y="27123"/>
                        <a:pt x="176832" y="27135"/>
                        <a:pt x="176809" y="27147"/>
                      </a:cubicBezTo>
                      <a:lnTo>
                        <a:pt x="176809" y="27182"/>
                      </a:lnTo>
                      <a:cubicBezTo>
                        <a:pt x="176606" y="27266"/>
                        <a:pt x="176380" y="27361"/>
                        <a:pt x="176177" y="27421"/>
                      </a:cubicBezTo>
                      <a:cubicBezTo>
                        <a:pt x="176392" y="27313"/>
                        <a:pt x="176606" y="27206"/>
                        <a:pt x="176832" y="27099"/>
                      </a:cubicBezTo>
                      <a:close/>
                      <a:moveTo>
                        <a:pt x="177618" y="24170"/>
                      </a:moveTo>
                      <a:cubicBezTo>
                        <a:pt x="177154" y="24742"/>
                        <a:pt x="176689" y="25313"/>
                        <a:pt x="176237" y="25897"/>
                      </a:cubicBezTo>
                      <a:cubicBezTo>
                        <a:pt x="175844" y="26397"/>
                        <a:pt x="175523" y="26980"/>
                        <a:pt x="175106" y="27492"/>
                      </a:cubicBezTo>
                      <a:lnTo>
                        <a:pt x="174701" y="27671"/>
                      </a:lnTo>
                      <a:cubicBezTo>
                        <a:pt x="174784" y="27516"/>
                        <a:pt x="174892" y="27373"/>
                        <a:pt x="174987" y="27254"/>
                      </a:cubicBezTo>
                      <a:cubicBezTo>
                        <a:pt x="175249" y="26897"/>
                        <a:pt x="175546" y="26540"/>
                        <a:pt x="175832" y="26182"/>
                      </a:cubicBezTo>
                      <a:cubicBezTo>
                        <a:pt x="176356" y="25539"/>
                        <a:pt x="176868" y="24896"/>
                        <a:pt x="177309" y="24182"/>
                      </a:cubicBezTo>
                      <a:cubicBezTo>
                        <a:pt x="177392" y="24182"/>
                        <a:pt x="177463" y="24182"/>
                        <a:pt x="177559" y="24170"/>
                      </a:cubicBezTo>
                      <a:close/>
                      <a:moveTo>
                        <a:pt x="168831" y="24230"/>
                      </a:moveTo>
                      <a:cubicBezTo>
                        <a:pt x="168343" y="24754"/>
                        <a:pt x="167915" y="25349"/>
                        <a:pt x="167510" y="25968"/>
                      </a:cubicBezTo>
                      <a:cubicBezTo>
                        <a:pt x="167224" y="26409"/>
                        <a:pt x="166938" y="26849"/>
                        <a:pt x="166629" y="27266"/>
                      </a:cubicBezTo>
                      <a:cubicBezTo>
                        <a:pt x="166498" y="27456"/>
                        <a:pt x="166331" y="27659"/>
                        <a:pt x="166224" y="27861"/>
                      </a:cubicBezTo>
                      <a:cubicBezTo>
                        <a:pt x="166236" y="27671"/>
                        <a:pt x="166236" y="27480"/>
                        <a:pt x="166248" y="27278"/>
                      </a:cubicBezTo>
                      <a:cubicBezTo>
                        <a:pt x="166307" y="27242"/>
                        <a:pt x="166355" y="27182"/>
                        <a:pt x="166414" y="27087"/>
                      </a:cubicBezTo>
                      <a:cubicBezTo>
                        <a:pt x="166641" y="26742"/>
                        <a:pt x="166855" y="26385"/>
                        <a:pt x="167117" y="26075"/>
                      </a:cubicBezTo>
                      <a:cubicBezTo>
                        <a:pt x="167617" y="25492"/>
                        <a:pt x="168093" y="24920"/>
                        <a:pt x="168474" y="24230"/>
                      </a:cubicBezTo>
                      <a:close/>
                      <a:moveTo>
                        <a:pt x="177273" y="24170"/>
                      </a:moveTo>
                      <a:lnTo>
                        <a:pt x="177273" y="24170"/>
                      </a:lnTo>
                      <a:cubicBezTo>
                        <a:pt x="177249" y="24218"/>
                        <a:pt x="177225" y="24242"/>
                        <a:pt x="177213" y="24289"/>
                      </a:cubicBezTo>
                      <a:cubicBezTo>
                        <a:pt x="176678" y="24932"/>
                        <a:pt x="176142" y="25599"/>
                        <a:pt x="175606" y="26254"/>
                      </a:cubicBezTo>
                      <a:cubicBezTo>
                        <a:pt x="175189" y="26742"/>
                        <a:pt x="174749" y="27254"/>
                        <a:pt x="174403" y="27802"/>
                      </a:cubicBezTo>
                      <a:cubicBezTo>
                        <a:pt x="174344" y="27814"/>
                        <a:pt x="174296" y="27849"/>
                        <a:pt x="174249" y="27861"/>
                      </a:cubicBezTo>
                      <a:lnTo>
                        <a:pt x="173939" y="27992"/>
                      </a:lnTo>
                      <a:cubicBezTo>
                        <a:pt x="174725" y="26635"/>
                        <a:pt x="175904" y="25528"/>
                        <a:pt x="176797" y="24254"/>
                      </a:cubicBezTo>
                      <a:cubicBezTo>
                        <a:pt x="176824" y="24235"/>
                        <a:pt x="176802" y="24195"/>
                        <a:pt x="176773" y="24195"/>
                      </a:cubicBezTo>
                      <a:cubicBezTo>
                        <a:pt x="176765" y="24195"/>
                        <a:pt x="176757" y="24198"/>
                        <a:pt x="176749" y="24206"/>
                      </a:cubicBezTo>
                      <a:cubicBezTo>
                        <a:pt x="176177" y="24944"/>
                        <a:pt x="175546" y="25647"/>
                        <a:pt x="174963" y="26385"/>
                      </a:cubicBezTo>
                      <a:cubicBezTo>
                        <a:pt x="174534" y="26944"/>
                        <a:pt x="174011" y="27444"/>
                        <a:pt x="173701" y="28099"/>
                      </a:cubicBezTo>
                      <a:cubicBezTo>
                        <a:pt x="173618" y="28135"/>
                        <a:pt x="173534" y="28171"/>
                        <a:pt x="173451" y="28206"/>
                      </a:cubicBezTo>
                      <a:cubicBezTo>
                        <a:pt x="173880" y="27575"/>
                        <a:pt x="174237" y="26897"/>
                        <a:pt x="174689" y="26290"/>
                      </a:cubicBezTo>
                      <a:cubicBezTo>
                        <a:pt x="175201" y="25575"/>
                        <a:pt x="175773" y="24885"/>
                        <a:pt x="176320" y="24206"/>
                      </a:cubicBezTo>
                      <a:cubicBezTo>
                        <a:pt x="176630" y="24182"/>
                        <a:pt x="176963" y="24182"/>
                        <a:pt x="177273" y="24170"/>
                      </a:cubicBezTo>
                      <a:close/>
                      <a:moveTo>
                        <a:pt x="176261" y="24194"/>
                      </a:moveTo>
                      <a:cubicBezTo>
                        <a:pt x="175701" y="24873"/>
                        <a:pt x="175130" y="25516"/>
                        <a:pt x="174582" y="26194"/>
                      </a:cubicBezTo>
                      <a:cubicBezTo>
                        <a:pt x="174094" y="26825"/>
                        <a:pt x="173701" y="27552"/>
                        <a:pt x="173237" y="28206"/>
                      </a:cubicBezTo>
                      <a:cubicBezTo>
                        <a:pt x="173225" y="28206"/>
                        <a:pt x="173225" y="28218"/>
                        <a:pt x="173213" y="28218"/>
                      </a:cubicBezTo>
                      <a:cubicBezTo>
                        <a:pt x="173177" y="28266"/>
                        <a:pt x="173153" y="28314"/>
                        <a:pt x="173118" y="28337"/>
                      </a:cubicBezTo>
                      <a:cubicBezTo>
                        <a:pt x="172963" y="28409"/>
                        <a:pt x="172784" y="28480"/>
                        <a:pt x="172618" y="28564"/>
                      </a:cubicBezTo>
                      <a:cubicBezTo>
                        <a:pt x="173106" y="27885"/>
                        <a:pt x="173522" y="27147"/>
                        <a:pt x="174011" y="26480"/>
                      </a:cubicBezTo>
                      <a:cubicBezTo>
                        <a:pt x="174344" y="26028"/>
                        <a:pt x="174689" y="25611"/>
                        <a:pt x="175023" y="25182"/>
                      </a:cubicBezTo>
                      <a:cubicBezTo>
                        <a:pt x="175261" y="24873"/>
                        <a:pt x="175487" y="24539"/>
                        <a:pt x="175713" y="24218"/>
                      </a:cubicBezTo>
                      <a:cubicBezTo>
                        <a:pt x="175892" y="24218"/>
                        <a:pt x="176082" y="24194"/>
                        <a:pt x="176261" y="24194"/>
                      </a:cubicBezTo>
                      <a:close/>
                      <a:moveTo>
                        <a:pt x="168938" y="24230"/>
                      </a:moveTo>
                      <a:cubicBezTo>
                        <a:pt x="169165" y="24230"/>
                        <a:pt x="169403" y="24242"/>
                        <a:pt x="169617" y="24242"/>
                      </a:cubicBezTo>
                      <a:cubicBezTo>
                        <a:pt x="168450" y="25670"/>
                        <a:pt x="167272" y="27135"/>
                        <a:pt x="166200" y="28671"/>
                      </a:cubicBezTo>
                      <a:cubicBezTo>
                        <a:pt x="166200" y="28492"/>
                        <a:pt x="166200" y="28290"/>
                        <a:pt x="166212" y="28111"/>
                      </a:cubicBezTo>
                      <a:cubicBezTo>
                        <a:pt x="166617" y="27480"/>
                        <a:pt x="167069" y="26861"/>
                        <a:pt x="167486" y="26230"/>
                      </a:cubicBezTo>
                      <a:cubicBezTo>
                        <a:pt x="167926" y="25528"/>
                        <a:pt x="168391" y="24837"/>
                        <a:pt x="168938" y="24230"/>
                      </a:cubicBezTo>
                      <a:close/>
                      <a:moveTo>
                        <a:pt x="175677" y="24265"/>
                      </a:moveTo>
                      <a:lnTo>
                        <a:pt x="175677" y="24265"/>
                      </a:lnTo>
                      <a:cubicBezTo>
                        <a:pt x="175475" y="24515"/>
                        <a:pt x="175285" y="24801"/>
                        <a:pt x="175070" y="25063"/>
                      </a:cubicBezTo>
                      <a:cubicBezTo>
                        <a:pt x="174701" y="25528"/>
                        <a:pt x="174308" y="25956"/>
                        <a:pt x="173951" y="26420"/>
                      </a:cubicBezTo>
                      <a:cubicBezTo>
                        <a:pt x="173391" y="27159"/>
                        <a:pt x="172915" y="27980"/>
                        <a:pt x="172332" y="28706"/>
                      </a:cubicBezTo>
                      <a:cubicBezTo>
                        <a:pt x="172225" y="28754"/>
                        <a:pt x="172141" y="28802"/>
                        <a:pt x="172034" y="28849"/>
                      </a:cubicBezTo>
                      <a:lnTo>
                        <a:pt x="171784" y="28945"/>
                      </a:lnTo>
                      <a:cubicBezTo>
                        <a:pt x="172070" y="28325"/>
                        <a:pt x="172618" y="27730"/>
                        <a:pt x="172939" y="27206"/>
                      </a:cubicBezTo>
                      <a:cubicBezTo>
                        <a:pt x="173570" y="26230"/>
                        <a:pt x="174189" y="25230"/>
                        <a:pt x="174892" y="24301"/>
                      </a:cubicBezTo>
                      <a:cubicBezTo>
                        <a:pt x="174895" y="24295"/>
                        <a:pt x="174895" y="24287"/>
                        <a:pt x="174894" y="24279"/>
                      </a:cubicBezTo>
                      <a:lnTo>
                        <a:pt x="174894" y="24279"/>
                      </a:lnTo>
                      <a:cubicBezTo>
                        <a:pt x="175159" y="24275"/>
                        <a:pt x="175422" y="24272"/>
                        <a:pt x="175677" y="24265"/>
                      </a:cubicBezTo>
                      <a:close/>
                      <a:moveTo>
                        <a:pt x="170022" y="24242"/>
                      </a:moveTo>
                      <a:cubicBezTo>
                        <a:pt x="169367" y="25242"/>
                        <a:pt x="168629" y="26170"/>
                        <a:pt x="167867" y="27075"/>
                      </a:cubicBezTo>
                      <a:cubicBezTo>
                        <a:pt x="167307" y="27754"/>
                        <a:pt x="166664" y="28409"/>
                        <a:pt x="166176" y="29159"/>
                      </a:cubicBezTo>
                      <a:cubicBezTo>
                        <a:pt x="166176" y="29087"/>
                        <a:pt x="166176" y="28992"/>
                        <a:pt x="166188" y="28921"/>
                      </a:cubicBezTo>
                      <a:cubicBezTo>
                        <a:pt x="167284" y="27313"/>
                        <a:pt x="168534" y="25825"/>
                        <a:pt x="169689" y="24242"/>
                      </a:cubicBezTo>
                      <a:close/>
                      <a:moveTo>
                        <a:pt x="174845" y="24279"/>
                      </a:moveTo>
                      <a:cubicBezTo>
                        <a:pt x="174123" y="25180"/>
                        <a:pt x="173471" y="26152"/>
                        <a:pt x="172832" y="27135"/>
                      </a:cubicBezTo>
                      <a:cubicBezTo>
                        <a:pt x="172498" y="27659"/>
                        <a:pt x="171796" y="28349"/>
                        <a:pt x="171582" y="29040"/>
                      </a:cubicBezTo>
                      <a:lnTo>
                        <a:pt x="171189" y="29218"/>
                      </a:lnTo>
                      <a:cubicBezTo>
                        <a:pt x="171153" y="29230"/>
                        <a:pt x="171141" y="29230"/>
                        <a:pt x="171105" y="29242"/>
                      </a:cubicBezTo>
                      <a:cubicBezTo>
                        <a:pt x="171629" y="28754"/>
                        <a:pt x="172058" y="27909"/>
                        <a:pt x="172415" y="27337"/>
                      </a:cubicBezTo>
                      <a:cubicBezTo>
                        <a:pt x="172748" y="26801"/>
                        <a:pt x="173070" y="26266"/>
                        <a:pt x="173391" y="25730"/>
                      </a:cubicBezTo>
                      <a:cubicBezTo>
                        <a:pt x="173665" y="25230"/>
                        <a:pt x="173939" y="24694"/>
                        <a:pt x="174320" y="24289"/>
                      </a:cubicBezTo>
                      <a:cubicBezTo>
                        <a:pt x="174494" y="24285"/>
                        <a:pt x="174669" y="24282"/>
                        <a:pt x="174845" y="24279"/>
                      </a:cubicBezTo>
                      <a:close/>
                      <a:moveTo>
                        <a:pt x="174201" y="24265"/>
                      </a:moveTo>
                      <a:cubicBezTo>
                        <a:pt x="173558" y="24920"/>
                        <a:pt x="173118" y="25909"/>
                        <a:pt x="172641" y="26706"/>
                      </a:cubicBezTo>
                      <a:cubicBezTo>
                        <a:pt x="172082" y="27611"/>
                        <a:pt x="171534" y="28671"/>
                        <a:pt x="170760" y="29361"/>
                      </a:cubicBezTo>
                      <a:cubicBezTo>
                        <a:pt x="170653" y="29409"/>
                        <a:pt x="170534" y="29445"/>
                        <a:pt x="170427" y="29480"/>
                      </a:cubicBezTo>
                      <a:lnTo>
                        <a:pt x="170415" y="29480"/>
                      </a:lnTo>
                      <a:cubicBezTo>
                        <a:pt x="170379" y="29504"/>
                        <a:pt x="170367" y="29504"/>
                        <a:pt x="170343" y="29516"/>
                      </a:cubicBezTo>
                      <a:cubicBezTo>
                        <a:pt x="170558" y="29207"/>
                        <a:pt x="170784" y="28861"/>
                        <a:pt x="171022" y="28576"/>
                      </a:cubicBezTo>
                      <a:cubicBezTo>
                        <a:pt x="171391" y="28135"/>
                        <a:pt x="171772" y="27671"/>
                        <a:pt x="172106" y="27194"/>
                      </a:cubicBezTo>
                      <a:cubicBezTo>
                        <a:pt x="172772" y="26266"/>
                        <a:pt x="173391" y="25301"/>
                        <a:pt x="173903" y="24265"/>
                      </a:cubicBezTo>
                      <a:close/>
                      <a:moveTo>
                        <a:pt x="173856" y="24242"/>
                      </a:moveTo>
                      <a:lnTo>
                        <a:pt x="173856" y="24242"/>
                      </a:lnTo>
                      <a:cubicBezTo>
                        <a:pt x="173237" y="25301"/>
                        <a:pt x="172582" y="26313"/>
                        <a:pt x="171867" y="27266"/>
                      </a:cubicBezTo>
                      <a:cubicBezTo>
                        <a:pt x="171546" y="27718"/>
                        <a:pt x="171201" y="28123"/>
                        <a:pt x="170843" y="28552"/>
                      </a:cubicBezTo>
                      <a:cubicBezTo>
                        <a:pt x="170582" y="28861"/>
                        <a:pt x="170355" y="29266"/>
                        <a:pt x="170093" y="29588"/>
                      </a:cubicBezTo>
                      <a:cubicBezTo>
                        <a:pt x="169939" y="29647"/>
                        <a:pt x="169760" y="29695"/>
                        <a:pt x="169581" y="29742"/>
                      </a:cubicBezTo>
                      <a:cubicBezTo>
                        <a:pt x="170165" y="29159"/>
                        <a:pt x="170605" y="28230"/>
                        <a:pt x="171058" y="27635"/>
                      </a:cubicBezTo>
                      <a:cubicBezTo>
                        <a:pt x="171832" y="26599"/>
                        <a:pt x="172760" y="25492"/>
                        <a:pt x="173296" y="24254"/>
                      </a:cubicBezTo>
                      <a:cubicBezTo>
                        <a:pt x="173475" y="24254"/>
                        <a:pt x="173665" y="24254"/>
                        <a:pt x="173856" y="24242"/>
                      </a:cubicBezTo>
                      <a:close/>
                      <a:moveTo>
                        <a:pt x="170129" y="24254"/>
                      </a:moveTo>
                      <a:cubicBezTo>
                        <a:pt x="170320" y="24254"/>
                        <a:pt x="170522" y="24277"/>
                        <a:pt x="170713" y="24277"/>
                      </a:cubicBezTo>
                      <a:lnTo>
                        <a:pt x="170784" y="24277"/>
                      </a:lnTo>
                      <a:cubicBezTo>
                        <a:pt x="169891" y="25254"/>
                        <a:pt x="169069" y="26361"/>
                        <a:pt x="168236" y="27397"/>
                      </a:cubicBezTo>
                      <a:cubicBezTo>
                        <a:pt x="168093" y="27575"/>
                        <a:pt x="166652" y="29218"/>
                        <a:pt x="166176" y="29897"/>
                      </a:cubicBezTo>
                      <a:lnTo>
                        <a:pt x="166176" y="29528"/>
                      </a:lnTo>
                      <a:lnTo>
                        <a:pt x="166176" y="29492"/>
                      </a:lnTo>
                      <a:cubicBezTo>
                        <a:pt x="166772" y="28516"/>
                        <a:pt x="167581" y="27694"/>
                        <a:pt x="168284" y="26813"/>
                      </a:cubicBezTo>
                      <a:cubicBezTo>
                        <a:pt x="168938" y="26004"/>
                        <a:pt x="169581" y="25170"/>
                        <a:pt x="170129" y="24254"/>
                      </a:cubicBezTo>
                      <a:close/>
                      <a:moveTo>
                        <a:pt x="173260" y="24289"/>
                      </a:moveTo>
                      <a:cubicBezTo>
                        <a:pt x="172510" y="25337"/>
                        <a:pt x="171808" y="26420"/>
                        <a:pt x="171034" y="27444"/>
                      </a:cubicBezTo>
                      <a:cubicBezTo>
                        <a:pt x="170474" y="28206"/>
                        <a:pt x="169951" y="29218"/>
                        <a:pt x="169248" y="29838"/>
                      </a:cubicBezTo>
                      <a:cubicBezTo>
                        <a:pt x="169117" y="29873"/>
                        <a:pt x="168986" y="29897"/>
                        <a:pt x="168855" y="29945"/>
                      </a:cubicBezTo>
                      <a:cubicBezTo>
                        <a:pt x="169165" y="29457"/>
                        <a:pt x="169522" y="29004"/>
                        <a:pt x="169843" y="28528"/>
                      </a:cubicBezTo>
                      <a:cubicBezTo>
                        <a:pt x="170248" y="27933"/>
                        <a:pt x="170641" y="27325"/>
                        <a:pt x="171070" y="26742"/>
                      </a:cubicBezTo>
                      <a:cubicBezTo>
                        <a:pt x="171486" y="26194"/>
                        <a:pt x="171903" y="25635"/>
                        <a:pt x="172308" y="25063"/>
                      </a:cubicBezTo>
                      <a:cubicBezTo>
                        <a:pt x="172463" y="24837"/>
                        <a:pt x="172701" y="24575"/>
                        <a:pt x="172820" y="24289"/>
                      </a:cubicBezTo>
                      <a:close/>
                      <a:moveTo>
                        <a:pt x="172677" y="24289"/>
                      </a:moveTo>
                      <a:cubicBezTo>
                        <a:pt x="172403" y="24635"/>
                        <a:pt x="171951" y="25408"/>
                        <a:pt x="171903" y="25468"/>
                      </a:cubicBezTo>
                      <a:cubicBezTo>
                        <a:pt x="171486" y="26016"/>
                        <a:pt x="171058" y="26551"/>
                        <a:pt x="170653" y="27099"/>
                      </a:cubicBezTo>
                      <a:cubicBezTo>
                        <a:pt x="170284" y="27611"/>
                        <a:pt x="169951" y="28171"/>
                        <a:pt x="169581" y="28683"/>
                      </a:cubicBezTo>
                      <a:cubicBezTo>
                        <a:pt x="169272" y="29111"/>
                        <a:pt x="168950" y="29516"/>
                        <a:pt x="168677" y="29980"/>
                      </a:cubicBezTo>
                      <a:cubicBezTo>
                        <a:pt x="168498" y="30016"/>
                        <a:pt x="168331" y="30064"/>
                        <a:pt x="168165" y="30111"/>
                      </a:cubicBezTo>
                      <a:cubicBezTo>
                        <a:pt x="168450" y="29719"/>
                        <a:pt x="168772" y="29385"/>
                        <a:pt x="169058" y="28992"/>
                      </a:cubicBezTo>
                      <a:cubicBezTo>
                        <a:pt x="169462" y="28445"/>
                        <a:pt x="169867" y="27873"/>
                        <a:pt x="170260" y="27325"/>
                      </a:cubicBezTo>
                      <a:cubicBezTo>
                        <a:pt x="170974" y="26325"/>
                        <a:pt x="171677" y="25313"/>
                        <a:pt x="172344" y="24289"/>
                      </a:cubicBezTo>
                      <a:close/>
                      <a:moveTo>
                        <a:pt x="172272" y="24277"/>
                      </a:moveTo>
                      <a:cubicBezTo>
                        <a:pt x="171475" y="25349"/>
                        <a:pt x="170713" y="26444"/>
                        <a:pt x="169927" y="27516"/>
                      </a:cubicBezTo>
                      <a:cubicBezTo>
                        <a:pt x="169522" y="28075"/>
                        <a:pt x="169129" y="28635"/>
                        <a:pt x="168712" y="29171"/>
                      </a:cubicBezTo>
                      <a:cubicBezTo>
                        <a:pt x="168450" y="29516"/>
                        <a:pt x="168165" y="29826"/>
                        <a:pt x="167915" y="30171"/>
                      </a:cubicBezTo>
                      <a:cubicBezTo>
                        <a:pt x="167795" y="30195"/>
                        <a:pt x="167676" y="30242"/>
                        <a:pt x="167569" y="30290"/>
                      </a:cubicBezTo>
                      <a:cubicBezTo>
                        <a:pt x="167724" y="30100"/>
                        <a:pt x="167855" y="29838"/>
                        <a:pt x="167974" y="29683"/>
                      </a:cubicBezTo>
                      <a:cubicBezTo>
                        <a:pt x="168450" y="29052"/>
                        <a:pt x="168986" y="28468"/>
                        <a:pt x="169462" y="27837"/>
                      </a:cubicBezTo>
                      <a:cubicBezTo>
                        <a:pt x="169867" y="27302"/>
                        <a:pt x="170248" y="26742"/>
                        <a:pt x="170641" y="26182"/>
                      </a:cubicBezTo>
                      <a:lnTo>
                        <a:pt x="171260" y="25242"/>
                      </a:lnTo>
                      <a:cubicBezTo>
                        <a:pt x="171355" y="25111"/>
                        <a:pt x="171451" y="24956"/>
                        <a:pt x="171546" y="24825"/>
                      </a:cubicBezTo>
                      <a:cubicBezTo>
                        <a:pt x="171617" y="24718"/>
                        <a:pt x="171748" y="24408"/>
                        <a:pt x="171844" y="24277"/>
                      </a:cubicBezTo>
                      <a:close/>
                      <a:moveTo>
                        <a:pt x="171248" y="24277"/>
                      </a:moveTo>
                      <a:cubicBezTo>
                        <a:pt x="170284" y="25194"/>
                        <a:pt x="169593" y="26468"/>
                        <a:pt x="168796" y="27563"/>
                      </a:cubicBezTo>
                      <a:cubicBezTo>
                        <a:pt x="167974" y="28695"/>
                        <a:pt x="167010" y="29659"/>
                        <a:pt x="166152" y="30778"/>
                      </a:cubicBezTo>
                      <a:lnTo>
                        <a:pt x="166152" y="30230"/>
                      </a:lnTo>
                      <a:cubicBezTo>
                        <a:pt x="166426" y="29945"/>
                        <a:pt x="166617" y="29540"/>
                        <a:pt x="166867" y="29266"/>
                      </a:cubicBezTo>
                      <a:cubicBezTo>
                        <a:pt x="167343" y="28706"/>
                        <a:pt x="167795" y="28171"/>
                        <a:pt x="168236" y="27587"/>
                      </a:cubicBezTo>
                      <a:cubicBezTo>
                        <a:pt x="169105" y="26480"/>
                        <a:pt x="169962" y="25361"/>
                        <a:pt x="170855" y="24277"/>
                      </a:cubicBezTo>
                      <a:close/>
                      <a:moveTo>
                        <a:pt x="167641" y="30635"/>
                      </a:moveTo>
                      <a:lnTo>
                        <a:pt x="167641" y="30659"/>
                      </a:lnTo>
                      <a:cubicBezTo>
                        <a:pt x="167486" y="30754"/>
                        <a:pt x="167319" y="30826"/>
                        <a:pt x="167164" y="30909"/>
                      </a:cubicBezTo>
                      <a:lnTo>
                        <a:pt x="166807" y="31064"/>
                      </a:lnTo>
                      <a:cubicBezTo>
                        <a:pt x="167069" y="30885"/>
                        <a:pt x="167343" y="30754"/>
                        <a:pt x="167641" y="30635"/>
                      </a:cubicBezTo>
                      <a:close/>
                      <a:moveTo>
                        <a:pt x="171844" y="24254"/>
                      </a:moveTo>
                      <a:cubicBezTo>
                        <a:pt x="171034" y="25349"/>
                        <a:pt x="170296" y="26468"/>
                        <a:pt x="169510" y="27516"/>
                      </a:cubicBezTo>
                      <a:cubicBezTo>
                        <a:pt x="169105" y="28052"/>
                        <a:pt x="168688" y="28564"/>
                        <a:pt x="168260" y="29064"/>
                      </a:cubicBezTo>
                      <a:cubicBezTo>
                        <a:pt x="167938" y="29457"/>
                        <a:pt x="167557" y="30195"/>
                        <a:pt x="167141" y="30457"/>
                      </a:cubicBezTo>
                      <a:cubicBezTo>
                        <a:pt x="167129" y="30457"/>
                        <a:pt x="167129" y="30469"/>
                        <a:pt x="167129" y="30469"/>
                      </a:cubicBezTo>
                      <a:cubicBezTo>
                        <a:pt x="166783" y="30635"/>
                        <a:pt x="166450" y="30850"/>
                        <a:pt x="166176" y="31135"/>
                      </a:cubicBezTo>
                      <a:lnTo>
                        <a:pt x="166176" y="31052"/>
                      </a:lnTo>
                      <a:cubicBezTo>
                        <a:pt x="167069" y="29897"/>
                        <a:pt x="168057" y="28849"/>
                        <a:pt x="168927" y="27671"/>
                      </a:cubicBezTo>
                      <a:cubicBezTo>
                        <a:pt x="169331" y="27111"/>
                        <a:pt x="169700" y="26540"/>
                        <a:pt x="170081" y="25968"/>
                      </a:cubicBezTo>
                      <a:cubicBezTo>
                        <a:pt x="170462" y="25420"/>
                        <a:pt x="171022" y="24885"/>
                        <a:pt x="171308" y="24301"/>
                      </a:cubicBezTo>
                      <a:cubicBezTo>
                        <a:pt x="171308" y="24301"/>
                        <a:pt x="171308" y="24313"/>
                        <a:pt x="171320" y="24313"/>
                      </a:cubicBezTo>
                      <a:lnTo>
                        <a:pt x="171379" y="24254"/>
                      </a:lnTo>
                      <a:close/>
                      <a:moveTo>
                        <a:pt x="166129" y="31707"/>
                      </a:moveTo>
                      <a:cubicBezTo>
                        <a:pt x="166652" y="32064"/>
                        <a:pt x="167200" y="32374"/>
                        <a:pt x="167748" y="32671"/>
                      </a:cubicBezTo>
                      <a:cubicBezTo>
                        <a:pt x="167617" y="32612"/>
                        <a:pt x="167462" y="32540"/>
                        <a:pt x="167319" y="32481"/>
                      </a:cubicBezTo>
                      <a:cubicBezTo>
                        <a:pt x="166855" y="32302"/>
                        <a:pt x="166426" y="32135"/>
                        <a:pt x="166093" y="31731"/>
                      </a:cubicBezTo>
                      <a:lnTo>
                        <a:pt x="166129" y="31707"/>
                      </a:lnTo>
                      <a:close/>
                      <a:moveTo>
                        <a:pt x="170046" y="33790"/>
                      </a:moveTo>
                      <a:lnTo>
                        <a:pt x="170046" y="33790"/>
                      </a:lnTo>
                      <a:cubicBezTo>
                        <a:pt x="170617" y="34052"/>
                        <a:pt x="171189" y="34302"/>
                        <a:pt x="171748" y="34576"/>
                      </a:cubicBezTo>
                      <a:cubicBezTo>
                        <a:pt x="172094" y="34743"/>
                        <a:pt x="172439" y="34898"/>
                        <a:pt x="172784" y="35053"/>
                      </a:cubicBezTo>
                      <a:lnTo>
                        <a:pt x="173213" y="35279"/>
                      </a:lnTo>
                      <a:cubicBezTo>
                        <a:pt x="172701" y="35064"/>
                        <a:pt x="172189" y="34838"/>
                        <a:pt x="171677" y="34624"/>
                      </a:cubicBezTo>
                      <a:cubicBezTo>
                        <a:pt x="171117" y="34362"/>
                        <a:pt x="170582" y="34064"/>
                        <a:pt x="170046" y="33790"/>
                      </a:cubicBezTo>
                      <a:close/>
                      <a:moveTo>
                        <a:pt x="172391" y="29111"/>
                      </a:moveTo>
                      <a:cubicBezTo>
                        <a:pt x="172618" y="29730"/>
                        <a:pt x="173034" y="30254"/>
                        <a:pt x="173356" y="30826"/>
                      </a:cubicBezTo>
                      <a:cubicBezTo>
                        <a:pt x="173415" y="30969"/>
                        <a:pt x="173510" y="31135"/>
                        <a:pt x="173594" y="31290"/>
                      </a:cubicBezTo>
                      <a:lnTo>
                        <a:pt x="176261" y="36255"/>
                      </a:lnTo>
                      <a:cubicBezTo>
                        <a:pt x="176297" y="36326"/>
                        <a:pt x="176332" y="36410"/>
                        <a:pt x="176368" y="36481"/>
                      </a:cubicBezTo>
                      <a:cubicBezTo>
                        <a:pt x="176237" y="36422"/>
                        <a:pt x="176118" y="36362"/>
                        <a:pt x="175975" y="36303"/>
                      </a:cubicBezTo>
                      <a:cubicBezTo>
                        <a:pt x="175594" y="36088"/>
                        <a:pt x="175189" y="35886"/>
                        <a:pt x="174808" y="35684"/>
                      </a:cubicBezTo>
                      <a:cubicBezTo>
                        <a:pt x="173856" y="35195"/>
                        <a:pt x="172903" y="34755"/>
                        <a:pt x="171951" y="34302"/>
                      </a:cubicBezTo>
                      <a:cubicBezTo>
                        <a:pt x="170772" y="33755"/>
                        <a:pt x="169593" y="33159"/>
                        <a:pt x="168438" y="32576"/>
                      </a:cubicBezTo>
                      <a:lnTo>
                        <a:pt x="166331" y="31469"/>
                      </a:lnTo>
                      <a:lnTo>
                        <a:pt x="166438" y="31362"/>
                      </a:lnTo>
                      <a:cubicBezTo>
                        <a:pt x="166795" y="31266"/>
                        <a:pt x="167129" y="31100"/>
                        <a:pt x="167450" y="30921"/>
                      </a:cubicBezTo>
                      <a:lnTo>
                        <a:pt x="169177" y="30195"/>
                      </a:lnTo>
                      <a:cubicBezTo>
                        <a:pt x="169486" y="30123"/>
                        <a:pt x="169808" y="30052"/>
                        <a:pt x="170105" y="29957"/>
                      </a:cubicBezTo>
                      <a:cubicBezTo>
                        <a:pt x="170772" y="29754"/>
                        <a:pt x="171427" y="29480"/>
                        <a:pt x="172082" y="29218"/>
                      </a:cubicBezTo>
                      <a:cubicBezTo>
                        <a:pt x="172094" y="29218"/>
                        <a:pt x="172129" y="29218"/>
                        <a:pt x="172141" y="29195"/>
                      </a:cubicBezTo>
                      <a:cubicBezTo>
                        <a:pt x="172225" y="29171"/>
                        <a:pt x="172308" y="29135"/>
                        <a:pt x="172391" y="29111"/>
                      </a:cubicBezTo>
                      <a:close/>
                      <a:moveTo>
                        <a:pt x="173915" y="31302"/>
                      </a:moveTo>
                      <a:cubicBezTo>
                        <a:pt x="174284" y="31802"/>
                        <a:pt x="174630" y="32314"/>
                        <a:pt x="174939" y="32838"/>
                      </a:cubicBezTo>
                      <a:cubicBezTo>
                        <a:pt x="175296" y="33433"/>
                        <a:pt x="175558" y="34100"/>
                        <a:pt x="175904" y="34707"/>
                      </a:cubicBezTo>
                      <a:cubicBezTo>
                        <a:pt x="176249" y="35350"/>
                        <a:pt x="176606" y="35969"/>
                        <a:pt x="176773" y="36684"/>
                      </a:cubicBezTo>
                      <a:cubicBezTo>
                        <a:pt x="176749" y="36684"/>
                        <a:pt x="176749" y="36672"/>
                        <a:pt x="176737" y="36672"/>
                      </a:cubicBezTo>
                      <a:cubicBezTo>
                        <a:pt x="176654" y="36469"/>
                        <a:pt x="176547" y="36255"/>
                        <a:pt x="176439" y="36065"/>
                      </a:cubicBezTo>
                      <a:cubicBezTo>
                        <a:pt x="176320" y="35791"/>
                        <a:pt x="176213" y="35529"/>
                        <a:pt x="176082" y="35255"/>
                      </a:cubicBezTo>
                      <a:cubicBezTo>
                        <a:pt x="175725" y="34529"/>
                        <a:pt x="175273" y="33850"/>
                        <a:pt x="174892" y="33136"/>
                      </a:cubicBezTo>
                      <a:cubicBezTo>
                        <a:pt x="174558" y="32516"/>
                        <a:pt x="174249" y="31909"/>
                        <a:pt x="173915" y="31302"/>
                      </a:cubicBezTo>
                      <a:close/>
                      <a:moveTo>
                        <a:pt x="50504" y="0"/>
                      </a:moveTo>
                      <a:cubicBezTo>
                        <a:pt x="50469" y="0"/>
                        <a:pt x="50434" y="0"/>
                        <a:pt x="50400" y="1"/>
                      </a:cubicBezTo>
                      <a:cubicBezTo>
                        <a:pt x="49328" y="1"/>
                        <a:pt x="40696" y="167"/>
                        <a:pt x="39625" y="239"/>
                      </a:cubicBezTo>
                      <a:cubicBezTo>
                        <a:pt x="38636" y="298"/>
                        <a:pt x="1334" y="346"/>
                        <a:pt x="346" y="370"/>
                      </a:cubicBezTo>
                      <a:cubicBezTo>
                        <a:pt x="332" y="356"/>
                        <a:pt x="311" y="342"/>
                        <a:pt x="288" y="342"/>
                      </a:cubicBezTo>
                      <a:cubicBezTo>
                        <a:pt x="271" y="342"/>
                        <a:pt x="254" y="350"/>
                        <a:pt x="239" y="370"/>
                      </a:cubicBezTo>
                      <a:cubicBezTo>
                        <a:pt x="227" y="370"/>
                        <a:pt x="215" y="370"/>
                        <a:pt x="203" y="393"/>
                      </a:cubicBezTo>
                      <a:lnTo>
                        <a:pt x="48" y="393"/>
                      </a:lnTo>
                      <a:lnTo>
                        <a:pt x="48" y="1334"/>
                      </a:lnTo>
                      <a:cubicBezTo>
                        <a:pt x="25" y="1763"/>
                        <a:pt x="36" y="2191"/>
                        <a:pt x="48" y="2608"/>
                      </a:cubicBezTo>
                      <a:lnTo>
                        <a:pt x="48" y="18039"/>
                      </a:lnTo>
                      <a:cubicBezTo>
                        <a:pt x="1" y="18039"/>
                        <a:pt x="1" y="18134"/>
                        <a:pt x="48" y="18146"/>
                      </a:cubicBezTo>
                      <a:lnTo>
                        <a:pt x="48" y="18372"/>
                      </a:lnTo>
                      <a:lnTo>
                        <a:pt x="227" y="18372"/>
                      </a:lnTo>
                      <a:cubicBezTo>
                        <a:pt x="239" y="18396"/>
                        <a:pt x="275" y="18431"/>
                        <a:pt x="322" y="18431"/>
                      </a:cubicBezTo>
                      <a:cubicBezTo>
                        <a:pt x="527" y="18436"/>
                        <a:pt x="2003" y="18438"/>
                        <a:pt x="4273" y="18438"/>
                      </a:cubicBezTo>
                      <a:cubicBezTo>
                        <a:pt x="14140" y="18438"/>
                        <a:pt x="39022" y="18401"/>
                        <a:pt x="39922" y="18372"/>
                      </a:cubicBezTo>
                      <a:lnTo>
                        <a:pt x="54091" y="18372"/>
                      </a:lnTo>
                      <a:cubicBezTo>
                        <a:pt x="54519" y="18396"/>
                        <a:pt x="54936" y="18431"/>
                        <a:pt x="55365" y="18467"/>
                      </a:cubicBezTo>
                      <a:cubicBezTo>
                        <a:pt x="55270" y="19348"/>
                        <a:pt x="55389" y="20229"/>
                        <a:pt x="55484" y="21110"/>
                      </a:cubicBezTo>
                      <a:lnTo>
                        <a:pt x="55484" y="21503"/>
                      </a:lnTo>
                      <a:cubicBezTo>
                        <a:pt x="55484" y="21503"/>
                        <a:pt x="55484" y="21527"/>
                        <a:pt x="55472" y="21527"/>
                      </a:cubicBezTo>
                      <a:cubicBezTo>
                        <a:pt x="55460" y="21539"/>
                        <a:pt x="55472" y="21551"/>
                        <a:pt x="55484" y="21563"/>
                      </a:cubicBezTo>
                      <a:lnTo>
                        <a:pt x="55484" y="23694"/>
                      </a:lnTo>
                      <a:cubicBezTo>
                        <a:pt x="55472" y="23765"/>
                        <a:pt x="55460" y="23861"/>
                        <a:pt x="55424" y="23932"/>
                      </a:cubicBezTo>
                      <a:cubicBezTo>
                        <a:pt x="55412" y="24004"/>
                        <a:pt x="55448" y="24063"/>
                        <a:pt x="55484" y="24111"/>
                      </a:cubicBezTo>
                      <a:lnTo>
                        <a:pt x="55484" y="24123"/>
                      </a:lnTo>
                      <a:lnTo>
                        <a:pt x="55520" y="24123"/>
                      </a:lnTo>
                      <a:cubicBezTo>
                        <a:pt x="55528" y="24149"/>
                        <a:pt x="55551" y="24163"/>
                        <a:pt x="55571" y="24163"/>
                      </a:cubicBezTo>
                      <a:cubicBezTo>
                        <a:pt x="55578" y="24163"/>
                        <a:pt x="55585" y="24161"/>
                        <a:pt x="55591" y="24158"/>
                      </a:cubicBezTo>
                      <a:cubicBezTo>
                        <a:pt x="55662" y="24158"/>
                        <a:pt x="55746" y="24146"/>
                        <a:pt x="55817" y="24146"/>
                      </a:cubicBezTo>
                      <a:cubicBezTo>
                        <a:pt x="55829" y="24146"/>
                        <a:pt x="55865" y="24123"/>
                        <a:pt x="55865" y="24111"/>
                      </a:cubicBezTo>
                      <a:lnTo>
                        <a:pt x="56913" y="24111"/>
                      </a:lnTo>
                      <a:cubicBezTo>
                        <a:pt x="57270" y="24170"/>
                        <a:pt x="57627" y="24242"/>
                        <a:pt x="57972" y="24289"/>
                      </a:cubicBezTo>
                      <a:cubicBezTo>
                        <a:pt x="58877" y="24408"/>
                        <a:pt x="59830" y="24480"/>
                        <a:pt x="60758" y="24504"/>
                      </a:cubicBezTo>
                      <a:cubicBezTo>
                        <a:pt x="60932" y="24506"/>
                        <a:pt x="61107" y="24507"/>
                        <a:pt x="61281" y="24507"/>
                      </a:cubicBezTo>
                      <a:cubicBezTo>
                        <a:pt x="63104" y="24507"/>
                        <a:pt x="64968" y="24399"/>
                        <a:pt x="66783" y="24301"/>
                      </a:cubicBezTo>
                      <a:cubicBezTo>
                        <a:pt x="70891" y="24099"/>
                        <a:pt x="75010" y="24146"/>
                        <a:pt x="79118" y="24123"/>
                      </a:cubicBezTo>
                      <a:cubicBezTo>
                        <a:pt x="80035" y="24123"/>
                        <a:pt x="80927" y="24111"/>
                        <a:pt x="81832" y="24111"/>
                      </a:cubicBezTo>
                      <a:lnTo>
                        <a:pt x="86535" y="24111"/>
                      </a:lnTo>
                      <a:cubicBezTo>
                        <a:pt x="88166" y="24123"/>
                        <a:pt x="89798" y="24158"/>
                        <a:pt x="91429" y="24230"/>
                      </a:cubicBezTo>
                      <a:cubicBezTo>
                        <a:pt x="92344" y="24272"/>
                        <a:pt x="106487" y="24289"/>
                        <a:pt x="122096" y="24289"/>
                      </a:cubicBezTo>
                      <a:cubicBezTo>
                        <a:pt x="141609" y="24289"/>
                        <a:pt x="163414" y="24263"/>
                        <a:pt x="164545" y="24230"/>
                      </a:cubicBezTo>
                      <a:cubicBezTo>
                        <a:pt x="165045" y="24218"/>
                        <a:pt x="165533" y="24206"/>
                        <a:pt x="166021" y="24206"/>
                      </a:cubicBezTo>
                      <a:lnTo>
                        <a:pt x="166021" y="25218"/>
                      </a:lnTo>
                      <a:cubicBezTo>
                        <a:pt x="165938" y="26528"/>
                        <a:pt x="165855" y="27849"/>
                        <a:pt x="165819" y="29171"/>
                      </a:cubicBezTo>
                      <a:lnTo>
                        <a:pt x="165819" y="29183"/>
                      </a:lnTo>
                      <a:cubicBezTo>
                        <a:pt x="165795" y="29218"/>
                        <a:pt x="165795" y="29242"/>
                        <a:pt x="165819" y="29278"/>
                      </a:cubicBezTo>
                      <a:cubicBezTo>
                        <a:pt x="165795" y="29957"/>
                        <a:pt x="165795" y="30659"/>
                        <a:pt x="165819" y="31350"/>
                      </a:cubicBezTo>
                      <a:cubicBezTo>
                        <a:pt x="165783" y="31373"/>
                        <a:pt x="165771" y="31445"/>
                        <a:pt x="165819" y="31481"/>
                      </a:cubicBezTo>
                      <a:lnTo>
                        <a:pt x="165819" y="31600"/>
                      </a:lnTo>
                      <a:cubicBezTo>
                        <a:pt x="165819" y="31705"/>
                        <a:pt x="165912" y="31782"/>
                        <a:pt x="165991" y="31782"/>
                      </a:cubicBezTo>
                      <a:cubicBezTo>
                        <a:pt x="166002" y="31782"/>
                        <a:pt x="166012" y="31781"/>
                        <a:pt x="166021" y="31778"/>
                      </a:cubicBezTo>
                      <a:cubicBezTo>
                        <a:pt x="166414" y="32326"/>
                        <a:pt x="167069" y="32516"/>
                        <a:pt x="167629" y="32778"/>
                      </a:cubicBezTo>
                      <a:cubicBezTo>
                        <a:pt x="168772" y="33278"/>
                        <a:pt x="169843" y="33933"/>
                        <a:pt x="170974" y="34481"/>
                      </a:cubicBezTo>
                      <a:cubicBezTo>
                        <a:pt x="171951" y="34957"/>
                        <a:pt x="172939" y="35362"/>
                        <a:pt x="173927" y="35815"/>
                      </a:cubicBezTo>
                      <a:cubicBezTo>
                        <a:pt x="174403" y="36017"/>
                        <a:pt x="174868" y="36267"/>
                        <a:pt x="175344" y="36481"/>
                      </a:cubicBezTo>
                      <a:cubicBezTo>
                        <a:pt x="175475" y="36541"/>
                        <a:pt x="175594" y="36588"/>
                        <a:pt x="175725" y="36624"/>
                      </a:cubicBezTo>
                      <a:lnTo>
                        <a:pt x="176713" y="37148"/>
                      </a:lnTo>
                      <a:cubicBezTo>
                        <a:pt x="176725" y="37160"/>
                        <a:pt x="176725" y="37196"/>
                        <a:pt x="176737" y="37208"/>
                      </a:cubicBezTo>
                      <a:cubicBezTo>
                        <a:pt x="176749" y="37255"/>
                        <a:pt x="176797" y="37267"/>
                        <a:pt x="176832" y="37267"/>
                      </a:cubicBezTo>
                      <a:cubicBezTo>
                        <a:pt x="176832" y="37305"/>
                        <a:pt x="176860" y="37330"/>
                        <a:pt x="176887" y="37330"/>
                      </a:cubicBezTo>
                      <a:cubicBezTo>
                        <a:pt x="176910" y="37330"/>
                        <a:pt x="176934" y="37311"/>
                        <a:pt x="176939" y="37267"/>
                      </a:cubicBezTo>
                      <a:lnTo>
                        <a:pt x="176939" y="37077"/>
                      </a:lnTo>
                      <a:cubicBezTo>
                        <a:pt x="176939" y="37077"/>
                        <a:pt x="176963" y="37077"/>
                        <a:pt x="176963" y="37088"/>
                      </a:cubicBezTo>
                      <a:cubicBezTo>
                        <a:pt x="176978" y="37096"/>
                        <a:pt x="176993" y="37099"/>
                        <a:pt x="177008" y="37099"/>
                      </a:cubicBezTo>
                      <a:cubicBezTo>
                        <a:pt x="177108" y="37099"/>
                        <a:pt x="177183" y="36938"/>
                        <a:pt x="177059" y="36886"/>
                      </a:cubicBezTo>
                      <a:cubicBezTo>
                        <a:pt x="177023" y="36850"/>
                        <a:pt x="176975" y="36838"/>
                        <a:pt x="176928" y="36803"/>
                      </a:cubicBezTo>
                      <a:lnTo>
                        <a:pt x="176916" y="36803"/>
                      </a:lnTo>
                      <a:cubicBezTo>
                        <a:pt x="176844" y="36267"/>
                        <a:pt x="176630" y="35779"/>
                        <a:pt x="176392" y="35303"/>
                      </a:cubicBezTo>
                      <a:lnTo>
                        <a:pt x="175273" y="33112"/>
                      </a:lnTo>
                      <a:cubicBezTo>
                        <a:pt x="174892" y="32374"/>
                        <a:pt x="174344" y="31766"/>
                        <a:pt x="173891" y="31052"/>
                      </a:cubicBezTo>
                      <a:cubicBezTo>
                        <a:pt x="173570" y="30528"/>
                        <a:pt x="173225" y="30016"/>
                        <a:pt x="172879" y="29516"/>
                      </a:cubicBezTo>
                      <a:lnTo>
                        <a:pt x="172665" y="29159"/>
                      </a:lnTo>
                      <a:cubicBezTo>
                        <a:pt x="172641" y="29123"/>
                        <a:pt x="172629" y="29111"/>
                        <a:pt x="172618" y="29087"/>
                      </a:cubicBezTo>
                      <a:cubicBezTo>
                        <a:pt x="172606" y="29052"/>
                        <a:pt x="172606" y="29040"/>
                        <a:pt x="172582" y="29004"/>
                      </a:cubicBezTo>
                      <a:cubicBezTo>
                        <a:pt x="172927" y="28861"/>
                        <a:pt x="173272" y="28695"/>
                        <a:pt x="173618" y="28516"/>
                      </a:cubicBezTo>
                      <a:cubicBezTo>
                        <a:pt x="173630" y="28504"/>
                        <a:pt x="173653" y="28504"/>
                        <a:pt x="173677" y="28492"/>
                      </a:cubicBezTo>
                      <a:cubicBezTo>
                        <a:pt x="173820" y="28445"/>
                        <a:pt x="173951" y="28397"/>
                        <a:pt x="174094" y="28349"/>
                      </a:cubicBezTo>
                      <a:cubicBezTo>
                        <a:pt x="174106" y="28373"/>
                        <a:pt x="174118" y="28385"/>
                        <a:pt x="174153" y="28385"/>
                      </a:cubicBezTo>
                      <a:lnTo>
                        <a:pt x="174165" y="28385"/>
                      </a:lnTo>
                      <a:cubicBezTo>
                        <a:pt x="174189" y="28385"/>
                        <a:pt x="174225" y="28349"/>
                        <a:pt x="174225" y="28325"/>
                      </a:cubicBezTo>
                      <a:lnTo>
                        <a:pt x="174225" y="28314"/>
                      </a:lnTo>
                      <a:cubicBezTo>
                        <a:pt x="174761" y="28099"/>
                        <a:pt x="175285" y="27849"/>
                        <a:pt x="175785" y="27599"/>
                      </a:cubicBezTo>
                      <a:cubicBezTo>
                        <a:pt x="176916" y="27516"/>
                        <a:pt x="178035" y="26766"/>
                        <a:pt x="179095" y="26254"/>
                      </a:cubicBezTo>
                      <a:cubicBezTo>
                        <a:pt x="179333" y="26170"/>
                        <a:pt x="179583" y="26075"/>
                        <a:pt x="179821" y="26004"/>
                      </a:cubicBezTo>
                      <a:cubicBezTo>
                        <a:pt x="180368" y="25813"/>
                        <a:pt x="180892" y="25658"/>
                        <a:pt x="181369" y="25349"/>
                      </a:cubicBezTo>
                      <a:lnTo>
                        <a:pt x="181500" y="25301"/>
                      </a:lnTo>
                      <a:cubicBezTo>
                        <a:pt x="181785" y="25194"/>
                        <a:pt x="182047" y="25063"/>
                        <a:pt x="182309" y="24932"/>
                      </a:cubicBezTo>
                      <a:cubicBezTo>
                        <a:pt x="182678" y="24801"/>
                        <a:pt x="183024" y="24635"/>
                        <a:pt x="183321" y="24396"/>
                      </a:cubicBezTo>
                      <a:lnTo>
                        <a:pt x="183500" y="24301"/>
                      </a:lnTo>
                      <a:lnTo>
                        <a:pt x="183559" y="24301"/>
                      </a:lnTo>
                      <a:cubicBezTo>
                        <a:pt x="183583" y="24301"/>
                        <a:pt x="183619" y="24301"/>
                        <a:pt x="183631" y="24289"/>
                      </a:cubicBezTo>
                      <a:cubicBezTo>
                        <a:pt x="183643" y="24289"/>
                        <a:pt x="183655" y="24277"/>
                        <a:pt x="183678" y="24242"/>
                      </a:cubicBezTo>
                      <a:cubicBezTo>
                        <a:pt x="184119" y="23265"/>
                        <a:pt x="183833" y="22039"/>
                        <a:pt x="183762" y="21015"/>
                      </a:cubicBezTo>
                      <a:cubicBezTo>
                        <a:pt x="183655" y="19324"/>
                        <a:pt x="183631" y="17622"/>
                        <a:pt x="183595" y="15919"/>
                      </a:cubicBezTo>
                      <a:cubicBezTo>
                        <a:pt x="183583" y="15491"/>
                        <a:pt x="183583" y="15062"/>
                        <a:pt x="183571" y="14633"/>
                      </a:cubicBezTo>
                      <a:lnTo>
                        <a:pt x="183571" y="10192"/>
                      </a:lnTo>
                      <a:lnTo>
                        <a:pt x="183571" y="10109"/>
                      </a:lnTo>
                      <a:cubicBezTo>
                        <a:pt x="183583" y="9645"/>
                        <a:pt x="183583" y="9192"/>
                        <a:pt x="183571" y="8740"/>
                      </a:cubicBezTo>
                      <a:lnTo>
                        <a:pt x="183571" y="7430"/>
                      </a:lnTo>
                      <a:cubicBezTo>
                        <a:pt x="183583" y="7156"/>
                        <a:pt x="183619" y="6870"/>
                        <a:pt x="183655" y="6609"/>
                      </a:cubicBezTo>
                      <a:cubicBezTo>
                        <a:pt x="183750" y="6561"/>
                        <a:pt x="183762" y="6430"/>
                        <a:pt x="183702" y="6359"/>
                      </a:cubicBezTo>
                      <a:cubicBezTo>
                        <a:pt x="183702" y="6323"/>
                        <a:pt x="183714" y="6299"/>
                        <a:pt x="183714" y="6263"/>
                      </a:cubicBezTo>
                      <a:cubicBezTo>
                        <a:pt x="183723" y="6213"/>
                        <a:pt x="183683" y="6162"/>
                        <a:pt x="183643" y="6162"/>
                      </a:cubicBezTo>
                      <a:cubicBezTo>
                        <a:pt x="183626" y="6162"/>
                        <a:pt x="183609" y="6171"/>
                        <a:pt x="183595" y="6192"/>
                      </a:cubicBezTo>
                      <a:cubicBezTo>
                        <a:pt x="183583" y="6204"/>
                        <a:pt x="183583" y="6216"/>
                        <a:pt x="183571" y="6239"/>
                      </a:cubicBezTo>
                      <a:lnTo>
                        <a:pt x="183571" y="6144"/>
                      </a:lnTo>
                      <a:lnTo>
                        <a:pt x="183571" y="6097"/>
                      </a:lnTo>
                      <a:lnTo>
                        <a:pt x="183488" y="6144"/>
                      </a:lnTo>
                      <a:lnTo>
                        <a:pt x="180190" y="6144"/>
                      </a:lnTo>
                      <a:cubicBezTo>
                        <a:pt x="178390" y="6031"/>
                        <a:pt x="176590" y="5882"/>
                        <a:pt x="174767" y="5882"/>
                      </a:cubicBezTo>
                      <a:cubicBezTo>
                        <a:pt x="174480" y="5882"/>
                        <a:pt x="174192" y="5886"/>
                        <a:pt x="173903" y="5894"/>
                      </a:cubicBezTo>
                      <a:cubicBezTo>
                        <a:pt x="170748" y="5978"/>
                        <a:pt x="167593" y="5894"/>
                        <a:pt x="164438" y="6085"/>
                      </a:cubicBezTo>
                      <a:cubicBezTo>
                        <a:pt x="163694" y="6128"/>
                        <a:pt x="148797" y="6145"/>
                        <a:pt x="132760" y="6145"/>
                      </a:cubicBezTo>
                      <a:cubicBezTo>
                        <a:pt x="113909" y="6145"/>
                        <a:pt x="93482" y="6122"/>
                        <a:pt x="92608" y="6097"/>
                      </a:cubicBezTo>
                      <a:cubicBezTo>
                        <a:pt x="92428" y="6094"/>
                        <a:pt x="92248" y="6092"/>
                        <a:pt x="92070" y="6092"/>
                      </a:cubicBezTo>
                      <a:cubicBezTo>
                        <a:pt x="91491" y="6092"/>
                        <a:pt x="90918" y="6108"/>
                        <a:pt x="90345" y="6144"/>
                      </a:cubicBezTo>
                      <a:lnTo>
                        <a:pt x="70783" y="6144"/>
                      </a:lnTo>
                      <a:cubicBezTo>
                        <a:pt x="70561" y="6100"/>
                        <a:pt x="70333" y="6055"/>
                        <a:pt x="70108" y="6055"/>
                      </a:cubicBezTo>
                      <a:cubicBezTo>
                        <a:pt x="70031" y="6055"/>
                        <a:pt x="69954" y="6061"/>
                        <a:pt x="69878" y="6073"/>
                      </a:cubicBezTo>
                      <a:lnTo>
                        <a:pt x="69878" y="3620"/>
                      </a:lnTo>
                      <a:lnTo>
                        <a:pt x="69878" y="3382"/>
                      </a:lnTo>
                      <a:cubicBezTo>
                        <a:pt x="69974" y="2441"/>
                        <a:pt x="70045" y="1489"/>
                        <a:pt x="69938" y="584"/>
                      </a:cubicBezTo>
                      <a:cubicBezTo>
                        <a:pt x="69938" y="548"/>
                        <a:pt x="69926" y="536"/>
                        <a:pt x="69890" y="524"/>
                      </a:cubicBezTo>
                      <a:cubicBezTo>
                        <a:pt x="69878" y="441"/>
                        <a:pt x="69831" y="405"/>
                        <a:pt x="69759" y="405"/>
                      </a:cubicBezTo>
                      <a:lnTo>
                        <a:pt x="69712" y="405"/>
                      </a:lnTo>
                      <a:lnTo>
                        <a:pt x="69712" y="382"/>
                      </a:lnTo>
                      <a:lnTo>
                        <a:pt x="68605" y="382"/>
                      </a:lnTo>
                      <a:cubicBezTo>
                        <a:pt x="68075" y="332"/>
                        <a:pt x="67553" y="240"/>
                        <a:pt x="67019" y="240"/>
                      </a:cubicBezTo>
                      <a:cubicBezTo>
                        <a:pt x="66917" y="240"/>
                        <a:pt x="66814" y="243"/>
                        <a:pt x="66711" y="251"/>
                      </a:cubicBezTo>
                      <a:cubicBezTo>
                        <a:pt x="66426" y="274"/>
                        <a:pt x="66164" y="322"/>
                        <a:pt x="65878" y="382"/>
                      </a:cubicBezTo>
                      <a:lnTo>
                        <a:pt x="55008" y="382"/>
                      </a:lnTo>
                      <a:cubicBezTo>
                        <a:pt x="54555" y="358"/>
                        <a:pt x="54091" y="322"/>
                        <a:pt x="53638" y="286"/>
                      </a:cubicBezTo>
                      <a:cubicBezTo>
                        <a:pt x="52601" y="171"/>
                        <a:pt x="51552" y="0"/>
                        <a:pt x="5050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6" name="Google Shape;1286;p39"/>
                <p:cNvSpPr/>
                <p:nvPr/>
              </p:nvSpPr>
              <p:spPr>
                <a:xfrm>
                  <a:off x="6554677" y="3597029"/>
                  <a:ext cx="67549" cy="90170"/>
                </a:xfrm>
                <a:custGeom>
                  <a:rect b="b" l="l" r="r" t="t"/>
                  <a:pathLst>
                    <a:path extrusionOk="0" h="2894" w="2168">
                      <a:moveTo>
                        <a:pt x="1679" y="1"/>
                      </a:moveTo>
                      <a:cubicBezTo>
                        <a:pt x="1406" y="441"/>
                        <a:pt x="1096" y="834"/>
                        <a:pt x="786" y="1227"/>
                      </a:cubicBezTo>
                      <a:cubicBezTo>
                        <a:pt x="489" y="1596"/>
                        <a:pt x="263" y="2001"/>
                        <a:pt x="13" y="2406"/>
                      </a:cubicBezTo>
                      <a:cubicBezTo>
                        <a:pt x="13" y="2561"/>
                        <a:pt x="1" y="2727"/>
                        <a:pt x="1" y="2894"/>
                      </a:cubicBezTo>
                      <a:cubicBezTo>
                        <a:pt x="263" y="2525"/>
                        <a:pt x="501" y="2132"/>
                        <a:pt x="798" y="1775"/>
                      </a:cubicBezTo>
                      <a:cubicBezTo>
                        <a:pt x="1287" y="1215"/>
                        <a:pt x="1751" y="644"/>
                        <a:pt x="216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7" name="Google Shape;1287;p39"/>
                <p:cNvSpPr/>
                <p:nvPr/>
              </p:nvSpPr>
              <p:spPr>
                <a:xfrm>
                  <a:off x="6555051" y="3597777"/>
                  <a:ext cx="49727" cy="69762"/>
                </a:xfrm>
                <a:custGeom>
                  <a:rect b="b" l="l" r="r" t="t"/>
                  <a:pathLst>
                    <a:path extrusionOk="0" h="2239" w="1596">
                      <a:moveTo>
                        <a:pt x="1263" y="1"/>
                      </a:moveTo>
                      <a:cubicBezTo>
                        <a:pt x="1013" y="393"/>
                        <a:pt x="703" y="798"/>
                        <a:pt x="417" y="1215"/>
                      </a:cubicBezTo>
                      <a:cubicBezTo>
                        <a:pt x="358" y="1286"/>
                        <a:pt x="84" y="1620"/>
                        <a:pt x="1" y="1798"/>
                      </a:cubicBezTo>
                      <a:lnTo>
                        <a:pt x="1" y="2239"/>
                      </a:lnTo>
                      <a:cubicBezTo>
                        <a:pt x="12" y="2203"/>
                        <a:pt x="48" y="2156"/>
                        <a:pt x="60" y="2108"/>
                      </a:cubicBezTo>
                      <a:cubicBezTo>
                        <a:pt x="132" y="1977"/>
                        <a:pt x="203" y="1846"/>
                        <a:pt x="298" y="1703"/>
                      </a:cubicBezTo>
                      <a:cubicBezTo>
                        <a:pt x="405" y="1536"/>
                        <a:pt x="524" y="1394"/>
                        <a:pt x="643" y="1227"/>
                      </a:cubicBezTo>
                      <a:cubicBezTo>
                        <a:pt x="965" y="822"/>
                        <a:pt x="1298" y="405"/>
                        <a:pt x="1596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8" name="Google Shape;1288;p39"/>
                <p:cNvSpPr/>
                <p:nvPr/>
              </p:nvSpPr>
              <p:spPr>
                <a:xfrm>
                  <a:off x="6555424" y="3597029"/>
                  <a:ext cx="37482" cy="51971"/>
                </a:xfrm>
                <a:custGeom>
                  <a:rect b="b" l="l" r="r" t="t"/>
                  <a:pathLst>
                    <a:path extrusionOk="0" h="1668" w="1203">
                      <a:moveTo>
                        <a:pt x="822" y="1"/>
                      </a:moveTo>
                      <a:cubicBezTo>
                        <a:pt x="512" y="382"/>
                        <a:pt x="227" y="751"/>
                        <a:pt x="0" y="1191"/>
                      </a:cubicBezTo>
                      <a:lnTo>
                        <a:pt x="0" y="1668"/>
                      </a:lnTo>
                      <a:cubicBezTo>
                        <a:pt x="250" y="1227"/>
                        <a:pt x="941" y="346"/>
                        <a:pt x="1203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9" name="Google Shape;1289;p39"/>
                <p:cNvSpPr/>
                <p:nvPr/>
              </p:nvSpPr>
              <p:spPr>
                <a:xfrm>
                  <a:off x="5826837" y="3038718"/>
                  <a:ext cx="73469" cy="779"/>
                </a:xfrm>
                <a:custGeom>
                  <a:rect b="b" l="l" r="r" t="t"/>
                  <a:pathLst>
                    <a:path extrusionOk="0" h="25" w="2358">
                      <a:moveTo>
                        <a:pt x="1" y="1"/>
                      </a:moveTo>
                      <a:cubicBezTo>
                        <a:pt x="292" y="19"/>
                        <a:pt x="588" y="25"/>
                        <a:pt x="884" y="25"/>
                      </a:cubicBezTo>
                      <a:cubicBezTo>
                        <a:pt x="1375" y="25"/>
                        <a:pt x="1869" y="8"/>
                        <a:pt x="2358" y="1"/>
                      </a:cubicBezTo>
                      <a:close/>
                    </a:path>
                  </a:pathLst>
                </a:custGeom>
                <a:solidFill>
                  <a:srgbClr val="00C4D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0" name="Google Shape;1290;p39"/>
                <p:cNvSpPr/>
                <p:nvPr/>
              </p:nvSpPr>
              <p:spPr>
                <a:xfrm>
                  <a:off x="6126199" y="3039092"/>
                  <a:ext cx="72379" cy="748"/>
                </a:xfrm>
                <a:custGeom>
                  <a:rect b="b" l="l" r="r" t="t"/>
                  <a:pathLst>
                    <a:path extrusionOk="0" h="24" w="2323">
                      <a:moveTo>
                        <a:pt x="1" y="1"/>
                      </a:moveTo>
                      <a:cubicBezTo>
                        <a:pt x="419" y="14"/>
                        <a:pt x="844" y="23"/>
                        <a:pt x="1271" y="23"/>
                      </a:cubicBezTo>
                      <a:cubicBezTo>
                        <a:pt x="1621" y="23"/>
                        <a:pt x="1973" y="17"/>
                        <a:pt x="2323" y="1"/>
                      </a:cubicBezTo>
                      <a:close/>
                    </a:path>
                  </a:pathLst>
                </a:custGeom>
                <a:solidFill>
                  <a:srgbClr val="00C4D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1" name="Google Shape;1291;p39"/>
                <p:cNvSpPr/>
                <p:nvPr/>
              </p:nvSpPr>
              <p:spPr>
                <a:xfrm>
                  <a:off x="6994652" y="3595191"/>
                  <a:ext cx="34523" cy="31189"/>
                </a:xfrm>
                <a:custGeom>
                  <a:rect b="b" l="l" r="r" t="t"/>
                  <a:pathLst>
                    <a:path extrusionOk="0" h="1001" w="1108">
                      <a:moveTo>
                        <a:pt x="703" y="0"/>
                      </a:moveTo>
                      <a:cubicBezTo>
                        <a:pt x="501" y="357"/>
                        <a:pt x="215" y="655"/>
                        <a:pt x="0" y="1000"/>
                      </a:cubicBezTo>
                      <a:lnTo>
                        <a:pt x="584" y="774"/>
                      </a:lnTo>
                      <a:cubicBezTo>
                        <a:pt x="608" y="631"/>
                        <a:pt x="715" y="500"/>
                        <a:pt x="798" y="381"/>
                      </a:cubicBezTo>
                      <a:cubicBezTo>
                        <a:pt x="893" y="238"/>
                        <a:pt x="1012" y="119"/>
                        <a:pt x="1108" y="24"/>
                      </a:cubicBezTo>
                      <a:cubicBezTo>
                        <a:pt x="977" y="24"/>
                        <a:pt x="834" y="0"/>
                        <a:pt x="70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2" name="Google Shape;1292;p39"/>
                <p:cNvSpPr/>
                <p:nvPr/>
              </p:nvSpPr>
              <p:spPr>
                <a:xfrm>
                  <a:off x="6938630" y="3594817"/>
                  <a:ext cx="47141" cy="56769"/>
                </a:xfrm>
                <a:custGeom>
                  <a:rect b="b" l="l" r="r" t="t"/>
                  <a:pathLst>
                    <a:path extrusionOk="0" h="1822" w="1513">
                      <a:moveTo>
                        <a:pt x="1215" y="0"/>
                      </a:moveTo>
                      <a:cubicBezTo>
                        <a:pt x="929" y="369"/>
                        <a:pt x="667" y="774"/>
                        <a:pt x="417" y="1167"/>
                      </a:cubicBezTo>
                      <a:cubicBezTo>
                        <a:pt x="274" y="1369"/>
                        <a:pt x="143" y="1608"/>
                        <a:pt x="1" y="1822"/>
                      </a:cubicBezTo>
                      <a:cubicBezTo>
                        <a:pt x="120" y="1774"/>
                        <a:pt x="215" y="1715"/>
                        <a:pt x="334" y="1667"/>
                      </a:cubicBezTo>
                      <a:lnTo>
                        <a:pt x="334" y="1631"/>
                      </a:lnTo>
                      <a:cubicBezTo>
                        <a:pt x="560" y="1310"/>
                        <a:pt x="810" y="1000"/>
                        <a:pt x="1036" y="655"/>
                      </a:cubicBezTo>
                      <a:cubicBezTo>
                        <a:pt x="1203" y="417"/>
                        <a:pt x="1346" y="215"/>
                        <a:pt x="151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3" name="Google Shape;1293;p39"/>
                <p:cNvSpPr/>
                <p:nvPr/>
              </p:nvSpPr>
              <p:spPr>
                <a:xfrm>
                  <a:off x="6887813" y="3676044"/>
                  <a:ext cx="23773" cy="11528"/>
                </a:xfrm>
                <a:custGeom>
                  <a:rect b="b" l="l" r="r" t="t"/>
                  <a:pathLst>
                    <a:path extrusionOk="0" h="370" w="763">
                      <a:moveTo>
                        <a:pt x="762" y="1"/>
                      </a:moveTo>
                      <a:lnTo>
                        <a:pt x="762" y="1"/>
                      </a:lnTo>
                      <a:cubicBezTo>
                        <a:pt x="703" y="25"/>
                        <a:pt x="643" y="48"/>
                        <a:pt x="584" y="60"/>
                      </a:cubicBezTo>
                      <a:cubicBezTo>
                        <a:pt x="405" y="132"/>
                        <a:pt x="215" y="203"/>
                        <a:pt x="36" y="286"/>
                      </a:cubicBezTo>
                      <a:cubicBezTo>
                        <a:pt x="24" y="310"/>
                        <a:pt x="24" y="346"/>
                        <a:pt x="0" y="370"/>
                      </a:cubicBezTo>
                      <a:cubicBezTo>
                        <a:pt x="262" y="251"/>
                        <a:pt x="512" y="120"/>
                        <a:pt x="762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4" name="Google Shape;1294;p39"/>
                <p:cNvSpPr/>
                <p:nvPr/>
              </p:nvSpPr>
              <p:spPr>
                <a:xfrm>
                  <a:off x="6974991" y="3594817"/>
                  <a:ext cx="38230" cy="40100"/>
                </a:xfrm>
                <a:custGeom>
                  <a:rect b="b" l="l" r="r" t="t"/>
                  <a:pathLst>
                    <a:path extrusionOk="0" h="1287" w="1227">
                      <a:moveTo>
                        <a:pt x="917" y="0"/>
                      </a:moveTo>
                      <a:cubicBezTo>
                        <a:pt x="584" y="417"/>
                        <a:pt x="298" y="846"/>
                        <a:pt x="0" y="1286"/>
                      </a:cubicBezTo>
                      <a:cubicBezTo>
                        <a:pt x="167" y="1203"/>
                        <a:pt x="346" y="1131"/>
                        <a:pt x="512" y="1072"/>
                      </a:cubicBezTo>
                      <a:cubicBezTo>
                        <a:pt x="512" y="1060"/>
                        <a:pt x="500" y="1048"/>
                        <a:pt x="512" y="1012"/>
                      </a:cubicBezTo>
                      <a:cubicBezTo>
                        <a:pt x="679" y="631"/>
                        <a:pt x="989" y="357"/>
                        <a:pt x="1227" y="12"/>
                      </a:cubicBezTo>
                      <a:cubicBezTo>
                        <a:pt x="1120" y="12"/>
                        <a:pt x="1012" y="12"/>
                        <a:pt x="917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5" name="Google Shape;1295;p39"/>
                <p:cNvSpPr/>
                <p:nvPr/>
              </p:nvSpPr>
              <p:spPr>
                <a:xfrm>
                  <a:off x="6957543" y="3594817"/>
                  <a:ext cx="41221" cy="47889"/>
                </a:xfrm>
                <a:custGeom>
                  <a:rect b="b" l="l" r="r" t="t"/>
                  <a:pathLst>
                    <a:path extrusionOk="0" h="1537" w="1323">
                      <a:moveTo>
                        <a:pt x="1072" y="0"/>
                      </a:moveTo>
                      <a:cubicBezTo>
                        <a:pt x="703" y="488"/>
                        <a:pt x="418" y="1131"/>
                        <a:pt x="1" y="1536"/>
                      </a:cubicBezTo>
                      <a:cubicBezTo>
                        <a:pt x="120" y="1477"/>
                        <a:pt x="227" y="1429"/>
                        <a:pt x="346" y="1369"/>
                      </a:cubicBezTo>
                      <a:cubicBezTo>
                        <a:pt x="358" y="1369"/>
                        <a:pt x="382" y="1358"/>
                        <a:pt x="406" y="1358"/>
                      </a:cubicBezTo>
                      <a:cubicBezTo>
                        <a:pt x="608" y="869"/>
                        <a:pt x="953" y="393"/>
                        <a:pt x="132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6" name="Google Shape;1296;p39"/>
                <p:cNvSpPr/>
                <p:nvPr/>
              </p:nvSpPr>
              <p:spPr>
                <a:xfrm>
                  <a:off x="6916758" y="3594817"/>
                  <a:ext cx="57517" cy="66802"/>
                </a:xfrm>
                <a:custGeom>
                  <a:rect b="b" l="l" r="r" t="t"/>
                  <a:pathLst>
                    <a:path extrusionOk="0" h="2144" w="1846">
                      <a:moveTo>
                        <a:pt x="1560" y="0"/>
                      </a:moveTo>
                      <a:cubicBezTo>
                        <a:pt x="1048" y="727"/>
                        <a:pt x="476" y="1381"/>
                        <a:pt x="0" y="2143"/>
                      </a:cubicBezTo>
                      <a:cubicBezTo>
                        <a:pt x="143" y="2072"/>
                        <a:pt x="310" y="2012"/>
                        <a:pt x="453" y="1941"/>
                      </a:cubicBezTo>
                      <a:cubicBezTo>
                        <a:pt x="631" y="1620"/>
                        <a:pt x="869" y="1322"/>
                        <a:pt x="1084" y="1048"/>
                      </a:cubicBezTo>
                      <a:cubicBezTo>
                        <a:pt x="1322" y="667"/>
                        <a:pt x="1572" y="334"/>
                        <a:pt x="184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7" name="Google Shape;1297;p39"/>
                <p:cNvSpPr/>
                <p:nvPr/>
              </p:nvSpPr>
              <p:spPr>
                <a:xfrm>
                  <a:off x="6840329" y="3595191"/>
                  <a:ext cx="97211" cy="100545"/>
                </a:xfrm>
                <a:custGeom>
                  <a:rect b="b" l="l" r="r" t="t"/>
                  <a:pathLst>
                    <a:path extrusionOk="0" h="3227" w="3120">
                      <a:moveTo>
                        <a:pt x="3120" y="0"/>
                      </a:moveTo>
                      <a:cubicBezTo>
                        <a:pt x="2858" y="0"/>
                        <a:pt x="2584" y="24"/>
                        <a:pt x="2322" y="24"/>
                      </a:cubicBezTo>
                      <a:cubicBezTo>
                        <a:pt x="1846" y="631"/>
                        <a:pt x="1382" y="1227"/>
                        <a:pt x="917" y="1846"/>
                      </a:cubicBezTo>
                      <a:cubicBezTo>
                        <a:pt x="596" y="2298"/>
                        <a:pt x="322" y="2786"/>
                        <a:pt x="0" y="3227"/>
                      </a:cubicBezTo>
                      <a:cubicBezTo>
                        <a:pt x="143" y="3167"/>
                        <a:pt x="298" y="3096"/>
                        <a:pt x="453" y="3036"/>
                      </a:cubicBezTo>
                      <a:cubicBezTo>
                        <a:pt x="620" y="2536"/>
                        <a:pt x="977" y="2143"/>
                        <a:pt x="1322" y="1774"/>
                      </a:cubicBezTo>
                      <a:cubicBezTo>
                        <a:pt x="1810" y="1238"/>
                        <a:pt x="2215" y="643"/>
                        <a:pt x="2691" y="95"/>
                      </a:cubicBezTo>
                      <a:cubicBezTo>
                        <a:pt x="2695" y="92"/>
                        <a:pt x="2698" y="90"/>
                        <a:pt x="2701" y="90"/>
                      </a:cubicBezTo>
                      <a:cubicBezTo>
                        <a:pt x="2709" y="90"/>
                        <a:pt x="2715" y="99"/>
                        <a:pt x="2715" y="107"/>
                      </a:cubicBezTo>
                      <a:cubicBezTo>
                        <a:pt x="2382" y="595"/>
                        <a:pt x="2001" y="1096"/>
                        <a:pt x="1632" y="1536"/>
                      </a:cubicBezTo>
                      <a:cubicBezTo>
                        <a:pt x="1453" y="1750"/>
                        <a:pt x="1263" y="1953"/>
                        <a:pt x="1084" y="2167"/>
                      </a:cubicBezTo>
                      <a:cubicBezTo>
                        <a:pt x="977" y="2298"/>
                        <a:pt x="870" y="2429"/>
                        <a:pt x="786" y="2584"/>
                      </a:cubicBezTo>
                      <a:cubicBezTo>
                        <a:pt x="751" y="2643"/>
                        <a:pt x="655" y="2858"/>
                        <a:pt x="572" y="2965"/>
                      </a:cubicBezTo>
                      <a:cubicBezTo>
                        <a:pt x="739" y="2893"/>
                        <a:pt x="917" y="2822"/>
                        <a:pt x="1084" y="2739"/>
                      </a:cubicBezTo>
                      <a:cubicBezTo>
                        <a:pt x="1167" y="2250"/>
                        <a:pt x="1584" y="1941"/>
                        <a:pt x="1882" y="1596"/>
                      </a:cubicBezTo>
                      <a:cubicBezTo>
                        <a:pt x="2322" y="1096"/>
                        <a:pt x="2715" y="536"/>
                        <a:pt x="312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8" name="Google Shape;1298;p39"/>
                <p:cNvSpPr/>
                <p:nvPr/>
              </p:nvSpPr>
              <p:spPr>
                <a:xfrm>
                  <a:off x="6878528" y="3594817"/>
                  <a:ext cx="70167" cy="83502"/>
                </a:xfrm>
                <a:custGeom>
                  <a:rect b="b" l="l" r="r" t="t"/>
                  <a:pathLst>
                    <a:path extrusionOk="0" h="2680" w="2252">
                      <a:moveTo>
                        <a:pt x="1930" y="0"/>
                      </a:moveTo>
                      <a:cubicBezTo>
                        <a:pt x="1644" y="465"/>
                        <a:pt x="1334" y="905"/>
                        <a:pt x="1001" y="1346"/>
                      </a:cubicBezTo>
                      <a:cubicBezTo>
                        <a:pt x="691" y="1774"/>
                        <a:pt x="215" y="2155"/>
                        <a:pt x="1" y="2679"/>
                      </a:cubicBezTo>
                      <a:lnTo>
                        <a:pt x="322" y="2548"/>
                      </a:lnTo>
                      <a:cubicBezTo>
                        <a:pt x="465" y="2251"/>
                        <a:pt x="691" y="2001"/>
                        <a:pt x="870" y="1762"/>
                      </a:cubicBezTo>
                      <a:cubicBezTo>
                        <a:pt x="1334" y="1179"/>
                        <a:pt x="1811" y="596"/>
                        <a:pt x="225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9" name="Google Shape;1299;p39"/>
                <p:cNvSpPr/>
                <p:nvPr/>
              </p:nvSpPr>
              <p:spPr>
                <a:xfrm>
                  <a:off x="6863697" y="3687168"/>
                  <a:ext cx="21187" cy="9690"/>
                </a:xfrm>
                <a:custGeom>
                  <a:rect b="b" l="l" r="r" t="t"/>
                  <a:pathLst>
                    <a:path extrusionOk="0" h="311" w="680">
                      <a:moveTo>
                        <a:pt x="679" y="1"/>
                      </a:moveTo>
                      <a:lnTo>
                        <a:pt x="679" y="1"/>
                      </a:lnTo>
                      <a:cubicBezTo>
                        <a:pt x="441" y="84"/>
                        <a:pt x="215" y="191"/>
                        <a:pt x="1" y="310"/>
                      </a:cubicBezTo>
                      <a:cubicBezTo>
                        <a:pt x="227" y="251"/>
                        <a:pt x="441" y="180"/>
                        <a:pt x="655" y="72"/>
                      </a:cubicBezTo>
                      <a:lnTo>
                        <a:pt x="655" y="49"/>
                      </a:lnTo>
                      <a:cubicBezTo>
                        <a:pt x="655" y="25"/>
                        <a:pt x="655" y="13"/>
                        <a:pt x="67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0" name="Google Shape;1300;p39"/>
                <p:cNvSpPr/>
                <p:nvPr/>
              </p:nvSpPr>
              <p:spPr>
                <a:xfrm>
                  <a:off x="6895976" y="3594443"/>
                  <a:ext cx="66802" cy="76087"/>
                </a:xfrm>
                <a:custGeom>
                  <a:rect b="b" l="l" r="r" t="t"/>
                  <a:pathLst>
                    <a:path extrusionOk="0" h="2442" w="2144">
                      <a:moveTo>
                        <a:pt x="1798" y="0"/>
                      </a:moveTo>
                      <a:lnTo>
                        <a:pt x="1798" y="12"/>
                      </a:lnTo>
                      <a:cubicBezTo>
                        <a:pt x="1429" y="560"/>
                        <a:pt x="1036" y="1084"/>
                        <a:pt x="631" y="1596"/>
                      </a:cubicBezTo>
                      <a:cubicBezTo>
                        <a:pt x="429" y="1858"/>
                        <a:pt x="179" y="2132"/>
                        <a:pt x="0" y="2441"/>
                      </a:cubicBezTo>
                      <a:cubicBezTo>
                        <a:pt x="143" y="2382"/>
                        <a:pt x="310" y="2310"/>
                        <a:pt x="477" y="2227"/>
                      </a:cubicBezTo>
                      <a:cubicBezTo>
                        <a:pt x="858" y="1370"/>
                        <a:pt x="1572" y="727"/>
                        <a:pt x="214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1" name="Google Shape;1301;p39"/>
                <p:cNvSpPr/>
                <p:nvPr/>
              </p:nvSpPr>
              <p:spPr>
                <a:xfrm>
                  <a:off x="7084043" y="3049124"/>
                  <a:ext cx="4861" cy="11154"/>
                </a:xfrm>
                <a:custGeom>
                  <a:rect b="b" l="l" r="r" t="t"/>
                  <a:pathLst>
                    <a:path extrusionOk="0" h="358" w="156">
                      <a:moveTo>
                        <a:pt x="1" y="0"/>
                      </a:moveTo>
                      <a:cubicBezTo>
                        <a:pt x="48" y="119"/>
                        <a:pt x="72" y="238"/>
                        <a:pt x="72" y="357"/>
                      </a:cubicBezTo>
                      <a:cubicBezTo>
                        <a:pt x="96" y="238"/>
                        <a:pt x="120" y="119"/>
                        <a:pt x="156" y="0"/>
                      </a:cubicBezTo>
                      <a:close/>
                    </a:path>
                  </a:pathLst>
                </a:custGeom>
                <a:solidFill>
                  <a:srgbClr val="00C4D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2" name="Google Shape;1302;p39"/>
                <p:cNvSpPr/>
                <p:nvPr/>
              </p:nvSpPr>
              <p:spPr>
                <a:xfrm>
                  <a:off x="7089246" y="3357023"/>
                  <a:ext cx="1527" cy="169559"/>
                </a:xfrm>
                <a:custGeom>
                  <a:rect b="b" l="l" r="r" t="t"/>
                  <a:pathLst>
                    <a:path extrusionOk="0" h="5442" w="49">
                      <a:moveTo>
                        <a:pt x="48" y="0"/>
                      </a:moveTo>
                      <a:cubicBezTo>
                        <a:pt x="24" y="1179"/>
                        <a:pt x="12" y="2334"/>
                        <a:pt x="12" y="3513"/>
                      </a:cubicBezTo>
                      <a:cubicBezTo>
                        <a:pt x="12" y="4156"/>
                        <a:pt x="1" y="4810"/>
                        <a:pt x="48" y="5442"/>
                      </a:cubicBezTo>
                      <a:lnTo>
                        <a:pt x="48" y="12"/>
                      </a:lnTo>
                      <a:lnTo>
                        <a:pt x="48" y="0"/>
                      </a:lnTo>
                      <a:close/>
                    </a:path>
                  </a:pathLst>
                </a:custGeom>
                <a:solidFill>
                  <a:srgbClr val="00A3B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3" name="Google Shape;1303;p39"/>
                <p:cNvSpPr/>
                <p:nvPr/>
              </p:nvSpPr>
              <p:spPr>
                <a:xfrm>
                  <a:off x="6817708" y="3595907"/>
                  <a:ext cx="91291" cy="108740"/>
                </a:xfrm>
                <a:custGeom>
                  <a:rect b="b" l="l" r="r" t="t"/>
                  <a:pathLst>
                    <a:path extrusionOk="0" h="3490" w="2930">
                      <a:moveTo>
                        <a:pt x="2870" y="1"/>
                      </a:moveTo>
                      <a:cubicBezTo>
                        <a:pt x="2774" y="1"/>
                        <a:pt x="2703" y="1"/>
                        <a:pt x="2608" y="13"/>
                      </a:cubicBezTo>
                      <a:cubicBezTo>
                        <a:pt x="2179" y="739"/>
                        <a:pt x="1655" y="1370"/>
                        <a:pt x="1131" y="2001"/>
                      </a:cubicBezTo>
                      <a:cubicBezTo>
                        <a:pt x="857" y="2358"/>
                        <a:pt x="572" y="2704"/>
                        <a:pt x="286" y="3073"/>
                      </a:cubicBezTo>
                      <a:cubicBezTo>
                        <a:pt x="203" y="3216"/>
                        <a:pt x="95" y="3359"/>
                        <a:pt x="0" y="3490"/>
                      </a:cubicBezTo>
                      <a:lnTo>
                        <a:pt x="405" y="3311"/>
                      </a:lnTo>
                      <a:cubicBezTo>
                        <a:pt x="810" y="2823"/>
                        <a:pt x="1131" y="2227"/>
                        <a:pt x="1536" y="1715"/>
                      </a:cubicBezTo>
                      <a:cubicBezTo>
                        <a:pt x="2000" y="1144"/>
                        <a:pt x="2465" y="561"/>
                        <a:pt x="292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4" name="Google Shape;1304;p39"/>
                <p:cNvSpPr/>
                <p:nvPr/>
              </p:nvSpPr>
              <p:spPr>
                <a:xfrm>
                  <a:off x="7094823" y="3496889"/>
                  <a:ext cx="6263" cy="92008"/>
                </a:xfrm>
                <a:custGeom>
                  <a:rect b="b" l="l" r="r" t="t"/>
                  <a:pathLst>
                    <a:path extrusionOk="0" h="2953" w="201">
                      <a:moveTo>
                        <a:pt x="0" y="0"/>
                      </a:moveTo>
                      <a:lnTo>
                        <a:pt x="0" y="1905"/>
                      </a:lnTo>
                      <a:cubicBezTo>
                        <a:pt x="58" y="2242"/>
                        <a:pt x="105" y="2579"/>
                        <a:pt x="52" y="2928"/>
                      </a:cubicBezTo>
                      <a:lnTo>
                        <a:pt x="52" y="2928"/>
                      </a:lnTo>
                      <a:cubicBezTo>
                        <a:pt x="200" y="1982"/>
                        <a:pt x="71" y="980"/>
                        <a:pt x="0" y="0"/>
                      </a:cubicBezTo>
                      <a:close/>
                      <a:moveTo>
                        <a:pt x="52" y="2928"/>
                      </a:moveTo>
                      <a:lnTo>
                        <a:pt x="52" y="2928"/>
                      </a:lnTo>
                      <a:cubicBezTo>
                        <a:pt x="50" y="2936"/>
                        <a:pt x="49" y="2944"/>
                        <a:pt x="48" y="2953"/>
                      </a:cubicBezTo>
                      <a:cubicBezTo>
                        <a:pt x="49" y="2944"/>
                        <a:pt x="51" y="2936"/>
                        <a:pt x="52" y="29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5" name="Google Shape;1305;p39"/>
                <p:cNvSpPr/>
                <p:nvPr/>
              </p:nvSpPr>
              <p:spPr>
                <a:xfrm>
                  <a:off x="6959039" y="3630430"/>
                  <a:ext cx="55678" cy="22278"/>
                </a:xfrm>
                <a:custGeom>
                  <a:rect b="b" l="l" r="r" t="t"/>
                  <a:pathLst>
                    <a:path extrusionOk="0" h="715" w="1787">
                      <a:moveTo>
                        <a:pt x="1786" y="0"/>
                      </a:moveTo>
                      <a:lnTo>
                        <a:pt x="1786" y="0"/>
                      </a:lnTo>
                      <a:cubicBezTo>
                        <a:pt x="1489" y="96"/>
                        <a:pt x="1191" y="179"/>
                        <a:pt x="905" y="298"/>
                      </a:cubicBezTo>
                      <a:cubicBezTo>
                        <a:pt x="620" y="441"/>
                        <a:pt x="310" y="584"/>
                        <a:pt x="0" y="715"/>
                      </a:cubicBezTo>
                      <a:cubicBezTo>
                        <a:pt x="12" y="715"/>
                        <a:pt x="36" y="703"/>
                        <a:pt x="60" y="703"/>
                      </a:cubicBezTo>
                      <a:cubicBezTo>
                        <a:pt x="179" y="643"/>
                        <a:pt x="310" y="584"/>
                        <a:pt x="429" y="536"/>
                      </a:cubicBezTo>
                      <a:cubicBezTo>
                        <a:pt x="870" y="346"/>
                        <a:pt x="1334" y="179"/>
                        <a:pt x="178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6" name="Google Shape;1306;p39"/>
                <p:cNvSpPr/>
                <p:nvPr/>
              </p:nvSpPr>
              <p:spPr>
                <a:xfrm>
                  <a:off x="3129907" y="3038344"/>
                  <a:ext cx="3961240" cy="550179"/>
                </a:xfrm>
                <a:custGeom>
                  <a:rect b="b" l="l" r="r" t="t"/>
                  <a:pathLst>
                    <a:path extrusionOk="0" h="17658" w="127136">
                      <a:moveTo>
                        <a:pt x="13549" y="1"/>
                      </a:moveTo>
                      <a:lnTo>
                        <a:pt x="13549" y="382"/>
                      </a:lnTo>
                      <a:cubicBezTo>
                        <a:pt x="13549" y="1870"/>
                        <a:pt x="13466" y="3347"/>
                        <a:pt x="13383" y="4835"/>
                      </a:cubicBezTo>
                      <a:lnTo>
                        <a:pt x="13383" y="9693"/>
                      </a:lnTo>
                      <a:lnTo>
                        <a:pt x="13430" y="10443"/>
                      </a:lnTo>
                      <a:cubicBezTo>
                        <a:pt x="13442" y="10728"/>
                        <a:pt x="13561" y="11574"/>
                        <a:pt x="13383" y="11990"/>
                      </a:cubicBezTo>
                      <a:lnTo>
                        <a:pt x="13383" y="12050"/>
                      </a:lnTo>
                      <a:lnTo>
                        <a:pt x="13347" y="12050"/>
                      </a:lnTo>
                      <a:cubicBezTo>
                        <a:pt x="13323" y="12098"/>
                        <a:pt x="13288" y="12133"/>
                        <a:pt x="13264" y="12157"/>
                      </a:cubicBezTo>
                      <a:cubicBezTo>
                        <a:pt x="13253" y="12220"/>
                        <a:pt x="13187" y="12292"/>
                        <a:pt x="13115" y="12292"/>
                      </a:cubicBezTo>
                      <a:cubicBezTo>
                        <a:pt x="13105" y="12292"/>
                        <a:pt x="13095" y="12291"/>
                        <a:pt x="13085" y="12288"/>
                      </a:cubicBezTo>
                      <a:cubicBezTo>
                        <a:pt x="13014" y="12276"/>
                        <a:pt x="12918" y="12264"/>
                        <a:pt x="12847" y="12252"/>
                      </a:cubicBezTo>
                      <a:cubicBezTo>
                        <a:pt x="12847" y="12252"/>
                        <a:pt x="12835" y="12264"/>
                        <a:pt x="12811" y="12264"/>
                      </a:cubicBezTo>
                      <a:cubicBezTo>
                        <a:pt x="12311" y="12610"/>
                        <a:pt x="11716" y="12764"/>
                        <a:pt x="11132" y="12931"/>
                      </a:cubicBezTo>
                      <a:lnTo>
                        <a:pt x="119" y="17408"/>
                      </a:lnTo>
                      <a:cubicBezTo>
                        <a:pt x="72" y="17432"/>
                        <a:pt x="36" y="17455"/>
                        <a:pt x="0" y="17467"/>
                      </a:cubicBezTo>
                      <a:cubicBezTo>
                        <a:pt x="488" y="17467"/>
                        <a:pt x="1000" y="17575"/>
                        <a:pt x="1488" y="17658"/>
                      </a:cubicBezTo>
                      <a:lnTo>
                        <a:pt x="10251" y="17658"/>
                      </a:lnTo>
                      <a:cubicBezTo>
                        <a:pt x="10716" y="17634"/>
                        <a:pt x="11192" y="17622"/>
                        <a:pt x="11656" y="17598"/>
                      </a:cubicBezTo>
                      <a:cubicBezTo>
                        <a:pt x="15764" y="17432"/>
                        <a:pt x="86868" y="17491"/>
                        <a:pt x="90976" y="17455"/>
                      </a:cubicBezTo>
                      <a:cubicBezTo>
                        <a:pt x="91508" y="17452"/>
                        <a:pt x="92040" y="17451"/>
                        <a:pt x="92572" y="17451"/>
                      </a:cubicBezTo>
                      <a:cubicBezTo>
                        <a:pt x="96192" y="17451"/>
                        <a:pt x="99804" y="17520"/>
                        <a:pt x="103406" y="17634"/>
                      </a:cubicBezTo>
                      <a:lnTo>
                        <a:pt x="105847" y="17634"/>
                      </a:lnTo>
                      <a:cubicBezTo>
                        <a:pt x="107085" y="17610"/>
                        <a:pt x="108323" y="17563"/>
                        <a:pt x="109561" y="17539"/>
                      </a:cubicBezTo>
                      <a:cubicBezTo>
                        <a:pt x="109882" y="17533"/>
                        <a:pt x="110202" y="17531"/>
                        <a:pt x="110521" y="17531"/>
                      </a:cubicBezTo>
                      <a:cubicBezTo>
                        <a:pt x="112247" y="17531"/>
                        <a:pt x="113967" y="17600"/>
                        <a:pt x="115705" y="17610"/>
                      </a:cubicBezTo>
                      <a:cubicBezTo>
                        <a:pt x="117003" y="17610"/>
                        <a:pt x="118289" y="17575"/>
                        <a:pt x="119587" y="17539"/>
                      </a:cubicBezTo>
                      <a:cubicBezTo>
                        <a:pt x="119598" y="17503"/>
                        <a:pt x="119634" y="17479"/>
                        <a:pt x="119646" y="17455"/>
                      </a:cubicBezTo>
                      <a:cubicBezTo>
                        <a:pt x="119649" y="17452"/>
                        <a:pt x="119653" y="17451"/>
                        <a:pt x="119657" y="17451"/>
                      </a:cubicBezTo>
                      <a:cubicBezTo>
                        <a:pt x="119667" y="17451"/>
                        <a:pt x="119675" y="17462"/>
                        <a:pt x="119658" y="17479"/>
                      </a:cubicBezTo>
                      <a:cubicBezTo>
                        <a:pt x="119646" y="17491"/>
                        <a:pt x="119634" y="17515"/>
                        <a:pt x="119610" y="17539"/>
                      </a:cubicBezTo>
                      <a:cubicBezTo>
                        <a:pt x="120384" y="17503"/>
                        <a:pt x="121170" y="17479"/>
                        <a:pt x="121956" y="17455"/>
                      </a:cubicBezTo>
                      <a:cubicBezTo>
                        <a:pt x="122412" y="17440"/>
                        <a:pt x="122867" y="17432"/>
                        <a:pt x="123320" y="17432"/>
                      </a:cubicBezTo>
                      <a:cubicBezTo>
                        <a:pt x="124559" y="17432"/>
                        <a:pt x="125790" y="17487"/>
                        <a:pt x="127028" y="17575"/>
                      </a:cubicBezTo>
                      <a:cubicBezTo>
                        <a:pt x="127135" y="16872"/>
                        <a:pt x="126873" y="16110"/>
                        <a:pt x="126837" y="15408"/>
                      </a:cubicBezTo>
                      <a:cubicBezTo>
                        <a:pt x="126802" y="14622"/>
                        <a:pt x="126826" y="13765"/>
                        <a:pt x="126826" y="12907"/>
                      </a:cubicBezTo>
                      <a:cubicBezTo>
                        <a:pt x="126837" y="11205"/>
                        <a:pt x="126861" y="9526"/>
                        <a:pt x="126885" y="7835"/>
                      </a:cubicBezTo>
                      <a:cubicBezTo>
                        <a:pt x="126885" y="6716"/>
                        <a:pt x="126956" y="5609"/>
                        <a:pt x="126980" y="4501"/>
                      </a:cubicBezTo>
                      <a:cubicBezTo>
                        <a:pt x="126968" y="3739"/>
                        <a:pt x="126945" y="2989"/>
                        <a:pt x="126885" y="2227"/>
                      </a:cubicBezTo>
                      <a:cubicBezTo>
                        <a:pt x="126837" y="1608"/>
                        <a:pt x="126897" y="965"/>
                        <a:pt x="126778" y="346"/>
                      </a:cubicBezTo>
                      <a:cubicBezTo>
                        <a:pt x="125171" y="310"/>
                        <a:pt x="123563" y="132"/>
                        <a:pt x="121956" y="13"/>
                      </a:cubicBezTo>
                      <a:lnTo>
                        <a:pt x="110002" y="13"/>
                      </a:lnTo>
                      <a:cubicBezTo>
                        <a:pt x="109049" y="60"/>
                        <a:pt x="108097" y="132"/>
                        <a:pt x="107144" y="168"/>
                      </a:cubicBezTo>
                      <a:cubicBezTo>
                        <a:pt x="106776" y="182"/>
                        <a:pt x="106407" y="187"/>
                        <a:pt x="106038" y="187"/>
                      </a:cubicBezTo>
                      <a:cubicBezTo>
                        <a:pt x="104835" y="187"/>
                        <a:pt x="103632" y="129"/>
                        <a:pt x="102430" y="120"/>
                      </a:cubicBezTo>
                      <a:cubicBezTo>
                        <a:pt x="102388" y="120"/>
                        <a:pt x="102345" y="120"/>
                        <a:pt x="102303" y="120"/>
                      </a:cubicBezTo>
                      <a:cubicBezTo>
                        <a:pt x="100786" y="120"/>
                        <a:pt x="99280" y="323"/>
                        <a:pt x="97750" y="346"/>
                      </a:cubicBezTo>
                      <a:cubicBezTo>
                        <a:pt x="97678" y="347"/>
                        <a:pt x="97605" y="347"/>
                        <a:pt x="97533" y="347"/>
                      </a:cubicBezTo>
                      <a:cubicBezTo>
                        <a:pt x="96080" y="347"/>
                        <a:pt x="94617" y="239"/>
                        <a:pt x="93143" y="239"/>
                      </a:cubicBezTo>
                      <a:cubicBezTo>
                        <a:pt x="91512" y="251"/>
                        <a:pt x="89892" y="299"/>
                        <a:pt x="88273" y="310"/>
                      </a:cubicBezTo>
                      <a:cubicBezTo>
                        <a:pt x="88237" y="311"/>
                        <a:pt x="88201" y="311"/>
                        <a:pt x="88164" y="311"/>
                      </a:cubicBezTo>
                      <a:cubicBezTo>
                        <a:pt x="87021" y="311"/>
                        <a:pt x="85878" y="170"/>
                        <a:pt x="84740" y="170"/>
                      </a:cubicBezTo>
                      <a:cubicBezTo>
                        <a:pt x="84445" y="170"/>
                        <a:pt x="84150" y="179"/>
                        <a:pt x="83856" y="203"/>
                      </a:cubicBezTo>
                      <a:cubicBezTo>
                        <a:pt x="83449" y="234"/>
                        <a:pt x="55138" y="285"/>
                        <a:pt x="34942" y="285"/>
                      </a:cubicBezTo>
                      <a:cubicBezTo>
                        <a:pt x="23845" y="285"/>
                        <a:pt x="15198" y="269"/>
                        <a:pt x="14978" y="227"/>
                      </a:cubicBezTo>
                      <a:cubicBezTo>
                        <a:pt x="14704" y="180"/>
                        <a:pt x="14395" y="60"/>
                        <a:pt x="1409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7" name="Google Shape;1307;p39"/>
                <p:cNvSpPr/>
                <p:nvPr/>
              </p:nvSpPr>
              <p:spPr>
                <a:xfrm>
                  <a:off x="7019515" y="3595907"/>
                  <a:ext cx="24864" cy="20813"/>
                </a:xfrm>
                <a:custGeom>
                  <a:rect b="b" l="l" r="r" t="t"/>
                  <a:pathLst>
                    <a:path extrusionOk="0" h="668" w="798">
                      <a:moveTo>
                        <a:pt x="453" y="1"/>
                      </a:moveTo>
                      <a:cubicBezTo>
                        <a:pt x="345" y="132"/>
                        <a:pt x="238" y="263"/>
                        <a:pt x="155" y="394"/>
                      </a:cubicBezTo>
                      <a:cubicBezTo>
                        <a:pt x="95" y="489"/>
                        <a:pt x="48" y="572"/>
                        <a:pt x="0" y="668"/>
                      </a:cubicBezTo>
                      <a:cubicBezTo>
                        <a:pt x="155" y="596"/>
                        <a:pt x="298" y="537"/>
                        <a:pt x="441" y="477"/>
                      </a:cubicBezTo>
                      <a:cubicBezTo>
                        <a:pt x="465" y="370"/>
                        <a:pt x="536" y="275"/>
                        <a:pt x="595" y="215"/>
                      </a:cubicBezTo>
                      <a:cubicBezTo>
                        <a:pt x="655" y="144"/>
                        <a:pt x="738" y="84"/>
                        <a:pt x="798" y="13"/>
                      </a:cubicBezTo>
                      <a:cubicBezTo>
                        <a:pt x="679" y="13"/>
                        <a:pt x="560" y="1"/>
                        <a:pt x="453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8" name="Google Shape;1308;p39"/>
                <p:cNvSpPr/>
                <p:nvPr/>
              </p:nvSpPr>
              <p:spPr>
                <a:xfrm>
                  <a:off x="7036932" y="3607062"/>
                  <a:ext cx="14862" cy="5577"/>
                </a:xfrm>
                <a:custGeom>
                  <a:rect b="b" l="l" r="r" t="t"/>
                  <a:pathLst>
                    <a:path extrusionOk="0" h="179" w="477">
                      <a:moveTo>
                        <a:pt x="477" y="0"/>
                      </a:moveTo>
                      <a:cubicBezTo>
                        <a:pt x="310" y="36"/>
                        <a:pt x="156" y="95"/>
                        <a:pt x="1" y="155"/>
                      </a:cubicBezTo>
                      <a:cubicBezTo>
                        <a:pt x="13" y="155"/>
                        <a:pt x="1" y="179"/>
                        <a:pt x="1" y="179"/>
                      </a:cubicBezTo>
                      <a:cubicBezTo>
                        <a:pt x="36" y="155"/>
                        <a:pt x="96" y="143"/>
                        <a:pt x="144" y="131"/>
                      </a:cubicBezTo>
                      <a:lnTo>
                        <a:pt x="477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9" name="Google Shape;1309;p39"/>
                <p:cNvSpPr/>
                <p:nvPr/>
              </p:nvSpPr>
              <p:spPr>
                <a:xfrm>
                  <a:off x="7061796" y="3597029"/>
                  <a:ext cx="7073" cy="2991"/>
                </a:xfrm>
                <a:custGeom>
                  <a:rect b="b" l="l" r="r" t="t"/>
                  <a:pathLst>
                    <a:path extrusionOk="0" h="96" w="227">
                      <a:moveTo>
                        <a:pt x="48" y="1"/>
                      </a:moveTo>
                      <a:cubicBezTo>
                        <a:pt x="48" y="25"/>
                        <a:pt x="48" y="36"/>
                        <a:pt x="36" y="48"/>
                      </a:cubicBezTo>
                      <a:cubicBezTo>
                        <a:pt x="12" y="60"/>
                        <a:pt x="12" y="84"/>
                        <a:pt x="0" y="96"/>
                      </a:cubicBezTo>
                      <a:cubicBezTo>
                        <a:pt x="72" y="60"/>
                        <a:pt x="155" y="48"/>
                        <a:pt x="227" y="25"/>
                      </a:cubicBezTo>
                      <a:cubicBezTo>
                        <a:pt x="167" y="25"/>
                        <a:pt x="108" y="25"/>
                        <a:pt x="4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0" name="Google Shape;1310;p39"/>
                <p:cNvSpPr/>
                <p:nvPr/>
              </p:nvSpPr>
              <p:spPr>
                <a:xfrm>
                  <a:off x="7039550" y="3596655"/>
                  <a:ext cx="21904" cy="11528"/>
                </a:xfrm>
                <a:custGeom>
                  <a:rect b="b" l="l" r="r" t="t"/>
                  <a:pathLst>
                    <a:path extrusionOk="0" h="370" w="703">
                      <a:moveTo>
                        <a:pt x="286" y="1"/>
                      </a:moveTo>
                      <a:cubicBezTo>
                        <a:pt x="214" y="72"/>
                        <a:pt x="131" y="167"/>
                        <a:pt x="72" y="251"/>
                      </a:cubicBezTo>
                      <a:cubicBezTo>
                        <a:pt x="48" y="287"/>
                        <a:pt x="36" y="334"/>
                        <a:pt x="0" y="370"/>
                      </a:cubicBezTo>
                      <a:cubicBezTo>
                        <a:pt x="179" y="298"/>
                        <a:pt x="369" y="227"/>
                        <a:pt x="572" y="167"/>
                      </a:cubicBezTo>
                      <a:lnTo>
                        <a:pt x="703" y="37"/>
                      </a:lnTo>
                      <a:cubicBezTo>
                        <a:pt x="572" y="13"/>
                        <a:pt x="417" y="13"/>
                        <a:pt x="286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1" name="Google Shape;1311;p39"/>
                <p:cNvSpPr/>
                <p:nvPr/>
              </p:nvSpPr>
              <p:spPr>
                <a:xfrm>
                  <a:off x="6753150" y="3597029"/>
                  <a:ext cx="113538" cy="136189"/>
                </a:xfrm>
                <a:custGeom>
                  <a:rect b="b" l="l" r="r" t="t"/>
                  <a:pathLst>
                    <a:path extrusionOk="0" h="4371" w="3644">
                      <a:moveTo>
                        <a:pt x="3644" y="1"/>
                      </a:moveTo>
                      <a:cubicBezTo>
                        <a:pt x="3465" y="1"/>
                        <a:pt x="3275" y="25"/>
                        <a:pt x="3096" y="25"/>
                      </a:cubicBezTo>
                      <a:cubicBezTo>
                        <a:pt x="2870" y="346"/>
                        <a:pt x="2656" y="691"/>
                        <a:pt x="2406" y="989"/>
                      </a:cubicBezTo>
                      <a:cubicBezTo>
                        <a:pt x="2060" y="1418"/>
                        <a:pt x="1727" y="1834"/>
                        <a:pt x="1394" y="2287"/>
                      </a:cubicBezTo>
                      <a:cubicBezTo>
                        <a:pt x="905" y="2953"/>
                        <a:pt x="489" y="3692"/>
                        <a:pt x="0" y="4370"/>
                      </a:cubicBezTo>
                      <a:cubicBezTo>
                        <a:pt x="155" y="4287"/>
                        <a:pt x="334" y="4216"/>
                        <a:pt x="501" y="4144"/>
                      </a:cubicBezTo>
                      <a:cubicBezTo>
                        <a:pt x="536" y="4096"/>
                        <a:pt x="560" y="4049"/>
                        <a:pt x="596" y="4025"/>
                      </a:cubicBezTo>
                      <a:cubicBezTo>
                        <a:pt x="596" y="4013"/>
                        <a:pt x="608" y="4013"/>
                        <a:pt x="620" y="4013"/>
                      </a:cubicBezTo>
                      <a:cubicBezTo>
                        <a:pt x="1096" y="3370"/>
                        <a:pt x="1465" y="2644"/>
                        <a:pt x="1965" y="2001"/>
                      </a:cubicBezTo>
                      <a:cubicBezTo>
                        <a:pt x="2513" y="1298"/>
                        <a:pt x="3072" y="656"/>
                        <a:pt x="3644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2" name="Google Shape;1312;p39"/>
                <p:cNvSpPr/>
                <p:nvPr/>
              </p:nvSpPr>
              <p:spPr>
                <a:xfrm>
                  <a:off x="6551717" y="3599646"/>
                  <a:ext cx="176601" cy="213709"/>
                </a:xfrm>
                <a:custGeom>
                  <a:rect b="b" l="l" r="r" t="t"/>
                  <a:pathLst>
                    <a:path extrusionOk="0" h="6859" w="5668">
                      <a:moveTo>
                        <a:pt x="5215" y="0"/>
                      </a:moveTo>
                      <a:lnTo>
                        <a:pt x="5156" y="60"/>
                      </a:lnTo>
                      <a:cubicBezTo>
                        <a:pt x="5156" y="60"/>
                        <a:pt x="5132" y="60"/>
                        <a:pt x="5132" y="36"/>
                      </a:cubicBezTo>
                      <a:cubicBezTo>
                        <a:pt x="4858" y="619"/>
                        <a:pt x="4287" y="1155"/>
                        <a:pt x="3918" y="1703"/>
                      </a:cubicBezTo>
                      <a:cubicBezTo>
                        <a:pt x="3525" y="2274"/>
                        <a:pt x="3156" y="2858"/>
                        <a:pt x="2751" y="3405"/>
                      </a:cubicBezTo>
                      <a:cubicBezTo>
                        <a:pt x="1893" y="4584"/>
                        <a:pt x="905" y="5632"/>
                        <a:pt x="0" y="6787"/>
                      </a:cubicBezTo>
                      <a:lnTo>
                        <a:pt x="0" y="6858"/>
                      </a:lnTo>
                      <a:lnTo>
                        <a:pt x="12" y="6858"/>
                      </a:lnTo>
                      <a:cubicBezTo>
                        <a:pt x="298" y="6572"/>
                        <a:pt x="631" y="6346"/>
                        <a:pt x="965" y="6191"/>
                      </a:cubicBezTo>
                      <a:cubicBezTo>
                        <a:pt x="965" y="6167"/>
                        <a:pt x="989" y="6167"/>
                        <a:pt x="989" y="6167"/>
                      </a:cubicBezTo>
                      <a:cubicBezTo>
                        <a:pt x="1405" y="5917"/>
                        <a:pt x="1774" y="5179"/>
                        <a:pt x="2096" y="4786"/>
                      </a:cubicBezTo>
                      <a:cubicBezTo>
                        <a:pt x="2513" y="4286"/>
                        <a:pt x="2953" y="3774"/>
                        <a:pt x="3346" y="3239"/>
                      </a:cubicBezTo>
                      <a:cubicBezTo>
                        <a:pt x="4156" y="2179"/>
                        <a:pt x="4882" y="1072"/>
                        <a:pt x="566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3" name="Google Shape;1313;p39"/>
                <p:cNvSpPr/>
                <p:nvPr/>
              </p:nvSpPr>
              <p:spPr>
                <a:xfrm>
                  <a:off x="6681550" y="3598525"/>
                  <a:ext cx="120611" cy="163608"/>
                </a:xfrm>
                <a:custGeom>
                  <a:rect b="b" l="l" r="r" t="t"/>
                  <a:pathLst>
                    <a:path extrusionOk="0" h="5251" w="3871">
                      <a:moveTo>
                        <a:pt x="3561" y="110"/>
                      </a:moveTo>
                      <a:cubicBezTo>
                        <a:pt x="3566" y="110"/>
                        <a:pt x="3572" y="113"/>
                        <a:pt x="3572" y="119"/>
                      </a:cubicBezTo>
                      <a:lnTo>
                        <a:pt x="3572" y="167"/>
                      </a:lnTo>
                      <a:cubicBezTo>
                        <a:pt x="3572" y="179"/>
                        <a:pt x="3566" y="185"/>
                        <a:pt x="3561" y="185"/>
                      </a:cubicBezTo>
                      <a:cubicBezTo>
                        <a:pt x="3555" y="185"/>
                        <a:pt x="3549" y="179"/>
                        <a:pt x="3549" y="167"/>
                      </a:cubicBezTo>
                      <a:lnTo>
                        <a:pt x="3549" y="119"/>
                      </a:lnTo>
                      <a:cubicBezTo>
                        <a:pt x="3549" y="113"/>
                        <a:pt x="3555" y="110"/>
                        <a:pt x="3561" y="110"/>
                      </a:cubicBezTo>
                      <a:close/>
                      <a:moveTo>
                        <a:pt x="3572" y="0"/>
                      </a:moveTo>
                      <a:cubicBezTo>
                        <a:pt x="3049" y="1048"/>
                        <a:pt x="2441" y="2012"/>
                        <a:pt x="1775" y="2929"/>
                      </a:cubicBezTo>
                      <a:cubicBezTo>
                        <a:pt x="1429" y="3406"/>
                        <a:pt x="1060" y="3870"/>
                        <a:pt x="691" y="4322"/>
                      </a:cubicBezTo>
                      <a:cubicBezTo>
                        <a:pt x="453" y="4620"/>
                        <a:pt x="239" y="4941"/>
                        <a:pt x="1" y="5251"/>
                      </a:cubicBezTo>
                      <a:cubicBezTo>
                        <a:pt x="36" y="5239"/>
                        <a:pt x="48" y="5239"/>
                        <a:pt x="72" y="5227"/>
                      </a:cubicBezTo>
                      <a:lnTo>
                        <a:pt x="96" y="5227"/>
                      </a:lnTo>
                      <a:cubicBezTo>
                        <a:pt x="191" y="5180"/>
                        <a:pt x="310" y="5156"/>
                        <a:pt x="417" y="5108"/>
                      </a:cubicBezTo>
                      <a:cubicBezTo>
                        <a:pt x="1191" y="4406"/>
                        <a:pt x="1763" y="3346"/>
                        <a:pt x="2310" y="2441"/>
                      </a:cubicBezTo>
                      <a:cubicBezTo>
                        <a:pt x="2799" y="1655"/>
                        <a:pt x="3227" y="655"/>
                        <a:pt x="387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4" name="Google Shape;1314;p39"/>
                <p:cNvSpPr/>
                <p:nvPr/>
              </p:nvSpPr>
              <p:spPr>
                <a:xfrm>
                  <a:off x="6658182" y="3598898"/>
                  <a:ext cx="133198" cy="170681"/>
                </a:xfrm>
                <a:custGeom>
                  <a:rect b="b" l="l" r="r" t="t"/>
                  <a:pathLst>
                    <a:path extrusionOk="0" h="5478" w="4275">
                      <a:moveTo>
                        <a:pt x="4275" y="0"/>
                      </a:moveTo>
                      <a:cubicBezTo>
                        <a:pt x="4096" y="0"/>
                        <a:pt x="3906" y="0"/>
                        <a:pt x="3727" y="24"/>
                      </a:cubicBezTo>
                      <a:cubicBezTo>
                        <a:pt x="3191" y="1238"/>
                        <a:pt x="2251" y="2346"/>
                        <a:pt x="1477" y="3382"/>
                      </a:cubicBezTo>
                      <a:cubicBezTo>
                        <a:pt x="1036" y="3989"/>
                        <a:pt x="572" y="4918"/>
                        <a:pt x="0" y="5477"/>
                      </a:cubicBezTo>
                      <a:cubicBezTo>
                        <a:pt x="191" y="5441"/>
                        <a:pt x="346" y="5382"/>
                        <a:pt x="524" y="5334"/>
                      </a:cubicBezTo>
                      <a:cubicBezTo>
                        <a:pt x="786" y="4989"/>
                        <a:pt x="1001" y="4608"/>
                        <a:pt x="1274" y="4286"/>
                      </a:cubicBezTo>
                      <a:cubicBezTo>
                        <a:pt x="1632" y="3870"/>
                        <a:pt x="1977" y="3453"/>
                        <a:pt x="2298" y="3013"/>
                      </a:cubicBezTo>
                      <a:cubicBezTo>
                        <a:pt x="3013" y="2060"/>
                        <a:pt x="3668" y="1048"/>
                        <a:pt x="427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5" name="Google Shape;1315;p39"/>
                <p:cNvSpPr/>
                <p:nvPr/>
              </p:nvSpPr>
              <p:spPr>
                <a:xfrm>
                  <a:off x="6551717" y="3598525"/>
                  <a:ext cx="143948" cy="175853"/>
                </a:xfrm>
                <a:custGeom>
                  <a:rect b="b" l="l" r="r" t="t"/>
                  <a:pathLst>
                    <a:path extrusionOk="0" h="5644" w="4620">
                      <a:moveTo>
                        <a:pt x="3965" y="0"/>
                      </a:moveTo>
                      <a:cubicBezTo>
                        <a:pt x="3406" y="929"/>
                        <a:pt x="2775" y="1739"/>
                        <a:pt x="2120" y="2560"/>
                      </a:cubicBezTo>
                      <a:cubicBezTo>
                        <a:pt x="1417" y="3429"/>
                        <a:pt x="596" y="4263"/>
                        <a:pt x="0" y="5239"/>
                      </a:cubicBezTo>
                      <a:cubicBezTo>
                        <a:pt x="12" y="5239"/>
                        <a:pt x="12" y="5251"/>
                        <a:pt x="12" y="5275"/>
                      </a:cubicBezTo>
                      <a:lnTo>
                        <a:pt x="12" y="5644"/>
                      </a:lnTo>
                      <a:cubicBezTo>
                        <a:pt x="512" y="4953"/>
                        <a:pt x="1953" y="3322"/>
                        <a:pt x="2084" y="3144"/>
                      </a:cubicBezTo>
                      <a:cubicBezTo>
                        <a:pt x="2917" y="2096"/>
                        <a:pt x="3739" y="1000"/>
                        <a:pt x="4620" y="12"/>
                      </a:cubicBezTo>
                      <a:lnTo>
                        <a:pt x="4537" y="12"/>
                      </a:lnTo>
                      <a:cubicBezTo>
                        <a:pt x="4346" y="12"/>
                        <a:pt x="4156" y="0"/>
                        <a:pt x="396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6" name="Google Shape;1316;p39"/>
                <p:cNvSpPr/>
                <p:nvPr/>
              </p:nvSpPr>
              <p:spPr>
                <a:xfrm>
                  <a:off x="6552091" y="3598525"/>
                  <a:ext cx="158810" cy="202586"/>
                </a:xfrm>
                <a:custGeom>
                  <a:rect b="b" l="l" r="r" t="t"/>
                  <a:pathLst>
                    <a:path extrusionOk="0" h="6502" w="5097">
                      <a:moveTo>
                        <a:pt x="4703" y="0"/>
                      </a:moveTo>
                      <a:cubicBezTo>
                        <a:pt x="3810" y="1084"/>
                        <a:pt x="2953" y="2215"/>
                        <a:pt x="2084" y="3322"/>
                      </a:cubicBezTo>
                      <a:cubicBezTo>
                        <a:pt x="1643" y="3882"/>
                        <a:pt x="1191" y="4441"/>
                        <a:pt x="715" y="4989"/>
                      </a:cubicBezTo>
                      <a:cubicBezTo>
                        <a:pt x="465" y="5287"/>
                        <a:pt x="262" y="5668"/>
                        <a:pt x="0" y="5953"/>
                      </a:cubicBezTo>
                      <a:lnTo>
                        <a:pt x="0" y="6501"/>
                      </a:lnTo>
                      <a:cubicBezTo>
                        <a:pt x="858" y="5406"/>
                        <a:pt x="1810" y="4418"/>
                        <a:pt x="2643" y="3286"/>
                      </a:cubicBezTo>
                      <a:cubicBezTo>
                        <a:pt x="3441" y="2203"/>
                        <a:pt x="4132" y="929"/>
                        <a:pt x="509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7" name="Google Shape;1317;p39"/>
                <p:cNvSpPr/>
                <p:nvPr/>
              </p:nvSpPr>
              <p:spPr>
                <a:xfrm>
                  <a:off x="6552091" y="3598525"/>
                  <a:ext cx="120206" cy="153233"/>
                </a:xfrm>
                <a:custGeom>
                  <a:rect b="b" l="l" r="r" t="t"/>
                  <a:pathLst>
                    <a:path extrusionOk="0" h="4918" w="3858">
                      <a:moveTo>
                        <a:pt x="3513" y="0"/>
                      </a:moveTo>
                      <a:cubicBezTo>
                        <a:pt x="2370" y="1584"/>
                        <a:pt x="1131" y="3072"/>
                        <a:pt x="24" y="4691"/>
                      </a:cubicBezTo>
                      <a:cubicBezTo>
                        <a:pt x="24" y="4751"/>
                        <a:pt x="0" y="4834"/>
                        <a:pt x="0" y="4918"/>
                      </a:cubicBezTo>
                      <a:cubicBezTo>
                        <a:pt x="512" y="4156"/>
                        <a:pt x="1131" y="3513"/>
                        <a:pt x="1703" y="2834"/>
                      </a:cubicBezTo>
                      <a:cubicBezTo>
                        <a:pt x="2465" y="1917"/>
                        <a:pt x="3191" y="1000"/>
                        <a:pt x="385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8" name="Google Shape;1318;p39"/>
                <p:cNvSpPr/>
                <p:nvPr/>
              </p:nvSpPr>
              <p:spPr>
                <a:xfrm>
                  <a:off x="6553929" y="3597029"/>
                  <a:ext cx="12650" cy="18570"/>
                </a:xfrm>
                <a:custGeom>
                  <a:rect b="b" l="l" r="r" t="t"/>
                  <a:pathLst>
                    <a:path extrusionOk="0" h="596" w="406">
                      <a:moveTo>
                        <a:pt x="1" y="1"/>
                      </a:moveTo>
                      <a:cubicBezTo>
                        <a:pt x="25" y="203"/>
                        <a:pt x="37" y="394"/>
                        <a:pt x="37" y="596"/>
                      </a:cubicBezTo>
                      <a:cubicBezTo>
                        <a:pt x="84" y="513"/>
                        <a:pt x="144" y="417"/>
                        <a:pt x="179" y="346"/>
                      </a:cubicBezTo>
                      <a:cubicBezTo>
                        <a:pt x="263" y="227"/>
                        <a:pt x="322" y="108"/>
                        <a:pt x="406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9" name="Google Shape;1319;p39"/>
                <p:cNvSpPr/>
                <p:nvPr/>
              </p:nvSpPr>
              <p:spPr>
                <a:xfrm>
                  <a:off x="6553929" y="3597777"/>
                  <a:ext cx="81290" cy="112790"/>
                </a:xfrm>
                <a:custGeom>
                  <a:rect b="b" l="l" r="r" t="t"/>
                  <a:pathLst>
                    <a:path extrusionOk="0" h="3620" w="2609">
                      <a:moveTo>
                        <a:pt x="2251" y="1"/>
                      </a:moveTo>
                      <a:cubicBezTo>
                        <a:pt x="1882" y="679"/>
                        <a:pt x="1394" y="1263"/>
                        <a:pt x="894" y="1834"/>
                      </a:cubicBezTo>
                      <a:cubicBezTo>
                        <a:pt x="632" y="2156"/>
                        <a:pt x="418" y="2513"/>
                        <a:pt x="179" y="2846"/>
                      </a:cubicBezTo>
                      <a:cubicBezTo>
                        <a:pt x="120" y="2941"/>
                        <a:pt x="84" y="3001"/>
                        <a:pt x="25" y="3049"/>
                      </a:cubicBezTo>
                      <a:cubicBezTo>
                        <a:pt x="25" y="3239"/>
                        <a:pt x="1" y="3430"/>
                        <a:pt x="1" y="3620"/>
                      </a:cubicBezTo>
                      <a:cubicBezTo>
                        <a:pt x="96" y="3418"/>
                        <a:pt x="275" y="3227"/>
                        <a:pt x="406" y="3037"/>
                      </a:cubicBezTo>
                      <a:cubicBezTo>
                        <a:pt x="703" y="2596"/>
                        <a:pt x="989" y="2167"/>
                        <a:pt x="1287" y="1739"/>
                      </a:cubicBezTo>
                      <a:cubicBezTo>
                        <a:pt x="1692" y="1132"/>
                        <a:pt x="2120" y="512"/>
                        <a:pt x="260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0" name="Google Shape;1320;p39"/>
                <p:cNvSpPr/>
                <p:nvPr/>
              </p:nvSpPr>
              <p:spPr>
                <a:xfrm>
                  <a:off x="6552838" y="3597777"/>
                  <a:ext cx="106496" cy="138028"/>
                </a:xfrm>
                <a:custGeom>
                  <a:rect b="b" l="l" r="r" t="t"/>
                  <a:pathLst>
                    <a:path extrusionOk="0" h="4430" w="3418">
                      <a:moveTo>
                        <a:pt x="2739" y="1"/>
                      </a:moveTo>
                      <a:cubicBezTo>
                        <a:pt x="2203" y="608"/>
                        <a:pt x="1738" y="1286"/>
                        <a:pt x="1274" y="1989"/>
                      </a:cubicBezTo>
                      <a:cubicBezTo>
                        <a:pt x="857" y="2632"/>
                        <a:pt x="417" y="3239"/>
                        <a:pt x="12" y="3882"/>
                      </a:cubicBezTo>
                      <a:cubicBezTo>
                        <a:pt x="12" y="4061"/>
                        <a:pt x="12" y="4251"/>
                        <a:pt x="0" y="4430"/>
                      </a:cubicBezTo>
                      <a:cubicBezTo>
                        <a:pt x="1072" y="2882"/>
                        <a:pt x="2238" y="1441"/>
                        <a:pt x="3417" y="12"/>
                      </a:cubicBezTo>
                      <a:cubicBezTo>
                        <a:pt x="3191" y="12"/>
                        <a:pt x="2953" y="1"/>
                        <a:pt x="273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1" name="Google Shape;1321;p39"/>
                <p:cNvSpPr/>
                <p:nvPr/>
              </p:nvSpPr>
              <p:spPr>
                <a:xfrm>
                  <a:off x="6556546" y="3749888"/>
                  <a:ext cx="312385" cy="229288"/>
                </a:xfrm>
                <a:custGeom>
                  <a:rect b="b" l="l" r="r" t="t"/>
                  <a:pathLst>
                    <a:path extrusionOk="0" h="7359" w="10026">
                      <a:moveTo>
                        <a:pt x="6025" y="0"/>
                      </a:moveTo>
                      <a:cubicBezTo>
                        <a:pt x="5965" y="24"/>
                        <a:pt x="5894" y="60"/>
                        <a:pt x="5799" y="83"/>
                      </a:cubicBezTo>
                      <a:cubicBezTo>
                        <a:pt x="5790" y="92"/>
                        <a:pt x="5771" y="106"/>
                        <a:pt x="5756" y="106"/>
                      </a:cubicBezTo>
                      <a:cubicBezTo>
                        <a:pt x="5749" y="106"/>
                        <a:pt x="5743" y="103"/>
                        <a:pt x="5739" y="95"/>
                      </a:cubicBezTo>
                      <a:cubicBezTo>
                        <a:pt x="5084" y="381"/>
                        <a:pt x="4429" y="631"/>
                        <a:pt x="3763" y="845"/>
                      </a:cubicBezTo>
                      <a:cubicBezTo>
                        <a:pt x="3465" y="929"/>
                        <a:pt x="3155" y="1012"/>
                        <a:pt x="2834" y="1084"/>
                      </a:cubicBezTo>
                      <a:lnTo>
                        <a:pt x="1107" y="1810"/>
                      </a:lnTo>
                      <a:cubicBezTo>
                        <a:pt x="786" y="1988"/>
                        <a:pt x="453" y="2143"/>
                        <a:pt x="95" y="2238"/>
                      </a:cubicBezTo>
                      <a:lnTo>
                        <a:pt x="0" y="2346"/>
                      </a:lnTo>
                      <a:lnTo>
                        <a:pt x="2096" y="3465"/>
                      </a:lnTo>
                      <a:cubicBezTo>
                        <a:pt x="3274" y="4048"/>
                        <a:pt x="4429" y="4643"/>
                        <a:pt x="5608" y="5191"/>
                      </a:cubicBezTo>
                      <a:cubicBezTo>
                        <a:pt x="6561" y="5632"/>
                        <a:pt x="7525" y="6096"/>
                        <a:pt x="8466" y="6572"/>
                      </a:cubicBezTo>
                      <a:cubicBezTo>
                        <a:pt x="8847" y="6787"/>
                        <a:pt x="9251" y="6977"/>
                        <a:pt x="9644" y="7180"/>
                      </a:cubicBezTo>
                      <a:cubicBezTo>
                        <a:pt x="9763" y="7239"/>
                        <a:pt x="9894" y="7299"/>
                        <a:pt x="10025" y="7358"/>
                      </a:cubicBezTo>
                      <a:cubicBezTo>
                        <a:pt x="9978" y="7287"/>
                        <a:pt x="9954" y="7215"/>
                        <a:pt x="9918" y="7144"/>
                      </a:cubicBezTo>
                      <a:lnTo>
                        <a:pt x="7251" y="2167"/>
                      </a:lnTo>
                      <a:cubicBezTo>
                        <a:pt x="7168" y="2024"/>
                        <a:pt x="7072" y="1857"/>
                        <a:pt x="6989" y="1703"/>
                      </a:cubicBezTo>
                      <a:cubicBezTo>
                        <a:pt x="6656" y="1143"/>
                        <a:pt x="6239" y="631"/>
                        <a:pt x="602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2" name="Google Shape;1322;p39"/>
                <p:cNvSpPr/>
                <p:nvPr/>
              </p:nvSpPr>
              <p:spPr>
                <a:xfrm>
                  <a:off x="6706040" y="3597372"/>
                  <a:ext cx="142483" cy="155507"/>
                </a:xfrm>
                <a:custGeom>
                  <a:rect b="b" l="l" r="r" t="t"/>
                  <a:pathLst>
                    <a:path extrusionOk="0" h="4991" w="4573">
                      <a:moveTo>
                        <a:pt x="3770" y="1"/>
                      </a:moveTo>
                      <a:cubicBezTo>
                        <a:pt x="3764" y="1"/>
                        <a:pt x="3757" y="4"/>
                        <a:pt x="3751" y="14"/>
                      </a:cubicBezTo>
                      <a:cubicBezTo>
                        <a:pt x="3746" y="20"/>
                        <a:pt x="3741" y="26"/>
                        <a:pt x="3735" y="33"/>
                      </a:cubicBezTo>
                      <a:lnTo>
                        <a:pt x="3735" y="33"/>
                      </a:lnTo>
                      <a:cubicBezTo>
                        <a:pt x="3755" y="32"/>
                        <a:pt x="3775" y="32"/>
                        <a:pt x="3794" y="32"/>
                      </a:cubicBezTo>
                      <a:lnTo>
                        <a:pt x="3794" y="32"/>
                      </a:lnTo>
                      <a:cubicBezTo>
                        <a:pt x="3794" y="38"/>
                        <a:pt x="3792" y="44"/>
                        <a:pt x="3787" y="49"/>
                      </a:cubicBezTo>
                      <a:cubicBezTo>
                        <a:pt x="3084" y="978"/>
                        <a:pt x="2477" y="1966"/>
                        <a:pt x="1834" y="2954"/>
                      </a:cubicBezTo>
                      <a:cubicBezTo>
                        <a:pt x="1489" y="3478"/>
                        <a:pt x="941" y="4074"/>
                        <a:pt x="679" y="4693"/>
                      </a:cubicBezTo>
                      <a:lnTo>
                        <a:pt x="929" y="4586"/>
                      </a:lnTo>
                      <a:cubicBezTo>
                        <a:pt x="1036" y="4550"/>
                        <a:pt x="1120" y="4502"/>
                        <a:pt x="1227" y="4455"/>
                      </a:cubicBezTo>
                      <a:cubicBezTo>
                        <a:pt x="1810" y="3728"/>
                        <a:pt x="2286" y="2907"/>
                        <a:pt x="2846" y="2169"/>
                      </a:cubicBezTo>
                      <a:cubicBezTo>
                        <a:pt x="3203" y="1716"/>
                        <a:pt x="3596" y="1287"/>
                        <a:pt x="3965" y="847"/>
                      </a:cubicBezTo>
                      <a:cubicBezTo>
                        <a:pt x="4168" y="573"/>
                        <a:pt x="4370" y="287"/>
                        <a:pt x="4572" y="14"/>
                      </a:cubicBezTo>
                      <a:lnTo>
                        <a:pt x="4572" y="14"/>
                      </a:lnTo>
                      <a:cubicBezTo>
                        <a:pt x="4313" y="20"/>
                        <a:pt x="4054" y="27"/>
                        <a:pt x="3794" y="32"/>
                      </a:cubicBezTo>
                      <a:lnTo>
                        <a:pt x="3794" y="32"/>
                      </a:lnTo>
                      <a:cubicBezTo>
                        <a:pt x="3795" y="16"/>
                        <a:pt x="3784" y="1"/>
                        <a:pt x="3770" y="1"/>
                      </a:cubicBezTo>
                      <a:close/>
                      <a:moveTo>
                        <a:pt x="3735" y="33"/>
                      </a:moveTo>
                      <a:lnTo>
                        <a:pt x="3735" y="33"/>
                      </a:lnTo>
                      <a:cubicBezTo>
                        <a:pt x="3562" y="36"/>
                        <a:pt x="3389" y="37"/>
                        <a:pt x="3215" y="37"/>
                      </a:cubicBezTo>
                      <a:cubicBezTo>
                        <a:pt x="2834" y="454"/>
                        <a:pt x="2560" y="978"/>
                        <a:pt x="2286" y="1478"/>
                      </a:cubicBezTo>
                      <a:cubicBezTo>
                        <a:pt x="1965" y="2038"/>
                        <a:pt x="1643" y="2573"/>
                        <a:pt x="1310" y="3085"/>
                      </a:cubicBezTo>
                      <a:cubicBezTo>
                        <a:pt x="977" y="3669"/>
                        <a:pt x="524" y="4502"/>
                        <a:pt x="0" y="4990"/>
                      </a:cubicBezTo>
                      <a:cubicBezTo>
                        <a:pt x="36" y="4978"/>
                        <a:pt x="48" y="4978"/>
                        <a:pt x="84" y="4967"/>
                      </a:cubicBezTo>
                      <a:lnTo>
                        <a:pt x="477" y="4788"/>
                      </a:lnTo>
                      <a:cubicBezTo>
                        <a:pt x="703" y="4097"/>
                        <a:pt x="1393" y="3395"/>
                        <a:pt x="1727" y="2883"/>
                      </a:cubicBezTo>
                      <a:cubicBezTo>
                        <a:pt x="2365" y="1902"/>
                        <a:pt x="3015" y="932"/>
                        <a:pt x="3735" y="3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3" name="Google Shape;1323;p39"/>
                <p:cNvSpPr/>
                <p:nvPr/>
              </p:nvSpPr>
              <p:spPr>
                <a:xfrm>
                  <a:off x="6555424" y="3596655"/>
                  <a:ext cx="22278" cy="30098"/>
                </a:xfrm>
                <a:custGeom>
                  <a:rect b="b" l="l" r="r" t="t"/>
                  <a:pathLst>
                    <a:path extrusionOk="0" h="966" w="715">
                      <a:moveTo>
                        <a:pt x="477" y="1"/>
                      </a:moveTo>
                      <a:cubicBezTo>
                        <a:pt x="358" y="156"/>
                        <a:pt x="274" y="310"/>
                        <a:pt x="179" y="477"/>
                      </a:cubicBezTo>
                      <a:cubicBezTo>
                        <a:pt x="120" y="596"/>
                        <a:pt x="60" y="727"/>
                        <a:pt x="0" y="870"/>
                      </a:cubicBezTo>
                      <a:lnTo>
                        <a:pt x="0" y="965"/>
                      </a:lnTo>
                      <a:cubicBezTo>
                        <a:pt x="96" y="822"/>
                        <a:pt x="191" y="668"/>
                        <a:pt x="286" y="537"/>
                      </a:cubicBezTo>
                      <a:cubicBezTo>
                        <a:pt x="417" y="346"/>
                        <a:pt x="572" y="179"/>
                        <a:pt x="71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4" name="Google Shape;1324;p39"/>
                <p:cNvSpPr/>
                <p:nvPr/>
              </p:nvSpPr>
              <p:spPr>
                <a:xfrm>
                  <a:off x="6794340" y="3818496"/>
                  <a:ext cx="88674" cy="167347"/>
                </a:xfrm>
                <a:custGeom>
                  <a:rect b="b" l="l" r="r" t="t"/>
                  <a:pathLst>
                    <a:path extrusionOk="0" h="5371" w="2846">
                      <a:moveTo>
                        <a:pt x="0" y="1"/>
                      </a:moveTo>
                      <a:lnTo>
                        <a:pt x="976" y="1822"/>
                      </a:lnTo>
                      <a:cubicBezTo>
                        <a:pt x="1357" y="2525"/>
                        <a:pt x="1798" y="3215"/>
                        <a:pt x="2155" y="3942"/>
                      </a:cubicBezTo>
                      <a:cubicBezTo>
                        <a:pt x="2286" y="4204"/>
                        <a:pt x="2393" y="4477"/>
                        <a:pt x="2512" y="4739"/>
                      </a:cubicBezTo>
                      <a:cubicBezTo>
                        <a:pt x="2619" y="4954"/>
                        <a:pt x="2703" y="5144"/>
                        <a:pt x="2810" y="5359"/>
                      </a:cubicBezTo>
                      <a:cubicBezTo>
                        <a:pt x="2822" y="5359"/>
                        <a:pt x="2822" y="5370"/>
                        <a:pt x="2846" y="5370"/>
                      </a:cubicBezTo>
                      <a:cubicBezTo>
                        <a:pt x="2667" y="4656"/>
                        <a:pt x="2322" y="4025"/>
                        <a:pt x="1977" y="3394"/>
                      </a:cubicBezTo>
                      <a:cubicBezTo>
                        <a:pt x="1655" y="2775"/>
                        <a:pt x="1381" y="2108"/>
                        <a:pt x="1012" y="1513"/>
                      </a:cubicBezTo>
                      <a:cubicBezTo>
                        <a:pt x="703" y="989"/>
                        <a:pt x="357" y="489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5" name="Google Shape;1325;p39"/>
                <p:cNvSpPr/>
                <p:nvPr/>
              </p:nvSpPr>
              <p:spPr>
                <a:xfrm>
                  <a:off x="6595867" y="3599272"/>
                  <a:ext cx="145817" cy="187350"/>
                </a:xfrm>
                <a:custGeom>
                  <a:rect b="b" l="l" r="r" t="t"/>
                  <a:pathLst>
                    <a:path extrusionOk="0" h="6013" w="4680">
                      <a:moveTo>
                        <a:pt x="4251" y="0"/>
                      </a:moveTo>
                      <a:cubicBezTo>
                        <a:pt x="4167" y="143"/>
                        <a:pt x="4036" y="453"/>
                        <a:pt x="3977" y="560"/>
                      </a:cubicBezTo>
                      <a:cubicBezTo>
                        <a:pt x="3882" y="691"/>
                        <a:pt x="3775" y="845"/>
                        <a:pt x="3691" y="976"/>
                      </a:cubicBezTo>
                      <a:lnTo>
                        <a:pt x="3060" y="1905"/>
                      </a:lnTo>
                      <a:cubicBezTo>
                        <a:pt x="2691" y="2477"/>
                        <a:pt x="2310" y="3024"/>
                        <a:pt x="1893" y="3560"/>
                      </a:cubicBezTo>
                      <a:cubicBezTo>
                        <a:pt x="1405" y="4191"/>
                        <a:pt x="893" y="4786"/>
                        <a:pt x="405" y="5406"/>
                      </a:cubicBezTo>
                      <a:cubicBezTo>
                        <a:pt x="262" y="5572"/>
                        <a:pt x="143" y="5822"/>
                        <a:pt x="0" y="6013"/>
                      </a:cubicBezTo>
                      <a:cubicBezTo>
                        <a:pt x="119" y="5977"/>
                        <a:pt x="215" y="5941"/>
                        <a:pt x="334" y="5906"/>
                      </a:cubicBezTo>
                      <a:cubicBezTo>
                        <a:pt x="596" y="5560"/>
                        <a:pt x="869" y="5251"/>
                        <a:pt x="1143" y="4906"/>
                      </a:cubicBezTo>
                      <a:cubicBezTo>
                        <a:pt x="1560" y="4370"/>
                        <a:pt x="1953" y="3798"/>
                        <a:pt x="2346" y="3251"/>
                      </a:cubicBezTo>
                      <a:cubicBezTo>
                        <a:pt x="3132" y="2179"/>
                        <a:pt x="3894" y="1072"/>
                        <a:pt x="4679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6" name="Google Shape;1326;p39"/>
                <p:cNvSpPr/>
                <p:nvPr/>
              </p:nvSpPr>
              <p:spPr>
                <a:xfrm>
                  <a:off x="6635188" y="3598898"/>
                  <a:ext cx="136906" cy="176601"/>
                </a:xfrm>
                <a:custGeom>
                  <a:rect b="b" l="l" r="r" t="t"/>
                  <a:pathLst>
                    <a:path extrusionOk="0" h="5668" w="4394">
                      <a:moveTo>
                        <a:pt x="3965" y="0"/>
                      </a:moveTo>
                      <a:cubicBezTo>
                        <a:pt x="3858" y="286"/>
                        <a:pt x="3620" y="560"/>
                        <a:pt x="3453" y="798"/>
                      </a:cubicBezTo>
                      <a:cubicBezTo>
                        <a:pt x="3048" y="1369"/>
                        <a:pt x="2632" y="1929"/>
                        <a:pt x="2215" y="2477"/>
                      </a:cubicBezTo>
                      <a:cubicBezTo>
                        <a:pt x="1786" y="3048"/>
                        <a:pt x="1405" y="3667"/>
                        <a:pt x="1000" y="4263"/>
                      </a:cubicBezTo>
                      <a:cubicBezTo>
                        <a:pt x="667" y="4739"/>
                        <a:pt x="298" y="5179"/>
                        <a:pt x="0" y="5668"/>
                      </a:cubicBezTo>
                      <a:cubicBezTo>
                        <a:pt x="131" y="5644"/>
                        <a:pt x="274" y="5620"/>
                        <a:pt x="405" y="5572"/>
                      </a:cubicBezTo>
                      <a:cubicBezTo>
                        <a:pt x="1108" y="4953"/>
                        <a:pt x="1620" y="3929"/>
                        <a:pt x="2191" y="3167"/>
                      </a:cubicBezTo>
                      <a:cubicBezTo>
                        <a:pt x="2965" y="2143"/>
                        <a:pt x="3667" y="1060"/>
                        <a:pt x="439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7" name="Google Shape;1327;p39"/>
                <p:cNvSpPr/>
                <p:nvPr/>
              </p:nvSpPr>
              <p:spPr>
                <a:xfrm>
                  <a:off x="6614032" y="3599646"/>
                  <a:ext cx="140271" cy="181056"/>
                </a:xfrm>
                <a:custGeom>
                  <a:rect b="b" l="l" r="r" t="t"/>
                  <a:pathLst>
                    <a:path extrusionOk="0" h="5811" w="4502">
                      <a:moveTo>
                        <a:pt x="4180" y="0"/>
                      </a:moveTo>
                      <a:cubicBezTo>
                        <a:pt x="3525" y="1024"/>
                        <a:pt x="2822" y="2036"/>
                        <a:pt x="2096" y="3036"/>
                      </a:cubicBezTo>
                      <a:cubicBezTo>
                        <a:pt x="1691" y="3584"/>
                        <a:pt x="1287" y="4143"/>
                        <a:pt x="894" y="4703"/>
                      </a:cubicBezTo>
                      <a:cubicBezTo>
                        <a:pt x="608" y="5084"/>
                        <a:pt x="274" y="5429"/>
                        <a:pt x="1" y="5810"/>
                      </a:cubicBezTo>
                      <a:cubicBezTo>
                        <a:pt x="155" y="5775"/>
                        <a:pt x="334" y="5727"/>
                        <a:pt x="501" y="5679"/>
                      </a:cubicBezTo>
                      <a:cubicBezTo>
                        <a:pt x="775" y="5215"/>
                        <a:pt x="1096" y="4822"/>
                        <a:pt x="1406" y="4382"/>
                      </a:cubicBezTo>
                      <a:cubicBezTo>
                        <a:pt x="1787" y="3870"/>
                        <a:pt x="2108" y="3310"/>
                        <a:pt x="2477" y="2810"/>
                      </a:cubicBezTo>
                      <a:cubicBezTo>
                        <a:pt x="2894" y="2262"/>
                        <a:pt x="3334" y="1726"/>
                        <a:pt x="3727" y="1167"/>
                      </a:cubicBezTo>
                      <a:cubicBezTo>
                        <a:pt x="3775" y="1107"/>
                        <a:pt x="4251" y="333"/>
                        <a:pt x="450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8" name="Google Shape;1328;p39"/>
                <p:cNvSpPr/>
                <p:nvPr/>
              </p:nvSpPr>
              <p:spPr>
                <a:xfrm>
                  <a:off x="6571751" y="3796998"/>
                  <a:ext cx="25985" cy="13367"/>
                </a:xfrm>
                <a:custGeom>
                  <a:rect b="b" l="l" r="r" t="t"/>
                  <a:pathLst>
                    <a:path extrusionOk="0" h="429" w="834">
                      <a:moveTo>
                        <a:pt x="834" y="0"/>
                      </a:moveTo>
                      <a:cubicBezTo>
                        <a:pt x="536" y="107"/>
                        <a:pt x="262" y="250"/>
                        <a:pt x="0" y="429"/>
                      </a:cubicBezTo>
                      <a:lnTo>
                        <a:pt x="358" y="286"/>
                      </a:lnTo>
                      <a:cubicBezTo>
                        <a:pt x="524" y="191"/>
                        <a:pt x="679" y="119"/>
                        <a:pt x="834" y="36"/>
                      </a:cubicBezTo>
                      <a:lnTo>
                        <a:pt x="83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9" name="Google Shape;1329;p39"/>
                <p:cNvSpPr/>
                <p:nvPr/>
              </p:nvSpPr>
              <p:spPr>
                <a:xfrm>
                  <a:off x="6778387" y="3596281"/>
                  <a:ext cx="119458" cy="125814"/>
                </a:xfrm>
                <a:custGeom>
                  <a:rect b="b" l="l" r="r" t="t"/>
                  <a:pathLst>
                    <a:path extrusionOk="0" h="4038" w="3834">
                      <a:moveTo>
                        <a:pt x="3834" y="1"/>
                      </a:moveTo>
                      <a:lnTo>
                        <a:pt x="3834" y="1"/>
                      </a:lnTo>
                      <a:cubicBezTo>
                        <a:pt x="3512" y="13"/>
                        <a:pt x="3191" y="13"/>
                        <a:pt x="2881" y="25"/>
                      </a:cubicBezTo>
                      <a:cubicBezTo>
                        <a:pt x="2322" y="727"/>
                        <a:pt x="1774" y="1418"/>
                        <a:pt x="1238" y="2108"/>
                      </a:cubicBezTo>
                      <a:cubicBezTo>
                        <a:pt x="798" y="2727"/>
                        <a:pt x="429" y="3406"/>
                        <a:pt x="0" y="4037"/>
                      </a:cubicBezTo>
                      <a:cubicBezTo>
                        <a:pt x="95" y="4001"/>
                        <a:pt x="167" y="3954"/>
                        <a:pt x="262" y="3930"/>
                      </a:cubicBezTo>
                      <a:cubicBezTo>
                        <a:pt x="572" y="3275"/>
                        <a:pt x="1095" y="2763"/>
                        <a:pt x="1524" y="2215"/>
                      </a:cubicBezTo>
                      <a:cubicBezTo>
                        <a:pt x="2108" y="1477"/>
                        <a:pt x="2739" y="775"/>
                        <a:pt x="3310" y="25"/>
                      </a:cubicBezTo>
                      <a:cubicBezTo>
                        <a:pt x="3314" y="20"/>
                        <a:pt x="3320" y="18"/>
                        <a:pt x="3325" y="18"/>
                      </a:cubicBezTo>
                      <a:cubicBezTo>
                        <a:pt x="3349" y="18"/>
                        <a:pt x="3377" y="55"/>
                        <a:pt x="3358" y="84"/>
                      </a:cubicBezTo>
                      <a:cubicBezTo>
                        <a:pt x="2465" y="1346"/>
                        <a:pt x="1286" y="2465"/>
                        <a:pt x="500" y="3823"/>
                      </a:cubicBezTo>
                      <a:lnTo>
                        <a:pt x="810" y="3692"/>
                      </a:lnTo>
                      <a:cubicBezTo>
                        <a:pt x="869" y="3668"/>
                        <a:pt x="905" y="3644"/>
                        <a:pt x="953" y="3632"/>
                      </a:cubicBezTo>
                      <a:cubicBezTo>
                        <a:pt x="1310" y="3061"/>
                        <a:pt x="1762" y="2561"/>
                        <a:pt x="2155" y="2084"/>
                      </a:cubicBezTo>
                      <a:cubicBezTo>
                        <a:pt x="2715" y="1418"/>
                        <a:pt x="3251" y="739"/>
                        <a:pt x="3786" y="108"/>
                      </a:cubicBezTo>
                      <a:cubicBezTo>
                        <a:pt x="3798" y="60"/>
                        <a:pt x="3810" y="25"/>
                        <a:pt x="3834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0" name="Google Shape;1330;p39"/>
                <p:cNvSpPr/>
                <p:nvPr/>
              </p:nvSpPr>
              <p:spPr>
                <a:xfrm>
                  <a:off x="6792097" y="3601671"/>
                  <a:ext cx="779" cy="2617"/>
                </a:xfrm>
                <a:custGeom>
                  <a:rect b="b" l="l" r="r" t="t"/>
                  <a:pathLst>
                    <a:path extrusionOk="0" h="84" w="25">
                      <a:moveTo>
                        <a:pt x="13" y="1"/>
                      </a:moveTo>
                      <a:cubicBezTo>
                        <a:pt x="7" y="1"/>
                        <a:pt x="1" y="6"/>
                        <a:pt x="1" y="18"/>
                      </a:cubicBezTo>
                      <a:lnTo>
                        <a:pt x="1" y="66"/>
                      </a:lnTo>
                      <a:cubicBezTo>
                        <a:pt x="1" y="78"/>
                        <a:pt x="7" y="84"/>
                        <a:pt x="13" y="84"/>
                      </a:cubicBezTo>
                      <a:cubicBezTo>
                        <a:pt x="18" y="84"/>
                        <a:pt x="24" y="78"/>
                        <a:pt x="24" y="66"/>
                      </a:cubicBezTo>
                      <a:lnTo>
                        <a:pt x="24" y="18"/>
                      </a:lnTo>
                      <a:cubicBezTo>
                        <a:pt x="24" y="6"/>
                        <a:pt x="18" y="1"/>
                        <a:pt x="13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1" name="Google Shape;1331;p39"/>
                <p:cNvSpPr/>
                <p:nvPr/>
              </p:nvSpPr>
              <p:spPr>
                <a:xfrm>
                  <a:off x="1374836" y="2842457"/>
                  <a:ext cx="5736688" cy="1162767"/>
                </a:xfrm>
                <a:custGeom>
                  <a:rect b="b" l="l" r="r" t="t"/>
                  <a:pathLst>
                    <a:path extrusionOk="0" h="37319" w="184119">
                      <a:moveTo>
                        <a:pt x="50412" y="347"/>
                      </a:moveTo>
                      <a:cubicBezTo>
                        <a:pt x="50828" y="347"/>
                        <a:pt x="51233" y="371"/>
                        <a:pt x="51638" y="406"/>
                      </a:cubicBezTo>
                      <a:lnTo>
                        <a:pt x="48828" y="406"/>
                      </a:lnTo>
                      <a:cubicBezTo>
                        <a:pt x="49352" y="382"/>
                        <a:pt x="49876" y="359"/>
                        <a:pt x="50412" y="347"/>
                      </a:cubicBezTo>
                      <a:close/>
                      <a:moveTo>
                        <a:pt x="65009" y="561"/>
                      </a:moveTo>
                      <a:cubicBezTo>
                        <a:pt x="64803" y="582"/>
                        <a:pt x="64594" y="587"/>
                        <a:pt x="64385" y="587"/>
                      </a:cubicBezTo>
                      <a:cubicBezTo>
                        <a:pt x="64189" y="587"/>
                        <a:pt x="63993" y="582"/>
                        <a:pt x="63798" y="582"/>
                      </a:cubicBezTo>
                      <a:cubicBezTo>
                        <a:pt x="63721" y="582"/>
                        <a:pt x="63644" y="583"/>
                        <a:pt x="63568" y="585"/>
                      </a:cubicBezTo>
                      <a:cubicBezTo>
                        <a:pt x="62972" y="607"/>
                        <a:pt x="62380" y="616"/>
                        <a:pt x="61788" y="616"/>
                      </a:cubicBezTo>
                      <a:cubicBezTo>
                        <a:pt x="60797" y="616"/>
                        <a:pt x="59810" y="591"/>
                        <a:pt x="58818" y="561"/>
                      </a:cubicBezTo>
                      <a:close/>
                      <a:moveTo>
                        <a:pt x="69831" y="740"/>
                      </a:moveTo>
                      <a:lnTo>
                        <a:pt x="69831" y="740"/>
                      </a:lnTo>
                      <a:cubicBezTo>
                        <a:pt x="69843" y="1002"/>
                        <a:pt x="69831" y="1275"/>
                        <a:pt x="69819" y="1549"/>
                      </a:cubicBezTo>
                      <a:cubicBezTo>
                        <a:pt x="69783" y="1275"/>
                        <a:pt x="69759" y="990"/>
                        <a:pt x="69831" y="740"/>
                      </a:cubicBezTo>
                      <a:close/>
                      <a:moveTo>
                        <a:pt x="145245" y="6300"/>
                      </a:moveTo>
                      <a:cubicBezTo>
                        <a:pt x="144791" y="6314"/>
                        <a:pt x="144334" y="6327"/>
                        <a:pt x="143879" y="6327"/>
                      </a:cubicBezTo>
                      <a:cubicBezTo>
                        <a:pt x="143546" y="6327"/>
                        <a:pt x="143215" y="6320"/>
                        <a:pt x="142888" y="6300"/>
                      </a:cubicBezTo>
                      <a:close/>
                      <a:moveTo>
                        <a:pt x="154818" y="6300"/>
                      </a:moveTo>
                      <a:cubicBezTo>
                        <a:pt x="154458" y="6322"/>
                        <a:pt x="154096" y="6331"/>
                        <a:pt x="153734" y="6331"/>
                      </a:cubicBezTo>
                      <a:cubicBezTo>
                        <a:pt x="153318" y="6331"/>
                        <a:pt x="152904" y="6319"/>
                        <a:pt x="152496" y="6300"/>
                      </a:cubicBezTo>
                      <a:close/>
                      <a:moveTo>
                        <a:pt x="183405" y="6633"/>
                      </a:moveTo>
                      <a:lnTo>
                        <a:pt x="183309" y="6990"/>
                      </a:lnTo>
                      <a:cubicBezTo>
                        <a:pt x="183297" y="6871"/>
                        <a:pt x="183285" y="6752"/>
                        <a:pt x="183250" y="6633"/>
                      </a:cubicBezTo>
                      <a:close/>
                      <a:moveTo>
                        <a:pt x="179" y="16503"/>
                      </a:moveTo>
                      <a:cubicBezTo>
                        <a:pt x="191" y="16825"/>
                        <a:pt x="191" y="17182"/>
                        <a:pt x="179" y="17527"/>
                      </a:cubicBezTo>
                      <a:lnTo>
                        <a:pt x="179" y="16503"/>
                      </a:lnTo>
                      <a:close/>
                      <a:moveTo>
                        <a:pt x="52900" y="561"/>
                      </a:moveTo>
                      <a:cubicBezTo>
                        <a:pt x="53150" y="585"/>
                        <a:pt x="53400" y="621"/>
                        <a:pt x="53638" y="644"/>
                      </a:cubicBezTo>
                      <a:cubicBezTo>
                        <a:pt x="54722" y="763"/>
                        <a:pt x="55793" y="799"/>
                        <a:pt x="56889" y="823"/>
                      </a:cubicBezTo>
                      <a:cubicBezTo>
                        <a:pt x="58498" y="884"/>
                        <a:pt x="60114" y="950"/>
                        <a:pt x="61732" y="950"/>
                      </a:cubicBezTo>
                      <a:cubicBezTo>
                        <a:pt x="62340" y="950"/>
                        <a:pt x="62948" y="941"/>
                        <a:pt x="63556" y="918"/>
                      </a:cubicBezTo>
                      <a:cubicBezTo>
                        <a:pt x="64104" y="906"/>
                        <a:pt x="64652" y="930"/>
                        <a:pt x="65199" y="859"/>
                      </a:cubicBezTo>
                      <a:cubicBezTo>
                        <a:pt x="65711" y="799"/>
                        <a:pt x="66199" y="632"/>
                        <a:pt x="66711" y="609"/>
                      </a:cubicBezTo>
                      <a:cubicBezTo>
                        <a:pt x="66822" y="599"/>
                        <a:pt x="66933" y="595"/>
                        <a:pt x="67043" y="595"/>
                      </a:cubicBezTo>
                      <a:cubicBezTo>
                        <a:pt x="67770" y="595"/>
                        <a:pt x="68488" y="777"/>
                        <a:pt x="69229" y="777"/>
                      </a:cubicBezTo>
                      <a:cubicBezTo>
                        <a:pt x="69342" y="777"/>
                        <a:pt x="69455" y="773"/>
                        <a:pt x="69569" y="763"/>
                      </a:cubicBezTo>
                      <a:lnTo>
                        <a:pt x="69569" y="763"/>
                      </a:lnTo>
                      <a:cubicBezTo>
                        <a:pt x="69402" y="1252"/>
                        <a:pt x="69545" y="1835"/>
                        <a:pt x="69545" y="2359"/>
                      </a:cubicBezTo>
                      <a:cubicBezTo>
                        <a:pt x="69545" y="3133"/>
                        <a:pt x="69533" y="3907"/>
                        <a:pt x="69533" y="4681"/>
                      </a:cubicBezTo>
                      <a:cubicBezTo>
                        <a:pt x="69521" y="4812"/>
                        <a:pt x="69509" y="4954"/>
                        <a:pt x="69509" y="5085"/>
                      </a:cubicBezTo>
                      <a:cubicBezTo>
                        <a:pt x="69390" y="6717"/>
                        <a:pt x="69319" y="8348"/>
                        <a:pt x="69271" y="9979"/>
                      </a:cubicBezTo>
                      <a:cubicBezTo>
                        <a:pt x="69212" y="11598"/>
                        <a:pt x="69128" y="13229"/>
                        <a:pt x="69069" y="14849"/>
                      </a:cubicBezTo>
                      <a:cubicBezTo>
                        <a:pt x="69033" y="15920"/>
                        <a:pt x="69390" y="17182"/>
                        <a:pt x="69105" y="18230"/>
                      </a:cubicBezTo>
                      <a:lnTo>
                        <a:pt x="69045" y="18230"/>
                      </a:lnTo>
                      <a:cubicBezTo>
                        <a:pt x="68860" y="18212"/>
                        <a:pt x="68679" y="18203"/>
                        <a:pt x="68496" y="18203"/>
                      </a:cubicBezTo>
                      <a:cubicBezTo>
                        <a:pt x="68313" y="18203"/>
                        <a:pt x="68128" y="18212"/>
                        <a:pt x="67938" y="18230"/>
                      </a:cubicBezTo>
                      <a:lnTo>
                        <a:pt x="65068" y="18230"/>
                      </a:lnTo>
                      <a:cubicBezTo>
                        <a:pt x="65068" y="18207"/>
                        <a:pt x="65058" y="18194"/>
                        <a:pt x="65045" y="18194"/>
                      </a:cubicBezTo>
                      <a:cubicBezTo>
                        <a:pt x="65038" y="18194"/>
                        <a:pt x="65029" y="18198"/>
                        <a:pt x="65021" y="18206"/>
                      </a:cubicBezTo>
                      <a:lnTo>
                        <a:pt x="65009" y="18230"/>
                      </a:lnTo>
                      <a:lnTo>
                        <a:pt x="56543" y="18230"/>
                      </a:lnTo>
                      <a:cubicBezTo>
                        <a:pt x="56353" y="18206"/>
                        <a:pt x="56139" y="18194"/>
                        <a:pt x="55948" y="18182"/>
                      </a:cubicBezTo>
                      <a:lnTo>
                        <a:pt x="55936" y="18182"/>
                      </a:lnTo>
                      <a:cubicBezTo>
                        <a:pt x="55817" y="18170"/>
                        <a:pt x="55710" y="18170"/>
                        <a:pt x="55591" y="18147"/>
                      </a:cubicBezTo>
                      <a:cubicBezTo>
                        <a:pt x="55565" y="18101"/>
                        <a:pt x="55515" y="18070"/>
                        <a:pt x="55472" y="18070"/>
                      </a:cubicBezTo>
                      <a:cubicBezTo>
                        <a:pt x="55436" y="18070"/>
                        <a:pt x="55406" y="18092"/>
                        <a:pt x="55400" y="18147"/>
                      </a:cubicBezTo>
                      <a:cubicBezTo>
                        <a:pt x="54074" y="18038"/>
                        <a:pt x="52748" y="17929"/>
                        <a:pt x="51413" y="17929"/>
                      </a:cubicBezTo>
                      <a:cubicBezTo>
                        <a:pt x="51286" y="17929"/>
                        <a:pt x="51158" y="17930"/>
                        <a:pt x="51031" y="17932"/>
                      </a:cubicBezTo>
                      <a:cubicBezTo>
                        <a:pt x="48745" y="17956"/>
                        <a:pt x="2596" y="18135"/>
                        <a:pt x="310" y="18194"/>
                      </a:cubicBezTo>
                      <a:cubicBezTo>
                        <a:pt x="608" y="17015"/>
                        <a:pt x="358" y="15646"/>
                        <a:pt x="358" y="14444"/>
                      </a:cubicBezTo>
                      <a:lnTo>
                        <a:pt x="358" y="9443"/>
                      </a:lnTo>
                      <a:cubicBezTo>
                        <a:pt x="358" y="7860"/>
                        <a:pt x="286" y="6288"/>
                        <a:pt x="298" y="4704"/>
                      </a:cubicBezTo>
                      <a:cubicBezTo>
                        <a:pt x="310" y="3371"/>
                        <a:pt x="167" y="1966"/>
                        <a:pt x="346" y="644"/>
                      </a:cubicBezTo>
                      <a:cubicBezTo>
                        <a:pt x="555" y="653"/>
                        <a:pt x="2748" y="657"/>
                        <a:pt x="5998" y="657"/>
                      </a:cubicBezTo>
                      <a:cubicBezTo>
                        <a:pt x="16648" y="657"/>
                        <a:pt x="38643" y="616"/>
                        <a:pt x="39327" y="561"/>
                      </a:cubicBezTo>
                      <a:close/>
                      <a:moveTo>
                        <a:pt x="69271" y="13729"/>
                      </a:moveTo>
                      <a:cubicBezTo>
                        <a:pt x="69271" y="14313"/>
                        <a:pt x="69283" y="14908"/>
                        <a:pt x="69343" y="15468"/>
                      </a:cubicBezTo>
                      <a:cubicBezTo>
                        <a:pt x="69366" y="15706"/>
                        <a:pt x="69664" y="18194"/>
                        <a:pt x="69462" y="18230"/>
                      </a:cubicBezTo>
                      <a:lnTo>
                        <a:pt x="69271" y="18230"/>
                      </a:lnTo>
                      <a:cubicBezTo>
                        <a:pt x="69486" y="17361"/>
                        <a:pt x="69224" y="16349"/>
                        <a:pt x="69224" y="15491"/>
                      </a:cubicBezTo>
                      <a:cubicBezTo>
                        <a:pt x="69224" y="14908"/>
                        <a:pt x="69236" y="14313"/>
                        <a:pt x="69271" y="13729"/>
                      </a:cubicBezTo>
                      <a:close/>
                      <a:moveTo>
                        <a:pt x="55591" y="18492"/>
                      </a:moveTo>
                      <a:cubicBezTo>
                        <a:pt x="55627" y="18492"/>
                        <a:pt x="55698" y="18504"/>
                        <a:pt x="55734" y="18504"/>
                      </a:cubicBezTo>
                      <a:cubicBezTo>
                        <a:pt x="55698" y="18611"/>
                        <a:pt x="55627" y="18718"/>
                        <a:pt x="55591" y="18825"/>
                      </a:cubicBezTo>
                      <a:lnTo>
                        <a:pt x="55591" y="18670"/>
                      </a:lnTo>
                      <a:lnTo>
                        <a:pt x="55591" y="18492"/>
                      </a:lnTo>
                      <a:close/>
                      <a:moveTo>
                        <a:pt x="68640" y="18528"/>
                      </a:moveTo>
                      <a:cubicBezTo>
                        <a:pt x="68354" y="18658"/>
                        <a:pt x="68057" y="18766"/>
                        <a:pt x="67759" y="18861"/>
                      </a:cubicBezTo>
                      <a:cubicBezTo>
                        <a:pt x="67795" y="18801"/>
                        <a:pt x="67807" y="18718"/>
                        <a:pt x="67842" y="18647"/>
                      </a:cubicBezTo>
                      <a:cubicBezTo>
                        <a:pt x="67854" y="18611"/>
                        <a:pt x="67854" y="18587"/>
                        <a:pt x="67866" y="18551"/>
                      </a:cubicBezTo>
                      <a:cubicBezTo>
                        <a:pt x="68116" y="18539"/>
                        <a:pt x="68390" y="18528"/>
                        <a:pt x="68640" y="18528"/>
                      </a:cubicBezTo>
                      <a:close/>
                      <a:moveTo>
                        <a:pt x="67759" y="18587"/>
                      </a:moveTo>
                      <a:cubicBezTo>
                        <a:pt x="67747" y="18599"/>
                        <a:pt x="67747" y="18623"/>
                        <a:pt x="67735" y="18635"/>
                      </a:cubicBezTo>
                      <a:cubicBezTo>
                        <a:pt x="67700" y="18718"/>
                        <a:pt x="67676" y="18778"/>
                        <a:pt x="67676" y="18849"/>
                      </a:cubicBezTo>
                      <a:cubicBezTo>
                        <a:pt x="67676" y="18861"/>
                        <a:pt x="67688" y="18885"/>
                        <a:pt x="67700" y="18897"/>
                      </a:cubicBezTo>
                      <a:lnTo>
                        <a:pt x="67390" y="18980"/>
                      </a:lnTo>
                      <a:cubicBezTo>
                        <a:pt x="67426" y="18885"/>
                        <a:pt x="67450" y="18778"/>
                        <a:pt x="67497" y="18706"/>
                      </a:cubicBezTo>
                      <a:cubicBezTo>
                        <a:pt x="67509" y="18670"/>
                        <a:pt x="67533" y="18623"/>
                        <a:pt x="67569" y="18599"/>
                      </a:cubicBezTo>
                      <a:cubicBezTo>
                        <a:pt x="67628" y="18599"/>
                        <a:pt x="67700" y="18587"/>
                        <a:pt x="67759" y="18587"/>
                      </a:cubicBezTo>
                      <a:close/>
                      <a:moveTo>
                        <a:pt x="67461" y="18599"/>
                      </a:moveTo>
                      <a:lnTo>
                        <a:pt x="67461" y="18599"/>
                      </a:lnTo>
                      <a:cubicBezTo>
                        <a:pt x="67450" y="18623"/>
                        <a:pt x="67426" y="18658"/>
                        <a:pt x="67402" y="18706"/>
                      </a:cubicBezTo>
                      <a:cubicBezTo>
                        <a:pt x="67342" y="18789"/>
                        <a:pt x="67271" y="18897"/>
                        <a:pt x="67247" y="19016"/>
                      </a:cubicBezTo>
                      <a:cubicBezTo>
                        <a:pt x="67140" y="19039"/>
                        <a:pt x="67021" y="19075"/>
                        <a:pt x="66914" y="19099"/>
                      </a:cubicBezTo>
                      <a:lnTo>
                        <a:pt x="67009" y="18920"/>
                      </a:lnTo>
                      <a:cubicBezTo>
                        <a:pt x="67045" y="18837"/>
                        <a:pt x="67092" y="18730"/>
                        <a:pt x="67069" y="18623"/>
                      </a:cubicBezTo>
                      <a:cubicBezTo>
                        <a:pt x="67200" y="18611"/>
                        <a:pt x="67331" y="18611"/>
                        <a:pt x="67461" y="18599"/>
                      </a:cubicBezTo>
                      <a:close/>
                      <a:moveTo>
                        <a:pt x="66985" y="18623"/>
                      </a:moveTo>
                      <a:cubicBezTo>
                        <a:pt x="66950" y="18718"/>
                        <a:pt x="66902" y="18825"/>
                        <a:pt x="66854" y="18909"/>
                      </a:cubicBezTo>
                      <a:cubicBezTo>
                        <a:pt x="66807" y="18980"/>
                        <a:pt x="66771" y="19075"/>
                        <a:pt x="66723" y="19147"/>
                      </a:cubicBezTo>
                      <a:cubicBezTo>
                        <a:pt x="66652" y="19182"/>
                        <a:pt x="66569" y="19194"/>
                        <a:pt x="66497" y="19218"/>
                      </a:cubicBezTo>
                      <a:cubicBezTo>
                        <a:pt x="66497" y="19210"/>
                        <a:pt x="66486" y="19196"/>
                        <a:pt x="66467" y="19196"/>
                      </a:cubicBezTo>
                      <a:cubicBezTo>
                        <a:pt x="66459" y="19196"/>
                        <a:pt x="66449" y="19199"/>
                        <a:pt x="66438" y="19206"/>
                      </a:cubicBezTo>
                      <a:cubicBezTo>
                        <a:pt x="66426" y="19218"/>
                        <a:pt x="66426" y="19218"/>
                        <a:pt x="66414" y="19218"/>
                      </a:cubicBezTo>
                      <a:cubicBezTo>
                        <a:pt x="66497" y="19028"/>
                        <a:pt x="66604" y="18837"/>
                        <a:pt x="66723" y="18647"/>
                      </a:cubicBezTo>
                      <a:cubicBezTo>
                        <a:pt x="66783" y="18647"/>
                        <a:pt x="66854" y="18647"/>
                        <a:pt x="66914" y="18623"/>
                      </a:cubicBezTo>
                      <a:close/>
                      <a:moveTo>
                        <a:pt x="55793" y="18504"/>
                      </a:moveTo>
                      <a:cubicBezTo>
                        <a:pt x="55889" y="18504"/>
                        <a:pt x="55996" y="18528"/>
                        <a:pt x="56079" y="18528"/>
                      </a:cubicBezTo>
                      <a:cubicBezTo>
                        <a:pt x="55960" y="18730"/>
                        <a:pt x="55853" y="18956"/>
                        <a:pt x="55758" y="19159"/>
                      </a:cubicBezTo>
                      <a:cubicBezTo>
                        <a:pt x="55734" y="19194"/>
                        <a:pt x="55674" y="19301"/>
                        <a:pt x="55639" y="19385"/>
                      </a:cubicBezTo>
                      <a:cubicBezTo>
                        <a:pt x="55615" y="19254"/>
                        <a:pt x="55603" y="19123"/>
                        <a:pt x="55603" y="18980"/>
                      </a:cubicBezTo>
                      <a:cubicBezTo>
                        <a:pt x="55662" y="18837"/>
                        <a:pt x="55722" y="18670"/>
                        <a:pt x="55793" y="18504"/>
                      </a:cubicBezTo>
                      <a:close/>
                      <a:moveTo>
                        <a:pt x="66616" y="18670"/>
                      </a:moveTo>
                      <a:lnTo>
                        <a:pt x="66616" y="18670"/>
                      </a:lnTo>
                      <a:cubicBezTo>
                        <a:pt x="66473" y="18885"/>
                        <a:pt x="66318" y="19099"/>
                        <a:pt x="66211" y="19337"/>
                      </a:cubicBezTo>
                      <a:cubicBezTo>
                        <a:pt x="66116" y="19385"/>
                        <a:pt x="66009" y="19420"/>
                        <a:pt x="65902" y="19456"/>
                      </a:cubicBezTo>
                      <a:cubicBezTo>
                        <a:pt x="65949" y="19385"/>
                        <a:pt x="66009" y="19313"/>
                        <a:pt x="66057" y="19218"/>
                      </a:cubicBezTo>
                      <a:cubicBezTo>
                        <a:pt x="66140" y="19051"/>
                        <a:pt x="66235" y="18897"/>
                        <a:pt x="66307" y="18730"/>
                      </a:cubicBezTo>
                      <a:cubicBezTo>
                        <a:pt x="66331" y="18706"/>
                        <a:pt x="66330" y="18688"/>
                        <a:pt x="66323" y="18679"/>
                      </a:cubicBezTo>
                      <a:lnTo>
                        <a:pt x="66323" y="18679"/>
                      </a:lnTo>
                      <a:cubicBezTo>
                        <a:pt x="66421" y="18676"/>
                        <a:pt x="66519" y="18673"/>
                        <a:pt x="66616" y="18670"/>
                      </a:cubicBezTo>
                      <a:close/>
                      <a:moveTo>
                        <a:pt x="56139" y="18551"/>
                      </a:moveTo>
                      <a:cubicBezTo>
                        <a:pt x="56198" y="18551"/>
                        <a:pt x="56270" y="18563"/>
                        <a:pt x="56329" y="18563"/>
                      </a:cubicBezTo>
                      <a:cubicBezTo>
                        <a:pt x="56210" y="18766"/>
                        <a:pt x="56127" y="19004"/>
                        <a:pt x="56020" y="19206"/>
                      </a:cubicBezTo>
                      <a:cubicBezTo>
                        <a:pt x="55912" y="19420"/>
                        <a:pt x="55781" y="19623"/>
                        <a:pt x="55698" y="19849"/>
                      </a:cubicBezTo>
                      <a:cubicBezTo>
                        <a:pt x="55674" y="19754"/>
                        <a:pt x="55674" y="19659"/>
                        <a:pt x="55662" y="19563"/>
                      </a:cubicBezTo>
                      <a:cubicBezTo>
                        <a:pt x="55674" y="19504"/>
                        <a:pt x="55710" y="19444"/>
                        <a:pt x="55722" y="19432"/>
                      </a:cubicBezTo>
                      <a:cubicBezTo>
                        <a:pt x="55781" y="19301"/>
                        <a:pt x="55841" y="19182"/>
                        <a:pt x="55901" y="19039"/>
                      </a:cubicBezTo>
                      <a:cubicBezTo>
                        <a:pt x="55972" y="18885"/>
                        <a:pt x="56067" y="18706"/>
                        <a:pt x="56139" y="18551"/>
                      </a:cubicBezTo>
                      <a:close/>
                      <a:moveTo>
                        <a:pt x="66296" y="18680"/>
                      </a:moveTo>
                      <a:lnTo>
                        <a:pt x="66296" y="18680"/>
                      </a:lnTo>
                      <a:cubicBezTo>
                        <a:pt x="66296" y="18681"/>
                        <a:pt x="66295" y="18681"/>
                        <a:pt x="66295" y="18682"/>
                      </a:cubicBezTo>
                      <a:cubicBezTo>
                        <a:pt x="66128" y="18980"/>
                        <a:pt x="65937" y="19266"/>
                        <a:pt x="65723" y="19540"/>
                      </a:cubicBezTo>
                      <a:cubicBezTo>
                        <a:pt x="65676" y="19551"/>
                        <a:pt x="65640" y="19563"/>
                        <a:pt x="65592" y="19599"/>
                      </a:cubicBezTo>
                      <a:cubicBezTo>
                        <a:pt x="65616" y="19516"/>
                        <a:pt x="65640" y="19432"/>
                        <a:pt x="65664" y="19373"/>
                      </a:cubicBezTo>
                      <a:cubicBezTo>
                        <a:pt x="65759" y="19159"/>
                        <a:pt x="65842" y="18968"/>
                        <a:pt x="65937" y="18766"/>
                      </a:cubicBezTo>
                      <a:cubicBezTo>
                        <a:pt x="65945" y="18734"/>
                        <a:pt x="65927" y="18707"/>
                        <a:pt x="65907" y="18707"/>
                      </a:cubicBezTo>
                      <a:cubicBezTo>
                        <a:pt x="65896" y="18707"/>
                        <a:pt x="65886" y="18714"/>
                        <a:pt x="65878" y="18730"/>
                      </a:cubicBezTo>
                      <a:cubicBezTo>
                        <a:pt x="65711" y="19028"/>
                        <a:pt x="65545" y="19337"/>
                        <a:pt x="65414" y="19659"/>
                      </a:cubicBezTo>
                      <a:cubicBezTo>
                        <a:pt x="65306" y="19694"/>
                        <a:pt x="65199" y="19730"/>
                        <a:pt x="65104" y="19778"/>
                      </a:cubicBezTo>
                      <a:cubicBezTo>
                        <a:pt x="65283" y="19456"/>
                        <a:pt x="65426" y="19135"/>
                        <a:pt x="65545" y="18789"/>
                      </a:cubicBezTo>
                      <a:cubicBezTo>
                        <a:pt x="65551" y="18769"/>
                        <a:pt x="65542" y="18756"/>
                        <a:pt x="65529" y="18756"/>
                      </a:cubicBezTo>
                      <a:cubicBezTo>
                        <a:pt x="65519" y="18756"/>
                        <a:pt x="65507" y="18763"/>
                        <a:pt x="65497" y="18778"/>
                      </a:cubicBezTo>
                      <a:cubicBezTo>
                        <a:pt x="65306" y="19135"/>
                        <a:pt x="65128" y="19492"/>
                        <a:pt x="64925" y="19849"/>
                      </a:cubicBezTo>
                      <a:cubicBezTo>
                        <a:pt x="64783" y="19909"/>
                        <a:pt x="64652" y="19956"/>
                        <a:pt x="64521" y="20016"/>
                      </a:cubicBezTo>
                      <a:cubicBezTo>
                        <a:pt x="64592" y="19861"/>
                        <a:pt x="64652" y="19718"/>
                        <a:pt x="64747" y="19563"/>
                      </a:cubicBezTo>
                      <a:cubicBezTo>
                        <a:pt x="64902" y="19278"/>
                        <a:pt x="65068" y="19016"/>
                        <a:pt x="65199" y="18706"/>
                      </a:cubicBezTo>
                      <a:cubicBezTo>
                        <a:pt x="65567" y="18706"/>
                        <a:pt x="65934" y="18692"/>
                        <a:pt x="66296" y="18680"/>
                      </a:cubicBezTo>
                      <a:close/>
                      <a:moveTo>
                        <a:pt x="65175" y="18682"/>
                      </a:moveTo>
                      <a:cubicBezTo>
                        <a:pt x="64997" y="18980"/>
                        <a:pt x="64806" y="19278"/>
                        <a:pt x="64628" y="19575"/>
                      </a:cubicBezTo>
                      <a:cubicBezTo>
                        <a:pt x="64533" y="19730"/>
                        <a:pt x="64425" y="19897"/>
                        <a:pt x="64354" y="20075"/>
                      </a:cubicBezTo>
                      <a:cubicBezTo>
                        <a:pt x="64187" y="20135"/>
                        <a:pt x="64056" y="20194"/>
                        <a:pt x="63925" y="20230"/>
                      </a:cubicBezTo>
                      <a:cubicBezTo>
                        <a:pt x="64068" y="19980"/>
                        <a:pt x="64235" y="19718"/>
                        <a:pt x="64390" y="19444"/>
                      </a:cubicBezTo>
                      <a:cubicBezTo>
                        <a:pt x="64521" y="19194"/>
                        <a:pt x="64628" y="18944"/>
                        <a:pt x="64771" y="18682"/>
                      </a:cubicBezTo>
                      <a:close/>
                      <a:moveTo>
                        <a:pt x="56377" y="18551"/>
                      </a:moveTo>
                      <a:cubicBezTo>
                        <a:pt x="56496" y="18563"/>
                        <a:pt x="56627" y="18563"/>
                        <a:pt x="56746" y="18587"/>
                      </a:cubicBezTo>
                      <a:cubicBezTo>
                        <a:pt x="56389" y="19147"/>
                        <a:pt x="55960" y="19790"/>
                        <a:pt x="55734" y="20444"/>
                      </a:cubicBezTo>
                      <a:cubicBezTo>
                        <a:pt x="55722" y="20290"/>
                        <a:pt x="55710" y="20159"/>
                        <a:pt x="55698" y="20016"/>
                      </a:cubicBezTo>
                      <a:cubicBezTo>
                        <a:pt x="55841" y="19778"/>
                        <a:pt x="55960" y="19504"/>
                        <a:pt x="56079" y="19254"/>
                      </a:cubicBezTo>
                      <a:cubicBezTo>
                        <a:pt x="56186" y="19028"/>
                        <a:pt x="56305" y="18789"/>
                        <a:pt x="56377" y="18551"/>
                      </a:cubicBezTo>
                      <a:close/>
                      <a:moveTo>
                        <a:pt x="64652" y="18706"/>
                      </a:moveTo>
                      <a:cubicBezTo>
                        <a:pt x="64533" y="18909"/>
                        <a:pt x="64425" y="19123"/>
                        <a:pt x="64306" y="19337"/>
                      </a:cubicBezTo>
                      <a:cubicBezTo>
                        <a:pt x="64128" y="19682"/>
                        <a:pt x="63890" y="19980"/>
                        <a:pt x="63735" y="20325"/>
                      </a:cubicBezTo>
                      <a:cubicBezTo>
                        <a:pt x="63568" y="20397"/>
                        <a:pt x="63390" y="20456"/>
                        <a:pt x="63223" y="20528"/>
                      </a:cubicBezTo>
                      <a:cubicBezTo>
                        <a:pt x="63640" y="19980"/>
                        <a:pt x="64032" y="19325"/>
                        <a:pt x="64306" y="18706"/>
                      </a:cubicBezTo>
                      <a:close/>
                      <a:moveTo>
                        <a:pt x="64223" y="18706"/>
                      </a:moveTo>
                      <a:cubicBezTo>
                        <a:pt x="63913" y="19325"/>
                        <a:pt x="63413" y="19849"/>
                        <a:pt x="63163" y="20492"/>
                      </a:cubicBezTo>
                      <a:cubicBezTo>
                        <a:pt x="63151" y="20504"/>
                        <a:pt x="63163" y="20528"/>
                        <a:pt x="63175" y="20552"/>
                      </a:cubicBezTo>
                      <a:cubicBezTo>
                        <a:pt x="63080" y="20587"/>
                        <a:pt x="62961" y="20635"/>
                        <a:pt x="62854" y="20683"/>
                      </a:cubicBezTo>
                      <a:cubicBezTo>
                        <a:pt x="63104" y="20290"/>
                        <a:pt x="63330" y="19849"/>
                        <a:pt x="63532" y="19432"/>
                      </a:cubicBezTo>
                      <a:cubicBezTo>
                        <a:pt x="63675" y="19194"/>
                        <a:pt x="63771" y="18909"/>
                        <a:pt x="63937" y="18706"/>
                      </a:cubicBezTo>
                      <a:close/>
                      <a:moveTo>
                        <a:pt x="63806" y="18706"/>
                      </a:moveTo>
                      <a:cubicBezTo>
                        <a:pt x="63699" y="18849"/>
                        <a:pt x="63592" y="19063"/>
                        <a:pt x="63532" y="19182"/>
                      </a:cubicBezTo>
                      <a:cubicBezTo>
                        <a:pt x="63259" y="19694"/>
                        <a:pt x="62866" y="20194"/>
                        <a:pt x="62675" y="20754"/>
                      </a:cubicBezTo>
                      <a:cubicBezTo>
                        <a:pt x="62628" y="20766"/>
                        <a:pt x="62604" y="20790"/>
                        <a:pt x="62556" y="20802"/>
                      </a:cubicBezTo>
                      <a:cubicBezTo>
                        <a:pt x="62497" y="20825"/>
                        <a:pt x="62437" y="20849"/>
                        <a:pt x="62378" y="20873"/>
                      </a:cubicBezTo>
                      <a:cubicBezTo>
                        <a:pt x="62818" y="20194"/>
                        <a:pt x="63199" y="19432"/>
                        <a:pt x="63580" y="18706"/>
                      </a:cubicBezTo>
                      <a:close/>
                      <a:moveTo>
                        <a:pt x="56829" y="18587"/>
                      </a:moveTo>
                      <a:cubicBezTo>
                        <a:pt x="56901" y="18587"/>
                        <a:pt x="56984" y="18599"/>
                        <a:pt x="57067" y="18599"/>
                      </a:cubicBezTo>
                      <a:cubicBezTo>
                        <a:pt x="56782" y="19123"/>
                        <a:pt x="56484" y="19623"/>
                        <a:pt x="56210" y="20147"/>
                      </a:cubicBezTo>
                      <a:cubicBezTo>
                        <a:pt x="56079" y="20409"/>
                        <a:pt x="55948" y="20683"/>
                        <a:pt x="55793" y="20933"/>
                      </a:cubicBezTo>
                      <a:cubicBezTo>
                        <a:pt x="55781" y="20849"/>
                        <a:pt x="55781" y="20754"/>
                        <a:pt x="55770" y="20671"/>
                      </a:cubicBezTo>
                      <a:cubicBezTo>
                        <a:pt x="56127" y="19980"/>
                        <a:pt x="56436" y="19266"/>
                        <a:pt x="56829" y="18587"/>
                      </a:cubicBezTo>
                      <a:close/>
                      <a:moveTo>
                        <a:pt x="63497" y="18706"/>
                      </a:moveTo>
                      <a:cubicBezTo>
                        <a:pt x="62985" y="19397"/>
                        <a:pt x="62616" y="20230"/>
                        <a:pt x="62139" y="20968"/>
                      </a:cubicBezTo>
                      <a:cubicBezTo>
                        <a:pt x="61782" y="21111"/>
                        <a:pt x="61413" y="21266"/>
                        <a:pt x="61056" y="21397"/>
                      </a:cubicBezTo>
                      <a:cubicBezTo>
                        <a:pt x="61651" y="20635"/>
                        <a:pt x="62211" y="19659"/>
                        <a:pt x="62568" y="18706"/>
                      </a:cubicBezTo>
                      <a:lnTo>
                        <a:pt x="62937" y="18706"/>
                      </a:lnTo>
                      <a:cubicBezTo>
                        <a:pt x="62497" y="19456"/>
                        <a:pt x="62127" y="20266"/>
                        <a:pt x="61627" y="20980"/>
                      </a:cubicBezTo>
                      <a:cubicBezTo>
                        <a:pt x="61600" y="21025"/>
                        <a:pt x="61635" y="21084"/>
                        <a:pt x="61674" y="21084"/>
                      </a:cubicBezTo>
                      <a:cubicBezTo>
                        <a:pt x="61686" y="21084"/>
                        <a:pt x="61699" y="21078"/>
                        <a:pt x="61711" y="21064"/>
                      </a:cubicBezTo>
                      <a:lnTo>
                        <a:pt x="61723" y="21052"/>
                      </a:lnTo>
                      <a:cubicBezTo>
                        <a:pt x="61782" y="20968"/>
                        <a:pt x="61854" y="20873"/>
                        <a:pt x="61913" y="20790"/>
                      </a:cubicBezTo>
                      <a:cubicBezTo>
                        <a:pt x="61913" y="20766"/>
                        <a:pt x="61925" y="20766"/>
                        <a:pt x="61925" y="20754"/>
                      </a:cubicBezTo>
                      <a:cubicBezTo>
                        <a:pt x="62342" y="20099"/>
                        <a:pt x="62663" y="19373"/>
                        <a:pt x="63032" y="18706"/>
                      </a:cubicBezTo>
                      <a:close/>
                      <a:moveTo>
                        <a:pt x="57103" y="18599"/>
                      </a:moveTo>
                      <a:cubicBezTo>
                        <a:pt x="57222" y="18599"/>
                        <a:pt x="57365" y="18611"/>
                        <a:pt x="57484" y="18611"/>
                      </a:cubicBezTo>
                      <a:cubicBezTo>
                        <a:pt x="56972" y="19575"/>
                        <a:pt x="56353" y="20456"/>
                        <a:pt x="55829" y="21421"/>
                      </a:cubicBezTo>
                      <a:cubicBezTo>
                        <a:pt x="55828" y="21422"/>
                        <a:pt x="55827" y="21424"/>
                        <a:pt x="55826" y="21426"/>
                      </a:cubicBezTo>
                      <a:lnTo>
                        <a:pt x="55826" y="21426"/>
                      </a:lnTo>
                      <a:cubicBezTo>
                        <a:pt x="55820" y="21353"/>
                        <a:pt x="55812" y="21280"/>
                        <a:pt x="55805" y="21206"/>
                      </a:cubicBezTo>
                      <a:cubicBezTo>
                        <a:pt x="55972" y="20933"/>
                        <a:pt x="56091" y="20611"/>
                        <a:pt x="56210" y="20349"/>
                      </a:cubicBezTo>
                      <a:cubicBezTo>
                        <a:pt x="56496" y="19754"/>
                        <a:pt x="56841" y="19206"/>
                        <a:pt x="57103" y="18599"/>
                      </a:cubicBezTo>
                      <a:close/>
                      <a:moveTo>
                        <a:pt x="62497" y="18718"/>
                      </a:moveTo>
                      <a:cubicBezTo>
                        <a:pt x="62270" y="19194"/>
                        <a:pt x="62008" y="19635"/>
                        <a:pt x="61723" y="20087"/>
                      </a:cubicBezTo>
                      <a:cubicBezTo>
                        <a:pt x="61437" y="20552"/>
                        <a:pt x="61068" y="20992"/>
                        <a:pt x="60842" y="21480"/>
                      </a:cubicBezTo>
                      <a:cubicBezTo>
                        <a:pt x="60663" y="21564"/>
                        <a:pt x="60484" y="21623"/>
                        <a:pt x="60306" y="21695"/>
                      </a:cubicBezTo>
                      <a:cubicBezTo>
                        <a:pt x="60496" y="21349"/>
                        <a:pt x="60794" y="21028"/>
                        <a:pt x="60996" y="20706"/>
                      </a:cubicBezTo>
                      <a:cubicBezTo>
                        <a:pt x="61389" y="20075"/>
                        <a:pt x="61651" y="19337"/>
                        <a:pt x="62032" y="18718"/>
                      </a:cubicBezTo>
                      <a:close/>
                      <a:moveTo>
                        <a:pt x="61973" y="18718"/>
                      </a:moveTo>
                      <a:cubicBezTo>
                        <a:pt x="61532" y="19337"/>
                        <a:pt x="61258" y="20099"/>
                        <a:pt x="60842" y="20742"/>
                      </a:cubicBezTo>
                      <a:cubicBezTo>
                        <a:pt x="60723" y="20921"/>
                        <a:pt x="60258" y="21421"/>
                        <a:pt x="60151" y="21766"/>
                      </a:cubicBezTo>
                      <a:cubicBezTo>
                        <a:pt x="60068" y="21802"/>
                        <a:pt x="59996" y="21826"/>
                        <a:pt x="59901" y="21873"/>
                      </a:cubicBezTo>
                      <a:cubicBezTo>
                        <a:pt x="60520" y="20873"/>
                        <a:pt x="61020" y="19754"/>
                        <a:pt x="61556" y="18718"/>
                      </a:cubicBezTo>
                      <a:close/>
                      <a:moveTo>
                        <a:pt x="183452" y="16527"/>
                      </a:moveTo>
                      <a:lnTo>
                        <a:pt x="183452" y="16539"/>
                      </a:lnTo>
                      <a:lnTo>
                        <a:pt x="183452" y="21980"/>
                      </a:lnTo>
                      <a:cubicBezTo>
                        <a:pt x="183405" y="21325"/>
                        <a:pt x="183416" y="20671"/>
                        <a:pt x="183416" y="20028"/>
                      </a:cubicBezTo>
                      <a:cubicBezTo>
                        <a:pt x="183416" y="18861"/>
                        <a:pt x="183428" y="17694"/>
                        <a:pt x="183452" y="16527"/>
                      </a:cubicBezTo>
                      <a:close/>
                      <a:moveTo>
                        <a:pt x="61496" y="18706"/>
                      </a:moveTo>
                      <a:cubicBezTo>
                        <a:pt x="60901" y="19778"/>
                        <a:pt x="60353" y="20933"/>
                        <a:pt x="59663" y="21933"/>
                      </a:cubicBezTo>
                      <a:cubicBezTo>
                        <a:pt x="59544" y="21992"/>
                        <a:pt x="59449" y="22016"/>
                        <a:pt x="59341" y="22064"/>
                      </a:cubicBezTo>
                      <a:cubicBezTo>
                        <a:pt x="59699" y="21540"/>
                        <a:pt x="59949" y="20885"/>
                        <a:pt x="60258" y="20349"/>
                      </a:cubicBezTo>
                      <a:cubicBezTo>
                        <a:pt x="60532" y="19897"/>
                        <a:pt x="61020" y="19278"/>
                        <a:pt x="61080" y="18706"/>
                      </a:cubicBezTo>
                      <a:close/>
                      <a:moveTo>
                        <a:pt x="61032" y="18706"/>
                      </a:moveTo>
                      <a:cubicBezTo>
                        <a:pt x="60877" y="19301"/>
                        <a:pt x="60401" y="19897"/>
                        <a:pt x="60103" y="20397"/>
                      </a:cubicBezTo>
                      <a:cubicBezTo>
                        <a:pt x="59806" y="20885"/>
                        <a:pt x="59306" y="21528"/>
                        <a:pt x="59187" y="22111"/>
                      </a:cubicBezTo>
                      <a:cubicBezTo>
                        <a:pt x="59187" y="22080"/>
                        <a:pt x="59171" y="22058"/>
                        <a:pt x="59150" y="22058"/>
                      </a:cubicBezTo>
                      <a:cubicBezTo>
                        <a:pt x="59139" y="22058"/>
                        <a:pt x="59127" y="22064"/>
                        <a:pt x="59115" y="22076"/>
                      </a:cubicBezTo>
                      <a:cubicBezTo>
                        <a:pt x="59103" y="22111"/>
                        <a:pt x="59091" y="22123"/>
                        <a:pt x="59068" y="22159"/>
                      </a:cubicBezTo>
                      <a:cubicBezTo>
                        <a:pt x="58996" y="22183"/>
                        <a:pt x="58937" y="22195"/>
                        <a:pt x="58865" y="22230"/>
                      </a:cubicBezTo>
                      <a:cubicBezTo>
                        <a:pt x="58853" y="22230"/>
                        <a:pt x="58829" y="22242"/>
                        <a:pt x="58829" y="22242"/>
                      </a:cubicBezTo>
                      <a:cubicBezTo>
                        <a:pt x="58996" y="21980"/>
                        <a:pt x="59127" y="21635"/>
                        <a:pt x="59187" y="21504"/>
                      </a:cubicBezTo>
                      <a:cubicBezTo>
                        <a:pt x="59687" y="20563"/>
                        <a:pt x="60127" y="19563"/>
                        <a:pt x="60723" y="18706"/>
                      </a:cubicBezTo>
                      <a:close/>
                      <a:moveTo>
                        <a:pt x="57544" y="18611"/>
                      </a:moveTo>
                      <a:cubicBezTo>
                        <a:pt x="57639" y="18611"/>
                        <a:pt x="57758" y="18623"/>
                        <a:pt x="57865" y="18623"/>
                      </a:cubicBezTo>
                      <a:cubicBezTo>
                        <a:pt x="57484" y="18992"/>
                        <a:pt x="57246" y="19754"/>
                        <a:pt x="56984" y="20182"/>
                      </a:cubicBezTo>
                      <a:cubicBezTo>
                        <a:pt x="56770" y="20575"/>
                        <a:pt x="56508" y="20944"/>
                        <a:pt x="56305" y="21349"/>
                      </a:cubicBezTo>
                      <a:cubicBezTo>
                        <a:pt x="56151" y="21647"/>
                        <a:pt x="56031" y="21968"/>
                        <a:pt x="55853" y="22254"/>
                      </a:cubicBezTo>
                      <a:cubicBezTo>
                        <a:pt x="55871" y="22014"/>
                        <a:pt x="55855" y="21754"/>
                        <a:pt x="55831" y="21484"/>
                      </a:cubicBezTo>
                      <a:lnTo>
                        <a:pt x="55831" y="21484"/>
                      </a:lnTo>
                      <a:cubicBezTo>
                        <a:pt x="55839" y="21491"/>
                        <a:pt x="55849" y="21496"/>
                        <a:pt x="55859" y="21496"/>
                      </a:cubicBezTo>
                      <a:cubicBezTo>
                        <a:pt x="55874" y="21496"/>
                        <a:pt x="55889" y="21488"/>
                        <a:pt x="55901" y="21468"/>
                      </a:cubicBezTo>
                      <a:cubicBezTo>
                        <a:pt x="56448" y="20516"/>
                        <a:pt x="57055" y="19611"/>
                        <a:pt x="57544" y="18611"/>
                      </a:cubicBezTo>
                      <a:close/>
                      <a:moveTo>
                        <a:pt x="60020" y="22159"/>
                      </a:moveTo>
                      <a:lnTo>
                        <a:pt x="59532" y="22349"/>
                      </a:lnTo>
                      <a:lnTo>
                        <a:pt x="59544" y="22338"/>
                      </a:lnTo>
                      <a:cubicBezTo>
                        <a:pt x="59711" y="22278"/>
                        <a:pt x="59865" y="22218"/>
                        <a:pt x="60020" y="22159"/>
                      </a:cubicBezTo>
                      <a:close/>
                      <a:moveTo>
                        <a:pt x="60663" y="18706"/>
                      </a:moveTo>
                      <a:cubicBezTo>
                        <a:pt x="60139" y="19420"/>
                        <a:pt x="59770" y="20254"/>
                        <a:pt x="59330" y="21040"/>
                      </a:cubicBezTo>
                      <a:cubicBezTo>
                        <a:pt x="59175" y="21290"/>
                        <a:pt x="58937" y="21957"/>
                        <a:pt x="58698" y="22302"/>
                      </a:cubicBezTo>
                      <a:cubicBezTo>
                        <a:pt x="58532" y="22361"/>
                        <a:pt x="58365" y="22421"/>
                        <a:pt x="58210" y="22492"/>
                      </a:cubicBezTo>
                      <a:cubicBezTo>
                        <a:pt x="58508" y="21933"/>
                        <a:pt x="58889" y="21409"/>
                        <a:pt x="59187" y="20825"/>
                      </a:cubicBezTo>
                      <a:cubicBezTo>
                        <a:pt x="59568" y="20111"/>
                        <a:pt x="59937" y="19432"/>
                        <a:pt x="60282" y="18706"/>
                      </a:cubicBezTo>
                      <a:close/>
                      <a:moveTo>
                        <a:pt x="57960" y="18647"/>
                      </a:moveTo>
                      <a:cubicBezTo>
                        <a:pt x="58079" y="18647"/>
                        <a:pt x="58198" y="18658"/>
                        <a:pt x="58317" y="18658"/>
                      </a:cubicBezTo>
                      <a:cubicBezTo>
                        <a:pt x="57782" y="19492"/>
                        <a:pt x="57305" y="20385"/>
                        <a:pt x="56782" y="21218"/>
                      </a:cubicBezTo>
                      <a:cubicBezTo>
                        <a:pt x="56508" y="21635"/>
                        <a:pt x="56234" y="22040"/>
                        <a:pt x="55996" y="22468"/>
                      </a:cubicBezTo>
                      <a:cubicBezTo>
                        <a:pt x="55960" y="22516"/>
                        <a:pt x="55936" y="22576"/>
                        <a:pt x="55889" y="22611"/>
                      </a:cubicBezTo>
                      <a:cubicBezTo>
                        <a:pt x="55877" y="22552"/>
                        <a:pt x="55877" y="22492"/>
                        <a:pt x="55877" y="22433"/>
                      </a:cubicBezTo>
                      <a:cubicBezTo>
                        <a:pt x="56246" y="21980"/>
                        <a:pt x="56472" y="21325"/>
                        <a:pt x="56770" y="20825"/>
                      </a:cubicBezTo>
                      <a:cubicBezTo>
                        <a:pt x="57020" y="20397"/>
                        <a:pt x="57282" y="19968"/>
                        <a:pt x="57496" y="19516"/>
                      </a:cubicBezTo>
                      <a:cubicBezTo>
                        <a:pt x="57639" y="19218"/>
                        <a:pt x="57746" y="18897"/>
                        <a:pt x="57960" y="18647"/>
                      </a:cubicBezTo>
                      <a:close/>
                      <a:moveTo>
                        <a:pt x="60234" y="18706"/>
                      </a:moveTo>
                      <a:cubicBezTo>
                        <a:pt x="59877" y="19397"/>
                        <a:pt x="59484" y="20087"/>
                        <a:pt x="59127" y="20790"/>
                      </a:cubicBezTo>
                      <a:cubicBezTo>
                        <a:pt x="58818" y="21397"/>
                        <a:pt x="58401" y="21945"/>
                        <a:pt x="58091" y="22552"/>
                      </a:cubicBezTo>
                      <a:cubicBezTo>
                        <a:pt x="57913" y="22635"/>
                        <a:pt x="57722" y="22719"/>
                        <a:pt x="57544" y="22814"/>
                      </a:cubicBezTo>
                      <a:cubicBezTo>
                        <a:pt x="58234" y="21385"/>
                        <a:pt x="59270" y="20194"/>
                        <a:pt x="59877" y="18706"/>
                      </a:cubicBezTo>
                      <a:close/>
                      <a:moveTo>
                        <a:pt x="59580" y="18682"/>
                      </a:moveTo>
                      <a:cubicBezTo>
                        <a:pt x="59639" y="18682"/>
                        <a:pt x="59711" y="18706"/>
                        <a:pt x="59782" y="18706"/>
                      </a:cubicBezTo>
                      <a:cubicBezTo>
                        <a:pt x="59068" y="20171"/>
                        <a:pt x="58044" y="21421"/>
                        <a:pt x="57341" y="22897"/>
                      </a:cubicBezTo>
                      <a:cubicBezTo>
                        <a:pt x="57317" y="22909"/>
                        <a:pt x="57305" y="22933"/>
                        <a:pt x="57270" y="22933"/>
                      </a:cubicBezTo>
                      <a:cubicBezTo>
                        <a:pt x="57186" y="22969"/>
                        <a:pt x="57091" y="23028"/>
                        <a:pt x="57008" y="23076"/>
                      </a:cubicBezTo>
                      <a:cubicBezTo>
                        <a:pt x="57401" y="22528"/>
                        <a:pt x="57722" y="21921"/>
                        <a:pt x="58079" y="21325"/>
                      </a:cubicBezTo>
                      <a:cubicBezTo>
                        <a:pt x="58579" y="20456"/>
                        <a:pt x="59091" y="19563"/>
                        <a:pt x="59580" y="18682"/>
                      </a:cubicBezTo>
                      <a:close/>
                      <a:moveTo>
                        <a:pt x="59460" y="22373"/>
                      </a:moveTo>
                      <a:lnTo>
                        <a:pt x="59472" y="22397"/>
                      </a:lnTo>
                      <a:lnTo>
                        <a:pt x="57508" y="23195"/>
                      </a:lnTo>
                      <a:cubicBezTo>
                        <a:pt x="57972" y="22945"/>
                        <a:pt x="58460" y="22730"/>
                        <a:pt x="58972" y="22552"/>
                      </a:cubicBezTo>
                      <a:lnTo>
                        <a:pt x="59460" y="22373"/>
                      </a:lnTo>
                      <a:close/>
                      <a:moveTo>
                        <a:pt x="59044" y="18670"/>
                      </a:moveTo>
                      <a:cubicBezTo>
                        <a:pt x="59210" y="18670"/>
                        <a:pt x="59353" y="18670"/>
                        <a:pt x="59520" y="18682"/>
                      </a:cubicBezTo>
                      <a:cubicBezTo>
                        <a:pt x="58591" y="20171"/>
                        <a:pt x="57806" y="21849"/>
                        <a:pt x="56734" y="23207"/>
                      </a:cubicBezTo>
                      <a:cubicBezTo>
                        <a:pt x="56401" y="23397"/>
                        <a:pt x="56067" y="23576"/>
                        <a:pt x="55722" y="23731"/>
                      </a:cubicBezTo>
                      <a:cubicBezTo>
                        <a:pt x="55793" y="23469"/>
                        <a:pt x="55829" y="23195"/>
                        <a:pt x="55841" y="22933"/>
                      </a:cubicBezTo>
                      <a:cubicBezTo>
                        <a:pt x="55996" y="22766"/>
                        <a:pt x="56079" y="22480"/>
                        <a:pt x="56174" y="22314"/>
                      </a:cubicBezTo>
                      <a:cubicBezTo>
                        <a:pt x="56412" y="21933"/>
                        <a:pt x="56663" y="21564"/>
                        <a:pt x="56901" y="21171"/>
                      </a:cubicBezTo>
                      <a:cubicBezTo>
                        <a:pt x="57401" y="20349"/>
                        <a:pt x="57877" y="19516"/>
                        <a:pt x="58329" y="18682"/>
                      </a:cubicBezTo>
                      <a:lnTo>
                        <a:pt x="58329" y="18670"/>
                      </a:lnTo>
                      <a:cubicBezTo>
                        <a:pt x="58460" y="18670"/>
                        <a:pt x="58615" y="18682"/>
                        <a:pt x="58746" y="18682"/>
                      </a:cubicBezTo>
                      <a:cubicBezTo>
                        <a:pt x="58270" y="19623"/>
                        <a:pt x="57639" y="20456"/>
                        <a:pt x="57127" y="21349"/>
                      </a:cubicBezTo>
                      <a:cubicBezTo>
                        <a:pt x="56686" y="22111"/>
                        <a:pt x="56305" y="22849"/>
                        <a:pt x="55781" y="23540"/>
                      </a:cubicBezTo>
                      <a:cubicBezTo>
                        <a:pt x="55771" y="23561"/>
                        <a:pt x="55779" y="23601"/>
                        <a:pt x="55806" y="23601"/>
                      </a:cubicBezTo>
                      <a:cubicBezTo>
                        <a:pt x="55810" y="23601"/>
                        <a:pt x="55813" y="23601"/>
                        <a:pt x="55817" y="23600"/>
                      </a:cubicBezTo>
                      <a:cubicBezTo>
                        <a:pt x="56389" y="23242"/>
                        <a:pt x="56722" y="22230"/>
                        <a:pt x="57067" y="21611"/>
                      </a:cubicBezTo>
                      <a:cubicBezTo>
                        <a:pt x="57627" y="20623"/>
                        <a:pt x="58329" y="19742"/>
                        <a:pt x="58806" y="18682"/>
                      </a:cubicBezTo>
                      <a:lnTo>
                        <a:pt x="58984" y="18682"/>
                      </a:lnTo>
                      <a:cubicBezTo>
                        <a:pt x="58508" y="19432"/>
                        <a:pt x="58044" y="20206"/>
                        <a:pt x="57615" y="20980"/>
                      </a:cubicBezTo>
                      <a:cubicBezTo>
                        <a:pt x="57186" y="21730"/>
                        <a:pt x="56853" y="22611"/>
                        <a:pt x="56317" y="23266"/>
                      </a:cubicBezTo>
                      <a:cubicBezTo>
                        <a:pt x="56282" y="23310"/>
                        <a:pt x="56318" y="23360"/>
                        <a:pt x="56353" y="23360"/>
                      </a:cubicBezTo>
                      <a:cubicBezTo>
                        <a:pt x="56366" y="23360"/>
                        <a:pt x="56379" y="23353"/>
                        <a:pt x="56389" y="23338"/>
                      </a:cubicBezTo>
                      <a:cubicBezTo>
                        <a:pt x="56901" y="22730"/>
                        <a:pt x="57198" y="21945"/>
                        <a:pt x="57579" y="21242"/>
                      </a:cubicBezTo>
                      <a:cubicBezTo>
                        <a:pt x="58056" y="20385"/>
                        <a:pt x="58568" y="19551"/>
                        <a:pt x="59044" y="18670"/>
                      </a:cubicBezTo>
                      <a:close/>
                      <a:moveTo>
                        <a:pt x="183583" y="21004"/>
                      </a:moveTo>
                      <a:cubicBezTo>
                        <a:pt x="183655" y="21992"/>
                        <a:pt x="183786" y="23004"/>
                        <a:pt x="183631" y="23957"/>
                      </a:cubicBezTo>
                      <a:cubicBezTo>
                        <a:pt x="183666" y="23600"/>
                        <a:pt x="183631" y="23254"/>
                        <a:pt x="183583" y="22909"/>
                      </a:cubicBezTo>
                      <a:lnTo>
                        <a:pt x="183583" y="21004"/>
                      </a:lnTo>
                      <a:close/>
                      <a:moveTo>
                        <a:pt x="70438" y="6347"/>
                      </a:moveTo>
                      <a:cubicBezTo>
                        <a:pt x="70736" y="6407"/>
                        <a:pt x="71033" y="6526"/>
                        <a:pt x="71319" y="6574"/>
                      </a:cubicBezTo>
                      <a:cubicBezTo>
                        <a:pt x="71543" y="6616"/>
                        <a:pt x="80191" y="6631"/>
                        <a:pt x="91288" y="6631"/>
                      </a:cubicBezTo>
                      <a:cubicBezTo>
                        <a:pt x="111483" y="6631"/>
                        <a:pt x="139790" y="6581"/>
                        <a:pt x="140197" y="6550"/>
                      </a:cubicBezTo>
                      <a:cubicBezTo>
                        <a:pt x="140446" y="6534"/>
                        <a:pt x="140695" y="6527"/>
                        <a:pt x="140944" y="6527"/>
                      </a:cubicBezTo>
                      <a:cubicBezTo>
                        <a:pt x="142064" y="6527"/>
                        <a:pt x="143179" y="6661"/>
                        <a:pt x="144301" y="6661"/>
                      </a:cubicBezTo>
                      <a:cubicBezTo>
                        <a:pt x="144405" y="6661"/>
                        <a:pt x="144509" y="6660"/>
                        <a:pt x="144614" y="6657"/>
                      </a:cubicBezTo>
                      <a:cubicBezTo>
                        <a:pt x="146245" y="6645"/>
                        <a:pt x="147864" y="6586"/>
                        <a:pt x="149484" y="6586"/>
                      </a:cubicBezTo>
                      <a:cubicBezTo>
                        <a:pt x="150946" y="6586"/>
                        <a:pt x="152420" y="6694"/>
                        <a:pt x="153884" y="6694"/>
                      </a:cubicBezTo>
                      <a:cubicBezTo>
                        <a:pt x="153957" y="6694"/>
                        <a:pt x="154030" y="6693"/>
                        <a:pt x="154103" y="6693"/>
                      </a:cubicBezTo>
                      <a:cubicBezTo>
                        <a:pt x="155621" y="6670"/>
                        <a:pt x="157127" y="6466"/>
                        <a:pt x="158644" y="6466"/>
                      </a:cubicBezTo>
                      <a:cubicBezTo>
                        <a:pt x="158686" y="6466"/>
                        <a:pt x="158728" y="6466"/>
                        <a:pt x="158771" y="6467"/>
                      </a:cubicBezTo>
                      <a:cubicBezTo>
                        <a:pt x="159982" y="6476"/>
                        <a:pt x="161180" y="6534"/>
                        <a:pt x="162380" y="6534"/>
                      </a:cubicBezTo>
                      <a:cubicBezTo>
                        <a:pt x="162748" y="6534"/>
                        <a:pt x="163117" y="6528"/>
                        <a:pt x="163485" y="6514"/>
                      </a:cubicBezTo>
                      <a:cubicBezTo>
                        <a:pt x="164438" y="6478"/>
                        <a:pt x="165390" y="6407"/>
                        <a:pt x="166343" y="6359"/>
                      </a:cubicBezTo>
                      <a:lnTo>
                        <a:pt x="178297" y="6359"/>
                      </a:lnTo>
                      <a:cubicBezTo>
                        <a:pt x="179904" y="6478"/>
                        <a:pt x="181511" y="6645"/>
                        <a:pt x="183119" y="6693"/>
                      </a:cubicBezTo>
                      <a:cubicBezTo>
                        <a:pt x="183238" y="7312"/>
                        <a:pt x="183178" y="7955"/>
                        <a:pt x="183226" y="8574"/>
                      </a:cubicBezTo>
                      <a:cubicBezTo>
                        <a:pt x="183285" y="9336"/>
                        <a:pt x="183333" y="10086"/>
                        <a:pt x="183333" y="10848"/>
                      </a:cubicBezTo>
                      <a:cubicBezTo>
                        <a:pt x="183285" y="11955"/>
                        <a:pt x="183226" y="13063"/>
                        <a:pt x="183226" y="14170"/>
                      </a:cubicBezTo>
                      <a:cubicBezTo>
                        <a:pt x="183214" y="15872"/>
                        <a:pt x="183178" y="17551"/>
                        <a:pt x="183166" y="19254"/>
                      </a:cubicBezTo>
                      <a:cubicBezTo>
                        <a:pt x="183166" y="20099"/>
                        <a:pt x="183131" y="20968"/>
                        <a:pt x="183178" y="21814"/>
                      </a:cubicBezTo>
                      <a:cubicBezTo>
                        <a:pt x="183214" y="22528"/>
                        <a:pt x="183476" y="23290"/>
                        <a:pt x="183369" y="23981"/>
                      </a:cubicBezTo>
                      <a:cubicBezTo>
                        <a:pt x="182163" y="23887"/>
                        <a:pt x="180970" y="23836"/>
                        <a:pt x="179762" y="23836"/>
                      </a:cubicBezTo>
                      <a:cubicBezTo>
                        <a:pt x="179277" y="23836"/>
                        <a:pt x="178789" y="23844"/>
                        <a:pt x="178297" y="23862"/>
                      </a:cubicBezTo>
                      <a:cubicBezTo>
                        <a:pt x="177523" y="23897"/>
                        <a:pt x="176749" y="23921"/>
                        <a:pt x="175963" y="23945"/>
                      </a:cubicBezTo>
                      <a:cubicBezTo>
                        <a:pt x="175975" y="23921"/>
                        <a:pt x="175987" y="23897"/>
                        <a:pt x="176011" y="23885"/>
                      </a:cubicBezTo>
                      <a:cubicBezTo>
                        <a:pt x="176019" y="23868"/>
                        <a:pt x="176015" y="23857"/>
                        <a:pt x="176003" y="23857"/>
                      </a:cubicBezTo>
                      <a:cubicBezTo>
                        <a:pt x="175999" y="23857"/>
                        <a:pt x="175993" y="23858"/>
                        <a:pt x="175987" y="23862"/>
                      </a:cubicBezTo>
                      <a:cubicBezTo>
                        <a:pt x="175975" y="23897"/>
                        <a:pt x="175951" y="23921"/>
                        <a:pt x="175927" y="23945"/>
                      </a:cubicBezTo>
                      <a:cubicBezTo>
                        <a:pt x="174642" y="23981"/>
                        <a:pt x="173344" y="24016"/>
                        <a:pt x="172046" y="24016"/>
                      </a:cubicBezTo>
                      <a:cubicBezTo>
                        <a:pt x="170304" y="23956"/>
                        <a:pt x="168563" y="23878"/>
                        <a:pt x="166821" y="23878"/>
                      </a:cubicBezTo>
                      <a:cubicBezTo>
                        <a:pt x="166515" y="23878"/>
                        <a:pt x="166209" y="23880"/>
                        <a:pt x="165902" y="23885"/>
                      </a:cubicBezTo>
                      <a:cubicBezTo>
                        <a:pt x="164664" y="23897"/>
                        <a:pt x="163426" y="23957"/>
                        <a:pt x="162200" y="23981"/>
                      </a:cubicBezTo>
                      <a:lnTo>
                        <a:pt x="159747" y="23981"/>
                      </a:lnTo>
                      <a:cubicBezTo>
                        <a:pt x="156134" y="23866"/>
                        <a:pt x="152521" y="23797"/>
                        <a:pt x="148917" y="23797"/>
                      </a:cubicBezTo>
                      <a:cubicBezTo>
                        <a:pt x="148387" y="23797"/>
                        <a:pt x="147858" y="23799"/>
                        <a:pt x="147329" y="23802"/>
                      </a:cubicBezTo>
                      <a:cubicBezTo>
                        <a:pt x="143221" y="23838"/>
                        <a:pt x="72105" y="23778"/>
                        <a:pt x="67997" y="23945"/>
                      </a:cubicBezTo>
                      <a:cubicBezTo>
                        <a:pt x="67533" y="23957"/>
                        <a:pt x="67057" y="23969"/>
                        <a:pt x="66604" y="23992"/>
                      </a:cubicBezTo>
                      <a:lnTo>
                        <a:pt x="57829" y="23992"/>
                      </a:lnTo>
                      <a:cubicBezTo>
                        <a:pt x="57341" y="23921"/>
                        <a:pt x="56841" y="23814"/>
                        <a:pt x="56341" y="23814"/>
                      </a:cubicBezTo>
                      <a:cubicBezTo>
                        <a:pt x="56389" y="23802"/>
                        <a:pt x="56436" y="23778"/>
                        <a:pt x="56460" y="23754"/>
                      </a:cubicBezTo>
                      <a:lnTo>
                        <a:pt x="67473" y="19278"/>
                      </a:lnTo>
                      <a:cubicBezTo>
                        <a:pt x="68057" y="19111"/>
                        <a:pt x="68664" y="18932"/>
                        <a:pt x="69164" y="18611"/>
                      </a:cubicBezTo>
                      <a:cubicBezTo>
                        <a:pt x="69176" y="18611"/>
                        <a:pt x="69176" y="18599"/>
                        <a:pt x="69188" y="18599"/>
                      </a:cubicBezTo>
                      <a:cubicBezTo>
                        <a:pt x="69259" y="18611"/>
                        <a:pt x="69355" y="18611"/>
                        <a:pt x="69426" y="18635"/>
                      </a:cubicBezTo>
                      <a:cubicBezTo>
                        <a:pt x="69437" y="18638"/>
                        <a:pt x="69448" y="18639"/>
                        <a:pt x="69458" y="18639"/>
                      </a:cubicBezTo>
                      <a:cubicBezTo>
                        <a:pt x="69535" y="18639"/>
                        <a:pt x="69584" y="18567"/>
                        <a:pt x="69605" y="18504"/>
                      </a:cubicBezTo>
                      <a:cubicBezTo>
                        <a:pt x="69640" y="18480"/>
                        <a:pt x="69664" y="18444"/>
                        <a:pt x="69700" y="18397"/>
                      </a:cubicBezTo>
                      <a:lnTo>
                        <a:pt x="69724" y="18397"/>
                      </a:lnTo>
                      <a:lnTo>
                        <a:pt x="69724" y="18337"/>
                      </a:lnTo>
                      <a:cubicBezTo>
                        <a:pt x="69902" y="17920"/>
                        <a:pt x="69783" y="17063"/>
                        <a:pt x="69771" y="16789"/>
                      </a:cubicBezTo>
                      <a:lnTo>
                        <a:pt x="69724" y="16039"/>
                      </a:lnTo>
                      <a:lnTo>
                        <a:pt x="69724" y="11181"/>
                      </a:lnTo>
                      <a:cubicBezTo>
                        <a:pt x="69807" y="9693"/>
                        <a:pt x="69890" y="8217"/>
                        <a:pt x="69890" y="6728"/>
                      </a:cubicBezTo>
                      <a:lnTo>
                        <a:pt x="69890" y="6347"/>
                      </a:lnTo>
                      <a:close/>
                      <a:moveTo>
                        <a:pt x="62628" y="24135"/>
                      </a:moveTo>
                      <a:cubicBezTo>
                        <a:pt x="62127" y="24147"/>
                        <a:pt x="61604" y="24159"/>
                        <a:pt x="61080" y="24183"/>
                      </a:cubicBezTo>
                      <a:cubicBezTo>
                        <a:pt x="61000" y="24185"/>
                        <a:pt x="60920" y="24185"/>
                        <a:pt x="60840" y="24185"/>
                      </a:cubicBezTo>
                      <a:cubicBezTo>
                        <a:pt x="60333" y="24185"/>
                        <a:pt x="59818" y="24156"/>
                        <a:pt x="59294" y="24135"/>
                      </a:cubicBezTo>
                      <a:close/>
                      <a:moveTo>
                        <a:pt x="182559" y="24219"/>
                      </a:moveTo>
                      <a:cubicBezTo>
                        <a:pt x="182619" y="24219"/>
                        <a:pt x="182678" y="24219"/>
                        <a:pt x="182738" y="24243"/>
                      </a:cubicBezTo>
                      <a:cubicBezTo>
                        <a:pt x="182678" y="24266"/>
                        <a:pt x="182595" y="24278"/>
                        <a:pt x="182523" y="24314"/>
                      </a:cubicBezTo>
                      <a:cubicBezTo>
                        <a:pt x="182535" y="24302"/>
                        <a:pt x="182535" y="24278"/>
                        <a:pt x="182559" y="24266"/>
                      </a:cubicBezTo>
                      <a:cubicBezTo>
                        <a:pt x="182571" y="24254"/>
                        <a:pt x="182571" y="24243"/>
                        <a:pt x="182559" y="24219"/>
                      </a:cubicBezTo>
                      <a:close/>
                      <a:moveTo>
                        <a:pt x="182095" y="24195"/>
                      </a:moveTo>
                      <a:cubicBezTo>
                        <a:pt x="182226" y="24195"/>
                        <a:pt x="182381" y="24207"/>
                        <a:pt x="182512" y="24219"/>
                      </a:cubicBezTo>
                      <a:lnTo>
                        <a:pt x="182381" y="24362"/>
                      </a:lnTo>
                      <a:cubicBezTo>
                        <a:pt x="182178" y="24421"/>
                        <a:pt x="182000" y="24493"/>
                        <a:pt x="181809" y="24564"/>
                      </a:cubicBezTo>
                      <a:cubicBezTo>
                        <a:pt x="181845" y="24516"/>
                        <a:pt x="181857" y="24493"/>
                        <a:pt x="181881" y="24445"/>
                      </a:cubicBezTo>
                      <a:cubicBezTo>
                        <a:pt x="181964" y="24362"/>
                        <a:pt x="182023" y="24278"/>
                        <a:pt x="182095" y="24195"/>
                      </a:cubicBezTo>
                      <a:close/>
                      <a:moveTo>
                        <a:pt x="182214" y="24540"/>
                      </a:moveTo>
                      <a:lnTo>
                        <a:pt x="181881" y="24671"/>
                      </a:lnTo>
                      <a:cubicBezTo>
                        <a:pt x="181821" y="24683"/>
                        <a:pt x="181785" y="24695"/>
                        <a:pt x="181726" y="24719"/>
                      </a:cubicBezTo>
                      <a:cubicBezTo>
                        <a:pt x="181726" y="24719"/>
                        <a:pt x="181726" y="24695"/>
                        <a:pt x="181738" y="24695"/>
                      </a:cubicBezTo>
                      <a:cubicBezTo>
                        <a:pt x="181881" y="24635"/>
                        <a:pt x="182047" y="24576"/>
                        <a:pt x="182214" y="24540"/>
                      </a:cubicBezTo>
                      <a:close/>
                      <a:moveTo>
                        <a:pt x="166629" y="24207"/>
                      </a:moveTo>
                      <a:cubicBezTo>
                        <a:pt x="166545" y="24314"/>
                        <a:pt x="166462" y="24433"/>
                        <a:pt x="166402" y="24552"/>
                      </a:cubicBezTo>
                      <a:cubicBezTo>
                        <a:pt x="166367" y="24624"/>
                        <a:pt x="166307" y="24719"/>
                        <a:pt x="166260" y="24802"/>
                      </a:cubicBezTo>
                      <a:cubicBezTo>
                        <a:pt x="166260" y="24612"/>
                        <a:pt x="166248" y="24397"/>
                        <a:pt x="166224" y="24207"/>
                      </a:cubicBezTo>
                      <a:close/>
                      <a:moveTo>
                        <a:pt x="181619" y="24183"/>
                      </a:moveTo>
                      <a:cubicBezTo>
                        <a:pt x="181738" y="24183"/>
                        <a:pt x="181857" y="24195"/>
                        <a:pt x="181964" y="24195"/>
                      </a:cubicBezTo>
                      <a:cubicBezTo>
                        <a:pt x="181904" y="24266"/>
                        <a:pt x="181821" y="24326"/>
                        <a:pt x="181761" y="24397"/>
                      </a:cubicBezTo>
                      <a:cubicBezTo>
                        <a:pt x="181702" y="24481"/>
                        <a:pt x="181631" y="24564"/>
                        <a:pt x="181607" y="24659"/>
                      </a:cubicBezTo>
                      <a:cubicBezTo>
                        <a:pt x="181452" y="24719"/>
                        <a:pt x="181309" y="24790"/>
                        <a:pt x="181166" y="24850"/>
                      </a:cubicBezTo>
                      <a:cubicBezTo>
                        <a:pt x="181214" y="24754"/>
                        <a:pt x="181273" y="24659"/>
                        <a:pt x="181321" y="24576"/>
                      </a:cubicBezTo>
                      <a:cubicBezTo>
                        <a:pt x="181428" y="24445"/>
                        <a:pt x="181511" y="24314"/>
                        <a:pt x="181619" y="24183"/>
                      </a:cubicBezTo>
                      <a:close/>
                      <a:moveTo>
                        <a:pt x="181071" y="24159"/>
                      </a:moveTo>
                      <a:cubicBezTo>
                        <a:pt x="181202" y="24159"/>
                        <a:pt x="181345" y="24183"/>
                        <a:pt x="181476" y="24183"/>
                      </a:cubicBezTo>
                      <a:lnTo>
                        <a:pt x="181166" y="24540"/>
                      </a:lnTo>
                      <a:cubicBezTo>
                        <a:pt x="181083" y="24659"/>
                        <a:pt x="180976" y="24790"/>
                        <a:pt x="180952" y="24933"/>
                      </a:cubicBezTo>
                      <a:cubicBezTo>
                        <a:pt x="180749" y="24993"/>
                        <a:pt x="180559" y="25076"/>
                        <a:pt x="180368" y="25159"/>
                      </a:cubicBezTo>
                      <a:cubicBezTo>
                        <a:pt x="180583" y="24814"/>
                        <a:pt x="180869" y="24516"/>
                        <a:pt x="181071" y="24159"/>
                      </a:cubicBezTo>
                      <a:close/>
                      <a:moveTo>
                        <a:pt x="166998" y="24219"/>
                      </a:moveTo>
                      <a:cubicBezTo>
                        <a:pt x="166843" y="24385"/>
                        <a:pt x="166688" y="24564"/>
                        <a:pt x="166557" y="24754"/>
                      </a:cubicBezTo>
                      <a:cubicBezTo>
                        <a:pt x="166462" y="24897"/>
                        <a:pt x="166367" y="25028"/>
                        <a:pt x="166271" y="25195"/>
                      </a:cubicBezTo>
                      <a:lnTo>
                        <a:pt x="166271" y="25088"/>
                      </a:lnTo>
                      <a:cubicBezTo>
                        <a:pt x="166331" y="24969"/>
                        <a:pt x="166391" y="24814"/>
                        <a:pt x="166450" y="24695"/>
                      </a:cubicBezTo>
                      <a:cubicBezTo>
                        <a:pt x="166545" y="24540"/>
                        <a:pt x="166641" y="24373"/>
                        <a:pt x="166760" y="24219"/>
                      </a:cubicBezTo>
                      <a:close/>
                      <a:moveTo>
                        <a:pt x="180630" y="24147"/>
                      </a:moveTo>
                      <a:cubicBezTo>
                        <a:pt x="180738" y="24147"/>
                        <a:pt x="180845" y="24147"/>
                        <a:pt x="180952" y="24159"/>
                      </a:cubicBezTo>
                      <a:cubicBezTo>
                        <a:pt x="180726" y="24504"/>
                        <a:pt x="180416" y="24778"/>
                        <a:pt x="180249" y="25159"/>
                      </a:cubicBezTo>
                      <a:cubicBezTo>
                        <a:pt x="180237" y="25171"/>
                        <a:pt x="180249" y="25207"/>
                        <a:pt x="180249" y="25219"/>
                      </a:cubicBezTo>
                      <a:cubicBezTo>
                        <a:pt x="180083" y="25290"/>
                        <a:pt x="179904" y="25350"/>
                        <a:pt x="179737" y="25433"/>
                      </a:cubicBezTo>
                      <a:cubicBezTo>
                        <a:pt x="180035" y="24993"/>
                        <a:pt x="180321" y="24564"/>
                        <a:pt x="180630" y="24147"/>
                      </a:cubicBezTo>
                      <a:close/>
                      <a:moveTo>
                        <a:pt x="180488" y="24147"/>
                      </a:moveTo>
                      <a:cubicBezTo>
                        <a:pt x="180130" y="24516"/>
                        <a:pt x="179797" y="25016"/>
                        <a:pt x="179583" y="25493"/>
                      </a:cubicBezTo>
                      <a:cubicBezTo>
                        <a:pt x="179547" y="25505"/>
                        <a:pt x="179535" y="25516"/>
                        <a:pt x="179499" y="25516"/>
                      </a:cubicBezTo>
                      <a:cubicBezTo>
                        <a:pt x="179380" y="25576"/>
                        <a:pt x="179285" y="25624"/>
                        <a:pt x="179166" y="25683"/>
                      </a:cubicBezTo>
                      <a:cubicBezTo>
                        <a:pt x="179595" y="25266"/>
                        <a:pt x="179880" y="24624"/>
                        <a:pt x="180237" y="24147"/>
                      </a:cubicBezTo>
                      <a:close/>
                      <a:moveTo>
                        <a:pt x="167474" y="24219"/>
                      </a:moveTo>
                      <a:cubicBezTo>
                        <a:pt x="167212" y="24564"/>
                        <a:pt x="166510" y="25445"/>
                        <a:pt x="166271" y="25886"/>
                      </a:cubicBezTo>
                      <a:lnTo>
                        <a:pt x="166271" y="25409"/>
                      </a:lnTo>
                      <a:cubicBezTo>
                        <a:pt x="166498" y="24969"/>
                        <a:pt x="166783" y="24588"/>
                        <a:pt x="167093" y="24219"/>
                      </a:cubicBezTo>
                      <a:close/>
                      <a:moveTo>
                        <a:pt x="180083" y="24147"/>
                      </a:moveTo>
                      <a:cubicBezTo>
                        <a:pt x="179916" y="24362"/>
                        <a:pt x="179773" y="24564"/>
                        <a:pt x="179606" y="24802"/>
                      </a:cubicBezTo>
                      <a:cubicBezTo>
                        <a:pt x="179380" y="25147"/>
                        <a:pt x="179130" y="25445"/>
                        <a:pt x="178904" y="25790"/>
                      </a:cubicBezTo>
                      <a:cubicBezTo>
                        <a:pt x="178904" y="25802"/>
                        <a:pt x="178892" y="25802"/>
                        <a:pt x="178904" y="25814"/>
                      </a:cubicBezTo>
                      <a:cubicBezTo>
                        <a:pt x="178785" y="25862"/>
                        <a:pt x="178690" y="25921"/>
                        <a:pt x="178571" y="25969"/>
                      </a:cubicBezTo>
                      <a:cubicBezTo>
                        <a:pt x="178713" y="25755"/>
                        <a:pt x="178844" y="25528"/>
                        <a:pt x="178987" y="25314"/>
                      </a:cubicBezTo>
                      <a:cubicBezTo>
                        <a:pt x="179237" y="24909"/>
                        <a:pt x="179499" y="24516"/>
                        <a:pt x="179785" y="24147"/>
                      </a:cubicBezTo>
                      <a:close/>
                      <a:moveTo>
                        <a:pt x="181023" y="25290"/>
                      </a:moveTo>
                      <a:cubicBezTo>
                        <a:pt x="180559" y="25457"/>
                        <a:pt x="180118" y="25636"/>
                        <a:pt x="179666" y="25826"/>
                      </a:cubicBezTo>
                      <a:cubicBezTo>
                        <a:pt x="179547" y="25886"/>
                        <a:pt x="179416" y="25933"/>
                        <a:pt x="179297" y="25993"/>
                      </a:cubicBezTo>
                      <a:cubicBezTo>
                        <a:pt x="179261" y="25993"/>
                        <a:pt x="179249" y="26005"/>
                        <a:pt x="179225" y="26005"/>
                      </a:cubicBezTo>
                      <a:cubicBezTo>
                        <a:pt x="179535" y="25874"/>
                        <a:pt x="179833" y="25731"/>
                        <a:pt x="180142" y="25588"/>
                      </a:cubicBezTo>
                      <a:cubicBezTo>
                        <a:pt x="180416" y="25469"/>
                        <a:pt x="180714" y="25374"/>
                        <a:pt x="181023" y="25290"/>
                      </a:cubicBezTo>
                      <a:close/>
                      <a:moveTo>
                        <a:pt x="179714" y="24135"/>
                      </a:moveTo>
                      <a:cubicBezTo>
                        <a:pt x="179440" y="24481"/>
                        <a:pt x="179190" y="24814"/>
                        <a:pt x="178952" y="25171"/>
                      </a:cubicBezTo>
                      <a:cubicBezTo>
                        <a:pt x="178749" y="25469"/>
                        <a:pt x="178523" y="25755"/>
                        <a:pt x="178332" y="26064"/>
                      </a:cubicBezTo>
                      <a:cubicBezTo>
                        <a:pt x="178178" y="26148"/>
                        <a:pt x="178011" y="26219"/>
                        <a:pt x="177868" y="26278"/>
                      </a:cubicBezTo>
                      <a:cubicBezTo>
                        <a:pt x="178344" y="25516"/>
                        <a:pt x="178928" y="24862"/>
                        <a:pt x="179428" y="24135"/>
                      </a:cubicBezTo>
                      <a:close/>
                      <a:moveTo>
                        <a:pt x="167879" y="24207"/>
                      </a:moveTo>
                      <a:cubicBezTo>
                        <a:pt x="167569" y="24659"/>
                        <a:pt x="167236" y="25052"/>
                        <a:pt x="166914" y="25457"/>
                      </a:cubicBezTo>
                      <a:cubicBezTo>
                        <a:pt x="166795" y="25612"/>
                        <a:pt x="166676" y="25767"/>
                        <a:pt x="166569" y="25933"/>
                      </a:cubicBezTo>
                      <a:cubicBezTo>
                        <a:pt x="166486" y="26064"/>
                        <a:pt x="166402" y="26207"/>
                        <a:pt x="166331" y="26338"/>
                      </a:cubicBezTo>
                      <a:cubicBezTo>
                        <a:pt x="166307" y="26386"/>
                        <a:pt x="166283" y="26421"/>
                        <a:pt x="166271" y="26469"/>
                      </a:cubicBezTo>
                      <a:lnTo>
                        <a:pt x="166271" y="26028"/>
                      </a:lnTo>
                      <a:cubicBezTo>
                        <a:pt x="166367" y="25862"/>
                        <a:pt x="166629" y="25516"/>
                        <a:pt x="166688" y="25445"/>
                      </a:cubicBezTo>
                      <a:cubicBezTo>
                        <a:pt x="166974" y="25028"/>
                        <a:pt x="167272" y="24635"/>
                        <a:pt x="167557" y="24207"/>
                      </a:cubicBezTo>
                      <a:close/>
                      <a:moveTo>
                        <a:pt x="179321" y="24147"/>
                      </a:moveTo>
                      <a:cubicBezTo>
                        <a:pt x="178773" y="24862"/>
                        <a:pt x="178047" y="25505"/>
                        <a:pt x="177678" y="26362"/>
                      </a:cubicBezTo>
                      <a:lnTo>
                        <a:pt x="177178" y="26588"/>
                      </a:lnTo>
                      <a:cubicBezTo>
                        <a:pt x="177356" y="26278"/>
                        <a:pt x="177618" y="26005"/>
                        <a:pt x="177821" y="25743"/>
                      </a:cubicBezTo>
                      <a:cubicBezTo>
                        <a:pt x="178225" y="25231"/>
                        <a:pt x="178606" y="24695"/>
                        <a:pt x="178987" y="24159"/>
                      </a:cubicBezTo>
                      <a:lnTo>
                        <a:pt x="178987" y="24147"/>
                      </a:lnTo>
                      <a:close/>
                      <a:moveTo>
                        <a:pt x="178940" y="24147"/>
                      </a:moveTo>
                      <a:cubicBezTo>
                        <a:pt x="178452" y="24743"/>
                        <a:pt x="177987" y="25326"/>
                        <a:pt x="177523" y="25909"/>
                      </a:cubicBezTo>
                      <a:cubicBezTo>
                        <a:pt x="177332" y="26148"/>
                        <a:pt x="177106" y="26398"/>
                        <a:pt x="176975" y="26695"/>
                      </a:cubicBezTo>
                      <a:lnTo>
                        <a:pt x="176666" y="26826"/>
                      </a:lnTo>
                      <a:cubicBezTo>
                        <a:pt x="176868" y="26302"/>
                        <a:pt x="177332" y="25921"/>
                        <a:pt x="177654" y="25481"/>
                      </a:cubicBezTo>
                      <a:cubicBezTo>
                        <a:pt x="177987" y="25052"/>
                        <a:pt x="178297" y="24612"/>
                        <a:pt x="178606" y="24147"/>
                      </a:cubicBezTo>
                      <a:close/>
                      <a:moveTo>
                        <a:pt x="168426" y="24219"/>
                      </a:moveTo>
                      <a:cubicBezTo>
                        <a:pt x="168010" y="24862"/>
                        <a:pt x="167534" y="25445"/>
                        <a:pt x="167057" y="25993"/>
                      </a:cubicBezTo>
                      <a:cubicBezTo>
                        <a:pt x="166760" y="26338"/>
                        <a:pt x="166510" y="26719"/>
                        <a:pt x="166260" y="27112"/>
                      </a:cubicBezTo>
                      <a:cubicBezTo>
                        <a:pt x="166260" y="26945"/>
                        <a:pt x="166271" y="26779"/>
                        <a:pt x="166271" y="26624"/>
                      </a:cubicBezTo>
                      <a:cubicBezTo>
                        <a:pt x="166521" y="26219"/>
                        <a:pt x="166760" y="25814"/>
                        <a:pt x="167045" y="25445"/>
                      </a:cubicBezTo>
                      <a:cubicBezTo>
                        <a:pt x="167355" y="25040"/>
                        <a:pt x="167676" y="24659"/>
                        <a:pt x="167938" y="24219"/>
                      </a:cubicBezTo>
                      <a:close/>
                      <a:moveTo>
                        <a:pt x="177701" y="26755"/>
                      </a:moveTo>
                      <a:cubicBezTo>
                        <a:pt x="177463" y="26874"/>
                        <a:pt x="177213" y="27005"/>
                        <a:pt x="176939" y="27124"/>
                      </a:cubicBezTo>
                      <a:cubicBezTo>
                        <a:pt x="176939" y="27100"/>
                        <a:pt x="176963" y="27064"/>
                        <a:pt x="176975" y="27040"/>
                      </a:cubicBezTo>
                      <a:cubicBezTo>
                        <a:pt x="177154" y="26957"/>
                        <a:pt x="177344" y="26886"/>
                        <a:pt x="177523" y="26814"/>
                      </a:cubicBezTo>
                      <a:cubicBezTo>
                        <a:pt x="177582" y="26779"/>
                        <a:pt x="177642" y="26767"/>
                        <a:pt x="177701" y="26755"/>
                      </a:cubicBezTo>
                      <a:close/>
                      <a:moveTo>
                        <a:pt x="178487" y="24147"/>
                      </a:moveTo>
                      <a:cubicBezTo>
                        <a:pt x="178118" y="24695"/>
                        <a:pt x="177713" y="25255"/>
                        <a:pt x="177285" y="25755"/>
                      </a:cubicBezTo>
                      <a:cubicBezTo>
                        <a:pt x="176987" y="26100"/>
                        <a:pt x="176582" y="26409"/>
                        <a:pt x="176487" y="26898"/>
                      </a:cubicBezTo>
                      <a:cubicBezTo>
                        <a:pt x="176320" y="26981"/>
                        <a:pt x="176142" y="27052"/>
                        <a:pt x="175975" y="27124"/>
                      </a:cubicBezTo>
                      <a:cubicBezTo>
                        <a:pt x="176046" y="27017"/>
                        <a:pt x="176154" y="26802"/>
                        <a:pt x="176189" y="26743"/>
                      </a:cubicBezTo>
                      <a:cubicBezTo>
                        <a:pt x="176273" y="26588"/>
                        <a:pt x="176380" y="26457"/>
                        <a:pt x="176487" y="26326"/>
                      </a:cubicBezTo>
                      <a:cubicBezTo>
                        <a:pt x="176666" y="26100"/>
                        <a:pt x="176856" y="25909"/>
                        <a:pt x="177035" y="25695"/>
                      </a:cubicBezTo>
                      <a:cubicBezTo>
                        <a:pt x="177404" y="25255"/>
                        <a:pt x="177773" y="24778"/>
                        <a:pt x="178094" y="24254"/>
                      </a:cubicBezTo>
                      <a:cubicBezTo>
                        <a:pt x="178103" y="24246"/>
                        <a:pt x="178088" y="24232"/>
                        <a:pt x="178074" y="24232"/>
                      </a:cubicBezTo>
                      <a:cubicBezTo>
                        <a:pt x="178068" y="24232"/>
                        <a:pt x="178062" y="24235"/>
                        <a:pt x="178059" y="24243"/>
                      </a:cubicBezTo>
                      <a:cubicBezTo>
                        <a:pt x="177582" y="24790"/>
                        <a:pt x="177178" y="25397"/>
                        <a:pt x="176689" y="25921"/>
                      </a:cubicBezTo>
                      <a:cubicBezTo>
                        <a:pt x="176344" y="26290"/>
                        <a:pt x="176011" y="26671"/>
                        <a:pt x="175820" y="27183"/>
                      </a:cubicBezTo>
                      <a:cubicBezTo>
                        <a:pt x="175677" y="27243"/>
                        <a:pt x="175523" y="27314"/>
                        <a:pt x="175368" y="27374"/>
                      </a:cubicBezTo>
                      <a:cubicBezTo>
                        <a:pt x="175689" y="26933"/>
                        <a:pt x="175975" y="26433"/>
                        <a:pt x="176285" y="25993"/>
                      </a:cubicBezTo>
                      <a:cubicBezTo>
                        <a:pt x="176737" y="25362"/>
                        <a:pt x="177213" y="24766"/>
                        <a:pt x="177690" y="24159"/>
                      </a:cubicBezTo>
                      <a:cubicBezTo>
                        <a:pt x="177951" y="24147"/>
                        <a:pt x="178225" y="24147"/>
                        <a:pt x="178487" y="24147"/>
                      </a:cubicBezTo>
                      <a:close/>
                      <a:moveTo>
                        <a:pt x="176820" y="27112"/>
                      </a:moveTo>
                      <a:cubicBezTo>
                        <a:pt x="176820" y="27124"/>
                        <a:pt x="176820" y="27136"/>
                        <a:pt x="176808" y="27160"/>
                      </a:cubicBezTo>
                      <a:lnTo>
                        <a:pt x="176808" y="27183"/>
                      </a:lnTo>
                      <a:cubicBezTo>
                        <a:pt x="176606" y="27279"/>
                        <a:pt x="176380" y="27362"/>
                        <a:pt x="176166" y="27421"/>
                      </a:cubicBezTo>
                      <a:cubicBezTo>
                        <a:pt x="176392" y="27314"/>
                        <a:pt x="176606" y="27219"/>
                        <a:pt x="176820" y="27112"/>
                      </a:cubicBezTo>
                      <a:close/>
                      <a:moveTo>
                        <a:pt x="177618" y="24183"/>
                      </a:moveTo>
                      <a:cubicBezTo>
                        <a:pt x="177154" y="24743"/>
                        <a:pt x="176689" y="25326"/>
                        <a:pt x="176225" y="25909"/>
                      </a:cubicBezTo>
                      <a:cubicBezTo>
                        <a:pt x="175844" y="26409"/>
                        <a:pt x="175511" y="26993"/>
                        <a:pt x="175094" y="27493"/>
                      </a:cubicBezTo>
                      <a:lnTo>
                        <a:pt x="174701" y="27672"/>
                      </a:lnTo>
                      <a:cubicBezTo>
                        <a:pt x="174784" y="27529"/>
                        <a:pt x="174892" y="27374"/>
                        <a:pt x="174975" y="27255"/>
                      </a:cubicBezTo>
                      <a:cubicBezTo>
                        <a:pt x="175249" y="26898"/>
                        <a:pt x="175546" y="26540"/>
                        <a:pt x="175832" y="26183"/>
                      </a:cubicBezTo>
                      <a:cubicBezTo>
                        <a:pt x="176344" y="25552"/>
                        <a:pt x="176868" y="24909"/>
                        <a:pt x="177297" y="24195"/>
                      </a:cubicBezTo>
                      <a:cubicBezTo>
                        <a:pt x="177392" y="24195"/>
                        <a:pt x="177463" y="24195"/>
                        <a:pt x="177559" y="24183"/>
                      </a:cubicBezTo>
                      <a:close/>
                      <a:moveTo>
                        <a:pt x="168831" y="24243"/>
                      </a:moveTo>
                      <a:cubicBezTo>
                        <a:pt x="168343" y="24754"/>
                        <a:pt x="167903" y="25350"/>
                        <a:pt x="167510" y="25981"/>
                      </a:cubicBezTo>
                      <a:cubicBezTo>
                        <a:pt x="167224" y="26409"/>
                        <a:pt x="166938" y="26862"/>
                        <a:pt x="166629" y="27279"/>
                      </a:cubicBezTo>
                      <a:cubicBezTo>
                        <a:pt x="166498" y="27469"/>
                        <a:pt x="166331" y="27660"/>
                        <a:pt x="166224" y="27874"/>
                      </a:cubicBezTo>
                      <a:cubicBezTo>
                        <a:pt x="166224" y="27672"/>
                        <a:pt x="166224" y="27481"/>
                        <a:pt x="166248" y="27291"/>
                      </a:cubicBezTo>
                      <a:cubicBezTo>
                        <a:pt x="166307" y="27243"/>
                        <a:pt x="166343" y="27183"/>
                        <a:pt x="166402" y="27100"/>
                      </a:cubicBezTo>
                      <a:cubicBezTo>
                        <a:pt x="166641" y="26755"/>
                        <a:pt x="166855" y="26398"/>
                        <a:pt x="167117" y="26088"/>
                      </a:cubicBezTo>
                      <a:cubicBezTo>
                        <a:pt x="167605" y="25505"/>
                        <a:pt x="168081" y="24921"/>
                        <a:pt x="168474" y="24243"/>
                      </a:cubicBezTo>
                      <a:close/>
                      <a:moveTo>
                        <a:pt x="177273" y="24183"/>
                      </a:moveTo>
                      <a:cubicBezTo>
                        <a:pt x="177237" y="24219"/>
                        <a:pt x="177225" y="24254"/>
                        <a:pt x="177213" y="24302"/>
                      </a:cubicBezTo>
                      <a:cubicBezTo>
                        <a:pt x="176678" y="24933"/>
                        <a:pt x="176142" y="25612"/>
                        <a:pt x="175606" y="26267"/>
                      </a:cubicBezTo>
                      <a:cubicBezTo>
                        <a:pt x="175189" y="26755"/>
                        <a:pt x="174737" y="27255"/>
                        <a:pt x="174403" y="27814"/>
                      </a:cubicBezTo>
                      <a:cubicBezTo>
                        <a:pt x="174344" y="27826"/>
                        <a:pt x="174296" y="27850"/>
                        <a:pt x="174249" y="27874"/>
                      </a:cubicBezTo>
                      <a:lnTo>
                        <a:pt x="173939" y="28005"/>
                      </a:lnTo>
                      <a:cubicBezTo>
                        <a:pt x="174725" y="26648"/>
                        <a:pt x="175904" y="25528"/>
                        <a:pt x="176797" y="24266"/>
                      </a:cubicBezTo>
                      <a:cubicBezTo>
                        <a:pt x="176817" y="24246"/>
                        <a:pt x="176795" y="24201"/>
                        <a:pt x="176766" y="24201"/>
                      </a:cubicBezTo>
                      <a:cubicBezTo>
                        <a:pt x="176760" y="24201"/>
                        <a:pt x="176755" y="24203"/>
                        <a:pt x="176749" y="24207"/>
                      </a:cubicBezTo>
                      <a:cubicBezTo>
                        <a:pt x="176166" y="24957"/>
                        <a:pt x="175546" y="25647"/>
                        <a:pt x="174963" y="26398"/>
                      </a:cubicBezTo>
                      <a:cubicBezTo>
                        <a:pt x="174534" y="26945"/>
                        <a:pt x="174011" y="27457"/>
                        <a:pt x="173701" y="28112"/>
                      </a:cubicBezTo>
                      <a:cubicBezTo>
                        <a:pt x="173606" y="28136"/>
                        <a:pt x="173534" y="28183"/>
                        <a:pt x="173451" y="28207"/>
                      </a:cubicBezTo>
                      <a:cubicBezTo>
                        <a:pt x="173880" y="27588"/>
                        <a:pt x="174237" y="26898"/>
                        <a:pt x="174677" y="26290"/>
                      </a:cubicBezTo>
                      <a:cubicBezTo>
                        <a:pt x="175201" y="25576"/>
                        <a:pt x="175773" y="24897"/>
                        <a:pt x="176320" y="24207"/>
                      </a:cubicBezTo>
                      <a:cubicBezTo>
                        <a:pt x="176630" y="24195"/>
                        <a:pt x="176963" y="24195"/>
                        <a:pt x="177273" y="24183"/>
                      </a:cubicBezTo>
                      <a:close/>
                      <a:moveTo>
                        <a:pt x="176261" y="24207"/>
                      </a:moveTo>
                      <a:cubicBezTo>
                        <a:pt x="175689" y="24874"/>
                        <a:pt x="175130" y="25516"/>
                        <a:pt x="174582" y="26207"/>
                      </a:cubicBezTo>
                      <a:cubicBezTo>
                        <a:pt x="174082" y="26826"/>
                        <a:pt x="173701" y="27552"/>
                        <a:pt x="173237" y="28207"/>
                      </a:cubicBezTo>
                      <a:cubicBezTo>
                        <a:pt x="173225" y="28207"/>
                        <a:pt x="173225" y="28231"/>
                        <a:pt x="173213" y="28231"/>
                      </a:cubicBezTo>
                      <a:cubicBezTo>
                        <a:pt x="173177" y="28267"/>
                        <a:pt x="173141" y="28314"/>
                        <a:pt x="173118" y="28350"/>
                      </a:cubicBezTo>
                      <a:cubicBezTo>
                        <a:pt x="172951" y="28422"/>
                        <a:pt x="172772" y="28493"/>
                        <a:pt x="172617" y="28564"/>
                      </a:cubicBezTo>
                      <a:cubicBezTo>
                        <a:pt x="173106" y="27898"/>
                        <a:pt x="173522" y="27160"/>
                        <a:pt x="174011" y="26481"/>
                      </a:cubicBezTo>
                      <a:cubicBezTo>
                        <a:pt x="174344" y="26040"/>
                        <a:pt x="174677" y="25624"/>
                        <a:pt x="175023" y="25183"/>
                      </a:cubicBezTo>
                      <a:cubicBezTo>
                        <a:pt x="175261" y="24874"/>
                        <a:pt x="175487" y="24552"/>
                        <a:pt x="175713" y="24219"/>
                      </a:cubicBezTo>
                      <a:cubicBezTo>
                        <a:pt x="175892" y="24219"/>
                        <a:pt x="176082" y="24207"/>
                        <a:pt x="176261" y="24207"/>
                      </a:cubicBezTo>
                      <a:close/>
                      <a:moveTo>
                        <a:pt x="168938" y="24243"/>
                      </a:moveTo>
                      <a:cubicBezTo>
                        <a:pt x="169165" y="24243"/>
                        <a:pt x="169391" y="24254"/>
                        <a:pt x="169617" y="24254"/>
                      </a:cubicBezTo>
                      <a:cubicBezTo>
                        <a:pt x="168438" y="25683"/>
                        <a:pt x="167272" y="27136"/>
                        <a:pt x="166200" y="28672"/>
                      </a:cubicBezTo>
                      <a:cubicBezTo>
                        <a:pt x="166200" y="28493"/>
                        <a:pt x="166200" y="28303"/>
                        <a:pt x="166212" y="28124"/>
                      </a:cubicBezTo>
                      <a:cubicBezTo>
                        <a:pt x="166617" y="27481"/>
                        <a:pt x="167057" y="26874"/>
                        <a:pt x="167474" y="26231"/>
                      </a:cubicBezTo>
                      <a:cubicBezTo>
                        <a:pt x="167926" y="25528"/>
                        <a:pt x="168379" y="24850"/>
                        <a:pt x="168938" y="24243"/>
                      </a:cubicBezTo>
                      <a:close/>
                      <a:moveTo>
                        <a:pt x="175677" y="24266"/>
                      </a:moveTo>
                      <a:lnTo>
                        <a:pt x="175677" y="24266"/>
                      </a:lnTo>
                      <a:cubicBezTo>
                        <a:pt x="175475" y="24516"/>
                        <a:pt x="175273" y="24802"/>
                        <a:pt x="175070" y="25076"/>
                      </a:cubicBezTo>
                      <a:cubicBezTo>
                        <a:pt x="174701" y="25528"/>
                        <a:pt x="174308" y="25969"/>
                        <a:pt x="173951" y="26421"/>
                      </a:cubicBezTo>
                      <a:cubicBezTo>
                        <a:pt x="173391" y="27171"/>
                        <a:pt x="172915" y="27993"/>
                        <a:pt x="172332" y="28719"/>
                      </a:cubicBezTo>
                      <a:cubicBezTo>
                        <a:pt x="172225" y="28755"/>
                        <a:pt x="172141" y="28803"/>
                        <a:pt x="172034" y="28850"/>
                      </a:cubicBezTo>
                      <a:lnTo>
                        <a:pt x="171772" y="28957"/>
                      </a:lnTo>
                      <a:cubicBezTo>
                        <a:pt x="172058" y="28326"/>
                        <a:pt x="172606" y="27731"/>
                        <a:pt x="172939" y="27219"/>
                      </a:cubicBezTo>
                      <a:cubicBezTo>
                        <a:pt x="173558" y="26231"/>
                        <a:pt x="174189" y="25231"/>
                        <a:pt x="174892" y="24314"/>
                      </a:cubicBezTo>
                      <a:cubicBezTo>
                        <a:pt x="174895" y="24303"/>
                        <a:pt x="174894" y="24291"/>
                        <a:pt x="174891" y="24282"/>
                      </a:cubicBezTo>
                      <a:lnTo>
                        <a:pt x="174891" y="24282"/>
                      </a:lnTo>
                      <a:cubicBezTo>
                        <a:pt x="175153" y="24276"/>
                        <a:pt x="175415" y="24273"/>
                        <a:pt x="175677" y="24266"/>
                      </a:cubicBezTo>
                      <a:close/>
                      <a:moveTo>
                        <a:pt x="170022" y="24254"/>
                      </a:moveTo>
                      <a:cubicBezTo>
                        <a:pt x="169367" y="25255"/>
                        <a:pt x="168629" y="26171"/>
                        <a:pt x="167867" y="27076"/>
                      </a:cubicBezTo>
                      <a:cubicBezTo>
                        <a:pt x="167295" y="27767"/>
                        <a:pt x="166664" y="28422"/>
                        <a:pt x="166164" y="29160"/>
                      </a:cubicBezTo>
                      <a:cubicBezTo>
                        <a:pt x="166164" y="29088"/>
                        <a:pt x="166164" y="29005"/>
                        <a:pt x="166188" y="28922"/>
                      </a:cubicBezTo>
                      <a:cubicBezTo>
                        <a:pt x="167283" y="27314"/>
                        <a:pt x="168534" y="25826"/>
                        <a:pt x="169677" y="24254"/>
                      </a:cubicBezTo>
                      <a:close/>
                      <a:moveTo>
                        <a:pt x="174842" y="24283"/>
                      </a:moveTo>
                      <a:cubicBezTo>
                        <a:pt x="174121" y="25183"/>
                        <a:pt x="173471" y="26165"/>
                        <a:pt x="172832" y="27136"/>
                      </a:cubicBezTo>
                      <a:cubicBezTo>
                        <a:pt x="172487" y="27660"/>
                        <a:pt x="171796" y="28362"/>
                        <a:pt x="171582" y="29041"/>
                      </a:cubicBezTo>
                      <a:lnTo>
                        <a:pt x="171177" y="29219"/>
                      </a:lnTo>
                      <a:cubicBezTo>
                        <a:pt x="171153" y="29243"/>
                        <a:pt x="171141" y="29243"/>
                        <a:pt x="171105" y="29255"/>
                      </a:cubicBezTo>
                      <a:cubicBezTo>
                        <a:pt x="171629" y="28767"/>
                        <a:pt x="172058" y="27910"/>
                        <a:pt x="172415" y="27350"/>
                      </a:cubicBezTo>
                      <a:cubicBezTo>
                        <a:pt x="172748" y="26814"/>
                        <a:pt x="173070" y="26278"/>
                        <a:pt x="173379" y="25743"/>
                      </a:cubicBezTo>
                      <a:cubicBezTo>
                        <a:pt x="173665" y="25231"/>
                        <a:pt x="173939" y="24695"/>
                        <a:pt x="174320" y="24302"/>
                      </a:cubicBezTo>
                      <a:cubicBezTo>
                        <a:pt x="174494" y="24293"/>
                        <a:pt x="174668" y="24287"/>
                        <a:pt x="174842" y="24283"/>
                      </a:cubicBezTo>
                      <a:close/>
                      <a:moveTo>
                        <a:pt x="174201" y="24266"/>
                      </a:moveTo>
                      <a:cubicBezTo>
                        <a:pt x="173546" y="24921"/>
                        <a:pt x="173118" y="25921"/>
                        <a:pt x="172641" y="26707"/>
                      </a:cubicBezTo>
                      <a:cubicBezTo>
                        <a:pt x="172082" y="27612"/>
                        <a:pt x="171522" y="28672"/>
                        <a:pt x="170748" y="29374"/>
                      </a:cubicBezTo>
                      <a:cubicBezTo>
                        <a:pt x="170653" y="29410"/>
                        <a:pt x="170534" y="29446"/>
                        <a:pt x="170427" y="29493"/>
                      </a:cubicBezTo>
                      <a:lnTo>
                        <a:pt x="170415" y="29493"/>
                      </a:lnTo>
                      <a:cubicBezTo>
                        <a:pt x="170379" y="29505"/>
                        <a:pt x="170367" y="29505"/>
                        <a:pt x="170331" y="29517"/>
                      </a:cubicBezTo>
                      <a:cubicBezTo>
                        <a:pt x="170558" y="29207"/>
                        <a:pt x="170784" y="28862"/>
                        <a:pt x="171022" y="28588"/>
                      </a:cubicBezTo>
                      <a:cubicBezTo>
                        <a:pt x="171391" y="28136"/>
                        <a:pt x="171760" y="27672"/>
                        <a:pt x="172106" y="27195"/>
                      </a:cubicBezTo>
                      <a:cubicBezTo>
                        <a:pt x="172772" y="26278"/>
                        <a:pt x="173379" y="25314"/>
                        <a:pt x="173903" y="24266"/>
                      </a:cubicBezTo>
                      <a:close/>
                      <a:moveTo>
                        <a:pt x="173844" y="24254"/>
                      </a:moveTo>
                      <a:lnTo>
                        <a:pt x="173844" y="24254"/>
                      </a:lnTo>
                      <a:cubicBezTo>
                        <a:pt x="173237" y="25314"/>
                        <a:pt x="172582" y="26326"/>
                        <a:pt x="171867" y="27279"/>
                      </a:cubicBezTo>
                      <a:cubicBezTo>
                        <a:pt x="171546" y="27719"/>
                        <a:pt x="171201" y="28136"/>
                        <a:pt x="170843" y="28553"/>
                      </a:cubicBezTo>
                      <a:cubicBezTo>
                        <a:pt x="170570" y="28862"/>
                        <a:pt x="170355" y="29267"/>
                        <a:pt x="170093" y="29600"/>
                      </a:cubicBezTo>
                      <a:cubicBezTo>
                        <a:pt x="169939" y="29660"/>
                        <a:pt x="169760" y="29696"/>
                        <a:pt x="169569" y="29743"/>
                      </a:cubicBezTo>
                      <a:cubicBezTo>
                        <a:pt x="170153" y="29160"/>
                        <a:pt x="170605" y="28243"/>
                        <a:pt x="171046" y="27648"/>
                      </a:cubicBezTo>
                      <a:cubicBezTo>
                        <a:pt x="171820" y="26600"/>
                        <a:pt x="172760" y="25505"/>
                        <a:pt x="173296" y="24266"/>
                      </a:cubicBezTo>
                      <a:cubicBezTo>
                        <a:pt x="173475" y="24266"/>
                        <a:pt x="173665" y="24266"/>
                        <a:pt x="173844" y="24254"/>
                      </a:cubicBezTo>
                      <a:close/>
                      <a:moveTo>
                        <a:pt x="170129" y="24266"/>
                      </a:moveTo>
                      <a:cubicBezTo>
                        <a:pt x="170320" y="24266"/>
                        <a:pt x="170510" y="24278"/>
                        <a:pt x="170712" y="24278"/>
                      </a:cubicBezTo>
                      <a:lnTo>
                        <a:pt x="170784" y="24278"/>
                      </a:lnTo>
                      <a:cubicBezTo>
                        <a:pt x="169891" y="25266"/>
                        <a:pt x="169069" y="26362"/>
                        <a:pt x="168236" y="27410"/>
                      </a:cubicBezTo>
                      <a:cubicBezTo>
                        <a:pt x="168093" y="27588"/>
                        <a:pt x="166641" y="29219"/>
                        <a:pt x="166164" y="29910"/>
                      </a:cubicBezTo>
                      <a:lnTo>
                        <a:pt x="166164" y="29541"/>
                      </a:lnTo>
                      <a:lnTo>
                        <a:pt x="166164" y="29505"/>
                      </a:lnTo>
                      <a:cubicBezTo>
                        <a:pt x="166760" y="28517"/>
                        <a:pt x="167581" y="27707"/>
                        <a:pt x="168284" y="26826"/>
                      </a:cubicBezTo>
                      <a:cubicBezTo>
                        <a:pt x="168938" y="26005"/>
                        <a:pt x="169581" y="25171"/>
                        <a:pt x="170129" y="24266"/>
                      </a:cubicBezTo>
                      <a:close/>
                      <a:moveTo>
                        <a:pt x="173249" y="24302"/>
                      </a:moveTo>
                      <a:cubicBezTo>
                        <a:pt x="172510" y="25338"/>
                        <a:pt x="171808" y="26421"/>
                        <a:pt x="171034" y="27457"/>
                      </a:cubicBezTo>
                      <a:cubicBezTo>
                        <a:pt x="170474" y="28207"/>
                        <a:pt x="169950" y="29219"/>
                        <a:pt x="169248" y="29850"/>
                      </a:cubicBezTo>
                      <a:cubicBezTo>
                        <a:pt x="169117" y="29874"/>
                        <a:pt x="168986" y="29910"/>
                        <a:pt x="168843" y="29958"/>
                      </a:cubicBezTo>
                      <a:cubicBezTo>
                        <a:pt x="169165" y="29457"/>
                        <a:pt x="169522" y="29017"/>
                        <a:pt x="169843" y="28541"/>
                      </a:cubicBezTo>
                      <a:cubicBezTo>
                        <a:pt x="170248" y="27945"/>
                        <a:pt x="170629" y="27338"/>
                        <a:pt x="171070" y="26755"/>
                      </a:cubicBezTo>
                      <a:cubicBezTo>
                        <a:pt x="171486" y="26207"/>
                        <a:pt x="171903" y="25636"/>
                        <a:pt x="172296" y="25076"/>
                      </a:cubicBezTo>
                      <a:cubicBezTo>
                        <a:pt x="172463" y="24850"/>
                        <a:pt x="172701" y="24576"/>
                        <a:pt x="172820" y="24302"/>
                      </a:cubicBezTo>
                      <a:close/>
                      <a:moveTo>
                        <a:pt x="172665" y="24302"/>
                      </a:moveTo>
                      <a:cubicBezTo>
                        <a:pt x="172403" y="24635"/>
                        <a:pt x="171939" y="25409"/>
                        <a:pt x="171903" y="25469"/>
                      </a:cubicBezTo>
                      <a:cubicBezTo>
                        <a:pt x="171486" y="26028"/>
                        <a:pt x="171046" y="26564"/>
                        <a:pt x="170653" y="27112"/>
                      </a:cubicBezTo>
                      <a:cubicBezTo>
                        <a:pt x="170272" y="27612"/>
                        <a:pt x="169950" y="28183"/>
                        <a:pt x="169569" y="28684"/>
                      </a:cubicBezTo>
                      <a:cubicBezTo>
                        <a:pt x="169260" y="29124"/>
                        <a:pt x="168950" y="29517"/>
                        <a:pt x="168665" y="29981"/>
                      </a:cubicBezTo>
                      <a:cubicBezTo>
                        <a:pt x="168486" y="30029"/>
                        <a:pt x="168331" y="30077"/>
                        <a:pt x="168165" y="30112"/>
                      </a:cubicBezTo>
                      <a:cubicBezTo>
                        <a:pt x="168450" y="29731"/>
                        <a:pt x="168772" y="29386"/>
                        <a:pt x="169058" y="29005"/>
                      </a:cubicBezTo>
                      <a:cubicBezTo>
                        <a:pt x="169462" y="28445"/>
                        <a:pt x="169855" y="27886"/>
                        <a:pt x="170260" y="27338"/>
                      </a:cubicBezTo>
                      <a:cubicBezTo>
                        <a:pt x="170974" y="26338"/>
                        <a:pt x="171677" y="25326"/>
                        <a:pt x="172344" y="24302"/>
                      </a:cubicBezTo>
                      <a:close/>
                      <a:moveTo>
                        <a:pt x="172272" y="24278"/>
                      </a:moveTo>
                      <a:cubicBezTo>
                        <a:pt x="171463" y="25350"/>
                        <a:pt x="170712" y="26457"/>
                        <a:pt x="169915" y="27529"/>
                      </a:cubicBezTo>
                      <a:cubicBezTo>
                        <a:pt x="169522" y="28076"/>
                        <a:pt x="169129" y="28648"/>
                        <a:pt x="168712" y="29184"/>
                      </a:cubicBezTo>
                      <a:cubicBezTo>
                        <a:pt x="168450" y="29517"/>
                        <a:pt x="168165" y="29838"/>
                        <a:pt x="167915" y="30172"/>
                      </a:cubicBezTo>
                      <a:cubicBezTo>
                        <a:pt x="167795" y="30208"/>
                        <a:pt x="167676" y="30255"/>
                        <a:pt x="167569" y="30291"/>
                      </a:cubicBezTo>
                      <a:cubicBezTo>
                        <a:pt x="167712" y="30100"/>
                        <a:pt x="167855" y="29850"/>
                        <a:pt x="167974" y="29684"/>
                      </a:cubicBezTo>
                      <a:cubicBezTo>
                        <a:pt x="168450" y="29053"/>
                        <a:pt x="168986" y="28481"/>
                        <a:pt x="169462" y="27838"/>
                      </a:cubicBezTo>
                      <a:cubicBezTo>
                        <a:pt x="169855" y="27302"/>
                        <a:pt x="170248" y="26755"/>
                        <a:pt x="170629" y="26183"/>
                      </a:cubicBezTo>
                      <a:lnTo>
                        <a:pt x="171260" y="25255"/>
                      </a:lnTo>
                      <a:cubicBezTo>
                        <a:pt x="171344" y="25112"/>
                        <a:pt x="171451" y="24969"/>
                        <a:pt x="171546" y="24838"/>
                      </a:cubicBezTo>
                      <a:cubicBezTo>
                        <a:pt x="171617" y="24731"/>
                        <a:pt x="171748" y="24421"/>
                        <a:pt x="171844" y="24278"/>
                      </a:cubicBezTo>
                      <a:close/>
                      <a:moveTo>
                        <a:pt x="171248" y="24278"/>
                      </a:moveTo>
                      <a:cubicBezTo>
                        <a:pt x="170272" y="25207"/>
                        <a:pt x="169593" y="26469"/>
                        <a:pt x="168784" y="27576"/>
                      </a:cubicBezTo>
                      <a:cubicBezTo>
                        <a:pt x="167974" y="28707"/>
                        <a:pt x="166998" y="29672"/>
                        <a:pt x="166152" y="30791"/>
                      </a:cubicBezTo>
                      <a:lnTo>
                        <a:pt x="166152" y="30231"/>
                      </a:lnTo>
                      <a:cubicBezTo>
                        <a:pt x="166426" y="29958"/>
                        <a:pt x="166617" y="29553"/>
                        <a:pt x="166867" y="29267"/>
                      </a:cubicBezTo>
                      <a:cubicBezTo>
                        <a:pt x="167343" y="28719"/>
                        <a:pt x="167795" y="28183"/>
                        <a:pt x="168236" y="27600"/>
                      </a:cubicBezTo>
                      <a:cubicBezTo>
                        <a:pt x="169105" y="26481"/>
                        <a:pt x="169962" y="25374"/>
                        <a:pt x="170855" y="24278"/>
                      </a:cubicBezTo>
                      <a:close/>
                      <a:moveTo>
                        <a:pt x="167641" y="30636"/>
                      </a:moveTo>
                      <a:lnTo>
                        <a:pt x="167641" y="30672"/>
                      </a:lnTo>
                      <a:cubicBezTo>
                        <a:pt x="167474" y="30755"/>
                        <a:pt x="167307" y="30827"/>
                        <a:pt x="167164" y="30922"/>
                      </a:cubicBezTo>
                      <a:lnTo>
                        <a:pt x="166807" y="31065"/>
                      </a:lnTo>
                      <a:cubicBezTo>
                        <a:pt x="167057" y="30886"/>
                        <a:pt x="167343" y="30755"/>
                        <a:pt x="167641" y="30636"/>
                      </a:cubicBezTo>
                      <a:close/>
                      <a:moveTo>
                        <a:pt x="171844" y="24266"/>
                      </a:moveTo>
                      <a:cubicBezTo>
                        <a:pt x="171034" y="25350"/>
                        <a:pt x="170296" y="26469"/>
                        <a:pt x="169498" y="27529"/>
                      </a:cubicBezTo>
                      <a:cubicBezTo>
                        <a:pt x="169105" y="28064"/>
                        <a:pt x="168688" y="28564"/>
                        <a:pt x="168248" y="29076"/>
                      </a:cubicBezTo>
                      <a:cubicBezTo>
                        <a:pt x="167938" y="29457"/>
                        <a:pt x="167557" y="30208"/>
                        <a:pt x="167141" y="30458"/>
                      </a:cubicBezTo>
                      <a:cubicBezTo>
                        <a:pt x="167117" y="30458"/>
                        <a:pt x="167117" y="30469"/>
                        <a:pt x="167117" y="30469"/>
                      </a:cubicBezTo>
                      <a:cubicBezTo>
                        <a:pt x="166783" y="30636"/>
                        <a:pt x="166450" y="30862"/>
                        <a:pt x="166164" y="31136"/>
                      </a:cubicBezTo>
                      <a:lnTo>
                        <a:pt x="166164" y="31053"/>
                      </a:lnTo>
                      <a:cubicBezTo>
                        <a:pt x="167057" y="29910"/>
                        <a:pt x="168057" y="28850"/>
                        <a:pt x="168927" y="27672"/>
                      </a:cubicBezTo>
                      <a:cubicBezTo>
                        <a:pt x="169319" y="27124"/>
                        <a:pt x="169700" y="26540"/>
                        <a:pt x="170081" y="25981"/>
                      </a:cubicBezTo>
                      <a:cubicBezTo>
                        <a:pt x="170451" y="25421"/>
                        <a:pt x="171022" y="24885"/>
                        <a:pt x="171308" y="24314"/>
                      </a:cubicBezTo>
                      <a:cubicBezTo>
                        <a:pt x="171308" y="24314"/>
                        <a:pt x="171308" y="24326"/>
                        <a:pt x="171320" y="24326"/>
                      </a:cubicBezTo>
                      <a:lnTo>
                        <a:pt x="171379" y="24266"/>
                      </a:lnTo>
                      <a:close/>
                      <a:moveTo>
                        <a:pt x="166129" y="31708"/>
                      </a:moveTo>
                      <a:cubicBezTo>
                        <a:pt x="166641" y="32065"/>
                        <a:pt x="167200" y="32374"/>
                        <a:pt x="167748" y="32672"/>
                      </a:cubicBezTo>
                      <a:cubicBezTo>
                        <a:pt x="167617" y="32613"/>
                        <a:pt x="167462" y="32541"/>
                        <a:pt x="167319" y="32482"/>
                      </a:cubicBezTo>
                      <a:cubicBezTo>
                        <a:pt x="166855" y="32303"/>
                        <a:pt x="166426" y="32136"/>
                        <a:pt x="166093" y="31743"/>
                      </a:cubicBezTo>
                      <a:lnTo>
                        <a:pt x="166129" y="31708"/>
                      </a:lnTo>
                      <a:close/>
                      <a:moveTo>
                        <a:pt x="170034" y="33791"/>
                      </a:moveTo>
                      <a:cubicBezTo>
                        <a:pt x="170617" y="34065"/>
                        <a:pt x="171189" y="34315"/>
                        <a:pt x="171748" y="34577"/>
                      </a:cubicBezTo>
                      <a:cubicBezTo>
                        <a:pt x="172094" y="34744"/>
                        <a:pt x="172439" y="34910"/>
                        <a:pt x="172772" y="35053"/>
                      </a:cubicBezTo>
                      <a:lnTo>
                        <a:pt x="173213" y="35280"/>
                      </a:lnTo>
                      <a:cubicBezTo>
                        <a:pt x="172701" y="35077"/>
                        <a:pt x="172177" y="34851"/>
                        <a:pt x="171677" y="34625"/>
                      </a:cubicBezTo>
                      <a:cubicBezTo>
                        <a:pt x="171105" y="34375"/>
                        <a:pt x="170570" y="34077"/>
                        <a:pt x="170034" y="33791"/>
                      </a:cubicBezTo>
                      <a:close/>
                      <a:moveTo>
                        <a:pt x="172391" y="29112"/>
                      </a:moveTo>
                      <a:cubicBezTo>
                        <a:pt x="172617" y="29743"/>
                        <a:pt x="173034" y="30267"/>
                        <a:pt x="173356" y="30827"/>
                      </a:cubicBezTo>
                      <a:cubicBezTo>
                        <a:pt x="173415" y="30981"/>
                        <a:pt x="173510" y="31148"/>
                        <a:pt x="173594" y="31291"/>
                      </a:cubicBezTo>
                      <a:lnTo>
                        <a:pt x="176261" y="36268"/>
                      </a:lnTo>
                      <a:cubicBezTo>
                        <a:pt x="176285" y="36339"/>
                        <a:pt x="176332" y="36411"/>
                        <a:pt x="176368" y="36482"/>
                      </a:cubicBezTo>
                      <a:cubicBezTo>
                        <a:pt x="176225" y="36423"/>
                        <a:pt x="176106" y="36363"/>
                        <a:pt x="175975" y="36304"/>
                      </a:cubicBezTo>
                      <a:cubicBezTo>
                        <a:pt x="175594" y="36101"/>
                        <a:pt x="175189" y="35887"/>
                        <a:pt x="174796" y="35696"/>
                      </a:cubicBezTo>
                      <a:cubicBezTo>
                        <a:pt x="173844" y="35208"/>
                        <a:pt x="172891" y="34756"/>
                        <a:pt x="171939" y="34315"/>
                      </a:cubicBezTo>
                      <a:cubicBezTo>
                        <a:pt x="170772" y="33767"/>
                        <a:pt x="169593" y="33172"/>
                        <a:pt x="168426" y="32589"/>
                      </a:cubicBezTo>
                      <a:lnTo>
                        <a:pt x="166331" y="31470"/>
                      </a:lnTo>
                      <a:lnTo>
                        <a:pt x="166438" y="31362"/>
                      </a:lnTo>
                      <a:cubicBezTo>
                        <a:pt x="166795" y="31279"/>
                        <a:pt x="167117" y="31112"/>
                        <a:pt x="167450" y="30934"/>
                      </a:cubicBezTo>
                      <a:lnTo>
                        <a:pt x="169177" y="30208"/>
                      </a:lnTo>
                      <a:cubicBezTo>
                        <a:pt x="169486" y="30136"/>
                        <a:pt x="169796" y="30053"/>
                        <a:pt x="170093" y="29969"/>
                      </a:cubicBezTo>
                      <a:cubicBezTo>
                        <a:pt x="170772" y="29755"/>
                        <a:pt x="171427" y="29493"/>
                        <a:pt x="172082" y="29219"/>
                      </a:cubicBezTo>
                      <a:cubicBezTo>
                        <a:pt x="172094" y="29219"/>
                        <a:pt x="172117" y="29219"/>
                        <a:pt x="172141" y="29207"/>
                      </a:cubicBezTo>
                      <a:cubicBezTo>
                        <a:pt x="172225" y="29172"/>
                        <a:pt x="172296" y="29148"/>
                        <a:pt x="172391" y="29112"/>
                      </a:cubicBezTo>
                      <a:close/>
                      <a:moveTo>
                        <a:pt x="173903" y="31303"/>
                      </a:moveTo>
                      <a:lnTo>
                        <a:pt x="173903" y="31303"/>
                      </a:lnTo>
                      <a:cubicBezTo>
                        <a:pt x="174284" y="31815"/>
                        <a:pt x="174618" y="32315"/>
                        <a:pt x="174939" y="32839"/>
                      </a:cubicBezTo>
                      <a:cubicBezTo>
                        <a:pt x="175296" y="33434"/>
                        <a:pt x="175558" y="34101"/>
                        <a:pt x="175904" y="34720"/>
                      </a:cubicBezTo>
                      <a:cubicBezTo>
                        <a:pt x="176249" y="35351"/>
                        <a:pt x="176606" y="35982"/>
                        <a:pt x="176761" y="36696"/>
                      </a:cubicBezTo>
                      <a:cubicBezTo>
                        <a:pt x="176749" y="36696"/>
                        <a:pt x="176749" y="36685"/>
                        <a:pt x="176737" y="36685"/>
                      </a:cubicBezTo>
                      <a:cubicBezTo>
                        <a:pt x="176642" y="36470"/>
                        <a:pt x="176547" y="36268"/>
                        <a:pt x="176439" y="36065"/>
                      </a:cubicBezTo>
                      <a:cubicBezTo>
                        <a:pt x="176320" y="35803"/>
                        <a:pt x="176213" y="35530"/>
                        <a:pt x="176082" y="35268"/>
                      </a:cubicBezTo>
                      <a:cubicBezTo>
                        <a:pt x="175725" y="34541"/>
                        <a:pt x="175273" y="33851"/>
                        <a:pt x="174892" y="33136"/>
                      </a:cubicBezTo>
                      <a:cubicBezTo>
                        <a:pt x="174558" y="32529"/>
                        <a:pt x="174249" y="31922"/>
                        <a:pt x="173903" y="31303"/>
                      </a:cubicBezTo>
                      <a:close/>
                      <a:moveTo>
                        <a:pt x="50504" y="1"/>
                      </a:moveTo>
                      <a:cubicBezTo>
                        <a:pt x="50469" y="1"/>
                        <a:pt x="50434" y="1"/>
                        <a:pt x="50400" y="1"/>
                      </a:cubicBezTo>
                      <a:cubicBezTo>
                        <a:pt x="49316" y="1"/>
                        <a:pt x="40684" y="168"/>
                        <a:pt x="39625" y="240"/>
                      </a:cubicBezTo>
                      <a:cubicBezTo>
                        <a:pt x="38636" y="299"/>
                        <a:pt x="1322" y="347"/>
                        <a:pt x="346" y="382"/>
                      </a:cubicBezTo>
                      <a:cubicBezTo>
                        <a:pt x="327" y="363"/>
                        <a:pt x="308" y="351"/>
                        <a:pt x="289" y="351"/>
                      </a:cubicBezTo>
                      <a:cubicBezTo>
                        <a:pt x="272" y="351"/>
                        <a:pt x="255" y="360"/>
                        <a:pt x="239" y="382"/>
                      </a:cubicBezTo>
                      <a:cubicBezTo>
                        <a:pt x="227" y="382"/>
                        <a:pt x="215" y="382"/>
                        <a:pt x="191" y="394"/>
                      </a:cubicBezTo>
                      <a:lnTo>
                        <a:pt x="48" y="394"/>
                      </a:lnTo>
                      <a:lnTo>
                        <a:pt x="48" y="1347"/>
                      </a:lnTo>
                      <a:cubicBezTo>
                        <a:pt x="13" y="1764"/>
                        <a:pt x="36" y="2192"/>
                        <a:pt x="48" y="2609"/>
                      </a:cubicBezTo>
                      <a:lnTo>
                        <a:pt x="48" y="18027"/>
                      </a:lnTo>
                      <a:cubicBezTo>
                        <a:pt x="1" y="18027"/>
                        <a:pt x="1" y="18123"/>
                        <a:pt x="48" y="18135"/>
                      </a:cubicBezTo>
                      <a:lnTo>
                        <a:pt x="48" y="18361"/>
                      </a:lnTo>
                      <a:lnTo>
                        <a:pt x="227" y="18361"/>
                      </a:lnTo>
                      <a:cubicBezTo>
                        <a:pt x="239" y="18385"/>
                        <a:pt x="275" y="18420"/>
                        <a:pt x="310" y="18420"/>
                      </a:cubicBezTo>
                      <a:cubicBezTo>
                        <a:pt x="517" y="18425"/>
                        <a:pt x="1995" y="18427"/>
                        <a:pt x="4267" y="18427"/>
                      </a:cubicBezTo>
                      <a:cubicBezTo>
                        <a:pt x="14140" y="18427"/>
                        <a:pt x="39022" y="18390"/>
                        <a:pt x="39922" y="18361"/>
                      </a:cubicBezTo>
                      <a:lnTo>
                        <a:pt x="54091" y="18361"/>
                      </a:lnTo>
                      <a:cubicBezTo>
                        <a:pt x="54519" y="18385"/>
                        <a:pt x="54936" y="18420"/>
                        <a:pt x="55365" y="18456"/>
                      </a:cubicBezTo>
                      <a:cubicBezTo>
                        <a:pt x="55258" y="19337"/>
                        <a:pt x="55377" y="20218"/>
                        <a:pt x="55484" y="21099"/>
                      </a:cubicBezTo>
                      <a:lnTo>
                        <a:pt x="55484" y="21504"/>
                      </a:lnTo>
                      <a:cubicBezTo>
                        <a:pt x="55484" y="21504"/>
                        <a:pt x="55484" y="21516"/>
                        <a:pt x="55472" y="21516"/>
                      </a:cubicBezTo>
                      <a:cubicBezTo>
                        <a:pt x="55460" y="21528"/>
                        <a:pt x="55472" y="21540"/>
                        <a:pt x="55484" y="21564"/>
                      </a:cubicBezTo>
                      <a:lnTo>
                        <a:pt x="55484" y="23683"/>
                      </a:lnTo>
                      <a:cubicBezTo>
                        <a:pt x="55472" y="23754"/>
                        <a:pt x="55460" y="23850"/>
                        <a:pt x="55424" y="23921"/>
                      </a:cubicBezTo>
                      <a:cubicBezTo>
                        <a:pt x="55412" y="23992"/>
                        <a:pt x="55436" y="24052"/>
                        <a:pt x="55484" y="24100"/>
                      </a:cubicBezTo>
                      <a:lnTo>
                        <a:pt x="55484" y="24123"/>
                      </a:lnTo>
                      <a:lnTo>
                        <a:pt x="55520" y="24123"/>
                      </a:lnTo>
                      <a:cubicBezTo>
                        <a:pt x="55528" y="24141"/>
                        <a:pt x="55543" y="24152"/>
                        <a:pt x="55565" y="24152"/>
                      </a:cubicBezTo>
                      <a:cubicBezTo>
                        <a:pt x="55573" y="24152"/>
                        <a:pt x="55581" y="24150"/>
                        <a:pt x="55591" y="24147"/>
                      </a:cubicBezTo>
                      <a:cubicBezTo>
                        <a:pt x="55662" y="24147"/>
                        <a:pt x="55734" y="24135"/>
                        <a:pt x="55817" y="24135"/>
                      </a:cubicBezTo>
                      <a:cubicBezTo>
                        <a:pt x="55829" y="24135"/>
                        <a:pt x="55853" y="24123"/>
                        <a:pt x="55853" y="24100"/>
                      </a:cubicBezTo>
                      <a:lnTo>
                        <a:pt x="56913" y="24100"/>
                      </a:lnTo>
                      <a:cubicBezTo>
                        <a:pt x="57270" y="24159"/>
                        <a:pt x="57627" y="24243"/>
                        <a:pt x="57972" y="24278"/>
                      </a:cubicBezTo>
                      <a:cubicBezTo>
                        <a:pt x="58877" y="24397"/>
                        <a:pt x="59830" y="24481"/>
                        <a:pt x="60758" y="24493"/>
                      </a:cubicBezTo>
                      <a:cubicBezTo>
                        <a:pt x="60933" y="24495"/>
                        <a:pt x="61108" y="24496"/>
                        <a:pt x="61283" y="24496"/>
                      </a:cubicBezTo>
                      <a:cubicBezTo>
                        <a:pt x="63104" y="24496"/>
                        <a:pt x="64958" y="24389"/>
                        <a:pt x="66783" y="24302"/>
                      </a:cubicBezTo>
                      <a:cubicBezTo>
                        <a:pt x="70890" y="24088"/>
                        <a:pt x="141983" y="24135"/>
                        <a:pt x="146102" y="24123"/>
                      </a:cubicBezTo>
                      <a:cubicBezTo>
                        <a:pt x="147007" y="24123"/>
                        <a:pt x="147900" y="24100"/>
                        <a:pt x="148817" y="24100"/>
                      </a:cubicBezTo>
                      <a:lnTo>
                        <a:pt x="153520" y="24100"/>
                      </a:lnTo>
                      <a:cubicBezTo>
                        <a:pt x="155151" y="24123"/>
                        <a:pt x="156782" y="24147"/>
                        <a:pt x="158413" y="24219"/>
                      </a:cubicBezTo>
                      <a:cubicBezTo>
                        <a:pt x="159329" y="24261"/>
                        <a:pt x="160240" y="24277"/>
                        <a:pt x="161149" y="24277"/>
                      </a:cubicBezTo>
                      <a:cubicBezTo>
                        <a:pt x="162285" y="24277"/>
                        <a:pt x="163419" y="24252"/>
                        <a:pt x="164557" y="24219"/>
                      </a:cubicBezTo>
                      <a:cubicBezTo>
                        <a:pt x="165057" y="24207"/>
                        <a:pt x="165545" y="24195"/>
                        <a:pt x="166033" y="24195"/>
                      </a:cubicBezTo>
                      <a:lnTo>
                        <a:pt x="166033" y="25207"/>
                      </a:lnTo>
                      <a:cubicBezTo>
                        <a:pt x="165950" y="26517"/>
                        <a:pt x="165867" y="27838"/>
                        <a:pt x="165831" y="29160"/>
                      </a:cubicBezTo>
                      <a:lnTo>
                        <a:pt x="165831" y="29172"/>
                      </a:lnTo>
                      <a:cubicBezTo>
                        <a:pt x="165807" y="29207"/>
                        <a:pt x="165807" y="29231"/>
                        <a:pt x="165831" y="29267"/>
                      </a:cubicBezTo>
                      <a:cubicBezTo>
                        <a:pt x="165807" y="29946"/>
                        <a:pt x="165807" y="30648"/>
                        <a:pt x="165831" y="31339"/>
                      </a:cubicBezTo>
                      <a:cubicBezTo>
                        <a:pt x="165795" y="31362"/>
                        <a:pt x="165783" y="31434"/>
                        <a:pt x="165831" y="31470"/>
                      </a:cubicBezTo>
                      <a:lnTo>
                        <a:pt x="165831" y="31589"/>
                      </a:lnTo>
                      <a:cubicBezTo>
                        <a:pt x="165831" y="31694"/>
                        <a:pt x="165924" y="31771"/>
                        <a:pt x="166003" y="31771"/>
                      </a:cubicBezTo>
                      <a:cubicBezTo>
                        <a:pt x="166014" y="31771"/>
                        <a:pt x="166024" y="31770"/>
                        <a:pt x="166033" y="31767"/>
                      </a:cubicBezTo>
                      <a:cubicBezTo>
                        <a:pt x="166426" y="32315"/>
                        <a:pt x="167081" y="32505"/>
                        <a:pt x="167641" y="32767"/>
                      </a:cubicBezTo>
                      <a:cubicBezTo>
                        <a:pt x="168784" y="33267"/>
                        <a:pt x="169855" y="33922"/>
                        <a:pt x="170986" y="34470"/>
                      </a:cubicBezTo>
                      <a:cubicBezTo>
                        <a:pt x="171963" y="34958"/>
                        <a:pt x="172951" y="35351"/>
                        <a:pt x="173939" y="35803"/>
                      </a:cubicBezTo>
                      <a:cubicBezTo>
                        <a:pt x="174415" y="36006"/>
                        <a:pt x="174880" y="36256"/>
                        <a:pt x="175356" y="36470"/>
                      </a:cubicBezTo>
                      <a:cubicBezTo>
                        <a:pt x="175487" y="36530"/>
                        <a:pt x="175606" y="36577"/>
                        <a:pt x="175737" y="36613"/>
                      </a:cubicBezTo>
                      <a:lnTo>
                        <a:pt x="176713" y="37137"/>
                      </a:lnTo>
                      <a:cubicBezTo>
                        <a:pt x="176737" y="37149"/>
                        <a:pt x="176737" y="37185"/>
                        <a:pt x="176749" y="37196"/>
                      </a:cubicBezTo>
                      <a:cubicBezTo>
                        <a:pt x="176761" y="37244"/>
                        <a:pt x="176808" y="37256"/>
                        <a:pt x="176832" y="37256"/>
                      </a:cubicBezTo>
                      <a:cubicBezTo>
                        <a:pt x="176832" y="37294"/>
                        <a:pt x="176863" y="37319"/>
                        <a:pt x="176893" y="37319"/>
                      </a:cubicBezTo>
                      <a:cubicBezTo>
                        <a:pt x="176920" y="37319"/>
                        <a:pt x="176946" y="37300"/>
                        <a:pt x="176951" y="37256"/>
                      </a:cubicBezTo>
                      <a:lnTo>
                        <a:pt x="176951" y="37066"/>
                      </a:lnTo>
                      <a:cubicBezTo>
                        <a:pt x="176951" y="37066"/>
                        <a:pt x="176975" y="37066"/>
                        <a:pt x="176975" y="37077"/>
                      </a:cubicBezTo>
                      <a:cubicBezTo>
                        <a:pt x="176990" y="37085"/>
                        <a:pt x="177005" y="37088"/>
                        <a:pt x="177020" y="37088"/>
                      </a:cubicBezTo>
                      <a:cubicBezTo>
                        <a:pt x="177120" y="37088"/>
                        <a:pt x="177195" y="36927"/>
                        <a:pt x="177070" y="36875"/>
                      </a:cubicBezTo>
                      <a:cubicBezTo>
                        <a:pt x="177035" y="36839"/>
                        <a:pt x="176987" y="36827"/>
                        <a:pt x="176939" y="36792"/>
                      </a:cubicBezTo>
                      <a:lnTo>
                        <a:pt x="176928" y="36792"/>
                      </a:lnTo>
                      <a:cubicBezTo>
                        <a:pt x="176856" y="36256"/>
                        <a:pt x="176642" y="35768"/>
                        <a:pt x="176404" y="35291"/>
                      </a:cubicBezTo>
                      <a:lnTo>
                        <a:pt x="175284" y="33101"/>
                      </a:lnTo>
                      <a:cubicBezTo>
                        <a:pt x="174903" y="32363"/>
                        <a:pt x="174356" y="31755"/>
                        <a:pt x="173903" y="31041"/>
                      </a:cubicBezTo>
                      <a:cubicBezTo>
                        <a:pt x="173582" y="30517"/>
                        <a:pt x="173237" y="30005"/>
                        <a:pt x="172891" y="29505"/>
                      </a:cubicBezTo>
                      <a:lnTo>
                        <a:pt x="172665" y="29148"/>
                      </a:lnTo>
                      <a:cubicBezTo>
                        <a:pt x="172653" y="29112"/>
                        <a:pt x="172641" y="29100"/>
                        <a:pt x="172629" y="29076"/>
                      </a:cubicBezTo>
                      <a:cubicBezTo>
                        <a:pt x="172617" y="29041"/>
                        <a:pt x="172617" y="29029"/>
                        <a:pt x="172594" y="29005"/>
                      </a:cubicBezTo>
                      <a:cubicBezTo>
                        <a:pt x="172939" y="28850"/>
                        <a:pt x="173284" y="28684"/>
                        <a:pt x="173630" y="28505"/>
                      </a:cubicBezTo>
                      <a:cubicBezTo>
                        <a:pt x="173641" y="28493"/>
                        <a:pt x="173665" y="28493"/>
                        <a:pt x="173689" y="28481"/>
                      </a:cubicBezTo>
                      <a:cubicBezTo>
                        <a:pt x="173832" y="28434"/>
                        <a:pt x="173963" y="28386"/>
                        <a:pt x="174106" y="28350"/>
                      </a:cubicBezTo>
                      <a:cubicBezTo>
                        <a:pt x="174118" y="28362"/>
                        <a:pt x="174130" y="28374"/>
                        <a:pt x="174165" y="28374"/>
                      </a:cubicBezTo>
                      <a:lnTo>
                        <a:pt x="174177" y="28374"/>
                      </a:lnTo>
                      <a:cubicBezTo>
                        <a:pt x="174201" y="28374"/>
                        <a:pt x="174237" y="28350"/>
                        <a:pt x="174237" y="28314"/>
                      </a:cubicBezTo>
                      <a:lnTo>
                        <a:pt x="174237" y="28303"/>
                      </a:lnTo>
                      <a:cubicBezTo>
                        <a:pt x="174773" y="28088"/>
                        <a:pt x="175296" y="27838"/>
                        <a:pt x="175796" y="27588"/>
                      </a:cubicBezTo>
                      <a:cubicBezTo>
                        <a:pt x="176928" y="27517"/>
                        <a:pt x="178047" y="26755"/>
                        <a:pt x="179106" y="26243"/>
                      </a:cubicBezTo>
                      <a:cubicBezTo>
                        <a:pt x="179345" y="26159"/>
                        <a:pt x="179595" y="26064"/>
                        <a:pt x="179833" y="25993"/>
                      </a:cubicBezTo>
                      <a:cubicBezTo>
                        <a:pt x="180380" y="25802"/>
                        <a:pt x="180904" y="25647"/>
                        <a:pt x="181380" y="25338"/>
                      </a:cubicBezTo>
                      <a:lnTo>
                        <a:pt x="181511" y="25290"/>
                      </a:lnTo>
                      <a:cubicBezTo>
                        <a:pt x="181797" y="25195"/>
                        <a:pt x="182059" y="25052"/>
                        <a:pt x="182321" y="24921"/>
                      </a:cubicBezTo>
                      <a:cubicBezTo>
                        <a:pt x="182690" y="24790"/>
                        <a:pt x="183035" y="24624"/>
                        <a:pt x="183333" y="24385"/>
                      </a:cubicBezTo>
                      <a:lnTo>
                        <a:pt x="183512" y="24302"/>
                      </a:lnTo>
                      <a:lnTo>
                        <a:pt x="183571" y="24302"/>
                      </a:lnTo>
                      <a:cubicBezTo>
                        <a:pt x="183595" y="24302"/>
                        <a:pt x="183631" y="24302"/>
                        <a:pt x="183643" y="24278"/>
                      </a:cubicBezTo>
                      <a:cubicBezTo>
                        <a:pt x="183655" y="24278"/>
                        <a:pt x="183666" y="24266"/>
                        <a:pt x="183690" y="24243"/>
                      </a:cubicBezTo>
                      <a:cubicBezTo>
                        <a:pt x="184119" y="23266"/>
                        <a:pt x="183833" y="22052"/>
                        <a:pt x="183762" y="21028"/>
                      </a:cubicBezTo>
                      <a:cubicBezTo>
                        <a:pt x="183655" y="19325"/>
                        <a:pt x="183631" y="17635"/>
                        <a:pt x="183595" y="15932"/>
                      </a:cubicBezTo>
                      <a:cubicBezTo>
                        <a:pt x="183583" y="15503"/>
                        <a:pt x="183583" y="15075"/>
                        <a:pt x="183571" y="14634"/>
                      </a:cubicBezTo>
                      <a:lnTo>
                        <a:pt x="183571" y="10205"/>
                      </a:lnTo>
                      <a:lnTo>
                        <a:pt x="183571" y="10110"/>
                      </a:lnTo>
                      <a:cubicBezTo>
                        <a:pt x="183583" y="9657"/>
                        <a:pt x="183583" y="9205"/>
                        <a:pt x="183571" y="8741"/>
                      </a:cubicBezTo>
                      <a:lnTo>
                        <a:pt x="183571" y="7431"/>
                      </a:lnTo>
                      <a:cubicBezTo>
                        <a:pt x="183583" y="7169"/>
                        <a:pt x="183607" y="6883"/>
                        <a:pt x="183655" y="6609"/>
                      </a:cubicBezTo>
                      <a:cubicBezTo>
                        <a:pt x="183750" y="6574"/>
                        <a:pt x="183762" y="6431"/>
                        <a:pt x="183702" y="6359"/>
                      </a:cubicBezTo>
                      <a:cubicBezTo>
                        <a:pt x="183702" y="6336"/>
                        <a:pt x="183714" y="6300"/>
                        <a:pt x="183714" y="6276"/>
                      </a:cubicBezTo>
                      <a:cubicBezTo>
                        <a:pt x="183723" y="6217"/>
                        <a:pt x="183683" y="6163"/>
                        <a:pt x="183642" y="6163"/>
                      </a:cubicBezTo>
                      <a:cubicBezTo>
                        <a:pt x="183625" y="6163"/>
                        <a:pt x="183609" y="6172"/>
                        <a:pt x="183595" y="6193"/>
                      </a:cubicBezTo>
                      <a:cubicBezTo>
                        <a:pt x="183583" y="6216"/>
                        <a:pt x="183583" y="6228"/>
                        <a:pt x="183559" y="6240"/>
                      </a:cubicBezTo>
                      <a:lnTo>
                        <a:pt x="183559" y="6157"/>
                      </a:lnTo>
                      <a:lnTo>
                        <a:pt x="183559" y="6109"/>
                      </a:lnTo>
                      <a:lnTo>
                        <a:pt x="183488" y="6157"/>
                      </a:lnTo>
                      <a:lnTo>
                        <a:pt x="180190" y="6157"/>
                      </a:lnTo>
                      <a:cubicBezTo>
                        <a:pt x="178389" y="6033"/>
                        <a:pt x="176588" y="5883"/>
                        <a:pt x="174763" y="5883"/>
                      </a:cubicBezTo>
                      <a:cubicBezTo>
                        <a:pt x="174477" y="5883"/>
                        <a:pt x="174191" y="5887"/>
                        <a:pt x="173903" y="5895"/>
                      </a:cubicBezTo>
                      <a:cubicBezTo>
                        <a:pt x="170748" y="5990"/>
                        <a:pt x="167593" y="5895"/>
                        <a:pt x="164438" y="6097"/>
                      </a:cubicBezTo>
                      <a:cubicBezTo>
                        <a:pt x="163665" y="6137"/>
                        <a:pt x="162894" y="6153"/>
                        <a:pt x="162123" y="6153"/>
                      </a:cubicBezTo>
                      <a:cubicBezTo>
                        <a:pt x="161281" y="6153"/>
                        <a:pt x="160438" y="6134"/>
                        <a:pt x="159592" y="6109"/>
                      </a:cubicBezTo>
                      <a:cubicBezTo>
                        <a:pt x="159412" y="6107"/>
                        <a:pt x="159234" y="6105"/>
                        <a:pt x="159056" y="6105"/>
                      </a:cubicBezTo>
                      <a:cubicBezTo>
                        <a:pt x="158480" y="6105"/>
                        <a:pt x="157912" y="6121"/>
                        <a:pt x="157330" y="6157"/>
                      </a:cubicBezTo>
                      <a:lnTo>
                        <a:pt x="70783" y="6157"/>
                      </a:lnTo>
                      <a:cubicBezTo>
                        <a:pt x="70548" y="6110"/>
                        <a:pt x="70305" y="6063"/>
                        <a:pt x="70067" y="6063"/>
                      </a:cubicBezTo>
                      <a:cubicBezTo>
                        <a:pt x="70004" y="6063"/>
                        <a:pt x="69941" y="6066"/>
                        <a:pt x="69878" y="6074"/>
                      </a:cubicBezTo>
                      <a:lnTo>
                        <a:pt x="69878" y="3621"/>
                      </a:lnTo>
                      <a:lnTo>
                        <a:pt x="69878" y="3383"/>
                      </a:lnTo>
                      <a:cubicBezTo>
                        <a:pt x="69962" y="2442"/>
                        <a:pt x="70045" y="1490"/>
                        <a:pt x="69938" y="585"/>
                      </a:cubicBezTo>
                      <a:cubicBezTo>
                        <a:pt x="69938" y="561"/>
                        <a:pt x="69914" y="537"/>
                        <a:pt x="69890" y="525"/>
                      </a:cubicBezTo>
                      <a:cubicBezTo>
                        <a:pt x="69878" y="454"/>
                        <a:pt x="69831" y="406"/>
                        <a:pt x="69759" y="406"/>
                      </a:cubicBezTo>
                      <a:lnTo>
                        <a:pt x="69712" y="406"/>
                      </a:lnTo>
                      <a:lnTo>
                        <a:pt x="69712" y="394"/>
                      </a:lnTo>
                      <a:lnTo>
                        <a:pt x="68593" y="394"/>
                      </a:lnTo>
                      <a:cubicBezTo>
                        <a:pt x="68073" y="344"/>
                        <a:pt x="67544" y="252"/>
                        <a:pt x="67015" y="252"/>
                      </a:cubicBezTo>
                      <a:cubicBezTo>
                        <a:pt x="66914" y="252"/>
                        <a:pt x="66813" y="256"/>
                        <a:pt x="66711" y="263"/>
                      </a:cubicBezTo>
                      <a:cubicBezTo>
                        <a:pt x="66426" y="275"/>
                        <a:pt x="66152" y="335"/>
                        <a:pt x="65878" y="394"/>
                      </a:cubicBezTo>
                      <a:lnTo>
                        <a:pt x="55008" y="394"/>
                      </a:lnTo>
                      <a:cubicBezTo>
                        <a:pt x="54543" y="359"/>
                        <a:pt x="54079" y="335"/>
                        <a:pt x="53638" y="287"/>
                      </a:cubicBezTo>
                      <a:cubicBezTo>
                        <a:pt x="52601" y="172"/>
                        <a:pt x="51552" y="1"/>
                        <a:pt x="5050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2" name="Google Shape;1332;p39"/>
                <p:cNvSpPr/>
                <p:nvPr/>
              </p:nvSpPr>
              <p:spPr>
                <a:xfrm>
                  <a:off x="5901023" y="4324442"/>
                  <a:ext cx="67923" cy="90170"/>
                </a:xfrm>
                <a:custGeom>
                  <a:rect b="b" l="l" r="r" t="t"/>
                  <a:pathLst>
                    <a:path extrusionOk="0" h="2894" w="2180">
                      <a:moveTo>
                        <a:pt x="1692" y="0"/>
                      </a:moveTo>
                      <a:cubicBezTo>
                        <a:pt x="1418" y="429"/>
                        <a:pt x="1108" y="834"/>
                        <a:pt x="799" y="1227"/>
                      </a:cubicBezTo>
                      <a:cubicBezTo>
                        <a:pt x="501" y="1596"/>
                        <a:pt x="275" y="2001"/>
                        <a:pt x="25" y="2394"/>
                      </a:cubicBezTo>
                      <a:cubicBezTo>
                        <a:pt x="25" y="2560"/>
                        <a:pt x="25" y="2727"/>
                        <a:pt x="1" y="2894"/>
                      </a:cubicBezTo>
                      <a:cubicBezTo>
                        <a:pt x="275" y="2513"/>
                        <a:pt x="513" y="2132"/>
                        <a:pt x="810" y="1774"/>
                      </a:cubicBezTo>
                      <a:cubicBezTo>
                        <a:pt x="1299" y="1203"/>
                        <a:pt x="1763" y="643"/>
                        <a:pt x="218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3" name="Google Shape;1333;p39"/>
                <p:cNvSpPr/>
                <p:nvPr/>
              </p:nvSpPr>
              <p:spPr>
                <a:xfrm>
                  <a:off x="5901771" y="4324816"/>
                  <a:ext cx="49385" cy="70136"/>
                </a:xfrm>
                <a:custGeom>
                  <a:rect b="b" l="l" r="r" t="t"/>
                  <a:pathLst>
                    <a:path extrusionOk="0" h="2251" w="1585">
                      <a:moveTo>
                        <a:pt x="1263" y="0"/>
                      </a:moveTo>
                      <a:cubicBezTo>
                        <a:pt x="1013" y="405"/>
                        <a:pt x="691" y="810"/>
                        <a:pt x="417" y="1227"/>
                      </a:cubicBezTo>
                      <a:cubicBezTo>
                        <a:pt x="346" y="1298"/>
                        <a:pt x="84" y="1631"/>
                        <a:pt x="1" y="1810"/>
                      </a:cubicBezTo>
                      <a:lnTo>
                        <a:pt x="1" y="2251"/>
                      </a:lnTo>
                      <a:cubicBezTo>
                        <a:pt x="13" y="2203"/>
                        <a:pt x="36" y="2167"/>
                        <a:pt x="60" y="2120"/>
                      </a:cubicBezTo>
                      <a:cubicBezTo>
                        <a:pt x="132" y="1989"/>
                        <a:pt x="203" y="1846"/>
                        <a:pt x="298" y="1715"/>
                      </a:cubicBezTo>
                      <a:cubicBezTo>
                        <a:pt x="394" y="1548"/>
                        <a:pt x="513" y="1405"/>
                        <a:pt x="632" y="1239"/>
                      </a:cubicBezTo>
                      <a:cubicBezTo>
                        <a:pt x="965" y="834"/>
                        <a:pt x="1287" y="417"/>
                        <a:pt x="158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4" name="Google Shape;1334;p39"/>
                <p:cNvSpPr/>
                <p:nvPr/>
              </p:nvSpPr>
              <p:spPr>
                <a:xfrm>
                  <a:off x="5896942" y="4557999"/>
                  <a:ext cx="51223" cy="30223"/>
                </a:xfrm>
                <a:custGeom>
                  <a:rect b="b" l="l" r="r" t="t"/>
                  <a:pathLst>
                    <a:path extrusionOk="0" h="970" w="1644">
                      <a:moveTo>
                        <a:pt x="12" y="0"/>
                      </a:moveTo>
                      <a:cubicBezTo>
                        <a:pt x="12" y="0"/>
                        <a:pt x="9" y="9"/>
                        <a:pt x="1" y="17"/>
                      </a:cubicBezTo>
                      <a:cubicBezTo>
                        <a:pt x="310" y="422"/>
                        <a:pt x="763" y="589"/>
                        <a:pt x="1203" y="779"/>
                      </a:cubicBezTo>
                      <a:cubicBezTo>
                        <a:pt x="1358" y="839"/>
                        <a:pt x="1501" y="898"/>
                        <a:pt x="1644" y="970"/>
                      </a:cubicBezTo>
                      <a:cubicBezTo>
                        <a:pt x="1084" y="672"/>
                        <a:pt x="537" y="362"/>
                        <a:pt x="13" y="5"/>
                      </a:cubicBezTo>
                      <a:cubicBezTo>
                        <a:pt x="13" y="2"/>
                        <a:pt x="13" y="0"/>
                        <a:pt x="1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5" name="Google Shape;1335;p39"/>
                <p:cNvSpPr/>
                <p:nvPr/>
              </p:nvSpPr>
              <p:spPr>
                <a:xfrm>
                  <a:off x="5902145" y="4324442"/>
                  <a:ext cx="37514" cy="51971"/>
                </a:xfrm>
                <a:custGeom>
                  <a:rect b="b" l="l" r="r" t="t"/>
                  <a:pathLst>
                    <a:path extrusionOk="0" h="1668" w="1204">
                      <a:moveTo>
                        <a:pt x="810" y="0"/>
                      </a:moveTo>
                      <a:cubicBezTo>
                        <a:pt x="501" y="369"/>
                        <a:pt x="215" y="750"/>
                        <a:pt x="1" y="1191"/>
                      </a:cubicBezTo>
                      <a:lnTo>
                        <a:pt x="1" y="1667"/>
                      </a:lnTo>
                      <a:cubicBezTo>
                        <a:pt x="251" y="1227"/>
                        <a:pt x="929" y="346"/>
                        <a:pt x="120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6" name="Google Shape;1336;p39"/>
                <p:cNvSpPr/>
                <p:nvPr/>
              </p:nvSpPr>
              <p:spPr>
                <a:xfrm>
                  <a:off x="6341372" y="4322573"/>
                  <a:ext cx="34523" cy="31189"/>
                </a:xfrm>
                <a:custGeom>
                  <a:rect b="b" l="l" r="r" t="t"/>
                  <a:pathLst>
                    <a:path extrusionOk="0" h="1001" w="1108">
                      <a:moveTo>
                        <a:pt x="691" y="1"/>
                      </a:moveTo>
                      <a:cubicBezTo>
                        <a:pt x="501" y="358"/>
                        <a:pt x="215" y="656"/>
                        <a:pt x="1" y="1001"/>
                      </a:cubicBezTo>
                      <a:lnTo>
                        <a:pt x="572" y="775"/>
                      </a:lnTo>
                      <a:cubicBezTo>
                        <a:pt x="608" y="632"/>
                        <a:pt x="715" y="489"/>
                        <a:pt x="798" y="370"/>
                      </a:cubicBezTo>
                      <a:cubicBezTo>
                        <a:pt x="894" y="239"/>
                        <a:pt x="1013" y="120"/>
                        <a:pt x="1108" y="13"/>
                      </a:cubicBezTo>
                      <a:cubicBezTo>
                        <a:pt x="977" y="13"/>
                        <a:pt x="834" y="1"/>
                        <a:pt x="69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7" name="Google Shape;1337;p39"/>
                <p:cNvSpPr/>
                <p:nvPr/>
              </p:nvSpPr>
              <p:spPr>
                <a:xfrm>
                  <a:off x="6285725" y="4322199"/>
                  <a:ext cx="47141" cy="56426"/>
                </a:xfrm>
                <a:custGeom>
                  <a:rect b="b" l="l" r="r" t="t"/>
                  <a:pathLst>
                    <a:path extrusionOk="0" h="1811" w="1513">
                      <a:moveTo>
                        <a:pt x="1215" y="1"/>
                      </a:moveTo>
                      <a:cubicBezTo>
                        <a:pt x="929" y="370"/>
                        <a:pt x="667" y="775"/>
                        <a:pt x="417" y="1156"/>
                      </a:cubicBezTo>
                      <a:cubicBezTo>
                        <a:pt x="274" y="1370"/>
                        <a:pt x="143" y="1608"/>
                        <a:pt x="1" y="1811"/>
                      </a:cubicBezTo>
                      <a:cubicBezTo>
                        <a:pt x="120" y="1775"/>
                        <a:pt x="215" y="1704"/>
                        <a:pt x="334" y="1668"/>
                      </a:cubicBezTo>
                      <a:lnTo>
                        <a:pt x="334" y="1632"/>
                      </a:lnTo>
                      <a:cubicBezTo>
                        <a:pt x="560" y="1311"/>
                        <a:pt x="810" y="989"/>
                        <a:pt x="1036" y="656"/>
                      </a:cubicBezTo>
                      <a:cubicBezTo>
                        <a:pt x="1191" y="418"/>
                        <a:pt x="1334" y="203"/>
                        <a:pt x="151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8" name="Google Shape;1338;p39"/>
                <p:cNvSpPr/>
                <p:nvPr/>
              </p:nvSpPr>
              <p:spPr>
                <a:xfrm>
                  <a:off x="6234533" y="4403458"/>
                  <a:ext cx="23773" cy="11528"/>
                </a:xfrm>
                <a:custGeom>
                  <a:rect b="b" l="l" r="r" t="t"/>
                  <a:pathLst>
                    <a:path extrusionOk="0" h="370" w="763">
                      <a:moveTo>
                        <a:pt x="763" y="0"/>
                      </a:moveTo>
                      <a:cubicBezTo>
                        <a:pt x="703" y="24"/>
                        <a:pt x="643" y="36"/>
                        <a:pt x="584" y="60"/>
                      </a:cubicBezTo>
                      <a:cubicBezTo>
                        <a:pt x="405" y="131"/>
                        <a:pt x="215" y="203"/>
                        <a:pt x="36" y="274"/>
                      </a:cubicBezTo>
                      <a:cubicBezTo>
                        <a:pt x="12" y="310"/>
                        <a:pt x="12" y="334"/>
                        <a:pt x="1" y="369"/>
                      </a:cubicBezTo>
                      <a:cubicBezTo>
                        <a:pt x="251" y="250"/>
                        <a:pt x="513" y="119"/>
                        <a:pt x="7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9" name="Google Shape;1339;p39"/>
                <p:cNvSpPr/>
                <p:nvPr/>
              </p:nvSpPr>
              <p:spPr>
                <a:xfrm>
                  <a:off x="6321712" y="4322199"/>
                  <a:ext cx="38230" cy="39726"/>
                </a:xfrm>
                <a:custGeom>
                  <a:rect b="b" l="l" r="r" t="t"/>
                  <a:pathLst>
                    <a:path extrusionOk="0" h="1275" w="1227">
                      <a:moveTo>
                        <a:pt x="905" y="1"/>
                      </a:moveTo>
                      <a:cubicBezTo>
                        <a:pt x="584" y="418"/>
                        <a:pt x="298" y="846"/>
                        <a:pt x="1" y="1275"/>
                      </a:cubicBezTo>
                      <a:cubicBezTo>
                        <a:pt x="167" y="1203"/>
                        <a:pt x="346" y="1132"/>
                        <a:pt x="512" y="1072"/>
                      </a:cubicBezTo>
                      <a:cubicBezTo>
                        <a:pt x="512" y="1061"/>
                        <a:pt x="489" y="1037"/>
                        <a:pt x="512" y="1013"/>
                      </a:cubicBezTo>
                      <a:cubicBezTo>
                        <a:pt x="667" y="620"/>
                        <a:pt x="989" y="358"/>
                        <a:pt x="1227" y="13"/>
                      </a:cubicBezTo>
                      <a:cubicBezTo>
                        <a:pt x="1120" y="13"/>
                        <a:pt x="1013" y="13"/>
                        <a:pt x="90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0" name="Google Shape;1340;p39"/>
                <p:cNvSpPr/>
                <p:nvPr/>
              </p:nvSpPr>
              <p:spPr>
                <a:xfrm>
                  <a:off x="6304264" y="4322199"/>
                  <a:ext cx="41221" cy="47515"/>
                </a:xfrm>
                <a:custGeom>
                  <a:rect b="b" l="l" r="r" t="t"/>
                  <a:pathLst>
                    <a:path extrusionOk="0" h="1525" w="1323">
                      <a:moveTo>
                        <a:pt x="1072" y="1"/>
                      </a:moveTo>
                      <a:cubicBezTo>
                        <a:pt x="691" y="489"/>
                        <a:pt x="418" y="1132"/>
                        <a:pt x="1" y="1525"/>
                      </a:cubicBezTo>
                      <a:cubicBezTo>
                        <a:pt x="120" y="1477"/>
                        <a:pt x="215" y="1430"/>
                        <a:pt x="334" y="1370"/>
                      </a:cubicBezTo>
                      <a:cubicBezTo>
                        <a:pt x="358" y="1370"/>
                        <a:pt x="382" y="1358"/>
                        <a:pt x="394" y="1358"/>
                      </a:cubicBezTo>
                      <a:cubicBezTo>
                        <a:pt x="608" y="858"/>
                        <a:pt x="953" y="382"/>
                        <a:pt x="132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1" name="Google Shape;1341;p39"/>
                <p:cNvSpPr/>
                <p:nvPr/>
              </p:nvSpPr>
              <p:spPr>
                <a:xfrm>
                  <a:off x="6263479" y="4322199"/>
                  <a:ext cx="57517" cy="66833"/>
                </a:xfrm>
                <a:custGeom>
                  <a:rect b="b" l="l" r="r" t="t"/>
                  <a:pathLst>
                    <a:path extrusionOk="0" h="2145" w="1846">
                      <a:moveTo>
                        <a:pt x="1560" y="1"/>
                      </a:moveTo>
                      <a:cubicBezTo>
                        <a:pt x="1048" y="727"/>
                        <a:pt x="476" y="1382"/>
                        <a:pt x="0" y="2144"/>
                      </a:cubicBezTo>
                      <a:cubicBezTo>
                        <a:pt x="143" y="2073"/>
                        <a:pt x="310" y="2013"/>
                        <a:pt x="453" y="1930"/>
                      </a:cubicBezTo>
                      <a:cubicBezTo>
                        <a:pt x="631" y="1620"/>
                        <a:pt x="869" y="1323"/>
                        <a:pt x="1084" y="1037"/>
                      </a:cubicBezTo>
                      <a:cubicBezTo>
                        <a:pt x="1322" y="668"/>
                        <a:pt x="1572" y="322"/>
                        <a:pt x="1846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2" name="Google Shape;1342;p39"/>
                <p:cNvSpPr/>
                <p:nvPr/>
              </p:nvSpPr>
              <p:spPr>
                <a:xfrm>
                  <a:off x="6186675" y="4322573"/>
                  <a:ext cx="97585" cy="100576"/>
                </a:xfrm>
                <a:custGeom>
                  <a:rect b="b" l="l" r="r" t="t"/>
                  <a:pathLst>
                    <a:path extrusionOk="0" h="3228" w="3132">
                      <a:moveTo>
                        <a:pt x="3132" y="1"/>
                      </a:moveTo>
                      <a:cubicBezTo>
                        <a:pt x="2858" y="1"/>
                        <a:pt x="2596" y="13"/>
                        <a:pt x="2322" y="13"/>
                      </a:cubicBezTo>
                      <a:cubicBezTo>
                        <a:pt x="1846" y="632"/>
                        <a:pt x="1394" y="1227"/>
                        <a:pt x="929" y="1846"/>
                      </a:cubicBezTo>
                      <a:cubicBezTo>
                        <a:pt x="596" y="2299"/>
                        <a:pt x="334" y="2787"/>
                        <a:pt x="1" y="3227"/>
                      </a:cubicBezTo>
                      <a:cubicBezTo>
                        <a:pt x="155" y="3168"/>
                        <a:pt x="298" y="3096"/>
                        <a:pt x="465" y="3037"/>
                      </a:cubicBezTo>
                      <a:cubicBezTo>
                        <a:pt x="632" y="2537"/>
                        <a:pt x="989" y="2144"/>
                        <a:pt x="1322" y="1775"/>
                      </a:cubicBezTo>
                      <a:cubicBezTo>
                        <a:pt x="1822" y="1239"/>
                        <a:pt x="2215" y="644"/>
                        <a:pt x="2691" y="96"/>
                      </a:cubicBezTo>
                      <a:cubicBezTo>
                        <a:pt x="2699" y="89"/>
                        <a:pt x="2705" y="86"/>
                        <a:pt x="2710" y="86"/>
                      </a:cubicBezTo>
                      <a:cubicBezTo>
                        <a:pt x="2721" y="86"/>
                        <a:pt x="2727" y="100"/>
                        <a:pt x="2727" y="108"/>
                      </a:cubicBezTo>
                      <a:cubicBezTo>
                        <a:pt x="2382" y="596"/>
                        <a:pt x="2013" y="1084"/>
                        <a:pt x="1644" y="1537"/>
                      </a:cubicBezTo>
                      <a:cubicBezTo>
                        <a:pt x="1465" y="1739"/>
                        <a:pt x="1275" y="1953"/>
                        <a:pt x="1096" y="2156"/>
                      </a:cubicBezTo>
                      <a:cubicBezTo>
                        <a:pt x="989" y="2299"/>
                        <a:pt x="882" y="2430"/>
                        <a:pt x="798" y="2573"/>
                      </a:cubicBezTo>
                      <a:cubicBezTo>
                        <a:pt x="763" y="2632"/>
                        <a:pt x="655" y="2858"/>
                        <a:pt x="584" y="2965"/>
                      </a:cubicBezTo>
                      <a:cubicBezTo>
                        <a:pt x="751" y="2894"/>
                        <a:pt x="929" y="2811"/>
                        <a:pt x="1096" y="2739"/>
                      </a:cubicBezTo>
                      <a:cubicBezTo>
                        <a:pt x="1179" y="2251"/>
                        <a:pt x="1596" y="1942"/>
                        <a:pt x="1894" y="1596"/>
                      </a:cubicBezTo>
                      <a:cubicBezTo>
                        <a:pt x="2322" y="1084"/>
                        <a:pt x="2727" y="537"/>
                        <a:pt x="313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3" name="Google Shape;1343;p39"/>
                <p:cNvSpPr/>
                <p:nvPr/>
              </p:nvSpPr>
              <p:spPr>
                <a:xfrm>
                  <a:off x="6225248" y="4322199"/>
                  <a:ext cx="70167" cy="83502"/>
                </a:xfrm>
                <a:custGeom>
                  <a:rect b="b" l="l" r="r" t="t"/>
                  <a:pathLst>
                    <a:path extrusionOk="0" h="2680" w="2252">
                      <a:moveTo>
                        <a:pt x="1918" y="1"/>
                      </a:moveTo>
                      <a:cubicBezTo>
                        <a:pt x="1644" y="465"/>
                        <a:pt x="1322" y="906"/>
                        <a:pt x="1001" y="1334"/>
                      </a:cubicBezTo>
                      <a:cubicBezTo>
                        <a:pt x="691" y="1775"/>
                        <a:pt x="215" y="2156"/>
                        <a:pt x="1" y="2680"/>
                      </a:cubicBezTo>
                      <a:lnTo>
                        <a:pt x="310" y="2549"/>
                      </a:lnTo>
                      <a:cubicBezTo>
                        <a:pt x="465" y="2251"/>
                        <a:pt x="691" y="1989"/>
                        <a:pt x="870" y="1751"/>
                      </a:cubicBezTo>
                      <a:cubicBezTo>
                        <a:pt x="1322" y="1180"/>
                        <a:pt x="1799" y="596"/>
                        <a:pt x="225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4" name="Google Shape;1344;p39"/>
                <p:cNvSpPr/>
                <p:nvPr/>
              </p:nvSpPr>
              <p:spPr>
                <a:xfrm>
                  <a:off x="6210417" y="4413833"/>
                  <a:ext cx="20813" cy="10064"/>
                </a:xfrm>
                <a:custGeom>
                  <a:rect b="b" l="l" r="r" t="t"/>
                  <a:pathLst>
                    <a:path extrusionOk="0" h="323" w="668">
                      <a:moveTo>
                        <a:pt x="667" y="1"/>
                      </a:moveTo>
                      <a:lnTo>
                        <a:pt x="667" y="1"/>
                      </a:lnTo>
                      <a:cubicBezTo>
                        <a:pt x="429" y="108"/>
                        <a:pt x="215" y="215"/>
                        <a:pt x="1" y="322"/>
                      </a:cubicBezTo>
                      <a:cubicBezTo>
                        <a:pt x="227" y="263"/>
                        <a:pt x="429" y="179"/>
                        <a:pt x="655" y="84"/>
                      </a:cubicBezTo>
                      <a:lnTo>
                        <a:pt x="655" y="48"/>
                      </a:lnTo>
                      <a:cubicBezTo>
                        <a:pt x="655" y="36"/>
                        <a:pt x="655" y="25"/>
                        <a:pt x="66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5" name="Google Shape;1345;p39"/>
                <p:cNvSpPr/>
                <p:nvPr/>
              </p:nvSpPr>
              <p:spPr>
                <a:xfrm>
                  <a:off x="6242323" y="4321856"/>
                  <a:ext cx="66802" cy="76055"/>
                </a:xfrm>
                <a:custGeom>
                  <a:rect b="b" l="l" r="r" t="t"/>
                  <a:pathLst>
                    <a:path extrusionOk="0" h="2441" w="2144">
                      <a:moveTo>
                        <a:pt x="1810" y="0"/>
                      </a:moveTo>
                      <a:lnTo>
                        <a:pt x="1810" y="12"/>
                      </a:lnTo>
                      <a:cubicBezTo>
                        <a:pt x="1429" y="560"/>
                        <a:pt x="1048" y="1083"/>
                        <a:pt x="644" y="1584"/>
                      </a:cubicBezTo>
                      <a:cubicBezTo>
                        <a:pt x="441" y="1857"/>
                        <a:pt x="179" y="2119"/>
                        <a:pt x="1" y="2441"/>
                      </a:cubicBezTo>
                      <a:cubicBezTo>
                        <a:pt x="155" y="2381"/>
                        <a:pt x="322" y="2298"/>
                        <a:pt x="477" y="2226"/>
                      </a:cubicBezTo>
                      <a:cubicBezTo>
                        <a:pt x="870" y="1369"/>
                        <a:pt x="1584" y="726"/>
                        <a:pt x="214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6" name="Google Shape;1346;p39"/>
                <p:cNvSpPr/>
                <p:nvPr/>
              </p:nvSpPr>
              <p:spPr>
                <a:xfrm>
                  <a:off x="6431137" y="3776507"/>
                  <a:ext cx="4861" cy="11186"/>
                </a:xfrm>
                <a:custGeom>
                  <a:rect b="b" l="l" r="r" t="t"/>
                  <a:pathLst>
                    <a:path extrusionOk="0" h="359" w="156">
                      <a:moveTo>
                        <a:pt x="1" y="1"/>
                      </a:moveTo>
                      <a:cubicBezTo>
                        <a:pt x="37" y="120"/>
                        <a:pt x="60" y="239"/>
                        <a:pt x="72" y="358"/>
                      </a:cubicBezTo>
                      <a:cubicBezTo>
                        <a:pt x="96" y="239"/>
                        <a:pt x="120" y="120"/>
                        <a:pt x="156" y="1"/>
                      </a:cubicBezTo>
                      <a:close/>
                    </a:path>
                  </a:pathLst>
                </a:custGeom>
                <a:solidFill>
                  <a:srgbClr val="DE8C4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7" name="Google Shape;1347;p39"/>
                <p:cNvSpPr/>
                <p:nvPr/>
              </p:nvSpPr>
              <p:spPr>
                <a:xfrm>
                  <a:off x="6435967" y="4084436"/>
                  <a:ext cx="1153" cy="169559"/>
                </a:xfrm>
                <a:custGeom>
                  <a:rect b="b" l="l" r="r" t="t"/>
                  <a:pathLst>
                    <a:path extrusionOk="0" h="5442" w="37">
                      <a:moveTo>
                        <a:pt x="36" y="0"/>
                      </a:moveTo>
                      <a:cubicBezTo>
                        <a:pt x="24" y="1167"/>
                        <a:pt x="13" y="2334"/>
                        <a:pt x="13" y="3512"/>
                      </a:cubicBezTo>
                      <a:cubicBezTo>
                        <a:pt x="13" y="4143"/>
                        <a:pt x="1" y="4798"/>
                        <a:pt x="36" y="5441"/>
                      </a:cubicBezTo>
                      <a:lnTo>
                        <a:pt x="36" y="12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8" name="Google Shape;1348;p39"/>
                <p:cNvSpPr/>
                <p:nvPr/>
              </p:nvSpPr>
              <p:spPr>
                <a:xfrm>
                  <a:off x="6164429" y="4322947"/>
                  <a:ext cx="90918" cy="109114"/>
                </a:xfrm>
                <a:custGeom>
                  <a:rect b="b" l="l" r="r" t="t"/>
                  <a:pathLst>
                    <a:path extrusionOk="0" h="3502" w="2918">
                      <a:moveTo>
                        <a:pt x="2858" y="1"/>
                      </a:moveTo>
                      <a:cubicBezTo>
                        <a:pt x="2774" y="1"/>
                        <a:pt x="2703" y="1"/>
                        <a:pt x="2608" y="25"/>
                      </a:cubicBezTo>
                      <a:cubicBezTo>
                        <a:pt x="2179" y="751"/>
                        <a:pt x="1655" y="1370"/>
                        <a:pt x="1131" y="2013"/>
                      </a:cubicBezTo>
                      <a:cubicBezTo>
                        <a:pt x="846" y="2370"/>
                        <a:pt x="572" y="2715"/>
                        <a:pt x="286" y="3084"/>
                      </a:cubicBezTo>
                      <a:cubicBezTo>
                        <a:pt x="191" y="3215"/>
                        <a:pt x="96" y="3370"/>
                        <a:pt x="0" y="3501"/>
                      </a:cubicBezTo>
                      <a:lnTo>
                        <a:pt x="405" y="3323"/>
                      </a:lnTo>
                      <a:cubicBezTo>
                        <a:pt x="810" y="2834"/>
                        <a:pt x="1131" y="2239"/>
                        <a:pt x="1536" y="1727"/>
                      </a:cubicBezTo>
                      <a:cubicBezTo>
                        <a:pt x="2001" y="1156"/>
                        <a:pt x="2465" y="572"/>
                        <a:pt x="291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9" name="Google Shape;1349;p39"/>
                <p:cNvSpPr/>
                <p:nvPr/>
              </p:nvSpPr>
              <p:spPr>
                <a:xfrm>
                  <a:off x="6441544" y="4224271"/>
                  <a:ext cx="6325" cy="92039"/>
                </a:xfrm>
                <a:custGeom>
                  <a:rect b="b" l="l" r="r" t="t"/>
                  <a:pathLst>
                    <a:path extrusionOk="0" h="2954" w="203">
                      <a:moveTo>
                        <a:pt x="0" y="1"/>
                      </a:moveTo>
                      <a:lnTo>
                        <a:pt x="0" y="1906"/>
                      </a:lnTo>
                      <a:cubicBezTo>
                        <a:pt x="60" y="2251"/>
                        <a:pt x="95" y="2596"/>
                        <a:pt x="36" y="2953"/>
                      </a:cubicBezTo>
                      <a:cubicBezTo>
                        <a:pt x="203" y="2001"/>
                        <a:pt x="72" y="989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0" name="Google Shape;1350;p39"/>
                <p:cNvSpPr/>
                <p:nvPr/>
              </p:nvSpPr>
              <p:spPr>
                <a:xfrm>
                  <a:off x="6305385" y="4357469"/>
                  <a:ext cx="55678" cy="22652"/>
                </a:xfrm>
                <a:custGeom>
                  <a:rect b="b" l="l" r="r" t="t"/>
                  <a:pathLst>
                    <a:path extrusionOk="0" h="727" w="1787">
                      <a:moveTo>
                        <a:pt x="1787" y="0"/>
                      </a:moveTo>
                      <a:cubicBezTo>
                        <a:pt x="1489" y="83"/>
                        <a:pt x="1191" y="179"/>
                        <a:pt x="906" y="298"/>
                      </a:cubicBezTo>
                      <a:cubicBezTo>
                        <a:pt x="737" y="385"/>
                        <a:pt x="556" y="478"/>
                        <a:pt x="366" y="566"/>
                      </a:cubicBezTo>
                      <a:lnTo>
                        <a:pt x="366" y="566"/>
                      </a:lnTo>
                      <a:cubicBezTo>
                        <a:pt x="392" y="556"/>
                        <a:pt x="417" y="545"/>
                        <a:pt x="441" y="536"/>
                      </a:cubicBezTo>
                      <a:cubicBezTo>
                        <a:pt x="882" y="345"/>
                        <a:pt x="1346" y="179"/>
                        <a:pt x="1787" y="0"/>
                      </a:cubicBezTo>
                      <a:close/>
                      <a:moveTo>
                        <a:pt x="366" y="566"/>
                      </a:moveTo>
                      <a:cubicBezTo>
                        <a:pt x="265" y="607"/>
                        <a:pt x="155" y="653"/>
                        <a:pt x="60" y="691"/>
                      </a:cubicBezTo>
                      <a:cubicBezTo>
                        <a:pt x="57" y="697"/>
                        <a:pt x="52" y="703"/>
                        <a:pt x="46" y="708"/>
                      </a:cubicBezTo>
                      <a:lnTo>
                        <a:pt x="46" y="708"/>
                      </a:lnTo>
                      <a:cubicBezTo>
                        <a:pt x="154" y="663"/>
                        <a:pt x="262" y="615"/>
                        <a:pt x="366" y="566"/>
                      </a:cubicBezTo>
                      <a:close/>
                      <a:moveTo>
                        <a:pt x="46" y="708"/>
                      </a:moveTo>
                      <a:cubicBezTo>
                        <a:pt x="31" y="714"/>
                        <a:pt x="16" y="720"/>
                        <a:pt x="1" y="726"/>
                      </a:cubicBezTo>
                      <a:cubicBezTo>
                        <a:pt x="9" y="726"/>
                        <a:pt x="30" y="720"/>
                        <a:pt x="46" y="70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1" name="Google Shape;1351;p39"/>
                <p:cNvSpPr/>
                <p:nvPr/>
              </p:nvSpPr>
              <p:spPr>
                <a:xfrm>
                  <a:off x="6366236" y="4322947"/>
                  <a:ext cx="24521" cy="21187"/>
                </a:xfrm>
                <a:custGeom>
                  <a:rect b="b" l="l" r="r" t="t"/>
                  <a:pathLst>
                    <a:path extrusionOk="0" h="680" w="787">
                      <a:moveTo>
                        <a:pt x="453" y="1"/>
                      </a:moveTo>
                      <a:cubicBezTo>
                        <a:pt x="346" y="144"/>
                        <a:pt x="238" y="275"/>
                        <a:pt x="155" y="406"/>
                      </a:cubicBezTo>
                      <a:cubicBezTo>
                        <a:pt x="96" y="501"/>
                        <a:pt x="48" y="584"/>
                        <a:pt x="0" y="679"/>
                      </a:cubicBezTo>
                      <a:cubicBezTo>
                        <a:pt x="155" y="596"/>
                        <a:pt x="298" y="537"/>
                        <a:pt x="429" y="477"/>
                      </a:cubicBezTo>
                      <a:cubicBezTo>
                        <a:pt x="465" y="382"/>
                        <a:pt x="536" y="286"/>
                        <a:pt x="596" y="227"/>
                      </a:cubicBezTo>
                      <a:cubicBezTo>
                        <a:pt x="655" y="156"/>
                        <a:pt x="727" y="96"/>
                        <a:pt x="786" y="25"/>
                      </a:cubicBezTo>
                      <a:cubicBezTo>
                        <a:pt x="667" y="25"/>
                        <a:pt x="548" y="1"/>
                        <a:pt x="45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2" name="Google Shape;1352;p39"/>
                <p:cNvSpPr/>
                <p:nvPr/>
              </p:nvSpPr>
              <p:spPr>
                <a:xfrm>
                  <a:off x="6383279" y="4334070"/>
                  <a:ext cx="14893" cy="5608"/>
                </a:xfrm>
                <a:custGeom>
                  <a:rect b="b" l="l" r="r" t="t"/>
                  <a:pathLst>
                    <a:path extrusionOk="0" h="180" w="478">
                      <a:moveTo>
                        <a:pt x="477" y="1"/>
                      </a:moveTo>
                      <a:lnTo>
                        <a:pt x="477" y="1"/>
                      </a:lnTo>
                      <a:cubicBezTo>
                        <a:pt x="322" y="49"/>
                        <a:pt x="168" y="108"/>
                        <a:pt x="1" y="168"/>
                      </a:cubicBezTo>
                      <a:cubicBezTo>
                        <a:pt x="15" y="168"/>
                        <a:pt x="21" y="172"/>
                        <a:pt x="18" y="175"/>
                      </a:cubicBezTo>
                      <a:lnTo>
                        <a:pt x="18" y="175"/>
                      </a:lnTo>
                      <a:cubicBezTo>
                        <a:pt x="62" y="165"/>
                        <a:pt x="114" y="154"/>
                        <a:pt x="156" y="144"/>
                      </a:cubicBezTo>
                      <a:lnTo>
                        <a:pt x="477" y="1"/>
                      </a:lnTo>
                      <a:close/>
                      <a:moveTo>
                        <a:pt x="18" y="175"/>
                      </a:moveTo>
                      <a:cubicBezTo>
                        <a:pt x="12" y="177"/>
                        <a:pt x="7" y="178"/>
                        <a:pt x="1" y="180"/>
                      </a:cubicBezTo>
                      <a:cubicBezTo>
                        <a:pt x="10" y="180"/>
                        <a:pt x="16" y="178"/>
                        <a:pt x="18" y="17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3" name="Google Shape;1353;p39"/>
                <p:cNvSpPr/>
                <p:nvPr/>
              </p:nvSpPr>
              <p:spPr>
                <a:xfrm>
                  <a:off x="6408517" y="4324442"/>
                  <a:ext cx="6325" cy="2991"/>
                </a:xfrm>
                <a:custGeom>
                  <a:rect b="b" l="l" r="r" t="t"/>
                  <a:pathLst>
                    <a:path extrusionOk="0" h="96" w="203">
                      <a:moveTo>
                        <a:pt x="24" y="0"/>
                      </a:moveTo>
                      <a:lnTo>
                        <a:pt x="24" y="0"/>
                      </a:lnTo>
                      <a:cubicBezTo>
                        <a:pt x="48" y="12"/>
                        <a:pt x="48" y="36"/>
                        <a:pt x="24" y="48"/>
                      </a:cubicBezTo>
                      <a:cubicBezTo>
                        <a:pt x="12" y="60"/>
                        <a:pt x="12" y="72"/>
                        <a:pt x="1" y="96"/>
                      </a:cubicBezTo>
                      <a:cubicBezTo>
                        <a:pt x="72" y="60"/>
                        <a:pt x="143" y="48"/>
                        <a:pt x="203" y="12"/>
                      </a:cubicBezTo>
                      <a:cubicBezTo>
                        <a:pt x="143" y="12"/>
                        <a:pt x="84" y="12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4" name="Google Shape;1354;p39"/>
                <p:cNvSpPr/>
                <p:nvPr/>
              </p:nvSpPr>
              <p:spPr>
                <a:xfrm>
                  <a:off x="6386270" y="4324068"/>
                  <a:ext cx="21904" cy="11528"/>
                </a:xfrm>
                <a:custGeom>
                  <a:rect b="b" l="l" r="r" t="t"/>
                  <a:pathLst>
                    <a:path extrusionOk="0" h="370" w="703">
                      <a:moveTo>
                        <a:pt x="286" y="0"/>
                      </a:moveTo>
                      <a:cubicBezTo>
                        <a:pt x="203" y="72"/>
                        <a:pt x="143" y="167"/>
                        <a:pt x="72" y="250"/>
                      </a:cubicBezTo>
                      <a:cubicBezTo>
                        <a:pt x="48" y="286"/>
                        <a:pt x="24" y="322"/>
                        <a:pt x="0" y="370"/>
                      </a:cubicBezTo>
                      <a:cubicBezTo>
                        <a:pt x="179" y="298"/>
                        <a:pt x="369" y="227"/>
                        <a:pt x="560" y="167"/>
                      </a:cubicBezTo>
                      <a:lnTo>
                        <a:pt x="703" y="24"/>
                      </a:lnTo>
                      <a:cubicBezTo>
                        <a:pt x="560" y="12"/>
                        <a:pt x="417" y="12"/>
                        <a:pt x="286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5" name="Google Shape;1355;p39"/>
                <p:cNvSpPr/>
                <p:nvPr/>
              </p:nvSpPr>
              <p:spPr>
                <a:xfrm>
                  <a:off x="6099497" y="4324442"/>
                  <a:ext cx="113912" cy="135816"/>
                </a:xfrm>
                <a:custGeom>
                  <a:rect b="b" l="l" r="r" t="t"/>
                  <a:pathLst>
                    <a:path extrusionOk="0" h="4359" w="3656">
                      <a:moveTo>
                        <a:pt x="3656" y="0"/>
                      </a:moveTo>
                      <a:cubicBezTo>
                        <a:pt x="3477" y="0"/>
                        <a:pt x="3275" y="12"/>
                        <a:pt x="3096" y="12"/>
                      </a:cubicBezTo>
                      <a:cubicBezTo>
                        <a:pt x="2882" y="346"/>
                        <a:pt x="2668" y="691"/>
                        <a:pt x="2418" y="989"/>
                      </a:cubicBezTo>
                      <a:cubicBezTo>
                        <a:pt x="2072" y="1417"/>
                        <a:pt x="1727" y="1834"/>
                        <a:pt x="1406" y="2274"/>
                      </a:cubicBezTo>
                      <a:cubicBezTo>
                        <a:pt x="917" y="2953"/>
                        <a:pt x="501" y="3691"/>
                        <a:pt x="1" y="4358"/>
                      </a:cubicBezTo>
                      <a:cubicBezTo>
                        <a:pt x="167" y="4287"/>
                        <a:pt x="346" y="4215"/>
                        <a:pt x="513" y="4144"/>
                      </a:cubicBezTo>
                      <a:cubicBezTo>
                        <a:pt x="536" y="4096"/>
                        <a:pt x="572" y="4048"/>
                        <a:pt x="596" y="4025"/>
                      </a:cubicBezTo>
                      <a:cubicBezTo>
                        <a:pt x="596" y="4001"/>
                        <a:pt x="620" y="4001"/>
                        <a:pt x="632" y="4001"/>
                      </a:cubicBezTo>
                      <a:cubicBezTo>
                        <a:pt x="1108" y="3370"/>
                        <a:pt x="1477" y="2632"/>
                        <a:pt x="1965" y="2001"/>
                      </a:cubicBezTo>
                      <a:cubicBezTo>
                        <a:pt x="2513" y="1298"/>
                        <a:pt x="3084" y="655"/>
                        <a:pt x="3656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6" name="Google Shape;1356;p39"/>
                <p:cNvSpPr/>
                <p:nvPr/>
              </p:nvSpPr>
              <p:spPr>
                <a:xfrm>
                  <a:off x="5898437" y="4326655"/>
                  <a:ext cx="176601" cy="214083"/>
                </a:xfrm>
                <a:custGeom>
                  <a:rect b="b" l="l" r="r" t="t"/>
                  <a:pathLst>
                    <a:path extrusionOk="0" h="6871" w="5668">
                      <a:moveTo>
                        <a:pt x="5204" y="1"/>
                      </a:moveTo>
                      <a:lnTo>
                        <a:pt x="5144" y="60"/>
                      </a:lnTo>
                      <a:cubicBezTo>
                        <a:pt x="5144" y="60"/>
                        <a:pt x="5132" y="60"/>
                        <a:pt x="5132" y="48"/>
                      </a:cubicBezTo>
                      <a:cubicBezTo>
                        <a:pt x="4846" y="632"/>
                        <a:pt x="4287" y="1168"/>
                        <a:pt x="3918" y="1715"/>
                      </a:cubicBezTo>
                      <a:cubicBezTo>
                        <a:pt x="3525" y="2287"/>
                        <a:pt x="3156" y="2858"/>
                        <a:pt x="2751" y="3418"/>
                      </a:cubicBezTo>
                      <a:cubicBezTo>
                        <a:pt x="1894" y="4585"/>
                        <a:pt x="905" y="5644"/>
                        <a:pt x="0" y="6787"/>
                      </a:cubicBezTo>
                      <a:lnTo>
                        <a:pt x="0" y="6871"/>
                      </a:lnTo>
                      <a:lnTo>
                        <a:pt x="12" y="6871"/>
                      </a:lnTo>
                      <a:cubicBezTo>
                        <a:pt x="298" y="6585"/>
                        <a:pt x="620" y="6359"/>
                        <a:pt x="965" y="6192"/>
                      </a:cubicBezTo>
                      <a:cubicBezTo>
                        <a:pt x="965" y="6180"/>
                        <a:pt x="977" y="6180"/>
                        <a:pt x="977" y="6180"/>
                      </a:cubicBezTo>
                      <a:cubicBezTo>
                        <a:pt x="1394" y="5930"/>
                        <a:pt x="1775" y="5180"/>
                        <a:pt x="2096" y="4799"/>
                      </a:cubicBezTo>
                      <a:cubicBezTo>
                        <a:pt x="2513" y="4287"/>
                        <a:pt x="2941" y="3787"/>
                        <a:pt x="3346" y="3251"/>
                      </a:cubicBezTo>
                      <a:cubicBezTo>
                        <a:pt x="4156" y="2192"/>
                        <a:pt x="4882" y="1072"/>
                        <a:pt x="566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7" name="Google Shape;1357;p39"/>
                <p:cNvSpPr/>
                <p:nvPr/>
              </p:nvSpPr>
              <p:spPr>
                <a:xfrm>
                  <a:off x="6028645" y="4325907"/>
                  <a:ext cx="120611" cy="163639"/>
                </a:xfrm>
                <a:custGeom>
                  <a:rect b="b" l="l" r="r" t="t"/>
                  <a:pathLst>
                    <a:path extrusionOk="0" h="5252" w="3871">
                      <a:moveTo>
                        <a:pt x="3543" y="111"/>
                      </a:moveTo>
                      <a:cubicBezTo>
                        <a:pt x="3552" y="111"/>
                        <a:pt x="3561" y="114"/>
                        <a:pt x="3561" y="120"/>
                      </a:cubicBezTo>
                      <a:lnTo>
                        <a:pt x="3561" y="168"/>
                      </a:lnTo>
                      <a:cubicBezTo>
                        <a:pt x="3561" y="180"/>
                        <a:pt x="3552" y="186"/>
                        <a:pt x="3543" y="186"/>
                      </a:cubicBezTo>
                      <a:cubicBezTo>
                        <a:pt x="3534" y="186"/>
                        <a:pt x="3525" y="180"/>
                        <a:pt x="3525" y="168"/>
                      </a:cubicBezTo>
                      <a:lnTo>
                        <a:pt x="3525" y="120"/>
                      </a:lnTo>
                      <a:cubicBezTo>
                        <a:pt x="3525" y="114"/>
                        <a:pt x="3534" y="111"/>
                        <a:pt x="3543" y="111"/>
                      </a:cubicBezTo>
                      <a:close/>
                      <a:moveTo>
                        <a:pt x="3572" y="1"/>
                      </a:moveTo>
                      <a:cubicBezTo>
                        <a:pt x="3049" y="1037"/>
                        <a:pt x="2441" y="2013"/>
                        <a:pt x="1775" y="2930"/>
                      </a:cubicBezTo>
                      <a:cubicBezTo>
                        <a:pt x="1429" y="3406"/>
                        <a:pt x="1060" y="3871"/>
                        <a:pt x="691" y="4311"/>
                      </a:cubicBezTo>
                      <a:cubicBezTo>
                        <a:pt x="429" y="4609"/>
                        <a:pt x="227" y="4942"/>
                        <a:pt x="1" y="5252"/>
                      </a:cubicBezTo>
                      <a:cubicBezTo>
                        <a:pt x="36" y="5240"/>
                        <a:pt x="48" y="5240"/>
                        <a:pt x="72" y="5228"/>
                      </a:cubicBezTo>
                      <a:lnTo>
                        <a:pt x="96" y="5228"/>
                      </a:lnTo>
                      <a:cubicBezTo>
                        <a:pt x="191" y="5180"/>
                        <a:pt x="310" y="5144"/>
                        <a:pt x="417" y="5109"/>
                      </a:cubicBezTo>
                      <a:cubicBezTo>
                        <a:pt x="1191" y="4406"/>
                        <a:pt x="1763" y="3347"/>
                        <a:pt x="2310" y="2442"/>
                      </a:cubicBezTo>
                      <a:cubicBezTo>
                        <a:pt x="2799" y="1656"/>
                        <a:pt x="3227" y="656"/>
                        <a:pt x="387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8" name="Google Shape;1358;p39"/>
                <p:cNvSpPr/>
                <p:nvPr/>
              </p:nvSpPr>
              <p:spPr>
                <a:xfrm>
                  <a:off x="6004903" y="4325907"/>
                  <a:ext cx="133198" cy="170681"/>
                </a:xfrm>
                <a:custGeom>
                  <a:rect b="b" l="l" r="r" t="t"/>
                  <a:pathLst>
                    <a:path extrusionOk="0" h="5478" w="4275">
                      <a:moveTo>
                        <a:pt x="4275" y="1"/>
                      </a:moveTo>
                      <a:cubicBezTo>
                        <a:pt x="4096" y="1"/>
                        <a:pt x="3906" y="1"/>
                        <a:pt x="3727" y="13"/>
                      </a:cubicBezTo>
                      <a:cubicBezTo>
                        <a:pt x="3191" y="1251"/>
                        <a:pt x="2263" y="2347"/>
                        <a:pt x="1477" y="3382"/>
                      </a:cubicBezTo>
                      <a:cubicBezTo>
                        <a:pt x="1036" y="3990"/>
                        <a:pt x="572" y="4906"/>
                        <a:pt x="1" y="5478"/>
                      </a:cubicBezTo>
                      <a:cubicBezTo>
                        <a:pt x="179" y="5430"/>
                        <a:pt x="346" y="5371"/>
                        <a:pt x="524" y="5323"/>
                      </a:cubicBezTo>
                      <a:cubicBezTo>
                        <a:pt x="774" y="4990"/>
                        <a:pt x="1001" y="4597"/>
                        <a:pt x="1275" y="4287"/>
                      </a:cubicBezTo>
                      <a:cubicBezTo>
                        <a:pt x="1632" y="3871"/>
                        <a:pt x="1965" y="3454"/>
                        <a:pt x="2298" y="3001"/>
                      </a:cubicBezTo>
                      <a:cubicBezTo>
                        <a:pt x="3013" y="2049"/>
                        <a:pt x="3668" y="1037"/>
                        <a:pt x="427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9" name="Google Shape;1359;p39"/>
                <p:cNvSpPr/>
                <p:nvPr/>
              </p:nvSpPr>
              <p:spPr>
                <a:xfrm>
                  <a:off x="5898437" y="4325907"/>
                  <a:ext cx="143605" cy="175884"/>
                </a:xfrm>
                <a:custGeom>
                  <a:rect b="b" l="l" r="r" t="t"/>
                  <a:pathLst>
                    <a:path extrusionOk="0" h="5645" w="4609">
                      <a:moveTo>
                        <a:pt x="3953" y="1"/>
                      </a:moveTo>
                      <a:cubicBezTo>
                        <a:pt x="3406" y="918"/>
                        <a:pt x="2763" y="1739"/>
                        <a:pt x="2108" y="2561"/>
                      </a:cubicBezTo>
                      <a:cubicBezTo>
                        <a:pt x="1417" y="3418"/>
                        <a:pt x="596" y="4252"/>
                        <a:pt x="0" y="5240"/>
                      </a:cubicBezTo>
                      <a:cubicBezTo>
                        <a:pt x="12" y="5240"/>
                        <a:pt x="12" y="5252"/>
                        <a:pt x="12" y="5264"/>
                      </a:cubicBezTo>
                      <a:lnTo>
                        <a:pt x="12" y="5645"/>
                      </a:lnTo>
                      <a:cubicBezTo>
                        <a:pt x="501" y="4954"/>
                        <a:pt x="1953" y="3323"/>
                        <a:pt x="2084" y="3144"/>
                      </a:cubicBezTo>
                      <a:cubicBezTo>
                        <a:pt x="2918" y="2096"/>
                        <a:pt x="3739" y="1001"/>
                        <a:pt x="4608" y="13"/>
                      </a:cubicBezTo>
                      <a:lnTo>
                        <a:pt x="4537" y="13"/>
                      </a:lnTo>
                      <a:cubicBezTo>
                        <a:pt x="4346" y="13"/>
                        <a:pt x="4156" y="1"/>
                        <a:pt x="395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0" name="Google Shape;1360;p39"/>
                <p:cNvSpPr/>
                <p:nvPr/>
              </p:nvSpPr>
              <p:spPr>
                <a:xfrm>
                  <a:off x="5898811" y="4325907"/>
                  <a:ext cx="158810" cy="202586"/>
                </a:xfrm>
                <a:custGeom>
                  <a:rect b="b" l="l" r="r" t="t"/>
                  <a:pathLst>
                    <a:path extrusionOk="0" h="6502" w="5097">
                      <a:moveTo>
                        <a:pt x="4703" y="1"/>
                      </a:moveTo>
                      <a:cubicBezTo>
                        <a:pt x="3810" y="1084"/>
                        <a:pt x="2953" y="2216"/>
                        <a:pt x="2084" y="3311"/>
                      </a:cubicBezTo>
                      <a:cubicBezTo>
                        <a:pt x="1643" y="3882"/>
                        <a:pt x="1191" y="4430"/>
                        <a:pt x="715" y="4978"/>
                      </a:cubicBezTo>
                      <a:cubicBezTo>
                        <a:pt x="465" y="5275"/>
                        <a:pt x="250" y="5668"/>
                        <a:pt x="0" y="5954"/>
                      </a:cubicBezTo>
                      <a:lnTo>
                        <a:pt x="0" y="6502"/>
                      </a:lnTo>
                      <a:cubicBezTo>
                        <a:pt x="846" y="5406"/>
                        <a:pt x="1798" y="4418"/>
                        <a:pt x="2632" y="3287"/>
                      </a:cubicBezTo>
                      <a:cubicBezTo>
                        <a:pt x="3441" y="2204"/>
                        <a:pt x="4120" y="918"/>
                        <a:pt x="5096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1" name="Google Shape;1361;p39"/>
                <p:cNvSpPr/>
                <p:nvPr/>
              </p:nvSpPr>
              <p:spPr>
                <a:xfrm>
                  <a:off x="5898811" y="4325907"/>
                  <a:ext cx="120206" cy="152890"/>
                </a:xfrm>
                <a:custGeom>
                  <a:rect b="b" l="l" r="r" t="t"/>
                  <a:pathLst>
                    <a:path extrusionOk="0" h="4907" w="3858">
                      <a:moveTo>
                        <a:pt x="3513" y="1"/>
                      </a:moveTo>
                      <a:cubicBezTo>
                        <a:pt x="2370" y="1573"/>
                        <a:pt x="1131" y="3061"/>
                        <a:pt x="12" y="4692"/>
                      </a:cubicBezTo>
                      <a:cubicBezTo>
                        <a:pt x="12" y="4752"/>
                        <a:pt x="12" y="4835"/>
                        <a:pt x="0" y="4906"/>
                      </a:cubicBezTo>
                      <a:cubicBezTo>
                        <a:pt x="512" y="4156"/>
                        <a:pt x="1131" y="3513"/>
                        <a:pt x="1703" y="2823"/>
                      </a:cubicBezTo>
                      <a:cubicBezTo>
                        <a:pt x="2453" y="1918"/>
                        <a:pt x="3191" y="1001"/>
                        <a:pt x="385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2" name="Google Shape;1362;p39"/>
                <p:cNvSpPr/>
                <p:nvPr/>
              </p:nvSpPr>
              <p:spPr>
                <a:xfrm>
                  <a:off x="5900650" y="4324442"/>
                  <a:ext cx="12650" cy="18570"/>
                </a:xfrm>
                <a:custGeom>
                  <a:rect b="b" l="l" r="r" t="t"/>
                  <a:pathLst>
                    <a:path extrusionOk="0" h="596" w="406">
                      <a:moveTo>
                        <a:pt x="1" y="0"/>
                      </a:moveTo>
                      <a:cubicBezTo>
                        <a:pt x="13" y="191"/>
                        <a:pt x="37" y="393"/>
                        <a:pt x="37" y="596"/>
                      </a:cubicBezTo>
                      <a:cubicBezTo>
                        <a:pt x="72" y="512"/>
                        <a:pt x="132" y="417"/>
                        <a:pt x="180" y="346"/>
                      </a:cubicBezTo>
                      <a:cubicBezTo>
                        <a:pt x="251" y="227"/>
                        <a:pt x="310" y="108"/>
                        <a:pt x="406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3" name="Google Shape;1363;p39"/>
                <p:cNvSpPr/>
                <p:nvPr/>
              </p:nvSpPr>
              <p:spPr>
                <a:xfrm>
                  <a:off x="5900650" y="4324816"/>
                  <a:ext cx="81290" cy="113164"/>
                </a:xfrm>
                <a:custGeom>
                  <a:rect b="b" l="l" r="r" t="t"/>
                  <a:pathLst>
                    <a:path extrusionOk="0" h="3632" w="2609">
                      <a:moveTo>
                        <a:pt x="2251" y="0"/>
                      </a:moveTo>
                      <a:cubicBezTo>
                        <a:pt x="1882" y="691"/>
                        <a:pt x="1382" y="1262"/>
                        <a:pt x="894" y="1846"/>
                      </a:cubicBezTo>
                      <a:cubicBezTo>
                        <a:pt x="632" y="2155"/>
                        <a:pt x="418" y="2512"/>
                        <a:pt x="180" y="2858"/>
                      </a:cubicBezTo>
                      <a:cubicBezTo>
                        <a:pt x="120" y="2953"/>
                        <a:pt x="72" y="3013"/>
                        <a:pt x="13" y="3048"/>
                      </a:cubicBezTo>
                      <a:cubicBezTo>
                        <a:pt x="13" y="3251"/>
                        <a:pt x="1" y="3441"/>
                        <a:pt x="1" y="3632"/>
                      </a:cubicBezTo>
                      <a:cubicBezTo>
                        <a:pt x="96" y="3429"/>
                        <a:pt x="263" y="3239"/>
                        <a:pt x="406" y="3036"/>
                      </a:cubicBezTo>
                      <a:cubicBezTo>
                        <a:pt x="703" y="2608"/>
                        <a:pt x="989" y="2179"/>
                        <a:pt x="1287" y="1739"/>
                      </a:cubicBezTo>
                      <a:cubicBezTo>
                        <a:pt x="1680" y="1131"/>
                        <a:pt x="2120" y="524"/>
                        <a:pt x="2608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4" name="Google Shape;1364;p39"/>
                <p:cNvSpPr/>
                <p:nvPr/>
              </p:nvSpPr>
              <p:spPr>
                <a:xfrm>
                  <a:off x="5899559" y="4324816"/>
                  <a:ext cx="106870" cy="138402"/>
                </a:xfrm>
                <a:custGeom>
                  <a:rect b="b" l="l" r="r" t="t"/>
                  <a:pathLst>
                    <a:path extrusionOk="0" h="4442" w="3430">
                      <a:moveTo>
                        <a:pt x="2751" y="0"/>
                      </a:moveTo>
                      <a:cubicBezTo>
                        <a:pt x="2215" y="619"/>
                        <a:pt x="1750" y="1298"/>
                        <a:pt x="1286" y="2001"/>
                      </a:cubicBezTo>
                      <a:cubicBezTo>
                        <a:pt x="869" y="2632"/>
                        <a:pt x="429" y="3251"/>
                        <a:pt x="24" y="3894"/>
                      </a:cubicBezTo>
                      <a:cubicBezTo>
                        <a:pt x="0" y="4072"/>
                        <a:pt x="0" y="4263"/>
                        <a:pt x="0" y="4441"/>
                      </a:cubicBezTo>
                      <a:cubicBezTo>
                        <a:pt x="1084" y="2893"/>
                        <a:pt x="2250" y="1453"/>
                        <a:pt x="3429" y="24"/>
                      </a:cubicBezTo>
                      <a:cubicBezTo>
                        <a:pt x="3203" y="24"/>
                        <a:pt x="2965" y="0"/>
                        <a:pt x="275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5" name="Google Shape;1365;p39"/>
                <p:cNvSpPr/>
                <p:nvPr/>
              </p:nvSpPr>
              <p:spPr>
                <a:xfrm>
                  <a:off x="6019360" y="4622339"/>
                  <a:ext cx="98364" cy="46394"/>
                </a:xfrm>
                <a:custGeom>
                  <a:rect b="b" l="l" r="r" t="t"/>
                  <a:pathLst>
                    <a:path extrusionOk="0" h="1489" w="3157">
                      <a:moveTo>
                        <a:pt x="1" y="0"/>
                      </a:moveTo>
                      <a:cubicBezTo>
                        <a:pt x="537" y="298"/>
                        <a:pt x="1084" y="572"/>
                        <a:pt x="1644" y="834"/>
                      </a:cubicBezTo>
                      <a:cubicBezTo>
                        <a:pt x="2144" y="1048"/>
                        <a:pt x="2656" y="1274"/>
                        <a:pt x="3156" y="1488"/>
                      </a:cubicBezTo>
                      <a:lnTo>
                        <a:pt x="2727" y="1262"/>
                      </a:lnTo>
                      <a:cubicBezTo>
                        <a:pt x="2394" y="1107"/>
                        <a:pt x="2061" y="953"/>
                        <a:pt x="1715" y="786"/>
                      </a:cubicBezTo>
                      <a:cubicBezTo>
                        <a:pt x="1144" y="512"/>
                        <a:pt x="584" y="262"/>
                        <a:pt x="1" y="0"/>
                      </a:cubicBezTo>
                      <a:close/>
                    </a:path>
                  </a:pathLst>
                </a:custGeom>
                <a:solidFill>
                  <a:srgbClr val="DE8C4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6" name="Google Shape;1366;p39"/>
                <p:cNvSpPr/>
                <p:nvPr/>
              </p:nvSpPr>
              <p:spPr>
                <a:xfrm>
                  <a:off x="5902893" y="4476896"/>
                  <a:ext cx="312759" cy="229662"/>
                </a:xfrm>
                <a:custGeom>
                  <a:rect b="b" l="l" r="r" t="t"/>
                  <a:pathLst>
                    <a:path extrusionOk="0" h="7371" w="10038">
                      <a:moveTo>
                        <a:pt x="6025" y="1"/>
                      </a:moveTo>
                      <a:cubicBezTo>
                        <a:pt x="5977" y="37"/>
                        <a:pt x="5894" y="60"/>
                        <a:pt x="5811" y="96"/>
                      </a:cubicBezTo>
                      <a:cubicBezTo>
                        <a:pt x="5802" y="105"/>
                        <a:pt x="5782" y="113"/>
                        <a:pt x="5766" y="113"/>
                      </a:cubicBezTo>
                      <a:cubicBezTo>
                        <a:pt x="5760" y="113"/>
                        <a:pt x="5755" y="111"/>
                        <a:pt x="5751" y="108"/>
                      </a:cubicBezTo>
                      <a:cubicBezTo>
                        <a:pt x="5096" y="394"/>
                        <a:pt x="4441" y="644"/>
                        <a:pt x="3763" y="858"/>
                      </a:cubicBezTo>
                      <a:cubicBezTo>
                        <a:pt x="3465" y="941"/>
                        <a:pt x="3156" y="1013"/>
                        <a:pt x="2846" y="1096"/>
                      </a:cubicBezTo>
                      <a:lnTo>
                        <a:pt x="1120" y="1822"/>
                      </a:lnTo>
                      <a:cubicBezTo>
                        <a:pt x="786" y="2001"/>
                        <a:pt x="465" y="2144"/>
                        <a:pt x="108" y="2251"/>
                      </a:cubicBezTo>
                      <a:lnTo>
                        <a:pt x="0" y="2358"/>
                      </a:lnTo>
                      <a:lnTo>
                        <a:pt x="2096" y="3477"/>
                      </a:lnTo>
                      <a:cubicBezTo>
                        <a:pt x="3275" y="4049"/>
                        <a:pt x="4441" y="4644"/>
                        <a:pt x="5608" y="5204"/>
                      </a:cubicBezTo>
                      <a:cubicBezTo>
                        <a:pt x="6561" y="5644"/>
                        <a:pt x="7537" y="6109"/>
                        <a:pt x="8466" y="6585"/>
                      </a:cubicBezTo>
                      <a:cubicBezTo>
                        <a:pt x="8859" y="6787"/>
                        <a:pt x="9263" y="6990"/>
                        <a:pt x="9644" y="7192"/>
                      </a:cubicBezTo>
                      <a:cubicBezTo>
                        <a:pt x="9763" y="7252"/>
                        <a:pt x="9906" y="7311"/>
                        <a:pt x="10037" y="7371"/>
                      </a:cubicBezTo>
                      <a:cubicBezTo>
                        <a:pt x="9990" y="7299"/>
                        <a:pt x="9954" y="7228"/>
                        <a:pt x="9930" y="7145"/>
                      </a:cubicBezTo>
                      <a:lnTo>
                        <a:pt x="7263" y="2180"/>
                      </a:lnTo>
                      <a:cubicBezTo>
                        <a:pt x="7180" y="2025"/>
                        <a:pt x="7085" y="1870"/>
                        <a:pt x="7001" y="1715"/>
                      </a:cubicBezTo>
                      <a:cubicBezTo>
                        <a:pt x="6668" y="1156"/>
                        <a:pt x="6251" y="644"/>
                        <a:pt x="602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7" name="Google Shape;1367;p39"/>
                <p:cNvSpPr/>
                <p:nvPr/>
              </p:nvSpPr>
              <p:spPr>
                <a:xfrm>
                  <a:off x="6052760" y="4324598"/>
                  <a:ext cx="142483" cy="155663"/>
                </a:xfrm>
                <a:custGeom>
                  <a:rect b="b" l="l" r="r" t="t"/>
                  <a:pathLst>
                    <a:path extrusionOk="0" h="4996" w="4573">
                      <a:moveTo>
                        <a:pt x="3761" y="1"/>
                      </a:moveTo>
                      <a:cubicBezTo>
                        <a:pt x="3757" y="1"/>
                        <a:pt x="3753" y="3"/>
                        <a:pt x="3751" y="7"/>
                      </a:cubicBezTo>
                      <a:cubicBezTo>
                        <a:pt x="3743" y="17"/>
                        <a:pt x="3735" y="28"/>
                        <a:pt x="3726" y="38"/>
                      </a:cubicBezTo>
                      <a:lnTo>
                        <a:pt x="3726" y="38"/>
                      </a:lnTo>
                      <a:cubicBezTo>
                        <a:pt x="3749" y="37"/>
                        <a:pt x="3771" y="37"/>
                        <a:pt x="3793" y="37"/>
                      </a:cubicBezTo>
                      <a:lnTo>
                        <a:pt x="3793" y="37"/>
                      </a:lnTo>
                      <a:cubicBezTo>
                        <a:pt x="3794" y="43"/>
                        <a:pt x="3792" y="50"/>
                        <a:pt x="3787" y="55"/>
                      </a:cubicBezTo>
                      <a:cubicBezTo>
                        <a:pt x="3084" y="984"/>
                        <a:pt x="2477" y="1972"/>
                        <a:pt x="1834" y="2960"/>
                      </a:cubicBezTo>
                      <a:cubicBezTo>
                        <a:pt x="1489" y="3484"/>
                        <a:pt x="941" y="4079"/>
                        <a:pt x="667" y="4698"/>
                      </a:cubicBezTo>
                      <a:lnTo>
                        <a:pt x="929" y="4591"/>
                      </a:lnTo>
                      <a:cubicBezTo>
                        <a:pt x="1024" y="4555"/>
                        <a:pt x="1120" y="4508"/>
                        <a:pt x="1227" y="4460"/>
                      </a:cubicBezTo>
                      <a:cubicBezTo>
                        <a:pt x="1798" y="3734"/>
                        <a:pt x="2275" y="2912"/>
                        <a:pt x="2846" y="2174"/>
                      </a:cubicBezTo>
                      <a:cubicBezTo>
                        <a:pt x="3203" y="1722"/>
                        <a:pt x="3584" y="1293"/>
                        <a:pt x="3965" y="841"/>
                      </a:cubicBezTo>
                      <a:cubicBezTo>
                        <a:pt x="4168" y="579"/>
                        <a:pt x="4358" y="293"/>
                        <a:pt x="4572" y="7"/>
                      </a:cubicBezTo>
                      <a:lnTo>
                        <a:pt x="4572" y="7"/>
                      </a:lnTo>
                      <a:cubicBezTo>
                        <a:pt x="4313" y="21"/>
                        <a:pt x="4053" y="31"/>
                        <a:pt x="3793" y="37"/>
                      </a:cubicBezTo>
                      <a:lnTo>
                        <a:pt x="3793" y="37"/>
                      </a:lnTo>
                      <a:cubicBezTo>
                        <a:pt x="3792" y="19"/>
                        <a:pt x="3774" y="1"/>
                        <a:pt x="3761" y="1"/>
                      </a:cubicBezTo>
                      <a:close/>
                      <a:moveTo>
                        <a:pt x="3726" y="38"/>
                      </a:moveTo>
                      <a:lnTo>
                        <a:pt x="3726" y="38"/>
                      </a:lnTo>
                      <a:cubicBezTo>
                        <a:pt x="3556" y="41"/>
                        <a:pt x="3386" y="43"/>
                        <a:pt x="3215" y="43"/>
                      </a:cubicBezTo>
                      <a:cubicBezTo>
                        <a:pt x="2834" y="460"/>
                        <a:pt x="2560" y="984"/>
                        <a:pt x="2275" y="1484"/>
                      </a:cubicBezTo>
                      <a:cubicBezTo>
                        <a:pt x="1965" y="2031"/>
                        <a:pt x="1644" y="2567"/>
                        <a:pt x="1310" y="3091"/>
                      </a:cubicBezTo>
                      <a:cubicBezTo>
                        <a:pt x="965" y="3674"/>
                        <a:pt x="524" y="4508"/>
                        <a:pt x="0" y="4996"/>
                      </a:cubicBezTo>
                      <a:cubicBezTo>
                        <a:pt x="36" y="4984"/>
                        <a:pt x="48" y="4984"/>
                        <a:pt x="72" y="4972"/>
                      </a:cubicBezTo>
                      <a:lnTo>
                        <a:pt x="477" y="4782"/>
                      </a:lnTo>
                      <a:cubicBezTo>
                        <a:pt x="703" y="4103"/>
                        <a:pt x="1382" y="3401"/>
                        <a:pt x="1727" y="2889"/>
                      </a:cubicBezTo>
                      <a:cubicBezTo>
                        <a:pt x="2363" y="1912"/>
                        <a:pt x="3010" y="934"/>
                        <a:pt x="3726" y="3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8" name="Google Shape;1368;p39"/>
                <p:cNvSpPr/>
                <p:nvPr/>
              </p:nvSpPr>
              <p:spPr>
                <a:xfrm>
                  <a:off x="5902145" y="4324068"/>
                  <a:ext cx="22278" cy="30067"/>
                </a:xfrm>
                <a:custGeom>
                  <a:rect b="b" l="l" r="r" t="t"/>
                  <a:pathLst>
                    <a:path extrusionOk="0" h="965" w="715">
                      <a:moveTo>
                        <a:pt x="477" y="0"/>
                      </a:moveTo>
                      <a:cubicBezTo>
                        <a:pt x="358" y="143"/>
                        <a:pt x="262" y="310"/>
                        <a:pt x="179" y="477"/>
                      </a:cubicBezTo>
                      <a:cubicBezTo>
                        <a:pt x="120" y="596"/>
                        <a:pt x="60" y="727"/>
                        <a:pt x="1" y="858"/>
                      </a:cubicBezTo>
                      <a:lnTo>
                        <a:pt x="1" y="965"/>
                      </a:lnTo>
                      <a:cubicBezTo>
                        <a:pt x="84" y="822"/>
                        <a:pt x="191" y="667"/>
                        <a:pt x="286" y="536"/>
                      </a:cubicBezTo>
                      <a:cubicBezTo>
                        <a:pt x="417" y="346"/>
                        <a:pt x="560" y="179"/>
                        <a:pt x="71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9" name="Google Shape;1369;p39"/>
                <p:cNvSpPr/>
                <p:nvPr/>
              </p:nvSpPr>
              <p:spPr>
                <a:xfrm>
                  <a:off x="6141061" y="4545536"/>
                  <a:ext cx="88300" cy="167721"/>
                </a:xfrm>
                <a:custGeom>
                  <a:rect b="b" l="l" r="r" t="t"/>
                  <a:pathLst>
                    <a:path extrusionOk="0" h="5383" w="2834">
                      <a:moveTo>
                        <a:pt x="0" y="0"/>
                      </a:moveTo>
                      <a:lnTo>
                        <a:pt x="976" y="1834"/>
                      </a:lnTo>
                      <a:cubicBezTo>
                        <a:pt x="1346" y="2537"/>
                        <a:pt x="1798" y="3215"/>
                        <a:pt x="2155" y="3953"/>
                      </a:cubicBezTo>
                      <a:cubicBezTo>
                        <a:pt x="2286" y="4215"/>
                        <a:pt x="2393" y="4489"/>
                        <a:pt x="2512" y="4751"/>
                      </a:cubicBezTo>
                      <a:cubicBezTo>
                        <a:pt x="2620" y="4965"/>
                        <a:pt x="2703" y="5156"/>
                        <a:pt x="2810" y="5358"/>
                      </a:cubicBezTo>
                      <a:cubicBezTo>
                        <a:pt x="2822" y="5358"/>
                        <a:pt x="2822" y="5382"/>
                        <a:pt x="2834" y="5382"/>
                      </a:cubicBezTo>
                      <a:cubicBezTo>
                        <a:pt x="2655" y="4668"/>
                        <a:pt x="2322" y="4037"/>
                        <a:pt x="1977" y="3394"/>
                      </a:cubicBezTo>
                      <a:cubicBezTo>
                        <a:pt x="1643" y="2787"/>
                        <a:pt x="1381" y="2120"/>
                        <a:pt x="1012" y="1524"/>
                      </a:cubicBezTo>
                      <a:cubicBezTo>
                        <a:pt x="691" y="1001"/>
                        <a:pt x="357" y="501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0" name="Google Shape;1370;p39"/>
                <p:cNvSpPr/>
                <p:nvPr/>
              </p:nvSpPr>
              <p:spPr>
                <a:xfrm>
                  <a:off x="5942214" y="4326655"/>
                  <a:ext cx="146191" cy="187381"/>
                </a:xfrm>
                <a:custGeom>
                  <a:rect b="b" l="l" r="r" t="t"/>
                  <a:pathLst>
                    <a:path extrusionOk="0" h="6014" w="4692">
                      <a:moveTo>
                        <a:pt x="4263" y="1"/>
                      </a:moveTo>
                      <a:cubicBezTo>
                        <a:pt x="4191" y="120"/>
                        <a:pt x="4037" y="453"/>
                        <a:pt x="3977" y="560"/>
                      </a:cubicBezTo>
                      <a:cubicBezTo>
                        <a:pt x="3894" y="691"/>
                        <a:pt x="3787" y="834"/>
                        <a:pt x="3691" y="977"/>
                      </a:cubicBezTo>
                      <a:lnTo>
                        <a:pt x="3072" y="1906"/>
                      </a:lnTo>
                      <a:cubicBezTo>
                        <a:pt x="2703" y="2477"/>
                        <a:pt x="2310" y="3025"/>
                        <a:pt x="1894" y="3561"/>
                      </a:cubicBezTo>
                      <a:cubicBezTo>
                        <a:pt x="1417" y="4192"/>
                        <a:pt x="893" y="4787"/>
                        <a:pt x="405" y="5406"/>
                      </a:cubicBezTo>
                      <a:cubicBezTo>
                        <a:pt x="274" y="5573"/>
                        <a:pt x="155" y="5823"/>
                        <a:pt x="0" y="6013"/>
                      </a:cubicBezTo>
                      <a:cubicBezTo>
                        <a:pt x="119" y="5978"/>
                        <a:pt x="227" y="5942"/>
                        <a:pt x="346" y="5894"/>
                      </a:cubicBezTo>
                      <a:cubicBezTo>
                        <a:pt x="596" y="5561"/>
                        <a:pt x="881" y="5240"/>
                        <a:pt x="1155" y="4906"/>
                      </a:cubicBezTo>
                      <a:cubicBezTo>
                        <a:pt x="1572" y="4358"/>
                        <a:pt x="1953" y="3799"/>
                        <a:pt x="2358" y="3251"/>
                      </a:cubicBezTo>
                      <a:cubicBezTo>
                        <a:pt x="3144" y="2180"/>
                        <a:pt x="3906" y="1072"/>
                        <a:pt x="469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1" name="Google Shape;1371;p39"/>
                <p:cNvSpPr/>
                <p:nvPr/>
              </p:nvSpPr>
              <p:spPr>
                <a:xfrm>
                  <a:off x="5982282" y="4325907"/>
                  <a:ext cx="136906" cy="176632"/>
                </a:xfrm>
                <a:custGeom>
                  <a:rect b="b" l="l" r="r" t="t"/>
                  <a:pathLst>
                    <a:path extrusionOk="0" h="5669" w="4394">
                      <a:moveTo>
                        <a:pt x="3953" y="1"/>
                      </a:moveTo>
                      <a:cubicBezTo>
                        <a:pt x="3846" y="299"/>
                        <a:pt x="3596" y="561"/>
                        <a:pt x="3453" y="787"/>
                      </a:cubicBezTo>
                      <a:cubicBezTo>
                        <a:pt x="3048" y="1370"/>
                        <a:pt x="2632" y="1918"/>
                        <a:pt x="2215" y="2466"/>
                      </a:cubicBezTo>
                      <a:cubicBezTo>
                        <a:pt x="1786" y="3049"/>
                        <a:pt x="1405" y="3656"/>
                        <a:pt x="1000" y="4252"/>
                      </a:cubicBezTo>
                      <a:cubicBezTo>
                        <a:pt x="667" y="4728"/>
                        <a:pt x="298" y="5180"/>
                        <a:pt x="0" y="5668"/>
                      </a:cubicBezTo>
                      <a:cubicBezTo>
                        <a:pt x="131" y="5633"/>
                        <a:pt x="262" y="5609"/>
                        <a:pt x="405" y="5561"/>
                      </a:cubicBezTo>
                      <a:cubicBezTo>
                        <a:pt x="1108" y="4954"/>
                        <a:pt x="1620" y="3930"/>
                        <a:pt x="2191" y="3168"/>
                      </a:cubicBezTo>
                      <a:cubicBezTo>
                        <a:pt x="2965" y="2144"/>
                        <a:pt x="3667" y="1049"/>
                        <a:pt x="4394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2" name="Google Shape;1372;p39"/>
                <p:cNvSpPr/>
                <p:nvPr/>
              </p:nvSpPr>
              <p:spPr>
                <a:xfrm>
                  <a:off x="5960378" y="4326655"/>
                  <a:ext cx="140645" cy="181430"/>
                </a:xfrm>
                <a:custGeom>
                  <a:rect b="b" l="l" r="r" t="t"/>
                  <a:pathLst>
                    <a:path extrusionOk="0" h="5823" w="4514">
                      <a:moveTo>
                        <a:pt x="4192" y="1"/>
                      </a:moveTo>
                      <a:cubicBezTo>
                        <a:pt x="3537" y="1037"/>
                        <a:pt x="2835" y="2049"/>
                        <a:pt x="2108" y="3037"/>
                      </a:cubicBezTo>
                      <a:cubicBezTo>
                        <a:pt x="1703" y="3596"/>
                        <a:pt x="1299" y="4156"/>
                        <a:pt x="894" y="4704"/>
                      </a:cubicBezTo>
                      <a:cubicBezTo>
                        <a:pt x="620" y="5097"/>
                        <a:pt x="287" y="5442"/>
                        <a:pt x="1" y="5823"/>
                      </a:cubicBezTo>
                      <a:cubicBezTo>
                        <a:pt x="168" y="5775"/>
                        <a:pt x="346" y="5740"/>
                        <a:pt x="513" y="5692"/>
                      </a:cubicBezTo>
                      <a:cubicBezTo>
                        <a:pt x="775" y="5228"/>
                        <a:pt x="1108" y="4823"/>
                        <a:pt x="1418" y="4394"/>
                      </a:cubicBezTo>
                      <a:cubicBezTo>
                        <a:pt x="1787" y="3870"/>
                        <a:pt x="2120" y="3323"/>
                        <a:pt x="2489" y="2823"/>
                      </a:cubicBezTo>
                      <a:cubicBezTo>
                        <a:pt x="2906" y="2263"/>
                        <a:pt x="3335" y="1727"/>
                        <a:pt x="3739" y="1180"/>
                      </a:cubicBezTo>
                      <a:cubicBezTo>
                        <a:pt x="3787" y="1120"/>
                        <a:pt x="4263" y="346"/>
                        <a:pt x="451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3" name="Google Shape;1373;p39"/>
                <p:cNvSpPr/>
                <p:nvPr/>
              </p:nvSpPr>
              <p:spPr>
                <a:xfrm>
                  <a:off x="5918472" y="4524380"/>
                  <a:ext cx="25985" cy="13398"/>
                </a:xfrm>
                <a:custGeom>
                  <a:rect b="b" l="l" r="r" t="t"/>
                  <a:pathLst>
                    <a:path extrusionOk="0" h="430" w="834">
                      <a:moveTo>
                        <a:pt x="834" y="1"/>
                      </a:moveTo>
                      <a:cubicBezTo>
                        <a:pt x="536" y="96"/>
                        <a:pt x="262" y="251"/>
                        <a:pt x="0" y="429"/>
                      </a:cubicBezTo>
                      <a:lnTo>
                        <a:pt x="358" y="287"/>
                      </a:lnTo>
                      <a:cubicBezTo>
                        <a:pt x="512" y="191"/>
                        <a:pt x="679" y="120"/>
                        <a:pt x="834" y="25"/>
                      </a:cubicBezTo>
                      <a:lnTo>
                        <a:pt x="834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4" name="Google Shape;1374;p39"/>
                <p:cNvSpPr/>
                <p:nvPr/>
              </p:nvSpPr>
              <p:spPr>
                <a:xfrm>
                  <a:off x="6125108" y="4323321"/>
                  <a:ext cx="119115" cy="125783"/>
                </a:xfrm>
                <a:custGeom>
                  <a:rect b="b" l="l" r="r" t="t"/>
                  <a:pathLst>
                    <a:path extrusionOk="0" h="4037" w="3823">
                      <a:moveTo>
                        <a:pt x="3822" y="1"/>
                      </a:moveTo>
                      <a:cubicBezTo>
                        <a:pt x="3513" y="24"/>
                        <a:pt x="3191" y="24"/>
                        <a:pt x="2870" y="36"/>
                      </a:cubicBezTo>
                      <a:cubicBezTo>
                        <a:pt x="2322" y="739"/>
                        <a:pt x="1774" y="1417"/>
                        <a:pt x="1238" y="2120"/>
                      </a:cubicBezTo>
                      <a:cubicBezTo>
                        <a:pt x="786" y="2727"/>
                        <a:pt x="429" y="3418"/>
                        <a:pt x="0" y="4037"/>
                      </a:cubicBezTo>
                      <a:cubicBezTo>
                        <a:pt x="84" y="4013"/>
                        <a:pt x="167" y="3965"/>
                        <a:pt x="250" y="3930"/>
                      </a:cubicBezTo>
                      <a:cubicBezTo>
                        <a:pt x="560" y="3275"/>
                        <a:pt x="1084" y="2775"/>
                        <a:pt x="1512" y="2227"/>
                      </a:cubicBezTo>
                      <a:cubicBezTo>
                        <a:pt x="2096" y="1477"/>
                        <a:pt x="2739" y="775"/>
                        <a:pt x="3310" y="36"/>
                      </a:cubicBezTo>
                      <a:cubicBezTo>
                        <a:pt x="3316" y="28"/>
                        <a:pt x="3323" y="24"/>
                        <a:pt x="3330" y="24"/>
                      </a:cubicBezTo>
                      <a:cubicBezTo>
                        <a:pt x="3352" y="24"/>
                        <a:pt x="3373" y="60"/>
                        <a:pt x="3346" y="96"/>
                      </a:cubicBezTo>
                      <a:cubicBezTo>
                        <a:pt x="2453" y="1358"/>
                        <a:pt x="1274" y="2477"/>
                        <a:pt x="488" y="3834"/>
                      </a:cubicBezTo>
                      <a:lnTo>
                        <a:pt x="798" y="3692"/>
                      </a:lnTo>
                      <a:cubicBezTo>
                        <a:pt x="857" y="3680"/>
                        <a:pt x="905" y="3656"/>
                        <a:pt x="953" y="3632"/>
                      </a:cubicBezTo>
                      <a:cubicBezTo>
                        <a:pt x="1310" y="3072"/>
                        <a:pt x="1750" y="2560"/>
                        <a:pt x="2155" y="2084"/>
                      </a:cubicBezTo>
                      <a:cubicBezTo>
                        <a:pt x="2715" y="1417"/>
                        <a:pt x="3251" y="751"/>
                        <a:pt x="3786" y="108"/>
                      </a:cubicBezTo>
                      <a:cubicBezTo>
                        <a:pt x="3798" y="72"/>
                        <a:pt x="3810" y="36"/>
                        <a:pt x="382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5" name="Google Shape;1375;p39"/>
                <p:cNvSpPr/>
                <p:nvPr/>
              </p:nvSpPr>
              <p:spPr>
                <a:xfrm>
                  <a:off x="6138444" y="4328804"/>
                  <a:ext cx="1153" cy="2898"/>
                </a:xfrm>
                <a:custGeom>
                  <a:rect b="b" l="l" r="r" t="t"/>
                  <a:pathLst>
                    <a:path extrusionOk="0" h="93" w="37">
                      <a:moveTo>
                        <a:pt x="19" y="0"/>
                      </a:moveTo>
                      <a:cubicBezTo>
                        <a:pt x="10" y="0"/>
                        <a:pt x="1" y="9"/>
                        <a:pt x="1" y="27"/>
                      </a:cubicBezTo>
                      <a:lnTo>
                        <a:pt x="1" y="75"/>
                      </a:lnTo>
                      <a:cubicBezTo>
                        <a:pt x="1" y="87"/>
                        <a:pt x="10" y="93"/>
                        <a:pt x="19" y="93"/>
                      </a:cubicBezTo>
                      <a:cubicBezTo>
                        <a:pt x="28" y="93"/>
                        <a:pt x="37" y="87"/>
                        <a:pt x="37" y="75"/>
                      </a:cubicBezTo>
                      <a:lnTo>
                        <a:pt x="37" y="27"/>
                      </a:lnTo>
                      <a:cubicBezTo>
                        <a:pt x="37" y="9"/>
                        <a:pt x="28" y="0"/>
                        <a:pt x="1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6" name="Google Shape;1376;p39"/>
                <p:cNvSpPr/>
                <p:nvPr/>
              </p:nvSpPr>
              <p:spPr>
                <a:xfrm>
                  <a:off x="2477001" y="3765757"/>
                  <a:ext cx="3961240" cy="549805"/>
                </a:xfrm>
                <a:custGeom>
                  <a:rect b="b" l="l" r="r" t="t"/>
                  <a:pathLst>
                    <a:path extrusionOk="0" h="17646" w="127136">
                      <a:moveTo>
                        <a:pt x="13549" y="1"/>
                      </a:moveTo>
                      <a:lnTo>
                        <a:pt x="13549" y="382"/>
                      </a:lnTo>
                      <a:cubicBezTo>
                        <a:pt x="13549" y="1870"/>
                        <a:pt x="13466" y="3346"/>
                        <a:pt x="13383" y="4835"/>
                      </a:cubicBezTo>
                      <a:lnTo>
                        <a:pt x="13383" y="9680"/>
                      </a:lnTo>
                      <a:lnTo>
                        <a:pt x="13430" y="10442"/>
                      </a:lnTo>
                      <a:cubicBezTo>
                        <a:pt x="13442" y="10728"/>
                        <a:pt x="13561" y="11573"/>
                        <a:pt x="13383" y="11990"/>
                      </a:cubicBezTo>
                      <a:lnTo>
                        <a:pt x="13383" y="12050"/>
                      </a:lnTo>
                      <a:lnTo>
                        <a:pt x="13347" y="12050"/>
                      </a:lnTo>
                      <a:cubicBezTo>
                        <a:pt x="13323" y="12097"/>
                        <a:pt x="13288" y="12121"/>
                        <a:pt x="13264" y="12157"/>
                      </a:cubicBezTo>
                      <a:cubicBezTo>
                        <a:pt x="13253" y="12223"/>
                        <a:pt x="13180" y="12289"/>
                        <a:pt x="13104" y="12289"/>
                      </a:cubicBezTo>
                      <a:cubicBezTo>
                        <a:pt x="13097" y="12289"/>
                        <a:pt x="13091" y="12289"/>
                        <a:pt x="13085" y="12288"/>
                      </a:cubicBezTo>
                      <a:cubicBezTo>
                        <a:pt x="13014" y="12276"/>
                        <a:pt x="12918" y="12264"/>
                        <a:pt x="12847" y="12240"/>
                      </a:cubicBezTo>
                      <a:cubicBezTo>
                        <a:pt x="12847" y="12240"/>
                        <a:pt x="12835" y="12264"/>
                        <a:pt x="12811" y="12264"/>
                      </a:cubicBezTo>
                      <a:cubicBezTo>
                        <a:pt x="12311" y="12597"/>
                        <a:pt x="11716" y="12764"/>
                        <a:pt x="11132" y="12931"/>
                      </a:cubicBezTo>
                      <a:lnTo>
                        <a:pt x="119" y="17408"/>
                      </a:lnTo>
                      <a:cubicBezTo>
                        <a:pt x="72" y="17431"/>
                        <a:pt x="36" y="17455"/>
                        <a:pt x="0" y="17467"/>
                      </a:cubicBezTo>
                      <a:cubicBezTo>
                        <a:pt x="488" y="17467"/>
                        <a:pt x="1000" y="17574"/>
                        <a:pt x="1488" y="17646"/>
                      </a:cubicBezTo>
                      <a:lnTo>
                        <a:pt x="10251" y="17646"/>
                      </a:lnTo>
                      <a:cubicBezTo>
                        <a:pt x="10716" y="17634"/>
                        <a:pt x="11192" y="17622"/>
                        <a:pt x="11656" y="17586"/>
                      </a:cubicBezTo>
                      <a:cubicBezTo>
                        <a:pt x="15764" y="17431"/>
                        <a:pt x="19884" y="17491"/>
                        <a:pt x="23991" y="17455"/>
                      </a:cubicBezTo>
                      <a:cubicBezTo>
                        <a:pt x="24523" y="17452"/>
                        <a:pt x="25055" y="17451"/>
                        <a:pt x="25587" y="17451"/>
                      </a:cubicBezTo>
                      <a:cubicBezTo>
                        <a:pt x="29205" y="17451"/>
                        <a:pt x="32809" y="17520"/>
                        <a:pt x="36421" y="17634"/>
                      </a:cubicBezTo>
                      <a:lnTo>
                        <a:pt x="105847" y="17634"/>
                      </a:lnTo>
                      <a:cubicBezTo>
                        <a:pt x="107085" y="17610"/>
                        <a:pt x="108323" y="17562"/>
                        <a:pt x="109550" y="17527"/>
                      </a:cubicBezTo>
                      <a:cubicBezTo>
                        <a:pt x="109803" y="17524"/>
                        <a:pt x="110055" y="17522"/>
                        <a:pt x="110308" y="17522"/>
                      </a:cubicBezTo>
                      <a:cubicBezTo>
                        <a:pt x="112110" y="17522"/>
                        <a:pt x="113898" y="17589"/>
                        <a:pt x="115705" y="17610"/>
                      </a:cubicBezTo>
                      <a:cubicBezTo>
                        <a:pt x="116991" y="17610"/>
                        <a:pt x="118289" y="17574"/>
                        <a:pt x="119587" y="17527"/>
                      </a:cubicBezTo>
                      <a:cubicBezTo>
                        <a:pt x="119598" y="17503"/>
                        <a:pt x="119634" y="17467"/>
                        <a:pt x="119646" y="17455"/>
                      </a:cubicBezTo>
                      <a:cubicBezTo>
                        <a:pt x="119650" y="17452"/>
                        <a:pt x="119653" y="17450"/>
                        <a:pt x="119656" y="17450"/>
                      </a:cubicBezTo>
                      <a:cubicBezTo>
                        <a:pt x="119663" y="17450"/>
                        <a:pt x="119666" y="17459"/>
                        <a:pt x="119658" y="17467"/>
                      </a:cubicBezTo>
                      <a:cubicBezTo>
                        <a:pt x="119646" y="17491"/>
                        <a:pt x="119634" y="17515"/>
                        <a:pt x="119610" y="17527"/>
                      </a:cubicBezTo>
                      <a:cubicBezTo>
                        <a:pt x="120384" y="17503"/>
                        <a:pt x="121158" y="17467"/>
                        <a:pt x="121956" y="17455"/>
                      </a:cubicBezTo>
                      <a:cubicBezTo>
                        <a:pt x="122412" y="17439"/>
                        <a:pt x="122866" y="17432"/>
                        <a:pt x="123318" y="17432"/>
                      </a:cubicBezTo>
                      <a:cubicBezTo>
                        <a:pt x="124554" y="17432"/>
                        <a:pt x="125782" y="17487"/>
                        <a:pt x="127028" y="17574"/>
                      </a:cubicBezTo>
                      <a:cubicBezTo>
                        <a:pt x="127135" y="16872"/>
                        <a:pt x="126873" y="16098"/>
                        <a:pt x="126837" y="15407"/>
                      </a:cubicBezTo>
                      <a:cubicBezTo>
                        <a:pt x="126790" y="14610"/>
                        <a:pt x="126802" y="13764"/>
                        <a:pt x="126826" y="12907"/>
                      </a:cubicBezTo>
                      <a:cubicBezTo>
                        <a:pt x="126837" y="11204"/>
                        <a:pt x="126861" y="9526"/>
                        <a:pt x="126885" y="7823"/>
                      </a:cubicBezTo>
                      <a:cubicBezTo>
                        <a:pt x="126885" y="6716"/>
                        <a:pt x="126956" y="5608"/>
                        <a:pt x="126980" y="4489"/>
                      </a:cubicBezTo>
                      <a:cubicBezTo>
                        <a:pt x="126968" y="3739"/>
                        <a:pt x="126945" y="2989"/>
                        <a:pt x="126885" y="2227"/>
                      </a:cubicBezTo>
                      <a:cubicBezTo>
                        <a:pt x="126837" y="1608"/>
                        <a:pt x="126897" y="965"/>
                        <a:pt x="126766" y="334"/>
                      </a:cubicBezTo>
                      <a:cubicBezTo>
                        <a:pt x="125159" y="310"/>
                        <a:pt x="123551" y="132"/>
                        <a:pt x="121944" y="13"/>
                      </a:cubicBezTo>
                      <a:lnTo>
                        <a:pt x="109990" y="13"/>
                      </a:lnTo>
                      <a:cubicBezTo>
                        <a:pt x="109038" y="60"/>
                        <a:pt x="108085" y="132"/>
                        <a:pt x="107133" y="155"/>
                      </a:cubicBezTo>
                      <a:cubicBezTo>
                        <a:pt x="106723" y="171"/>
                        <a:pt x="101843" y="177"/>
                        <a:pt x="94801" y="177"/>
                      </a:cubicBezTo>
                      <a:cubicBezTo>
                        <a:pt x="74595" y="177"/>
                        <a:pt x="36599" y="128"/>
                        <a:pt x="35433" y="120"/>
                      </a:cubicBezTo>
                      <a:cubicBezTo>
                        <a:pt x="35355" y="118"/>
                        <a:pt x="35277" y="118"/>
                        <a:pt x="35200" y="118"/>
                      </a:cubicBezTo>
                      <a:cubicBezTo>
                        <a:pt x="33719" y="118"/>
                        <a:pt x="32248" y="323"/>
                        <a:pt x="30766" y="334"/>
                      </a:cubicBezTo>
                      <a:cubicBezTo>
                        <a:pt x="30626" y="336"/>
                        <a:pt x="30487" y="337"/>
                        <a:pt x="30347" y="337"/>
                      </a:cubicBezTo>
                      <a:cubicBezTo>
                        <a:pt x="28951" y="337"/>
                        <a:pt x="27554" y="239"/>
                        <a:pt x="26158" y="239"/>
                      </a:cubicBezTo>
                      <a:cubicBezTo>
                        <a:pt x="24527" y="251"/>
                        <a:pt x="22908" y="298"/>
                        <a:pt x="21289" y="310"/>
                      </a:cubicBezTo>
                      <a:cubicBezTo>
                        <a:pt x="21252" y="310"/>
                        <a:pt x="21216" y="311"/>
                        <a:pt x="21180" y="311"/>
                      </a:cubicBezTo>
                      <a:cubicBezTo>
                        <a:pt x="20036" y="311"/>
                        <a:pt x="18893" y="170"/>
                        <a:pt x="17750" y="170"/>
                      </a:cubicBezTo>
                      <a:cubicBezTo>
                        <a:pt x="17453" y="170"/>
                        <a:pt x="17156" y="179"/>
                        <a:pt x="16859" y="203"/>
                      </a:cubicBezTo>
                      <a:cubicBezTo>
                        <a:pt x="16474" y="233"/>
                        <a:pt x="16080" y="276"/>
                        <a:pt x="15688" y="276"/>
                      </a:cubicBezTo>
                      <a:cubicBezTo>
                        <a:pt x="15450" y="276"/>
                        <a:pt x="15212" y="260"/>
                        <a:pt x="14978" y="215"/>
                      </a:cubicBezTo>
                      <a:cubicBezTo>
                        <a:pt x="14704" y="179"/>
                        <a:pt x="14395" y="60"/>
                        <a:pt x="1409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7" name="Google Shape;1377;p39"/>
                <p:cNvSpPr/>
                <p:nvPr/>
              </p:nvSpPr>
              <p:spPr>
                <a:xfrm>
                  <a:off x="721556" y="3569870"/>
                  <a:ext cx="5736688" cy="1162611"/>
                </a:xfrm>
                <a:custGeom>
                  <a:rect b="b" l="l" r="r" t="t"/>
                  <a:pathLst>
                    <a:path extrusionOk="0" h="37314" w="184119">
                      <a:moveTo>
                        <a:pt x="50412" y="346"/>
                      </a:moveTo>
                      <a:cubicBezTo>
                        <a:pt x="50829" y="346"/>
                        <a:pt x="51221" y="358"/>
                        <a:pt x="51638" y="406"/>
                      </a:cubicBezTo>
                      <a:lnTo>
                        <a:pt x="48828" y="406"/>
                      </a:lnTo>
                      <a:cubicBezTo>
                        <a:pt x="49352" y="382"/>
                        <a:pt x="49888" y="346"/>
                        <a:pt x="50412" y="346"/>
                      </a:cubicBezTo>
                      <a:close/>
                      <a:moveTo>
                        <a:pt x="65009" y="561"/>
                      </a:moveTo>
                      <a:cubicBezTo>
                        <a:pt x="64771" y="579"/>
                        <a:pt x="64530" y="582"/>
                        <a:pt x="64289" y="582"/>
                      </a:cubicBezTo>
                      <a:cubicBezTo>
                        <a:pt x="64168" y="582"/>
                        <a:pt x="64047" y="581"/>
                        <a:pt x="63927" y="581"/>
                      </a:cubicBezTo>
                      <a:cubicBezTo>
                        <a:pt x="63807" y="581"/>
                        <a:pt x="63687" y="582"/>
                        <a:pt x="63568" y="585"/>
                      </a:cubicBezTo>
                      <a:cubicBezTo>
                        <a:pt x="63021" y="605"/>
                        <a:pt x="62474" y="613"/>
                        <a:pt x="61930" y="613"/>
                      </a:cubicBezTo>
                      <a:cubicBezTo>
                        <a:pt x="60887" y="613"/>
                        <a:pt x="59850" y="584"/>
                        <a:pt x="58818" y="561"/>
                      </a:cubicBezTo>
                      <a:close/>
                      <a:moveTo>
                        <a:pt x="69843" y="739"/>
                      </a:moveTo>
                      <a:lnTo>
                        <a:pt x="69843" y="739"/>
                      </a:lnTo>
                      <a:cubicBezTo>
                        <a:pt x="69855" y="1001"/>
                        <a:pt x="69843" y="1275"/>
                        <a:pt x="69831" y="1549"/>
                      </a:cubicBezTo>
                      <a:cubicBezTo>
                        <a:pt x="69783" y="1275"/>
                        <a:pt x="69759" y="989"/>
                        <a:pt x="69843" y="739"/>
                      </a:cubicBezTo>
                      <a:close/>
                      <a:moveTo>
                        <a:pt x="78249" y="6300"/>
                      </a:moveTo>
                      <a:cubicBezTo>
                        <a:pt x="77759" y="6307"/>
                        <a:pt x="77270" y="6324"/>
                        <a:pt x="76783" y="6324"/>
                      </a:cubicBezTo>
                      <a:cubicBezTo>
                        <a:pt x="76489" y="6324"/>
                        <a:pt x="76195" y="6317"/>
                        <a:pt x="75903" y="6300"/>
                      </a:cubicBezTo>
                      <a:close/>
                      <a:moveTo>
                        <a:pt x="87821" y="6300"/>
                      </a:moveTo>
                      <a:cubicBezTo>
                        <a:pt x="87462" y="6322"/>
                        <a:pt x="87102" y="6331"/>
                        <a:pt x="86742" y="6331"/>
                      </a:cubicBezTo>
                      <a:cubicBezTo>
                        <a:pt x="86328" y="6331"/>
                        <a:pt x="85914" y="6319"/>
                        <a:pt x="85500" y="6300"/>
                      </a:cubicBezTo>
                      <a:close/>
                      <a:moveTo>
                        <a:pt x="183417" y="6633"/>
                      </a:moveTo>
                      <a:cubicBezTo>
                        <a:pt x="183369" y="6752"/>
                        <a:pt x="183345" y="6871"/>
                        <a:pt x="183321" y="6990"/>
                      </a:cubicBezTo>
                      <a:cubicBezTo>
                        <a:pt x="183309" y="6871"/>
                        <a:pt x="183297" y="6752"/>
                        <a:pt x="183262" y="6633"/>
                      </a:cubicBezTo>
                      <a:close/>
                      <a:moveTo>
                        <a:pt x="179" y="16479"/>
                      </a:moveTo>
                      <a:cubicBezTo>
                        <a:pt x="191" y="16825"/>
                        <a:pt x="203" y="17182"/>
                        <a:pt x="179" y="17503"/>
                      </a:cubicBezTo>
                      <a:lnTo>
                        <a:pt x="179" y="16479"/>
                      </a:lnTo>
                      <a:close/>
                      <a:moveTo>
                        <a:pt x="52888" y="561"/>
                      </a:moveTo>
                      <a:cubicBezTo>
                        <a:pt x="53150" y="585"/>
                        <a:pt x="53400" y="620"/>
                        <a:pt x="53638" y="644"/>
                      </a:cubicBezTo>
                      <a:cubicBezTo>
                        <a:pt x="54722" y="763"/>
                        <a:pt x="55793" y="799"/>
                        <a:pt x="56877" y="823"/>
                      </a:cubicBezTo>
                      <a:cubicBezTo>
                        <a:pt x="58528" y="876"/>
                        <a:pt x="60179" y="948"/>
                        <a:pt x="61826" y="948"/>
                      </a:cubicBezTo>
                      <a:cubicBezTo>
                        <a:pt x="62399" y="948"/>
                        <a:pt x="62972" y="939"/>
                        <a:pt x="63544" y="918"/>
                      </a:cubicBezTo>
                      <a:cubicBezTo>
                        <a:pt x="64104" y="894"/>
                        <a:pt x="64652" y="930"/>
                        <a:pt x="65199" y="858"/>
                      </a:cubicBezTo>
                      <a:cubicBezTo>
                        <a:pt x="65711" y="799"/>
                        <a:pt x="66200" y="632"/>
                        <a:pt x="66700" y="596"/>
                      </a:cubicBezTo>
                      <a:cubicBezTo>
                        <a:pt x="66799" y="589"/>
                        <a:pt x="66899" y="586"/>
                        <a:pt x="66998" y="586"/>
                      </a:cubicBezTo>
                      <a:cubicBezTo>
                        <a:pt x="67750" y="586"/>
                        <a:pt x="68496" y="774"/>
                        <a:pt x="69255" y="774"/>
                      </a:cubicBezTo>
                      <a:cubicBezTo>
                        <a:pt x="69355" y="774"/>
                        <a:pt x="69456" y="771"/>
                        <a:pt x="69557" y="763"/>
                      </a:cubicBezTo>
                      <a:lnTo>
                        <a:pt x="69557" y="763"/>
                      </a:lnTo>
                      <a:cubicBezTo>
                        <a:pt x="69402" y="1251"/>
                        <a:pt x="69545" y="1835"/>
                        <a:pt x="69545" y="2359"/>
                      </a:cubicBezTo>
                      <a:cubicBezTo>
                        <a:pt x="69545" y="3132"/>
                        <a:pt x="69533" y="3906"/>
                        <a:pt x="69533" y="4680"/>
                      </a:cubicBezTo>
                      <a:cubicBezTo>
                        <a:pt x="69521" y="4811"/>
                        <a:pt x="69498" y="4942"/>
                        <a:pt x="69498" y="5085"/>
                      </a:cubicBezTo>
                      <a:cubicBezTo>
                        <a:pt x="69378" y="6716"/>
                        <a:pt x="69319" y="8335"/>
                        <a:pt x="69259" y="9979"/>
                      </a:cubicBezTo>
                      <a:cubicBezTo>
                        <a:pt x="69200" y="11598"/>
                        <a:pt x="69128" y="13217"/>
                        <a:pt x="69069" y="14848"/>
                      </a:cubicBezTo>
                      <a:cubicBezTo>
                        <a:pt x="69021" y="15920"/>
                        <a:pt x="69378" y="17182"/>
                        <a:pt x="69105" y="18218"/>
                      </a:cubicBezTo>
                      <a:lnTo>
                        <a:pt x="69045" y="18218"/>
                      </a:lnTo>
                      <a:cubicBezTo>
                        <a:pt x="68855" y="18206"/>
                        <a:pt x="68670" y="18200"/>
                        <a:pt x="68487" y="18200"/>
                      </a:cubicBezTo>
                      <a:cubicBezTo>
                        <a:pt x="68304" y="18200"/>
                        <a:pt x="68122" y="18206"/>
                        <a:pt x="67938" y="18218"/>
                      </a:cubicBezTo>
                      <a:lnTo>
                        <a:pt x="65057" y="18218"/>
                      </a:lnTo>
                      <a:cubicBezTo>
                        <a:pt x="65057" y="18203"/>
                        <a:pt x="65043" y="18193"/>
                        <a:pt x="65030" y="18193"/>
                      </a:cubicBezTo>
                      <a:cubicBezTo>
                        <a:pt x="65021" y="18193"/>
                        <a:pt x="65013" y="18197"/>
                        <a:pt x="65009" y="18206"/>
                      </a:cubicBezTo>
                      <a:lnTo>
                        <a:pt x="64997" y="18218"/>
                      </a:lnTo>
                      <a:lnTo>
                        <a:pt x="56520" y="18218"/>
                      </a:lnTo>
                      <a:cubicBezTo>
                        <a:pt x="56329" y="18206"/>
                        <a:pt x="56127" y="18194"/>
                        <a:pt x="55924" y="18182"/>
                      </a:cubicBezTo>
                      <a:lnTo>
                        <a:pt x="55913" y="18182"/>
                      </a:lnTo>
                      <a:cubicBezTo>
                        <a:pt x="55793" y="18158"/>
                        <a:pt x="55686" y="18158"/>
                        <a:pt x="55567" y="18146"/>
                      </a:cubicBezTo>
                      <a:cubicBezTo>
                        <a:pt x="55561" y="18101"/>
                        <a:pt x="55516" y="18070"/>
                        <a:pt x="55472" y="18070"/>
                      </a:cubicBezTo>
                      <a:cubicBezTo>
                        <a:pt x="55435" y="18070"/>
                        <a:pt x="55400" y="18092"/>
                        <a:pt x="55389" y="18146"/>
                      </a:cubicBezTo>
                      <a:cubicBezTo>
                        <a:pt x="54015" y="18033"/>
                        <a:pt x="52631" y="17919"/>
                        <a:pt x="51235" y="17919"/>
                      </a:cubicBezTo>
                      <a:cubicBezTo>
                        <a:pt x="51167" y="17919"/>
                        <a:pt x="51099" y="17919"/>
                        <a:pt x="51031" y="17920"/>
                      </a:cubicBezTo>
                      <a:cubicBezTo>
                        <a:pt x="48745" y="17956"/>
                        <a:pt x="2584" y="18134"/>
                        <a:pt x="310" y="18194"/>
                      </a:cubicBezTo>
                      <a:cubicBezTo>
                        <a:pt x="608" y="17015"/>
                        <a:pt x="358" y="15646"/>
                        <a:pt x="358" y="14443"/>
                      </a:cubicBezTo>
                      <a:lnTo>
                        <a:pt x="358" y="9443"/>
                      </a:lnTo>
                      <a:cubicBezTo>
                        <a:pt x="358" y="7859"/>
                        <a:pt x="287" y="6288"/>
                        <a:pt x="298" y="4704"/>
                      </a:cubicBezTo>
                      <a:cubicBezTo>
                        <a:pt x="310" y="3371"/>
                        <a:pt x="167" y="1966"/>
                        <a:pt x="346" y="644"/>
                      </a:cubicBezTo>
                      <a:cubicBezTo>
                        <a:pt x="555" y="652"/>
                        <a:pt x="762" y="656"/>
                        <a:pt x="969" y="656"/>
                      </a:cubicBezTo>
                      <a:cubicBezTo>
                        <a:pt x="1647" y="656"/>
                        <a:pt x="2317" y="615"/>
                        <a:pt x="3001" y="561"/>
                      </a:cubicBezTo>
                      <a:close/>
                      <a:moveTo>
                        <a:pt x="69259" y="13729"/>
                      </a:moveTo>
                      <a:cubicBezTo>
                        <a:pt x="69259" y="14312"/>
                        <a:pt x="69283" y="14884"/>
                        <a:pt x="69331" y="15467"/>
                      </a:cubicBezTo>
                      <a:cubicBezTo>
                        <a:pt x="69367" y="15705"/>
                        <a:pt x="69664" y="18194"/>
                        <a:pt x="69450" y="18218"/>
                      </a:cubicBezTo>
                      <a:lnTo>
                        <a:pt x="69259" y="18218"/>
                      </a:lnTo>
                      <a:cubicBezTo>
                        <a:pt x="69486" y="17360"/>
                        <a:pt x="69212" y="16348"/>
                        <a:pt x="69212" y="15479"/>
                      </a:cubicBezTo>
                      <a:cubicBezTo>
                        <a:pt x="69212" y="14908"/>
                        <a:pt x="69236" y="14312"/>
                        <a:pt x="69259" y="13729"/>
                      </a:cubicBezTo>
                      <a:close/>
                      <a:moveTo>
                        <a:pt x="55591" y="18491"/>
                      </a:moveTo>
                      <a:cubicBezTo>
                        <a:pt x="55627" y="18491"/>
                        <a:pt x="55686" y="18503"/>
                        <a:pt x="55734" y="18503"/>
                      </a:cubicBezTo>
                      <a:cubicBezTo>
                        <a:pt x="55686" y="18611"/>
                        <a:pt x="55627" y="18718"/>
                        <a:pt x="55591" y="18813"/>
                      </a:cubicBezTo>
                      <a:lnTo>
                        <a:pt x="55591" y="18670"/>
                      </a:lnTo>
                      <a:lnTo>
                        <a:pt x="55591" y="18491"/>
                      </a:lnTo>
                      <a:close/>
                      <a:moveTo>
                        <a:pt x="68640" y="18515"/>
                      </a:moveTo>
                      <a:cubicBezTo>
                        <a:pt x="68355" y="18646"/>
                        <a:pt x="68057" y="18753"/>
                        <a:pt x="67759" y="18861"/>
                      </a:cubicBezTo>
                      <a:cubicBezTo>
                        <a:pt x="67795" y="18801"/>
                        <a:pt x="67819" y="18718"/>
                        <a:pt x="67831" y="18634"/>
                      </a:cubicBezTo>
                      <a:cubicBezTo>
                        <a:pt x="67854" y="18611"/>
                        <a:pt x="67854" y="18575"/>
                        <a:pt x="67866" y="18551"/>
                      </a:cubicBezTo>
                      <a:cubicBezTo>
                        <a:pt x="68116" y="18527"/>
                        <a:pt x="68390" y="18515"/>
                        <a:pt x="68640" y="18515"/>
                      </a:cubicBezTo>
                      <a:close/>
                      <a:moveTo>
                        <a:pt x="67759" y="18563"/>
                      </a:moveTo>
                      <a:cubicBezTo>
                        <a:pt x="67747" y="18575"/>
                        <a:pt x="67747" y="18611"/>
                        <a:pt x="67724" y="18622"/>
                      </a:cubicBezTo>
                      <a:cubicBezTo>
                        <a:pt x="67700" y="18694"/>
                        <a:pt x="67664" y="18753"/>
                        <a:pt x="67664" y="18825"/>
                      </a:cubicBezTo>
                      <a:cubicBezTo>
                        <a:pt x="67664" y="18849"/>
                        <a:pt x="67688" y="18861"/>
                        <a:pt x="67700" y="18872"/>
                      </a:cubicBezTo>
                      <a:lnTo>
                        <a:pt x="67390" y="18968"/>
                      </a:lnTo>
                      <a:cubicBezTo>
                        <a:pt x="67438" y="18872"/>
                        <a:pt x="67462" y="18777"/>
                        <a:pt x="67497" y="18682"/>
                      </a:cubicBezTo>
                      <a:cubicBezTo>
                        <a:pt x="67509" y="18658"/>
                        <a:pt x="67533" y="18611"/>
                        <a:pt x="67569" y="18575"/>
                      </a:cubicBezTo>
                      <a:cubicBezTo>
                        <a:pt x="67628" y="18575"/>
                        <a:pt x="67700" y="18563"/>
                        <a:pt x="67759" y="18563"/>
                      </a:cubicBezTo>
                      <a:close/>
                      <a:moveTo>
                        <a:pt x="67462" y="18587"/>
                      </a:moveTo>
                      <a:cubicBezTo>
                        <a:pt x="67450" y="18622"/>
                        <a:pt x="67414" y="18646"/>
                        <a:pt x="67402" y="18694"/>
                      </a:cubicBezTo>
                      <a:cubicBezTo>
                        <a:pt x="67343" y="18789"/>
                        <a:pt x="67271" y="18896"/>
                        <a:pt x="67235" y="19015"/>
                      </a:cubicBezTo>
                      <a:cubicBezTo>
                        <a:pt x="67140" y="19039"/>
                        <a:pt x="67021" y="19075"/>
                        <a:pt x="66914" y="19099"/>
                      </a:cubicBezTo>
                      <a:lnTo>
                        <a:pt x="66997" y="18920"/>
                      </a:lnTo>
                      <a:cubicBezTo>
                        <a:pt x="67045" y="18825"/>
                        <a:pt x="67092" y="18730"/>
                        <a:pt x="67057" y="18622"/>
                      </a:cubicBezTo>
                      <a:cubicBezTo>
                        <a:pt x="67200" y="18611"/>
                        <a:pt x="67331" y="18587"/>
                        <a:pt x="67462" y="18587"/>
                      </a:cubicBezTo>
                      <a:close/>
                      <a:moveTo>
                        <a:pt x="66997" y="18622"/>
                      </a:moveTo>
                      <a:cubicBezTo>
                        <a:pt x="66950" y="18718"/>
                        <a:pt x="66914" y="18813"/>
                        <a:pt x="66866" y="18908"/>
                      </a:cubicBezTo>
                      <a:cubicBezTo>
                        <a:pt x="66819" y="18980"/>
                        <a:pt x="66771" y="19075"/>
                        <a:pt x="66735" y="19146"/>
                      </a:cubicBezTo>
                      <a:cubicBezTo>
                        <a:pt x="66652" y="19170"/>
                        <a:pt x="66581" y="19194"/>
                        <a:pt x="66509" y="19218"/>
                      </a:cubicBezTo>
                      <a:cubicBezTo>
                        <a:pt x="66509" y="19210"/>
                        <a:pt x="66487" y="19190"/>
                        <a:pt x="66469" y="19190"/>
                      </a:cubicBezTo>
                      <a:cubicBezTo>
                        <a:pt x="66461" y="19190"/>
                        <a:pt x="66453" y="19195"/>
                        <a:pt x="66450" y="19206"/>
                      </a:cubicBezTo>
                      <a:cubicBezTo>
                        <a:pt x="66438" y="19218"/>
                        <a:pt x="66438" y="19218"/>
                        <a:pt x="66414" y="19218"/>
                      </a:cubicBezTo>
                      <a:cubicBezTo>
                        <a:pt x="66509" y="19027"/>
                        <a:pt x="66616" y="18837"/>
                        <a:pt x="66735" y="18634"/>
                      </a:cubicBezTo>
                      <a:cubicBezTo>
                        <a:pt x="66795" y="18634"/>
                        <a:pt x="66866" y="18634"/>
                        <a:pt x="66926" y="18622"/>
                      </a:cubicBezTo>
                      <a:close/>
                      <a:moveTo>
                        <a:pt x="55793" y="18503"/>
                      </a:moveTo>
                      <a:cubicBezTo>
                        <a:pt x="55889" y="18503"/>
                        <a:pt x="55984" y="18515"/>
                        <a:pt x="56079" y="18515"/>
                      </a:cubicBezTo>
                      <a:cubicBezTo>
                        <a:pt x="55960" y="18730"/>
                        <a:pt x="55853" y="18956"/>
                        <a:pt x="55746" y="19158"/>
                      </a:cubicBezTo>
                      <a:cubicBezTo>
                        <a:pt x="55734" y="19194"/>
                        <a:pt x="55674" y="19289"/>
                        <a:pt x="55627" y="19384"/>
                      </a:cubicBezTo>
                      <a:cubicBezTo>
                        <a:pt x="55615" y="19253"/>
                        <a:pt x="55603" y="19111"/>
                        <a:pt x="55603" y="18980"/>
                      </a:cubicBezTo>
                      <a:cubicBezTo>
                        <a:pt x="55662" y="18837"/>
                        <a:pt x="55734" y="18670"/>
                        <a:pt x="55793" y="18503"/>
                      </a:cubicBezTo>
                      <a:close/>
                      <a:moveTo>
                        <a:pt x="66616" y="18670"/>
                      </a:moveTo>
                      <a:lnTo>
                        <a:pt x="66616" y="18670"/>
                      </a:lnTo>
                      <a:cubicBezTo>
                        <a:pt x="66461" y="18872"/>
                        <a:pt x="66319" y="19099"/>
                        <a:pt x="66211" y="19337"/>
                      </a:cubicBezTo>
                      <a:cubicBezTo>
                        <a:pt x="66104" y="19384"/>
                        <a:pt x="66009" y="19408"/>
                        <a:pt x="65902" y="19456"/>
                      </a:cubicBezTo>
                      <a:cubicBezTo>
                        <a:pt x="65938" y="19384"/>
                        <a:pt x="66009" y="19313"/>
                        <a:pt x="66045" y="19218"/>
                      </a:cubicBezTo>
                      <a:cubicBezTo>
                        <a:pt x="66140" y="19051"/>
                        <a:pt x="66223" y="18884"/>
                        <a:pt x="66307" y="18730"/>
                      </a:cubicBezTo>
                      <a:cubicBezTo>
                        <a:pt x="66325" y="18704"/>
                        <a:pt x="66324" y="18686"/>
                        <a:pt x="66316" y="18678"/>
                      </a:cubicBezTo>
                      <a:lnTo>
                        <a:pt x="66316" y="18678"/>
                      </a:lnTo>
                      <a:cubicBezTo>
                        <a:pt x="66416" y="18675"/>
                        <a:pt x="66517" y="18673"/>
                        <a:pt x="66616" y="18670"/>
                      </a:cubicBezTo>
                      <a:close/>
                      <a:moveTo>
                        <a:pt x="56139" y="18551"/>
                      </a:moveTo>
                      <a:cubicBezTo>
                        <a:pt x="56198" y="18551"/>
                        <a:pt x="56270" y="18563"/>
                        <a:pt x="56329" y="18563"/>
                      </a:cubicBezTo>
                      <a:cubicBezTo>
                        <a:pt x="56222" y="18753"/>
                        <a:pt x="56127" y="18992"/>
                        <a:pt x="56020" y="19206"/>
                      </a:cubicBezTo>
                      <a:cubicBezTo>
                        <a:pt x="55913" y="19408"/>
                        <a:pt x="55782" y="19623"/>
                        <a:pt x="55686" y="19849"/>
                      </a:cubicBezTo>
                      <a:cubicBezTo>
                        <a:pt x="55674" y="19754"/>
                        <a:pt x="55674" y="19646"/>
                        <a:pt x="55662" y="19563"/>
                      </a:cubicBezTo>
                      <a:cubicBezTo>
                        <a:pt x="55674" y="19504"/>
                        <a:pt x="55710" y="19444"/>
                        <a:pt x="55722" y="19432"/>
                      </a:cubicBezTo>
                      <a:cubicBezTo>
                        <a:pt x="55782" y="19289"/>
                        <a:pt x="55841" y="19170"/>
                        <a:pt x="55901" y="19039"/>
                      </a:cubicBezTo>
                      <a:cubicBezTo>
                        <a:pt x="55972" y="18872"/>
                        <a:pt x="56067" y="18694"/>
                        <a:pt x="56139" y="18551"/>
                      </a:cubicBezTo>
                      <a:close/>
                      <a:moveTo>
                        <a:pt x="66287" y="18678"/>
                      </a:moveTo>
                      <a:cubicBezTo>
                        <a:pt x="66286" y="18679"/>
                        <a:pt x="66284" y="18681"/>
                        <a:pt x="66283" y="18682"/>
                      </a:cubicBezTo>
                      <a:cubicBezTo>
                        <a:pt x="66116" y="18980"/>
                        <a:pt x="65926" y="19265"/>
                        <a:pt x="65723" y="19527"/>
                      </a:cubicBezTo>
                      <a:cubicBezTo>
                        <a:pt x="65676" y="19551"/>
                        <a:pt x="65628" y="19563"/>
                        <a:pt x="65592" y="19587"/>
                      </a:cubicBezTo>
                      <a:cubicBezTo>
                        <a:pt x="65616" y="19515"/>
                        <a:pt x="65628" y="19432"/>
                        <a:pt x="65664" y="19373"/>
                      </a:cubicBezTo>
                      <a:cubicBezTo>
                        <a:pt x="65747" y="19158"/>
                        <a:pt x="65842" y="18968"/>
                        <a:pt x="65926" y="18753"/>
                      </a:cubicBezTo>
                      <a:cubicBezTo>
                        <a:pt x="65941" y="18730"/>
                        <a:pt x="65926" y="18707"/>
                        <a:pt x="65904" y="18707"/>
                      </a:cubicBezTo>
                      <a:cubicBezTo>
                        <a:pt x="65892" y="18707"/>
                        <a:pt x="65878" y="18713"/>
                        <a:pt x="65866" y="18730"/>
                      </a:cubicBezTo>
                      <a:cubicBezTo>
                        <a:pt x="65711" y="19027"/>
                        <a:pt x="65545" y="19337"/>
                        <a:pt x="65414" y="19646"/>
                      </a:cubicBezTo>
                      <a:cubicBezTo>
                        <a:pt x="65307" y="19694"/>
                        <a:pt x="65199" y="19730"/>
                        <a:pt x="65092" y="19765"/>
                      </a:cubicBezTo>
                      <a:cubicBezTo>
                        <a:pt x="65271" y="19456"/>
                        <a:pt x="65426" y="19134"/>
                        <a:pt x="65545" y="18789"/>
                      </a:cubicBezTo>
                      <a:cubicBezTo>
                        <a:pt x="65552" y="18768"/>
                        <a:pt x="65538" y="18756"/>
                        <a:pt x="65524" y="18756"/>
                      </a:cubicBezTo>
                      <a:cubicBezTo>
                        <a:pt x="65513" y="18756"/>
                        <a:pt x="65502" y="18762"/>
                        <a:pt x="65497" y="18777"/>
                      </a:cubicBezTo>
                      <a:cubicBezTo>
                        <a:pt x="65307" y="19123"/>
                        <a:pt x="65128" y="19480"/>
                        <a:pt x="64914" y="19849"/>
                      </a:cubicBezTo>
                      <a:cubicBezTo>
                        <a:pt x="64783" y="19908"/>
                        <a:pt x="64652" y="19944"/>
                        <a:pt x="64521" y="20004"/>
                      </a:cubicBezTo>
                      <a:cubicBezTo>
                        <a:pt x="64592" y="19861"/>
                        <a:pt x="64652" y="19706"/>
                        <a:pt x="64735" y="19563"/>
                      </a:cubicBezTo>
                      <a:cubicBezTo>
                        <a:pt x="64902" y="19277"/>
                        <a:pt x="65068" y="19015"/>
                        <a:pt x="65199" y="18694"/>
                      </a:cubicBezTo>
                      <a:cubicBezTo>
                        <a:pt x="65564" y="18694"/>
                        <a:pt x="65928" y="18687"/>
                        <a:pt x="66287" y="18678"/>
                      </a:cubicBezTo>
                      <a:close/>
                      <a:moveTo>
                        <a:pt x="65176" y="18682"/>
                      </a:moveTo>
                      <a:cubicBezTo>
                        <a:pt x="64997" y="18980"/>
                        <a:pt x="64795" y="19277"/>
                        <a:pt x="64616" y="19575"/>
                      </a:cubicBezTo>
                      <a:cubicBezTo>
                        <a:pt x="64533" y="19730"/>
                        <a:pt x="64425" y="19885"/>
                        <a:pt x="64354" y="20063"/>
                      </a:cubicBezTo>
                      <a:cubicBezTo>
                        <a:pt x="64187" y="20123"/>
                        <a:pt x="64056" y="20182"/>
                        <a:pt x="63925" y="20230"/>
                      </a:cubicBezTo>
                      <a:cubicBezTo>
                        <a:pt x="64068" y="19980"/>
                        <a:pt x="64235" y="19706"/>
                        <a:pt x="64378" y="19444"/>
                      </a:cubicBezTo>
                      <a:cubicBezTo>
                        <a:pt x="64521" y="19194"/>
                        <a:pt x="64616" y="18932"/>
                        <a:pt x="64771" y="18682"/>
                      </a:cubicBezTo>
                      <a:close/>
                      <a:moveTo>
                        <a:pt x="56389" y="18551"/>
                      </a:moveTo>
                      <a:cubicBezTo>
                        <a:pt x="56508" y="18563"/>
                        <a:pt x="56639" y="18563"/>
                        <a:pt x="56758" y="18575"/>
                      </a:cubicBezTo>
                      <a:cubicBezTo>
                        <a:pt x="56401" y="19146"/>
                        <a:pt x="55972" y="19789"/>
                        <a:pt x="55746" y="20444"/>
                      </a:cubicBezTo>
                      <a:cubicBezTo>
                        <a:pt x="55734" y="20289"/>
                        <a:pt x="55722" y="20158"/>
                        <a:pt x="55710" y="20004"/>
                      </a:cubicBezTo>
                      <a:cubicBezTo>
                        <a:pt x="55853" y="19765"/>
                        <a:pt x="55972" y="19504"/>
                        <a:pt x="56091" y="19253"/>
                      </a:cubicBezTo>
                      <a:cubicBezTo>
                        <a:pt x="56198" y="19027"/>
                        <a:pt x="56317" y="18789"/>
                        <a:pt x="56389" y="18551"/>
                      </a:cubicBezTo>
                      <a:close/>
                      <a:moveTo>
                        <a:pt x="64652" y="18694"/>
                      </a:moveTo>
                      <a:cubicBezTo>
                        <a:pt x="64533" y="18908"/>
                        <a:pt x="64425" y="19111"/>
                        <a:pt x="64306" y="19337"/>
                      </a:cubicBezTo>
                      <a:cubicBezTo>
                        <a:pt x="64128" y="19682"/>
                        <a:pt x="63890" y="19980"/>
                        <a:pt x="63723" y="20325"/>
                      </a:cubicBezTo>
                      <a:cubicBezTo>
                        <a:pt x="63568" y="20396"/>
                        <a:pt x="63390" y="20456"/>
                        <a:pt x="63223" y="20527"/>
                      </a:cubicBezTo>
                      <a:cubicBezTo>
                        <a:pt x="63640" y="19980"/>
                        <a:pt x="64021" y="19325"/>
                        <a:pt x="64306" y="18694"/>
                      </a:cubicBezTo>
                      <a:close/>
                      <a:moveTo>
                        <a:pt x="64235" y="18694"/>
                      </a:moveTo>
                      <a:cubicBezTo>
                        <a:pt x="63925" y="19325"/>
                        <a:pt x="63425" y="19849"/>
                        <a:pt x="63175" y="20480"/>
                      </a:cubicBezTo>
                      <a:cubicBezTo>
                        <a:pt x="63163" y="20504"/>
                        <a:pt x="63175" y="20527"/>
                        <a:pt x="63187" y="20539"/>
                      </a:cubicBezTo>
                      <a:cubicBezTo>
                        <a:pt x="63080" y="20587"/>
                        <a:pt x="62973" y="20635"/>
                        <a:pt x="62866" y="20682"/>
                      </a:cubicBezTo>
                      <a:cubicBezTo>
                        <a:pt x="63104" y="20289"/>
                        <a:pt x="63330" y="19849"/>
                        <a:pt x="63544" y="19432"/>
                      </a:cubicBezTo>
                      <a:cubicBezTo>
                        <a:pt x="63675" y="19194"/>
                        <a:pt x="63783" y="18908"/>
                        <a:pt x="63949" y="18694"/>
                      </a:cubicBezTo>
                      <a:close/>
                      <a:moveTo>
                        <a:pt x="63806" y="18694"/>
                      </a:moveTo>
                      <a:cubicBezTo>
                        <a:pt x="63699" y="18849"/>
                        <a:pt x="63592" y="19051"/>
                        <a:pt x="63533" y="19170"/>
                      </a:cubicBezTo>
                      <a:cubicBezTo>
                        <a:pt x="63247" y="19694"/>
                        <a:pt x="62866" y="20182"/>
                        <a:pt x="62675" y="20754"/>
                      </a:cubicBezTo>
                      <a:cubicBezTo>
                        <a:pt x="62628" y="20766"/>
                        <a:pt x="62592" y="20777"/>
                        <a:pt x="62556" y="20801"/>
                      </a:cubicBezTo>
                      <a:cubicBezTo>
                        <a:pt x="62497" y="20825"/>
                        <a:pt x="62437" y="20837"/>
                        <a:pt x="62378" y="20873"/>
                      </a:cubicBezTo>
                      <a:cubicBezTo>
                        <a:pt x="62818" y="20182"/>
                        <a:pt x="63187" y="19432"/>
                        <a:pt x="63580" y="18694"/>
                      </a:cubicBezTo>
                      <a:close/>
                      <a:moveTo>
                        <a:pt x="56817" y="18575"/>
                      </a:moveTo>
                      <a:cubicBezTo>
                        <a:pt x="56901" y="18575"/>
                        <a:pt x="56984" y="18599"/>
                        <a:pt x="57056" y="18599"/>
                      </a:cubicBezTo>
                      <a:cubicBezTo>
                        <a:pt x="56782" y="19111"/>
                        <a:pt x="56484" y="19623"/>
                        <a:pt x="56210" y="20146"/>
                      </a:cubicBezTo>
                      <a:cubicBezTo>
                        <a:pt x="56079" y="20408"/>
                        <a:pt x="55948" y="20682"/>
                        <a:pt x="55793" y="20932"/>
                      </a:cubicBezTo>
                      <a:cubicBezTo>
                        <a:pt x="55782" y="20837"/>
                        <a:pt x="55782" y="20754"/>
                        <a:pt x="55770" y="20658"/>
                      </a:cubicBezTo>
                      <a:cubicBezTo>
                        <a:pt x="56127" y="19980"/>
                        <a:pt x="56436" y="19265"/>
                        <a:pt x="56817" y="18575"/>
                      </a:cubicBezTo>
                      <a:close/>
                      <a:moveTo>
                        <a:pt x="63509" y="18694"/>
                      </a:moveTo>
                      <a:cubicBezTo>
                        <a:pt x="62997" y="19396"/>
                        <a:pt x="62628" y="20230"/>
                        <a:pt x="62151" y="20956"/>
                      </a:cubicBezTo>
                      <a:cubicBezTo>
                        <a:pt x="61794" y="21111"/>
                        <a:pt x="61425" y="21254"/>
                        <a:pt x="61068" y="21397"/>
                      </a:cubicBezTo>
                      <a:cubicBezTo>
                        <a:pt x="61639" y="20635"/>
                        <a:pt x="62211" y="19646"/>
                        <a:pt x="62580" y="18694"/>
                      </a:cubicBezTo>
                      <a:lnTo>
                        <a:pt x="62949" y="18694"/>
                      </a:lnTo>
                      <a:cubicBezTo>
                        <a:pt x="62509" y="19456"/>
                        <a:pt x="62139" y="20266"/>
                        <a:pt x="61639" y="20980"/>
                      </a:cubicBezTo>
                      <a:cubicBezTo>
                        <a:pt x="61612" y="21025"/>
                        <a:pt x="61647" y="21084"/>
                        <a:pt x="61686" y="21084"/>
                      </a:cubicBezTo>
                      <a:cubicBezTo>
                        <a:pt x="61698" y="21084"/>
                        <a:pt x="61711" y="21078"/>
                        <a:pt x="61723" y="21063"/>
                      </a:cubicBezTo>
                      <a:lnTo>
                        <a:pt x="61735" y="21051"/>
                      </a:lnTo>
                      <a:cubicBezTo>
                        <a:pt x="61794" y="20956"/>
                        <a:pt x="61866" y="20873"/>
                        <a:pt x="61925" y="20777"/>
                      </a:cubicBezTo>
                      <a:cubicBezTo>
                        <a:pt x="61925" y="20766"/>
                        <a:pt x="61937" y="20766"/>
                        <a:pt x="61937" y="20754"/>
                      </a:cubicBezTo>
                      <a:cubicBezTo>
                        <a:pt x="62354" y="20099"/>
                        <a:pt x="62675" y="19373"/>
                        <a:pt x="63044" y="18694"/>
                      </a:cubicBezTo>
                      <a:close/>
                      <a:moveTo>
                        <a:pt x="57103" y="18599"/>
                      </a:moveTo>
                      <a:cubicBezTo>
                        <a:pt x="57222" y="18599"/>
                        <a:pt x="57353" y="18611"/>
                        <a:pt x="57472" y="18611"/>
                      </a:cubicBezTo>
                      <a:cubicBezTo>
                        <a:pt x="56974" y="19571"/>
                        <a:pt x="56347" y="20448"/>
                        <a:pt x="55824" y="21408"/>
                      </a:cubicBezTo>
                      <a:lnTo>
                        <a:pt x="55824" y="21408"/>
                      </a:lnTo>
                      <a:cubicBezTo>
                        <a:pt x="55818" y="21337"/>
                        <a:pt x="55812" y="21266"/>
                        <a:pt x="55805" y="21194"/>
                      </a:cubicBezTo>
                      <a:cubicBezTo>
                        <a:pt x="55972" y="20932"/>
                        <a:pt x="56091" y="20599"/>
                        <a:pt x="56210" y="20349"/>
                      </a:cubicBezTo>
                      <a:cubicBezTo>
                        <a:pt x="56496" y="19754"/>
                        <a:pt x="56829" y="19206"/>
                        <a:pt x="57103" y="18599"/>
                      </a:cubicBezTo>
                      <a:close/>
                      <a:moveTo>
                        <a:pt x="62497" y="18718"/>
                      </a:moveTo>
                      <a:cubicBezTo>
                        <a:pt x="62270" y="19194"/>
                        <a:pt x="61997" y="19634"/>
                        <a:pt x="61723" y="20087"/>
                      </a:cubicBezTo>
                      <a:cubicBezTo>
                        <a:pt x="61437" y="20539"/>
                        <a:pt x="61068" y="20992"/>
                        <a:pt x="60842" y="21480"/>
                      </a:cubicBezTo>
                      <a:cubicBezTo>
                        <a:pt x="60663" y="21551"/>
                        <a:pt x="60485" y="21611"/>
                        <a:pt x="60306" y="21694"/>
                      </a:cubicBezTo>
                      <a:cubicBezTo>
                        <a:pt x="60496" y="21337"/>
                        <a:pt x="60794" y="21004"/>
                        <a:pt x="60985" y="20706"/>
                      </a:cubicBezTo>
                      <a:cubicBezTo>
                        <a:pt x="61389" y="20063"/>
                        <a:pt x="61639" y="19337"/>
                        <a:pt x="62032" y="18718"/>
                      </a:cubicBezTo>
                      <a:close/>
                      <a:moveTo>
                        <a:pt x="61973" y="18694"/>
                      </a:moveTo>
                      <a:cubicBezTo>
                        <a:pt x="61520" y="19325"/>
                        <a:pt x="61258" y="20087"/>
                        <a:pt x="60842" y="20718"/>
                      </a:cubicBezTo>
                      <a:cubicBezTo>
                        <a:pt x="60723" y="20897"/>
                        <a:pt x="60258" y="21409"/>
                        <a:pt x="60151" y="21754"/>
                      </a:cubicBezTo>
                      <a:cubicBezTo>
                        <a:pt x="60068" y="21778"/>
                        <a:pt x="59984" y="21813"/>
                        <a:pt x="59901" y="21849"/>
                      </a:cubicBezTo>
                      <a:cubicBezTo>
                        <a:pt x="60508" y="20873"/>
                        <a:pt x="61020" y="19754"/>
                        <a:pt x="61556" y="18694"/>
                      </a:cubicBezTo>
                      <a:close/>
                      <a:moveTo>
                        <a:pt x="183440" y="16527"/>
                      </a:moveTo>
                      <a:lnTo>
                        <a:pt x="183440" y="16539"/>
                      </a:lnTo>
                      <a:lnTo>
                        <a:pt x="183440" y="21968"/>
                      </a:lnTo>
                      <a:cubicBezTo>
                        <a:pt x="183405" y="21313"/>
                        <a:pt x="183417" y="20658"/>
                        <a:pt x="183417" y="20027"/>
                      </a:cubicBezTo>
                      <a:cubicBezTo>
                        <a:pt x="183417" y="18861"/>
                        <a:pt x="183428" y="17682"/>
                        <a:pt x="183440" y="16527"/>
                      </a:cubicBezTo>
                      <a:close/>
                      <a:moveTo>
                        <a:pt x="61497" y="18694"/>
                      </a:moveTo>
                      <a:cubicBezTo>
                        <a:pt x="60901" y="19765"/>
                        <a:pt x="60354" y="20932"/>
                        <a:pt x="59663" y="21932"/>
                      </a:cubicBezTo>
                      <a:cubicBezTo>
                        <a:pt x="59544" y="21968"/>
                        <a:pt x="59437" y="22016"/>
                        <a:pt x="59342" y="22063"/>
                      </a:cubicBezTo>
                      <a:cubicBezTo>
                        <a:pt x="59699" y="21539"/>
                        <a:pt x="59949" y="20885"/>
                        <a:pt x="60258" y="20349"/>
                      </a:cubicBezTo>
                      <a:cubicBezTo>
                        <a:pt x="60532" y="19885"/>
                        <a:pt x="61020" y="19277"/>
                        <a:pt x="61080" y="18694"/>
                      </a:cubicBezTo>
                      <a:close/>
                      <a:moveTo>
                        <a:pt x="61032" y="18694"/>
                      </a:moveTo>
                      <a:cubicBezTo>
                        <a:pt x="60866" y="19289"/>
                        <a:pt x="60389" y="19885"/>
                        <a:pt x="60092" y="20396"/>
                      </a:cubicBezTo>
                      <a:cubicBezTo>
                        <a:pt x="59794" y="20885"/>
                        <a:pt x="59306" y="21528"/>
                        <a:pt x="59187" y="22111"/>
                      </a:cubicBezTo>
                      <a:cubicBezTo>
                        <a:pt x="59187" y="22079"/>
                        <a:pt x="59166" y="22053"/>
                        <a:pt x="59144" y="22053"/>
                      </a:cubicBezTo>
                      <a:cubicBezTo>
                        <a:pt x="59134" y="22053"/>
                        <a:pt x="59123" y="22059"/>
                        <a:pt x="59115" y="22075"/>
                      </a:cubicBezTo>
                      <a:cubicBezTo>
                        <a:pt x="59103" y="22111"/>
                        <a:pt x="59080" y="22123"/>
                        <a:pt x="59068" y="22147"/>
                      </a:cubicBezTo>
                      <a:cubicBezTo>
                        <a:pt x="58996" y="22182"/>
                        <a:pt x="58937" y="22194"/>
                        <a:pt x="58865" y="22230"/>
                      </a:cubicBezTo>
                      <a:cubicBezTo>
                        <a:pt x="58841" y="22230"/>
                        <a:pt x="58830" y="22242"/>
                        <a:pt x="58830" y="22242"/>
                      </a:cubicBezTo>
                      <a:cubicBezTo>
                        <a:pt x="58996" y="21968"/>
                        <a:pt x="59127" y="21635"/>
                        <a:pt x="59187" y="21492"/>
                      </a:cubicBezTo>
                      <a:cubicBezTo>
                        <a:pt x="59675" y="20563"/>
                        <a:pt x="60127" y="19563"/>
                        <a:pt x="60723" y="18694"/>
                      </a:cubicBezTo>
                      <a:close/>
                      <a:moveTo>
                        <a:pt x="57532" y="18611"/>
                      </a:moveTo>
                      <a:cubicBezTo>
                        <a:pt x="57639" y="18611"/>
                        <a:pt x="57758" y="18622"/>
                        <a:pt x="57865" y="18622"/>
                      </a:cubicBezTo>
                      <a:cubicBezTo>
                        <a:pt x="57472" y="18992"/>
                        <a:pt x="57234" y="19754"/>
                        <a:pt x="56984" y="20182"/>
                      </a:cubicBezTo>
                      <a:cubicBezTo>
                        <a:pt x="56758" y="20575"/>
                        <a:pt x="56508" y="20944"/>
                        <a:pt x="56294" y="21349"/>
                      </a:cubicBezTo>
                      <a:cubicBezTo>
                        <a:pt x="56151" y="21647"/>
                        <a:pt x="56032" y="21968"/>
                        <a:pt x="55853" y="22254"/>
                      </a:cubicBezTo>
                      <a:cubicBezTo>
                        <a:pt x="55862" y="22015"/>
                        <a:pt x="55851" y="21757"/>
                        <a:pt x="55830" y="21484"/>
                      </a:cubicBezTo>
                      <a:lnTo>
                        <a:pt x="55830" y="21484"/>
                      </a:lnTo>
                      <a:cubicBezTo>
                        <a:pt x="55838" y="21491"/>
                        <a:pt x="55848" y="21495"/>
                        <a:pt x="55859" y="21495"/>
                      </a:cubicBezTo>
                      <a:cubicBezTo>
                        <a:pt x="55874" y="21495"/>
                        <a:pt x="55889" y="21487"/>
                        <a:pt x="55901" y="21468"/>
                      </a:cubicBezTo>
                      <a:cubicBezTo>
                        <a:pt x="56448" y="20516"/>
                        <a:pt x="57056" y="19611"/>
                        <a:pt x="57532" y="18611"/>
                      </a:cubicBezTo>
                      <a:close/>
                      <a:moveTo>
                        <a:pt x="60032" y="22147"/>
                      </a:moveTo>
                      <a:lnTo>
                        <a:pt x="59544" y="22349"/>
                      </a:lnTo>
                      <a:cubicBezTo>
                        <a:pt x="59544" y="22325"/>
                        <a:pt x="59544" y="22325"/>
                        <a:pt x="59556" y="22325"/>
                      </a:cubicBezTo>
                      <a:cubicBezTo>
                        <a:pt x="59723" y="22266"/>
                        <a:pt x="59877" y="22206"/>
                        <a:pt x="60032" y="22147"/>
                      </a:cubicBezTo>
                      <a:close/>
                      <a:moveTo>
                        <a:pt x="60663" y="18694"/>
                      </a:moveTo>
                      <a:cubicBezTo>
                        <a:pt x="60139" y="19408"/>
                        <a:pt x="59770" y="20242"/>
                        <a:pt x="59318" y="21039"/>
                      </a:cubicBezTo>
                      <a:cubicBezTo>
                        <a:pt x="59175" y="21289"/>
                        <a:pt x="58937" y="21956"/>
                        <a:pt x="58699" y="22301"/>
                      </a:cubicBezTo>
                      <a:cubicBezTo>
                        <a:pt x="58532" y="22361"/>
                        <a:pt x="58365" y="22421"/>
                        <a:pt x="58210" y="22492"/>
                      </a:cubicBezTo>
                      <a:cubicBezTo>
                        <a:pt x="58508" y="21909"/>
                        <a:pt x="58889" y="21409"/>
                        <a:pt x="59187" y="20825"/>
                      </a:cubicBezTo>
                      <a:cubicBezTo>
                        <a:pt x="59556" y="20111"/>
                        <a:pt x="59937" y="19432"/>
                        <a:pt x="60270" y="18694"/>
                      </a:cubicBezTo>
                      <a:close/>
                      <a:moveTo>
                        <a:pt x="57948" y="18634"/>
                      </a:moveTo>
                      <a:cubicBezTo>
                        <a:pt x="58068" y="18634"/>
                        <a:pt x="58187" y="18658"/>
                        <a:pt x="58306" y="18658"/>
                      </a:cubicBezTo>
                      <a:cubicBezTo>
                        <a:pt x="57770" y="19492"/>
                        <a:pt x="57294" y="20385"/>
                        <a:pt x="56782" y="21218"/>
                      </a:cubicBezTo>
                      <a:cubicBezTo>
                        <a:pt x="56508" y="21635"/>
                        <a:pt x="56222" y="22028"/>
                        <a:pt x="55984" y="22468"/>
                      </a:cubicBezTo>
                      <a:cubicBezTo>
                        <a:pt x="55960" y="22504"/>
                        <a:pt x="55924" y="22563"/>
                        <a:pt x="55889" y="22611"/>
                      </a:cubicBezTo>
                      <a:cubicBezTo>
                        <a:pt x="55865" y="22552"/>
                        <a:pt x="55865" y="22492"/>
                        <a:pt x="55865" y="22432"/>
                      </a:cubicBezTo>
                      <a:cubicBezTo>
                        <a:pt x="56246" y="21968"/>
                        <a:pt x="56460" y="21313"/>
                        <a:pt x="56758" y="20825"/>
                      </a:cubicBezTo>
                      <a:cubicBezTo>
                        <a:pt x="57020" y="20396"/>
                        <a:pt x="57282" y="19968"/>
                        <a:pt x="57496" y="19515"/>
                      </a:cubicBezTo>
                      <a:cubicBezTo>
                        <a:pt x="57639" y="19218"/>
                        <a:pt x="57746" y="18896"/>
                        <a:pt x="57948" y="18634"/>
                      </a:cubicBezTo>
                      <a:close/>
                      <a:moveTo>
                        <a:pt x="60234" y="18694"/>
                      </a:moveTo>
                      <a:cubicBezTo>
                        <a:pt x="59877" y="19396"/>
                        <a:pt x="59484" y="20087"/>
                        <a:pt x="59127" y="20777"/>
                      </a:cubicBezTo>
                      <a:cubicBezTo>
                        <a:pt x="58818" y="21397"/>
                        <a:pt x="58401" y="21944"/>
                        <a:pt x="58091" y="22552"/>
                      </a:cubicBezTo>
                      <a:cubicBezTo>
                        <a:pt x="57913" y="22623"/>
                        <a:pt x="57710" y="22718"/>
                        <a:pt x="57532" y="22802"/>
                      </a:cubicBezTo>
                      <a:cubicBezTo>
                        <a:pt x="58234" y="21373"/>
                        <a:pt x="59258" y="20182"/>
                        <a:pt x="59877" y="18694"/>
                      </a:cubicBezTo>
                      <a:close/>
                      <a:moveTo>
                        <a:pt x="59580" y="18682"/>
                      </a:moveTo>
                      <a:cubicBezTo>
                        <a:pt x="59639" y="18682"/>
                        <a:pt x="59711" y="18682"/>
                        <a:pt x="59782" y="18694"/>
                      </a:cubicBezTo>
                      <a:cubicBezTo>
                        <a:pt x="59068" y="20170"/>
                        <a:pt x="58044" y="21420"/>
                        <a:pt x="57341" y="22897"/>
                      </a:cubicBezTo>
                      <a:cubicBezTo>
                        <a:pt x="57317" y="22909"/>
                        <a:pt x="57294" y="22921"/>
                        <a:pt x="57270" y="22921"/>
                      </a:cubicBezTo>
                      <a:cubicBezTo>
                        <a:pt x="57175" y="22968"/>
                        <a:pt x="57091" y="23028"/>
                        <a:pt x="56996" y="23075"/>
                      </a:cubicBezTo>
                      <a:cubicBezTo>
                        <a:pt x="57401" y="22528"/>
                        <a:pt x="57710" y="21909"/>
                        <a:pt x="58068" y="21313"/>
                      </a:cubicBezTo>
                      <a:cubicBezTo>
                        <a:pt x="58580" y="20456"/>
                        <a:pt x="59080" y="19563"/>
                        <a:pt x="59580" y="18682"/>
                      </a:cubicBezTo>
                      <a:close/>
                      <a:moveTo>
                        <a:pt x="59461" y="22373"/>
                      </a:moveTo>
                      <a:lnTo>
                        <a:pt x="59472" y="22385"/>
                      </a:lnTo>
                      <a:lnTo>
                        <a:pt x="57508" y="23194"/>
                      </a:lnTo>
                      <a:cubicBezTo>
                        <a:pt x="57972" y="22921"/>
                        <a:pt x="58460" y="22730"/>
                        <a:pt x="58961" y="22552"/>
                      </a:cubicBezTo>
                      <a:lnTo>
                        <a:pt x="59461" y="22373"/>
                      </a:lnTo>
                      <a:close/>
                      <a:moveTo>
                        <a:pt x="59056" y="18670"/>
                      </a:moveTo>
                      <a:cubicBezTo>
                        <a:pt x="59222" y="18670"/>
                        <a:pt x="59365" y="18670"/>
                        <a:pt x="59532" y="18682"/>
                      </a:cubicBezTo>
                      <a:cubicBezTo>
                        <a:pt x="58603" y="20170"/>
                        <a:pt x="57818" y="21849"/>
                        <a:pt x="56746" y="23206"/>
                      </a:cubicBezTo>
                      <a:cubicBezTo>
                        <a:pt x="56424" y="23397"/>
                        <a:pt x="56079" y="23575"/>
                        <a:pt x="55734" y="23730"/>
                      </a:cubicBezTo>
                      <a:cubicBezTo>
                        <a:pt x="55793" y="23456"/>
                        <a:pt x="55829" y="23194"/>
                        <a:pt x="55853" y="22921"/>
                      </a:cubicBezTo>
                      <a:cubicBezTo>
                        <a:pt x="56008" y="22766"/>
                        <a:pt x="56091" y="22480"/>
                        <a:pt x="56186" y="22313"/>
                      </a:cubicBezTo>
                      <a:cubicBezTo>
                        <a:pt x="56424" y="21932"/>
                        <a:pt x="56675" y="21551"/>
                        <a:pt x="56913" y="21170"/>
                      </a:cubicBezTo>
                      <a:cubicBezTo>
                        <a:pt x="57413" y="20349"/>
                        <a:pt x="57889" y="19515"/>
                        <a:pt x="58341" y="18682"/>
                      </a:cubicBezTo>
                      <a:lnTo>
                        <a:pt x="58341" y="18670"/>
                      </a:lnTo>
                      <a:cubicBezTo>
                        <a:pt x="58472" y="18670"/>
                        <a:pt x="58615" y="18682"/>
                        <a:pt x="58758" y="18682"/>
                      </a:cubicBezTo>
                      <a:cubicBezTo>
                        <a:pt x="58282" y="19623"/>
                        <a:pt x="57651" y="20456"/>
                        <a:pt x="57127" y="21349"/>
                      </a:cubicBezTo>
                      <a:cubicBezTo>
                        <a:pt x="56698" y="22099"/>
                        <a:pt x="56317" y="22849"/>
                        <a:pt x="55793" y="23540"/>
                      </a:cubicBezTo>
                      <a:cubicBezTo>
                        <a:pt x="55784" y="23559"/>
                        <a:pt x="55790" y="23594"/>
                        <a:pt x="55805" y="23594"/>
                      </a:cubicBezTo>
                      <a:cubicBezTo>
                        <a:pt x="55809" y="23594"/>
                        <a:pt x="55813" y="23592"/>
                        <a:pt x="55817" y="23587"/>
                      </a:cubicBezTo>
                      <a:cubicBezTo>
                        <a:pt x="56401" y="23242"/>
                        <a:pt x="56734" y="22218"/>
                        <a:pt x="57079" y="21611"/>
                      </a:cubicBezTo>
                      <a:cubicBezTo>
                        <a:pt x="57639" y="20611"/>
                        <a:pt x="58341" y="19742"/>
                        <a:pt x="58818" y="18682"/>
                      </a:cubicBezTo>
                      <a:lnTo>
                        <a:pt x="58996" y="18682"/>
                      </a:lnTo>
                      <a:cubicBezTo>
                        <a:pt x="58520" y="19420"/>
                        <a:pt x="58056" y="20206"/>
                        <a:pt x="57627" y="20968"/>
                      </a:cubicBezTo>
                      <a:cubicBezTo>
                        <a:pt x="57198" y="21730"/>
                        <a:pt x="56865" y="22611"/>
                        <a:pt x="56329" y="23266"/>
                      </a:cubicBezTo>
                      <a:cubicBezTo>
                        <a:pt x="56294" y="23310"/>
                        <a:pt x="56330" y="23360"/>
                        <a:pt x="56365" y="23360"/>
                      </a:cubicBezTo>
                      <a:cubicBezTo>
                        <a:pt x="56378" y="23360"/>
                        <a:pt x="56391" y="23353"/>
                        <a:pt x="56401" y="23337"/>
                      </a:cubicBezTo>
                      <a:cubicBezTo>
                        <a:pt x="56913" y="22730"/>
                        <a:pt x="57210" y="21944"/>
                        <a:pt x="57591" y="21242"/>
                      </a:cubicBezTo>
                      <a:cubicBezTo>
                        <a:pt x="58068" y="20373"/>
                        <a:pt x="58580" y="19539"/>
                        <a:pt x="59056" y="18670"/>
                      </a:cubicBezTo>
                      <a:close/>
                      <a:moveTo>
                        <a:pt x="183583" y="21004"/>
                      </a:moveTo>
                      <a:cubicBezTo>
                        <a:pt x="183655" y="21992"/>
                        <a:pt x="183786" y="23004"/>
                        <a:pt x="183619" y="23956"/>
                      </a:cubicBezTo>
                      <a:cubicBezTo>
                        <a:pt x="183667" y="23599"/>
                        <a:pt x="183619" y="23254"/>
                        <a:pt x="183583" y="22909"/>
                      </a:cubicBezTo>
                      <a:lnTo>
                        <a:pt x="183583" y="21004"/>
                      </a:lnTo>
                      <a:close/>
                      <a:moveTo>
                        <a:pt x="70438" y="6347"/>
                      </a:moveTo>
                      <a:cubicBezTo>
                        <a:pt x="70736" y="6407"/>
                        <a:pt x="71033" y="6526"/>
                        <a:pt x="71319" y="6561"/>
                      </a:cubicBezTo>
                      <a:cubicBezTo>
                        <a:pt x="71553" y="6606"/>
                        <a:pt x="71791" y="6623"/>
                        <a:pt x="72030" y="6623"/>
                      </a:cubicBezTo>
                      <a:cubicBezTo>
                        <a:pt x="72423" y="6623"/>
                        <a:pt x="72820" y="6579"/>
                        <a:pt x="73212" y="6550"/>
                      </a:cubicBezTo>
                      <a:cubicBezTo>
                        <a:pt x="73484" y="6530"/>
                        <a:pt x="73756" y="6522"/>
                        <a:pt x="74028" y="6522"/>
                      </a:cubicBezTo>
                      <a:cubicBezTo>
                        <a:pt x="75153" y="6522"/>
                        <a:pt x="76285" y="6658"/>
                        <a:pt x="77416" y="6658"/>
                      </a:cubicBezTo>
                      <a:cubicBezTo>
                        <a:pt x="77487" y="6658"/>
                        <a:pt x="77558" y="6658"/>
                        <a:pt x="77630" y="6657"/>
                      </a:cubicBezTo>
                      <a:cubicBezTo>
                        <a:pt x="79249" y="6645"/>
                        <a:pt x="80868" y="6585"/>
                        <a:pt x="82499" y="6585"/>
                      </a:cubicBezTo>
                      <a:cubicBezTo>
                        <a:pt x="83885" y="6585"/>
                        <a:pt x="85290" y="6684"/>
                        <a:pt x="86688" y="6684"/>
                      </a:cubicBezTo>
                      <a:cubicBezTo>
                        <a:pt x="86828" y="6684"/>
                        <a:pt x="86967" y="6683"/>
                        <a:pt x="87107" y="6681"/>
                      </a:cubicBezTo>
                      <a:cubicBezTo>
                        <a:pt x="88589" y="6669"/>
                        <a:pt x="90060" y="6464"/>
                        <a:pt x="91551" y="6464"/>
                      </a:cubicBezTo>
                      <a:cubicBezTo>
                        <a:pt x="91629" y="6464"/>
                        <a:pt x="91708" y="6465"/>
                        <a:pt x="91786" y="6466"/>
                      </a:cubicBezTo>
                      <a:cubicBezTo>
                        <a:pt x="92936" y="6475"/>
                        <a:pt x="129953" y="6528"/>
                        <a:pt x="150341" y="6528"/>
                      </a:cubicBezTo>
                      <a:cubicBezTo>
                        <a:pt x="157816" y="6528"/>
                        <a:pt x="163055" y="6521"/>
                        <a:pt x="163474" y="6502"/>
                      </a:cubicBezTo>
                      <a:cubicBezTo>
                        <a:pt x="164426" y="6478"/>
                        <a:pt x="165379" y="6407"/>
                        <a:pt x="166331" y="6359"/>
                      </a:cubicBezTo>
                      <a:lnTo>
                        <a:pt x="178285" y="6359"/>
                      </a:lnTo>
                      <a:cubicBezTo>
                        <a:pt x="179892" y="6478"/>
                        <a:pt x="181500" y="6645"/>
                        <a:pt x="183107" y="6681"/>
                      </a:cubicBezTo>
                      <a:cubicBezTo>
                        <a:pt x="183226" y="7312"/>
                        <a:pt x="183167" y="7954"/>
                        <a:pt x="183226" y="8574"/>
                      </a:cubicBezTo>
                      <a:cubicBezTo>
                        <a:pt x="183286" y="9336"/>
                        <a:pt x="183321" y="10086"/>
                        <a:pt x="183321" y="10836"/>
                      </a:cubicBezTo>
                      <a:cubicBezTo>
                        <a:pt x="183286" y="11955"/>
                        <a:pt x="183226" y="13062"/>
                        <a:pt x="183226" y="14170"/>
                      </a:cubicBezTo>
                      <a:cubicBezTo>
                        <a:pt x="183202" y="15872"/>
                        <a:pt x="183178" y="17551"/>
                        <a:pt x="183167" y="19253"/>
                      </a:cubicBezTo>
                      <a:cubicBezTo>
                        <a:pt x="183167" y="20099"/>
                        <a:pt x="183131" y="20956"/>
                        <a:pt x="183178" y="21813"/>
                      </a:cubicBezTo>
                      <a:cubicBezTo>
                        <a:pt x="183202" y="22528"/>
                        <a:pt x="183476" y="23278"/>
                        <a:pt x="183369" y="23980"/>
                      </a:cubicBezTo>
                      <a:cubicBezTo>
                        <a:pt x="182163" y="23887"/>
                        <a:pt x="180970" y="23836"/>
                        <a:pt x="179763" y="23836"/>
                      </a:cubicBezTo>
                      <a:cubicBezTo>
                        <a:pt x="179277" y="23836"/>
                        <a:pt x="178789" y="23844"/>
                        <a:pt x="178297" y="23861"/>
                      </a:cubicBezTo>
                      <a:cubicBezTo>
                        <a:pt x="177523" y="23897"/>
                        <a:pt x="176749" y="23921"/>
                        <a:pt x="175963" y="23933"/>
                      </a:cubicBezTo>
                      <a:cubicBezTo>
                        <a:pt x="175975" y="23921"/>
                        <a:pt x="175987" y="23897"/>
                        <a:pt x="175999" y="23873"/>
                      </a:cubicBezTo>
                      <a:cubicBezTo>
                        <a:pt x="176016" y="23865"/>
                        <a:pt x="176009" y="23856"/>
                        <a:pt x="175999" y="23856"/>
                      </a:cubicBezTo>
                      <a:cubicBezTo>
                        <a:pt x="175995" y="23856"/>
                        <a:pt x="175991" y="23858"/>
                        <a:pt x="175987" y="23861"/>
                      </a:cubicBezTo>
                      <a:cubicBezTo>
                        <a:pt x="175975" y="23897"/>
                        <a:pt x="175939" y="23921"/>
                        <a:pt x="175928" y="23933"/>
                      </a:cubicBezTo>
                      <a:cubicBezTo>
                        <a:pt x="174630" y="23980"/>
                        <a:pt x="173332" y="24016"/>
                        <a:pt x="172046" y="24016"/>
                      </a:cubicBezTo>
                      <a:cubicBezTo>
                        <a:pt x="170251" y="23942"/>
                        <a:pt x="168436" y="23869"/>
                        <a:pt x="166620" y="23869"/>
                      </a:cubicBezTo>
                      <a:cubicBezTo>
                        <a:pt x="166377" y="23869"/>
                        <a:pt x="166134" y="23870"/>
                        <a:pt x="165891" y="23873"/>
                      </a:cubicBezTo>
                      <a:cubicBezTo>
                        <a:pt x="164664" y="23897"/>
                        <a:pt x="163426" y="23956"/>
                        <a:pt x="162188" y="23980"/>
                      </a:cubicBezTo>
                      <a:lnTo>
                        <a:pt x="92762" y="23980"/>
                      </a:lnTo>
                      <a:cubicBezTo>
                        <a:pt x="89139" y="23866"/>
                        <a:pt x="85534" y="23797"/>
                        <a:pt x="81924" y="23797"/>
                      </a:cubicBezTo>
                      <a:cubicBezTo>
                        <a:pt x="81393" y="23797"/>
                        <a:pt x="80863" y="23799"/>
                        <a:pt x="80332" y="23802"/>
                      </a:cubicBezTo>
                      <a:cubicBezTo>
                        <a:pt x="76225" y="23837"/>
                        <a:pt x="72105" y="23778"/>
                        <a:pt x="67997" y="23933"/>
                      </a:cubicBezTo>
                      <a:cubicBezTo>
                        <a:pt x="67533" y="23956"/>
                        <a:pt x="67057" y="23968"/>
                        <a:pt x="66592" y="23992"/>
                      </a:cubicBezTo>
                      <a:lnTo>
                        <a:pt x="57829" y="23992"/>
                      </a:lnTo>
                      <a:cubicBezTo>
                        <a:pt x="57341" y="23921"/>
                        <a:pt x="56829" y="23814"/>
                        <a:pt x="56341" y="23814"/>
                      </a:cubicBezTo>
                      <a:cubicBezTo>
                        <a:pt x="56389" y="23802"/>
                        <a:pt x="56436" y="23778"/>
                        <a:pt x="56460" y="23754"/>
                      </a:cubicBezTo>
                      <a:lnTo>
                        <a:pt x="67473" y="19277"/>
                      </a:lnTo>
                      <a:cubicBezTo>
                        <a:pt x="68057" y="19111"/>
                        <a:pt x="68664" y="18932"/>
                        <a:pt x="69152" y="18611"/>
                      </a:cubicBezTo>
                      <a:cubicBezTo>
                        <a:pt x="69176" y="18611"/>
                        <a:pt x="69176" y="18587"/>
                        <a:pt x="69188" y="18587"/>
                      </a:cubicBezTo>
                      <a:cubicBezTo>
                        <a:pt x="69259" y="18611"/>
                        <a:pt x="69355" y="18611"/>
                        <a:pt x="69426" y="18634"/>
                      </a:cubicBezTo>
                      <a:cubicBezTo>
                        <a:pt x="69433" y="18635"/>
                        <a:pt x="69440" y="18636"/>
                        <a:pt x="69447" y="18636"/>
                      </a:cubicBezTo>
                      <a:cubicBezTo>
                        <a:pt x="69530" y="18636"/>
                        <a:pt x="69583" y="18570"/>
                        <a:pt x="69605" y="18503"/>
                      </a:cubicBezTo>
                      <a:cubicBezTo>
                        <a:pt x="69640" y="18468"/>
                        <a:pt x="69664" y="18444"/>
                        <a:pt x="69700" y="18396"/>
                      </a:cubicBezTo>
                      <a:lnTo>
                        <a:pt x="69724" y="18396"/>
                      </a:lnTo>
                      <a:lnTo>
                        <a:pt x="69724" y="18337"/>
                      </a:lnTo>
                      <a:cubicBezTo>
                        <a:pt x="69902" y="17920"/>
                        <a:pt x="69783" y="17063"/>
                        <a:pt x="69771" y="16789"/>
                      </a:cubicBezTo>
                      <a:lnTo>
                        <a:pt x="69724" y="16027"/>
                      </a:lnTo>
                      <a:lnTo>
                        <a:pt x="69724" y="11181"/>
                      </a:lnTo>
                      <a:cubicBezTo>
                        <a:pt x="69795" y="9693"/>
                        <a:pt x="69890" y="8216"/>
                        <a:pt x="69890" y="6728"/>
                      </a:cubicBezTo>
                      <a:lnTo>
                        <a:pt x="69890" y="6347"/>
                      </a:lnTo>
                      <a:close/>
                      <a:moveTo>
                        <a:pt x="62628" y="24135"/>
                      </a:moveTo>
                      <a:cubicBezTo>
                        <a:pt x="62116" y="24147"/>
                        <a:pt x="61592" y="24159"/>
                        <a:pt x="61080" y="24171"/>
                      </a:cubicBezTo>
                      <a:cubicBezTo>
                        <a:pt x="60944" y="24176"/>
                        <a:pt x="60808" y="24179"/>
                        <a:pt x="60671" y="24179"/>
                      </a:cubicBezTo>
                      <a:cubicBezTo>
                        <a:pt x="60219" y="24179"/>
                        <a:pt x="59760" y="24153"/>
                        <a:pt x="59294" y="24135"/>
                      </a:cubicBezTo>
                      <a:close/>
                      <a:moveTo>
                        <a:pt x="182547" y="24218"/>
                      </a:moveTo>
                      <a:cubicBezTo>
                        <a:pt x="182607" y="24218"/>
                        <a:pt x="182666" y="24218"/>
                        <a:pt x="182726" y="24230"/>
                      </a:cubicBezTo>
                      <a:cubicBezTo>
                        <a:pt x="182666" y="24254"/>
                        <a:pt x="182595" y="24278"/>
                        <a:pt x="182524" y="24314"/>
                      </a:cubicBezTo>
                      <a:cubicBezTo>
                        <a:pt x="182535" y="24290"/>
                        <a:pt x="182535" y="24278"/>
                        <a:pt x="182547" y="24266"/>
                      </a:cubicBezTo>
                      <a:cubicBezTo>
                        <a:pt x="182571" y="24254"/>
                        <a:pt x="182571" y="24230"/>
                        <a:pt x="182547" y="24218"/>
                      </a:cubicBezTo>
                      <a:close/>
                      <a:moveTo>
                        <a:pt x="182095" y="24195"/>
                      </a:moveTo>
                      <a:cubicBezTo>
                        <a:pt x="182226" y="24195"/>
                        <a:pt x="182369" y="24206"/>
                        <a:pt x="182512" y="24218"/>
                      </a:cubicBezTo>
                      <a:lnTo>
                        <a:pt x="182369" y="24349"/>
                      </a:lnTo>
                      <a:cubicBezTo>
                        <a:pt x="182178" y="24409"/>
                        <a:pt x="182000" y="24492"/>
                        <a:pt x="181809" y="24564"/>
                      </a:cubicBezTo>
                      <a:cubicBezTo>
                        <a:pt x="181833" y="24516"/>
                        <a:pt x="181857" y="24492"/>
                        <a:pt x="181881" y="24445"/>
                      </a:cubicBezTo>
                      <a:cubicBezTo>
                        <a:pt x="181952" y="24349"/>
                        <a:pt x="182012" y="24278"/>
                        <a:pt x="182095" y="24195"/>
                      </a:cubicBezTo>
                      <a:close/>
                      <a:moveTo>
                        <a:pt x="182214" y="24528"/>
                      </a:moveTo>
                      <a:lnTo>
                        <a:pt x="181881" y="24671"/>
                      </a:lnTo>
                      <a:cubicBezTo>
                        <a:pt x="181821" y="24683"/>
                        <a:pt x="181773" y="24695"/>
                        <a:pt x="181714" y="24707"/>
                      </a:cubicBezTo>
                      <a:cubicBezTo>
                        <a:pt x="181714" y="24707"/>
                        <a:pt x="181714" y="24695"/>
                        <a:pt x="181738" y="24695"/>
                      </a:cubicBezTo>
                      <a:cubicBezTo>
                        <a:pt x="181881" y="24635"/>
                        <a:pt x="182047" y="24576"/>
                        <a:pt x="182214" y="24528"/>
                      </a:cubicBezTo>
                      <a:close/>
                      <a:moveTo>
                        <a:pt x="166629" y="24206"/>
                      </a:moveTo>
                      <a:cubicBezTo>
                        <a:pt x="166557" y="24314"/>
                        <a:pt x="166474" y="24433"/>
                        <a:pt x="166403" y="24552"/>
                      </a:cubicBezTo>
                      <a:cubicBezTo>
                        <a:pt x="166355" y="24623"/>
                        <a:pt x="166295" y="24707"/>
                        <a:pt x="166260" y="24802"/>
                      </a:cubicBezTo>
                      <a:cubicBezTo>
                        <a:pt x="166260" y="24611"/>
                        <a:pt x="166236" y="24397"/>
                        <a:pt x="166224" y="24206"/>
                      </a:cubicBezTo>
                      <a:close/>
                      <a:moveTo>
                        <a:pt x="181619" y="24171"/>
                      </a:moveTo>
                      <a:cubicBezTo>
                        <a:pt x="181738" y="24171"/>
                        <a:pt x="181857" y="24195"/>
                        <a:pt x="181952" y="24195"/>
                      </a:cubicBezTo>
                      <a:cubicBezTo>
                        <a:pt x="181893" y="24266"/>
                        <a:pt x="181821" y="24326"/>
                        <a:pt x="181762" y="24397"/>
                      </a:cubicBezTo>
                      <a:cubicBezTo>
                        <a:pt x="181702" y="24468"/>
                        <a:pt x="181631" y="24564"/>
                        <a:pt x="181595" y="24647"/>
                      </a:cubicBezTo>
                      <a:cubicBezTo>
                        <a:pt x="181452" y="24707"/>
                        <a:pt x="181297" y="24790"/>
                        <a:pt x="181166" y="24849"/>
                      </a:cubicBezTo>
                      <a:cubicBezTo>
                        <a:pt x="181214" y="24754"/>
                        <a:pt x="181273" y="24647"/>
                        <a:pt x="181321" y="24576"/>
                      </a:cubicBezTo>
                      <a:cubicBezTo>
                        <a:pt x="181416" y="24445"/>
                        <a:pt x="181512" y="24314"/>
                        <a:pt x="181619" y="24171"/>
                      </a:cubicBezTo>
                      <a:close/>
                      <a:moveTo>
                        <a:pt x="181059" y="24159"/>
                      </a:moveTo>
                      <a:cubicBezTo>
                        <a:pt x="181202" y="24159"/>
                        <a:pt x="181345" y="24171"/>
                        <a:pt x="181476" y="24171"/>
                      </a:cubicBezTo>
                      <a:cubicBezTo>
                        <a:pt x="181381" y="24290"/>
                        <a:pt x="181273" y="24397"/>
                        <a:pt x="181166" y="24528"/>
                      </a:cubicBezTo>
                      <a:cubicBezTo>
                        <a:pt x="181083" y="24647"/>
                        <a:pt x="180976" y="24790"/>
                        <a:pt x="180940" y="24933"/>
                      </a:cubicBezTo>
                      <a:cubicBezTo>
                        <a:pt x="180750" y="24992"/>
                        <a:pt x="180559" y="25064"/>
                        <a:pt x="180369" y="25159"/>
                      </a:cubicBezTo>
                      <a:cubicBezTo>
                        <a:pt x="180583" y="24814"/>
                        <a:pt x="180869" y="24516"/>
                        <a:pt x="181059" y="24159"/>
                      </a:cubicBezTo>
                      <a:close/>
                      <a:moveTo>
                        <a:pt x="166998" y="24206"/>
                      </a:moveTo>
                      <a:cubicBezTo>
                        <a:pt x="166831" y="24385"/>
                        <a:pt x="166688" y="24564"/>
                        <a:pt x="166557" y="24742"/>
                      </a:cubicBezTo>
                      <a:cubicBezTo>
                        <a:pt x="166462" y="24873"/>
                        <a:pt x="166355" y="25004"/>
                        <a:pt x="166272" y="25171"/>
                      </a:cubicBezTo>
                      <a:lnTo>
                        <a:pt x="166272" y="25064"/>
                      </a:lnTo>
                      <a:cubicBezTo>
                        <a:pt x="166331" y="24945"/>
                        <a:pt x="166391" y="24802"/>
                        <a:pt x="166450" y="24683"/>
                      </a:cubicBezTo>
                      <a:cubicBezTo>
                        <a:pt x="166533" y="24516"/>
                        <a:pt x="166641" y="24349"/>
                        <a:pt x="166760" y="24206"/>
                      </a:cubicBezTo>
                      <a:close/>
                      <a:moveTo>
                        <a:pt x="180630" y="24147"/>
                      </a:moveTo>
                      <a:cubicBezTo>
                        <a:pt x="180738" y="24147"/>
                        <a:pt x="180845" y="24147"/>
                        <a:pt x="180940" y="24159"/>
                      </a:cubicBezTo>
                      <a:cubicBezTo>
                        <a:pt x="180726" y="24492"/>
                        <a:pt x="180404" y="24754"/>
                        <a:pt x="180249" y="25159"/>
                      </a:cubicBezTo>
                      <a:cubicBezTo>
                        <a:pt x="180226" y="25171"/>
                        <a:pt x="180249" y="25207"/>
                        <a:pt x="180249" y="25218"/>
                      </a:cubicBezTo>
                      <a:cubicBezTo>
                        <a:pt x="180083" y="25290"/>
                        <a:pt x="179904" y="25349"/>
                        <a:pt x="179738" y="25421"/>
                      </a:cubicBezTo>
                      <a:cubicBezTo>
                        <a:pt x="180035" y="24992"/>
                        <a:pt x="180321" y="24564"/>
                        <a:pt x="180630" y="24147"/>
                      </a:cubicBezTo>
                      <a:close/>
                      <a:moveTo>
                        <a:pt x="180488" y="24147"/>
                      </a:moveTo>
                      <a:cubicBezTo>
                        <a:pt x="180130" y="24516"/>
                        <a:pt x="179797" y="25004"/>
                        <a:pt x="179571" y="25480"/>
                      </a:cubicBezTo>
                      <a:cubicBezTo>
                        <a:pt x="179547" y="25504"/>
                        <a:pt x="179535" y="25516"/>
                        <a:pt x="179499" y="25516"/>
                      </a:cubicBezTo>
                      <a:cubicBezTo>
                        <a:pt x="179380" y="25576"/>
                        <a:pt x="179273" y="25623"/>
                        <a:pt x="179154" y="25683"/>
                      </a:cubicBezTo>
                      <a:cubicBezTo>
                        <a:pt x="179595" y="25266"/>
                        <a:pt x="179868" y="24623"/>
                        <a:pt x="180226" y="24147"/>
                      </a:cubicBezTo>
                      <a:close/>
                      <a:moveTo>
                        <a:pt x="167474" y="24218"/>
                      </a:moveTo>
                      <a:cubicBezTo>
                        <a:pt x="167212" y="24564"/>
                        <a:pt x="166522" y="25421"/>
                        <a:pt x="166272" y="25885"/>
                      </a:cubicBezTo>
                      <a:lnTo>
                        <a:pt x="166272" y="25409"/>
                      </a:lnTo>
                      <a:cubicBezTo>
                        <a:pt x="166486" y="24968"/>
                        <a:pt x="166772" y="24587"/>
                        <a:pt x="167081" y="24218"/>
                      </a:cubicBezTo>
                      <a:close/>
                      <a:moveTo>
                        <a:pt x="180095" y="24147"/>
                      </a:moveTo>
                      <a:cubicBezTo>
                        <a:pt x="179916" y="24349"/>
                        <a:pt x="179773" y="24564"/>
                        <a:pt x="179618" y="24802"/>
                      </a:cubicBezTo>
                      <a:cubicBezTo>
                        <a:pt x="179392" y="25147"/>
                        <a:pt x="179142" y="25445"/>
                        <a:pt x="178916" y="25778"/>
                      </a:cubicBezTo>
                      <a:cubicBezTo>
                        <a:pt x="178916" y="25802"/>
                        <a:pt x="178904" y="25802"/>
                        <a:pt x="178916" y="25814"/>
                      </a:cubicBezTo>
                      <a:cubicBezTo>
                        <a:pt x="178797" y="25861"/>
                        <a:pt x="178702" y="25921"/>
                        <a:pt x="178583" y="25957"/>
                      </a:cubicBezTo>
                      <a:cubicBezTo>
                        <a:pt x="178725" y="25754"/>
                        <a:pt x="178856" y="25528"/>
                        <a:pt x="178999" y="25302"/>
                      </a:cubicBezTo>
                      <a:cubicBezTo>
                        <a:pt x="179249" y="24909"/>
                        <a:pt x="179511" y="24516"/>
                        <a:pt x="179797" y="24147"/>
                      </a:cubicBezTo>
                      <a:close/>
                      <a:moveTo>
                        <a:pt x="181023" y="25290"/>
                      </a:moveTo>
                      <a:lnTo>
                        <a:pt x="181023" y="25290"/>
                      </a:lnTo>
                      <a:cubicBezTo>
                        <a:pt x="180559" y="25457"/>
                        <a:pt x="180107" y="25635"/>
                        <a:pt x="179666" y="25826"/>
                      </a:cubicBezTo>
                      <a:cubicBezTo>
                        <a:pt x="179547" y="25885"/>
                        <a:pt x="179416" y="25933"/>
                        <a:pt x="179297" y="25992"/>
                      </a:cubicBezTo>
                      <a:cubicBezTo>
                        <a:pt x="179261" y="25992"/>
                        <a:pt x="179249" y="25992"/>
                        <a:pt x="179214" y="26004"/>
                      </a:cubicBezTo>
                      <a:cubicBezTo>
                        <a:pt x="179523" y="25873"/>
                        <a:pt x="179821" y="25719"/>
                        <a:pt x="180142" y="25588"/>
                      </a:cubicBezTo>
                      <a:cubicBezTo>
                        <a:pt x="180404" y="25469"/>
                        <a:pt x="180702" y="25361"/>
                        <a:pt x="181023" y="25290"/>
                      </a:cubicBezTo>
                      <a:close/>
                      <a:moveTo>
                        <a:pt x="179714" y="24135"/>
                      </a:moveTo>
                      <a:cubicBezTo>
                        <a:pt x="179440" y="24468"/>
                        <a:pt x="179190" y="24814"/>
                        <a:pt x="178952" y="25171"/>
                      </a:cubicBezTo>
                      <a:cubicBezTo>
                        <a:pt x="178737" y="25469"/>
                        <a:pt x="178523" y="25754"/>
                        <a:pt x="178321" y="26064"/>
                      </a:cubicBezTo>
                      <a:cubicBezTo>
                        <a:pt x="178178" y="26135"/>
                        <a:pt x="178011" y="26219"/>
                        <a:pt x="177868" y="26278"/>
                      </a:cubicBezTo>
                      <a:cubicBezTo>
                        <a:pt x="178344" y="25516"/>
                        <a:pt x="178916" y="24861"/>
                        <a:pt x="179428" y="24135"/>
                      </a:cubicBezTo>
                      <a:close/>
                      <a:moveTo>
                        <a:pt x="167879" y="24206"/>
                      </a:moveTo>
                      <a:cubicBezTo>
                        <a:pt x="167569" y="24635"/>
                        <a:pt x="167236" y="25052"/>
                        <a:pt x="166914" y="25457"/>
                      </a:cubicBezTo>
                      <a:cubicBezTo>
                        <a:pt x="166795" y="25599"/>
                        <a:pt x="166676" y="25766"/>
                        <a:pt x="166569" y="25933"/>
                      </a:cubicBezTo>
                      <a:cubicBezTo>
                        <a:pt x="166474" y="26064"/>
                        <a:pt x="166403" y="26195"/>
                        <a:pt x="166331" y="26338"/>
                      </a:cubicBezTo>
                      <a:cubicBezTo>
                        <a:pt x="166295" y="26373"/>
                        <a:pt x="166283" y="26421"/>
                        <a:pt x="166272" y="26469"/>
                      </a:cubicBezTo>
                      <a:lnTo>
                        <a:pt x="166272" y="26016"/>
                      </a:lnTo>
                      <a:cubicBezTo>
                        <a:pt x="166355" y="25861"/>
                        <a:pt x="166629" y="25516"/>
                        <a:pt x="166688" y="25445"/>
                      </a:cubicBezTo>
                      <a:cubicBezTo>
                        <a:pt x="166974" y="25028"/>
                        <a:pt x="167272" y="24635"/>
                        <a:pt x="167546" y="24206"/>
                      </a:cubicBezTo>
                      <a:close/>
                      <a:moveTo>
                        <a:pt x="179321" y="24147"/>
                      </a:moveTo>
                      <a:cubicBezTo>
                        <a:pt x="178773" y="24861"/>
                        <a:pt x="178047" y="25504"/>
                        <a:pt x="177666" y="26361"/>
                      </a:cubicBezTo>
                      <a:lnTo>
                        <a:pt x="177178" y="26588"/>
                      </a:lnTo>
                      <a:cubicBezTo>
                        <a:pt x="177356" y="26278"/>
                        <a:pt x="177606" y="26004"/>
                        <a:pt x="177821" y="25742"/>
                      </a:cubicBezTo>
                      <a:cubicBezTo>
                        <a:pt x="178225" y="25230"/>
                        <a:pt x="178606" y="24695"/>
                        <a:pt x="178976" y="24159"/>
                      </a:cubicBezTo>
                      <a:lnTo>
                        <a:pt x="178976" y="24147"/>
                      </a:lnTo>
                      <a:close/>
                      <a:moveTo>
                        <a:pt x="178940" y="24147"/>
                      </a:moveTo>
                      <a:cubicBezTo>
                        <a:pt x="178440" y="24742"/>
                        <a:pt x="177987" y="25326"/>
                        <a:pt x="177523" y="25897"/>
                      </a:cubicBezTo>
                      <a:cubicBezTo>
                        <a:pt x="177332" y="26135"/>
                        <a:pt x="177106" y="26397"/>
                        <a:pt x="176975" y="26695"/>
                      </a:cubicBezTo>
                      <a:lnTo>
                        <a:pt x="176654" y="26826"/>
                      </a:lnTo>
                      <a:cubicBezTo>
                        <a:pt x="176868" y="26302"/>
                        <a:pt x="177332" y="25921"/>
                        <a:pt x="177654" y="25480"/>
                      </a:cubicBezTo>
                      <a:cubicBezTo>
                        <a:pt x="177987" y="25052"/>
                        <a:pt x="178297" y="24611"/>
                        <a:pt x="178606" y="24147"/>
                      </a:cubicBezTo>
                      <a:close/>
                      <a:moveTo>
                        <a:pt x="168427" y="24218"/>
                      </a:moveTo>
                      <a:cubicBezTo>
                        <a:pt x="168010" y="24861"/>
                        <a:pt x="167546" y="25445"/>
                        <a:pt x="167057" y="25992"/>
                      </a:cubicBezTo>
                      <a:cubicBezTo>
                        <a:pt x="166760" y="26338"/>
                        <a:pt x="166510" y="26719"/>
                        <a:pt x="166260" y="27112"/>
                      </a:cubicBezTo>
                      <a:cubicBezTo>
                        <a:pt x="166260" y="26945"/>
                        <a:pt x="166272" y="26778"/>
                        <a:pt x="166272" y="26612"/>
                      </a:cubicBezTo>
                      <a:cubicBezTo>
                        <a:pt x="166522" y="26219"/>
                        <a:pt x="166760" y="25814"/>
                        <a:pt x="167045" y="25445"/>
                      </a:cubicBezTo>
                      <a:cubicBezTo>
                        <a:pt x="167355" y="25040"/>
                        <a:pt x="167665" y="24647"/>
                        <a:pt x="167938" y="24218"/>
                      </a:cubicBezTo>
                      <a:close/>
                      <a:moveTo>
                        <a:pt x="177713" y="26754"/>
                      </a:moveTo>
                      <a:cubicBezTo>
                        <a:pt x="177463" y="26873"/>
                        <a:pt x="177213" y="27004"/>
                        <a:pt x="176951" y="27123"/>
                      </a:cubicBezTo>
                      <a:cubicBezTo>
                        <a:pt x="176975" y="27088"/>
                        <a:pt x="176975" y="27064"/>
                        <a:pt x="176987" y="27028"/>
                      </a:cubicBezTo>
                      <a:cubicBezTo>
                        <a:pt x="177166" y="26957"/>
                        <a:pt x="177356" y="26885"/>
                        <a:pt x="177535" y="26814"/>
                      </a:cubicBezTo>
                      <a:cubicBezTo>
                        <a:pt x="177594" y="26778"/>
                        <a:pt x="177654" y="26766"/>
                        <a:pt x="177713" y="26754"/>
                      </a:cubicBezTo>
                      <a:close/>
                      <a:moveTo>
                        <a:pt x="178487" y="24147"/>
                      </a:moveTo>
                      <a:cubicBezTo>
                        <a:pt x="178118" y="24695"/>
                        <a:pt x="177713" y="25242"/>
                        <a:pt x="177285" y="25754"/>
                      </a:cubicBezTo>
                      <a:cubicBezTo>
                        <a:pt x="176987" y="26100"/>
                        <a:pt x="176582" y="26409"/>
                        <a:pt x="176475" y="26897"/>
                      </a:cubicBezTo>
                      <a:cubicBezTo>
                        <a:pt x="176320" y="26969"/>
                        <a:pt x="176142" y="27052"/>
                        <a:pt x="175975" y="27123"/>
                      </a:cubicBezTo>
                      <a:cubicBezTo>
                        <a:pt x="176047" y="27016"/>
                        <a:pt x="176154" y="26790"/>
                        <a:pt x="176178" y="26731"/>
                      </a:cubicBezTo>
                      <a:cubicBezTo>
                        <a:pt x="176273" y="26588"/>
                        <a:pt x="176368" y="26457"/>
                        <a:pt x="176475" y="26314"/>
                      </a:cubicBezTo>
                      <a:cubicBezTo>
                        <a:pt x="176654" y="26100"/>
                        <a:pt x="176844" y="25897"/>
                        <a:pt x="177035" y="25695"/>
                      </a:cubicBezTo>
                      <a:cubicBezTo>
                        <a:pt x="177404" y="25242"/>
                        <a:pt x="177773" y="24766"/>
                        <a:pt x="178083" y="24254"/>
                      </a:cubicBezTo>
                      <a:cubicBezTo>
                        <a:pt x="178091" y="24237"/>
                        <a:pt x="178081" y="24226"/>
                        <a:pt x="178070" y="24226"/>
                      </a:cubicBezTo>
                      <a:cubicBezTo>
                        <a:pt x="178066" y="24226"/>
                        <a:pt x="178062" y="24227"/>
                        <a:pt x="178059" y="24230"/>
                      </a:cubicBezTo>
                      <a:cubicBezTo>
                        <a:pt x="177582" y="24790"/>
                        <a:pt x="177178" y="25397"/>
                        <a:pt x="176690" y="25921"/>
                      </a:cubicBezTo>
                      <a:cubicBezTo>
                        <a:pt x="176344" y="26290"/>
                        <a:pt x="175999" y="26671"/>
                        <a:pt x="175820" y="27183"/>
                      </a:cubicBezTo>
                      <a:cubicBezTo>
                        <a:pt x="175677" y="27243"/>
                        <a:pt x="175523" y="27314"/>
                        <a:pt x="175356" y="27374"/>
                      </a:cubicBezTo>
                      <a:cubicBezTo>
                        <a:pt x="175689" y="26921"/>
                        <a:pt x="175975" y="26433"/>
                        <a:pt x="176285" y="25992"/>
                      </a:cubicBezTo>
                      <a:cubicBezTo>
                        <a:pt x="176737" y="25361"/>
                        <a:pt x="177213" y="24766"/>
                        <a:pt x="177690" y="24159"/>
                      </a:cubicBezTo>
                      <a:cubicBezTo>
                        <a:pt x="177952" y="24147"/>
                        <a:pt x="178225" y="24147"/>
                        <a:pt x="178487" y="24147"/>
                      </a:cubicBezTo>
                      <a:close/>
                      <a:moveTo>
                        <a:pt x="176820" y="27088"/>
                      </a:moveTo>
                      <a:cubicBezTo>
                        <a:pt x="176820" y="27112"/>
                        <a:pt x="176820" y="27123"/>
                        <a:pt x="176809" y="27135"/>
                      </a:cubicBezTo>
                      <a:lnTo>
                        <a:pt x="176809" y="27171"/>
                      </a:lnTo>
                      <a:cubicBezTo>
                        <a:pt x="176594" y="27266"/>
                        <a:pt x="176392" y="27362"/>
                        <a:pt x="176166" y="27409"/>
                      </a:cubicBezTo>
                      <a:cubicBezTo>
                        <a:pt x="176392" y="27302"/>
                        <a:pt x="176594" y="27195"/>
                        <a:pt x="176820" y="27088"/>
                      </a:cubicBezTo>
                      <a:close/>
                      <a:moveTo>
                        <a:pt x="177606" y="24171"/>
                      </a:moveTo>
                      <a:cubicBezTo>
                        <a:pt x="177154" y="24742"/>
                        <a:pt x="176690" y="25326"/>
                        <a:pt x="176225" y="25897"/>
                      </a:cubicBezTo>
                      <a:cubicBezTo>
                        <a:pt x="175844" y="26409"/>
                        <a:pt x="175511" y="26993"/>
                        <a:pt x="175094" y="27493"/>
                      </a:cubicBezTo>
                      <a:lnTo>
                        <a:pt x="174689" y="27671"/>
                      </a:lnTo>
                      <a:cubicBezTo>
                        <a:pt x="174785" y="27528"/>
                        <a:pt x="174892" y="27374"/>
                        <a:pt x="174975" y="27254"/>
                      </a:cubicBezTo>
                      <a:cubicBezTo>
                        <a:pt x="175249" y="26897"/>
                        <a:pt x="175547" y="26540"/>
                        <a:pt x="175820" y="26183"/>
                      </a:cubicBezTo>
                      <a:cubicBezTo>
                        <a:pt x="176344" y="25540"/>
                        <a:pt x="176868" y="24909"/>
                        <a:pt x="177297" y="24195"/>
                      </a:cubicBezTo>
                      <a:cubicBezTo>
                        <a:pt x="177392" y="24195"/>
                        <a:pt x="177463" y="24195"/>
                        <a:pt x="177547" y="24171"/>
                      </a:cubicBezTo>
                      <a:close/>
                      <a:moveTo>
                        <a:pt x="168831" y="24230"/>
                      </a:moveTo>
                      <a:cubicBezTo>
                        <a:pt x="168343" y="24754"/>
                        <a:pt x="167903" y="25349"/>
                        <a:pt x="167498" y="25980"/>
                      </a:cubicBezTo>
                      <a:cubicBezTo>
                        <a:pt x="167224" y="26409"/>
                        <a:pt x="166938" y="26850"/>
                        <a:pt x="166629" y="27266"/>
                      </a:cubicBezTo>
                      <a:cubicBezTo>
                        <a:pt x="166486" y="27469"/>
                        <a:pt x="166331" y="27659"/>
                        <a:pt x="166224" y="27862"/>
                      </a:cubicBezTo>
                      <a:cubicBezTo>
                        <a:pt x="166224" y="27671"/>
                        <a:pt x="166236" y="27481"/>
                        <a:pt x="166236" y="27290"/>
                      </a:cubicBezTo>
                      <a:cubicBezTo>
                        <a:pt x="166295" y="27243"/>
                        <a:pt x="166343" y="27183"/>
                        <a:pt x="166403" y="27088"/>
                      </a:cubicBezTo>
                      <a:cubicBezTo>
                        <a:pt x="166641" y="26754"/>
                        <a:pt x="166855" y="26397"/>
                        <a:pt x="167117" y="26076"/>
                      </a:cubicBezTo>
                      <a:cubicBezTo>
                        <a:pt x="167605" y="25504"/>
                        <a:pt x="168081" y="24921"/>
                        <a:pt x="168474" y="24230"/>
                      </a:cubicBezTo>
                      <a:close/>
                      <a:moveTo>
                        <a:pt x="177273" y="24171"/>
                      </a:moveTo>
                      <a:lnTo>
                        <a:pt x="177273" y="24171"/>
                      </a:lnTo>
                      <a:cubicBezTo>
                        <a:pt x="177237" y="24218"/>
                        <a:pt x="177225" y="24254"/>
                        <a:pt x="177213" y="24290"/>
                      </a:cubicBezTo>
                      <a:cubicBezTo>
                        <a:pt x="176678" y="24933"/>
                        <a:pt x="176142" y="25599"/>
                        <a:pt x="175606" y="26254"/>
                      </a:cubicBezTo>
                      <a:cubicBezTo>
                        <a:pt x="175189" y="26754"/>
                        <a:pt x="174737" y="27254"/>
                        <a:pt x="174392" y="27802"/>
                      </a:cubicBezTo>
                      <a:cubicBezTo>
                        <a:pt x="174332" y="27826"/>
                        <a:pt x="174296" y="27850"/>
                        <a:pt x="174249" y="27862"/>
                      </a:cubicBezTo>
                      <a:lnTo>
                        <a:pt x="173939" y="28005"/>
                      </a:lnTo>
                      <a:cubicBezTo>
                        <a:pt x="174725" y="26647"/>
                        <a:pt x="175904" y="25528"/>
                        <a:pt x="176797" y="24266"/>
                      </a:cubicBezTo>
                      <a:cubicBezTo>
                        <a:pt x="176815" y="24238"/>
                        <a:pt x="176790" y="24195"/>
                        <a:pt x="176767" y="24195"/>
                      </a:cubicBezTo>
                      <a:cubicBezTo>
                        <a:pt x="176760" y="24195"/>
                        <a:pt x="176754" y="24199"/>
                        <a:pt x="176749" y="24206"/>
                      </a:cubicBezTo>
                      <a:cubicBezTo>
                        <a:pt x="176166" y="24945"/>
                        <a:pt x="175547" y="25647"/>
                        <a:pt x="174963" y="26397"/>
                      </a:cubicBezTo>
                      <a:cubicBezTo>
                        <a:pt x="174534" y="26945"/>
                        <a:pt x="174011" y="27445"/>
                        <a:pt x="173701" y="28100"/>
                      </a:cubicBezTo>
                      <a:cubicBezTo>
                        <a:pt x="173606" y="28136"/>
                        <a:pt x="173534" y="28183"/>
                        <a:pt x="173439" y="28207"/>
                      </a:cubicBezTo>
                      <a:cubicBezTo>
                        <a:pt x="173880" y="27588"/>
                        <a:pt x="174237" y="26897"/>
                        <a:pt x="174677" y="26290"/>
                      </a:cubicBezTo>
                      <a:cubicBezTo>
                        <a:pt x="175201" y="25576"/>
                        <a:pt x="175761" y="24885"/>
                        <a:pt x="176320" y="24206"/>
                      </a:cubicBezTo>
                      <a:cubicBezTo>
                        <a:pt x="176630" y="24195"/>
                        <a:pt x="176951" y="24195"/>
                        <a:pt x="177273" y="24171"/>
                      </a:cubicBezTo>
                      <a:close/>
                      <a:moveTo>
                        <a:pt x="168939" y="24230"/>
                      </a:moveTo>
                      <a:cubicBezTo>
                        <a:pt x="169153" y="24230"/>
                        <a:pt x="169391" y="24254"/>
                        <a:pt x="169617" y="24254"/>
                      </a:cubicBezTo>
                      <a:cubicBezTo>
                        <a:pt x="168438" y="25683"/>
                        <a:pt x="167272" y="27135"/>
                        <a:pt x="166188" y="28671"/>
                      </a:cubicBezTo>
                      <a:cubicBezTo>
                        <a:pt x="166188" y="28493"/>
                        <a:pt x="166188" y="28302"/>
                        <a:pt x="166212" y="28124"/>
                      </a:cubicBezTo>
                      <a:cubicBezTo>
                        <a:pt x="166617" y="27481"/>
                        <a:pt x="167057" y="26873"/>
                        <a:pt x="167474" y="26231"/>
                      </a:cubicBezTo>
                      <a:cubicBezTo>
                        <a:pt x="167927" y="25528"/>
                        <a:pt x="168379" y="24849"/>
                        <a:pt x="168939" y="24230"/>
                      </a:cubicBezTo>
                      <a:close/>
                      <a:moveTo>
                        <a:pt x="176261" y="24206"/>
                      </a:moveTo>
                      <a:cubicBezTo>
                        <a:pt x="175689" y="24873"/>
                        <a:pt x="175118" y="25516"/>
                        <a:pt x="174570" y="26195"/>
                      </a:cubicBezTo>
                      <a:cubicBezTo>
                        <a:pt x="174082" y="26826"/>
                        <a:pt x="173701" y="27552"/>
                        <a:pt x="173237" y="28207"/>
                      </a:cubicBezTo>
                      <a:cubicBezTo>
                        <a:pt x="173225" y="28207"/>
                        <a:pt x="173225" y="28219"/>
                        <a:pt x="173201" y="28219"/>
                      </a:cubicBezTo>
                      <a:cubicBezTo>
                        <a:pt x="173177" y="28266"/>
                        <a:pt x="173141" y="28314"/>
                        <a:pt x="173118" y="28338"/>
                      </a:cubicBezTo>
                      <a:cubicBezTo>
                        <a:pt x="172951" y="28421"/>
                        <a:pt x="172772" y="28493"/>
                        <a:pt x="172606" y="28564"/>
                      </a:cubicBezTo>
                      <a:cubicBezTo>
                        <a:pt x="173106" y="27897"/>
                        <a:pt x="173522" y="27147"/>
                        <a:pt x="174011" y="26481"/>
                      </a:cubicBezTo>
                      <a:cubicBezTo>
                        <a:pt x="174332" y="26040"/>
                        <a:pt x="174677" y="25623"/>
                        <a:pt x="175023" y="25183"/>
                      </a:cubicBezTo>
                      <a:cubicBezTo>
                        <a:pt x="175242" y="24897"/>
                        <a:pt x="175452" y="24601"/>
                        <a:pt x="175652" y="24295"/>
                      </a:cubicBezTo>
                      <a:lnTo>
                        <a:pt x="175652" y="24295"/>
                      </a:lnTo>
                      <a:cubicBezTo>
                        <a:pt x="175448" y="24528"/>
                        <a:pt x="175264" y="24812"/>
                        <a:pt x="175070" y="25064"/>
                      </a:cubicBezTo>
                      <a:cubicBezTo>
                        <a:pt x="174689" y="25528"/>
                        <a:pt x="174308" y="25957"/>
                        <a:pt x="173951" y="26421"/>
                      </a:cubicBezTo>
                      <a:cubicBezTo>
                        <a:pt x="173380" y="27171"/>
                        <a:pt x="172903" y="27981"/>
                        <a:pt x="172332" y="28719"/>
                      </a:cubicBezTo>
                      <a:cubicBezTo>
                        <a:pt x="172225" y="28755"/>
                        <a:pt x="172129" y="28802"/>
                        <a:pt x="172034" y="28850"/>
                      </a:cubicBezTo>
                      <a:lnTo>
                        <a:pt x="171772" y="28957"/>
                      </a:lnTo>
                      <a:cubicBezTo>
                        <a:pt x="172058" y="28326"/>
                        <a:pt x="172606" y="27731"/>
                        <a:pt x="172939" y="27207"/>
                      </a:cubicBezTo>
                      <a:cubicBezTo>
                        <a:pt x="173558" y="26231"/>
                        <a:pt x="174189" y="25230"/>
                        <a:pt x="174880" y="24314"/>
                      </a:cubicBezTo>
                      <a:cubicBezTo>
                        <a:pt x="174887" y="24302"/>
                        <a:pt x="174889" y="24290"/>
                        <a:pt x="174887" y="24279"/>
                      </a:cubicBezTo>
                      <a:lnTo>
                        <a:pt x="174887" y="24279"/>
                      </a:lnTo>
                      <a:cubicBezTo>
                        <a:pt x="175148" y="24276"/>
                        <a:pt x="175411" y="24273"/>
                        <a:pt x="175670" y="24266"/>
                      </a:cubicBezTo>
                      <a:lnTo>
                        <a:pt x="175670" y="24266"/>
                      </a:lnTo>
                      <a:cubicBezTo>
                        <a:pt x="175664" y="24276"/>
                        <a:pt x="175658" y="24286"/>
                        <a:pt x="175652" y="24295"/>
                      </a:cubicBezTo>
                      <a:lnTo>
                        <a:pt x="175652" y="24295"/>
                      </a:lnTo>
                      <a:cubicBezTo>
                        <a:pt x="175660" y="24285"/>
                        <a:pt x="175669" y="24276"/>
                        <a:pt x="175677" y="24266"/>
                      </a:cubicBezTo>
                      <a:lnTo>
                        <a:pt x="175677" y="24266"/>
                      </a:lnTo>
                      <a:cubicBezTo>
                        <a:pt x="175675" y="24266"/>
                        <a:pt x="175673" y="24266"/>
                        <a:pt x="175670" y="24266"/>
                      </a:cubicBezTo>
                      <a:lnTo>
                        <a:pt x="175670" y="24266"/>
                      </a:lnTo>
                      <a:cubicBezTo>
                        <a:pt x="175681" y="24250"/>
                        <a:pt x="175691" y="24234"/>
                        <a:pt x="175701" y="24218"/>
                      </a:cubicBezTo>
                      <a:cubicBezTo>
                        <a:pt x="175880" y="24218"/>
                        <a:pt x="176082" y="24206"/>
                        <a:pt x="176261" y="24206"/>
                      </a:cubicBezTo>
                      <a:close/>
                      <a:moveTo>
                        <a:pt x="170022" y="24254"/>
                      </a:moveTo>
                      <a:cubicBezTo>
                        <a:pt x="169367" y="25242"/>
                        <a:pt x="168617" y="26171"/>
                        <a:pt x="167867" y="27076"/>
                      </a:cubicBezTo>
                      <a:cubicBezTo>
                        <a:pt x="167295" y="27766"/>
                        <a:pt x="166653" y="28421"/>
                        <a:pt x="166164" y="29159"/>
                      </a:cubicBezTo>
                      <a:cubicBezTo>
                        <a:pt x="166164" y="29088"/>
                        <a:pt x="166164" y="28993"/>
                        <a:pt x="166176" y="28921"/>
                      </a:cubicBezTo>
                      <a:cubicBezTo>
                        <a:pt x="167295" y="27314"/>
                        <a:pt x="168534" y="25826"/>
                        <a:pt x="169677" y="24254"/>
                      </a:cubicBezTo>
                      <a:close/>
                      <a:moveTo>
                        <a:pt x="174845" y="24280"/>
                      </a:moveTo>
                      <a:lnTo>
                        <a:pt x="174845" y="24280"/>
                      </a:lnTo>
                      <a:cubicBezTo>
                        <a:pt x="174123" y="25181"/>
                        <a:pt x="173472" y="26164"/>
                        <a:pt x="172832" y="27135"/>
                      </a:cubicBezTo>
                      <a:cubicBezTo>
                        <a:pt x="172487" y="27659"/>
                        <a:pt x="171784" y="28362"/>
                        <a:pt x="171582" y="29040"/>
                      </a:cubicBezTo>
                      <a:lnTo>
                        <a:pt x="171177" y="29219"/>
                      </a:lnTo>
                      <a:cubicBezTo>
                        <a:pt x="171154" y="29230"/>
                        <a:pt x="171131" y="29231"/>
                        <a:pt x="171109" y="29252"/>
                      </a:cubicBezTo>
                      <a:lnTo>
                        <a:pt x="171109" y="29252"/>
                      </a:lnTo>
                      <a:cubicBezTo>
                        <a:pt x="171631" y="28751"/>
                        <a:pt x="172059" y="27908"/>
                        <a:pt x="172415" y="27350"/>
                      </a:cubicBezTo>
                      <a:cubicBezTo>
                        <a:pt x="172737" y="26814"/>
                        <a:pt x="173070" y="26278"/>
                        <a:pt x="173380" y="25742"/>
                      </a:cubicBezTo>
                      <a:cubicBezTo>
                        <a:pt x="173665" y="25230"/>
                        <a:pt x="173927" y="24695"/>
                        <a:pt x="174320" y="24290"/>
                      </a:cubicBezTo>
                      <a:cubicBezTo>
                        <a:pt x="174492" y="24285"/>
                        <a:pt x="174668" y="24282"/>
                        <a:pt x="174845" y="24280"/>
                      </a:cubicBezTo>
                      <a:close/>
                      <a:moveTo>
                        <a:pt x="174201" y="24266"/>
                      </a:moveTo>
                      <a:cubicBezTo>
                        <a:pt x="173558" y="24921"/>
                        <a:pt x="173118" y="25921"/>
                        <a:pt x="172641" y="26707"/>
                      </a:cubicBezTo>
                      <a:cubicBezTo>
                        <a:pt x="172070" y="27612"/>
                        <a:pt x="171522" y="28671"/>
                        <a:pt x="170748" y="29374"/>
                      </a:cubicBezTo>
                      <a:cubicBezTo>
                        <a:pt x="170641" y="29409"/>
                        <a:pt x="170522" y="29445"/>
                        <a:pt x="170427" y="29493"/>
                      </a:cubicBezTo>
                      <a:lnTo>
                        <a:pt x="170403" y="29493"/>
                      </a:lnTo>
                      <a:cubicBezTo>
                        <a:pt x="170379" y="29505"/>
                        <a:pt x="170367" y="29505"/>
                        <a:pt x="170332" y="29517"/>
                      </a:cubicBezTo>
                      <a:cubicBezTo>
                        <a:pt x="170558" y="29207"/>
                        <a:pt x="170784" y="28862"/>
                        <a:pt x="171022" y="28576"/>
                      </a:cubicBezTo>
                      <a:cubicBezTo>
                        <a:pt x="171391" y="28136"/>
                        <a:pt x="171760" y="27671"/>
                        <a:pt x="172106" y="27195"/>
                      </a:cubicBezTo>
                      <a:cubicBezTo>
                        <a:pt x="172772" y="26278"/>
                        <a:pt x="173380" y="25302"/>
                        <a:pt x="173903" y="24266"/>
                      </a:cubicBezTo>
                      <a:close/>
                      <a:moveTo>
                        <a:pt x="173844" y="24242"/>
                      </a:moveTo>
                      <a:lnTo>
                        <a:pt x="173844" y="24242"/>
                      </a:lnTo>
                      <a:cubicBezTo>
                        <a:pt x="173237" y="25302"/>
                        <a:pt x="172582" y="26314"/>
                        <a:pt x="171867" y="27266"/>
                      </a:cubicBezTo>
                      <a:cubicBezTo>
                        <a:pt x="171534" y="27719"/>
                        <a:pt x="171201" y="28136"/>
                        <a:pt x="170844" y="28552"/>
                      </a:cubicBezTo>
                      <a:cubicBezTo>
                        <a:pt x="170570" y="28862"/>
                        <a:pt x="170343" y="29267"/>
                        <a:pt x="170093" y="29588"/>
                      </a:cubicBezTo>
                      <a:cubicBezTo>
                        <a:pt x="169927" y="29648"/>
                        <a:pt x="169748" y="29695"/>
                        <a:pt x="169570" y="29743"/>
                      </a:cubicBezTo>
                      <a:cubicBezTo>
                        <a:pt x="170153" y="29159"/>
                        <a:pt x="170605" y="28243"/>
                        <a:pt x="171046" y="27647"/>
                      </a:cubicBezTo>
                      <a:cubicBezTo>
                        <a:pt x="171820" y="26600"/>
                        <a:pt x="172760" y="25504"/>
                        <a:pt x="173296" y="24266"/>
                      </a:cubicBezTo>
                      <a:cubicBezTo>
                        <a:pt x="173475" y="24266"/>
                        <a:pt x="173665" y="24266"/>
                        <a:pt x="173844" y="24242"/>
                      </a:cubicBezTo>
                      <a:close/>
                      <a:moveTo>
                        <a:pt x="170129" y="24266"/>
                      </a:moveTo>
                      <a:cubicBezTo>
                        <a:pt x="170320" y="24266"/>
                        <a:pt x="170510" y="24278"/>
                        <a:pt x="170701" y="24278"/>
                      </a:cubicBezTo>
                      <a:lnTo>
                        <a:pt x="170784" y="24278"/>
                      </a:lnTo>
                      <a:cubicBezTo>
                        <a:pt x="169891" y="25266"/>
                        <a:pt x="169070" y="26361"/>
                        <a:pt x="168236" y="27409"/>
                      </a:cubicBezTo>
                      <a:cubicBezTo>
                        <a:pt x="168081" y="27588"/>
                        <a:pt x="166641" y="29219"/>
                        <a:pt x="166164" y="29910"/>
                      </a:cubicBezTo>
                      <a:lnTo>
                        <a:pt x="166164" y="29529"/>
                      </a:lnTo>
                      <a:lnTo>
                        <a:pt x="166164" y="29505"/>
                      </a:lnTo>
                      <a:cubicBezTo>
                        <a:pt x="166760" y="28517"/>
                        <a:pt x="167581" y="27707"/>
                        <a:pt x="168272" y="26826"/>
                      </a:cubicBezTo>
                      <a:cubicBezTo>
                        <a:pt x="168939" y="26004"/>
                        <a:pt x="169570" y="25171"/>
                        <a:pt x="170129" y="24266"/>
                      </a:cubicBezTo>
                      <a:close/>
                      <a:moveTo>
                        <a:pt x="173249" y="24290"/>
                      </a:moveTo>
                      <a:cubicBezTo>
                        <a:pt x="172510" y="25338"/>
                        <a:pt x="171808" y="26421"/>
                        <a:pt x="171034" y="27445"/>
                      </a:cubicBezTo>
                      <a:cubicBezTo>
                        <a:pt x="170463" y="28207"/>
                        <a:pt x="169951" y="29219"/>
                        <a:pt x="169248" y="29850"/>
                      </a:cubicBezTo>
                      <a:cubicBezTo>
                        <a:pt x="169105" y="29874"/>
                        <a:pt x="168974" y="29910"/>
                        <a:pt x="168843" y="29945"/>
                      </a:cubicBezTo>
                      <a:cubicBezTo>
                        <a:pt x="169153" y="29457"/>
                        <a:pt x="169510" y="29017"/>
                        <a:pt x="169843" y="28540"/>
                      </a:cubicBezTo>
                      <a:cubicBezTo>
                        <a:pt x="170248" y="27945"/>
                        <a:pt x="170629" y="27326"/>
                        <a:pt x="171058" y="26754"/>
                      </a:cubicBezTo>
                      <a:cubicBezTo>
                        <a:pt x="171475" y="26195"/>
                        <a:pt x="171891" y="25635"/>
                        <a:pt x="172296" y="25064"/>
                      </a:cubicBezTo>
                      <a:cubicBezTo>
                        <a:pt x="172463" y="24849"/>
                        <a:pt x="172701" y="24576"/>
                        <a:pt x="172820" y="24290"/>
                      </a:cubicBezTo>
                      <a:close/>
                      <a:moveTo>
                        <a:pt x="172665" y="24290"/>
                      </a:moveTo>
                      <a:cubicBezTo>
                        <a:pt x="172403" y="24635"/>
                        <a:pt x="171939" y="25397"/>
                        <a:pt x="171891" y="25469"/>
                      </a:cubicBezTo>
                      <a:cubicBezTo>
                        <a:pt x="171475" y="26016"/>
                        <a:pt x="171046" y="26552"/>
                        <a:pt x="170641" y="27112"/>
                      </a:cubicBezTo>
                      <a:cubicBezTo>
                        <a:pt x="170272" y="27612"/>
                        <a:pt x="169951" y="28183"/>
                        <a:pt x="169570" y="28683"/>
                      </a:cubicBezTo>
                      <a:cubicBezTo>
                        <a:pt x="169260" y="29112"/>
                        <a:pt x="168950" y="29517"/>
                        <a:pt x="168665" y="29981"/>
                      </a:cubicBezTo>
                      <a:cubicBezTo>
                        <a:pt x="168486" y="30029"/>
                        <a:pt x="168319" y="30064"/>
                        <a:pt x="168165" y="30112"/>
                      </a:cubicBezTo>
                      <a:cubicBezTo>
                        <a:pt x="168438" y="29731"/>
                        <a:pt x="168772" y="29386"/>
                        <a:pt x="169058" y="28993"/>
                      </a:cubicBezTo>
                      <a:cubicBezTo>
                        <a:pt x="169451" y="28445"/>
                        <a:pt x="169855" y="27885"/>
                        <a:pt x="170260" y="27326"/>
                      </a:cubicBezTo>
                      <a:cubicBezTo>
                        <a:pt x="170975" y="26338"/>
                        <a:pt x="171665" y="25326"/>
                        <a:pt x="172344" y="24290"/>
                      </a:cubicBezTo>
                      <a:close/>
                      <a:moveTo>
                        <a:pt x="172272" y="24278"/>
                      </a:moveTo>
                      <a:cubicBezTo>
                        <a:pt x="171463" y="25349"/>
                        <a:pt x="170701" y="26457"/>
                        <a:pt x="169915" y="27528"/>
                      </a:cubicBezTo>
                      <a:cubicBezTo>
                        <a:pt x="169510" y="28076"/>
                        <a:pt x="169129" y="28636"/>
                        <a:pt x="168712" y="29171"/>
                      </a:cubicBezTo>
                      <a:cubicBezTo>
                        <a:pt x="168438" y="29517"/>
                        <a:pt x="168165" y="29826"/>
                        <a:pt x="167903" y="30171"/>
                      </a:cubicBezTo>
                      <a:cubicBezTo>
                        <a:pt x="167784" y="30207"/>
                        <a:pt x="167665" y="30243"/>
                        <a:pt x="167569" y="30291"/>
                      </a:cubicBezTo>
                      <a:cubicBezTo>
                        <a:pt x="167712" y="30100"/>
                        <a:pt x="167843" y="29850"/>
                        <a:pt x="167962" y="29683"/>
                      </a:cubicBezTo>
                      <a:cubicBezTo>
                        <a:pt x="168438" y="29052"/>
                        <a:pt x="168974" y="28481"/>
                        <a:pt x="169451" y="27838"/>
                      </a:cubicBezTo>
                      <a:cubicBezTo>
                        <a:pt x="169855" y="27302"/>
                        <a:pt x="170248" y="26754"/>
                        <a:pt x="170629" y="26183"/>
                      </a:cubicBezTo>
                      <a:lnTo>
                        <a:pt x="171260" y="25242"/>
                      </a:lnTo>
                      <a:cubicBezTo>
                        <a:pt x="171344" y="25111"/>
                        <a:pt x="171451" y="24968"/>
                        <a:pt x="171534" y="24826"/>
                      </a:cubicBezTo>
                      <a:cubicBezTo>
                        <a:pt x="171617" y="24730"/>
                        <a:pt x="171748" y="24409"/>
                        <a:pt x="171832" y="24278"/>
                      </a:cubicBezTo>
                      <a:close/>
                      <a:moveTo>
                        <a:pt x="171248" y="24266"/>
                      </a:moveTo>
                      <a:cubicBezTo>
                        <a:pt x="170284" y="25207"/>
                        <a:pt x="169605" y="26469"/>
                        <a:pt x="168796" y="27552"/>
                      </a:cubicBezTo>
                      <a:cubicBezTo>
                        <a:pt x="167974" y="28683"/>
                        <a:pt x="167010" y="29648"/>
                        <a:pt x="166164" y="30767"/>
                      </a:cubicBezTo>
                      <a:lnTo>
                        <a:pt x="166164" y="30219"/>
                      </a:lnTo>
                      <a:cubicBezTo>
                        <a:pt x="166426" y="29933"/>
                        <a:pt x="166629" y="29529"/>
                        <a:pt x="166879" y="29255"/>
                      </a:cubicBezTo>
                      <a:cubicBezTo>
                        <a:pt x="167355" y="28695"/>
                        <a:pt x="167796" y="28159"/>
                        <a:pt x="168248" y="27588"/>
                      </a:cubicBezTo>
                      <a:cubicBezTo>
                        <a:pt x="169105" y="26469"/>
                        <a:pt x="169974" y="25349"/>
                        <a:pt x="170867" y="24266"/>
                      </a:cubicBezTo>
                      <a:close/>
                      <a:moveTo>
                        <a:pt x="167641" y="30624"/>
                      </a:moveTo>
                      <a:lnTo>
                        <a:pt x="167641" y="30648"/>
                      </a:lnTo>
                      <a:cubicBezTo>
                        <a:pt x="167474" y="30743"/>
                        <a:pt x="167307" y="30814"/>
                        <a:pt x="167165" y="30898"/>
                      </a:cubicBezTo>
                      <a:lnTo>
                        <a:pt x="166807" y="31053"/>
                      </a:lnTo>
                      <a:cubicBezTo>
                        <a:pt x="167057" y="30874"/>
                        <a:pt x="167343" y="30743"/>
                        <a:pt x="167641" y="30624"/>
                      </a:cubicBezTo>
                      <a:close/>
                      <a:moveTo>
                        <a:pt x="171832" y="24266"/>
                      </a:moveTo>
                      <a:cubicBezTo>
                        <a:pt x="171034" y="25349"/>
                        <a:pt x="170308" y="26469"/>
                        <a:pt x="169498" y="27528"/>
                      </a:cubicBezTo>
                      <a:cubicBezTo>
                        <a:pt x="169093" y="28064"/>
                        <a:pt x="168677" y="28564"/>
                        <a:pt x="168248" y="29076"/>
                      </a:cubicBezTo>
                      <a:cubicBezTo>
                        <a:pt x="167938" y="29457"/>
                        <a:pt x="167546" y="30207"/>
                        <a:pt x="167129" y="30457"/>
                      </a:cubicBezTo>
                      <a:cubicBezTo>
                        <a:pt x="167117" y="30457"/>
                        <a:pt x="167117" y="30469"/>
                        <a:pt x="167117" y="30469"/>
                      </a:cubicBezTo>
                      <a:cubicBezTo>
                        <a:pt x="166772" y="30636"/>
                        <a:pt x="166450" y="30862"/>
                        <a:pt x="166164" y="31136"/>
                      </a:cubicBezTo>
                      <a:lnTo>
                        <a:pt x="166164" y="31053"/>
                      </a:lnTo>
                      <a:cubicBezTo>
                        <a:pt x="167057" y="29898"/>
                        <a:pt x="168057" y="28850"/>
                        <a:pt x="168915" y="27671"/>
                      </a:cubicBezTo>
                      <a:cubicBezTo>
                        <a:pt x="169320" y="27123"/>
                        <a:pt x="169689" y="26540"/>
                        <a:pt x="170082" y="25969"/>
                      </a:cubicBezTo>
                      <a:cubicBezTo>
                        <a:pt x="170451" y="25421"/>
                        <a:pt x="171010" y="24885"/>
                        <a:pt x="171296" y="24302"/>
                      </a:cubicBezTo>
                      <a:cubicBezTo>
                        <a:pt x="171296" y="24302"/>
                        <a:pt x="171296" y="24326"/>
                        <a:pt x="171308" y="24326"/>
                      </a:cubicBezTo>
                      <a:lnTo>
                        <a:pt x="171367" y="24266"/>
                      </a:lnTo>
                      <a:close/>
                      <a:moveTo>
                        <a:pt x="166117" y="31707"/>
                      </a:moveTo>
                      <a:cubicBezTo>
                        <a:pt x="166641" y="32065"/>
                        <a:pt x="167188" y="32374"/>
                        <a:pt x="167748" y="32672"/>
                      </a:cubicBezTo>
                      <a:cubicBezTo>
                        <a:pt x="167605" y="32600"/>
                        <a:pt x="167462" y="32541"/>
                        <a:pt x="167307" y="32481"/>
                      </a:cubicBezTo>
                      <a:cubicBezTo>
                        <a:pt x="166855" y="32303"/>
                        <a:pt x="166414" y="32136"/>
                        <a:pt x="166093" y="31731"/>
                      </a:cubicBezTo>
                      <a:lnTo>
                        <a:pt x="166117" y="31707"/>
                      </a:lnTo>
                      <a:close/>
                      <a:moveTo>
                        <a:pt x="170046" y="33791"/>
                      </a:moveTo>
                      <a:lnTo>
                        <a:pt x="170046" y="33791"/>
                      </a:lnTo>
                      <a:cubicBezTo>
                        <a:pt x="170629" y="34053"/>
                        <a:pt x="171201" y="34315"/>
                        <a:pt x="171760" y="34577"/>
                      </a:cubicBezTo>
                      <a:cubicBezTo>
                        <a:pt x="172106" y="34743"/>
                        <a:pt x="172439" y="34910"/>
                        <a:pt x="172784" y="35053"/>
                      </a:cubicBezTo>
                      <a:lnTo>
                        <a:pt x="173225" y="35279"/>
                      </a:lnTo>
                      <a:cubicBezTo>
                        <a:pt x="172701" y="35065"/>
                        <a:pt x="172189" y="34851"/>
                        <a:pt x="171689" y="34624"/>
                      </a:cubicBezTo>
                      <a:cubicBezTo>
                        <a:pt x="171117" y="34374"/>
                        <a:pt x="170582" y="34077"/>
                        <a:pt x="170046" y="33791"/>
                      </a:cubicBezTo>
                      <a:close/>
                      <a:moveTo>
                        <a:pt x="172391" y="29112"/>
                      </a:moveTo>
                      <a:cubicBezTo>
                        <a:pt x="172606" y="29743"/>
                        <a:pt x="173022" y="30255"/>
                        <a:pt x="173356" y="30826"/>
                      </a:cubicBezTo>
                      <a:cubicBezTo>
                        <a:pt x="173415" y="30981"/>
                        <a:pt x="173499" y="31136"/>
                        <a:pt x="173594" y="31291"/>
                      </a:cubicBezTo>
                      <a:lnTo>
                        <a:pt x="176261" y="36256"/>
                      </a:lnTo>
                      <a:cubicBezTo>
                        <a:pt x="176285" y="36339"/>
                        <a:pt x="176332" y="36410"/>
                        <a:pt x="176356" y="36482"/>
                      </a:cubicBezTo>
                      <a:cubicBezTo>
                        <a:pt x="176225" y="36422"/>
                        <a:pt x="176106" y="36363"/>
                        <a:pt x="175975" y="36303"/>
                      </a:cubicBezTo>
                      <a:cubicBezTo>
                        <a:pt x="175582" y="36089"/>
                        <a:pt x="175189" y="35886"/>
                        <a:pt x="174796" y="35696"/>
                      </a:cubicBezTo>
                      <a:cubicBezTo>
                        <a:pt x="173844" y="35196"/>
                        <a:pt x="172891" y="34755"/>
                        <a:pt x="171939" y="34303"/>
                      </a:cubicBezTo>
                      <a:cubicBezTo>
                        <a:pt x="170760" y="33755"/>
                        <a:pt x="169593" y="33160"/>
                        <a:pt x="168427" y="32577"/>
                      </a:cubicBezTo>
                      <a:lnTo>
                        <a:pt x="166331" y="31469"/>
                      </a:lnTo>
                      <a:lnTo>
                        <a:pt x="166438" y="31362"/>
                      </a:lnTo>
                      <a:cubicBezTo>
                        <a:pt x="166795" y="31267"/>
                        <a:pt x="167117" y="31112"/>
                        <a:pt x="167450" y="30933"/>
                      </a:cubicBezTo>
                      <a:lnTo>
                        <a:pt x="169177" y="30195"/>
                      </a:lnTo>
                      <a:cubicBezTo>
                        <a:pt x="169486" y="30124"/>
                        <a:pt x="169796" y="30052"/>
                        <a:pt x="170093" y="29957"/>
                      </a:cubicBezTo>
                      <a:cubicBezTo>
                        <a:pt x="170760" y="29755"/>
                        <a:pt x="171415" y="29481"/>
                        <a:pt x="172070" y="29219"/>
                      </a:cubicBezTo>
                      <a:cubicBezTo>
                        <a:pt x="172094" y="29219"/>
                        <a:pt x="172118" y="29219"/>
                        <a:pt x="172129" y="29207"/>
                      </a:cubicBezTo>
                      <a:cubicBezTo>
                        <a:pt x="172225" y="29171"/>
                        <a:pt x="172296" y="29148"/>
                        <a:pt x="172391" y="29112"/>
                      </a:cubicBezTo>
                      <a:close/>
                      <a:moveTo>
                        <a:pt x="173903" y="31303"/>
                      </a:moveTo>
                      <a:lnTo>
                        <a:pt x="173903" y="31303"/>
                      </a:lnTo>
                      <a:cubicBezTo>
                        <a:pt x="174273" y="31815"/>
                        <a:pt x="174618" y="32315"/>
                        <a:pt x="174927" y="32838"/>
                      </a:cubicBezTo>
                      <a:cubicBezTo>
                        <a:pt x="175285" y="33434"/>
                        <a:pt x="175558" y="34101"/>
                        <a:pt x="175904" y="34708"/>
                      </a:cubicBezTo>
                      <a:cubicBezTo>
                        <a:pt x="176237" y="35351"/>
                        <a:pt x="176594" y="35982"/>
                        <a:pt x="176761" y="36696"/>
                      </a:cubicBezTo>
                      <a:cubicBezTo>
                        <a:pt x="176749" y="36696"/>
                        <a:pt x="176749" y="36672"/>
                        <a:pt x="176737" y="36672"/>
                      </a:cubicBezTo>
                      <a:cubicBezTo>
                        <a:pt x="176642" y="36470"/>
                        <a:pt x="176535" y="36256"/>
                        <a:pt x="176439" y="36065"/>
                      </a:cubicBezTo>
                      <a:cubicBezTo>
                        <a:pt x="176320" y="35803"/>
                        <a:pt x="176213" y="35529"/>
                        <a:pt x="176070" y="35267"/>
                      </a:cubicBezTo>
                      <a:cubicBezTo>
                        <a:pt x="175713" y="34529"/>
                        <a:pt x="175273" y="33851"/>
                        <a:pt x="174880" y="33136"/>
                      </a:cubicBezTo>
                      <a:cubicBezTo>
                        <a:pt x="174558" y="32529"/>
                        <a:pt x="174249" y="31910"/>
                        <a:pt x="173903" y="31303"/>
                      </a:cubicBezTo>
                      <a:close/>
                      <a:moveTo>
                        <a:pt x="50493" y="1"/>
                      </a:moveTo>
                      <a:cubicBezTo>
                        <a:pt x="50458" y="1"/>
                        <a:pt x="50423" y="1"/>
                        <a:pt x="50388" y="1"/>
                      </a:cubicBezTo>
                      <a:cubicBezTo>
                        <a:pt x="49316" y="1"/>
                        <a:pt x="4370" y="168"/>
                        <a:pt x="3299" y="239"/>
                      </a:cubicBezTo>
                      <a:cubicBezTo>
                        <a:pt x="2322" y="299"/>
                        <a:pt x="1322" y="346"/>
                        <a:pt x="346" y="370"/>
                      </a:cubicBezTo>
                      <a:cubicBezTo>
                        <a:pt x="326" y="357"/>
                        <a:pt x="303" y="348"/>
                        <a:pt x="282" y="348"/>
                      </a:cubicBezTo>
                      <a:cubicBezTo>
                        <a:pt x="265" y="348"/>
                        <a:pt x="250" y="354"/>
                        <a:pt x="239" y="370"/>
                      </a:cubicBezTo>
                      <a:cubicBezTo>
                        <a:pt x="227" y="370"/>
                        <a:pt x="203" y="370"/>
                        <a:pt x="191" y="394"/>
                      </a:cubicBezTo>
                      <a:lnTo>
                        <a:pt x="48" y="394"/>
                      </a:lnTo>
                      <a:lnTo>
                        <a:pt x="48" y="1347"/>
                      </a:lnTo>
                      <a:cubicBezTo>
                        <a:pt x="13" y="1763"/>
                        <a:pt x="25" y="2192"/>
                        <a:pt x="48" y="2609"/>
                      </a:cubicBezTo>
                      <a:lnTo>
                        <a:pt x="48" y="18027"/>
                      </a:lnTo>
                      <a:cubicBezTo>
                        <a:pt x="1" y="18027"/>
                        <a:pt x="1" y="18110"/>
                        <a:pt x="48" y="18134"/>
                      </a:cubicBezTo>
                      <a:lnTo>
                        <a:pt x="48" y="18349"/>
                      </a:lnTo>
                      <a:lnTo>
                        <a:pt x="227" y="18349"/>
                      </a:lnTo>
                      <a:cubicBezTo>
                        <a:pt x="239" y="18384"/>
                        <a:pt x="263" y="18408"/>
                        <a:pt x="310" y="18408"/>
                      </a:cubicBezTo>
                      <a:cubicBezTo>
                        <a:pt x="581" y="18417"/>
                        <a:pt x="849" y="18421"/>
                        <a:pt x="1117" y="18421"/>
                      </a:cubicBezTo>
                      <a:cubicBezTo>
                        <a:pt x="1946" y="18421"/>
                        <a:pt x="2766" y="18385"/>
                        <a:pt x="3585" y="18349"/>
                      </a:cubicBezTo>
                      <a:lnTo>
                        <a:pt x="54067" y="18349"/>
                      </a:lnTo>
                      <a:cubicBezTo>
                        <a:pt x="54496" y="18384"/>
                        <a:pt x="54912" y="18408"/>
                        <a:pt x="55353" y="18456"/>
                      </a:cubicBezTo>
                      <a:cubicBezTo>
                        <a:pt x="55246" y="19337"/>
                        <a:pt x="55365" y="20218"/>
                        <a:pt x="55472" y="21099"/>
                      </a:cubicBezTo>
                      <a:lnTo>
                        <a:pt x="55472" y="21492"/>
                      </a:lnTo>
                      <a:cubicBezTo>
                        <a:pt x="55472" y="21492"/>
                        <a:pt x="55472" y="21516"/>
                        <a:pt x="55448" y="21516"/>
                      </a:cubicBezTo>
                      <a:cubicBezTo>
                        <a:pt x="55436" y="21528"/>
                        <a:pt x="55448" y="21539"/>
                        <a:pt x="55472" y="21551"/>
                      </a:cubicBezTo>
                      <a:lnTo>
                        <a:pt x="55472" y="23683"/>
                      </a:lnTo>
                      <a:cubicBezTo>
                        <a:pt x="55448" y="23754"/>
                        <a:pt x="55436" y="23849"/>
                        <a:pt x="55412" y="23921"/>
                      </a:cubicBezTo>
                      <a:cubicBezTo>
                        <a:pt x="55389" y="23992"/>
                        <a:pt x="55424" y="24052"/>
                        <a:pt x="55472" y="24099"/>
                      </a:cubicBezTo>
                      <a:lnTo>
                        <a:pt x="55472" y="24111"/>
                      </a:lnTo>
                      <a:lnTo>
                        <a:pt x="55496" y="24111"/>
                      </a:lnTo>
                      <a:cubicBezTo>
                        <a:pt x="55505" y="24138"/>
                        <a:pt x="55527" y="24151"/>
                        <a:pt x="55548" y="24151"/>
                      </a:cubicBezTo>
                      <a:cubicBezTo>
                        <a:pt x="55555" y="24151"/>
                        <a:pt x="55561" y="24150"/>
                        <a:pt x="55567" y="24147"/>
                      </a:cubicBezTo>
                      <a:cubicBezTo>
                        <a:pt x="55651" y="24147"/>
                        <a:pt x="55722" y="24135"/>
                        <a:pt x="55805" y="24135"/>
                      </a:cubicBezTo>
                      <a:cubicBezTo>
                        <a:pt x="55829" y="24135"/>
                        <a:pt x="55853" y="24111"/>
                        <a:pt x="55853" y="24099"/>
                      </a:cubicBezTo>
                      <a:lnTo>
                        <a:pt x="56913" y="24099"/>
                      </a:lnTo>
                      <a:cubicBezTo>
                        <a:pt x="57270" y="24159"/>
                        <a:pt x="57627" y="24230"/>
                        <a:pt x="57972" y="24278"/>
                      </a:cubicBezTo>
                      <a:cubicBezTo>
                        <a:pt x="58877" y="24397"/>
                        <a:pt x="59830" y="24468"/>
                        <a:pt x="60746" y="24492"/>
                      </a:cubicBezTo>
                      <a:cubicBezTo>
                        <a:pt x="60921" y="24494"/>
                        <a:pt x="61097" y="24495"/>
                        <a:pt x="61272" y="24495"/>
                      </a:cubicBezTo>
                      <a:cubicBezTo>
                        <a:pt x="63103" y="24495"/>
                        <a:pt x="64958" y="24388"/>
                        <a:pt x="66783" y="24290"/>
                      </a:cubicBezTo>
                      <a:cubicBezTo>
                        <a:pt x="70891" y="24087"/>
                        <a:pt x="75010" y="24135"/>
                        <a:pt x="79118" y="24111"/>
                      </a:cubicBezTo>
                      <a:cubicBezTo>
                        <a:pt x="80023" y="24111"/>
                        <a:pt x="80916" y="24099"/>
                        <a:pt x="81821" y="24099"/>
                      </a:cubicBezTo>
                      <a:lnTo>
                        <a:pt x="86523" y="24099"/>
                      </a:lnTo>
                      <a:cubicBezTo>
                        <a:pt x="88167" y="24111"/>
                        <a:pt x="89786" y="24147"/>
                        <a:pt x="91429" y="24218"/>
                      </a:cubicBezTo>
                      <a:cubicBezTo>
                        <a:pt x="92339" y="24261"/>
                        <a:pt x="106481" y="24277"/>
                        <a:pt x="122092" y="24277"/>
                      </a:cubicBezTo>
                      <a:cubicBezTo>
                        <a:pt x="141605" y="24277"/>
                        <a:pt x="163414" y="24251"/>
                        <a:pt x="164545" y="24218"/>
                      </a:cubicBezTo>
                      <a:cubicBezTo>
                        <a:pt x="165033" y="24206"/>
                        <a:pt x="165521" y="24183"/>
                        <a:pt x="166022" y="24183"/>
                      </a:cubicBezTo>
                      <a:lnTo>
                        <a:pt x="166022" y="25195"/>
                      </a:lnTo>
                      <a:cubicBezTo>
                        <a:pt x="165926" y="26504"/>
                        <a:pt x="165855" y="27838"/>
                        <a:pt x="165807" y="29159"/>
                      </a:cubicBezTo>
                      <a:lnTo>
                        <a:pt x="165807" y="29171"/>
                      </a:lnTo>
                      <a:cubicBezTo>
                        <a:pt x="165795" y="29207"/>
                        <a:pt x="165795" y="29231"/>
                        <a:pt x="165807" y="29267"/>
                      </a:cubicBezTo>
                      <a:cubicBezTo>
                        <a:pt x="165795" y="29945"/>
                        <a:pt x="165795" y="30648"/>
                        <a:pt x="165807" y="31326"/>
                      </a:cubicBezTo>
                      <a:cubicBezTo>
                        <a:pt x="165783" y="31362"/>
                        <a:pt x="165760" y="31434"/>
                        <a:pt x="165807" y="31469"/>
                      </a:cubicBezTo>
                      <a:lnTo>
                        <a:pt x="165807" y="31588"/>
                      </a:lnTo>
                      <a:cubicBezTo>
                        <a:pt x="165807" y="31694"/>
                        <a:pt x="165900" y="31771"/>
                        <a:pt x="165988" y="31771"/>
                      </a:cubicBezTo>
                      <a:cubicBezTo>
                        <a:pt x="165999" y="31771"/>
                        <a:pt x="166011" y="31770"/>
                        <a:pt x="166022" y="31767"/>
                      </a:cubicBezTo>
                      <a:cubicBezTo>
                        <a:pt x="166403" y="32315"/>
                        <a:pt x="167057" y="32505"/>
                        <a:pt x="167629" y="32767"/>
                      </a:cubicBezTo>
                      <a:cubicBezTo>
                        <a:pt x="168772" y="33267"/>
                        <a:pt x="169843" y="33922"/>
                        <a:pt x="170975" y="34470"/>
                      </a:cubicBezTo>
                      <a:cubicBezTo>
                        <a:pt x="171939" y="34946"/>
                        <a:pt x="172939" y="35351"/>
                        <a:pt x="173915" y="35791"/>
                      </a:cubicBezTo>
                      <a:cubicBezTo>
                        <a:pt x="174392" y="36006"/>
                        <a:pt x="174856" y="36256"/>
                        <a:pt x="175332" y="36470"/>
                      </a:cubicBezTo>
                      <a:cubicBezTo>
                        <a:pt x="175463" y="36529"/>
                        <a:pt x="175582" y="36577"/>
                        <a:pt x="175725" y="36613"/>
                      </a:cubicBezTo>
                      <a:lnTo>
                        <a:pt x="176701" y="37137"/>
                      </a:lnTo>
                      <a:cubicBezTo>
                        <a:pt x="176713" y="37149"/>
                        <a:pt x="176713" y="37184"/>
                        <a:pt x="176737" y="37196"/>
                      </a:cubicBezTo>
                      <a:cubicBezTo>
                        <a:pt x="176749" y="37244"/>
                        <a:pt x="176797" y="37256"/>
                        <a:pt x="176820" y="37256"/>
                      </a:cubicBezTo>
                      <a:cubicBezTo>
                        <a:pt x="176820" y="37293"/>
                        <a:pt x="176849" y="37314"/>
                        <a:pt x="176879" y="37314"/>
                      </a:cubicBezTo>
                      <a:cubicBezTo>
                        <a:pt x="176906" y="37314"/>
                        <a:pt x="176934" y="37296"/>
                        <a:pt x="176940" y="37256"/>
                      </a:cubicBezTo>
                      <a:lnTo>
                        <a:pt x="176940" y="37065"/>
                      </a:lnTo>
                      <a:cubicBezTo>
                        <a:pt x="176940" y="37065"/>
                        <a:pt x="176951" y="37065"/>
                        <a:pt x="176951" y="37077"/>
                      </a:cubicBezTo>
                      <a:cubicBezTo>
                        <a:pt x="176966" y="37085"/>
                        <a:pt x="176981" y="37088"/>
                        <a:pt x="176996" y="37088"/>
                      </a:cubicBezTo>
                      <a:cubicBezTo>
                        <a:pt x="177097" y="37088"/>
                        <a:pt x="177173" y="36927"/>
                        <a:pt x="177059" y="36875"/>
                      </a:cubicBezTo>
                      <a:cubicBezTo>
                        <a:pt x="177011" y="36839"/>
                        <a:pt x="176975" y="36827"/>
                        <a:pt x="176928" y="36791"/>
                      </a:cubicBezTo>
                      <a:lnTo>
                        <a:pt x="176916" y="36791"/>
                      </a:lnTo>
                      <a:cubicBezTo>
                        <a:pt x="176832" y="36256"/>
                        <a:pt x="176630" y="35767"/>
                        <a:pt x="176392" y="35291"/>
                      </a:cubicBezTo>
                      <a:lnTo>
                        <a:pt x="175273" y="33100"/>
                      </a:lnTo>
                      <a:cubicBezTo>
                        <a:pt x="174892" y="32362"/>
                        <a:pt x="174332" y="31743"/>
                        <a:pt x="173892" y="31029"/>
                      </a:cubicBezTo>
                      <a:cubicBezTo>
                        <a:pt x="173558" y="30517"/>
                        <a:pt x="173225" y="30005"/>
                        <a:pt x="172880" y="29505"/>
                      </a:cubicBezTo>
                      <a:lnTo>
                        <a:pt x="172653" y="29148"/>
                      </a:lnTo>
                      <a:cubicBezTo>
                        <a:pt x="172641" y="29112"/>
                        <a:pt x="172629" y="29100"/>
                        <a:pt x="172606" y="29076"/>
                      </a:cubicBezTo>
                      <a:cubicBezTo>
                        <a:pt x="172594" y="29040"/>
                        <a:pt x="172594" y="29028"/>
                        <a:pt x="172582" y="28993"/>
                      </a:cubicBezTo>
                      <a:cubicBezTo>
                        <a:pt x="172927" y="28850"/>
                        <a:pt x="173261" y="28683"/>
                        <a:pt x="173606" y="28505"/>
                      </a:cubicBezTo>
                      <a:cubicBezTo>
                        <a:pt x="173618" y="28493"/>
                        <a:pt x="173653" y="28493"/>
                        <a:pt x="173665" y="28481"/>
                      </a:cubicBezTo>
                      <a:cubicBezTo>
                        <a:pt x="173820" y="28433"/>
                        <a:pt x="173951" y="28386"/>
                        <a:pt x="174082" y="28338"/>
                      </a:cubicBezTo>
                      <a:cubicBezTo>
                        <a:pt x="174094" y="28362"/>
                        <a:pt x="174118" y="28374"/>
                        <a:pt x="174142" y="28374"/>
                      </a:cubicBezTo>
                      <a:lnTo>
                        <a:pt x="174153" y="28374"/>
                      </a:lnTo>
                      <a:cubicBezTo>
                        <a:pt x="174189" y="28374"/>
                        <a:pt x="174213" y="28338"/>
                        <a:pt x="174213" y="28314"/>
                      </a:cubicBezTo>
                      <a:lnTo>
                        <a:pt x="174213" y="28302"/>
                      </a:lnTo>
                      <a:cubicBezTo>
                        <a:pt x="174749" y="28088"/>
                        <a:pt x="175273" y="27838"/>
                        <a:pt x="175785" y="27588"/>
                      </a:cubicBezTo>
                      <a:cubicBezTo>
                        <a:pt x="176916" y="27504"/>
                        <a:pt x="178023" y="26754"/>
                        <a:pt x="179083" y="26242"/>
                      </a:cubicBezTo>
                      <a:cubicBezTo>
                        <a:pt x="179321" y="26159"/>
                        <a:pt x="179571" y="26064"/>
                        <a:pt x="179809" y="25992"/>
                      </a:cubicBezTo>
                      <a:cubicBezTo>
                        <a:pt x="180369" y="25802"/>
                        <a:pt x="180881" y="25647"/>
                        <a:pt x="181357" y="25338"/>
                      </a:cubicBezTo>
                      <a:lnTo>
                        <a:pt x="181500" y="25290"/>
                      </a:lnTo>
                      <a:cubicBezTo>
                        <a:pt x="181773" y="25183"/>
                        <a:pt x="182047" y="25052"/>
                        <a:pt x="182297" y="24921"/>
                      </a:cubicBezTo>
                      <a:cubicBezTo>
                        <a:pt x="182666" y="24790"/>
                        <a:pt x="183012" y="24623"/>
                        <a:pt x="183309" y="24385"/>
                      </a:cubicBezTo>
                      <a:lnTo>
                        <a:pt x="183488" y="24290"/>
                      </a:lnTo>
                      <a:lnTo>
                        <a:pt x="183548" y="24290"/>
                      </a:lnTo>
                      <a:cubicBezTo>
                        <a:pt x="183583" y="24290"/>
                        <a:pt x="183607" y="24290"/>
                        <a:pt x="183619" y="24278"/>
                      </a:cubicBezTo>
                      <a:cubicBezTo>
                        <a:pt x="183643" y="24278"/>
                        <a:pt x="183655" y="24266"/>
                        <a:pt x="183667" y="24230"/>
                      </a:cubicBezTo>
                      <a:cubicBezTo>
                        <a:pt x="184119" y="23266"/>
                        <a:pt x="183833" y="22051"/>
                        <a:pt x="183774" y="21016"/>
                      </a:cubicBezTo>
                      <a:cubicBezTo>
                        <a:pt x="183667" y="19325"/>
                        <a:pt x="183643" y="17622"/>
                        <a:pt x="183607" y="15932"/>
                      </a:cubicBezTo>
                      <a:cubicBezTo>
                        <a:pt x="183595" y="15503"/>
                        <a:pt x="183595" y="15062"/>
                        <a:pt x="183583" y="14634"/>
                      </a:cubicBezTo>
                      <a:lnTo>
                        <a:pt x="183583" y="10193"/>
                      </a:lnTo>
                      <a:lnTo>
                        <a:pt x="183583" y="10109"/>
                      </a:lnTo>
                      <a:cubicBezTo>
                        <a:pt x="183595" y="9645"/>
                        <a:pt x="183595" y="9205"/>
                        <a:pt x="183583" y="8740"/>
                      </a:cubicBezTo>
                      <a:lnTo>
                        <a:pt x="183583" y="7431"/>
                      </a:lnTo>
                      <a:cubicBezTo>
                        <a:pt x="183595" y="7169"/>
                        <a:pt x="183619" y="6883"/>
                        <a:pt x="183667" y="6609"/>
                      </a:cubicBezTo>
                      <a:cubicBezTo>
                        <a:pt x="183762" y="6573"/>
                        <a:pt x="183774" y="6430"/>
                        <a:pt x="183714" y="6359"/>
                      </a:cubicBezTo>
                      <a:cubicBezTo>
                        <a:pt x="183714" y="6323"/>
                        <a:pt x="183726" y="6300"/>
                        <a:pt x="183726" y="6276"/>
                      </a:cubicBezTo>
                      <a:cubicBezTo>
                        <a:pt x="183735" y="6216"/>
                        <a:pt x="183695" y="6163"/>
                        <a:pt x="183654" y="6163"/>
                      </a:cubicBezTo>
                      <a:cubicBezTo>
                        <a:pt x="183637" y="6163"/>
                        <a:pt x="183621" y="6172"/>
                        <a:pt x="183607" y="6192"/>
                      </a:cubicBezTo>
                      <a:cubicBezTo>
                        <a:pt x="183595" y="6216"/>
                        <a:pt x="183595" y="6228"/>
                        <a:pt x="183583" y="6240"/>
                      </a:cubicBezTo>
                      <a:lnTo>
                        <a:pt x="183583" y="6145"/>
                      </a:lnTo>
                      <a:lnTo>
                        <a:pt x="183583" y="6109"/>
                      </a:lnTo>
                      <a:lnTo>
                        <a:pt x="183500" y="6145"/>
                      </a:lnTo>
                      <a:lnTo>
                        <a:pt x="180202" y="6145"/>
                      </a:lnTo>
                      <a:cubicBezTo>
                        <a:pt x="178402" y="6032"/>
                        <a:pt x="176602" y="5883"/>
                        <a:pt x="174779" y="5883"/>
                      </a:cubicBezTo>
                      <a:cubicBezTo>
                        <a:pt x="174492" y="5883"/>
                        <a:pt x="174204" y="5887"/>
                        <a:pt x="173915" y="5895"/>
                      </a:cubicBezTo>
                      <a:cubicBezTo>
                        <a:pt x="170760" y="5990"/>
                        <a:pt x="167605" y="5895"/>
                        <a:pt x="164450" y="6085"/>
                      </a:cubicBezTo>
                      <a:cubicBezTo>
                        <a:pt x="163676" y="6131"/>
                        <a:pt x="147615" y="6146"/>
                        <a:pt x="130873" y="6146"/>
                      </a:cubicBezTo>
                      <a:cubicBezTo>
                        <a:pt x="112573" y="6146"/>
                        <a:pt x="93459" y="6128"/>
                        <a:pt x="92608" y="6109"/>
                      </a:cubicBezTo>
                      <a:cubicBezTo>
                        <a:pt x="92398" y="6102"/>
                        <a:pt x="92189" y="6099"/>
                        <a:pt x="91979" y="6099"/>
                      </a:cubicBezTo>
                      <a:cubicBezTo>
                        <a:pt x="91438" y="6099"/>
                        <a:pt x="90895" y="6119"/>
                        <a:pt x="90345" y="6145"/>
                      </a:cubicBezTo>
                      <a:lnTo>
                        <a:pt x="70783" y="6145"/>
                      </a:lnTo>
                      <a:cubicBezTo>
                        <a:pt x="70562" y="6100"/>
                        <a:pt x="70333" y="6056"/>
                        <a:pt x="70108" y="6056"/>
                      </a:cubicBezTo>
                      <a:cubicBezTo>
                        <a:pt x="70031" y="6056"/>
                        <a:pt x="69954" y="6061"/>
                        <a:pt x="69879" y="6073"/>
                      </a:cubicBezTo>
                      <a:lnTo>
                        <a:pt x="69879" y="3621"/>
                      </a:lnTo>
                      <a:lnTo>
                        <a:pt x="69879" y="3382"/>
                      </a:lnTo>
                      <a:cubicBezTo>
                        <a:pt x="69962" y="2442"/>
                        <a:pt x="70033" y="1489"/>
                        <a:pt x="69926" y="585"/>
                      </a:cubicBezTo>
                      <a:cubicBezTo>
                        <a:pt x="69926" y="549"/>
                        <a:pt x="69914" y="537"/>
                        <a:pt x="69890" y="525"/>
                      </a:cubicBezTo>
                      <a:cubicBezTo>
                        <a:pt x="69879" y="454"/>
                        <a:pt x="69831" y="406"/>
                        <a:pt x="69759" y="406"/>
                      </a:cubicBezTo>
                      <a:lnTo>
                        <a:pt x="69712" y="406"/>
                      </a:lnTo>
                      <a:lnTo>
                        <a:pt x="69712" y="394"/>
                      </a:lnTo>
                      <a:lnTo>
                        <a:pt x="68593" y="394"/>
                      </a:lnTo>
                      <a:cubicBezTo>
                        <a:pt x="68052" y="342"/>
                        <a:pt x="67502" y="245"/>
                        <a:pt x="66943" y="245"/>
                      </a:cubicBezTo>
                      <a:cubicBezTo>
                        <a:pt x="66862" y="245"/>
                        <a:pt x="66781" y="247"/>
                        <a:pt x="66700" y="251"/>
                      </a:cubicBezTo>
                      <a:cubicBezTo>
                        <a:pt x="66426" y="275"/>
                        <a:pt x="66152" y="334"/>
                        <a:pt x="65866" y="394"/>
                      </a:cubicBezTo>
                      <a:lnTo>
                        <a:pt x="55008" y="394"/>
                      </a:lnTo>
                      <a:cubicBezTo>
                        <a:pt x="54543" y="358"/>
                        <a:pt x="54079" y="334"/>
                        <a:pt x="53638" y="287"/>
                      </a:cubicBezTo>
                      <a:cubicBezTo>
                        <a:pt x="52601" y="172"/>
                        <a:pt x="51553" y="1"/>
                        <a:pt x="5049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378" name="Google Shape;1378;p39"/>
              <p:cNvSpPr/>
              <p:nvPr/>
            </p:nvSpPr>
            <p:spPr>
              <a:xfrm>
                <a:off x="2694013" y="1404953"/>
                <a:ext cx="2162019" cy="550553"/>
              </a:xfrm>
              <a:custGeom>
                <a:rect b="b" l="l" r="r" t="t"/>
                <a:pathLst>
                  <a:path extrusionOk="0" h="17670" w="69390">
                    <a:moveTo>
                      <a:pt x="2846" y="1"/>
                    </a:moveTo>
                    <a:cubicBezTo>
                      <a:pt x="2124" y="50"/>
                      <a:pt x="1393" y="91"/>
                      <a:pt x="662" y="91"/>
                    </a:cubicBezTo>
                    <a:cubicBezTo>
                      <a:pt x="501" y="91"/>
                      <a:pt x="340" y="89"/>
                      <a:pt x="179" y="84"/>
                    </a:cubicBezTo>
                    <a:cubicBezTo>
                      <a:pt x="0" y="1418"/>
                      <a:pt x="155" y="2811"/>
                      <a:pt x="143" y="4156"/>
                    </a:cubicBezTo>
                    <a:cubicBezTo>
                      <a:pt x="119" y="5728"/>
                      <a:pt x="203" y="7311"/>
                      <a:pt x="203" y="8883"/>
                    </a:cubicBezTo>
                    <a:lnTo>
                      <a:pt x="203" y="13884"/>
                    </a:lnTo>
                    <a:cubicBezTo>
                      <a:pt x="203" y="15098"/>
                      <a:pt x="441" y="16467"/>
                      <a:pt x="155" y="17634"/>
                    </a:cubicBezTo>
                    <a:cubicBezTo>
                      <a:pt x="2429" y="17563"/>
                      <a:pt x="48578" y="17396"/>
                      <a:pt x="50876" y="17372"/>
                    </a:cubicBezTo>
                    <a:cubicBezTo>
                      <a:pt x="50943" y="17372"/>
                      <a:pt x="51011" y="17371"/>
                      <a:pt x="51078" y="17371"/>
                    </a:cubicBezTo>
                    <a:cubicBezTo>
                      <a:pt x="52463" y="17371"/>
                      <a:pt x="53848" y="17485"/>
                      <a:pt x="55233" y="17598"/>
                    </a:cubicBezTo>
                    <a:cubicBezTo>
                      <a:pt x="55239" y="17548"/>
                      <a:pt x="55274" y="17524"/>
                      <a:pt x="55310" y="17524"/>
                    </a:cubicBezTo>
                    <a:cubicBezTo>
                      <a:pt x="55351" y="17524"/>
                      <a:pt x="55394" y="17554"/>
                      <a:pt x="55400" y="17610"/>
                    </a:cubicBezTo>
                    <a:cubicBezTo>
                      <a:pt x="55519" y="17622"/>
                      <a:pt x="55626" y="17622"/>
                      <a:pt x="55745" y="17634"/>
                    </a:cubicBezTo>
                    <a:cubicBezTo>
                      <a:pt x="55752" y="17620"/>
                      <a:pt x="55755" y="17614"/>
                      <a:pt x="55756" y="17614"/>
                    </a:cubicBezTo>
                    <a:cubicBezTo>
                      <a:pt x="55757" y="17614"/>
                      <a:pt x="55757" y="17617"/>
                      <a:pt x="55757" y="17622"/>
                    </a:cubicBezTo>
                    <a:cubicBezTo>
                      <a:pt x="55948" y="17634"/>
                      <a:pt x="56162" y="17658"/>
                      <a:pt x="56353" y="17670"/>
                    </a:cubicBezTo>
                    <a:lnTo>
                      <a:pt x="64818" y="17670"/>
                    </a:lnTo>
                    <a:lnTo>
                      <a:pt x="64830" y="17658"/>
                    </a:lnTo>
                    <a:cubicBezTo>
                      <a:pt x="64837" y="17651"/>
                      <a:pt x="64845" y="17648"/>
                      <a:pt x="64851" y="17648"/>
                    </a:cubicBezTo>
                    <a:cubicBezTo>
                      <a:pt x="64866" y="17648"/>
                      <a:pt x="64877" y="17662"/>
                      <a:pt x="64877" y="17670"/>
                    </a:cubicBezTo>
                    <a:lnTo>
                      <a:pt x="67759" y="17670"/>
                    </a:lnTo>
                    <a:cubicBezTo>
                      <a:pt x="67949" y="17652"/>
                      <a:pt x="68137" y="17643"/>
                      <a:pt x="68321" y="17643"/>
                    </a:cubicBezTo>
                    <a:cubicBezTo>
                      <a:pt x="68506" y="17643"/>
                      <a:pt x="68687" y="17652"/>
                      <a:pt x="68866" y="17670"/>
                    </a:cubicBezTo>
                    <a:lnTo>
                      <a:pt x="68926" y="17670"/>
                    </a:lnTo>
                    <a:cubicBezTo>
                      <a:pt x="69211" y="16622"/>
                      <a:pt x="68866" y="15360"/>
                      <a:pt x="68890" y="14288"/>
                    </a:cubicBezTo>
                    <a:cubicBezTo>
                      <a:pt x="68949" y="12669"/>
                      <a:pt x="69033" y="11050"/>
                      <a:pt x="69092" y="9419"/>
                    </a:cubicBezTo>
                    <a:cubicBezTo>
                      <a:pt x="69152" y="7788"/>
                      <a:pt x="69211" y="6168"/>
                      <a:pt x="69330" y="4525"/>
                    </a:cubicBezTo>
                    <a:cubicBezTo>
                      <a:pt x="69342" y="4394"/>
                      <a:pt x="69342" y="4263"/>
                      <a:pt x="69354" y="4121"/>
                    </a:cubicBezTo>
                    <a:cubicBezTo>
                      <a:pt x="69354" y="3347"/>
                      <a:pt x="69366" y="2573"/>
                      <a:pt x="69366" y="1799"/>
                    </a:cubicBezTo>
                    <a:cubicBezTo>
                      <a:pt x="69366" y="1287"/>
                      <a:pt x="69223" y="703"/>
                      <a:pt x="69390" y="215"/>
                    </a:cubicBezTo>
                    <a:lnTo>
                      <a:pt x="69390" y="215"/>
                    </a:lnTo>
                    <a:cubicBezTo>
                      <a:pt x="69290" y="223"/>
                      <a:pt x="69191" y="226"/>
                      <a:pt x="69091" y="226"/>
                    </a:cubicBezTo>
                    <a:cubicBezTo>
                      <a:pt x="68340" y="226"/>
                      <a:pt x="67593" y="38"/>
                      <a:pt x="66835" y="38"/>
                    </a:cubicBezTo>
                    <a:cubicBezTo>
                      <a:pt x="66734" y="38"/>
                      <a:pt x="66633" y="41"/>
                      <a:pt x="66532" y="49"/>
                    </a:cubicBezTo>
                    <a:cubicBezTo>
                      <a:pt x="66020" y="72"/>
                      <a:pt x="65532" y="239"/>
                      <a:pt x="65020" y="299"/>
                    </a:cubicBezTo>
                    <a:cubicBezTo>
                      <a:pt x="64473" y="358"/>
                      <a:pt x="63925" y="334"/>
                      <a:pt x="63377" y="358"/>
                    </a:cubicBezTo>
                    <a:cubicBezTo>
                      <a:pt x="62787" y="383"/>
                      <a:pt x="62196" y="394"/>
                      <a:pt x="61606" y="394"/>
                    </a:cubicBezTo>
                    <a:cubicBezTo>
                      <a:pt x="59971" y="394"/>
                      <a:pt x="58337" y="315"/>
                      <a:pt x="56710" y="263"/>
                    </a:cubicBezTo>
                    <a:cubicBezTo>
                      <a:pt x="55614" y="239"/>
                      <a:pt x="54531" y="203"/>
                      <a:pt x="53459" y="84"/>
                    </a:cubicBezTo>
                    <a:cubicBezTo>
                      <a:pt x="53209" y="60"/>
                      <a:pt x="52959" y="37"/>
                      <a:pt x="5272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9" name="Google Shape;1379;p39"/>
              <p:cNvSpPr/>
              <p:nvPr/>
            </p:nvSpPr>
            <p:spPr>
              <a:xfrm>
                <a:off x="2040734" y="2132149"/>
                <a:ext cx="2162393" cy="550553"/>
              </a:xfrm>
              <a:custGeom>
                <a:rect b="b" l="l" r="r" t="t"/>
                <a:pathLst>
                  <a:path extrusionOk="0" h="17670" w="69402">
                    <a:moveTo>
                      <a:pt x="2846" y="0"/>
                    </a:moveTo>
                    <a:cubicBezTo>
                      <a:pt x="2057" y="53"/>
                      <a:pt x="1258" y="97"/>
                      <a:pt x="459" y="97"/>
                    </a:cubicBezTo>
                    <a:cubicBezTo>
                      <a:pt x="365" y="97"/>
                      <a:pt x="272" y="97"/>
                      <a:pt x="179" y="95"/>
                    </a:cubicBezTo>
                    <a:cubicBezTo>
                      <a:pt x="0" y="1417"/>
                      <a:pt x="155" y="2822"/>
                      <a:pt x="131" y="4155"/>
                    </a:cubicBezTo>
                    <a:cubicBezTo>
                      <a:pt x="119" y="5739"/>
                      <a:pt x="191" y="7311"/>
                      <a:pt x="191" y="8894"/>
                    </a:cubicBezTo>
                    <a:lnTo>
                      <a:pt x="191" y="13895"/>
                    </a:lnTo>
                    <a:cubicBezTo>
                      <a:pt x="191" y="15097"/>
                      <a:pt x="429" y="16466"/>
                      <a:pt x="155" y="17645"/>
                    </a:cubicBezTo>
                    <a:cubicBezTo>
                      <a:pt x="2429" y="17562"/>
                      <a:pt x="48578" y="17407"/>
                      <a:pt x="50876" y="17371"/>
                    </a:cubicBezTo>
                    <a:cubicBezTo>
                      <a:pt x="50943" y="17371"/>
                      <a:pt x="51011" y="17371"/>
                      <a:pt x="51079" y="17371"/>
                    </a:cubicBezTo>
                    <a:cubicBezTo>
                      <a:pt x="52462" y="17371"/>
                      <a:pt x="53837" y="17484"/>
                      <a:pt x="55233" y="17598"/>
                    </a:cubicBezTo>
                    <a:cubicBezTo>
                      <a:pt x="55239" y="17547"/>
                      <a:pt x="55271" y="17523"/>
                      <a:pt x="55306" y="17523"/>
                    </a:cubicBezTo>
                    <a:cubicBezTo>
                      <a:pt x="55345" y="17523"/>
                      <a:pt x="55388" y="17553"/>
                      <a:pt x="55400" y="17609"/>
                    </a:cubicBezTo>
                    <a:cubicBezTo>
                      <a:pt x="55519" y="17633"/>
                      <a:pt x="55614" y="17633"/>
                      <a:pt x="55734" y="17645"/>
                    </a:cubicBezTo>
                    <a:cubicBezTo>
                      <a:pt x="55747" y="17626"/>
                      <a:pt x="55753" y="17617"/>
                      <a:pt x="55757" y="17617"/>
                    </a:cubicBezTo>
                    <a:cubicBezTo>
                      <a:pt x="55761" y="17617"/>
                      <a:pt x="55764" y="17623"/>
                      <a:pt x="55769" y="17633"/>
                    </a:cubicBezTo>
                    <a:cubicBezTo>
                      <a:pt x="55960" y="17645"/>
                      <a:pt x="56174" y="17657"/>
                      <a:pt x="56365" y="17669"/>
                    </a:cubicBezTo>
                    <a:lnTo>
                      <a:pt x="64830" y="17669"/>
                    </a:lnTo>
                    <a:lnTo>
                      <a:pt x="64842" y="17657"/>
                    </a:lnTo>
                    <a:cubicBezTo>
                      <a:pt x="64849" y="17654"/>
                      <a:pt x="64856" y="17652"/>
                      <a:pt x="64862" y="17652"/>
                    </a:cubicBezTo>
                    <a:cubicBezTo>
                      <a:pt x="64878" y="17652"/>
                      <a:pt x="64889" y="17661"/>
                      <a:pt x="64889" y="17669"/>
                    </a:cubicBezTo>
                    <a:lnTo>
                      <a:pt x="67783" y="17669"/>
                    </a:lnTo>
                    <a:cubicBezTo>
                      <a:pt x="67967" y="17657"/>
                      <a:pt x="68152" y="17651"/>
                      <a:pt x="68335" y="17651"/>
                    </a:cubicBezTo>
                    <a:cubicBezTo>
                      <a:pt x="68518" y="17651"/>
                      <a:pt x="68699" y="17657"/>
                      <a:pt x="68878" y="17669"/>
                    </a:cubicBezTo>
                    <a:lnTo>
                      <a:pt x="68938" y="17669"/>
                    </a:lnTo>
                    <a:cubicBezTo>
                      <a:pt x="69223" y="16633"/>
                      <a:pt x="68878" y="15359"/>
                      <a:pt x="68902" y="14288"/>
                    </a:cubicBezTo>
                    <a:cubicBezTo>
                      <a:pt x="68961" y="12668"/>
                      <a:pt x="69045" y="11049"/>
                      <a:pt x="69104" y="9430"/>
                    </a:cubicBezTo>
                    <a:cubicBezTo>
                      <a:pt x="69164" y="7787"/>
                      <a:pt x="69223" y="6168"/>
                      <a:pt x="69342" y="4525"/>
                    </a:cubicBezTo>
                    <a:cubicBezTo>
                      <a:pt x="69354" y="4394"/>
                      <a:pt x="69354" y="4263"/>
                      <a:pt x="69366" y="4132"/>
                    </a:cubicBezTo>
                    <a:cubicBezTo>
                      <a:pt x="69366" y="3358"/>
                      <a:pt x="69378" y="2584"/>
                      <a:pt x="69378" y="1810"/>
                    </a:cubicBezTo>
                    <a:cubicBezTo>
                      <a:pt x="69378" y="1286"/>
                      <a:pt x="69235" y="703"/>
                      <a:pt x="69402" y="214"/>
                    </a:cubicBezTo>
                    <a:lnTo>
                      <a:pt x="69402" y="214"/>
                    </a:lnTo>
                    <a:cubicBezTo>
                      <a:pt x="69302" y="222"/>
                      <a:pt x="69203" y="225"/>
                      <a:pt x="69103" y="225"/>
                    </a:cubicBezTo>
                    <a:cubicBezTo>
                      <a:pt x="68352" y="225"/>
                      <a:pt x="67605" y="37"/>
                      <a:pt x="66847" y="37"/>
                    </a:cubicBezTo>
                    <a:cubicBezTo>
                      <a:pt x="66746" y="37"/>
                      <a:pt x="66645" y="40"/>
                      <a:pt x="66544" y="48"/>
                    </a:cubicBezTo>
                    <a:cubicBezTo>
                      <a:pt x="66032" y="84"/>
                      <a:pt x="65544" y="238"/>
                      <a:pt x="65032" y="298"/>
                    </a:cubicBezTo>
                    <a:cubicBezTo>
                      <a:pt x="64485" y="357"/>
                      <a:pt x="63937" y="334"/>
                      <a:pt x="63389" y="357"/>
                    </a:cubicBezTo>
                    <a:cubicBezTo>
                      <a:pt x="62792" y="383"/>
                      <a:pt x="62195" y="393"/>
                      <a:pt x="61598" y="393"/>
                    </a:cubicBezTo>
                    <a:cubicBezTo>
                      <a:pt x="59970" y="393"/>
                      <a:pt x="58342" y="318"/>
                      <a:pt x="56722" y="274"/>
                    </a:cubicBezTo>
                    <a:cubicBezTo>
                      <a:pt x="55638" y="238"/>
                      <a:pt x="54543" y="214"/>
                      <a:pt x="53471" y="95"/>
                    </a:cubicBezTo>
                    <a:cubicBezTo>
                      <a:pt x="53221" y="60"/>
                      <a:pt x="52971" y="36"/>
                      <a:pt x="5273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0" name="Google Shape;1380;p39"/>
              <p:cNvSpPr/>
              <p:nvPr/>
            </p:nvSpPr>
            <p:spPr>
              <a:xfrm>
                <a:off x="1380039" y="2860279"/>
                <a:ext cx="2162393" cy="550553"/>
              </a:xfrm>
              <a:custGeom>
                <a:rect b="b" l="l" r="r" t="t"/>
                <a:pathLst>
                  <a:path extrusionOk="0" h="17670" w="69402">
                    <a:moveTo>
                      <a:pt x="39148" y="1"/>
                    </a:moveTo>
                    <a:cubicBezTo>
                      <a:pt x="38436" y="50"/>
                      <a:pt x="13301" y="91"/>
                      <a:pt x="3774" y="91"/>
                    </a:cubicBezTo>
                    <a:cubicBezTo>
                      <a:pt x="1680" y="91"/>
                      <a:pt x="340" y="89"/>
                      <a:pt x="179" y="84"/>
                    </a:cubicBezTo>
                    <a:cubicBezTo>
                      <a:pt x="0" y="1418"/>
                      <a:pt x="143" y="2811"/>
                      <a:pt x="131" y="4156"/>
                    </a:cubicBezTo>
                    <a:cubicBezTo>
                      <a:pt x="119" y="5728"/>
                      <a:pt x="191" y="7311"/>
                      <a:pt x="191" y="8883"/>
                    </a:cubicBezTo>
                    <a:lnTo>
                      <a:pt x="191" y="13884"/>
                    </a:lnTo>
                    <a:cubicBezTo>
                      <a:pt x="191" y="15086"/>
                      <a:pt x="429" y="16455"/>
                      <a:pt x="143" y="17634"/>
                    </a:cubicBezTo>
                    <a:cubicBezTo>
                      <a:pt x="2417" y="17563"/>
                      <a:pt x="48578" y="17396"/>
                      <a:pt x="50864" y="17372"/>
                    </a:cubicBezTo>
                    <a:cubicBezTo>
                      <a:pt x="50991" y="17370"/>
                      <a:pt x="51119" y="17369"/>
                      <a:pt x="51246" y="17369"/>
                    </a:cubicBezTo>
                    <a:cubicBezTo>
                      <a:pt x="52579" y="17369"/>
                      <a:pt x="53896" y="17478"/>
                      <a:pt x="55222" y="17586"/>
                    </a:cubicBezTo>
                    <a:cubicBezTo>
                      <a:pt x="55232" y="17543"/>
                      <a:pt x="55266" y="17522"/>
                      <a:pt x="55300" y="17522"/>
                    </a:cubicBezTo>
                    <a:cubicBezTo>
                      <a:pt x="55340" y="17522"/>
                      <a:pt x="55382" y="17552"/>
                      <a:pt x="55388" y="17610"/>
                    </a:cubicBezTo>
                    <a:cubicBezTo>
                      <a:pt x="55507" y="17622"/>
                      <a:pt x="55614" y="17622"/>
                      <a:pt x="55734" y="17634"/>
                    </a:cubicBezTo>
                    <a:cubicBezTo>
                      <a:pt x="55740" y="17620"/>
                      <a:pt x="55743" y="17614"/>
                      <a:pt x="55749" y="17614"/>
                    </a:cubicBezTo>
                    <a:cubicBezTo>
                      <a:pt x="55754" y="17614"/>
                      <a:pt x="55759" y="17617"/>
                      <a:pt x="55769" y="17622"/>
                    </a:cubicBezTo>
                    <a:cubicBezTo>
                      <a:pt x="55960" y="17634"/>
                      <a:pt x="56162" y="17658"/>
                      <a:pt x="56365" y="17670"/>
                    </a:cubicBezTo>
                    <a:lnTo>
                      <a:pt x="64830" y="17670"/>
                    </a:lnTo>
                    <a:lnTo>
                      <a:pt x="64842" y="17658"/>
                    </a:lnTo>
                    <a:cubicBezTo>
                      <a:pt x="64845" y="17650"/>
                      <a:pt x="64851" y="17648"/>
                      <a:pt x="64858" y="17648"/>
                    </a:cubicBezTo>
                    <a:cubicBezTo>
                      <a:pt x="64872" y="17648"/>
                      <a:pt x="64889" y="17662"/>
                      <a:pt x="64889" y="17670"/>
                    </a:cubicBezTo>
                    <a:lnTo>
                      <a:pt x="67771" y="17670"/>
                    </a:lnTo>
                    <a:cubicBezTo>
                      <a:pt x="67961" y="17652"/>
                      <a:pt x="68149" y="17643"/>
                      <a:pt x="68333" y="17643"/>
                    </a:cubicBezTo>
                    <a:cubicBezTo>
                      <a:pt x="68518" y="17643"/>
                      <a:pt x="68699" y="17652"/>
                      <a:pt x="68878" y="17670"/>
                    </a:cubicBezTo>
                    <a:lnTo>
                      <a:pt x="68938" y="17670"/>
                    </a:lnTo>
                    <a:cubicBezTo>
                      <a:pt x="69211" y="16622"/>
                      <a:pt x="68878" y="15360"/>
                      <a:pt x="68902" y="14288"/>
                    </a:cubicBezTo>
                    <a:cubicBezTo>
                      <a:pt x="68961" y="12669"/>
                      <a:pt x="69033" y="11050"/>
                      <a:pt x="69092" y="9419"/>
                    </a:cubicBezTo>
                    <a:cubicBezTo>
                      <a:pt x="69152" y="7788"/>
                      <a:pt x="69211" y="6156"/>
                      <a:pt x="69330" y="4525"/>
                    </a:cubicBezTo>
                    <a:cubicBezTo>
                      <a:pt x="69354" y="4394"/>
                      <a:pt x="69354" y="4251"/>
                      <a:pt x="69366" y="4120"/>
                    </a:cubicBezTo>
                    <a:cubicBezTo>
                      <a:pt x="69366" y="3347"/>
                      <a:pt x="69378" y="2573"/>
                      <a:pt x="69378" y="1799"/>
                    </a:cubicBezTo>
                    <a:cubicBezTo>
                      <a:pt x="69378" y="1275"/>
                      <a:pt x="69235" y="703"/>
                      <a:pt x="69402" y="203"/>
                    </a:cubicBezTo>
                    <a:lnTo>
                      <a:pt x="69402" y="203"/>
                    </a:lnTo>
                    <a:cubicBezTo>
                      <a:pt x="69291" y="213"/>
                      <a:pt x="69180" y="217"/>
                      <a:pt x="69069" y="217"/>
                    </a:cubicBezTo>
                    <a:cubicBezTo>
                      <a:pt x="68340" y="217"/>
                      <a:pt x="67615" y="35"/>
                      <a:pt x="66872" y="35"/>
                    </a:cubicBezTo>
                    <a:cubicBezTo>
                      <a:pt x="66760" y="35"/>
                      <a:pt x="66646" y="39"/>
                      <a:pt x="66532" y="49"/>
                    </a:cubicBezTo>
                    <a:cubicBezTo>
                      <a:pt x="66032" y="72"/>
                      <a:pt x="65544" y="239"/>
                      <a:pt x="65032" y="299"/>
                    </a:cubicBezTo>
                    <a:cubicBezTo>
                      <a:pt x="64485" y="358"/>
                      <a:pt x="63937" y="322"/>
                      <a:pt x="63377" y="358"/>
                    </a:cubicBezTo>
                    <a:cubicBezTo>
                      <a:pt x="62836" y="379"/>
                      <a:pt x="62293" y="387"/>
                      <a:pt x="61750" y="387"/>
                    </a:cubicBezTo>
                    <a:cubicBezTo>
                      <a:pt x="60074" y="387"/>
                      <a:pt x="58392" y="308"/>
                      <a:pt x="56710" y="263"/>
                    </a:cubicBezTo>
                    <a:cubicBezTo>
                      <a:pt x="55626" y="239"/>
                      <a:pt x="54543" y="203"/>
                      <a:pt x="53471" y="84"/>
                    </a:cubicBezTo>
                    <a:cubicBezTo>
                      <a:pt x="53221" y="60"/>
                      <a:pt x="52959" y="25"/>
                      <a:pt x="5272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1" name="Google Shape;1381;p39"/>
              <p:cNvSpPr/>
              <p:nvPr/>
            </p:nvSpPr>
            <p:spPr>
              <a:xfrm>
                <a:off x="726760" y="3586944"/>
                <a:ext cx="2162050" cy="550553"/>
              </a:xfrm>
              <a:custGeom>
                <a:rect b="b" l="l" r="r" t="t"/>
                <a:pathLst>
                  <a:path extrusionOk="0" h="17670" w="69391">
                    <a:moveTo>
                      <a:pt x="2834" y="1"/>
                    </a:moveTo>
                    <a:cubicBezTo>
                      <a:pt x="2045" y="54"/>
                      <a:pt x="1246" y="98"/>
                      <a:pt x="447" y="98"/>
                    </a:cubicBezTo>
                    <a:cubicBezTo>
                      <a:pt x="353" y="98"/>
                      <a:pt x="260" y="97"/>
                      <a:pt x="167" y="96"/>
                    </a:cubicBezTo>
                    <a:cubicBezTo>
                      <a:pt x="0" y="1418"/>
                      <a:pt x="143" y="2823"/>
                      <a:pt x="131" y="4156"/>
                    </a:cubicBezTo>
                    <a:cubicBezTo>
                      <a:pt x="108" y="5740"/>
                      <a:pt x="191" y="7311"/>
                      <a:pt x="191" y="8895"/>
                    </a:cubicBezTo>
                    <a:lnTo>
                      <a:pt x="191" y="13895"/>
                    </a:lnTo>
                    <a:cubicBezTo>
                      <a:pt x="191" y="15098"/>
                      <a:pt x="429" y="16467"/>
                      <a:pt x="143" y="17646"/>
                    </a:cubicBezTo>
                    <a:cubicBezTo>
                      <a:pt x="2417" y="17562"/>
                      <a:pt x="48578" y="17408"/>
                      <a:pt x="50864" y="17372"/>
                    </a:cubicBezTo>
                    <a:cubicBezTo>
                      <a:pt x="50932" y="17371"/>
                      <a:pt x="51000" y="17371"/>
                      <a:pt x="51068" y="17371"/>
                    </a:cubicBezTo>
                    <a:cubicBezTo>
                      <a:pt x="52463" y="17371"/>
                      <a:pt x="53837" y="17485"/>
                      <a:pt x="55222" y="17598"/>
                    </a:cubicBezTo>
                    <a:cubicBezTo>
                      <a:pt x="55233" y="17548"/>
                      <a:pt x="55268" y="17524"/>
                      <a:pt x="55303" y="17524"/>
                    </a:cubicBezTo>
                    <a:cubicBezTo>
                      <a:pt x="55343" y="17524"/>
                      <a:pt x="55382" y="17554"/>
                      <a:pt x="55388" y="17610"/>
                    </a:cubicBezTo>
                    <a:cubicBezTo>
                      <a:pt x="55507" y="17622"/>
                      <a:pt x="55615" y="17622"/>
                      <a:pt x="55734" y="17646"/>
                    </a:cubicBezTo>
                    <a:cubicBezTo>
                      <a:pt x="55746" y="17634"/>
                      <a:pt x="55746" y="17634"/>
                      <a:pt x="55757" y="17634"/>
                    </a:cubicBezTo>
                    <a:cubicBezTo>
                      <a:pt x="55960" y="17646"/>
                      <a:pt x="56162" y="17658"/>
                      <a:pt x="56353" y="17670"/>
                    </a:cubicBezTo>
                    <a:lnTo>
                      <a:pt x="64830" y="17670"/>
                    </a:lnTo>
                    <a:lnTo>
                      <a:pt x="64842" y="17658"/>
                    </a:lnTo>
                    <a:cubicBezTo>
                      <a:pt x="64845" y="17654"/>
                      <a:pt x="64851" y="17653"/>
                      <a:pt x="64857" y="17653"/>
                    </a:cubicBezTo>
                    <a:cubicBezTo>
                      <a:pt x="64872" y="17653"/>
                      <a:pt x="64890" y="17661"/>
                      <a:pt x="64890" y="17670"/>
                    </a:cubicBezTo>
                    <a:lnTo>
                      <a:pt x="67771" y="17670"/>
                    </a:lnTo>
                    <a:cubicBezTo>
                      <a:pt x="67955" y="17658"/>
                      <a:pt x="68143" y="17652"/>
                      <a:pt x="68327" y="17652"/>
                    </a:cubicBezTo>
                    <a:cubicBezTo>
                      <a:pt x="68512" y="17652"/>
                      <a:pt x="68694" y="17658"/>
                      <a:pt x="68866" y="17670"/>
                    </a:cubicBezTo>
                    <a:lnTo>
                      <a:pt x="68926" y="17670"/>
                    </a:lnTo>
                    <a:cubicBezTo>
                      <a:pt x="69211" y="16634"/>
                      <a:pt x="68866" y="15372"/>
                      <a:pt x="68902" y="14300"/>
                    </a:cubicBezTo>
                    <a:cubicBezTo>
                      <a:pt x="68961" y="12669"/>
                      <a:pt x="69033" y="11050"/>
                      <a:pt x="69092" y="9431"/>
                    </a:cubicBezTo>
                    <a:cubicBezTo>
                      <a:pt x="69152" y="7787"/>
                      <a:pt x="69211" y="6168"/>
                      <a:pt x="69331" y="4537"/>
                    </a:cubicBezTo>
                    <a:cubicBezTo>
                      <a:pt x="69342" y="4394"/>
                      <a:pt x="69342" y="4263"/>
                      <a:pt x="69366" y="4132"/>
                    </a:cubicBezTo>
                    <a:cubicBezTo>
                      <a:pt x="69366" y="3358"/>
                      <a:pt x="69378" y="2584"/>
                      <a:pt x="69378" y="1811"/>
                    </a:cubicBezTo>
                    <a:cubicBezTo>
                      <a:pt x="69378" y="1287"/>
                      <a:pt x="69223" y="703"/>
                      <a:pt x="69390" y="215"/>
                    </a:cubicBezTo>
                    <a:lnTo>
                      <a:pt x="69390" y="215"/>
                    </a:lnTo>
                    <a:cubicBezTo>
                      <a:pt x="69290" y="223"/>
                      <a:pt x="69191" y="226"/>
                      <a:pt x="69091" y="226"/>
                    </a:cubicBezTo>
                    <a:cubicBezTo>
                      <a:pt x="68340" y="226"/>
                      <a:pt x="67594" y="38"/>
                      <a:pt x="66835" y="38"/>
                    </a:cubicBezTo>
                    <a:cubicBezTo>
                      <a:pt x="66734" y="38"/>
                      <a:pt x="66634" y="41"/>
                      <a:pt x="66533" y="48"/>
                    </a:cubicBezTo>
                    <a:cubicBezTo>
                      <a:pt x="66033" y="84"/>
                      <a:pt x="65532" y="239"/>
                      <a:pt x="65032" y="298"/>
                    </a:cubicBezTo>
                    <a:cubicBezTo>
                      <a:pt x="64485" y="358"/>
                      <a:pt x="63925" y="334"/>
                      <a:pt x="63377" y="358"/>
                    </a:cubicBezTo>
                    <a:cubicBezTo>
                      <a:pt x="62784" y="384"/>
                      <a:pt x="62188" y="394"/>
                      <a:pt x="61592" y="394"/>
                    </a:cubicBezTo>
                    <a:cubicBezTo>
                      <a:pt x="59964" y="394"/>
                      <a:pt x="58331" y="318"/>
                      <a:pt x="56710" y="275"/>
                    </a:cubicBezTo>
                    <a:cubicBezTo>
                      <a:pt x="55626" y="239"/>
                      <a:pt x="54543" y="215"/>
                      <a:pt x="53471" y="96"/>
                    </a:cubicBezTo>
                    <a:cubicBezTo>
                      <a:pt x="53209" y="60"/>
                      <a:pt x="52959" y="37"/>
                      <a:pt x="5272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82" name="Google Shape;1382;p39"/>
            <p:cNvSpPr/>
            <p:nvPr/>
          </p:nvSpPr>
          <p:spPr>
            <a:xfrm>
              <a:off x="4208673" y="2089390"/>
              <a:ext cx="3365" cy="26017"/>
            </a:xfrm>
            <a:custGeom>
              <a:rect b="b" l="l" r="r" t="t"/>
              <a:pathLst>
                <a:path extrusionOk="0" h="835" w="108">
                  <a:moveTo>
                    <a:pt x="108" y="1"/>
                  </a:moveTo>
                  <a:lnTo>
                    <a:pt x="108" y="1"/>
                  </a:lnTo>
                  <a:cubicBezTo>
                    <a:pt x="1" y="275"/>
                    <a:pt x="48" y="549"/>
                    <a:pt x="72" y="834"/>
                  </a:cubicBezTo>
                  <a:cubicBezTo>
                    <a:pt x="108" y="549"/>
                    <a:pt x="108" y="287"/>
                    <a:pt x="108" y="1"/>
                  </a:cubicBezTo>
                  <a:close/>
                </a:path>
              </a:pathLst>
            </a:custGeom>
            <a:solidFill>
              <a:srgbClr val="FFDA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39"/>
            <p:cNvSpPr/>
            <p:nvPr/>
          </p:nvSpPr>
          <p:spPr>
            <a:xfrm>
              <a:off x="3547978" y="2778656"/>
              <a:ext cx="2991" cy="26017"/>
            </a:xfrm>
            <a:custGeom>
              <a:rect b="b" l="l" r="r" t="t"/>
              <a:pathLst>
                <a:path extrusionOk="0" h="835" w="96">
                  <a:moveTo>
                    <a:pt x="96" y="1"/>
                  </a:moveTo>
                  <a:lnTo>
                    <a:pt x="96" y="1"/>
                  </a:lnTo>
                  <a:cubicBezTo>
                    <a:pt x="0" y="263"/>
                    <a:pt x="36" y="548"/>
                    <a:pt x="72" y="834"/>
                  </a:cubicBezTo>
                  <a:cubicBezTo>
                    <a:pt x="96" y="548"/>
                    <a:pt x="96" y="275"/>
                    <a:pt x="9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39"/>
            <p:cNvSpPr/>
            <p:nvPr/>
          </p:nvSpPr>
          <p:spPr>
            <a:xfrm>
              <a:off x="1380413" y="2774949"/>
              <a:ext cx="31" cy="405"/>
            </a:xfrm>
            <a:custGeom>
              <a:rect b="b" l="l" r="r" t="t"/>
              <a:pathLst>
                <a:path extrusionOk="0" h="13" w="1">
                  <a:moveTo>
                    <a:pt x="0" y="1"/>
                  </a:moveTo>
                  <a:lnTo>
                    <a:pt x="0" y="1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C4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39"/>
            <p:cNvSpPr/>
            <p:nvPr/>
          </p:nvSpPr>
          <p:spPr>
            <a:xfrm>
              <a:off x="727134" y="3464215"/>
              <a:ext cx="31" cy="779"/>
            </a:xfrm>
            <a:custGeom>
              <a:rect b="b" l="l" r="r" t="t"/>
              <a:pathLst>
                <a:path extrusionOk="0" h="25" w="1">
                  <a:moveTo>
                    <a:pt x="0" y="0"/>
                  </a:moveTo>
                  <a:lnTo>
                    <a:pt x="0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E8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39"/>
            <p:cNvSpPr/>
            <p:nvPr/>
          </p:nvSpPr>
          <p:spPr>
            <a:xfrm>
              <a:off x="4679805" y="1969216"/>
              <a:ext cx="38978" cy="48263"/>
            </a:xfrm>
            <a:custGeom>
              <a:rect b="b" l="l" r="r" t="t"/>
              <a:pathLst>
                <a:path extrusionOk="0" h="1549" w="1251">
                  <a:moveTo>
                    <a:pt x="846" y="0"/>
                  </a:moveTo>
                  <a:cubicBezTo>
                    <a:pt x="715" y="238"/>
                    <a:pt x="596" y="512"/>
                    <a:pt x="465" y="762"/>
                  </a:cubicBezTo>
                  <a:cubicBezTo>
                    <a:pt x="322" y="1036"/>
                    <a:pt x="167" y="1286"/>
                    <a:pt x="0" y="1548"/>
                  </a:cubicBezTo>
                  <a:cubicBezTo>
                    <a:pt x="131" y="1489"/>
                    <a:pt x="262" y="1453"/>
                    <a:pt x="405" y="1393"/>
                  </a:cubicBezTo>
                  <a:cubicBezTo>
                    <a:pt x="501" y="1227"/>
                    <a:pt x="608" y="1048"/>
                    <a:pt x="703" y="893"/>
                  </a:cubicBezTo>
                  <a:cubicBezTo>
                    <a:pt x="882" y="596"/>
                    <a:pt x="1072" y="322"/>
                    <a:pt x="1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39"/>
            <p:cNvSpPr/>
            <p:nvPr/>
          </p:nvSpPr>
          <p:spPr>
            <a:xfrm>
              <a:off x="4758073" y="1968094"/>
              <a:ext cx="18227" cy="18570"/>
            </a:xfrm>
            <a:custGeom>
              <a:rect b="b" l="l" r="r" t="t"/>
              <a:pathLst>
                <a:path extrusionOk="0" h="596" w="585">
                  <a:moveTo>
                    <a:pt x="513" y="1"/>
                  </a:moveTo>
                  <a:cubicBezTo>
                    <a:pt x="453" y="1"/>
                    <a:pt x="370" y="13"/>
                    <a:pt x="310" y="13"/>
                  </a:cubicBezTo>
                  <a:cubicBezTo>
                    <a:pt x="191" y="191"/>
                    <a:pt x="96" y="382"/>
                    <a:pt x="1" y="596"/>
                  </a:cubicBezTo>
                  <a:cubicBezTo>
                    <a:pt x="13" y="572"/>
                    <a:pt x="13" y="572"/>
                    <a:pt x="36" y="572"/>
                  </a:cubicBezTo>
                  <a:cubicBezTo>
                    <a:pt x="45" y="560"/>
                    <a:pt x="54" y="554"/>
                    <a:pt x="64" y="554"/>
                  </a:cubicBezTo>
                  <a:cubicBezTo>
                    <a:pt x="81" y="554"/>
                    <a:pt x="96" y="573"/>
                    <a:pt x="96" y="596"/>
                  </a:cubicBezTo>
                  <a:cubicBezTo>
                    <a:pt x="167" y="560"/>
                    <a:pt x="239" y="548"/>
                    <a:pt x="310" y="513"/>
                  </a:cubicBezTo>
                  <a:cubicBezTo>
                    <a:pt x="346" y="429"/>
                    <a:pt x="405" y="346"/>
                    <a:pt x="453" y="274"/>
                  </a:cubicBezTo>
                  <a:cubicBezTo>
                    <a:pt x="489" y="191"/>
                    <a:pt x="536" y="84"/>
                    <a:pt x="5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39"/>
            <p:cNvSpPr/>
            <p:nvPr/>
          </p:nvSpPr>
          <p:spPr>
            <a:xfrm>
              <a:off x="4800011" y="1964386"/>
              <a:ext cx="27107" cy="10407"/>
            </a:xfrm>
            <a:custGeom>
              <a:rect b="b" l="l" r="r" t="t"/>
              <a:pathLst>
                <a:path extrusionOk="0" h="334" w="870">
                  <a:moveTo>
                    <a:pt x="869" y="1"/>
                  </a:moveTo>
                  <a:cubicBezTo>
                    <a:pt x="631" y="1"/>
                    <a:pt x="369" y="12"/>
                    <a:pt x="119" y="24"/>
                  </a:cubicBezTo>
                  <a:cubicBezTo>
                    <a:pt x="95" y="60"/>
                    <a:pt x="95" y="84"/>
                    <a:pt x="83" y="120"/>
                  </a:cubicBezTo>
                  <a:cubicBezTo>
                    <a:pt x="60" y="191"/>
                    <a:pt x="36" y="274"/>
                    <a:pt x="0" y="334"/>
                  </a:cubicBezTo>
                  <a:cubicBezTo>
                    <a:pt x="298" y="251"/>
                    <a:pt x="607" y="143"/>
                    <a:pt x="8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39"/>
            <p:cNvSpPr/>
            <p:nvPr/>
          </p:nvSpPr>
          <p:spPr>
            <a:xfrm>
              <a:off x="4428302" y="1967346"/>
              <a:ext cx="64184" cy="114660"/>
            </a:xfrm>
            <a:custGeom>
              <a:rect b="b" l="l" r="r" t="t"/>
              <a:pathLst>
                <a:path extrusionOk="0" h="3680" w="2060">
                  <a:moveTo>
                    <a:pt x="1298" y="1"/>
                  </a:moveTo>
                  <a:cubicBezTo>
                    <a:pt x="1036" y="596"/>
                    <a:pt x="691" y="1168"/>
                    <a:pt x="405" y="1763"/>
                  </a:cubicBezTo>
                  <a:cubicBezTo>
                    <a:pt x="286" y="2013"/>
                    <a:pt x="167" y="2334"/>
                    <a:pt x="0" y="2608"/>
                  </a:cubicBezTo>
                  <a:cubicBezTo>
                    <a:pt x="8" y="2686"/>
                    <a:pt x="14" y="2763"/>
                    <a:pt x="20" y="2840"/>
                  </a:cubicBezTo>
                  <a:lnTo>
                    <a:pt x="20" y="2840"/>
                  </a:lnTo>
                  <a:cubicBezTo>
                    <a:pt x="21" y="2838"/>
                    <a:pt x="22" y="2836"/>
                    <a:pt x="24" y="2834"/>
                  </a:cubicBezTo>
                  <a:cubicBezTo>
                    <a:pt x="524" y="1858"/>
                    <a:pt x="1155" y="989"/>
                    <a:pt x="1667" y="25"/>
                  </a:cubicBezTo>
                  <a:cubicBezTo>
                    <a:pt x="1548" y="25"/>
                    <a:pt x="1417" y="1"/>
                    <a:pt x="1298" y="1"/>
                  </a:cubicBezTo>
                  <a:close/>
                  <a:moveTo>
                    <a:pt x="20" y="2840"/>
                  </a:moveTo>
                  <a:lnTo>
                    <a:pt x="20" y="2840"/>
                  </a:lnTo>
                  <a:cubicBezTo>
                    <a:pt x="10" y="2857"/>
                    <a:pt x="13" y="2871"/>
                    <a:pt x="23" y="2882"/>
                  </a:cubicBezTo>
                  <a:lnTo>
                    <a:pt x="23" y="2882"/>
                  </a:lnTo>
                  <a:cubicBezTo>
                    <a:pt x="22" y="2868"/>
                    <a:pt x="21" y="2854"/>
                    <a:pt x="20" y="2840"/>
                  </a:cubicBezTo>
                  <a:close/>
                  <a:moveTo>
                    <a:pt x="1726" y="25"/>
                  </a:moveTo>
                  <a:cubicBezTo>
                    <a:pt x="1250" y="1013"/>
                    <a:pt x="643" y="1930"/>
                    <a:pt x="95" y="2882"/>
                  </a:cubicBezTo>
                  <a:cubicBezTo>
                    <a:pt x="85" y="2892"/>
                    <a:pt x="72" y="2897"/>
                    <a:pt x="60" y="2897"/>
                  </a:cubicBezTo>
                  <a:cubicBezTo>
                    <a:pt x="45" y="2897"/>
                    <a:pt x="31" y="2891"/>
                    <a:pt x="23" y="2882"/>
                  </a:cubicBezTo>
                  <a:lnTo>
                    <a:pt x="23" y="2882"/>
                  </a:lnTo>
                  <a:cubicBezTo>
                    <a:pt x="41" y="3148"/>
                    <a:pt x="48" y="3414"/>
                    <a:pt x="48" y="3680"/>
                  </a:cubicBezTo>
                  <a:cubicBezTo>
                    <a:pt x="226" y="3382"/>
                    <a:pt x="345" y="3061"/>
                    <a:pt x="500" y="2763"/>
                  </a:cubicBezTo>
                  <a:cubicBezTo>
                    <a:pt x="702" y="2358"/>
                    <a:pt x="941" y="1989"/>
                    <a:pt x="1179" y="1596"/>
                  </a:cubicBezTo>
                  <a:cubicBezTo>
                    <a:pt x="1429" y="1168"/>
                    <a:pt x="1667" y="406"/>
                    <a:pt x="2060" y="37"/>
                  </a:cubicBezTo>
                  <a:cubicBezTo>
                    <a:pt x="1953" y="37"/>
                    <a:pt x="1834" y="25"/>
                    <a:pt x="1726" y="2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39"/>
            <p:cNvSpPr/>
            <p:nvPr/>
          </p:nvSpPr>
          <p:spPr>
            <a:xfrm>
              <a:off x="4426059" y="1966256"/>
              <a:ext cx="40474" cy="73095"/>
            </a:xfrm>
            <a:custGeom>
              <a:rect b="b" l="l" r="r" t="t"/>
              <a:pathLst>
                <a:path extrusionOk="0" h="2346" w="1299">
                  <a:moveTo>
                    <a:pt x="1060" y="0"/>
                  </a:moveTo>
                  <a:cubicBezTo>
                    <a:pt x="691" y="679"/>
                    <a:pt x="370" y="1393"/>
                    <a:pt x="1" y="2084"/>
                  </a:cubicBezTo>
                  <a:cubicBezTo>
                    <a:pt x="12" y="2167"/>
                    <a:pt x="12" y="2262"/>
                    <a:pt x="36" y="2346"/>
                  </a:cubicBezTo>
                  <a:cubicBezTo>
                    <a:pt x="167" y="2096"/>
                    <a:pt x="298" y="1822"/>
                    <a:pt x="453" y="1560"/>
                  </a:cubicBezTo>
                  <a:cubicBezTo>
                    <a:pt x="715" y="1036"/>
                    <a:pt x="1025" y="536"/>
                    <a:pt x="1298" y="12"/>
                  </a:cubicBezTo>
                  <a:cubicBezTo>
                    <a:pt x="1227" y="12"/>
                    <a:pt x="1144" y="0"/>
                    <a:pt x="10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39"/>
            <p:cNvSpPr/>
            <p:nvPr/>
          </p:nvSpPr>
          <p:spPr>
            <a:xfrm>
              <a:off x="4590414" y="1969964"/>
              <a:ext cx="76429" cy="83845"/>
            </a:xfrm>
            <a:custGeom>
              <a:rect b="b" l="l" r="r" t="t"/>
              <a:pathLst>
                <a:path extrusionOk="0" h="2691" w="2453">
                  <a:moveTo>
                    <a:pt x="1524" y="0"/>
                  </a:moveTo>
                  <a:cubicBezTo>
                    <a:pt x="1155" y="929"/>
                    <a:pt x="607" y="1917"/>
                    <a:pt x="0" y="2691"/>
                  </a:cubicBezTo>
                  <a:cubicBezTo>
                    <a:pt x="357" y="2536"/>
                    <a:pt x="726" y="2405"/>
                    <a:pt x="1084" y="2262"/>
                  </a:cubicBezTo>
                  <a:cubicBezTo>
                    <a:pt x="1572" y="1524"/>
                    <a:pt x="1941" y="691"/>
                    <a:pt x="2453" y="0"/>
                  </a:cubicBezTo>
                  <a:lnTo>
                    <a:pt x="1988" y="0"/>
                  </a:lnTo>
                  <a:cubicBezTo>
                    <a:pt x="1619" y="679"/>
                    <a:pt x="1310" y="1405"/>
                    <a:pt x="893" y="2048"/>
                  </a:cubicBezTo>
                  <a:cubicBezTo>
                    <a:pt x="893" y="2060"/>
                    <a:pt x="893" y="2060"/>
                    <a:pt x="869" y="2084"/>
                  </a:cubicBezTo>
                  <a:cubicBezTo>
                    <a:pt x="810" y="2167"/>
                    <a:pt x="738" y="2262"/>
                    <a:pt x="679" y="2346"/>
                  </a:cubicBezTo>
                  <a:cubicBezTo>
                    <a:pt x="679" y="2346"/>
                    <a:pt x="679" y="2358"/>
                    <a:pt x="667" y="2358"/>
                  </a:cubicBezTo>
                  <a:cubicBezTo>
                    <a:pt x="655" y="2372"/>
                    <a:pt x="642" y="2378"/>
                    <a:pt x="628" y="2378"/>
                  </a:cubicBezTo>
                  <a:cubicBezTo>
                    <a:pt x="587" y="2378"/>
                    <a:pt x="550" y="2319"/>
                    <a:pt x="595" y="2274"/>
                  </a:cubicBezTo>
                  <a:cubicBezTo>
                    <a:pt x="1084" y="1560"/>
                    <a:pt x="1465" y="750"/>
                    <a:pt x="19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39"/>
            <p:cNvSpPr/>
            <p:nvPr/>
          </p:nvSpPr>
          <p:spPr>
            <a:xfrm>
              <a:off x="4659023" y="1969964"/>
              <a:ext cx="44181" cy="56395"/>
            </a:xfrm>
            <a:custGeom>
              <a:rect b="b" l="l" r="r" t="t"/>
              <a:pathLst>
                <a:path extrusionOk="0" h="1810" w="1418">
                  <a:moveTo>
                    <a:pt x="1084" y="0"/>
                  </a:moveTo>
                  <a:cubicBezTo>
                    <a:pt x="798" y="631"/>
                    <a:pt x="417" y="1274"/>
                    <a:pt x="1" y="1810"/>
                  </a:cubicBezTo>
                  <a:cubicBezTo>
                    <a:pt x="155" y="1738"/>
                    <a:pt x="334" y="1679"/>
                    <a:pt x="501" y="1607"/>
                  </a:cubicBezTo>
                  <a:cubicBezTo>
                    <a:pt x="667" y="1262"/>
                    <a:pt x="917" y="965"/>
                    <a:pt x="1084" y="631"/>
                  </a:cubicBezTo>
                  <a:cubicBezTo>
                    <a:pt x="1203" y="417"/>
                    <a:pt x="1310" y="203"/>
                    <a:pt x="14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39"/>
            <p:cNvSpPr/>
            <p:nvPr/>
          </p:nvSpPr>
          <p:spPr>
            <a:xfrm>
              <a:off x="4568511" y="1969964"/>
              <a:ext cx="67549" cy="92756"/>
            </a:xfrm>
            <a:custGeom>
              <a:rect b="b" l="l" r="r" t="t"/>
              <a:pathLst>
                <a:path extrusionOk="0" h="2977" w="2168">
                  <a:moveTo>
                    <a:pt x="1715" y="0"/>
                  </a:moveTo>
                  <a:cubicBezTo>
                    <a:pt x="1322" y="631"/>
                    <a:pt x="1060" y="1369"/>
                    <a:pt x="667" y="1988"/>
                  </a:cubicBezTo>
                  <a:cubicBezTo>
                    <a:pt x="477" y="2298"/>
                    <a:pt x="179" y="2631"/>
                    <a:pt x="1" y="2977"/>
                  </a:cubicBezTo>
                  <a:cubicBezTo>
                    <a:pt x="179" y="2893"/>
                    <a:pt x="358" y="2834"/>
                    <a:pt x="536" y="2762"/>
                  </a:cubicBezTo>
                  <a:cubicBezTo>
                    <a:pt x="763" y="2274"/>
                    <a:pt x="1120" y="1822"/>
                    <a:pt x="1394" y="1369"/>
                  </a:cubicBezTo>
                  <a:cubicBezTo>
                    <a:pt x="1679" y="917"/>
                    <a:pt x="1953" y="476"/>
                    <a:pt x="21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39"/>
            <p:cNvSpPr/>
            <p:nvPr/>
          </p:nvSpPr>
          <p:spPr>
            <a:xfrm>
              <a:off x="4632321" y="1969964"/>
              <a:ext cx="44555" cy="67549"/>
            </a:xfrm>
            <a:custGeom>
              <a:rect b="b" l="l" r="r" t="t"/>
              <a:pathLst>
                <a:path extrusionOk="0" h="2168" w="1430">
                  <a:moveTo>
                    <a:pt x="1203" y="0"/>
                  </a:moveTo>
                  <a:cubicBezTo>
                    <a:pt x="834" y="726"/>
                    <a:pt x="453" y="1488"/>
                    <a:pt x="0" y="2167"/>
                  </a:cubicBezTo>
                  <a:cubicBezTo>
                    <a:pt x="60" y="2143"/>
                    <a:pt x="120" y="2119"/>
                    <a:pt x="179" y="2096"/>
                  </a:cubicBezTo>
                  <a:cubicBezTo>
                    <a:pt x="215" y="2084"/>
                    <a:pt x="262" y="2060"/>
                    <a:pt x="298" y="2048"/>
                  </a:cubicBezTo>
                  <a:cubicBezTo>
                    <a:pt x="489" y="1488"/>
                    <a:pt x="882" y="976"/>
                    <a:pt x="1167" y="476"/>
                  </a:cubicBezTo>
                  <a:cubicBezTo>
                    <a:pt x="1227" y="369"/>
                    <a:pt x="1310" y="155"/>
                    <a:pt x="14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39"/>
            <p:cNvSpPr/>
            <p:nvPr/>
          </p:nvSpPr>
          <p:spPr>
            <a:xfrm>
              <a:off x="4773278" y="1966256"/>
              <a:ext cx="17479" cy="15610"/>
            </a:xfrm>
            <a:custGeom>
              <a:rect b="b" l="l" r="r" t="t"/>
              <a:pathLst>
                <a:path extrusionOk="0" h="501" w="561">
                  <a:moveTo>
                    <a:pt x="560" y="0"/>
                  </a:moveTo>
                  <a:lnTo>
                    <a:pt x="560" y="0"/>
                  </a:lnTo>
                  <a:cubicBezTo>
                    <a:pt x="418" y="12"/>
                    <a:pt x="287" y="24"/>
                    <a:pt x="156" y="24"/>
                  </a:cubicBezTo>
                  <a:cubicBezTo>
                    <a:pt x="179" y="131"/>
                    <a:pt x="132" y="238"/>
                    <a:pt x="96" y="322"/>
                  </a:cubicBezTo>
                  <a:lnTo>
                    <a:pt x="1" y="500"/>
                  </a:lnTo>
                  <a:cubicBezTo>
                    <a:pt x="108" y="476"/>
                    <a:pt x="227" y="441"/>
                    <a:pt x="334" y="405"/>
                  </a:cubicBezTo>
                  <a:cubicBezTo>
                    <a:pt x="382" y="310"/>
                    <a:pt x="453" y="202"/>
                    <a:pt x="501" y="95"/>
                  </a:cubicBezTo>
                  <a:cubicBezTo>
                    <a:pt x="513" y="72"/>
                    <a:pt x="537" y="36"/>
                    <a:pt x="5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39"/>
            <p:cNvSpPr/>
            <p:nvPr/>
          </p:nvSpPr>
          <p:spPr>
            <a:xfrm>
              <a:off x="4424220" y="1965134"/>
              <a:ext cx="33027" cy="58638"/>
            </a:xfrm>
            <a:custGeom>
              <a:rect b="b" l="l" r="r" t="t"/>
              <a:pathLst>
                <a:path extrusionOk="0" h="1882" w="1060">
                  <a:moveTo>
                    <a:pt x="691" y="0"/>
                  </a:moveTo>
                  <a:cubicBezTo>
                    <a:pt x="607" y="238"/>
                    <a:pt x="488" y="477"/>
                    <a:pt x="393" y="703"/>
                  </a:cubicBezTo>
                  <a:cubicBezTo>
                    <a:pt x="274" y="953"/>
                    <a:pt x="155" y="1239"/>
                    <a:pt x="0" y="1465"/>
                  </a:cubicBezTo>
                  <a:cubicBezTo>
                    <a:pt x="12" y="1596"/>
                    <a:pt x="36" y="1739"/>
                    <a:pt x="48" y="1882"/>
                  </a:cubicBezTo>
                  <a:cubicBezTo>
                    <a:pt x="274" y="1239"/>
                    <a:pt x="703" y="596"/>
                    <a:pt x="1060" y="36"/>
                  </a:cubicBezTo>
                  <a:cubicBezTo>
                    <a:pt x="941" y="12"/>
                    <a:pt x="810" y="12"/>
                    <a:pt x="6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39"/>
            <p:cNvSpPr/>
            <p:nvPr/>
          </p:nvSpPr>
          <p:spPr>
            <a:xfrm>
              <a:off x="4536979" y="2139118"/>
              <a:ext cx="103910" cy="1589"/>
            </a:xfrm>
            <a:custGeom>
              <a:rect b="b" l="l" r="r" t="t"/>
              <a:pathLst>
                <a:path extrusionOk="0" h="51" w="3335">
                  <a:moveTo>
                    <a:pt x="1" y="0"/>
                  </a:moveTo>
                  <a:cubicBezTo>
                    <a:pt x="514" y="21"/>
                    <a:pt x="1028" y="50"/>
                    <a:pt x="1535" y="50"/>
                  </a:cubicBezTo>
                  <a:cubicBezTo>
                    <a:pt x="1615" y="50"/>
                    <a:pt x="1695" y="50"/>
                    <a:pt x="1775" y="48"/>
                  </a:cubicBezTo>
                  <a:lnTo>
                    <a:pt x="33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39"/>
            <p:cNvSpPr/>
            <p:nvPr/>
          </p:nvSpPr>
          <p:spPr>
            <a:xfrm>
              <a:off x="4426059" y="1968842"/>
              <a:ext cx="117993" cy="158062"/>
            </a:xfrm>
            <a:custGeom>
              <a:rect b="b" l="l" r="r" t="t"/>
              <a:pathLst>
                <a:path extrusionOk="0" h="5073" w="3787">
                  <a:moveTo>
                    <a:pt x="2596" y="0"/>
                  </a:moveTo>
                  <a:lnTo>
                    <a:pt x="2596" y="12"/>
                  </a:lnTo>
                  <a:cubicBezTo>
                    <a:pt x="2144" y="870"/>
                    <a:pt x="1667" y="1703"/>
                    <a:pt x="1167" y="2501"/>
                  </a:cubicBezTo>
                  <a:cubicBezTo>
                    <a:pt x="929" y="2894"/>
                    <a:pt x="667" y="3263"/>
                    <a:pt x="429" y="3644"/>
                  </a:cubicBezTo>
                  <a:cubicBezTo>
                    <a:pt x="346" y="3810"/>
                    <a:pt x="239" y="4096"/>
                    <a:pt x="108" y="4263"/>
                  </a:cubicBezTo>
                  <a:cubicBezTo>
                    <a:pt x="96" y="4525"/>
                    <a:pt x="48" y="4811"/>
                    <a:pt x="1" y="5072"/>
                  </a:cubicBezTo>
                  <a:cubicBezTo>
                    <a:pt x="358" y="4942"/>
                    <a:pt x="691" y="4751"/>
                    <a:pt x="1013" y="4561"/>
                  </a:cubicBezTo>
                  <a:cubicBezTo>
                    <a:pt x="2072" y="3191"/>
                    <a:pt x="2858" y="1501"/>
                    <a:pt x="3787" y="12"/>
                  </a:cubicBezTo>
                  <a:cubicBezTo>
                    <a:pt x="3620" y="12"/>
                    <a:pt x="3465" y="12"/>
                    <a:pt x="3311" y="0"/>
                  </a:cubicBezTo>
                  <a:cubicBezTo>
                    <a:pt x="2846" y="881"/>
                    <a:pt x="2322" y="1715"/>
                    <a:pt x="1846" y="2572"/>
                  </a:cubicBezTo>
                  <a:cubicBezTo>
                    <a:pt x="1465" y="3275"/>
                    <a:pt x="1167" y="4060"/>
                    <a:pt x="655" y="4680"/>
                  </a:cubicBezTo>
                  <a:cubicBezTo>
                    <a:pt x="645" y="4693"/>
                    <a:pt x="633" y="4699"/>
                    <a:pt x="621" y="4699"/>
                  </a:cubicBezTo>
                  <a:cubicBezTo>
                    <a:pt x="582" y="4699"/>
                    <a:pt x="547" y="4633"/>
                    <a:pt x="584" y="4596"/>
                  </a:cubicBezTo>
                  <a:cubicBezTo>
                    <a:pt x="1120" y="3929"/>
                    <a:pt x="1441" y="3048"/>
                    <a:pt x="1882" y="2310"/>
                  </a:cubicBezTo>
                  <a:cubicBezTo>
                    <a:pt x="2322" y="1536"/>
                    <a:pt x="2775" y="762"/>
                    <a:pt x="3251" y="12"/>
                  </a:cubicBezTo>
                  <a:lnTo>
                    <a:pt x="3072" y="12"/>
                  </a:lnTo>
                  <a:cubicBezTo>
                    <a:pt x="2596" y="1072"/>
                    <a:pt x="1894" y="1953"/>
                    <a:pt x="1322" y="2953"/>
                  </a:cubicBezTo>
                  <a:cubicBezTo>
                    <a:pt x="989" y="3548"/>
                    <a:pt x="655" y="4572"/>
                    <a:pt x="72" y="4930"/>
                  </a:cubicBezTo>
                  <a:cubicBezTo>
                    <a:pt x="69" y="4931"/>
                    <a:pt x="67" y="4931"/>
                    <a:pt x="64" y="4931"/>
                  </a:cubicBezTo>
                  <a:cubicBezTo>
                    <a:pt x="41" y="4931"/>
                    <a:pt x="16" y="4891"/>
                    <a:pt x="48" y="4870"/>
                  </a:cubicBezTo>
                  <a:cubicBezTo>
                    <a:pt x="572" y="4180"/>
                    <a:pt x="953" y="3429"/>
                    <a:pt x="1382" y="2679"/>
                  </a:cubicBezTo>
                  <a:cubicBezTo>
                    <a:pt x="1906" y="1774"/>
                    <a:pt x="2537" y="953"/>
                    <a:pt x="3013" y="12"/>
                  </a:cubicBezTo>
                  <a:cubicBezTo>
                    <a:pt x="2870" y="12"/>
                    <a:pt x="2727" y="0"/>
                    <a:pt x="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39"/>
            <p:cNvSpPr/>
            <p:nvPr/>
          </p:nvSpPr>
          <p:spPr>
            <a:xfrm>
              <a:off x="4420481" y="1963265"/>
              <a:ext cx="5234" cy="10438"/>
            </a:xfrm>
            <a:custGeom>
              <a:rect b="b" l="l" r="r" t="t"/>
              <a:pathLst>
                <a:path extrusionOk="0" h="335" w="168">
                  <a:moveTo>
                    <a:pt x="1" y="1"/>
                  </a:moveTo>
                  <a:lnTo>
                    <a:pt x="1" y="179"/>
                  </a:lnTo>
                  <a:cubicBezTo>
                    <a:pt x="1" y="227"/>
                    <a:pt x="1" y="287"/>
                    <a:pt x="13" y="334"/>
                  </a:cubicBezTo>
                  <a:cubicBezTo>
                    <a:pt x="61" y="227"/>
                    <a:pt x="108" y="120"/>
                    <a:pt x="168" y="13"/>
                  </a:cubicBezTo>
                  <a:cubicBezTo>
                    <a:pt x="108" y="13"/>
                    <a:pt x="61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39"/>
            <p:cNvSpPr/>
            <p:nvPr/>
          </p:nvSpPr>
          <p:spPr>
            <a:xfrm>
              <a:off x="4422725" y="1964760"/>
              <a:ext cx="21187" cy="40474"/>
            </a:xfrm>
            <a:custGeom>
              <a:rect b="b" l="l" r="r" t="t"/>
              <a:pathLst>
                <a:path extrusionOk="0" h="1299" w="680">
                  <a:moveTo>
                    <a:pt x="477" y="0"/>
                  </a:moveTo>
                  <a:cubicBezTo>
                    <a:pt x="393" y="167"/>
                    <a:pt x="322" y="322"/>
                    <a:pt x="239" y="489"/>
                  </a:cubicBezTo>
                  <a:cubicBezTo>
                    <a:pt x="179" y="620"/>
                    <a:pt x="119" y="739"/>
                    <a:pt x="60" y="882"/>
                  </a:cubicBezTo>
                  <a:cubicBezTo>
                    <a:pt x="48" y="905"/>
                    <a:pt x="24" y="965"/>
                    <a:pt x="0" y="1012"/>
                  </a:cubicBezTo>
                  <a:cubicBezTo>
                    <a:pt x="24" y="1096"/>
                    <a:pt x="24" y="1203"/>
                    <a:pt x="36" y="1298"/>
                  </a:cubicBezTo>
                  <a:cubicBezTo>
                    <a:pt x="143" y="1072"/>
                    <a:pt x="262" y="858"/>
                    <a:pt x="358" y="655"/>
                  </a:cubicBezTo>
                  <a:cubicBezTo>
                    <a:pt x="477" y="465"/>
                    <a:pt x="572" y="227"/>
                    <a:pt x="679" y="12"/>
                  </a:cubicBezTo>
                  <a:cubicBezTo>
                    <a:pt x="620" y="12"/>
                    <a:pt x="536" y="0"/>
                    <a:pt x="4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39"/>
            <p:cNvSpPr/>
            <p:nvPr/>
          </p:nvSpPr>
          <p:spPr>
            <a:xfrm>
              <a:off x="4429018" y="1968094"/>
              <a:ext cx="76087" cy="123571"/>
            </a:xfrm>
            <a:custGeom>
              <a:rect b="b" l="l" r="r" t="t"/>
              <a:pathLst>
                <a:path extrusionOk="0" h="3966" w="2442">
                  <a:moveTo>
                    <a:pt x="2084" y="1"/>
                  </a:moveTo>
                  <a:cubicBezTo>
                    <a:pt x="1870" y="251"/>
                    <a:pt x="1763" y="560"/>
                    <a:pt x="1620" y="870"/>
                  </a:cubicBezTo>
                  <a:cubicBezTo>
                    <a:pt x="1394" y="1322"/>
                    <a:pt x="1144" y="1751"/>
                    <a:pt x="894" y="2179"/>
                  </a:cubicBezTo>
                  <a:cubicBezTo>
                    <a:pt x="596" y="2691"/>
                    <a:pt x="370" y="3346"/>
                    <a:pt x="1" y="3787"/>
                  </a:cubicBezTo>
                  <a:lnTo>
                    <a:pt x="1" y="3965"/>
                  </a:lnTo>
                  <a:cubicBezTo>
                    <a:pt x="37" y="3906"/>
                    <a:pt x="72" y="3870"/>
                    <a:pt x="96" y="3823"/>
                  </a:cubicBezTo>
                  <a:cubicBezTo>
                    <a:pt x="358" y="3394"/>
                    <a:pt x="656" y="2989"/>
                    <a:pt x="906" y="2572"/>
                  </a:cubicBezTo>
                  <a:cubicBezTo>
                    <a:pt x="1430" y="1727"/>
                    <a:pt x="1906" y="846"/>
                    <a:pt x="2442" y="13"/>
                  </a:cubicBezTo>
                  <a:cubicBezTo>
                    <a:pt x="2323" y="13"/>
                    <a:pt x="2203" y="1"/>
                    <a:pt x="20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39"/>
            <p:cNvSpPr/>
            <p:nvPr/>
          </p:nvSpPr>
          <p:spPr>
            <a:xfrm>
              <a:off x="4611539" y="1959557"/>
              <a:ext cx="40100" cy="31"/>
            </a:xfrm>
            <a:custGeom>
              <a:rect b="b" l="l" r="r" t="t"/>
              <a:pathLst>
                <a:path extrusionOk="0" h="1" w="1287">
                  <a:moveTo>
                    <a:pt x="1" y="1"/>
                  </a:moveTo>
                  <a:lnTo>
                    <a:pt x="1" y="1"/>
                  </a:lnTo>
                  <a:lnTo>
                    <a:pt x="12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39"/>
            <p:cNvSpPr/>
            <p:nvPr/>
          </p:nvSpPr>
          <p:spPr>
            <a:xfrm>
              <a:off x="4421603" y="1964386"/>
              <a:ext cx="14862" cy="27855"/>
            </a:xfrm>
            <a:custGeom>
              <a:rect b="b" l="l" r="r" t="t"/>
              <a:pathLst>
                <a:path extrusionOk="0" h="894" w="477">
                  <a:moveTo>
                    <a:pt x="191" y="1"/>
                  </a:moveTo>
                  <a:cubicBezTo>
                    <a:pt x="120" y="155"/>
                    <a:pt x="60" y="322"/>
                    <a:pt x="1" y="489"/>
                  </a:cubicBezTo>
                  <a:cubicBezTo>
                    <a:pt x="13" y="620"/>
                    <a:pt x="13" y="751"/>
                    <a:pt x="25" y="894"/>
                  </a:cubicBezTo>
                  <a:cubicBezTo>
                    <a:pt x="72" y="786"/>
                    <a:pt x="132" y="691"/>
                    <a:pt x="144" y="667"/>
                  </a:cubicBezTo>
                  <a:cubicBezTo>
                    <a:pt x="251" y="429"/>
                    <a:pt x="358" y="203"/>
                    <a:pt x="477" y="12"/>
                  </a:cubicBezTo>
                  <a:cubicBezTo>
                    <a:pt x="382" y="12"/>
                    <a:pt x="275" y="1"/>
                    <a:pt x="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39"/>
            <p:cNvSpPr/>
            <p:nvPr/>
          </p:nvSpPr>
          <p:spPr>
            <a:xfrm>
              <a:off x="4846747" y="1815267"/>
              <a:ext cx="13367" cy="140240"/>
            </a:xfrm>
            <a:custGeom>
              <a:rect b="b" l="l" r="r" t="t"/>
              <a:pathLst>
                <a:path extrusionOk="0" h="4501" w="429">
                  <a:moveTo>
                    <a:pt x="48" y="0"/>
                  </a:moveTo>
                  <a:cubicBezTo>
                    <a:pt x="12" y="584"/>
                    <a:pt x="0" y="1179"/>
                    <a:pt x="0" y="1762"/>
                  </a:cubicBezTo>
                  <a:cubicBezTo>
                    <a:pt x="12" y="2620"/>
                    <a:pt x="286" y="3655"/>
                    <a:pt x="48" y="4501"/>
                  </a:cubicBezTo>
                  <a:lnTo>
                    <a:pt x="226" y="4501"/>
                  </a:lnTo>
                  <a:cubicBezTo>
                    <a:pt x="429" y="4465"/>
                    <a:pt x="119" y="1989"/>
                    <a:pt x="107" y="1750"/>
                  </a:cubicBezTo>
                  <a:cubicBezTo>
                    <a:pt x="48" y="1167"/>
                    <a:pt x="24" y="584"/>
                    <a:pt x="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39"/>
            <p:cNvSpPr/>
            <p:nvPr/>
          </p:nvSpPr>
          <p:spPr>
            <a:xfrm>
              <a:off x="4521774" y="1404611"/>
              <a:ext cx="192927" cy="1838"/>
            </a:xfrm>
            <a:custGeom>
              <a:rect b="b" l="l" r="r" t="t"/>
              <a:pathLst>
                <a:path extrusionOk="0" h="59" w="6192">
                  <a:moveTo>
                    <a:pt x="0" y="0"/>
                  </a:moveTo>
                  <a:cubicBezTo>
                    <a:pt x="938" y="36"/>
                    <a:pt x="1879" y="58"/>
                    <a:pt x="2822" y="58"/>
                  </a:cubicBezTo>
                  <a:cubicBezTo>
                    <a:pt x="3460" y="58"/>
                    <a:pt x="4100" y="48"/>
                    <a:pt x="4739" y="24"/>
                  </a:cubicBezTo>
                  <a:cubicBezTo>
                    <a:pt x="5215" y="12"/>
                    <a:pt x="5715" y="24"/>
                    <a:pt x="6192" y="0"/>
                  </a:cubicBezTo>
                  <a:close/>
                </a:path>
              </a:pathLst>
            </a:custGeom>
            <a:solidFill>
              <a:srgbClr val="FF74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39"/>
            <p:cNvSpPr/>
            <p:nvPr/>
          </p:nvSpPr>
          <p:spPr>
            <a:xfrm>
              <a:off x="4210168" y="1397912"/>
              <a:ext cx="87553" cy="1901"/>
            </a:xfrm>
            <a:custGeom>
              <a:rect b="b" l="l" r="r" t="t"/>
              <a:pathLst>
                <a:path extrusionOk="0" h="61" w="2810">
                  <a:moveTo>
                    <a:pt x="1584" y="1"/>
                  </a:moveTo>
                  <a:cubicBezTo>
                    <a:pt x="1048" y="1"/>
                    <a:pt x="536" y="36"/>
                    <a:pt x="0" y="60"/>
                  </a:cubicBezTo>
                  <a:lnTo>
                    <a:pt x="2810" y="60"/>
                  </a:lnTo>
                  <a:cubicBezTo>
                    <a:pt x="2405" y="36"/>
                    <a:pt x="2000" y="1"/>
                    <a:pt x="1584" y="1"/>
                  </a:cubicBezTo>
                  <a:close/>
                </a:path>
              </a:pathLst>
            </a:custGeom>
            <a:solidFill>
              <a:srgbClr val="FF74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39"/>
            <p:cNvSpPr/>
            <p:nvPr/>
          </p:nvSpPr>
          <p:spPr>
            <a:xfrm>
              <a:off x="4861952" y="1409783"/>
              <a:ext cx="3365" cy="26017"/>
            </a:xfrm>
            <a:custGeom>
              <a:rect b="b" l="l" r="r" t="t"/>
              <a:pathLst>
                <a:path extrusionOk="0" h="835" w="108">
                  <a:moveTo>
                    <a:pt x="108" y="1"/>
                  </a:moveTo>
                  <a:lnTo>
                    <a:pt x="108" y="1"/>
                  </a:lnTo>
                  <a:cubicBezTo>
                    <a:pt x="0" y="263"/>
                    <a:pt x="48" y="548"/>
                    <a:pt x="72" y="834"/>
                  </a:cubicBezTo>
                  <a:cubicBezTo>
                    <a:pt x="108" y="548"/>
                    <a:pt x="108" y="275"/>
                    <a:pt x="108" y="1"/>
                  </a:cubicBezTo>
                  <a:close/>
                </a:path>
              </a:pathLst>
            </a:custGeom>
            <a:solidFill>
              <a:srgbClr val="FF74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39"/>
            <p:cNvSpPr/>
            <p:nvPr/>
          </p:nvSpPr>
          <p:spPr>
            <a:xfrm>
              <a:off x="2694013" y="1901324"/>
              <a:ext cx="1122" cy="31936"/>
            </a:xfrm>
            <a:custGeom>
              <a:rect b="b" l="l" r="r" t="t"/>
              <a:pathLst>
                <a:path extrusionOk="0" h="1025" w="36">
                  <a:moveTo>
                    <a:pt x="0" y="0"/>
                  </a:moveTo>
                  <a:lnTo>
                    <a:pt x="0" y="1024"/>
                  </a:lnTo>
                  <a:cubicBezTo>
                    <a:pt x="36" y="679"/>
                    <a:pt x="24" y="334"/>
                    <a:pt x="0" y="0"/>
                  </a:cubicBezTo>
                  <a:close/>
                </a:path>
              </a:pathLst>
            </a:custGeom>
            <a:solidFill>
              <a:srgbClr val="FF74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39"/>
            <p:cNvSpPr/>
            <p:nvPr/>
          </p:nvSpPr>
          <p:spPr>
            <a:xfrm>
              <a:off x="4787766" y="1965508"/>
              <a:ext cx="12276" cy="12650"/>
            </a:xfrm>
            <a:custGeom>
              <a:rect b="b" l="l" r="r" t="t"/>
              <a:pathLst>
                <a:path extrusionOk="0" h="406" w="394">
                  <a:moveTo>
                    <a:pt x="393" y="0"/>
                  </a:moveTo>
                  <a:cubicBezTo>
                    <a:pt x="334" y="0"/>
                    <a:pt x="250" y="24"/>
                    <a:pt x="191" y="24"/>
                  </a:cubicBezTo>
                  <a:cubicBezTo>
                    <a:pt x="179" y="60"/>
                    <a:pt x="131" y="107"/>
                    <a:pt x="119" y="119"/>
                  </a:cubicBezTo>
                  <a:cubicBezTo>
                    <a:pt x="72" y="215"/>
                    <a:pt x="48" y="322"/>
                    <a:pt x="0" y="405"/>
                  </a:cubicBezTo>
                  <a:lnTo>
                    <a:pt x="310" y="310"/>
                  </a:lnTo>
                  <a:cubicBezTo>
                    <a:pt x="298" y="310"/>
                    <a:pt x="286" y="298"/>
                    <a:pt x="286" y="274"/>
                  </a:cubicBezTo>
                  <a:cubicBezTo>
                    <a:pt x="286" y="191"/>
                    <a:pt x="310" y="119"/>
                    <a:pt x="345" y="60"/>
                  </a:cubicBezTo>
                  <a:cubicBezTo>
                    <a:pt x="369" y="48"/>
                    <a:pt x="393" y="24"/>
                    <a:pt x="3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39"/>
            <p:cNvSpPr/>
            <p:nvPr/>
          </p:nvSpPr>
          <p:spPr>
            <a:xfrm>
              <a:off x="2694013" y="1406075"/>
              <a:ext cx="779" cy="405"/>
            </a:xfrm>
            <a:custGeom>
              <a:rect b="b" l="l" r="r" t="t"/>
              <a:pathLst>
                <a:path extrusionOk="0" h="13" w="25">
                  <a:moveTo>
                    <a:pt x="0" y="1"/>
                  </a:moveTo>
                  <a:lnTo>
                    <a:pt x="0" y="13"/>
                  </a:lnTo>
                  <a:cubicBezTo>
                    <a:pt x="24" y="13"/>
                    <a:pt x="24" y="13"/>
                    <a:pt x="0" y="1"/>
                  </a:cubicBezTo>
                  <a:close/>
                </a:path>
              </a:pathLst>
            </a:custGeom>
            <a:solidFill>
              <a:srgbClr val="FF74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39"/>
            <p:cNvSpPr/>
            <p:nvPr/>
          </p:nvSpPr>
          <p:spPr>
            <a:xfrm>
              <a:off x="4479836" y="2083844"/>
              <a:ext cx="61256" cy="24895"/>
            </a:xfrm>
            <a:custGeom>
              <a:rect b="b" l="l" r="r" t="t"/>
              <a:pathLst>
                <a:path extrusionOk="0" h="799" w="1966">
                  <a:moveTo>
                    <a:pt x="1966" y="0"/>
                  </a:moveTo>
                  <a:lnTo>
                    <a:pt x="1477" y="179"/>
                  </a:lnTo>
                  <a:cubicBezTo>
                    <a:pt x="965" y="369"/>
                    <a:pt x="477" y="572"/>
                    <a:pt x="1" y="798"/>
                  </a:cubicBezTo>
                  <a:lnTo>
                    <a:pt x="19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39"/>
            <p:cNvSpPr/>
            <p:nvPr/>
          </p:nvSpPr>
          <p:spPr>
            <a:xfrm>
              <a:off x="4537353" y="1970337"/>
              <a:ext cx="67176" cy="104627"/>
            </a:xfrm>
            <a:custGeom>
              <a:rect b="b" l="l" r="r" t="t"/>
              <a:pathLst>
                <a:path extrusionOk="0" h="3358" w="2156">
                  <a:moveTo>
                    <a:pt x="1739" y="0"/>
                  </a:moveTo>
                  <a:cubicBezTo>
                    <a:pt x="1679" y="572"/>
                    <a:pt x="1191" y="1191"/>
                    <a:pt x="929" y="1655"/>
                  </a:cubicBezTo>
                  <a:cubicBezTo>
                    <a:pt x="608" y="2191"/>
                    <a:pt x="358" y="2846"/>
                    <a:pt x="0" y="3358"/>
                  </a:cubicBezTo>
                  <a:cubicBezTo>
                    <a:pt x="108" y="3322"/>
                    <a:pt x="227" y="3286"/>
                    <a:pt x="334" y="3239"/>
                  </a:cubicBezTo>
                  <a:cubicBezTo>
                    <a:pt x="1012" y="2215"/>
                    <a:pt x="1548" y="1072"/>
                    <a:pt x="21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39"/>
            <p:cNvSpPr/>
            <p:nvPr/>
          </p:nvSpPr>
          <p:spPr>
            <a:xfrm>
              <a:off x="4464632" y="1969964"/>
              <a:ext cx="86462" cy="136158"/>
            </a:xfrm>
            <a:custGeom>
              <a:rect b="b" l="l" r="r" t="t"/>
              <a:pathLst>
                <a:path extrusionOk="0" h="4370" w="2775">
                  <a:moveTo>
                    <a:pt x="2573" y="0"/>
                  </a:moveTo>
                  <a:cubicBezTo>
                    <a:pt x="2084" y="869"/>
                    <a:pt x="1572" y="1750"/>
                    <a:pt x="1072" y="2620"/>
                  </a:cubicBezTo>
                  <a:cubicBezTo>
                    <a:pt x="727" y="3191"/>
                    <a:pt x="406" y="3822"/>
                    <a:pt x="1" y="4370"/>
                  </a:cubicBezTo>
                  <a:cubicBezTo>
                    <a:pt x="84" y="4322"/>
                    <a:pt x="179" y="4263"/>
                    <a:pt x="263" y="4227"/>
                  </a:cubicBezTo>
                  <a:cubicBezTo>
                    <a:pt x="298" y="4203"/>
                    <a:pt x="310" y="4191"/>
                    <a:pt x="334" y="4191"/>
                  </a:cubicBezTo>
                  <a:cubicBezTo>
                    <a:pt x="1037" y="2715"/>
                    <a:pt x="2061" y="1465"/>
                    <a:pt x="27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39"/>
            <p:cNvSpPr/>
            <p:nvPr/>
          </p:nvSpPr>
          <p:spPr>
            <a:xfrm>
              <a:off x="4554054" y="1969590"/>
              <a:ext cx="64932" cy="97959"/>
            </a:xfrm>
            <a:custGeom>
              <a:rect b="b" l="l" r="r" t="t"/>
              <a:pathLst>
                <a:path extrusionOk="0" h="3144" w="2084">
                  <a:moveTo>
                    <a:pt x="1667" y="0"/>
                  </a:moveTo>
                  <a:cubicBezTo>
                    <a:pt x="1143" y="1060"/>
                    <a:pt x="643" y="2179"/>
                    <a:pt x="0" y="3143"/>
                  </a:cubicBezTo>
                  <a:cubicBezTo>
                    <a:pt x="95" y="3120"/>
                    <a:pt x="167" y="3084"/>
                    <a:pt x="250" y="3048"/>
                  </a:cubicBezTo>
                  <a:cubicBezTo>
                    <a:pt x="369" y="2727"/>
                    <a:pt x="834" y="2215"/>
                    <a:pt x="953" y="2036"/>
                  </a:cubicBezTo>
                  <a:cubicBezTo>
                    <a:pt x="1381" y="1393"/>
                    <a:pt x="1643" y="631"/>
                    <a:pt x="20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39"/>
            <p:cNvSpPr/>
            <p:nvPr/>
          </p:nvSpPr>
          <p:spPr>
            <a:xfrm>
              <a:off x="4646778" y="1969964"/>
              <a:ext cx="43060" cy="61598"/>
            </a:xfrm>
            <a:custGeom>
              <a:rect b="b" l="l" r="r" t="t"/>
              <a:pathLst>
                <a:path extrusionOk="0" h="1977" w="1382">
                  <a:moveTo>
                    <a:pt x="1108" y="0"/>
                  </a:moveTo>
                  <a:cubicBezTo>
                    <a:pt x="941" y="214"/>
                    <a:pt x="834" y="488"/>
                    <a:pt x="703" y="726"/>
                  </a:cubicBezTo>
                  <a:cubicBezTo>
                    <a:pt x="477" y="1143"/>
                    <a:pt x="275" y="1584"/>
                    <a:pt x="1" y="1977"/>
                  </a:cubicBezTo>
                  <a:cubicBezTo>
                    <a:pt x="108" y="1929"/>
                    <a:pt x="227" y="1881"/>
                    <a:pt x="334" y="1846"/>
                  </a:cubicBezTo>
                  <a:cubicBezTo>
                    <a:pt x="310" y="1822"/>
                    <a:pt x="310" y="1810"/>
                    <a:pt x="310" y="1786"/>
                  </a:cubicBezTo>
                  <a:cubicBezTo>
                    <a:pt x="584" y="1143"/>
                    <a:pt x="1072" y="619"/>
                    <a:pt x="13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39"/>
            <p:cNvSpPr/>
            <p:nvPr/>
          </p:nvSpPr>
          <p:spPr>
            <a:xfrm>
              <a:off x="4544021" y="2077519"/>
              <a:ext cx="15236" cy="5982"/>
            </a:xfrm>
            <a:custGeom>
              <a:rect b="b" l="l" r="r" t="t"/>
              <a:pathLst>
                <a:path extrusionOk="0" h="192" w="489">
                  <a:moveTo>
                    <a:pt x="489" y="1"/>
                  </a:moveTo>
                  <a:lnTo>
                    <a:pt x="489" y="1"/>
                  </a:lnTo>
                  <a:cubicBezTo>
                    <a:pt x="322" y="60"/>
                    <a:pt x="179" y="120"/>
                    <a:pt x="13" y="180"/>
                  </a:cubicBezTo>
                  <a:lnTo>
                    <a:pt x="1" y="191"/>
                  </a:lnTo>
                  <a:lnTo>
                    <a:pt x="1" y="191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39"/>
            <p:cNvSpPr/>
            <p:nvPr/>
          </p:nvSpPr>
          <p:spPr>
            <a:xfrm>
              <a:off x="4522522" y="1969964"/>
              <a:ext cx="68640" cy="110204"/>
            </a:xfrm>
            <a:custGeom>
              <a:rect b="b" l="l" r="r" t="t"/>
              <a:pathLst>
                <a:path extrusionOk="0" h="3537" w="2203">
                  <a:moveTo>
                    <a:pt x="1893" y="0"/>
                  </a:moveTo>
                  <a:cubicBezTo>
                    <a:pt x="1298" y="857"/>
                    <a:pt x="834" y="1858"/>
                    <a:pt x="357" y="2798"/>
                  </a:cubicBezTo>
                  <a:cubicBezTo>
                    <a:pt x="274" y="2929"/>
                    <a:pt x="155" y="3274"/>
                    <a:pt x="0" y="3536"/>
                  </a:cubicBezTo>
                  <a:cubicBezTo>
                    <a:pt x="12" y="3536"/>
                    <a:pt x="36" y="3524"/>
                    <a:pt x="36" y="3524"/>
                  </a:cubicBezTo>
                  <a:cubicBezTo>
                    <a:pt x="107" y="3489"/>
                    <a:pt x="167" y="3477"/>
                    <a:pt x="238" y="3453"/>
                  </a:cubicBezTo>
                  <a:cubicBezTo>
                    <a:pt x="250" y="3417"/>
                    <a:pt x="274" y="3405"/>
                    <a:pt x="286" y="3370"/>
                  </a:cubicBezTo>
                  <a:cubicBezTo>
                    <a:pt x="294" y="3358"/>
                    <a:pt x="304" y="3352"/>
                    <a:pt x="315" y="3352"/>
                  </a:cubicBezTo>
                  <a:cubicBezTo>
                    <a:pt x="336" y="3352"/>
                    <a:pt x="357" y="3374"/>
                    <a:pt x="357" y="3405"/>
                  </a:cubicBezTo>
                  <a:cubicBezTo>
                    <a:pt x="476" y="2822"/>
                    <a:pt x="965" y="2167"/>
                    <a:pt x="1262" y="1691"/>
                  </a:cubicBezTo>
                  <a:cubicBezTo>
                    <a:pt x="1584" y="1191"/>
                    <a:pt x="2036" y="607"/>
                    <a:pt x="22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39"/>
            <p:cNvSpPr/>
            <p:nvPr/>
          </p:nvSpPr>
          <p:spPr>
            <a:xfrm>
              <a:off x="4572592" y="1959557"/>
              <a:ext cx="38230" cy="31"/>
            </a:xfrm>
            <a:custGeom>
              <a:rect b="b" l="l" r="r" t="t"/>
              <a:pathLst>
                <a:path extrusionOk="0" h="1" w="1227">
                  <a:moveTo>
                    <a:pt x="1227" y="1"/>
                  </a:moveTo>
                  <a:lnTo>
                    <a:pt x="1" y="1"/>
                  </a:lnTo>
                  <a:lnTo>
                    <a:pt x="12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39"/>
            <p:cNvSpPr/>
            <p:nvPr/>
          </p:nvSpPr>
          <p:spPr>
            <a:xfrm>
              <a:off x="4481332" y="1969216"/>
              <a:ext cx="83876" cy="127995"/>
            </a:xfrm>
            <a:custGeom>
              <a:rect b="b" l="l" r="r" t="t"/>
              <a:pathLst>
                <a:path extrusionOk="0" h="4108" w="2692">
                  <a:moveTo>
                    <a:pt x="2334" y="0"/>
                  </a:moveTo>
                  <a:cubicBezTo>
                    <a:pt x="1739" y="1512"/>
                    <a:pt x="703" y="2703"/>
                    <a:pt x="1" y="4108"/>
                  </a:cubicBezTo>
                  <a:cubicBezTo>
                    <a:pt x="179" y="4025"/>
                    <a:pt x="358" y="3953"/>
                    <a:pt x="548" y="3858"/>
                  </a:cubicBezTo>
                  <a:cubicBezTo>
                    <a:pt x="858" y="3251"/>
                    <a:pt x="1275" y="2703"/>
                    <a:pt x="1596" y="2084"/>
                  </a:cubicBezTo>
                  <a:cubicBezTo>
                    <a:pt x="1953" y="1393"/>
                    <a:pt x="2334" y="703"/>
                    <a:pt x="26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39"/>
            <p:cNvSpPr/>
            <p:nvPr/>
          </p:nvSpPr>
          <p:spPr>
            <a:xfrm>
              <a:off x="4502488" y="1969964"/>
              <a:ext cx="76803" cy="117993"/>
            </a:xfrm>
            <a:custGeom>
              <a:rect b="b" l="l" r="r" t="t"/>
              <a:pathLst>
                <a:path extrusionOk="0" h="3787" w="2465">
                  <a:moveTo>
                    <a:pt x="2072" y="0"/>
                  </a:moveTo>
                  <a:cubicBezTo>
                    <a:pt x="1727" y="726"/>
                    <a:pt x="1346" y="1429"/>
                    <a:pt x="988" y="2119"/>
                  </a:cubicBezTo>
                  <a:cubicBezTo>
                    <a:pt x="691" y="2703"/>
                    <a:pt x="298" y="3215"/>
                    <a:pt x="0" y="3786"/>
                  </a:cubicBezTo>
                  <a:cubicBezTo>
                    <a:pt x="167" y="3727"/>
                    <a:pt x="334" y="3667"/>
                    <a:pt x="488" y="3596"/>
                  </a:cubicBezTo>
                  <a:cubicBezTo>
                    <a:pt x="750" y="3251"/>
                    <a:pt x="988" y="2584"/>
                    <a:pt x="1119" y="2334"/>
                  </a:cubicBezTo>
                  <a:cubicBezTo>
                    <a:pt x="1548" y="1548"/>
                    <a:pt x="1941" y="726"/>
                    <a:pt x="24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39"/>
            <p:cNvSpPr/>
            <p:nvPr/>
          </p:nvSpPr>
          <p:spPr>
            <a:xfrm>
              <a:off x="4699839" y="1968468"/>
              <a:ext cx="65306" cy="41595"/>
            </a:xfrm>
            <a:custGeom>
              <a:rect b="b" l="l" r="r" t="t"/>
              <a:pathLst>
                <a:path extrusionOk="0" h="1335" w="2096">
                  <a:moveTo>
                    <a:pt x="2096" y="1"/>
                  </a:moveTo>
                  <a:lnTo>
                    <a:pt x="2096" y="1"/>
                  </a:lnTo>
                  <a:cubicBezTo>
                    <a:pt x="1999" y="5"/>
                    <a:pt x="1902" y="9"/>
                    <a:pt x="1805" y="12"/>
                  </a:cubicBezTo>
                  <a:lnTo>
                    <a:pt x="1805" y="12"/>
                  </a:lnTo>
                  <a:cubicBezTo>
                    <a:pt x="1799" y="6"/>
                    <a:pt x="1792" y="3"/>
                    <a:pt x="1784" y="3"/>
                  </a:cubicBezTo>
                  <a:cubicBezTo>
                    <a:pt x="1777" y="3"/>
                    <a:pt x="1769" y="6"/>
                    <a:pt x="1763" y="12"/>
                  </a:cubicBezTo>
                  <a:cubicBezTo>
                    <a:pt x="1762" y="13"/>
                    <a:pt x="1762" y="13"/>
                    <a:pt x="1762" y="14"/>
                  </a:cubicBezTo>
                  <a:lnTo>
                    <a:pt x="1762" y="14"/>
                  </a:lnTo>
                  <a:cubicBezTo>
                    <a:pt x="1776" y="13"/>
                    <a:pt x="1790" y="13"/>
                    <a:pt x="1805" y="12"/>
                  </a:cubicBezTo>
                  <a:lnTo>
                    <a:pt x="1805" y="12"/>
                  </a:lnTo>
                  <a:cubicBezTo>
                    <a:pt x="1812" y="20"/>
                    <a:pt x="1815" y="33"/>
                    <a:pt x="1810" y="48"/>
                  </a:cubicBezTo>
                  <a:cubicBezTo>
                    <a:pt x="1703" y="227"/>
                    <a:pt x="1632" y="405"/>
                    <a:pt x="1524" y="548"/>
                  </a:cubicBezTo>
                  <a:cubicBezTo>
                    <a:pt x="1489" y="620"/>
                    <a:pt x="1441" y="715"/>
                    <a:pt x="1382" y="786"/>
                  </a:cubicBezTo>
                  <a:cubicBezTo>
                    <a:pt x="1489" y="739"/>
                    <a:pt x="1584" y="715"/>
                    <a:pt x="1691" y="667"/>
                  </a:cubicBezTo>
                  <a:cubicBezTo>
                    <a:pt x="1798" y="429"/>
                    <a:pt x="1929" y="203"/>
                    <a:pt x="2096" y="1"/>
                  </a:cubicBezTo>
                  <a:close/>
                  <a:moveTo>
                    <a:pt x="1762" y="14"/>
                  </a:moveTo>
                  <a:lnTo>
                    <a:pt x="1762" y="14"/>
                  </a:lnTo>
                  <a:cubicBezTo>
                    <a:pt x="1398" y="24"/>
                    <a:pt x="1035" y="24"/>
                    <a:pt x="679" y="24"/>
                  </a:cubicBezTo>
                  <a:cubicBezTo>
                    <a:pt x="548" y="322"/>
                    <a:pt x="381" y="608"/>
                    <a:pt x="215" y="893"/>
                  </a:cubicBezTo>
                  <a:cubicBezTo>
                    <a:pt x="131" y="1036"/>
                    <a:pt x="72" y="1191"/>
                    <a:pt x="0" y="1334"/>
                  </a:cubicBezTo>
                  <a:cubicBezTo>
                    <a:pt x="131" y="1274"/>
                    <a:pt x="262" y="1239"/>
                    <a:pt x="393" y="1179"/>
                  </a:cubicBezTo>
                  <a:lnTo>
                    <a:pt x="977" y="108"/>
                  </a:lnTo>
                  <a:cubicBezTo>
                    <a:pt x="982" y="97"/>
                    <a:pt x="992" y="91"/>
                    <a:pt x="1002" y="91"/>
                  </a:cubicBezTo>
                  <a:cubicBezTo>
                    <a:pt x="1013" y="91"/>
                    <a:pt x="1024" y="100"/>
                    <a:pt x="1024" y="120"/>
                  </a:cubicBezTo>
                  <a:cubicBezTo>
                    <a:pt x="917" y="465"/>
                    <a:pt x="750" y="786"/>
                    <a:pt x="572" y="1096"/>
                  </a:cubicBezTo>
                  <a:cubicBezTo>
                    <a:pt x="679" y="1060"/>
                    <a:pt x="786" y="1024"/>
                    <a:pt x="893" y="977"/>
                  </a:cubicBezTo>
                  <a:cubicBezTo>
                    <a:pt x="1024" y="655"/>
                    <a:pt x="1191" y="358"/>
                    <a:pt x="1346" y="60"/>
                  </a:cubicBezTo>
                  <a:cubicBezTo>
                    <a:pt x="1353" y="45"/>
                    <a:pt x="1364" y="40"/>
                    <a:pt x="1375" y="40"/>
                  </a:cubicBezTo>
                  <a:cubicBezTo>
                    <a:pt x="1399" y="40"/>
                    <a:pt x="1422" y="67"/>
                    <a:pt x="1405" y="84"/>
                  </a:cubicBezTo>
                  <a:cubicBezTo>
                    <a:pt x="1322" y="298"/>
                    <a:pt x="1215" y="489"/>
                    <a:pt x="1143" y="703"/>
                  </a:cubicBezTo>
                  <a:cubicBezTo>
                    <a:pt x="1108" y="763"/>
                    <a:pt x="1096" y="834"/>
                    <a:pt x="1072" y="917"/>
                  </a:cubicBezTo>
                  <a:cubicBezTo>
                    <a:pt x="1108" y="905"/>
                    <a:pt x="1155" y="893"/>
                    <a:pt x="1203" y="858"/>
                  </a:cubicBezTo>
                  <a:cubicBezTo>
                    <a:pt x="1405" y="596"/>
                    <a:pt x="1607" y="311"/>
                    <a:pt x="1762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39"/>
            <p:cNvSpPr/>
            <p:nvPr/>
          </p:nvSpPr>
          <p:spPr>
            <a:xfrm>
              <a:off x="4026900" y="2696754"/>
              <a:ext cx="38978" cy="48263"/>
            </a:xfrm>
            <a:custGeom>
              <a:rect b="b" l="l" r="r" t="t"/>
              <a:pathLst>
                <a:path extrusionOk="0" h="1549" w="1251">
                  <a:moveTo>
                    <a:pt x="846" y="0"/>
                  </a:moveTo>
                  <a:cubicBezTo>
                    <a:pt x="715" y="239"/>
                    <a:pt x="596" y="501"/>
                    <a:pt x="465" y="762"/>
                  </a:cubicBezTo>
                  <a:cubicBezTo>
                    <a:pt x="322" y="1024"/>
                    <a:pt x="167" y="1274"/>
                    <a:pt x="0" y="1548"/>
                  </a:cubicBezTo>
                  <a:cubicBezTo>
                    <a:pt x="131" y="1489"/>
                    <a:pt x="262" y="1441"/>
                    <a:pt x="405" y="1382"/>
                  </a:cubicBezTo>
                  <a:cubicBezTo>
                    <a:pt x="489" y="1215"/>
                    <a:pt x="608" y="1036"/>
                    <a:pt x="703" y="893"/>
                  </a:cubicBezTo>
                  <a:cubicBezTo>
                    <a:pt x="882" y="596"/>
                    <a:pt x="1072" y="310"/>
                    <a:pt x="12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39"/>
            <p:cNvSpPr/>
            <p:nvPr/>
          </p:nvSpPr>
          <p:spPr>
            <a:xfrm>
              <a:off x="4104794" y="2695258"/>
              <a:ext cx="18227" cy="18601"/>
            </a:xfrm>
            <a:custGeom>
              <a:rect b="b" l="l" r="r" t="t"/>
              <a:pathLst>
                <a:path extrusionOk="0" h="597" w="585">
                  <a:moveTo>
                    <a:pt x="501" y="1"/>
                  </a:moveTo>
                  <a:cubicBezTo>
                    <a:pt x="441" y="1"/>
                    <a:pt x="370" y="13"/>
                    <a:pt x="310" y="13"/>
                  </a:cubicBezTo>
                  <a:cubicBezTo>
                    <a:pt x="191" y="191"/>
                    <a:pt x="84" y="394"/>
                    <a:pt x="1" y="596"/>
                  </a:cubicBezTo>
                  <a:cubicBezTo>
                    <a:pt x="13" y="584"/>
                    <a:pt x="13" y="584"/>
                    <a:pt x="25" y="584"/>
                  </a:cubicBezTo>
                  <a:cubicBezTo>
                    <a:pt x="39" y="565"/>
                    <a:pt x="51" y="558"/>
                    <a:pt x="61" y="558"/>
                  </a:cubicBezTo>
                  <a:cubicBezTo>
                    <a:pt x="76" y="558"/>
                    <a:pt x="84" y="575"/>
                    <a:pt x="84" y="596"/>
                  </a:cubicBezTo>
                  <a:cubicBezTo>
                    <a:pt x="167" y="560"/>
                    <a:pt x="239" y="549"/>
                    <a:pt x="310" y="525"/>
                  </a:cubicBezTo>
                  <a:cubicBezTo>
                    <a:pt x="346" y="429"/>
                    <a:pt x="406" y="358"/>
                    <a:pt x="441" y="287"/>
                  </a:cubicBezTo>
                  <a:cubicBezTo>
                    <a:pt x="489" y="191"/>
                    <a:pt x="537" y="96"/>
                    <a:pt x="5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39"/>
            <p:cNvSpPr/>
            <p:nvPr/>
          </p:nvSpPr>
          <p:spPr>
            <a:xfrm>
              <a:off x="4146358" y="2691800"/>
              <a:ext cx="27481" cy="10905"/>
            </a:xfrm>
            <a:custGeom>
              <a:rect b="b" l="l" r="r" t="t"/>
              <a:pathLst>
                <a:path extrusionOk="0" h="350" w="882">
                  <a:moveTo>
                    <a:pt x="699" y="0"/>
                  </a:moveTo>
                  <a:cubicBezTo>
                    <a:pt x="512" y="0"/>
                    <a:pt x="316" y="14"/>
                    <a:pt x="119" y="40"/>
                  </a:cubicBezTo>
                  <a:cubicBezTo>
                    <a:pt x="107" y="64"/>
                    <a:pt x="107" y="100"/>
                    <a:pt x="96" y="124"/>
                  </a:cubicBezTo>
                  <a:cubicBezTo>
                    <a:pt x="60" y="207"/>
                    <a:pt x="48" y="290"/>
                    <a:pt x="0" y="350"/>
                  </a:cubicBezTo>
                  <a:cubicBezTo>
                    <a:pt x="298" y="267"/>
                    <a:pt x="607" y="159"/>
                    <a:pt x="881" y="5"/>
                  </a:cubicBezTo>
                  <a:cubicBezTo>
                    <a:pt x="822" y="2"/>
                    <a:pt x="761" y="0"/>
                    <a:pt x="6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39"/>
            <p:cNvSpPr/>
            <p:nvPr/>
          </p:nvSpPr>
          <p:spPr>
            <a:xfrm>
              <a:off x="3775023" y="2694884"/>
              <a:ext cx="64184" cy="114660"/>
            </a:xfrm>
            <a:custGeom>
              <a:rect b="b" l="l" r="r" t="t"/>
              <a:pathLst>
                <a:path extrusionOk="0" h="3680" w="2060">
                  <a:moveTo>
                    <a:pt x="1298" y="1"/>
                  </a:moveTo>
                  <a:cubicBezTo>
                    <a:pt x="1024" y="596"/>
                    <a:pt x="691" y="1156"/>
                    <a:pt x="405" y="1751"/>
                  </a:cubicBezTo>
                  <a:cubicBezTo>
                    <a:pt x="286" y="2013"/>
                    <a:pt x="167" y="2335"/>
                    <a:pt x="0" y="2608"/>
                  </a:cubicBezTo>
                  <a:cubicBezTo>
                    <a:pt x="7" y="2676"/>
                    <a:pt x="13" y="2744"/>
                    <a:pt x="18" y="2812"/>
                  </a:cubicBezTo>
                  <a:lnTo>
                    <a:pt x="18" y="2812"/>
                  </a:lnTo>
                  <a:cubicBezTo>
                    <a:pt x="529" y="1851"/>
                    <a:pt x="1145" y="974"/>
                    <a:pt x="1667" y="13"/>
                  </a:cubicBezTo>
                  <a:cubicBezTo>
                    <a:pt x="1548" y="13"/>
                    <a:pt x="1417" y="1"/>
                    <a:pt x="1298" y="1"/>
                  </a:cubicBezTo>
                  <a:close/>
                  <a:moveTo>
                    <a:pt x="18" y="2812"/>
                  </a:moveTo>
                  <a:cubicBezTo>
                    <a:pt x="16" y="2815"/>
                    <a:pt x="14" y="2819"/>
                    <a:pt x="12" y="2823"/>
                  </a:cubicBezTo>
                  <a:cubicBezTo>
                    <a:pt x="2" y="2843"/>
                    <a:pt x="9" y="2863"/>
                    <a:pt x="23" y="2876"/>
                  </a:cubicBezTo>
                  <a:lnTo>
                    <a:pt x="23" y="2876"/>
                  </a:lnTo>
                  <a:cubicBezTo>
                    <a:pt x="21" y="2854"/>
                    <a:pt x="20" y="2833"/>
                    <a:pt x="18" y="2812"/>
                  </a:cubicBezTo>
                  <a:close/>
                  <a:moveTo>
                    <a:pt x="1727" y="13"/>
                  </a:moveTo>
                  <a:cubicBezTo>
                    <a:pt x="1250" y="1013"/>
                    <a:pt x="643" y="1918"/>
                    <a:pt x="95" y="2870"/>
                  </a:cubicBezTo>
                  <a:cubicBezTo>
                    <a:pt x="85" y="2884"/>
                    <a:pt x="71" y="2890"/>
                    <a:pt x="58" y="2890"/>
                  </a:cubicBezTo>
                  <a:cubicBezTo>
                    <a:pt x="45" y="2890"/>
                    <a:pt x="32" y="2884"/>
                    <a:pt x="23" y="2876"/>
                  </a:cubicBezTo>
                  <a:lnTo>
                    <a:pt x="23" y="2876"/>
                  </a:lnTo>
                  <a:cubicBezTo>
                    <a:pt x="41" y="3144"/>
                    <a:pt x="48" y="3412"/>
                    <a:pt x="48" y="3680"/>
                  </a:cubicBezTo>
                  <a:cubicBezTo>
                    <a:pt x="226" y="3382"/>
                    <a:pt x="345" y="3049"/>
                    <a:pt x="488" y="2751"/>
                  </a:cubicBezTo>
                  <a:cubicBezTo>
                    <a:pt x="703" y="2346"/>
                    <a:pt x="941" y="1977"/>
                    <a:pt x="1179" y="1596"/>
                  </a:cubicBezTo>
                  <a:cubicBezTo>
                    <a:pt x="1429" y="1156"/>
                    <a:pt x="1667" y="406"/>
                    <a:pt x="2060" y="25"/>
                  </a:cubicBezTo>
                  <a:cubicBezTo>
                    <a:pt x="1953" y="25"/>
                    <a:pt x="1834" y="13"/>
                    <a:pt x="1727" y="1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39"/>
            <p:cNvSpPr/>
            <p:nvPr/>
          </p:nvSpPr>
          <p:spPr>
            <a:xfrm>
              <a:off x="3773153" y="2693420"/>
              <a:ext cx="40474" cy="73469"/>
            </a:xfrm>
            <a:custGeom>
              <a:rect b="b" l="l" r="r" t="t"/>
              <a:pathLst>
                <a:path extrusionOk="0" h="2358" w="1299">
                  <a:moveTo>
                    <a:pt x="1060" y="0"/>
                  </a:moveTo>
                  <a:cubicBezTo>
                    <a:pt x="691" y="691"/>
                    <a:pt x="370" y="1405"/>
                    <a:pt x="1" y="2084"/>
                  </a:cubicBezTo>
                  <a:cubicBezTo>
                    <a:pt x="12" y="2179"/>
                    <a:pt x="12" y="2262"/>
                    <a:pt x="36" y="2358"/>
                  </a:cubicBezTo>
                  <a:cubicBezTo>
                    <a:pt x="167" y="2096"/>
                    <a:pt x="298" y="1834"/>
                    <a:pt x="453" y="1560"/>
                  </a:cubicBezTo>
                  <a:cubicBezTo>
                    <a:pt x="715" y="1048"/>
                    <a:pt x="1025" y="536"/>
                    <a:pt x="1298" y="12"/>
                  </a:cubicBezTo>
                  <a:cubicBezTo>
                    <a:pt x="1203" y="12"/>
                    <a:pt x="1132" y="0"/>
                    <a:pt x="10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39"/>
            <p:cNvSpPr/>
            <p:nvPr/>
          </p:nvSpPr>
          <p:spPr>
            <a:xfrm>
              <a:off x="3936761" y="2697128"/>
              <a:ext cx="76803" cy="83876"/>
            </a:xfrm>
            <a:custGeom>
              <a:rect b="b" l="l" r="r" t="t"/>
              <a:pathLst>
                <a:path extrusionOk="0" h="2692" w="2465">
                  <a:moveTo>
                    <a:pt x="1536" y="0"/>
                  </a:moveTo>
                  <a:cubicBezTo>
                    <a:pt x="1167" y="941"/>
                    <a:pt x="607" y="1917"/>
                    <a:pt x="0" y="2691"/>
                  </a:cubicBezTo>
                  <a:cubicBezTo>
                    <a:pt x="357" y="2548"/>
                    <a:pt x="738" y="2417"/>
                    <a:pt x="1084" y="2263"/>
                  </a:cubicBezTo>
                  <a:cubicBezTo>
                    <a:pt x="1584" y="1536"/>
                    <a:pt x="1953" y="715"/>
                    <a:pt x="2465" y="0"/>
                  </a:cubicBezTo>
                  <a:lnTo>
                    <a:pt x="2000" y="0"/>
                  </a:lnTo>
                  <a:cubicBezTo>
                    <a:pt x="1631" y="691"/>
                    <a:pt x="1310" y="1417"/>
                    <a:pt x="893" y="2048"/>
                  </a:cubicBezTo>
                  <a:cubicBezTo>
                    <a:pt x="893" y="2072"/>
                    <a:pt x="893" y="2072"/>
                    <a:pt x="881" y="2084"/>
                  </a:cubicBezTo>
                  <a:cubicBezTo>
                    <a:pt x="822" y="2179"/>
                    <a:pt x="750" y="2263"/>
                    <a:pt x="691" y="2346"/>
                  </a:cubicBezTo>
                  <a:lnTo>
                    <a:pt x="679" y="2370"/>
                  </a:lnTo>
                  <a:cubicBezTo>
                    <a:pt x="668" y="2383"/>
                    <a:pt x="655" y="2389"/>
                    <a:pt x="642" y="2389"/>
                  </a:cubicBezTo>
                  <a:cubicBezTo>
                    <a:pt x="596" y="2389"/>
                    <a:pt x="549" y="2321"/>
                    <a:pt x="596" y="2274"/>
                  </a:cubicBezTo>
                  <a:cubicBezTo>
                    <a:pt x="1084" y="1560"/>
                    <a:pt x="1477" y="762"/>
                    <a:pt x="19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39"/>
            <p:cNvSpPr/>
            <p:nvPr/>
          </p:nvSpPr>
          <p:spPr>
            <a:xfrm>
              <a:off x="4006118" y="2697128"/>
              <a:ext cx="44555" cy="56769"/>
            </a:xfrm>
            <a:custGeom>
              <a:rect b="b" l="l" r="r" t="t"/>
              <a:pathLst>
                <a:path extrusionOk="0" h="1822" w="1430">
                  <a:moveTo>
                    <a:pt x="1084" y="0"/>
                  </a:moveTo>
                  <a:cubicBezTo>
                    <a:pt x="798" y="643"/>
                    <a:pt x="417" y="1286"/>
                    <a:pt x="1" y="1822"/>
                  </a:cubicBezTo>
                  <a:cubicBezTo>
                    <a:pt x="155" y="1739"/>
                    <a:pt x="334" y="1679"/>
                    <a:pt x="501" y="1608"/>
                  </a:cubicBezTo>
                  <a:cubicBezTo>
                    <a:pt x="656" y="1262"/>
                    <a:pt x="906" y="965"/>
                    <a:pt x="1084" y="643"/>
                  </a:cubicBezTo>
                  <a:cubicBezTo>
                    <a:pt x="1203" y="417"/>
                    <a:pt x="1310" y="215"/>
                    <a:pt x="14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39"/>
            <p:cNvSpPr/>
            <p:nvPr/>
          </p:nvSpPr>
          <p:spPr>
            <a:xfrm>
              <a:off x="3915231" y="2697128"/>
              <a:ext cx="67549" cy="92756"/>
            </a:xfrm>
            <a:custGeom>
              <a:rect b="b" l="l" r="r" t="t"/>
              <a:pathLst>
                <a:path extrusionOk="0" h="2977" w="2168">
                  <a:moveTo>
                    <a:pt x="1703" y="0"/>
                  </a:moveTo>
                  <a:cubicBezTo>
                    <a:pt x="1322" y="643"/>
                    <a:pt x="1048" y="1370"/>
                    <a:pt x="667" y="1989"/>
                  </a:cubicBezTo>
                  <a:cubicBezTo>
                    <a:pt x="477" y="2310"/>
                    <a:pt x="179" y="2632"/>
                    <a:pt x="1" y="2977"/>
                  </a:cubicBezTo>
                  <a:cubicBezTo>
                    <a:pt x="179" y="2905"/>
                    <a:pt x="358" y="2846"/>
                    <a:pt x="536" y="2775"/>
                  </a:cubicBezTo>
                  <a:cubicBezTo>
                    <a:pt x="751" y="2274"/>
                    <a:pt x="1108" y="1834"/>
                    <a:pt x="1394" y="1370"/>
                  </a:cubicBezTo>
                  <a:cubicBezTo>
                    <a:pt x="1679" y="929"/>
                    <a:pt x="1941" y="477"/>
                    <a:pt x="21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39"/>
            <p:cNvSpPr/>
            <p:nvPr/>
          </p:nvSpPr>
          <p:spPr>
            <a:xfrm>
              <a:off x="3979042" y="2697128"/>
              <a:ext cx="44555" cy="67923"/>
            </a:xfrm>
            <a:custGeom>
              <a:rect b="b" l="l" r="r" t="t"/>
              <a:pathLst>
                <a:path extrusionOk="0" h="2180" w="1430">
                  <a:moveTo>
                    <a:pt x="1203" y="0"/>
                  </a:moveTo>
                  <a:cubicBezTo>
                    <a:pt x="834" y="727"/>
                    <a:pt x="441" y="1489"/>
                    <a:pt x="1" y="2179"/>
                  </a:cubicBezTo>
                  <a:cubicBezTo>
                    <a:pt x="60" y="2143"/>
                    <a:pt x="120" y="2132"/>
                    <a:pt x="179" y="2096"/>
                  </a:cubicBezTo>
                  <a:cubicBezTo>
                    <a:pt x="215" y="2084"/>
                    <a:pt x="251" y="2072"/>
                    <a:pt x="298" y="2060"/>
                  </a:cubicBezTo>
                  <a:cubicBezTo>
                    <a:pt x="489" y="1489"/>
                    <a:pt x="882" y="989"/>
                    <a:pt x="1167" y="477"/>
                  </a:cubicBezTo>
                  <a:cubicBezTo>
                    <a:pt x="1215" y="369"/>
                    <a:pt x="1310" y="167"/>
                    <a:pt x="14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39"/>
            <p:cNvSpPr/>
            <p:nvPr/>
          </p:nvSpPr>
          <p:spPr>
            <a:xfrm>
              <a:off x="4120372" y="2693420"/>
              <a:ext cx="17479" cy="15984"/>
            </a:xfrm>
            <a:custGeom>
              <a:rect b="b" l="l" r="r" t="t"/>
              <a:pathLst>
                <a:path extrusionOk="0" h="513" w="561">
                  <a:moveTo>
                    <a:pt x="560" y="0"/>
                  </a:moveTo>
                  <a:lnTo>
                    <a:pt x="560" y="0"/>
                  </a:lnTo>
                  <a:cubicBezTo>
                    <a:pt x="418" y="12"/>
                    <a:pt x="287" y="24"/>
                    <a:pt x="156" y="24"/>
                  </a:cubicBezTo>
                  <a:cubicBezTo>
                    <a:pt x="179" y="131"/>
                    <a:pt x="144" y="238"/>
                    <a:pt x="96" y="322"/>
                  </a:cubicBezTo>
                  <a:lnTo>
                    <a:pt x="1" y="512"/>
                  </a:lnTo>
                  <a:cubicBezTo>
                    <a:pt x="108" y="477"/>
                    <a:pt x="227" y="453"/>
                    <a:pt x="334" y="417"/>
                  </a:cubicBezTo>
                  <a:cubicBezTo>
                    <a:pt x="358" y="322"/>
                    <a:pt x="441" y="215"/>
                    <a:pt x="501" y="107"/>
                  </a:cubicBezTo>
                  <a:cubicBezTo>
                    <a:pt x="513" y="72"/>
                    <a:pt x="537" y="48"/>
                    <a:pt x="5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39"/>
            <p:cNvSpPr/>
            <p:nvPr/>
          </p:nvSpPr>
          <p:spPr>
            <a:xfrm>
              <a:off x="3770941" y="2692672"/>
              <a:ext cx="33027" cy="58265"/>
            </a:xfrm>
            <a:custGeom>
              <a:rect b="b" l="l" r="r" t="t"/>
              <a:pathLst>
                <a:path extrusionOk="0" h="1870" w="1060">
                  <a:moveTo>
                    <a:pt x="679" y="0"/>
                  </a:moveTo>
                  <a:cubicBezTo>
                    <a:pt x="607" y="239"/>
                    <a:pt x="488" y="477"/>
                    <a:pt x="381" y="691"/>
                  </a:cubicBezTo>
                  <a:cubicBezTo>
                    <a:pt x="262" y="953"/>
                    <a:pt x="143" y="1227"/>
                    <a:pt x="0" y="1453"/>
                  </a:cubicBezTo>
                  <a:cubicBezTo>
                    <a:pt x="12" y="1584"/>
                    <a:pt x="24" y="1739"/>
                    <a:pt x="48" y="1870"/>
                  </a:cubicBezTo>
                  <a:cubicBezTo>
                    <a:pt x="262" y="1227"/>
                    <a:pt x="703" y="596"/>
                    <a:pt x="1060" y="24"/>
                  </a:cubicBezTo>
                  <a:cubicBezTo>
                    <a:pt x="941" y="12"/>
                    <a:pt x="798" y="12"/>
                    <a:pt x="6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39"/>
            <p:cNvSpPr/>
            <p:nvPr/>
          </p:nvSpPr>
          <p:spPr>
            <a:xfrm>
              <a:off x="3883700" y="2866282"/>
              <a:ext cx="103910" cy="1651"/>
            </a:xfrm>
            <a:custGeom>
              <a:rect b="b" l="l" r="r" t="t"/>
              <a:pathLst>
                <a:path extrusionOk="0" h="53" w="3335">
                  <a:moveTo>
                    <a:pt x="1" y="1"/>
                  </a:moveTo>
                  <a:cubicBezTo>
                    <a:pt x="455" y="37"/>
                    <a:pt x="910" y="53"/>
                    <a:pt x="1354" y="53"/>
                  </a:cubicBezTo>
                  <a:cubicBezTo>
                    <a:pt x="1492" y="53"/>
                    <a:pt x="1628" y="51"/>
                    <a:pt x="1763" y="48"/>
                  </a:cubicBezTo>
                  <a:lnTo>
                    <a:pt x="333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39"/>
            <p:cNvSpPr/>
            <p:nvPr/>
          </p:nvSpPr>
          <p:spPr>
            <a:xfrm>
              <a:off x="3773153" y="2696006"/>
              <a:ext cx="117993" cy="158436"/>
            </a:xfrm>
            <a:custGeom>
              <a:rect b="b" l="l" r="r" t="t"/>
              <a:pathLst>
                <a:path extrusionOk="0" h="5085" w="3787">
                  <a:moveTo>
                    <a:pt x="2596" y="1"/>
                  </a:moveTo>
                  <a:lnTo>
                    <a:pt x="2596" y="24"/>
                  </a:lnTo>
                  <a:cubicBezTo>
                    <a:pt x="2144" y="870"/>
                    <a:pt x="1667" y="1703"/>
                    <a:pt x="1167" y="2513"/>
                  </a:cubicBezTo>
                  <a:cubicBezTo>
                    <a:pt x="929" y="2894"/>
                    <a:pt x="667" y="3263"/>
                    <a:pt x="429" y="3656"/>
                  </a:cubicBezTo>
                  <a:cubicBezTo>
                    <a:pt x="346" y="3823"/>
                    <a:pt x="239" y="4096"/>
                    <a:pt x="108" y="4263"/>
                  </a:cubicBezTo>
                  <a:cubicBezTo>
                    <a:pt x="84" y="4537"/>
                    <a:pt x="48" y="4811"/>
                    <a:pt x="1" y="5085"/>
                  </a:cubicBezTo>
                  <a:cubicBezTo>
                    <a:pt x="358" y="4954"/>
                    <a:pt x="679" y="4751"/>
                    <a:pt x="1013" y="4561"/>
                  </a:cubicBezTo>
                  <a:cubicBezTo>
                    <a:pt x="2060" y="3192"/>
                    <a:pt x="2846" y="1513"/>
                    <a:pt x="3787" y="24"/>
                  </a:cubicBezTo>
                  <a:cubicBezTo>
                    <a:pt x="3620" y="24"/>
                    <a:pt x="3465" y="24"/>
                    <a:pt x="3311" y="1"/>
                  </a:cubicBezTo>
                  <a:cubicBezTo>
                    <a:pt x="2846" y="882"/>
                    <a:pt x="2322" y="1715"/>
                    <a:pt x="1846" y="2584"/>
                  </a:cubicBezTo>
                  <a:cubicBezTo>
                    <a:pt x="1465" y="3275"/>
                    <a:pt x="1167" y="4073"/>
                    <a:pt x="655" y="4680"/>
                  </a:cubicBezTo>
                  <a:cubicBezTo>
                    <a:pt x="645" y="4693"/>
                    <a:pt x="632" y="4699"/>
                    <a:pt x="621" y="4699"/>
                  </a:cubicBezTo>
                  <a:cubicBezTo>
                    <a:pt x="581" y="4699"/>
                    <a:pt x="547" y="4636"/>
                    <a:pt x="584" y="4608"/>
                  </a:cubicBezTo>
                  <a:cubicBezTo>
                    <a:pt x="1120" y="3930"/>
                    <a:pt x="1441" y="3061"/>
                    <a:pt x="1882" y="2310"/>
                  </a:cubicBezTo>
                  <a:cubicBezTo>
                    <a:pt x="2322" y="1537"/>
                    <a:pt x="2775" y="763"/>
                    <a:pt x="3251" y="24"/>
                  </a:cubicBezTo>
                  <a:lnTo>
                    <a:pt x="3072" y="24"/>
                  </a:lnTo>
                  <a:cubicBezTo>
                    <a:pt x="2596" y="1084"/>
                    <a:pt x="1894" y="1953"/>
                    <a:pt x="1322" y="2953"/>
                  </a:cubicBezTo>
                  <a:cubicBezTo>
                    <a:pt x="989" y="3549"/>
                    <a:pt x="655" y="4573"/>
                    <a:pt x="72" y="4930"/>
                  </a:cubicBezTo>
                  <a:cubicBezTo>
                    <a:pt x="68" y="4934"/>
                    <a:pt x="63" y="4936"/>
                    <a:pt x="58" y="4936"/>
                  </a:cubicBezTo>
                  <a:cubicBezTo>
                    <a:pt x="37" y="4936"/>
                    <a:pt x="19" y="4899"/>
                    <a:pt x="48" y="4870"/>
                  </a:cubicBezTo>
                  <a:cubicBezTo>
                    <a:pt x="572" y="4192"/>
                    <a:pt x="953" y="3430"/>
                    <a:pt x="1382" y="2680"/>
                  </a:cubicBezTo>
                  <a:cubicBezTo>
                    <a:pt x="1906" y="1775"/>
                    <a:pt x="2537" y="953"/>
                    <a:pt x="3013" y="24"/>
                  </a:cubicBezTo>
                  <a:cubicBezTo>
                    <a:pt x="2870" y="24"/>
                    <a:pt x="2727" y="1"/>
                    <a:pt x="25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39"/>
            <p:cNvSpPr/>
            <p:nvPr/>
          </p:nvSpPr>
          <p:spPr>
            <a:xfrm>
              <a:off x="3767576" y="2690803"/>
              <a:ext cx="5234" cy="10064"/>
            </a:xfrm>
            <a:custGeom>
              <a:rect b="b" l="l" r="r" t="t"/>
              <a:pathLst>
                <a:path extrusionOk="0" h="323" w="168">
                  <a:moveTo>
                    <a:pt x="1" y="1"/>
                  </a:moveTo>
                  <a:lnTo>
                    <a:pt x="1" y="180"/>
                  </a:lnTo>
                  <a:cubicBezTo>
                    <a:pt x="1" y="215"/>
                    <a:pt x="1" y="275"/>
                    <a:pt x="13" y="322"/>
                  </a:cubicBezTo>
                  <a:cubicBezTo>
                    <a:pt x="61" y="215"/>
                    <a:pt x="108" y="120"/>
                    <a:pt x="168" y="13"/>
                  </a:cubicBezTo>
                  <a:cubicBezTo>
                    <a:pt x="108" y="13"/>
                    <a:pt x="49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39"/>
            <p:cNvSpPr/>
            <p:nvPr/>
          </p:nvSpPr>
          <p:spPr>
            <a:xfrm>
              <a:off x="3769445" y="2691924"/>
              <a:ext cx="20813" cy="40474"/>
            </a:xfrm>
            <a:custGeom>
              <a:rect b="b" l="l" r="r" t="t"/>
              <a:pathLst>
                <a:path extrusionOk="0" h="1299" w="668">
                  <a:moveTo>
                    <a:pt x="477" y="1"/>
                  </a:moveTo>
                  <a:cubicBezTo>
                    <a:pt x="393" y="167"/>
                    <a:pt x="310" y="334"/>
                    <a:pt x="239" y="489"/>
                  </a:cubicBezTo>
                  <a:cubicBezTo>
                    <a:pt x="179" y="632"/>
                    <a:pt x="120" y="751"/>
                    <a:pt x="60" y="882"/>
                  </a:cubicBezTo>
                  <a:cubicBezTo>
                    <a:pt x="48" y="917"/>
                    <a:pt x="12" y="965"/>
                    <a:pt x="1" y="1013"/>
                  </a:cubicBezTo>
                  <a:cubicBezTo>
                    <a:pt x="12" y="1108"/>
                    <a:pt x="12" y="1203"/>
                    <a:pt x="36" y="1298"/>
                  </a:cubicBezTo>
                  <a:cubicBezTo>
                    <a:pt x="131" y="1072"/>
                    <a:pt x="251" y="870"/>
                    <a:pt x="358" y="656"/>
                  </a:cubicBezTo>
                  <a:cubicBezTo>
                    <a:pt x="477" y="465"/>
                    <a:pt x="572" y="239"/>
                    <a:pt x="667" y="24"/>
                  </a:cubicBezTo>
                  <a:cubicBezTo>
                    <a:pt x="608" y="24"/>
                    <a:pt x="536" y="1"/>
                    <a:pt x="4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39"/>
            <p:cNvSpPr/>
            <p:nvPr/>
          </p:nvSpPr>
          <p:spPr>
            <a:xfrm>
              <a:off x="3776113" y="2695258"/>
              <a:ext cx="76087" cy="123945"/>
            </a:xfrm>
            <a:custGeom>
              <a:rect b="b" l="l" r="r" t="t"/>
              <a:pathLst>
                <a:path extrusionOk="0" h="3978" w="2442">
                  <a:moveTo>
                    <a:pt x="2084" y="1"/>
                  </a:moveTo>
                  <a:cubicBezTo>
                    <a:pt x="1870" y="251"/>
                    <a:pt x="1763" y="560"/>
                    <a:pt x="1620" y="882"/>
                  </a:cubicBezTo>
                  <a:cubicBezTo>
                    <a:pt x="1394" y="1322"/>
                    <a:pt x="1144" y="1751"/>
                    <a:pt x="894" y="2192"/>
                  </a:cubicBezTo>
                  <a:cubicBezTo>
                    <a:pt x="596" y="2692"/>
                    <a:pt x="370" y="3346"/>
                    <a:pt x="1" y="3799"/>
                  </a:cubicBezTo>
                  <a:lnTo>
                    <a:pt x="1" y="3977"/>
                  </a:lnTo>
                  <a:cubicBezTo>
                    <a:pt x="37" y="3918"/>
                    <a:pt x="72" y="3870"/>
                    <a:pt x="96" y="3823"/>
                  </a:cubicBezTo>
                  <a:cubicBezTo>
                    <a:pt x="334" y="3394"/>
                    <a:pt x="632" y="2989"/>
                    <a:pt x="906" y="2573"/>
                  </a:cubicBezTo>
                  <a:cubicBezTo>
                    <a:pt x="1430" y="1727"/>
                    <a:pt x="1906" y="846"/>
                    <a:pt x="2442" y="13"/>
                  </a:cubicBezTo>
                  <a:cubicBezTo>
                    <a:pt x="2323" y="13"/>
                    <a:pt x="2203" y="1"/>
                    <a:pt x="20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39"/>
            <p:cNvSpPr/>
            <p:nvPr/>
          </p:nvSpPr>
          <p:spPr>
            <a:xfrm>
              <a:off x="3958260" y="2687095"/>
              <a:ext cx="39726" cy="31"/>
            </a:xfrm>
            <a:custGeom>
              <a:rect b="b" l="l" r="r" t="t"/>
              <a:pathLst>
                <a:path extrusionOk="0" h="1" w="1275">
                  <a:moveTo>
                    <a:pt x="1" y="1"/>
                  </a:moveTo>
                  <a:lnTo>
                    <a:pt x="1" y="1"/>
                  </a:lnTo>
                  <a:lnTo>
                    <a:pt x="127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39"/>
            <p:cNvSpPr/>
            <p:nvPr/>
          </p:nvSpPr>
          <p:spPr>
            <a:xfrm>
              <a:off x="3767950" y="2691550"/>
              <a:ext cx="14893" cy="27855"/>
            </a:xfrm>
            <a:custGeom>
              <a:rect b="b" l="l" r="r" t="t"/>
              <a:pathLst>
                <a:path extrusionOk="0" h="894" w="478">
                  <a:moveTo>
                    <a:pt x="203" y="1"/>
                  </a:moveTo>
                  <a:cubicBezTo>
                    <a:pt x="120" y="167"/>
                    <a:pt x="60" y="334"/>
                    <a:pt x="1" y="489"/>
                  </a:cubicBezTo>
                  <a:cubicBezTo>
                    <a:pt x="25" y="620"/>
                    <a:pt x="25" y="763"/>
                    <a:pt x="37" y="894"/>
                  </a:cubicBezTo>
                  <a:cubicBezTo>
                    <a:pt x="84" y="787"/>
                    <a:pt x="144" y="703"/>
                    <a:pt x="156" y="668"/>
                  </a:cubicBezTo>
                  <a:cubicBezTo>
                    <a:pt x="263" y="429"/>
                    <a:pt x="358" y="215"/>
                    <a:pt x="477" y="13"/>
                  </a:cubicBezTo>
                  <a:cubicBezTo>
                    <a:pt x="394" y="13"/>
                    <a:pt x="287" y="1"/>
                    <a:pt x="2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39"/>
            <p:cNvSpPr/>
            <p:nvPr/>
          </p:nvSpPr>
          <p:spPr>
            <a:xfrm>
              <a:off x="4193468" y="2542805"/>
              <a:ext cx="13367" cy="139897"/>
            </a:xfrm>
            <a:custGeom>
              <a:rect b="b" l="l" r="r" t="t"/>
              <a:pathLst>
                <a:path extrusionOk="0" h="4490" w="429">
                  <a:moveTo>
                    <a:pt x="36" y="0"/>
                  </a:moveTo>
                  <a:cubicBezTo>
                    <a:pt x="12" y="572"/>
                    <a:pt x="0" y="1167"/>
                    <a:pt x="0" y="1751"/>
                  </a:cubicBezTo>
                  <a:cubicBezTo>
                    <a:pt x="12" y="2620"/>
                    <a:pt x="274" y="3644"/>
                    <a:pt x="36" y="4489"/>
                  </a:cubicBezTo>
                  <a:lnTo>
                    <a:pt x="215" y="4489"/>
                  </a:lnTo>
                  <a:cubicBezTo>
                    <a:pt x="429" y="4465"/>
                    <a:pt x="119" y="1977"/>
                    <a:pt x="96" y="1739"/>
                  </a:cubicBezTo>
                  <a:cubicBezTo>
                    <a:pt x="36" y="1155"/>
                    <a:pt x="24" y="584"/>
                    <a:pt x="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39"/>
            <p:cNvSpPr/>
            <p:nvPr/>
          </p:nvSpPr>
          <p:spPr>
            <a:xfrm>
              <a:off x="2041108" y="2628488"/>
              <a:ext cx="1122" cy="31936"/>
            </a:xfrm>
            <a:custGeom>
              <a:rect b="b" l="l" r="r" t="t"/>
              <a:pathLst>
                <a:path extrusionOk="0" h="1025" w="36">
                  <a:moveTo>
                    <a:pt x="0" y="1"/>
                  </a:moveTo>
                  <a:lnTo>
                    <a:pt x="0" y="1025"/>
                  </a:lnTo>
                  <a:cubicBezTo>
                    <a:pt x="36" y="691"/>
                    <a:pt x="24" y="346"/>
                    <a:pt x="0" y="1"/>
                  </a:cubicBezTo>
                  <a:close/>
                </a:path>
              </a:pathLst>
            </a:custGeom>
            <a:solidFill>
              <a:srgbClr val="FFDA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39"/>
            <p:cNvSpPr/>
            <p:nvPr/>
          </p:nvSpPr>
          <p:spPr>
            <a:xfrm>
              <a:off x="4134861" y="2693046"/>
              <a:ext cx="12276" cy="12650"/>
            </a:xfrm>
            <a:custGeom>
              <a:rect b="b" l="l" r="r" t="t"/>
              <a:pathLst>
                <a:path extrusionOk="0" h="406" w="394">
                  <a:moveTo>
                    <a:pt x="393" y="0"/>
                  </a:moveTo>
                  <a:cubicBezTo>
                    <a:pt x="334" y="0"/>
                    <a:pt x="250" y="12"/>
                    <a:pt x="191" y="12"/>
                  </a:cubicBezTo>
                  <a:cubicBezTo>
                    <a:pt x="179" y="60"/>
                    <a:pt x="131" y="108"/>
                    <a:pt x="119" y="119"/>
                  </a:cubicBezTo>
                  <a:cubicBezTo>
                    <a:pt x="72" y="203"/>
                    <a:pt x="48" y="310"/>
                    <a:pt x="0" y="405"/>
                  </a:cubicBezTo>
                  <a:lnTo>
                    <a:pt x="310" y="310"/>
                  </a:lnTo>
                  <a:cubicBezTo>
                    <a:pt x="298" y="310"/>
                    <a:pt x="286" y="298"/>
                    <a:pt x="286" y="262"/>
                  </a:cubicBezTo>
                  <a:cubicBezTo>
                    <a:pt x="286" y="191"/>
                    <a:pt x="310" y="119"/>
                    <a:pt x="345" y="60"/>
                  </a:cubicBezTo>
                  <a:cubicBezTo>
                    <a:pt x="357" y="36"/>
                    <a:pt x="369" y="24"/>
                    <a:pt x="3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39"/>
            <p:cNvSpPr/>
            <p:nvPr/>
          </p:nvSpPr>
          <p:spPr>
            <a:xfrm>
              <a:off x="4400478" y="2310930"/>
              <a:ext cx="73469" cy="810"/>
            </a:xfrm>
            <a:custGeom>
              <a:rect b="b" l="l" r="r" t="t"/>
              <a:pathLst>
                <a:path extrusionOk="0" h="26" w="2358">
                  <a:moveTo>
                    <a:pt x="0" y="1"/>
                  </a:moveTo>
                  <a:cubicBezTo>
                    <a:pt x="292" y="19"/>
                    <a:pt x="587" y="25"/>
                    <a:pt x="884" y="25"/>
                  </a:cubicBezTo>
                  <a:cubicBezTo>
                    <a:pt x="1374" y="25"/>
                    <a:pt x="1868" y="8"/>
                    <a:pt x="2357" y="1"/>
                  </a:cubicBezTo>
                  <a:close/>
                </a:path>
              </a:pathLst>
            </a:custGeom>
            <a:solidFill>
              <a:srgbClr val="FFDA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39"/>
            <p:cNvSpPr/>
            <p:nvPr/>
          </p:nvSpPr>
          <p:spPr>
            <a:xfrm>
              <a:off x="4699839" y="2311304"/>
              <a:ext cx="72379" cy="623"/>
            </a:xfrm>
            <a:custGeom>
              <a:rect b="b" l="l" r="r" t="t"/>
              <a:pathLst>
                <a:path extrusionOk="0" h="20" w="2323">
                  <a:moveTo>
                    <a:pt x="0" y="1"/>
                  </a:moveTo>
                  <a:cubicBezTo>
                    <a:pt x="471" y="8"/>
                    <a:pt x="941" y="20"/>
                    <a:pt x="1411" y="20"/>
                  </a:cubicBezTo>
                  <a:cubicBezTo>
                    <a:pt x="1715" y="20"/>
                    <a:pt x="2018" y="15"/>
                    <a:pt x="2322" y="1"/>
                  </a:cubicBezTo>
                  <a:close/>
                </a:path>
              </a:pathLst>
            </a:custGeom>
            <a:solidFill>
              <a:srgbClr val="FFDA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39"/>
            <p:cNvSpPr/>
            <p:nvPr/>
          </p:nvSpPr>
          <p:spPr>
            <a:xfrm>
              <a:off x="3826588" y="2811382"/>
              <a:ext cx="61224" cy="24895"/>
            </a:xfrm>
            <a:custGeom>
              <a:rect b="b" l="l" r="r" t="t"/>
              <a:pathLst>
                <a:path extrusionOk="0" h="799" w="1965">
                  <a:moveTo>
                    <a:pt x="1965" y="0"/>
                  </a:moveTo>
                  <a:lnTo>
                    <a:pt x="1476" y="179"/>
                  </a:lnTo>
                  <a:cubicBezTo>
                    <a:pt x="964" y="370"/>
                    <a:pt x="476" y="560"/>
                    <a:pt x="0" y="798"/>
                  </a:cubicBezTo>
                  <a:lnTo>
                    <a:pt x="19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39"/>
            <p:cNvSpPr/>
            <p:nvPr/>
          </p:nvSpPr>
          <p:spPr>
            <a:xfrm>
              <a:off x="3884074" y="2697502"/>
              <a:ext cx="67176" cy="105001"/>
            </a:xfrm>
            <a:custGeom>
              <a:rect b="b" l="l" r="r" t="t"/>
              <a:pathLst>
                <a:path extrusionOk="0" h="3370" w="2156">
                  <a:moveTo>
                    <a:pt x="1739" y="0"/>
                  </a:moveTo>
                  <a:cubicBezTo>
                    <a:pt x="1679" y="572"/>
                    <a:pt x="1191" y="1191"/>
                    <a:pt x="917" y="1655"/>
                  </a:cubicBezTo>
                  <a:cubicBezTo>
                    <a:pt x="608" y="2191"/>
                    <a:pt x="358" y="2846"/>
                    <a:pt x="1" y="3370"/>
                  </a:cubicBezTo>
                  <a:cubicBezTo>
                    <a:pt x="108" y="3322"/>
                    <a:pt x="227" y="3298"/>
                    <a:pt x="322" y="3251"/>
                  </a:cubicBezTo>
                  <a:cubicBezTo>
                    <a:pt x="1013" y="2227"/>
                    <a:pt x="1560" y="1072"/>
                    <a:pt x="21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39"/>
            <p:cNvSpPr/>
            <p:nvPr/>
          </p:nvSpPr>
          <p:spPr>
            <a:xfrm>
              <a:off x="3811352" y="2697128"/>
              <a:ext cx="86493" cy="136158"/>
            </a:xfrm>
            <a:custGeom>
              <a:rect b="b" l="l" r="r" t="t"/>
              <a:pathLst>
                <a:path extrusionOk="0" h="4370" w="2776">
                  <a:moveTo>
                    <a:pt x="2573" y="0"/>
                  </a:moveTo>
                  <a:cubicBezTo>
                    <a:pt x="2085" y="881"/>
                    <a:pt x="1584" y="1762"/>
                    <a:pt x="1072" y="2620"/>
                  </a:cubicBezTo>
                  <a:cubicBezTo>
                    <a:pt x="727" y="3203"/>
                    <a:pt x="394" y="3822"/>
                    <a:pt x="1" y="4370"/>
                  </a:cubicBezTo>
                  <a:cubicBezTo>
                    <a:pt x="84" y="4334"/>
                    <a:pt x="180" y="4275"/>
                    <a:pt x="263" y="4227"/>
                  </a:cubicBezTo>
                  <a:cubicBezTo>
                    <a:pt x="299" y="4215"/>
                    <a:pt x="310" y="4191"/>
                    <a:pt x="334" y="4191"/>
                  </a:cubicBezTo>
                  <a:cubicBezTo>
                    <a:pt x="1037" y="2727"/>
                    <a:pt x="2061" y="1477"/>
                    <a:pt x="27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39"/>
            <p:cNvSpPr/>
            <p:nvPr/>
          </p:nvSpPr>
          <p:spPr>
            <a:xfrm>
              <a:off x="3901148" y="2697128"/>
              <a:ext cx="64932" cy="97959"/>
            </a:xfrm>
            <a:custGeom>
              <a:rect b="b" l="l" r="r" t="t"/>
              <a:pathLst>
                <a:path extrusionOk="0" h="3144" w="2084">
                  <a:moveTo>
                    <a:pt x="1667" y="0"/>
                  </a:moveTo>
                  <a:cubicBezTo>
                    <a:pt x="1143" y="1060"/>
                    <a:pt x="643" y="2179"/>
                    <a:pt x="0" y="3144"/>
                  </a:cubicBezTo>
                  <a:cubicBezTo>
                    <a:pt x="95" y="3108"/>
                    <a:pt x="167" y="3084"/>
                    <a:pt x="250" y="3036"/>
                  </a:cubicBezTo>
                  <a:cubicBezTo>
                    <a:pt x="357" y="2727"/>
                    <a:pt x="834" y="2203"/>
                    <a:pt x="953" y="2024"/>
                  </a:cubicBezTo>
                  <a:cubicBezTo>
                    <a:pt x="1381" y="1381"/>
                    <a:pt x="1643" y="631"/>
                    <a:pt x="20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39"/>
            <p:cNvSpPr/>
            <p:nvPr/>
          </p:nvSpPr>
          <p:spPr>
            <a:xfrm>
              <a:off x="3993499" y="2697128"/>
              <a:ext cx="43060" cy="61598"/>
            </a:xfrm>
            <a:custGeom>
              <a:rect b="b" l="l" r="r" t="t"/>
              <a:pathLst>
                <a:path extrusionOk="0" h="1977" w="1382">
                  <a:moveTo>
                    <a:pt x="1096" y="0"/>
                  </a:moveTo>
                  <a:cubicBezTo>
                    <a:pt x="941" y="227"/>
                    <a:pt x="834" y="489"/>
                    <a:pt x="703" y="727"/>
                  </a:cubicBezTo>
                  <a:cubicBezTo>
                    <a:pt x="477" y="1143"/>
                    <a:pt x="263" y="1596"/>
                    <a:pt x="1" y="1977"/>
                  </a:cubicBezTo>
                  <a:cubicBezTo>
                    <a:pt x="108" y="1941"/>
                    <a:pt x="215" y="1893"/>
                    <a:pt x="322" y="1846"/>
                  </a:cubicBezTo>
                  <a:cubicBezTo>
                    <a:pt x="310" y="1834"/>
                    <a:pt x="310" y="1810"/>
                    <a:pt x="310" y="1786"/>
                  </a:cubicBezTo>
                  <a:cubicBezTo>
                    <a:pt x="584" y="1143"/>
                    <a:pt x="1072" y="631"/>
                    <a:pt x="13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39"/>
            <p:cNvSpPr/>
            <p:nvPr/>
          </p:nvSpPr>
          <p:spPr>
            <a:xfrm>
              <a:off x="3890368" y="2804715"/>
              <a:ext cx="15267" cy="5951"/>
            </a:xfrm>
            <a:custGeom>
              <a:rect b="b" l="l" r="r" t="t"/>
              <a:pathLst>
                <a:path extrusionOk="0" h="191" w="490">
                  <a:moveTo>
                    <a:pt x="489" y="0"/>
                  </a:moveTo>
                  <a:lnTo>
                    <a:pt x="230" y="101"/>
                  </a:lnTo>
                  <a:lnTo>
                    <a:pt x="230" y="101"/>
                  </a:lnTo>
                  <a:cubicBezTo>
                    <a:pt x="319" y="68"/>
                    <a:pt x="408" y="34"/>
                    <a:pt x="489" y="0"/>
                  </a:cubicBezTo>
                  <a:close/>
                  <a:moveTo>
                    <a:pt x="230" y="101"/>
                  </a:moveTo>
                  <a:cubicBezTo>
                    <a:pt x="161" y="127"/>
                    <a:pt x="92" y="153"/>
                    <a:pt x="25" y="179"/>
                  </a:cubicBezTo>
                  <a:lnTo>
                    <a:pt x="1" y="191"/>
                  </a:lnTo>
                  <a:lnTo>
                    <a:pt x="1" y="191"/>
                  </a:lnTo>
                  <a:lnTo>
                    <a:pt x="230" y="10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39"/>
            <p:cNvSpPr/>
            <p:nvPr/>
          </p:nvSpPr>
          <p:spPr>
            <a:xfrm>
              <a:off x="3869243" y="2697128"/>
              <a:ext cx="68640" cy="110578"/>
            </a:xfrm>
            <a:custGeom>
              <a:rect b="b" l="l" r="r" t="t"/>
              <a:pathLst>
                <a:path extrusionOk="0" h="3549" w="2203">
                  <a:moveTo>
                    <a:pt x="1893" y="0"/>
                  </a:moveTo>
                  <a:cubicBezTo>
                    <a:pt x="1298" y="870"/>
                    <a:pt x="834" y="1858"/>
                    <a:pt x="357" y="2798"/>
                  </a:cubicBezTo>
                  <a:cubicBezTo>
                    <a:pt x="286" y="2929"/>
                    <a:pt x="143" y="3275"/>
                    <a:pt x="0" y="3548"/>
                  </a:cubicBezTo>
                  <a:cubicBezTo>
                    <a:pt x="12" y="3548"/>
                    <a:pt x="24" y="3525"/>
                    <a:pt x="24" y="3525"/>
                  </a:cubicBezTo>
                  <a:cubicBezTo>
                    <a:pt x="107" y="3501"/>
                    <a:pt x="167" y="3489"/>
                    <a:pt x="238" y="3453"/>
                  </a:cubicBezTo>
                  <a:cubicBezTo>
                    <a:pt x="250" y="3429"/>
                    <a:pt x="262" y="3406"/>
                    <a:pt x="286" y="3382"/>
                  </a:cubicBezTo>
                  <a:cubicBezTo>
                    <a:pt x="294" y="3365"/>
                    <a:pt x="305" y="3359"/>
                    <a:pt x="316" y="3359"/>
                  </a:cubicBezTo>
                  <a:cubicBezTo>
                    <a:pt x="337" y="3359"/>
                    <a:pt x="357" y="3382"/>
                    <a:pt x="357" y="3406"/>
                  </a:cubicBezTo>
                  <a:cubicBezTo>
                    <a:pt x="477" y="2834"/>
                    <a:pt x="965" y="2179"/>
                    <a:pt x="1262" y="1703"/>
                  </a:cubicBezTo>
                  <a:cubicBezTo>
                    <a:pt x="1572" y="1191"/>
                    <a:pt x="2036" y="608"/>
                    <a:pt x="22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39"/>
            <p:cNvSpPr/>
            <p:nvPr/>
          </p:nvSpPr>
          <p:spPr>
            <a:xfrm>
              <a:off x="3919313" y="2687095"/>
              <a:ext cx="37888" cy="31"/>
            </a:xfrm>
            <a:custGeom>
              <a:rect b="b" l="l" r="r" t="t"/>
              <a:pathLst>
                <a:path extrusionOk="0" h="1" w="1216">
                  <a:moveTo>
                    <a:pt x="1215" y="1"/>
                  </a:moveTo>
                  <a:lnTo>
                    <a:pt x="1" y="1"/>
                  </a:lnTo>
                  <a:lnTo>
                    <a:pt x="12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39"/>
            <p:cNvSpPr/>
            <p:nvPr/>
          </p:nvSpPr>
          <p:spPr>
            <a:xfrm>
              <a:off x="3828053" y="2696754"/>
              <a:ext cx="83876" cy="128026"/>
            </a:xfrm>
            <a:custGeom>
              <a:rect b="b" l="l" r="r" t="t"/>
              <a:pathLst>
                <a:path extrusionOk="0" h="4109" w="2692">
                  <a:moveTo>
                    <a:pt x="2334" y="0"/>
                  </a:moveTo>
                  <a:cubicBezTo>
                    <a:pt x="1739" y="1501"/>
                    <a:pt x="715" y="2691"/>
                    <a:pt x="1" y="4108"/>
                  </a:cubicBezTo>
                  <a:cubicBezTo>
                    <a:pt x="179" y="4013"/>
                    <a:pt x="358" y="3941"/>
                    <a:pt x="548" y="3846"/>
                  </a:cubicBezTo>
                  <a:cubicBezTo>
                    <a:pt x="858" y="3239"/>
                    <a:pt x="1275" y="2691"/>
                    <a:pt x="1584" y="2084"/>
                  </a:cubicBezTo>
                  <a:cubicBezTo>
                    <a:pt x="1941" y="1382"/>
                    <a:pt x="2334" y="703"/>
                    <a:pt x="2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39"/>
            <p:cNvSpPr/>
            <p:nvPr/>
          </p:nvSpPr>
          <p:spPr>
            <a:xfrm>
              <a:off x="3849209" y="2697128"/>
              <a:ext cx="76461" cy="118367"/>
            </a:xfrm>
            <a:custGeom>
              <a:rect b="b" l="l" r="r" t="t"/>
              <a:pathLst>
                <a:path extrusionOk="0" h="3799" w="2454">
                  <a:moveTo>
                    <a:pt x="2072" y="0"/>
                  </a:moveTo>
                  <a:cubicBezTo>
                    <a:pt x="1727" y="727"/>
                    <a:pt x="1346" y="1429"/>
                    <a:pt x="989" y="2132"/>
                  </a:cubicBezTo>
                  <a:cubicBezTo>
                    <a:pt x="691" y="2715"/>
                    <a:pt x="298" y="3215"/>
                    <a:pt x="0" y="3798"/>
                  </a:cubicBezTo>
                  <a:cubicBezTo>
                    <a:pt x="167" y="3739"/>
                    <a:pt x="334" y="3679"/>
                    <a:pt x="489" y="3608"/>
                  </a:cubicBezTo>
                  <a:cubicBezTo>
                    <a:pt x="750" y="3263"/>
                    <a:pt x="977" y="2596"/>
                    <a:pt x="1120" y="2334"/>
                  </a:cubicBezTo>
                  <a:cubicBezTo>
                    <a:pt x="1548" y="1548"/>
                    <a:pt x="1941" y="727"/>
                    <a:pt x="24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39"/>
            <p:cNvSpPr/>
            <p:nvPr/>
          </p:nvSpPr>
          <p:spPr>
            <a:xfrm>
              <a:off x="4046934" y="2696286"/>
              <a:ext cx="65306" cy="41689"/>
            </a:xfrm>
            <a:custGeom>
              <a:rect b="b" l="l" r="r" t="t"/>
              <a:pathLst>
                <a:path extrusionOk="0" h="1338" w="2096">
                  <a:moveTo>
                    <a:pt x="1786" y="0"/>
                  </a:moveTo>
                  <a:cubicBezTo>
                    <a:pt x="1778" y="0"/>
                    <a:pt x="1770" y="5"/>
                    <a:pt x="1763" y="15"/>
                  </a:cubicBezTo>
                  <a:cubicBezTo>
                    <a:pt x="1762" y="16"/>
                    <a:pt x="1762" y="16"/>
                    <a:pt x="1762" y="17"/>
                  </a:cubicBezTo>
                  <a:lnTo>
                    <a:pt x="1762" y="17"/>
                  </a:lnTo>
                  <a:cubicBezTo>
                    <a:pt x="1777" y="16"/>
                    <a:pt x="1793" y="16"/>
                    <a:pt x="1809" y="15"/>
                  </a:cubicBezTo>
                  <a:lnTo>
                    <a:pt x="1809" y="15"/>
                  </a:lnTo>
                  <a:cubicBezTo>
                    <a:pt x="1813" y="23"/>
                    <a:pt x="1814" y="32"/>
                    <a:pt x="1810" y="39"/>
                  </a:cubicBezTo>
                  <a:cubicBezTo>
                    <a:pt x="1703" y="218"/>
                    <a:pt x="1620" y="385"/>
                    <a:pt x="1524" y="551"/>
                  </a:cubicBezTo>
                  <a:cubicBezTo>
                    <a:pt x="1489" y="623"/>
                    <a:pt x="1441" y="718"/>
                    <a:pt x="1382" y="789"/>
                  </a:cubicBezTo>
                  <a:cubicBezTo>
                    <a:pt x="1489" y="742"/>
                    <a:pt x="1584" y="718"/>
                    <a:pt x="1691" y="670"/>
                  </a:cubicBezTo>
                  <a:cubicBezTo>
                    <a:pt x="1798" y="432"/>
                    <a:pt x="1929" y="206"/>
                    <a:pt x="2096" y="4"/>
                  </a:cubicBezTo>
                  <a:lnTo>
                    <a:pt x="2096" y="4"/>
                  </a:lnTo>
                  <a:cubicBezTo>
                    <a:pt x="2000" y="8"/>
                    <a:pt x="1904" y="12"/>
                    <a:pt x="1809" y="15"/>
                  </a:cubicBezTo>
                  <a:lnTo>
                    <a:pt x="1809" y="15"/>
                  </a:lnTo>
                  <a:cubicBezTo>
                    <a:pt x="1804" y="7"/>
                    <a:pt x="1795" y="0"/>
                    <a:pt x="1786" y="0"/>
                  </a:cubicBezTo>
                  <a:close/>
                  <a:moveTo>
                    <a:pt x="1762" y="17"/>
                  </a:moveTo>
                  <a:lnTo>
                    <a:pt x="1762" y="17"/>
                  </a:lnTo>
                  <a:cubicBezTo>
                    <a:pt x="1398" y="27"/>
                    <a:pt x="1035" y="27"/>
                    <a:pt x="679" y="27"/>
                  </a:cubicBezTo>
                  <a:cubicBezTo>
                    <a:pt x="548" y="325"/>
                    <a:pt x="381" y="611"/>
                    <a:pt x="215" y="897"/>
                  </a:cubicBezTo>
                  <a:cubicBezTo>
                    <a:pt x="131" y="1039"/>
                    <a:pt x="72" y="1194"/>
                    <a:pt x="0" y="1337"/>
                  </a:cubicBezTo>
                  <a:cubicBezTo>
                    <a:pt x="131" y="1278"/>
                    <a:pt x="262" y="1230"/>
                    <a:pt x="393" y="1170"/>
                  </a:cubicBezTo>
                  <a:lnTo>
                    <a:pt x="977" y="99"/>
                  </a:lnTo>
                  <a:cubicBezTo>
                    <a:pt x="981" y="94"/>
                    <a:pt x="989" y="92"/>
                    <a:pt x="996" y="92"/>
                  </a:cubicBezTo>
                  <a:cubicBezTo>
                    <a:pt x="1010" y="92"/>
                    <a:pt x="1024" y="100"/>
                    <a:pt x="1024" y="123"/>
                  </a:cubicBezTo>
                  <a:cubicBezTo>
                    <a:pt x="917" y="456"/>
                    <a:pt x="750" y="789"/>
                    <a:pt x="572" y="1099"/>
                  </a:cubicBezTo>
                  <a:cubicBezTo>
                    <a:pt x="679" y="1051"/>
                    <a:pt x="786" y="1027"/>
                    <a:pt x="893" y="980"/>
                  </a:cubicBezTo>
                  <a:cubicBezTo>
                    <a:pt x="1024" y="658"/>
                    <a:pt x="1191" y="361"/>
                    <a:pt x="1346" y="63"/>
                  </a:cubicBezTo>
                  <a:cubicBezTo>
                    <a:pt x="1353" y="48"/>
                    <a:pt x="1364" y="43"/>
                    <a:pt x="1375" y="43"/>
                  </a:cubicBezTo>
                  <a:cubicBezTo>
                    <a:pt x="1399" y="43"/>
                    <a:pt x="1422" y="70"/>
                    <a:pt x="1405" y="87"/>
                  </a:cubicBezTo>
                  <a:cubicBezTo>
                    <a:pt x="1322" y="301"/>
                    <a:pt x="1215" y="492"/>
                    <a:pt x="1143" y="694"/>
                  </a:cubicBezTo>
                  <a:cubicBezTo>
                    <a:pt x="1108" y="754"/>
                    <a:pt x="1096" y="837"/>
                    <a:pt x="1072" y="920"/>
                  </a:cubicBezTo>
                  <a:cubicBezTo>
                    <a:pt x="1108" y="908"/>
                    <a:pt x="1155" y="897"/>
                    <a:pt x="1203" y="861"/>
                  </a:cubicBezTo>
                  <a:cubicBezTo>
                    <a:pt x="1405" y="599"/>
                    <a:pt x="1607" y="314"/>
                    <a:pt x="1762" y="1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39"/>
            <p:cNvSpPr/>
            <p:nvPr/>
          </p:nvSpPr>
          <p:spPr>
            <a:xfrm>
              <a:off x="3366205" y="3424541"/>
              <a:ext cx="38978" cy="48263"/>
            </a:xfrm>
            <a:custGeom>
              <a:rect b="b" l="l" r="r" t="t"/>
              <a:pathLst>
                <a:path extrusionOk="0" h="1549" w="1251">
                  <a:moveTo>
                    <a:pt x="846" y="0"/>
                  </a:moveTo>
                  <a:cubicBezTo>
                    <a:pt x="715" y="238"/>
                    <a:pt x="596" y="512"/>
                    <a:pt x="453" y="762"/>
                  </a:cubicBezTo>
                  <a:cubicBezTo>
                    <a:pt x="322" y="1036"/>
                    <a:pt x="155" y="1286"/>
                    <a:pt x="0" y="1548"/>
                  </a:cubicBezTo>
                  <a:cubicBezTo>
                    <a:pt x="131" y="1489"/>
                    <a:pt x="262" y="1441"/>
                    <a:pt x="393" y="1393"/>
                  </a:cubicBezTo>
                  <a:cubicBezTo>
                    <a:pt x="489" y="1227"/>
                    <a:pt x="608" y="1048"/>
                    <a:pt x="691" y="893"/>
                  </a:cubicBezTo>
                  <a:cubicBezTo>
                    <a:pt x="870" y="596"/>
                    <a:pt x="1072" y="322"/>
                    <a:pt x="12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39"/>
            <p:cNvSpPr/>
            <p:nvPr/>
          </p:nvSpPr>
          <p:spPr>
            <a:xfrm>
              <a:off x="3444099" y="3423419"/>
              <a:ext cx="17853" cy="18570"/>
            </a:xfrm>
            <a:custGeom>
              <a:rect b="b" l="l" r="r" t="t"/>
              <a:pathLst>
                <a:path extrusionOk="0" h="596" w="573">
                  <a:moveTo>
                    <a:pt x="501" y="1"/>
                  </a:moveTo>
                  <a:cubicBezTo>
                    <a:pt x="441" y="1"/>
                    <a:pt x="370" y="12"/>
                    <a:pt x="310" y="12"/>
                  </a:cubicBezTo>
                  <a:cubicBezTo>
                    <a:pt x="191" y="191"/>
                    <a:pt x="84" y="382"/>
                    <a:pt x="1" y="596"/>
                  </a:cubicBezTo>
                  <a:cubicBezTo>
                    <a:pt x="13" y="572"/>
                    <a:pt x="13" y="572"/>
                    <a:pt x="25" y="572"/>
                  </a:cubicBezTo>
                  <a:cubicBezTo>
                    <a:pt x="37" y="560"/>
                    <a:pt x="48" y="554"/>
                    <a:pt x="57" y="554"/>
                  </a:cubicBezTo>
                  <a:cubicBezTo>
                    <a:pt x="74" y="554"/>
                    <a:pt x="84" y="573"/>
                    <a:pt x="84" y="596"/>
                  </a:cubicBezTo>
                  <a:cubicBezTo>
                    <a:pt x="156" y="560"/>
                    <a:pt x="239" y="548"/>
                    <a:pt x="310" y="513"/>
                  </a:cubicBezTo>
                  <a:cubicBezTo>
                    <a:pt x="334" y="429"/>
                    <a:pt x="394" y="358"/>
                    <a:pt x="441" y="274"/>
                  </a:cubicBezTo>
                  <a:cubicBezTo>
                    <a:pt x="489" y="191"/>
                    <a:pt x="537" y="84"/>
                    <a:pt x="5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39"/>
            <p:cNvSpPr/>
            <p:nvPr/>
          </p:nvSpPr>
          <p:spPr>
            <a:xfrm>
              <a:off x="3485663" y="3419712"/>
              <a:ext cx="27481" cy="10407"/>
            </a:xfrm>
            <a:custGeom>
              <a:rect b="b" l="l" r="r" t="t"/>
              <a:pathLst>
                <a:path extrusionOk="0" h="334" w="882">
                  <a:moveTo>
                    <a:pt x="881" y="1"/>
                  </a:moveTo>
                  <a:cubicBezTo>
                    <a:pt x="643" y="1"/>
                    <a:pt x="369" y="12"/>
                    <a:pt x="119" y="24"/>
                  </a:cubicBezTo>
                  <a:cubicBezTo>
                    <a:pt x="107" y="60"/>
                    <a:pt x="107" y="84"/>
                    <a:pt x="84" y="120"/>
                  </a:cubicBezTo>
                  <a:cubicBezTo>
                    <a:pt x="60" y="191"/>
                    <a:pt x="48" y="274"/>
                    <a:pt x="0" y="334"/>
                  </a:cubicBezTo>
                  <a:cubicBezTo>
                    <a:pt x="298" y="251"/>
                    <a:pt x="607" y="143"/>
                    <a:pt x="88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39"/>
            <p:cNvSpPr/>
            <p:nvPr/>
          </p:nvSpPr>
          <p:spPr>
            <a:xfrm>
              <a:off x="3114234" y="3422672"/>
              <a:ext cx="63904" cy="114660"/>
            </a:xfrm>
            <a:custGeom>
              <a:rect b="b" l="l" r="r" t="t"/>
              <a:pathLst>
                <a:path extrusionOk="0" h="3680" w="2051">
                  <a:moveTo>
                    <a:pt x="1301" y="1"/>
                  </a:moveTo>
                  <a:cubicBezTo>
                    <a:pt x="1027" y="596"/>
                    <a:pt x="682" y="1168"/>
                    <a:pt x="408" y="1763"/>
                  </a:cubicBezTo>
                  <a:cubicBezTo>
                    <a:pt x="289" y="2013"/>
                    <a:pt x="170" y="2346"/>
                    <a:pt x="3" y="2608"/>
                  </a:cubicBezTo>
                  <a:cubicBezTo>
                    <a:pt x="8" y="2683"/>
                    <a:pt x="12" y="2757"/>
                    <a:pt x="16" y="2832"/>
                  </a:cubicBezTo>
                  <a:lnTo>
                    <a:pt x="16" y="2832"/>
                  </a:lnTo>
                  <a:cubicBezTo>
                    <a:pt x="528" y="1868"/>
                    <a:pt x="1147" y="988"/>
                    <a:pt x="1670" y="25"/>
                  </a:cubicBezTo>
                  <a:cubicBezTo>
                    <a:pt x="1551" y="25"/>
                    <a:pt x="1420" y="1"/>
                    <a:pt x="1301" y="1"/>
                  </a:cubicBezTo>
                  <a:close/>
                  <a:moveTo>
                    <a:pt x="16" y="2832"/>
                  </a:moveTo>
                  <a:lnTo>
                    <a:pt x="16" y="2832"/>
                  </a:lnTo>
                  <a:cubicBezTo>
                    <a:pt x="16" y="2833"/>
                    <a:pt x="15" y="2834"/>
                    <a:pt x="15" y="2834"/>
                  </a:cubicBezTo>
                  <a:cubicBezTo>
                    <a:pt x="0" y="2854"/>
                    <a:pt x="6" y="2872"/>
                    <a:pt x="19" y="2883"/>
                  </a:cubicBezTo>
                  <a:lnTo>
                    <a:pt x="19" y="2883"/>
                  </a:lnTo>
                  <a:cubicBezTo>
                    <a:pt x="18" y="2866"/>
                    <a:pt x="17" y="2849"/>
                    <a:pt x="16" y="2832"/>
                  </a:cubicBezTo>
                  <a:close/>
                  <a:moveTo>
                    <a:pt x="1729" y="25"/>
                  </a:moveTo>
                  <a:cubicBezTo>
                    <a:pt x="1253" y="1013"/>
                    <a:pt x="646" y="1930"/>
                    <a:pt x="86" y="2882"/>
                  </a:cubicBezTo>
                  <a:cubicBezTo>
                    <a:pt x="80" y="2892"/>
                    <a:pt x="68" y="2897"/>
                    <a:pt x="56" y="2897"/>
                  </a:cubicBezTo>
                  <a:cubicBezTo>
                    <a:pt x="43" y="2897"/>
                    <a:pt x="29" y="2892"/>
                    <a:pt x="19" y="2883"/>
                  </a:cubicBezTo>
                  <a:lnTo>
                    <a:pt x="19" y="2883"/>
                  </a:lnTo>
                  <a:cubicBezTo>
                    <a:pt x="32" y="3149"/>
                    <a:pt x="39" y="3414"/>
                    <a:pt x="39" y="3680"/>
                  </a:cubicBezTo>
                  <a:cubicBezTo>
                    <a:pt x="229" y="3382"/>
                    <a:pt x="348" y="3061"/>
                    <a:pt x="491" y="2763"/>
                  </a:cubicBezTo>
                  <a:cubicBezTo>
                    <a:pt x="706" y="2358"/>
                    <a:pt x="944" y="1989"/>
                    <a:pt x="1182" y="1596"/>
                  </a:cubicBezTo>
                  <a:cubicBezTo>
                    <a:pt x="1432" y="1168"/>
                    <a:pt x="1670" y="406"/>
                    <a:pt x="2051" y="36"/>
                  </a:cubicBezTo>
                  <a:cubicBezTo>
                    <a:pt x="1956" y="36"/>
                    <a:pt x="1837" y="25"/>
                    <a:pt x="1729" y="2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39"/>
            <p:cNvSpPr/>
            <p:nvPr/>
          </p:nvSpPr>
          <p:spPr>
            <a:xfrm>
              <a:off x="3112458" y="3421581"/>
              <a:ext cx="40474" cy="73095"/>
            </a:xfrm>
            <a:custGeom>
              <a:rect b="b" l="l" r="r" t="t"/>
              <a:pathLst>
                <a:path extrusionOk="0" h="2346" w="1299">
                  <a:moveTo>
                    <a:pt x="1060" y="0"/>
                  </a:moveTo>
                  <a:cubicBezTo>
                    <a:pt x="679" y="679"/>
                    <a:pt x="370" y="1393"/>
                    <a:pt x="1" y="2084"/>
                  </a:cubicBezTo>
                  <a:cubicBezTo>
                    <a:pt x="12" y="2167"/>
                    <a:pt x="12" y="2262"/>
                    <a:pt x="24" y="2346"/>
                  </a:cubicBezTo>
                  <a:cubicBezTo>
                    <a:pt x="167" y="2096"/>
                    <a:pt x="298" y="1822"/>
                    <a:pt x="441" y="1560"/>
                  </a:cubicBezTo>
                  <a:cubicBezTo>
                    <a:pt x="715" y="1036"/>
                    <a:pt x="1024" y="536"/>
                    <a:pt x="1298" y="12"/>
                  </a:cubicBezTo>
                  <a:cubicBezTo>
                    <a:pt x="1203" y="12"/>
                    <a:pt x="1132" y="0"/>
                    <a:pt x="10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39"/>
            <p:cNvSpPr/>
            <p:nvPr/>
          </p:nvSpPr>
          <p:spPr>
            <a:xfrm>
              <a:off x="3276066" y="3425289"/>
              <a:ext cx="76429" cy="83845"/>
            </a:xfrm>
            <a:custGeom>
              <a:rect b="b" l="l" r="r" t="t"/>
              <a:pathLst>
                <a:path extrusionOk="0" h="2691" w="2453">
                  <a:moveTo>
                    <a:pt x="1536" y="0"/>
                  </a:moveTo>
                  <a:cubicBezTo>
                    <a:pt x="1155" y="929"/>
                    <a:pt x="607" y="1917"/>
                    <a:pt x="0" y="2691"/>
                  </a:cubicBezTo>
                  <a:cubicBezTo>
                    <a:pt x="357" y="2536"/>
                    <a:pt x="726" y="2405"/>
                    <a:pt x="1084" y="2262"/>
                  </a:cubicBezTo>
                  <a:cubicBezTo>
                    <a:pt x="1584" y="1524"/>
                    <a:pt x="1953" y="691"/>
                    <a:pt x="2453" y="0"/>
                  </a:cubicBezTo>
                  <a:lnTo>
                    <a:pt x="2000" y="0"/>
                  </a:lnTo>
                  <a:cubicBezTo>
                    <a:pt x="1619" y="679"/>
                    <a:pt x="1310" y="1405"/>
                    <a:pt x="893" y="2048"/>
                  </a:cubicBezTo>
                  <a:cubicBezTo>
                    <a:pt x="893" y="2060"/>
                    <a:pt x="893" y="2060"/>
                    <a:pt x="881" y="2084"/>
                  </a:cubicBezTo>
                  <a:cubicBezTo>
                    <a:pt x="822" y="2167"/>
                    <a:pt x="750" y="2262"/>
                    <a:pt x="691" y="2346"/>
                  </a:cubicBezTo>
                  <a:cubicBezTo>
                    <a:pt x="691" y="2346"/>
                    <a:pt x="691" y="2358"/>
                    <a:pt x="667" y="2358"/>
                  </a:cubicBezTo>
                  <a:cubicBezTo>
                    <a:pt x="658" y="2372"/>
                    <a:pt x="646" y="2378"/>
                    <a:pt x="633" y="2378"/>
                  </a:cubicBezTo>
                  <a:cubicBezTo>
                    <a:pt x="594" y="2378"/>
                    <a:pt x="550" y="2319"/>
                    <a:pt x="596" y="2274"/>
                  </a:cubicBezTo>
                  <a:cubicBezTo>
                    <a:pt x="1084" y="1560"/>
                    <a:pt x="1477" y="750"/>
                    <a:pt x="19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39"/>
            <p:cNvSpPr/>
            <p:nvPr/>
          </p:nvSpPr>
          <p:spPr>
            <a:xfrm>
              <a:off x="3345049" y="3425289"/>
              <a:ext cx="44555" cy="56395"/>
            </a:xfrm>
            <a:custGeom>
              <a:rect b="b" l="l" r="r" t="t"/>
              <a:pathLst>
                <a:path extrusionOk="0" h="1810" w="1430">
                  <a:moveTo>
                    <a:pt x="1096" y="0"/>
                  </a:moveTo>
                  <a:cubicBezTo>
                    <a:pt x="810" y="631"/>
                    <a:pt x="417" y="1274"/>
                    <a:pt x="1" y="1810"/>
                  </a:cubicBezTo>
                  <a:cubicBezTo>
                    <a:pt x="167" y="1738"/>
                    <a:pt x="346" y="1679"/>
                    <a:pt x="513" y="1607"/>
                  </a:cubicBezTo>
                  <a:cubicBezTo>
                    <a:pt x="656" y="1262"/>
                    <a:pt x="918" y="965"/>
                    <a:pt x="1096" y="631"/>
                  </a:cubicBezTo>
                  <a:cubicBezTo>
                    <a:pt x="1215" y="417"/>
                    <a:pt x="1310" y="203"/>
                    <a:pt x="14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39"/>
            <p:cNvSpPr/>
            <p:nvPr/>
          </p:nvSpPr>
          <p:spPr>
            <a:xfrm>
              <a:off x="3254163" y="3425289"/>
              <a:ext cx="67923" cy="92756"/>
            </a:xfrm>
            <a:custGeom>
              <a:rect b="b" l="l" r="r" t="t"/>
              <a:pathLst>
                <a:path extrusionOk="0" h="2977" w="2180">
                  <a:moveTo>
                    <a:pt x="1715" y="0"/>
                  </a:moveTo>
                  <a:cubicBezTo>
                    <a:pt x="1334" y="631"/>
                    <a:pt x="1060" y="1369"/>
                    <a:pt x="679" y="1988"/>
                  </a:cubicBezTo>
                  <a:cubicBezTo>
                    <a:pt x="477" y="2298"/>
                    <a:pt x="179" y="2631"/>
                    <a:pt x="1" y="2977"/>
                  </a:cubicBezTo>
                  <a:cubicBezTo>
                    <a:pt x="179" y="2893"/>
                    <a:pt x="358" y="2834"/>
                    <a:pt x="537" y="2762"/>
                  </a:cubicBezTo>
                  <a:cubicBezTo>
                    <a:pt x="763" y="2274"/>
                    <a:pt x="1120" y="1822"/>
                    <a:pt x="1406" y="1369"/>
                  </a:cubicBezTo>
                  <a:cubicBezTo>
                    <a:pt x="1691" y="917"/>
                    <a:pt x="1953" y="476"/>
                    <a:pt x="218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39"/>
            <p:cNvSpPr/>
            <p:nvPr/>
          </p:nvSpPr>
          <p:spPr>
            <a:xfrm>
              <a:off x="3318347" y="3424915"/>
              <a:ext cx="44555" cy="67923"/>
            </a:xfrm>
            <a:custGeom>
              <a:rect b="b" l="l" r="r" t="t"/>
              <a:pathLst>
                <a:path extrusionOk="0" h="2180" w="1430">
                  <a:moveTo>
                    <a:pt x="1203" y="0"/>
                  </a:moveTo>
                  <a:cubicBezTo>
                    <a:pt x="834" y="738"/>
                    <a:pt x="441" y="1488"/>
                    <a:pt x="1" y="2179"/>
                  </a:cubicBezTo>
                  <a:cubicBezTo>
                    <a:pt x="60" y="2143"/>
                    <a:pt x="120" y="2131"/>
                    <a:pt x="179" y="2108"/>
                  </a:cubicBezTo>
                  <a:cubicBezTo>
                    <a:pt x="203" y="2096"/>
                    <a:pt x="251" y="2072"/>
                    <a:pt x="298" y="2060"/>
                  </a:cubicBezTo>
                  <a:cubicBezTo>
                    <a:pt x="489" y="1500"/>
                    <a:pt x="882" y="988"/>
                    <a:pt x="1155" y="488"/>
                  </a:cubicBezTo>
                  <a:cubicBezTo>
                    <a:pt x="1215" y="381"/>
                    <a:pt x="1310" y="167"/>
                    <a:pt x="14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39"/>
            <p:cNvSpPr/>
            <p:nvPr/>
          </p:nvSpPr>
          <p:spPr>
            <a:xfrm>
              <a:off x="3459678" y="3421581"/>
              <a:ext cx="17105" cy="15610"/>
            </a:xfrm>
            <a:custGeom>
              <a:rect b="b" l="l" r="r" t="t"/>
              <a:pathLst>
                <a:path extrusionOk="0" h="501" w="549">
                  <a:moveTo>
                    <a:pt x="548" y="0"/>
                  </a:moveTo>
                  <a:lnTo>
                    <a:pt x="548" y="0"/>
                  </a:lnTo>
                  <a:cubicBezTo>
                    <a:pt x="418" y="12"/>
                    <a:pt x="287" y="24"/>
                    <a:pt x="156" y="24"/>
                  </a:cubicBezTo>
                  <a:cubicBezTo>
                    <a:pt x="179" y="131"/>
                    <a:pt x="132" y="238"/>
                    <a:pt x="96" y="322"/>
                  </a:cubicBezTo>
                  <a:lnTo>
                    <a:pt x="1" y="500"/>
                  </a:lnTo>
                  <a:cubicBezTo>
                    <a:pt x="108" y="476"/>
                    <a:pt x="227" y="441"/>
                    <a:pt x="334" y="417"/>
                  </a:cubicBezTo>
                  <a:cubicBezTo>
                    <a:pt x="358" y="310"/>
                    <a:pt x="429" y="202"/>
                    <a:pt x="489" y="95"/>
                  </a:cubicBezTo>
                  <a:cubicBezTo>
                    <a:pt x="513" y="71"/>
                    <a:pt x="537" y="36"/>
                    <a:pt x="5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39"/>
            <p:cNvSpPr/>
            <p:nvPr/>
          </p:nvSpPr>
          <p:spPr>
            <a:xfrm>
              <a:off x="3110246" y="3420459"/>
              <a:ext cx="32653" cy="58638"/>
            </a:xfrm>
            <a:custGeom>
              <a:rect b="b" l="l" r="r" t="t"/>
              <a:pathLst>
                <a:path extrusionOk="0" h="1882" w="1048">
                  <a:moveTo>
                    <a:pt x="679" y="0"/>
                  </a:moveTo>
                  <a:cubicBezTo>
                    <a:pt x="607" y="238"/>
                    <a:pt x="488" y="477"/>
                    <a:pt x="381" y="703"/>
                  </a:cubicBezTo>
                  <a:cubicBezTo>
                    <a:pt x="262" y="953"/>
                    <a:pt x="143" y="1239"/>
                    <a:pt x="0" y="1465"/>
                  </a:cubicBezTo>
                  <a:cubicBezTo>
                    <a:pt x="12" y="1596"/>
                    <a:pt x="24" y="1739"/>
                    <a:pt x="36" y="1882"/>
                  </a:cubicBezTo>
                  <a:cubicBezTo>
                    <a:pt x="262" y="1239"/>
                    <a:pt x="691" y="596"/>
                    <a:pt x="1048" y="36"/>
                  </a:cubicBezTo>
                  <a:cubicBezTo>
                    <a:pt x="929" y="12"/>
                    <a:pt x="798" y="12"/>
                    <a:pt x="6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39"/>
            <p:cNvSpPr/>
            <p:nvPr/>
          </p:nvSpPr>
          <p:spPr>
            <a:xfrm>
              <a:off x="3222631" y="3594443"/>
              <a:ext cx="103910" cy="1589"/>
            </a:xfrm>
            <a:custGeom>
              <a:rect b="b" l="l" r="r" t="t"/>
              <a:pathLst>
                <a:path extrusionOk="0" h="51" w="3335">
                  <a:moveTo>
                    <a:pt x="1" y="0"/>
                  </a:moveTo>
                  <a:cubicBezTo>
                    <a:pt x="515" y="21"/>
                    <a:pt x="1029" y="50"/>
                    <a:pt x="1535" y="50"/>
                  </a:cubicBezTo>
                  <a:cubicBezTo>
                    <a:pt x="1615" y="50"/>
                    <a:pt x="1695" y="50"/>
                    <a:pt x="1775" y="48"/>
                  </a:cubicBezTo>
                  <a:lnTo>
                    <a:pt x="333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39"/>
            <p:cNvSpPr/>
            <p:nvPr/>
          </p:nvSpPr>
          <p:spPr>
            <a:xfrm>
              <a:off x="3112458" y="3424167"/>
              <a:ext cx="117620" cy="158062"/>
            </a:xfrm>
            <a:custGeom>
              <a:rect b="b" l="l" r="r" t="t"/>
              <a:pathLst>
                <a:path extrusionOk="0" h="5073" w="3775">
                  <a:moveTo>
                    <a:pt x="2584" y="0"/>
                  </a:moveTo>
                  <a:lnTo>
                    <a:pt x="2584" y="12"/>
                  </a:lnTo>
                  <a:cubicBezTo>
                    <a:pt x="2144" y="870"/>
                    <a:pt x="1667" y="1703"/>
                    <a:pt x="1155" y="2501"/>
                  </a:cubicBezTo>
                  <a:cubicBezTo>
                    <a:pt x="917" y="2894"/>
                    <a:pt x="667" y="3263"/>
                    <a:pt x="429" y="3644"/>
                  </a:cubicBezTo>
                  <a:cubicBezTo>
                    <a:pt x="334" y="3810"/>
                    <a:pt x="239" y="4096"/>
                    <a:pt x="96" y="4263"/>
                  </a:cubicBezTo>
                  <a:cubicBezTo>
                    <a:pt x="84" y="4525"/>
                    <a:pt x="36" y="4811"/>
                    <a:pt x="1" y="5072"/>
                  </a:cubicBezTo>
                  <a:cubicBezTo>
                    <a:pt x="358" y="4941"/>
                    <a:pt x="679" y="4751"/>
                    <a:pt x="1013" y="4560"/>
                  </a:cubicBezTo>
                  <a:cubicBezTo>
                    <a:pt x="2048" y="3191"/>
                    <a:pt x="2846" y="1501"/>
                    <a:pt x="3775" y="12"/>
                  </a:cubicBezTo>
                  <a:cubicBezTo>
                    <a:pt x="3620" y="12"/>
                    <a:pt x="3465" y="12"/>
                    <a:pt x="3299" y="0"/>
                  </a:cubicBezTo>
                  <a:cubicBezTo>
                    <a:pt x="2834" y="881"/>
                    <a:pt x="2322" y="1715"/>
                    <a:pt x="1846" y="2572"/>
                  </a:cubicBezTo>
                  <a:cubicBezTo>
                    <a:pt x="1453" y="3275"/>
                    <a:pt x="1155" y="4060"/>
                    <a:pt x="655" y="4680"/>
                  </a:cubicBezTo>
                  <a:cubicBezTo>
                    <a:pt x="645" y="4690"/>
                    <a:pt x="634" y="4694"/>
                    <a:pt x="624" y="4694"/>
                  </a:cubicBezTo>
                  <a:cubicBezTo>
                    <a:pt x="583" y="4694"/>
                    <a:pt x="546" y="4634"/>
                    <a:pt x="584" y="4596"/>
                  </a:cubicBezTo>
                  <a:cubicBezTo>
                    <a:pt x="1120" y="3929"/>
                    <a:pt x="1441" y="3048"/>
                    <a:pt x="1870" y="2310"/>
                  </a:cubicBezTo>
                  <a:cubicBezTo>
                    <a:pt x="2322" y="1536"/>
                    <a:pt x="2763" y="762"/>
                    <a:pt x="3239" y="12"/>
                  </a:cubicBezTo>
                  <a:lnTo>
                    <a:pt x="3060" y="12"/>
                  </a:lnTo>
                  <a:cubicBezTo>
                    <a:pt x="2584" y="1072"/>
                    <a:pt x="1894" y="1953"/>
                    <a:pt x="1322" y="2953"/>
                  </a:cubicBezTo>
                  <a:cubicBezTo>
                    <a:pt x="977" y="3548"/>
                    <a:pt x="655" y="4572"/>
                    <a:pt x="72" y="4930"/>
                  </a:cubicBezTo>
                  <a:cubicBezTo>
                    <a:pt x="68" y="4931"/>
                    <a:pt x="64" y="4931"/>
                    <a:pt x="61" y="4931"/>
                  </a:cubicBezTo>
                  <a:cubicBezTo>
                    <a:pt x="32" y="4931"/>
                    <a:pt x="15" y="4891"/>
                    <a:pt x="36" y="4870"/>
                  </a:cubicBezTo>
                  <a:cubicBezTo>
                    <a:pt x="560" y="4179"/>
                    <a:pt x="953" y="3429"/>
                    <a:pt x="1382" y="2679"/>
                  </a:cubicBezTo>
                  <a:cubicBezTo>
                    <a:pt x="1906" y="1774"/>
                    <a:pt x="2525" y="953"/>
                    <a:pt x="3001" y="12"/>
                  </a:cubicBezTo>
                  <a:cubicBezTo>
                    <a:pt x="2870" y="12"/>
                    <a:pt x="2727" y="0"/>
                    <a:pt x="258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39"/>
            <p:cNvSpPr/>
            <p:nvPr/>
          </p:nvSpPr>
          <p:spPr>
            <a:xfrm>
              <a:off x="3106881" y="3418590"/>
              <a:ext cx="5234" cy="10438"/>
            </a:xfrm>
            <a:custGeom>
              <a:rect b="b" l="l" r="r" t="t"/>
              <a:pathLst>
                <a:path extrusionOk="0" h="335" w="168">
                  <a:moveTo>
                    <a:pt x="1" y="1"/>
                  </a:moveTo>
                  <a:lnTo>
                    <a:pt x="1" y="179"/>
                  </a:lnTo>
                  <a:cubicBezTo>
                    <a:pt x="1" y="227"/>
                    <a:pt x="1" y="287"/>
                    <a:pt x="13" y="334"/>
                  </a:cubicBezTo>
                  <a:cubicBezTo>
                    <a:pt x="60" y="227"/>
                    <a:pt x="108" y="120"/>
                    <a:pt x="168" y="13"/>
                  </a:cubicBezTo>
                  <a:cubicBezTo>
                    <a:pt x="108" y="13"/>
                    <a:pt x="49" y="1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39"/>
            <p:cNvSpPr/>
            <p:nvPr/>
          </p:nvSpPr>
          <p:spPr>
            <a:xfrm>
              <a:off x="3108751" y="3420086"/>
              <a:ext cx="20813" cy="40100"/>
            </a:xfrm>
            <a:custGeom>
              <a:rect b="b" l="l" r="r" t="t"/>
              <a:pathLst>
                <a:path extrusionOk="0" h="1287" w="668">
                  <a:moveTo>
                    <a:pt x="477" y="0"/>
                  </a:moveTo>
                  <a:cubicBezTo>
                    <a:pt x="381" y="167"/>
                    <a:pt x="310" y="322"/>
                    <a:pt x="239" y="489"/>
                  </a:cubicBezTo>
                  <a:cubicBezTo>
                    <a:pt x="179" y="620"/>
                    <a:pt x="120" y="739"/>
                    <a:pt x="60" y="881"/>
                  </a:cubicBezTo>
                  <a:cubicBezTo>
                    <a:pt x="48" y="905"/>
                    <a:pt x="12" y="965"/>
                    <a:pt x="0" y="1012"/>
                  </a:cubicBezTo>
                  <a:cubicBezTo>
                    <a:pt x="12" y="1096"/>
                    <a:pt x="12" y="1203"/>
                    <a:pt x="24" y="1286"/>
                  </a:cubicBezTo>
                  <a:cubicBezTo>
                    <a:pt x="131" y="1072"/>
                    <a:pt x="251" y="858"/>
                    <a:pt x="358" y="655"/>
                  </a:cubicBezTo>
                  <a:cubicBezTo>
                    <a:pt x="477" y="465"/>
                    <a:pt x="560" y="227"/>
                    <a:pt x="667" y="12"/>
                  </a:cubicBezTo>
                  <a:cubicBezTo>
                    <a:pt x="608" y="12"/>
                    <a:pt x="536" y="0"/>
                    <a:pt x="4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39"/>
            <p:cNvSpPr/>
            <p:nvPr/>
          </p:nvSpPr>
          <p:spPr>
            <a:xfrm>
              <a:off x="3115044" y="3423046"/>
              <a:ext cx="76087" cy="123945"/>
            </a:xfrm>
            <a:custGeom>
              <a:rect b="b" l="l" r="r" t="t"/>
              <a:pathLst>
                <a:path extrusionOk="0" h="3978" w="2442">
                  <a:moveTo>
                    <a:pt x="2084" y="1"/>
                  </a:moveTo>
                  <a:cubicBezTo>
                    <a:pt x="1882" y="263"/>
                    <a:pt x="1775" y="572"/>
                    <a:pt x="1632" y="882"/>
                  </a:cubicBezTo>
                  <a:cubicBezTo>
                    <a:pt x="1406" y="1334"/>
                    <a:pt x="1144" y="1763"/>
                    <a:pt x="894" y="2191"/>
                  </a:cubicBezTo>
                  <a:cubicBezTo>
                    <a:pt x="596" y="2703"/>
                    <a:pt x="382" y="3358"/>
                    <a:pt x="1" y="3799"/>
                  </a:cubicBezTo>
                  <a:lnTo>
                    <a:pt x="1" y="3977"/>
                  </a:lnTo>
                  <a:cubicBezTo>
                    <a:pt x="49" y="3918"/>
                    <a:pt x="84" y="3870"/>
                    <a:pt x="108" y="3834"/>
                  </a:cubicBezTo>
                  <a:cubicBezTo>
                    <a:pt x="346" y="3406"/>
                    <a:pt x="644" y="3001"/>
                    <a:pt x="918" y="2584"/>
                  </a:cubicBezTo>
                  <a:cubicBezTo>
                    <a:pt x="1430" y="1739"/>
                    <a:pt x="1906" y="858"/>
                    <a:pt x="2442" y="24"/>
                  </a:cubicBezTo>
                  <a:cubicBezTo>
                    <a:pt x="2323" y="24"/>
                    <a:pt x="2204" y="1"/>
                    <a:pt x="20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39"/>
            <p:cNvSpPr/>
            <p:nvPr/>
          </p:nvSpPr>
          <p:spPr>
            <a:xfrm>
              <a:off x="3297565" y="3414882"/>
              <a:ext cx="39726" cy="31"/>
            </a:xfrm>
            <a:custGeom>
              <a:rect b="b" l="l" r="r" t="t"/>
              <a:pathLst>
                <a:path extrusionOk="0" h="1" w="1275">
                  <a:moveTo>
                    <a:pt x="1" y="1"/>
                  </a:moveTo>
                  <a:lnTo>
                    <a:pt x="1" y="1"/>
                  </a:lnTo>
                  <a:lnTo>
                    <a:pt x="127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39"/>
            <p:cNvSpPr/>
            <p:nvPr/>
          </p:nvSpPr>
          <p:spPr>
            <a:xfrm>
              <a:off x="3107255" y="3419712"/>
              <a:ext cx="14893" cy="27855"/>
            </a:xfrm>
            <a:custGeom>
              <a:rect b="b" l="l" r="r" t="t"/>
              <a:pathLst>
                <a:path extrusionOk="0" h="894" w="478">
                  <a:moveTo>
                    <a:pt x="191" y="1"/>
                  </a:moveTo>
                  <a:cubicBezTo>
                    <a:pt x="120" y="155"/>
                    <a:pt x="60" y="322"/>
                    <a:pt x="1" y="489"/>
                  </a:cubicBezTo>
                  <a:cubicBezTo>
                    <a:pt x="13" y="620"/>
                    <a:pt x="13" y="751"/>
                    <a:pt x="37" y="893"/>
                  </a:cubicBezTo>
                  <a:cubicBezTo>
                    <a:pt x="72" y="786"/>
                    <a:pt x="132" y="691"/>
                    <a:pt x="156" y="667"/>
                  </a:cubicBezTo>
                  <a:cubicBezTo>
                    <a:pt x="251" y="429"/>
                    <a:pt x="358" y="203"/>
                    <a:pt x="477" y="12"/>
                  </a:cubicBezTo>
                  <a:cubicBezTo>
                    <a:pt x="394" y="12"/>
                    <a:pt x="287" y="1"/>
                    <a:pt x="1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39"/>
            <p:cNvSpPr/>
            <p:nvPr/>
          </p:nvSpPr>
          <p:spPr>
            <a:xfrm>
              <a:off x="3532399" y="3270592"/>
              <a:ext cx="13740" cy="140240"/>
            </a:xfrm>
            <a:custGeom>
              <a:rect b="b" l="l" r="r" t="t"/>
              <a:pathLst>
                <a:path extrusionOk="0" h="4501" w="441">
                  <a:moveTo>
                    <a:pt x="48" y="0"/>
                  </a:moveTo>
                  <a:lnTo>
                    <a:pt x="48" y="0"/>
                  </a:lnTo>
                  <a:cubicBezTo>
                    <a:pt x="24" y="584"/>
                    <a:pt x="0" y="1179"/>
                    <a:pt x="0" y="1762"/>
                  </a:cubicBezTo>
                  <a:cubicBezTo>
                    <a:pt x="24" y="2620"/>
                    <a:pt x="286" y="3655"/>
                    <a:pt x="48" y="4501"/>
                  </a:cubicBezTo>
                  <a:lnTo>
                    <a:pt x="227" y="4501"/>
                  </a:lnTo>
                  <a:cubicBezTo>
                    <a:pt x="441" y="4465"/>
                    <a:pt x="119" y="1989"/>
                    <a:pt x="108" y="1750"/>
                  </a:cubicBezTo>
                  <a:cubicBezTo>
                    <a:pt x="48" y="1167"/>
                    <a:pt x="36" y="584"/>
                    <a:pt x="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39"/>
            <p:cNvSpPr/>
            <p:nvPr/>
          </p:nvSpPr>
          <p:spPr>
            <a:xfrm>
              <a:off x="1380413" y="3356649"/>
              <a:ext cx="1122" cy="31936"/>
            </a:xfrm>
            <a:custGeom>
              <a:rect b="b" l="l" r="r" t="t"/>
              <a:pathLst>
                <a:path extrusionOk="0" h="1025" w="36">
                  <a:moveTo>
                    <a:pt x="0" y="0"/>
                  </a:moveTo>
                  <a:lnTo>
                    <a:pt x="0" y="1024"/>
                  </a:lnTo>
                  <a:cubicBezTo>
                    <a:pt x="36" y="679"/>
                    <a:pt x="12" y="334"/>
                    <a:pt x="0" y="0"/>
                  </a:cubicBezTo>
                  <a:close/>
                </a:path>
              </a:pathLst>
            </a:custGeom>
            <a:solidFill>
              <a:srgbClr val="00C4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39"/>
            <p:cNvSpPr/>
            <p:nvPr/>
          </p:nvSpPr>
          <p:spPr>
            <a:xfrm>
              <a:off x="3474166" y="3420833"/>
              <a:ext cx="11902" cy="12650"/>
            </a:xfrm>
            <a:custGeom>
              <a:rect b="b" l="l" r="r" t="t"/>
              <a:pathLst>
                <a:path extrusionOk="0" h="406" w="382">
                  <a:moveTo>
                    <a:pt x="381" y="0"/>
                  </a:moveTo>
                  <a:cubicBezTo>
                    <a:pt x="322" y="0"/>
                    <a:pt x="250" y="24"/>
                    <a:pt x="191" y="24"/>
                  </a:cubicBezTo>
                  <a:cubicBezTo>
                    <a:pt x="179" y="60"/>
                    <a:pt x="131" y="107"/>
                    <a:pt x="119" y="119"/>
                  </a:cubicBezTo>
                  <a:cubicBezTo>
                    <a:pt x="72" y="215"/>
                    <a:pt x="48" y="322"/>
                    <a:pt x="0" y="405"/>
                  </a:cubicBezTo>
                  <a:lnTo>
                    <a:pt x="310" y="322"/>
                  </a:lnTo>
                  <a:cubicBezTo>
                    <a:pt x="298" y="322"/>
                    <a:pt x="286" y="298"/>
                    <a:pt x="286" y="274"/>
                  </a:cubicBezTo>
                  <a:cubicBezTo>
                    <a:pt x="286" y="203"/>
                    <a:pt x="310" y="119"/>
                    <a:pt x="345" y="60"/>
                  </a:cubicBezTo>
                  <a:cubicBezTo>
                    <a:pt x="357" y="48"/>
                    <a:pt x="369" y="24"/>
                    <a:pt x="3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39"/>
            <p:cNvSpPr/>
            <p:nvPr/>
          </p:nvSpPr>
          <p:spPr>
            <a:xfrm>
              <a:off x="3165893" y="3539170"/>
              <a:ext cx="61224" cy="25238"/>
            </a:xfrm>
            <a:custGeom>
              <a:rect b="b" l="l" r="r" t="t"/>
              <a:pathLst>
                <a:path extrusionOk="0" h="810" w="1965">
                  <a:moveTo>
                    <a:pt x="1965" y="0"/>
                  </a:moveTo>
                  <a:lnTo>
                    <a:pt x="1465" y="179"/>
                  </a:lnTo>
                  <a:cubicBezTo>
                    <a:pt x="964" y="369"/>
                    <a:pt x="476" y="572"/>
                    <a:pt x="0" y="810"/>
                  </a:cubicBezTo>
                  <a:lnTo>
                    <a:pt x="196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39"/>
            <p:cNvSpPr/>
            <p:nvPr/>
          </p:nvSpPr>
          <p:spPr>
            <a:xfrm>
              <a:off x="3223379" y="3425663"/>
              <a:ext cx="67176" cy="104627"/>
            </a:xfrm>
            <a:custGeom>
              <a:rect b="b" l="l" r="r" t="t"/>
              <a:pathLst>
                <a:path extrusionOk="0" h="3358" w="2156">
                  <a:moveTo>
                    <a:pt x="1739" y="0"/>
                  </a:moveTo>
                  <a:cubicBezTo>
                    <a:pt x="1679" y="583"/>
                    <a:pt x="1191" y="1191"/>
                    <a:pt x="917" y="1655"/>
                  </a:cubicBezTo>
                  <a:cubicBezTo>
                    <a:pt x="608" y="2191"/>
                    <a:pt x="358" y="2846"/>
                    <a:pt x="1" y="3358"/>
                  </a:cubicBezTo>
                  <a:cubicBezTo>
                    <a:pt x="96" y="3322"/>
                    <a:pt x="215" y="3286"/>
                    <a:pt x="322" y="3239"/>
                  </a:cubicBezTo>
                  <a:cubicBezTo>
                    <a:pt x="1013" y="2215"/>
                    <a:pt x="1560" y="1072"/>
                    <a:pt x="21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39"/>
            <p:cNvSpPr/>
            <p:nvPr/>
          </p:nvSpPr>
          <p:spPr>
            <a:xfrm>
              <a:off x="3150284" y="3424915"/>
              <a:ext cx="86867" cy="136532"/>
            </a:xfrm>
            <a:custGeom>
              <a:rect b="b" l="l" r="r" t="t"/>
              <a:pathLst>
                <a:path extrusionOk="0" h="4382" w="2788">
                  <a:moveTo>
                    <a:pt x="2573" y="0"/>
                  </a:moveTo>
                  <a:cubicBezTo>
                    <a:pt x="2085" y="881"/>
                    <a:pt x="1596" y="1762"/>
                    <a:pt x="1073" y="2631"/>
                  </a:cubicBezTo>
                  <a:cubicBezTo>
                    <a:pt x="739" y="3203"/>
                    <a:pt x="406" y="3834"/>
                    <a:pt x="1" y="4382"/>
                  </a:cubicBezTo>
                  <a:cubicBezTo>
                    <a:pt x="96" y="4334"/>
                    <a:pt x="180" y="4275"/>
                    <a:pt x="275" y="4239"/>
                  </a:cubicBezTo>
                  <a:cubicBezTo>
                    <a:pt x="299" y="4215"/>
                    <a:pt x="311" y="4203"/>
                    <a:pt x="346" y="4203"/>
                  </a:cubicBezTo>
                  <a:cubicBezTo>
                    <a:pt x="1049" y="2727"/>
                    <a:pt x="2073" y="1477"/>
                    <a:pt x="27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39"/>
            <p:cNvSpPr/>
            <p:nvPr/>
          </p:nvSpPr>
          <p:spPr>
            <a:xfrm>
              <a:off x="3240453" y="3425289"/>
              <a:ext cx="64932" cy="97585"/>
            </a:xfrm>
            <a:custGeom>
              <a:rect b="b" l="l" r="r" t="t"/>
              <a:pathLst>
                <a:path extrusionOk="0" h="3132" w="2084">
                  <a:moveTo>
                    <a:pt x="1667" y="0"/>
                  </a:moveTo>
                  <a:cubicBezTo>
                    <a:pt x="1143" y="1048"/>
                    <a:pt x="643" y="2167"/>
                    <a:pt x="0" y="3131"/>
                  </a:cubicBezTo>
                  <a:cubicBezTo>
                    <a:pt x="84" y="3108"/>
                    <a:pt x="167" y="3072"/>
                    <a:pt x="250" y="3036"/>
                  </a:cubicBezTo>
                  <a:cubicBezTo>
                    <a:pt x="357" y="2715"/>
                    <a:pt x="834" y="2203"/>
                    <a:pt x="953" y="2024"/>
                  </a:cubicBezTo>
                  <a:cubicBezTo>
                    <a:pt x="1381" y="1381"/>
                    <a:pt x="1631" y="619"/>
                    <a:pt x="208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39"/>
            <p:cNvSpPr/>
            <p:nvPr/>
          </p:nvSpPr>
          <p:spPr>
            <a:xfrm>
              <a:off x="3332430" y="3425289"/>
              <a:ext cx="43434" cy="61598"/>
            </a:xfrm>
            <a:custGeom>
              <a:rect b="b" l="l" r="r" t="t"/>
              <a:pathLst>
                <a:path extrusionOk="0" h="1977" w="1394">
                  <a:moveTo>
                    <a:pt x="1108" y="0"/>
                  </a:moveTo>
                  <a:cubicBezTo>
                    <a:pt x="942" y="214"/>
                    <a:pt x="846" y="488"/>
                    <a:pt x="703" y="726"/>
                  </a:cubicBezTo>
                  <a:cubicBezTo>
                    <a:pt x="489" y="1143"/>
                    <a:pt x="275" y="1584"/>
                    <a:pt x="1" y="1977"/>
                  </a:cubicBezTo>
                  <a:cubicBezTo>
                    <a:pt x="108" y="1929"/>
                    <a:pt x="227" y="1881"/>
                    <a:pt x="334" y="1846"/>
                  </a:cubicBezTo>
                  <a:cubicBezTo>
                    <a:pt x="322" y="1822"/>
                    <a:pt x="322" y="1810"/>
                    <a:pt x="322" y="1786"/>
                  </a:cubicBezTo>
                  <a:cubicBezTo>
                    <a:pt x="584" y="1143"/>
                    <a:pt x="1084" y="619"/>
                    <a:pt x="139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39"/>
            <p:cNvSpPr/>
            <p:nvPr/>
          </p:nvSpPr>
          <p:spPr>
            <a:xfrm>
              <a:off x="3229673" y="3532845"/>
              <a:ext cx="15267" cy="5982"/>
            </a:xfrm>
            <a:custGeom>
              <a:rect b="b" l="l" r="r" t="t"/>
              <a:pathLst>
                <a:path extrusionOk="0" h="192" w="490">
                  <a:moveTo>
                    <a:pt x="489" y="1"/>
                  </a:moveTo>
                  <a:lnTo>
                    <a:pt x="267" y="87"/>
                  </a:lnTo>
                  <a:lnTo>
                    <a:pt x="267" y="87"/>
                  </a:lnTo>
                  <a:cubicBezTo>
                    <a:pt x="345" y="59"/>
                    <a:pt x="420" y="30"/>
                    <a:pt x="489" y="1"/>
                  </a:cubicBezTo>
                  <a:close/>
                  <a:moveTo>
                    <a:pt x="267" y="87"/>
                  </a:moveTo>
                  <a:lnTo>
                    <a:pt x="267" y="87"/>
                  </a:lnTo>
                  <a:cubicBezTo>
                    <a:pt x="185" y="118"/>
                    <a:pt x="99" y="149"/>
                    <a:pt x="13" y="180"/>
                  </a:cubicBezTo>
                  <a:lnTo>
                    <a:pt x="1" y="191"/>
                  </a:lnTo>
                  <a:lnTo>
                    <a:pt x="267" y="8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39"/>
            <p:cNvSpPr/>
            <p:nvPr/>
          </p:nvSpPr>
          <p:spPr>
            <a:xfrm>
              <a:off x="3208548" y="3425289"/>
              <a:ext cx="68640" cy="110204"/>
            </a:xfrm>
            <a:custGeom>
              <a:rect b="b" l="l" r="r" t="t"/>
              <a:pathLst>
                <a:path extrusionOk="0" h="3537" w="2203">
                  <a:moveTo>
                    <a:pt x="1881" y="0"/>
                  </a:moveTo>
                  <a:cubicBezTo>
                    <a:pt x="1286" y="857"/>
                    <a:pt x="834" y="1857"/>
                    <a:pt x="357" y="2798"/>
                  </a:cubicBezTo>
                  <a:cubicBezTo>
                    <a:pt x="274" y="2929"/>
                    <a:pt x="143" y="3274"/>
                    <a:pt x="0" y="3536"/>
                  </a:cubicBezTo>
                  <a:cubicBezTo>
                    <a:pt x="12" y="3536"/>
                    <a:pt x="24" y="3524"/>
                    <a:pt x="24" y="3524"/>
                  </a:cubicBezTo>
                  <a:cubicBezTo>
                    <a:pt x="96" y="3489"/>
                    <a:pt x="155" y="3477"/>
                    <a:pt x="238" y="3453"/>
                  </a:cubicBezTo>
                  <a:cubicBezTo>
                    <a:pt x="250" y="3417"/>
                    <a:pt x="262" y="3405"/>
                    <a:pt x="274" y="3370"/>
                  </a:cubicBezTo>
                  <a:cubicBezTo>
                    <a:pt x="286" y="3358"/>
                    <a:pt x="299" y="3352"/>
                    <a:pt x="312" y="3352"/>
                  </a:cubicBezTo>
                  <a:cubicBezTo>
                    <a:pt x="336" y="3352"/>
                    <a:pt x="357" y="3374"/>
                    <a:pt x="357" y="3405"/>
                  </a:cubicBezTo>
                  <a:cubicBezTo>
                    <a:pt x="477" y="2822"/>
                    <a:pt x="965" y="2167"/>
                    <a:pt x="1262" y="1691"/>
                  </a:cubicBezTo>
                  <a:cubicBezTo>
                    <a:pt x="1572" y="1191"/>
                    <a:pt x="2036" y="607"/>
                    <a:pt x="22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39"/>
            <p:cNvSpPr/>
            <p:nvPr/>
          </p:nvSpPr>
          <p:spPr>
            <a:xfrm>
              <a:off x="3258618" y="3414882"/>
              <a:ext cx="37888" cy="31"/>
            </a:xfrm>
            <a:custGeom>
              <a:rect b="b" l="l" r="r" t="t"/>
              <a:pathLst>
                <a:path extrusionOk="0" h="1" w="1216">
                  <a:moveTo>
                    <a:pt x="1215" y="1"/>
                  </a:moveTo>
                  <a:lnTo>
                    <a:pt x="1" y="1"/>
                  </a:lnTo>
                  <a:lnTo>
                    <a:pt x="121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39"/>
            <p:cNvSpPr/>
            <p:nvPr/>
          </p:nvSpPr>
          <p:spPr>
            <a:xfrm>
              <a:off x="3166984" y="3424541"/>
              <a:ext cx="84250" cy="127995"/>
            </a:xfrm>
            <a:custGeom>
              <a:rect b="b" l="l" r="r" t="t"/>
              <a:pathLst>
                <a:path extrusionOk="0" h="4108" w="2704">
                  <a:moveTo>
                    <a:pt x="2346" y="0"/>
                  </a:moveTo>
                  <a:cubicBezTo>
                    <a:pt x="1751" y="1512"/>
                    <a:pt x="715" y="2703"/>
                    <a:pt x="1" y="4108"/>
                  </a:cubicBezTo>
                  <a:cubicBezTo>
                    <a:pt x="179" y="4025"/>
                    <a:pt x="358" y="3953"/>
                    <a:pt x="560" y="3858"/>
                  </a:cubicBezTo>
                  <a:cubicBezTo>
                    <a:pt x="870" y="3251"/>
                    <a:pt x="1287" y="2703"/>
                    <a:pt x="1596" y="2084"/>
                  </a:cubicBezTo>
                  <a:cubicBezTo>
                    <a:pt x="1953" y="1393"/>
                    <a:pt x="2346" y="703"/>
                    <a:pt x="27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39"/>
            <p:cNvSpPr/>
            <p:nvPr/>
          </p:nvSpPr>
          <p:spPr>
            <a:xfrm>
              <a:off x="3188514" y="3425289"/>
              <a:ext cx="76429" cy="117993"/>
            </a:xfrm>
            <a:custGeom>
              <a:rect b="b" l="l" r="r" t="t"/>
              <a:pathLst>
                <a:path extrusionOk="0" h="3787" w="2453">
                  <a:moveTo>
                    <a:pt x="2072" y="0"/>
                  </a:moveTo>
                  <a:cubicBezTo>
                    <a:pt x="1727" y="726"/>
                    <a:pt x="1334" y="1429"/>
                    <a:pt x="977" y="2119"/>
                  </a:cubicBezTo>
                  <a:cubicBezTo>
                    <a:pt x="679" y="2703"/>
                    <a:pt x="298" y="3203"/>
                    <a:pt x="0" y="3786"/>
                  </a:cubicBezTo>
                  <a:cubicBezTo>
                    <a:pt x="167" y="3727"/>
                    <a:pt x="322" y="3667"/>
                    <a:pt x="488" y="3596"/>
                  </a:cubicBezTo>
                  <a:cubicBezTo>
                    <a:pt x="739" y="3251"/>
                    <a:pt x="977" y="2584"/>
                    <a:pt x="1120" y="2334"/>
                  </a:cubicBezTo>
                  <a:cubicBezTo>
                    <a:pt x="1548" y="1548"/>
                    <a:pt x="1929" y="726"/>
                    <a:pt x="24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39"/>
            <p:cNvSpPr/>
            <p:nvPr/>
          </p:nvSpPr>
          <p:spPr>
            <a:xfrm>
              <a:off x="3385865" y="3423793"/>
              <a:ext cx="65680" cy="41564"/>
            </a:xfrm>
            <a:custGeom>
              <a:rect b="b" l="l" r="r" t="t"/>
              <a:pathLst>
                <a:path extrusionOk="0" h="1334" w="2108">
                  <a:moveTo>
                    <a:pt x="2108" y="0"/>
                  </a:moveTo>
                  <a:lnTo>
                    <a:pt x="2108" y="0"/>
                  </a:lnTo>
                  <a:cubicBezTo>
                    <a:pt x="2010" y="5"/>
                    <a:pt x="1911" y="9"/>
                    <a:pt x="1813" y="12"/>
                  </a:cubicBezTo>
                  <a:lnTo>
                    <a:pt x="1813" y="12"/>
                  </a:lnTo>
                  <a:cubicBezTo>
                    <a:pt x="1807" y="6"/>
                    <a:pt x="1798" y="3"/>
                    <a:pt x="1791" y="3"/>
                  </a:cubicBezTo>
                  <a:cubicBezTo>
                    <a:pt x="1784" y="3"/>
                    <a:pt x="1778" y="6"/>
                    <a:pt x="1774" y="12"/>
                  </a:cubicBezTo>
                  <a:cubicBezTo>
                    <a:pt x="1774" y="13"/>
                    <a:pt x="1774" y="13"/>
                    <a:pt x="1774" y="14"/>
                  </a:cubicBezTo>
                  <a:lnTo>
                    <a:pt x="1774" y="14"/>
                  </a:lnTo>
                  <a:cubicBezTo>
                    <a:pt x="1787" y="13"/>
                    <a:pt x="1800" y="13"/>
                    <a:pt x="1813" y="12"/>
                  </a:cubicBezTo>
                  <a:lnTo>
                    <a:pt x="1813" y="12"/>
                  </a:lnTo>
                  <a:cubicBezTo>
                    <a:pt x="1822" y="21"/>
                    <a:pt x="1827" y="33"/>
                    <a:pt x="1822" y="48"/>
                  </a:cubicBezTo>
                  <a:cubicBezTo>
                    <a:pt x="1715" y="227"/>
                    <a:pt x="1632" y="405"/>
                    <a:pt x="1536" y="548"/>
                  </a:cubicBezTo>
                  <a:cubicBezTo>
                    <a:pt x="1489" y="620"/>
                    <a:pt x="1453" y="715"/>
                    <a:pt x="1393" y="786"/>
                  </a:cubicBezTo>
                  <a:cubicBezTo>
                    <a:pt x="1489" y="739"/>
                    <a:pt x="1596" y="715"/>
                    <a:pt x="1703" y="667"/>
                  </a:cubicBezTo>
                  <a:cubicBezTo>
                    <a:pt x="1810" y="429"/>
                    <a:pt x="1941" y="203"/>
                    <a:pt x="2108" y="0"/>
                  </a:cubicBezTo>
                  <a:close/>
                  <a:moveTo>
                    <a:pt x="1774" y="14"/>
                  </a:moveTo>
                  <a:cubicBezTo>
                    <a:pt x="1409" y="24"/>
                    <a:pt x="1047" y="24"/>
                    <a:pt x="691" y="24"/>
                  </a:cubicBezTo>
                  <a:cubicBezTo>
                    <a:pt x="560" y="322"/>
                    <a:pt x="393" y="608"/>
                    <a:pt x="227" y="893"/>
                  </a:cubicBezTo>
                  <a:cubicBezTo>
                    <a:pt x="143" y="1036"/>
                    <a:pt x="84" y="1191"/>
                    <a:pt x="0" y="1334"/>
                  </a:cubicBezTo>
                  <a:cubicBezTo>
                    <a:pt x="143" y="1274"/>
                    <a:pt x="274" y="1239"/>
                    <a:pt x="405" y="1179"/>
                  </a:cubicBezTo>
                  <a:lnTo>
                    <a:pt x="989" y="108"/>
                  </a:lnTo>
                  <a:cubicBezTo>
                    <a:pt x="994" y="97"/>
                    <a:pt x="1004" y="91"/>
                    <a:pt x="1014" y="91"/>
                  </a:cubicBezTo>
                  <a:cubicBezTo>
                    <a:pt x="1025" y="91"/>
                    <a:pt x="1036" y="100"/>
                    <a:pt x="1036" y="120"/>
                  </a:cubicBezTo>
                  <a:cubicBezTo>
                    <a:pt x="929" y="465"/>
                    <a:pt x="762" y="786"/>
                    <a:pt x="584" y="1096"/>
                  </a:cubicBezTo>
                  <a:cubicBezTo>
                    <a:pt x="691" y="1060"/>
                    <a:pt x="798" y="1024"/>
                    <a:pt x="893" y="977"/>
                  </a:cubicBezTo>
                  <a:cubicBezTo>
                    <a:pt x="1036" y="655"/>
                    <a:pt x="1191" y="358"/>
                    <a:pt x="1358" y="60"/>
                  </a:cubicBezTo>
                  <a:cubicBezTo>
                    <a:pt x="1361" y="45"/>
                    <a:pt x="1370" y="40"/>
                    <a:pt x="1379" y="40"/>
                  </a:cubicBezTo>
                  <a:cubicBezTo>
                    <a:pt x="1400" y="40"/>
                    <a:pt x="1425" y="67"/>
                    <a:pt x="1417" y="84"/>
                  </a:cubicBezTo>
                  <a:cubicBezTo>
                    <a:pt x="1334" y="298"/>
                    <a:pt x="1227" y="489"/>
                    <a:pt x="1155" y="703"/>
                  </a:cubicBezTo>
                  <a:cubicBezTo>
                    <a:pt x="1120" y="762"/>
                    <a:pt x="1108" y="834"/>
                    <a:pt x="1072" y="917"/>
                  </a:cubicBezTo>
                  <a:cubicBezTo>
                    <a:pt x="1120" y="905"/>
                    <a:pt x="1167" y="893"/>
                    <a:pt x="1215" y="858"/>
                  </a:cubicBezTo>
                  <a:cubicBezTo>
                    <a:pt x="1417" y="596"/>
                    <a:pt x="1607" y="311"/>
                    <a:pt x="1774" y="1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39"/>
            <p:cNvSpPr/>
            <p:nvPr/>
          </p:nvSpPr>
          <p:spPr>
            <a:xfrm>
              <a:off x="2712552" y="4151923"/>
              <a:ext cx="38978" cy="48263"/>
            </a:xfrm>
            <a:custGeom>
              <a:rect b="b" l="l" r="r" t="t"/>
              <a:pathLst>
                <a:path extrusionOk="0" h="1549" w="1251">
                  <a:moveTo>
                    <a:pt x="858" y="1"/>
                  </a:moveTo>
                  <a:cubicBezTo>
                    <a:pt x="715" y="239"/>
                    <a:pt x="596" y="513"/>
                    <a:pt x="465" y="763"/>
                  </a:cubicBezTo>
                  <a:cubicBezTo>
                    <a:pt x="334" y="1025"/>
                    <a:pt x="167" y="1287"/>
                    <a:pt x="1" y="1549"/>
                  </a:cubicBezTo>
                  <a:cubicBezTo>
                    <a:pt x="132" y="1489"/>
                    <a:pt x="274" y="1442"/>
                    <a:pt x="405" y="1382"/>
                  </a:cubicBezTo>
                  <a:cubicBezTo>
                    <a:pt x="501" y="1204"/>
                    <a:pt x="620" y="1049"/>
                    <a:pt x="703" y="894"/>
                  </a:cubicBezTo>
                  <a:cubicBezTo>
                    <a:pt x="882" y="596"/>
                    <a:pt x="1072" y="311"/>
                    <a:pt x="12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39"/>
            <p:cNvSpPr/>
            <p:nvPr/>
          </p:nvSpPr>
          <p:spPr>
            <a:xfrm>
              <a:off x="2790446" y="4150459"/>
              <a:ext cx="18227" cy="18570"/>
            </a:xfrm>
            <a:custGeom>
              <a:rect b="b" l="l" r="r" t="t"/>
              <a:pathLst>
                <a:path extrusionOk="0" h="596" w="585">
                  <a:moveTo>
                    <a:pt x="513" y="0"/>
                  </a:moveTo>
                  <a:cubicBezTo>
                    <a:pt x="453" y="0"/>
                    <a:pt x="382" y="24"/>
                    <a:pt x="322" y="24"/>
                  </a:cubicBezTo>
                  <a:cubicBezTo>
                    <a:pt x="203" y="203"/>
                    <a:pt x="96" y="393"/>
                    <a:pt x="1" y="596"/>
                  </a:cubicBezTo>
                  <a:cubicBezTo>
                    <a:pt x="25" y="584"/>
                    <a:pt x="25" y="584"/>
                    <a:pt x="37" y="584"/>
                  </a:cubicBezTo>
                  <a:cubicBezTo>
                    <a:pt x="45" y="567"/>
                    <a:pt x="57" y="560"/>
                    <a:pt x="68" y="560"/>
                  </a:cubicBezTo>
                  <a:cubicBezTo>
                    <a:pt x="87" y="560"/>
                    <a:pt x="104" y="580"/>
                    <a:pt x="96" y="596"/>
                  </a:cubicBezTo>
                  <a:cubicBezTo>
                    <a:pt x="168" y="572"/>
                    <a:pt x="239" y="560"/>
                    <a:pt x="322" y="524"/>
                  </a:cubicBezTo>
                  <a:cubicBezTo>
                    <a:pt x="346" y="441"/>
                    <a:pt x="406" y="358"/>
                    <a:pt x="453" y="286"/>
                  </a:cubicBezTo>
                  <a:cubicBezTo>
                    <a:pt x="501" y="191"/>
                    <a:pt x="537" y="96"/>
                    <a:pt x="5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39"/>
            <p:cNvSpPr/>
            <p:nvPr/>
          </p:nvSpPr>
          <p:spPr>
            <a:xfrm>
              <a:off x="2832384" y="4146751"/>
              <a:ext cx="27107" cy="10780"/>
            </a:xfrm>
            <a:custGeom>
              <a:rect b="b" l="l" r="r" t="t"/>
              <a:pathLst>
                <a:path extrusionOk="0" h="346" w="870">
                  <a:moveTo>
                    <a:pt x="869" y="0"/>
                  </a:moveTo>
                  <a:cubicBezTo>
                    <a:pt x="643" y="0"/>
                    <a:pt x="381" y="24"/>
                    <a:pt x="119" y="36"/>
                  </a:cubicBezTo>
                  <a:cubicBezTo>
                    <a:pt x="96" y="60"/>
                    <a:pt x="96" y="96"/>
                    <a:pt x="84" y="119"/>
                  </a:cubicBezTo>
                  <a:cubicBezTo>
                    <a:pt x="60" y="203"/>
                    <a:pt x="48" y="286"/>
                    <a:pt x="0" y="346"/>
                  </a:cubicBezTo>
                  <a:cubicBezTo>
                    <a:pt x="298" y="262"/>
                    <a:pt x="608" y="155"/>
                    <a:pt x="8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39"/>
            <p:cNvSpPr/>
            <p:nvPr/>
          </p:nvSpPr>
          <p:spPr>
            <a:xfrm>
              <a:off x="2460675" y="4150085"/>
              <a:ext cx="64216" cy="114660"/>
            </a:xfrm>
            <a:custGeom>
              <a:rect b="b" l="l" r="r" t="t"/>
              <a:pathLst>
                <a:path extrusionOk="0" h="3680" w="2061">
                  <a:moveTo>
                    <a:pt x="1298" y="0"/>
                  </a:moveTo>
                  <a:cubicBezTo>
                    <a:pt x="1036" y="596"/>
                    <a:pt x="691" y="1167"/>
                    <a:pt x="405" y="1763"/>
                  </a:cubicBezTo>
                  <a:cubicBezTo>
                    <a:pt x="286" y="2013"/>
                    <a:pt x="167" y="2334"/>
                    <a:pt x="0" y="2608"/>
                  </a:cubicBezTo>
                  <a:cubicBezTo>
                    <a:pt x="8" y="2685"/>
                    <a:pt x="15" y="2762"/>
                    <a:pt x="20" y="2839"/>
                  </a:cubicBezTo>
                  <a:lnTo>
                    <a:pt x="20" y="2839"/>
                  </a:lnTo>
                  <a:cubicBezTo>
                    <a:pt x="21" y="2837"/>
                    <a:pt x="23" y="2836"/>
                    <a:pt x="24" y="2834"/>
                  </a:cubicBezTo>
                  <a:cubicBezTo>
                    <a:pt x="524" y="1858"/>
                    <a:pt x="1155" y="989"/>
                    <a:pt x="1667" y="12"/>
                  </a:cubicBezTo>
                  <a:cubicBezTo>
                    <a:pt x="1560" y="12"/>
                    <a:pt x="1417" y="0"/>
                    <a:pt x="1298" y="0"/>
                  </a:cubicBezTo>
                  <a:close/>
                  <a:moveTo>
                    <a:pt x="20" y="2839"/>
                  </a:moveTo>
                  <a:cubicBezTo>
                    <a:pt x="11" y="2851"/>
                    <a:pt x="14" y="2865"/>
                    <a:pt x="23" y="2875"/>
                  </a:cubicBezTo>
                  <a:lnTo>
                    <a:pt x="23" y="2875"/>
                  </a:lnTo>
                  <a:cubicBezTo>
                    <a:pt x="22" y="2863"/>
                    <a:pt x="21" y="2851"/>
                    <a:pt x="20" y="2839"/>
                  </a:cubicBezTo>
                  <a:close/>
                  <a:moveTo>
                    <a:pt x="1727" y="12"/>
                  </a:moveTo>
                  <a:cubicBezTo>
                    <a:pt x="1250" y="1012"/>
                    <a:pt x="643" y="1917"/>
                    <a:pt x="96" y="2870"/>
                  </a:cubicBezTo>
                  <a:cubicBezTo>
                    <a:pt x="85" y="2884"/>
                    <a:pt x="71" y="2890"/>
                    <a:pt x="57" y="2890"/>
                  </a:cubicBezTo>
                  <a:cubicBezTo>
                    <a:pt x="44" y="2890"/>
                    <a:pt x="31" y="2884"/>
                    <a:pt x="23" y="2875"/>
                  </a:cubicBezTo>
                  <a:lnTo>
                    <a:pt x="23" y="2875"/>
                  </a:lnTo>
                  <a:cubicBezTo>
                    <a:pt x="41" y="3143"/>
                    <a:pt x="48" y="3411"/>
                    <a:pt x="48" y="3679"/>
                  </a:cubicBezTo>
                  <a:cubicBezTo>
                    <a:pt x="226" y="3382"/>
                    <a:pt x="346" y="3048"/>
                    <a:pt x="500" y="2751"/>
                  </a:cubicBezTo>
                  <a:cubicBezTo>
                    <a:pt x="703" y="2358"/>
                    <a:pt x="941" y="1977"/>
                    <a:pt x="1179" y="1596"/>
                  </a:cubicBezTo>
                  <a:cubicBezTo>
                    <a:pt x="1441" y="1167"/>
                    <a:pt x="1667" y="405"/>
                    <a:pt x="2060" y="36"/>
                  </a:cubicBezTo>
                  <a:cubicBezTo>
                    <a:pt x="1953" y="36"/>
                    <a:pt x="1834" y="12"/>
                    <a:pt x="1727" y="1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39"/>
            <p:cNvSpPr/>
            <p:nvPr/>
          </p:nvSpPr>
          <p:spPr>
            <a:xfrm>
              <a:off x="2459179" y="4148589"/>
              <a:ext cx="40100" cy="73501"/>
            </a:xfrm>
            <a:custGeom>
              <a:rect b="b" l="l" r="r" t="t"/>
              <a:pathLst>
                <a:path extrusionOk="0" h="2359" w="1287">
                  <a:moveTo>
                    <a:pt x="1048" y="1"/>
                  </a:moveTo>
                  <a:cubicBezTo>
                    <a:pt x="679" y="691"/>
                    <a:pt x="370" y="1406"/>
                    <a:pt x="1" y="2084"/>
                  </a:cubicBezTo>
                  <a:cubicBezTo>
                    <a:pt x="13" y="2180"/>
                    <a:pt x="13" y="2263"/>
                    <a:pt x="24" y="2358"/>
                  </a:cubicBezTo>
                  <a:cubicBezTo>
                    <a:pt x="155" y="2096"/>
                    <a:pt x="298" y="1834"/>
                    <a:pt x="441" y="1572"/>
                  </a:cubicBezTo>
                  <a:cubicBezTo>
                    <a:pt x="715" y="1049"/>
                    <a:pt x="1025" y="537"/>
                    <a:pt x="1287" y="25"/>
                  </a:cubicBezTo>
                  <a:cubicBezTo>
                    <a:pt x="1215" y="25"/>
                    <a:pt x="1132" y="1"/>
                    <a:pt x="10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39"/>
            <p:cNvSpPr/>
            <p:nvPr/>
          </p:nvSpPr>
          <p:spPr>
            <a:xfrm>
              <a:off x="2622787" y="4152297"/>
              <a:ext cx="76429" cy="84250"/>
            </a:xfrm>
            <a:custGeom>
              <a:rect b="b" l="l" r="r" t="t"/>
              <a:pathLst>
                <a:path extrusionOk="0" h="2704" w="2453">
                  <a:moveTo>
                    <a:pt x="1524" y="1"/>
                  </a:moveTo>
                  <a:cubicBezTo>
                    <a:pt x="1155" y="941"/>
                    <a:pt x="608" y="1930"/>
                    <a:pt x="0" y="2704"/>
                  </a:cubicBezTo>
                  <a:cubicBezTo>
                    <a:pt x="357" y="2549"/>
                    <a:pt x="727" y="2418"/>
                    <a:pt x="1084" y="2263"/>
                  </a:cubicBezTo>
                  <a:cubicBezTo>
                    <a:pt x="1596" y="1537"/>
                    <a:pt x="1965" y="703"/>
                    <a:pt x="2453" y="1"/>
                  </a:cubicBezTo>
                  <a:lnTo>
                    <a:pt x="1989" y="1"/>
                  </a:lnTo>
                  <a:cubicBezTo>
                    <a:pt x="1620" y="691"/>
                    <a:pt x="1310" y="1418"/>
                    <a:pt x="893" y="2061"/>
                  </a:cubicBezTo>
                  <a:cubicBezTo>
                    <a:pt x="893" y="2073"/>
                    <a:pt x="893" y="2073"/>
                    <a:pt x="869" y="2084"/>
                  </a:cubicBezTo>
                  <a:cubicBezTo>
                    <a:pt x="822" y="2180"/>
                    <a:pt x="738" y="2263"/>
                    <a:pt x="679" y="2358"/>
                  </a:cubicBezTo>
                  <a:lnTo>
                    <a:pt x="667" y="2370"/>
                  </a:lnTo>
                  <a:cubicBezTo>
                    <a:pt x="655" y="2385"/>
                    <a:pt x="642" y="2391"/>
                    <a:pt x="629" y="2391"/>
                  </a:cubicBezTo>
                  <a:cubicBezTo>
                    <a:pt x="587" y="2391"/>
                    <a:pt x="551" y="2332"/>
                    <a:pt x="596" y="2287"/>
                  </a:cubicBezTo>
                  <a:cubicBezTo>
                    <a:pt x="1084" y="1573"/>
                    <a:pt x="1465" y="763"/>
                    <a:pt x="19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39"/>
            <p:cNvSpPr/>
            <p:nvPr/>
          </p:nvSpPr>
          <p:spPr>
            <a:xfrm>
              <a:off x="2691770" y="4152297"/>
              <a:ext cx="44555" cy="56800"/>
            </a:xfrm>
            <a:custGeom>
              <a:rect b="b" l="l" r="r" t="t"/>
              <a:pathLst>
                <a:path extrusionOk="0" h="1823" w="1430">
                  <a:moveTo>
                    <a:pt x="1084" y="1"/>
                  </a:moveTo>
                  <a:cubicBezTo>
                    <a:pt x="810" y="644"/>
                    <a:pt x="418" y="1287"/>
                    <a:pt x="1" y="1823"/>
                  </a:cubicBezTo>
                  <a:cubicBezTo>
                    <a:pt x="168" y="1751"/>
                    <a:pt x="346" y="1692"/>
                    <a:pt x="513" y="1608"/>
                  </a:cubicBezTo>
                  <a:cubicBezTo>
                    <a:pt x="668" y="1275"/>
                    <a:pt x="906" y="977"/>
                    <a:pt x="1084" y="644"/>
                  </a:cubicBezTo>
                  <a:cubicBezTo>
                    <a:pt x="1203" y="418"/>
                    <a:pt x="1311" y="215"/>
                    <a:pt x="14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39"/>
            <p:cNvSpPr/>
            <p:nvPr/>
          </p:nvSpPr>
          <p:spPr>
            <a:xfrm>
              <a:off x="2601257" y="4152297"/>
              <a:ext cx="67923" cy="92787"/>
            </a:xfrm>
            <a:custGeom>
              <a:rect b="b" l="l" r="r" t="t"/>
              <a:pathLst>
                <a:path extrusionOk="0" h="2978" w="2180">
                  <a:moveTo>
                    <a:pt x="1715" y="1"/>
                  </a:moveTo>
                  <a:cubicBezTo>
                    <a:pt x="1334" y="644"/>
                    <a:pt x="1060" y="1370"/>
                    <a:pt x="679" y="2001"/>
                  </a:cubicBezTo>
                  <a:cubicBezTo>
                    <a:pt x="477" y="2311"/>
                    <a:pt x="179" y="2632"/>
                    <a:pt x="1" y="2977"/>
                  </a:cubicBezTo>
                  <a:cubicBezTo>
                    <a:pt x="179" y="2906"/>
                    <a:pt x="358" y="2846"/>
                    <a:pt x="537" y="2775"/>
                  </a:cubicBezTo>
                  <a:cubicBezTo>
                    <a:pt x="751" y="2287"/>
                    <a:pt x="1108" y="1834"/>
                    <a:pt x="1406" y="1370"/>
                  </a:cubicBezTo>
                  <a:cubicBezTo>
                    <a:pt x="1691" y="930"/>
                    <a:pt x="1953" y="477"/>
                    <a:pt x="21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39"/>
            <p:cNvSpPr/>
            <p:nvPr/>
          </p:nvSpPr>
          <p:spPr>
            <a:xfrm>
              <a:off x="2664694" y="4151923"/>
              <a:ext cx="44555" cy="67923"/>
            </a:xfrm>
            <a:custGeom>
              <a:rect b="b" l="l" r="r" t="t"/>
              <a:pathLst>
                <a:path extrusionOk="0" h="2180" w="1430">
                  <a:moveTo>
                    <a:pt x="1215" y="1"/>
                  </a:moveTo>
                  <a:cubicBezTo>
                    <a:pt x="834" y="727"/>
                    <a:pt x="453" y="1489"/>
                    <a:pt x="1" y="2180"/>
                  </a:cubicBezTo>
                  <a:cubicBezTo>
                    <a:pt x="60" y="2144"/>
                    <a:pt x="120" y="2132"/>
                    <a:pt x="179" y="2096"/>
                  </a:cubicBezTo>
                  <a:cubicBezTo>
                    <a:pt x="215" y="2096"/>
                    <a:pt x="263" y="2085"/>
                    <a:pt x="310" y="2061"/>
                  </a:cubicBezTo>
                  <a:cubicBezTo>
                    <a:pt x="501" y="1489"/>
                    <a:pt x="882" y="989"/>
                    <a:pt x="1168" y="477"/>
                  </a:cubicBezTo>
                  <a:cubicBezTo>
                    <a:pt x="1227" y="370"/>
                    <a:pt x="1310" y="168"/>
                    <a:pt x="14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39"/>
            <p:cNvSpPr/>
            <p:nvPr/>
          </p:nvSpPr>
          <p:spPr>
            <a:xfrm>
              <a:off x="2806398" y="4148589"/>
              <a:ext cx="17105" cy="15984"/>
            </a:xfrm>
            <a:custGeom>
              <a:rect b="b" l="l" r="r" t="t"/>
              <a:pathLst>
                <a:path extrusionOk="0" h="513" w="549">
                  <a:moveTo>
                    <a:pt x="549" y="1"/>
                  </a:moveTo>
                  <a:lnTo>
                    <a:pt x="549" y="1"/>
                  </a:lnTo>
                  <a:cubicBezTo>
                    <a:pt x="418" y="25"/>
                    <a:pt x="287" y="37"/>
                    <a:pt x="144" y="37"/>
                  </a:cubicBezTo>
                  <a:cubicBezTo>
                    <a:pt x="179" y="144"/>
                    <a:pt x="132" y="239"/>
                    <a:pt x="84" y="334"/>
                  </a:cubicBezTo>
                  <a:lnTo>
                    <a:pt x="1" y="513"/>
                  </a:lnTo>
                  <a:cubicBezTo>
                    <a:pt x="96" y="477"/>
                    <a:pt x="215" y="453"/>
                    <a:pt x="322" y="418"/>
                  </a:cubicBezTo>
                  <a:cubicBezTo>
                    <a:pt x="358" y="322"/>
                    <a:pt x="430" y="215"/>
                    <a:pt x="489" y="108"/>
                  </a:cubicBezTo>
                  <a:cubicBezTo>
                    <a:pt x="501" y="84"/>
                    <a:pt x="537" y="48"/>
                    <a:pt x="5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39"/>
            <p:cNvSpPr/>
            <p:nvPr/>
          </p:nvSpPr>
          <p:spPr>
            <a:xfrm>
              <a:off x="2457341" y="4147873"/>
              <a:ext cx="32653" cy="58265"/>
            </a:xfrm>
            <a:custGeom>
              <a:rect b="b" l="l" r="r" t="t"/>
              <a:pathLst>
                <a:path extrusionOk="0" h="1870" w="1048">
                  <a:moveTo>
                    <a:pt x="679" y="0"/>
                  </a:moveTo>
                  <a:cubicBezTo>
                    <a:pt x="607" y="238"/>
                    <a:pt x="488" y="476"/>
                    <a:pt x="381" y="702"/>
                  </a:cubicBezTo>
                  <a:cubicBezTo>
                    <a:pt x="262" y="953"/>
                    <a:pt x="143" y="1238"/>
                    <a:pt x="0" y="1453"/>
                  </a:cubicBezTo>
                  <a:cubicBezTo>
                    <a:pt x="12" y="1595"/>
                    <a:pt x="24" y="1738"/>
                    <a:pt x="36" y="1869"/>
                  </a:cubicBezTo>
                  <a:cubicBezTo>
                    <a:pt x="262" y="1214"/>
                    <a:pt x="679" y="595"/>
                    <a:pt x="1048" y="24"/>
                  </a:cubicBezTo>
                  <a:cubicBezTo>
                    <a:pt x="929" y="12"/>
                    <a:pt x="798" y="12"/>
                    <a:pt x="6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39"/>
            <p:cNvSpPr/>
            <p:nvPr/>
          </p:nvSpPr>
          <p:spPr>
            <a:xfrm>
              <a:off x="2569352" y="4321856"/>
              <a:ext cx="103910" cy="1371"/>
            </a:xfrm>
            <a:custGeom>
              <a:rect b="b" l="l" r="r" t="t"/>
              <a:pathLst>
                <a:path extrusionOk="0" h="44" w="3335">
                  <a:moveTo>
                    <a:pt x="1" y="0"/>
                  </a:moveTo>
                  <a:cubicBezTo>
                    <a:pt x="458" y="18"/>
                    <a:pt x="915" y="44"/>
                    <a:pt x="1366" y="44"/>
                  </a:cubicBezTo>
                  <a:cubicBezTo>
                    <a:pt x="1503" y="44"/>
                    <a:pt x="1639" y="41"/>
                    <a:pt x="1775" y="36"/>
                  </a:cubicBezTo>
                  <a:lnTo>
                    <a:pt x="33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39"/>
            <p:cNvSpPr/>
            <p:nvPr/>
          </p:nvSpPr>
          <p:spPr>
            <a:xfrm>
              <a:off x="2459179" y="4151581"/>
              <a:ext cx="117620" cy="158062"/>
            </a:xfrm>
            <a:custGeom>
              <a:rect b="b" l="l" r="r" t="t"/>
              <a:pathLst>
                <a:path extrusionOk="0" h="5073" w="3775">
                  <a:moveTo>
                    <a:pt x="2584" y="0"/>
                  </a:moveTo>
                  <a:lnTo>
                    <a:pt x="2584" y="12"/>
                  </a:lnTo>
                  <a:cubicBezTo>
                    <a:pt x="2144" y="857"/>
                    <a:pt x="1668" y="1691"/>
                    <a:pt x="1156" y="2500"/>
                  </a:cubicBezTo>
                  <a:cubicBezTo>
                    <a:pt x="917" y="2881"/>
                    <a:pt x="667" y="3262"/>
                    <a:pt x="429" y="3643"/>
                  </a:cubicBezTo>
                  <a:cubicBezTo>
                    <a:pt x="334" y="3810"/>
                    <a:pt x="239" y="4096"/>
                    <a:pt x="96" y="4251"/>
                  </a:cubicBezTo>
                  <a:cubicBezTo>
                    <a:pt x="84" y="4524"/>
                    <a:pt x="36" y="4810"/>
                    <a:pt x="1" y="5072"/>
                  </a:cubicBezTo>
                  <a:cubicBezTo>
                    <a:pt x="358" y="4941"/>
                    <a:pt x="679" y="4751"/>
                    <a:pt x="1013" y="4548"/>
                  </a:cubicBezTo>
                  <a:cubicBezTo>
                    <a:pt x="2060" y="3179"/>
                    <a:pt x="2834" y="1500"/>
                    <a:pt x="3775" y="12"/>
                  </a:cubicBezTo>
                  <a:cubicBezTo>
                    <a:pt x="3608" y="12"/>
                    <a:pt x="3465" y="12"/>
                    <a:pt x="3299" y="0"/>
                  </a:cubicBezTo>
                  <a:cubicBezTo>
                    <a:pt x="2834" y="881"/>
                    <a:pt x="2310" y="1715"/>
                    <a:pt x="1846" y="2572"/>
                  </a:cubicBezTo>
                  <a:cubicBezTo>
                    <a:pt x="1453" y="3274"/>
                    <a:pt x="1156" y="4060"/>
                    <a:pt x="655" y="4667"/>
                  </a:cubicBezTo>
                  <a:cubicBezTo>
                    <a:pt x="644" y="4682"/>
                    <a:pt x="631" y="4688"/>
                    <a:pt x="618" y="4688"/>
                  </a:cubicBezTo>
                  <a:cubicBezTo>
                    <a:pt x="579" y="4688"/>
                    <a:pt x="545" y="4632"/>
                    <a:pt x="572" y="4596"/>
                  </a:cubicBezTo>
                  <a:cubicBezTo>
                    <a:pt x="1108" y="3929"/>
                    <a:pt x="1441" y="3048"/>
                    <a:pt x="1870" y="2310"/>
                  </a:cubicBezTo>
                  <a:cubicBezTo>
                    <a:pt x="2322" y="1536"/>
                    <a:pt x="2763" y="762"/>
                    <a:pt x="3239" y="12"/>
                  </a:cubicBezTo>
                  <a:lnTo>
                    <a:pt x="3061" y="12"/>
                  </a:lnTo>
                  <a:cubicBezTo>
                    <a:pt x="2584" y="1072"/>
                    <a:pt x="1882" y="1953"/>
                    <a:pt x="1322" y="2941"/>
                  </a:cubicBezTo>
                  <a:cubicBezTo>
                    <a:pt x="977" y="3536"/>
                    <a:pt x="655" y="4572"/>
                    <a:pt x="72" y="4929"/>
                  </a:cubicBezTo>
                  <a:cubicBezTo>
                    <a:pt x="68" y="4931"/>
                    <a:pt x="64" y="4931"/>
                    <a:pt x="61" y="4931"/>
                  </a:cubicBezTo>
                  <a:cubicBezTo>
                    <a:pt x="32" y="4931"/>
                    <a:pt x="15" y="4891"/>
                    <a:pt x="36" y="4870"/>
                  </a:cubicBezTo>
                  <a:cubicBezTo>
                    <a:pt x="560" y="4179"/>
                    <a:pt x="953" y="3417"/>
                    <a:pt x="1382" y="2679"/>
                  </a:cubicBezTo>
                  <a:cubicBezTo>
                    <a:pt x="1906" y="1774"/>
                    <a:pt x="2525" y="953"/>
                    <a:pt x="3001" y="12"/>
                  </a:cubicBezTo>
                  <a:cubicBezTo>
                    <a:pt x="2870" y="12"/>
                    <a:pt x="2715" y="0"/>
                    <a:pt x="25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39"/>
            <p:cNvSpPr/>
            <p:nvPr/>
          </p:nvSpPr>
          <p:spPr>
            <a:xfrm>
              <a:off x="2453633" y="4146003"/>
              <a:ext cx="4829" cy="10033"/>
            </a:xfrm>
            <a:custGeom>
              <a:rect b="b" l="l" r="r" t="t"/>
              <a:pathLst>
                <a:path extrusionOk="0" h="322" w="155">
                  <a:moveTo>
                    <a:pt x="0" y="0"/>
                  </a:moveTo>
                  <a:lnTo>
                    <a:pt x="0" y="179"/>
                  </a:lnTo>
                  <a:cubicBezTo>
                    <a:pt x="0" y="227"/>
                    <a:pt x="0" y="286"/>
                    <a:pt x="12" y="322"/>
                  </a:cubicBezTo>
                  <a:cubicBezTo>
                    <a:pt x="60" y="227"/>
                    <a:pt x="95" y="120"/>
                    <a:pt x="155" y="12"/>
                  </a:cubicBezTo>
                  <a:cubicBezTo>
                    <a:pt x="95" y="12"/>
                    <a:pt x="36" y="0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39"/>
            <p:cNvSpPr/>
            <p:nvPr/>
          </p:nvSpPr>
          <p:spPr>
            <a:xfrm>
              <a:off x="2455845" y="4147499"/>
              <a:ext cx="20813" cy="40069"/>
            </a:xfrm>
            <a:custGeom>
              <a:rect b="b" l="l" r="r" t="t"/>
              <a:pathLst>
                <a:path extrusionOk="0" h="1286" w="668">
                  <a:moveTo>
                    <a:pt x="477" y="0"/>
                  </a:moveTo>
                  <a:cubicBezTo>
                    <a:pt x="381" y="155"/>
                    <a:pt x="310" y="322"/>
                    <a:pt x="239" y="488"/>
                  </a:cubicBezTo>
                  <a:cubicBezTo>
                    <a:pt x="179" y="619"/>
                    <a:pt x="120" y="738"/>
                    <a:pt x="60" y="869"/>
                  </a:cubicBezTo>
                  <a:cubicBezTo>
                    <a:pt x="36" y="905"/>
                    <a:pt x="12" y="965"/>
                    <a:pt x="0" y="1012"/>
                  </a:cubicBezTo>
                  <a:cubicBezTo>
                    <a:pt x="12" y="1095"/>
                    <a:pt x="12" y="1203"/>
                    <a:pt x="24" y="1286"/>
                  </a:cubicBezTo>
                  <a:cubicBezTo>
                    <a:pt x="131" y="1072"/>
                    <a:pt x="251" y="857"/>
                    <a:pt x="358" y="655"/>
                  </a:cubicBezTo>
                  <a:cubicBezTo>
                    <a:pt x="465" y="453"/>
                    <a:pt x="560" y="214"/>
                    <a:pt x="667" y="12"/>
                  </a:cubicBezTo>
                  <a:cubicBezTo>
                    <a:pt x="608" y="12"/>
                    <a:pt x="536" y="0"/>
                    <a:pt x="47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39"/>
            <p:cNvSpPr/>
            <p:nvPr/>
          </p:nvSpPr>
          <p:spPr>
            <a:xfrm>
              <a:off x="2461765" y="4150459"/>
              <a:ext cx="76087" cy="123945"/>
            </a:xfrm>
            <a:custGeom>
              <a:rect b="b" l="l" r="r" t="t"/>
              <a:pathLst>
                <a:path extrusionOk="0" h="3978" w="2442">
                  <a:moveTo>
                    <a:pt x="2085" y="0"/>
                  </a:moveTo>
                  <a:cubicBezTo>
                    <a:pt x="1882" y="262"/>
                    <a:pt x="1775" y="572"/>
                    <a:pt x="1620" y="881"/>
                  </a:cubicBezTo>
                  <a:cubicBezTo>
                    <a:pt x="1406" y="1334"/>
                    <a:pt x="1144" y="1762"/>
                    <a:pt x="894" y="2191"/>
                  </a:cubicBezTo>
                  <a:cubicBezTo>
                    <a:pt x="596" y="2691"/>
                    <a:pt x="370" y="3346"/>
                    <a:pt x="1" y="3798"/>
                  </a:cubicBezTo>
                  <a:lnTo>
                    <a:pt x="1" y="3977"/>
                  </a:lnTo>
                  <a:cubicBezTo>
                    <a:pt x="49" y="3918"/>
                    <a:pt x="72" y="3870"/>
                    <a:pt x="108" y="3822"/>
                  </a:cubicBezTo>
                  <a:cubicBezTo>
                    <a:pt x="346" y="3394"/>
                    <a:pt x="644" y="3001"/>
                    <a:pt x="906" y="2584"/>
                  </a:cubicBezTo>
                  <a:cubicBezTo>
                    <a:pt x="1430" y="1727"/>
                    <a:pt x="1906" y="858"/>
                    <a:pt x="2442" y="24"/>
                  </a:cubicBezTo>
                  <a:cubicBezTo>
                    <a:pt x="2323" y="24"/>
                    <a:pt x="2204" y="0"/>
                    <a:pt x="208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39"/>
            <p:cNvSpPr/>
            <p:nvPr/>
          </p:nvSpPr>
          <p:spPr>
            <a:xfrm>
              <a:off x="2643912" y="4142296"/>
              <a:ext cx="40100" cy="31"/>
            </a:xfrm>
            <a:custGeom>
              <a:rect b="b" l="l" r="r" t="t"/>
              <a:pathLst>
                <a:path extrusionOk="0" h="1" w="1287">
                  <a:moveTo>
                    <a:pt x="1" y="0"/>
                  </a:moveTo>
                  <a:lnTo>
                    <a:pt x="1" y="0"/>
                  </a:lnTo>
                  <a:lnTo>
                    <a:pt x="12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39"/>
            <p:cNvSpPr/>
            <p:nvPr/>
          </p:nvSpPr>
          <p:spPr>
            <a:xfrm>
              <a:off x="2453976" y="4146751"/>
              <a:ext cx="14893" cy="27855"/>
            </a:xfrm>
            <a:custGeom>
              <a:rect b="b" l="l" r="r" t="t"/>
              <a:pathLst>
                <a:path extrusionOk="0" h="894" w="478">
                  <a:moveTo>
                    <a:pt x="191" y="0"/>
                  </a:moveTo>
                  <a:cubicBezTo>
                    <a:pt x="120" y="167"/>
                    <a:pt x="60" y="334"/>
                    <a:pt x="1" y="500"/>
                  </a:cubicBezTo>
                  <a:cubicBezTo>
                    <a:pt x="13" y="631"/>
                    <a:pt x="13" y="762"/>
                    <a:pt x="25" y="893"/>
                  </a:cubicBezTo>
                  <a:cubicBezTo>
                    <a:pt x="72" y="798"/>
                    <a:pt x="132" y="703"/>
                    <a:pt x="144" y="679"/>
                  </a:cubicBezTo>
                  <a:cubicBezTo>
                    <a:pt x="251" y="441"/>
                    <a:pt x="358" y="215"/>
                    <a:pt x="477" y="24"/>
                  </a:cubicBezTo>
                  <a:cubicBezTo>
                    <a:pt x="382" y="24"/>
                    <a:pt x="287" y="0"/>
                    <a:pt x="1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39"/>
            <p:cNvSpPr/>
            <p:nvPr/>
          </p:nvSpPr>
          <p:spPr>
            <a:xfrm>
              <a:off x="2879494" y="3997600"/>
              <a:ext cx="13740" cy="139897"/>
            </a:xfrm>
            <a:custGeom>
              <a:rect b="b" l="l" r="r" t="t"/>
              <a:pathLst>
                <a:path extrusionOk="0" h="4490" w="441">
                  <a:moveTo>
                    <a:pt x="48" y="1"/>
                  </a:moveTo>
                  <a:cubicBezTo>
                    <a:pt x="24" y="584"/>
                    <a:pt x="0" y="1180"/>
                    <a:pt x="0" y="1751"/>
                  </a:cubicBezTo>
                  <a:cubicBezTo>
                    <a:pt x="24" y="2620"/>
                    <a:pt x="286" y="3644"/>
                    <a:pt x="48" y="4490"/>
                  </a:cubicBezTo>
                  <a:lnTo>
                    <a:pt x="227" y="4490"/>
                  </a:lnTo>
                  <a:cubicBezTo>
                    <a:pt x="441" y="4466"/>
                    <a:pt x="119" y="1977"/>
                    <a:pt x="108" y="1739"/>
                  </a:cubicBezTo>
                  <a:cubicBezTo>
                    <a:pt x="48" y="1156"/>
                    <a:pt x="36" y="584"/>
                    <a:pt x="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39"/>
            <p:cNvSpPr/>
            <p:nvPr/>
          </p:nvSpPr>
          <p:spPr>
            <a:xfrm>
              <a:off x="727134" y="4083314"/>
              <a:ext cx="779" cy="31936"/>
            </a:xfrm>
            <a:custGeom>
              <a:rect b="b" l="l" r="r" t="t"/>
              <a:pathLst>
                <a:path extrusionOk="0" h="1025" w="25">
                  <a:moveTo>
                    <a:pt x="0" y="0"/>
                  </a:moveTo>
                  <a:lnTo>
                    <a:pt x="0" y="1024"/>
                  </a:lnTo>
                  <a:cubicBezTo>
                    <a:pt x="24" y="691"/>
                    <a:pt x="12" y="346"/>
                    <a:pt x="0" y="0"/>
                  </a:cubicBezTo>
                  <a:close/>
                </a:path>
              </a:pathLst>
            </a:custGeom>
            <a:solidFill>
              <a:srgbClr val="DE8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39"/>
            <p:cNvSpPr/>
            <p:nvPr/>
          </p:nvSpPr>
          <p:spPr>
            <a:xfrm>
              <a:off x="2820886" y="4148216"/>
              <a:ext cx="11902" cy="12650"/>
            </a:xfrm>
            <a:custGeom>
              <a:rect b="b" l="l" r="r" t="t"/>
              <a:pathLst>
                <a:path extrusionOk="0" h="406" w="382">
                  <a:moveTo>
                    <a:pt x="381" y="1"/>
                  </a:moveTo>
                  <a:cubicBezTo>
                    <a:pt x="322" y="1"/>
                    <a:pt x="250" y="13"/>
                    <a:pt x="191" y="13"/>
                  </a:cubicBezTo>
                  <a:cubicBezTo>
                    <a:pt x="179" y="60"/>
                    <a:pt x="131" y="108"/>
                    <a:pt x="119" y="120"/>
                  </a:cubicBezTo>
                  <a:cubicBezTo>
                    <a:pt x="72" y="215"/>
                    <a:pt x="36" y="310"/>
                    <a:pt x="0" y="406"/>
                  </a:cubicBezTo>
                  <a:lnTo>
                    <a:pt x="310" y="310"/>
                  </a:lnTo>
                  <a:cubicBezTo>
                    <a:pt x="298" y="310"/>
                    <a:pt x="274" y="299"/>
                    <a:pt x="274" y="275"/>
                  </a:cubicBezTo>
                  <a:cubicBezTo>
                    <a:pt x="274" y="191"/>
                    <a:pt x="310" y="120"/>
                    <a:pt x="334" y="60"/>
                  </a:cubicBezTo>
                  <a:cubicBezTo>
                    <a:pt x="369" y="49"/>
                    <a:pt x="369" y="13"/>
                    <a:pt x="3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39"/>
            <p:cNvSpPr/>
            <p:nvPr/>
          </p:nvSpPr>
          <p:spPr>
            <a:xfrm>
              <a:off x="3086504" y="3766131"/>
              <a:ext cx="73095" cy="779"/>
            </a:xfrm>
            <a:custGeom>
              <a:rect b="b" l="l" r="r" t="t"/>
              <a:pathLst>
                <a:path extrusionOk="0" h="25" w="2346">
                  <a:moveTo>
                    <a:pt x="0" y="1"/>
                  </a:moveTo>
                  <a:cubicBezTo>
                    <a:pt x="296" y="18"/>
                    <a:pt x="593" y="25"/>
                    <a:pt x="889" y="25"/>
                  </a:cubicBezTo>
                  <a:cubicBezTo>
                    <a:pt x="1377" y="25"/>
                    <a:pt x="1864" y="8"/>
                    <a:pt x="2346" y="1"/>
                  </a:cubicBezTo>
                  <a:close/>
                </a:path>
              </a:pathLst>
            </a:custGeom>
            <a:solidFill>
              <a:srgbClr val="DE8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39"/>
            <p:cNvSpPr/>
            <p:nvPr/>
          </p:nvSpPr>
          <p:spPr>
            <a:xfrm>
              <a:off x="3385491" y="3766505"/>
              <a:ext cx="72379" cy="717"/>
            </a:xfrm>
            <a:custGeom>
              <a:rect b="b" l="l" r="r" t="t"/>
              <a:pathLst>
                <a:path extrusionOk="0" h="23" w="2323">
                  <a:moveTo>
                    <a:pt x="1" y="0"/>
                  </a:moveTo>
                  <a:cubicBezTo>
                    <a:pt x="425" y="13"/>
                    <a:pt x="850" y="23"/>
                    <a:pt x="1274" y="23"/>
                  </a:cubicBezTo>
                  <a:cubicBezTo>
                    <a:pt x="1624" y="23"/>
                    <a:pt x="1973" y="17"/>
                    <a:pt x="23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39"/>
            <p:cNvSpPr/>
            <p:nvPr/>
          </p:nvSpPr>
          <p:spPr>
            <a:xfrm>
              <a:off x="2512988" y="4266583"/>
              <a:ext cx="61224" cy="24864"/>
            </a:xfrm>
            <a:custGeom>
              <a:rect b="b" l="l" r="r" t="t"/>
              <a:pathLst>
                <a:path extrusionOk="0" h="798" w="1965">
                  <a:moveTo>
                    <a:pt x="1965" y="0"/>
                  </a:moveTo>
                  <a:lnTo>
                    <a:pt x="1465" y="179"/>
                  </a:lnTo>
                  <a:cubicBezTo>
                    <a:pt x="964" y="369"/>
                    <a:pt x="476" y="560"/>
                    <a:pt x="0" y="798"/>
                  </a:cubicBezTo>
                  <a:lnTo>
                    <a:pt x="19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39"/>
            <p:cNvSpPr/>
            <p:nvPr/>
          </p:nvSpPr>
          <p:spPr>
            <a:xfrm>
              <a:off x="2569726" y="4152297"/>
              <a:ext cx="67549" cy="105032"/>
            </a:xfrm>
            <a:custGeom>
              <a:rect b="b" l="l" r="r" t="t"/>
              <a:pathLst>
                <a:path extrusionOk="0" h="3371" w="2168">
                  <a:moveTo>
                    <a:pt x="1751" y="1"/>
                  </a:moveTo>
                  <a:cubicBezTo>
                    <a:pt x="1691" y="572"/>
                    <a:pt x="1191" y="1192"/>
                    <a:pt x="929" y="1656"/>
                  </a:cubicBezTo>
                  <a:cubicBezTo>
                    <a:pt x="620" y="2192"/>
                    <a:pt x="358" y="2846"/>
                    <a:pt x="1" y="3370"/>
                  </a:cubicBezTo>
                  <a:cubicBezTo>
                    <a:pt x="108" y="3323"/>
                    <a:pt x="227" y="3299"/>
                    <a:pt x="334" y="3251"/>
                  </a:cubicBezTo>
                  <a:cubicBezTo>
                    <a:pt x="1037" y="2239"/>
                    <a:pt x="1572" y="1096"/>
                    <a:pt x="21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39"/>
            <p:cNvSpPr/>
            <p:nvPr/>
          </p:nvSpPr>
          <p:spPr>
            <a:xfrm>
              <a:off x="2497378" y="4152297"/>
              <a:ext cx="86867" cy="136563"/>
            </a:xfrm>
            <a:custGeom>
              <a:rect b="b" l="l" r="r" t="t"/>
              <a:pathLst>
                <a:path extrusionOk="0" h="4383" w="2788">
                  <a:moveTo>
                    <a:pt x="2573" y="1"/>
                  </a:moveTo>
                  <a:cubicBezTo>
                    <a:pt x="2073" y="882"/>
                    <a:pt x="1585" y="1763"/>
                    <a:pt x="1073" y="2620"/>
                  </a:cubicBezTo>
                  <a:cubicBezTo>
                    <a:pt x="739" y="3204"/>
                    <a:pt x="406" y="3835"/>
                    <a:pt x="1" y="4382"/>
                  </a:cubicBezTo>
                  <a:cubicBezTo>
                    <a:pt x="96" y="4335"/>
                    <a:pt x="180" y="4275"/>
                    <a:pt x="275" y="4228"/>
                  </a:cubicBezTo>
                  <a:cubicBezTo>
                    <a:pt x="299" y="4216"/>
                    <a:pt x="311" y="4204"/>
                    <a:pt x="346" y="4204"/>
                  </a:cubicBezTo>
                  <a:cubicBezTo>
                    <a:pt x="1049" y="2727"/>
                    <a:pt x="2073" y="1477"/>
                    <a:pt x="27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39"/>
            <p:cNvSpPr/>
            <p:nvPr/>
          </p:nvSpPr>
          <p:spPr>
            <a:xfrm>
              <a:off x="2587174" y="4152297"/>
              <a:ext cx="64932" cy="97990"/>
            </a:xfrm>
            <a:custGeom>
              <a:rect b="b" l="l" r="r" t="t"/>
              <a:pathLst>
                <a:path extrusionOk="0" h="3145" w="2084">
                  <a:moveTo>
                    <a:pt x="1667" y="1"/>
                  </a:moveTo>
                  <a:cubicBezTo>
                    <a:pt x="1143" y="1061"/>
                    <a:pt x="631" y="2180"/>
                    <a:pt x="0" y="3144"/>
                  </a:cubicBezTo>
                  <a:cubicBezTo>
                    <a:pt x="84" y="3108"/>
                    <a:pt x="155" y="3085"/>
                    <a:pt x="250" y="3037"/>
                  </a:cubicBezTo>
                  <a:cubicBezTo>
                    <a:pt x="357" y="2727"/>
                    <a:pt x="822" y="2204"/>
                    <a:pt x="953" y="2025"/>
                  </a:cubicBezTo>
                  <a:cubicBezTo>
                    <a:pt x="1381" y="1394"/>
                    <a:pt x="1631" y="632"/>
                    <a:pt x="208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39"/>
            <p:cNvSpPr/>
            <p:nvPr/>
          </p:nvSpPr>
          <p:spPr>
            <a:xfrm>
              <a:off x="2679182" y="4152297"/>
              <a:ext cx="43434" cy="62003"/>
            </a:xfrm>
            <a:custGeom>
              <a:rect b="b" l="l" r="r" t="t"/>
              <a:pathLst>
                <a:path extrusionOk="0" h="1990" w="1394">
                  <a:moveTo>
                    <a:pt x="1107" y="1"/>
                  </a:moveTo>
                  <a:cubicBezTo>
                    <a:pt x="941" y="227"/>
                    <a:pt x="833" y="501"/>
                    <a:pt x="703" y="739"/>
                  </a:cubicBezTo>
                  <a:cubicBezTo>
                    <a:pt x="476" y="1156"/>
                    <a:pt x="274" y="1596"/>
                    <a:pt x="0" y="1989"/>
                  </a:cubicBezTo>
                  <a:cubicBezTo>
                    <a:pt x="107" y="1942"/>
                    <a:pt x="226" y="1894"/>
                    <a:pt x="333" y="1846"/>
                  </a:cubicBezTo>
                  <a:cubicBezTo>
                    <a:pt x="310" y="1834"/>
                    <a:pt x="310" y="1823"/>
                    <a:pt x="310" y="1787"/>
                  </a:cubicBezTo>
                  <a:cubicBezTo>
                    <a:pt x="595" y="1156"/>
                    <a:pt x="1072" y="632"/>
                    <a:pt x="13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39"/>
            <p:cNvSpPr/>
            <p:nvPr/>
          </p:nvSpPr>
          <p:spPr>
            <a:xfrm>
              <a:off x="2576767" y="4259884"/>
              <a:ext cx="15267" cy="6356"/>
            </a:xfrm>
            <a:custGeom>
              <a:rect b="b" l="l" r="r" t="t"/>
              <a:pathLst>
                <a:path extrusionOk="0" h="204" w="490">
                  <a:moveTo>
                    <a:pt x="489" y="1"/>
                  </a:moveTo>
                  <a:lnTo>
                    <a:pt x="489" y="1"/>
                  </a:lnTo>
                  <a:cubicBezTo>
                    <a:pt x="334" y="60"/>
                    <a:pt x="168" y="120"/>
                    <a:pt x="13" y="179"/>
                  </a:cubicBezTo>
                  <a:lnTo>
                    <a:pt x="1" y="203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39"/>
            <p:cNvSpPr/>
            <p:nvPr/>
          </p:nvSpPr>
          <p:spPr>
            <a:xfrm>
              <a:off x="2554895" y="4152297"/>
              <a:ext cx="68671" cy="110578"/>
            </a:xfrm>
            <a:custGeom>
              <a:rect b="b" l="l" r="r" t="t"/>
              <a:pathLst>
                <a:path extrusionOk="0" h="3549" w="2204">
                  <a:moveTo>
                    <a:pt x="1894" y="1"/>
                  </a:moveTo>
                  <a:cubicBezTo>
                    <a:pt x="1298" y="870"/>
                    <a:pt x="834" y="1870"/>
                    <a:pt x="358" y="2799"/>
                  </a:cubicBezTo>
                  <a:cubicBezTo>
                    <a:pt x="286" y="2942"/>
                    <a:pt x="155" y="3275"/>
                    <a:pt x="0" y="3549"/>
                  </a:cubicBezTo>
                  <a:cubicBezTo>
                    <a:pt x="24" y="3549"/>
                    <a:pt x="36" y="3537"/>
                    <a:pt x="36" y="3537"/>
                  </a:cubicBezTo>
                  <a:cubicBezTo>
                    <a:pt x="108" y="3501"/>
                    <a:pt x="167" y="3489"/>
                    <a:pt x="239" y="3454"/>
                  </a:cubicBezTo>
                  <a:cubicBezTo>
                    <a:pt x="262" y="3430"/>
                    <a:pt x="274" y="3418"/>
                    <a:pt x="286" y="3382"/>
                  </a:cubicBezTo>
                  <a:cubicBezTo>
                    <a:pt x="298" y="3366"/>
                    <a:pt x="310" y="3360"/>
                    <a:pt x="321" y="3360"/>
                  </a:cubicBezTo>
                  <a:cubicBezTo>
                    <a:pt x="342" y="3360"/>
                    <a:pt x="358" y="3386"/>
                    <a:pt x="358" y="3418"/>
                  </a:cubicBezTo>
                  <a:cubicBezTo>
                    <a:pt x="477" y="2835"/>
                    <a:pt x="965" y="2180"/>
                    <a:pt x="1263" y="1703"/>
                  </a:cubicBezTo>
                  <a:cubicBezTo>
                    <a:pt x="1584" y="1192"/>
                    <a:pt x="2048" y="620"/>
                    <a:pt x="22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39"/>
            <p:cNvSpPr/>
            <p:nvPr/>
          </p:nvSpPr>
          <p:spPr>
            <a:xfrm>
              <a:off x="2604965" y="4142296"/>
              <a:ext cx="38261" cy="31"/>
            </a:xfrm>
            <a:custGeom>
              <a:rect b="b" l="l" r="r" t="t"/>
              <a:pathLst>
                <a:path extrusionOk="0" h="1" w="1228">
                  <a:moveTo>
                    <a:pt x="1227" y="0"/>
                  </a:moveTo>
                  <a:lnTo>
                    <a:pt x="1" y="0"/>
                  </a:lnTo>
                  <a:lnTo>
                    <a:pt x="122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39"/>
            <p:cNvSpPr/>
            <p:nvPr/>
          </p:nvSpPr>
          <p:spPr>
            <a:xfrm>
              <a:off x="2513705" y="4151923"/>
              <a:ext cx="83876" cy="128026"/>
            </a:xfrm>
            <a:custGeom>
              <a:rect b="b" l="l" r="r" t="t"/>
              <a:pathLst>
                <a:path extrusionOk="0" h="4109" w="2692">
                  <a:moveTo>
                    <a:pt x="2334" y="1"/>
                  </a:moveTo>
                  <a:cubicBezTo>
                    <a:pt x="1739" y="1501"/>
                    <a:pt x="715" y="2692"/>
                    <a:pt x="1" y="4109"/>
                  </a:cubicBezTo>
                  <a:cubicBezTo>
                    <a:pt x="179" y="4025"/>
                    <a:pt x="358" y="3942"/>
                    <a:pt x="549" y="3859"/>
                  </a:cubicBezTo>
                  <a:cubicBezTo>
                    <a:pt x="870" y="3251"/>
                    <a:pt x="1287" y="2692"/>
                    <a:pt x="1596" y="2085"/>
                  </a:cubicBezTo>
                  <a:cubicBezTo>
                    <a:pt x="1953" y="1382"/>
                    <a:pt x="2334" y="703"/>
                    <a:pt x="26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39"/>
            <p:cNvSpPr/>
            <p:nvPr/>
          </p:nvSpPr>
          <p:spPr>
            <a:xfrm>
              <a:off x="2535234" y="4152297"/>
              <a:ext cx="76461" cy="118367"/>
            </a:xfrm>
            <a:custGeom>
              <a:rect b="b" l="l" r="r" t="t"/>
              <a:pathLst>
                <a:path extrusionOk="0" h="3799" w="2454">
                  <a:moveTo>
                    <a:pt x="2060" y="1"/>
                  </a:moveTo>
                  <a:cubicBezTo>
                    <a:pt x="1727" y="739"/>
                    <a:pt x="1346" y="1418"/>
                    <a:pt x="977" y="2132"/>
                  </a:cubicBezTo>
                  <a:cubicBezTo>
                    <a:pt x="679" y="2716"/>
                    <a:pt x="298" y="3216"/>
                    <a:pt x="0" y="3799"/>
                  </a:cubicBezTo>
                  <a:cubicBezTo>
                    <a:pt x="155" y="3739"/>
                    <a:pt x="322" y="3680"/>
                    <a:pt x="489" y="3608"/>
                  </a:cubicBezTo>
                  <a:cubicBezTo>
                    <a:pt x="739" y="3263"/>
                    <a:pt x="977" y="2596"/>
                    <a:pt x="1108" y="2346"/>
                  </a:cubicBezTo>
                  <a:cubicBezTo>
                    <a:pt x="1548" y="1549"/>
                    <a:pt x="1929" y="739"/>
                    <a:pt x="24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39"/>
            <p:cNvSpPr/>
            <p:nvPr/>
          </p:nvSpPr>
          <p:spPr>
            <a:xfrm>
              <a:off x="2732586" y="4151082"/>
              <a:ext cx="65337" cy="41689"/>
            </a:xfrm>
            <a:custGeom>
              <a:rect b="b" l="l" r="r" t="t"/>
              <a:pathLst>
                <a:path extrusionOk="0" h="1338" w="2097">
                  <a:moveTo>
                    <a:pt x="1792" y="1"/>
                  </a:moveTo>
                  <a:cubicBezTo>
                    <a:pt x="1785" y="1"/>
                    <a:pt x="1778" y="5"/>
                    <a:pt x="1775" y="16"/>
                  </a:cubicBezTo>
                  <a:cubicBezTo>
                    <a:pt x="1774" y="16"/>
                    <a:pt x="1774" y="17"/>
                    <a:pt x="1774" y="17"/>
                  </a:cubicBezTo>
                  <a:lnTo>
                    <a:pt x="1774" y="17"/>
                  </a:lnTo>
                  <a:cubicBezTo>
                    <a:pt x="1788" y="17"/>
                    <a:pt x="1801" y="16"/>
                    <a:pt x="1814" y="16"/>
                  </a:cubicBezTo>
                  <a:lnTo>
                    <a:pt x="1814" y="16"/>
                  </a:lnTo>
                  <a:cubicBezTo>
                    <a:pt x="1818" y="23"/>
                    <a:pt x="1818" y="32"/>
                    <a:pt x="1810" y="40"/>
                  </a:cubicBezTo>
                  <a:cubicBezTo>
                    <a:pt x="1715" y="218"/>
                    <a:pt x="1620" y="397"/>
                    <a:pt x="1536" y="552"/>
                  </a:cubicBezTo>
                  <a:cubicBezTo>
                    <a:pt x="1489" y="623"/>
                    <a:pt x="1441" y="719"/>
                    <a:pt x="1382" y="790"/>
                  </a:cubicBezTo>
                  <a:cubicBezTo>
                    <a:pt x="1489" y="742"/>
                    <a:pt x="1596" y="719"/>
                    <a:pt x="1703" y="671"/>
                  </a:cubicBezTo>
                  <a:cubicBezTo>
                    <a:pt x="1798" y="433"/>
                    <a:pt x="1941" y="207"/>
                    <a:pt x="2096" y="4"/>
                  </a:cubicBezTo>
                  <a:lnTo>
                    <a:pt x="2096" y="4"/>
                  </a:lnTo>
                  <a:cubicBezTo>
                    <a:pt x="2002" y="9"/>
                    <a:pt x="1908" y="13"/>
                    <a:pt x="1814" y="16"/>
                  </a:cubicBezTo>
                  <a:lnTo>
                    <a:pt x="1814" y="16"/>
                  </a:lnTo>
                  <a:cubicBezTo>
                    <a:pt x="1810" y="7"/>
                    <a:pt x="1801" y="1"/>
                    <a:pt x="1792" y="1"/>
                  </a:cubicBezTo>
                  <a:close/>
                  <a:moveTo>
                    <a:pt x="1774" y="17"/>
                  </a:moveTo>
                  <a:cubicBezTo>
                    <a:pt x="1406" y="28"/>
                    <a:pt x="1042" y="28"/>
                    <a:pt x="691" y="28"/>
                  </a:cubicBezTo>
                  <a:cubicBezTo>
                    <a:pt x="548" y="326"/>
                    <a:pt x="393" y="611"/>
                    <a:pt x="227" y="897"/>
                  </a:cubicBezTo>
                  <a:cubicBezTo>
                    <a:pt x="132" y="1040"/>
                    <a:pt x="72" y="1195"/>
                    <a:pt x="1" y="1338"/>
                  </a:cubicBezTo>
                  <a:cubicBezTo>
                    <a:pt x="132" y="1278"/>
                    <a:pt x="274" y="1231"/>
                    <a:pt x="405" y="1171"/>
                  </a:cubicBezTo>
                  <a:lnTo>
                    <a:pt x="989" y="99"/>
                  </a:lnTo>
                  <a:cubicBezTo>
                    <a:pt x="993" y="95"/>
                    <a:pt x="999" y="92"/>
                    <a:pt x="1005" y="92"/>
                  </a:cubicBezTo>
                  <a:cubicBezTo>
                    <a:pt x="1015" y="92"/>
                    <a:pt x="1024" y="101"/>
                    <a:pt x="1024" y="123"/>
                  </a:cubicBezTo>
                  <a:cubicBezTo>
                    <a:pt x="917" y="457"/>
                    <a:pt x="763" y="790"/>
                    <a:pt x="584" y="1100"/>
                  </a:cubicBezTo>
                  <a:cubicBezTo>
                    <a:pt x="691" y="1052"/>
                    <a:pt x="786" y="1028"/>
                    <a:pt x="894" y="980"/>
                  </a:cubicBezTo>
                  <a:cubicBezTo>
                    <a:pt x="1024" y="659"/>
                    <a:pt x="1191" y="361"/>
                    <a:pt x="1358" y="64"/>
                  </a:cubicBezTo>
                  <a:cubicBezTo>
                    <a:pt x="1362" y="49"/>
                    <a:pt x="1370" y="43"/>
                    <a:pt x="1379" y="43"/>
                  </a:cubicBezTo>
                  <a:cubicBezTo>
                    <a:pt x="1400" y="43"/>
                    <a:pt x="1426" y="71"/>
                    <a:pt x="1417" y="88"/>
                  </a:cubicBezTo>
                  <a:cubicBezTo>
                    <a:pt x="1322" y="302"/>
                    <a:pt x="1227" y="492"/>
                    <a:pt x="1144" y="695"/>
                  </a:cubicBezTo>
                  <a:cubicBezTo>
                    <a:pt x="1120" y="754"/>
                    <a:pt x="1108" y="838"/>
                    <a:pt x="1072" y="921"/>
                  </a:cubicBezTo>
                  <a:cubicBezTo>
                    <a:pt x="1120" y="909"/>
                    <a:pt x="1167" y="897"/>
                    <a:pt x="1203" y="861"/>
                  </a:cubicBezTo>
                  <a:cubicBezTo>
                    <a:pt x="1417" y="600"/>
                    <a:pt x="1608" y="314"/>
                    <a:pt x="1774" y="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39"/>
            <p:cNvSpPr/>
            <p:nvPr/>
          </p:nvSpPr>
          <p:spPr>
            <a:xfrm>
              <a:off x="2384245" y="3872098"/>
              <a:ext cx="38230" cy="78953"/>
            </a:xfrm>
            <a:custGeom>
              <a:rect b="b" l="l" r="r" t="t"/>
              <a:pathLst>
                <a:path extrusionOk="0" h="2534" w="1227">
                  <a:moveTo>
                    <a:pt x="1198" y="0"/>
                  </a:moveTo>
                  <a:cubicBezTo>
                    <a:pt x="1194" y="0"/>
                    <a:pt x="1191" y="1"/>
                    <a:pt x="1191" y="5"/>
                  </a:cubicBezTo>
                  <a:cubicBezTo>
                    <a:pt x="941" y="481"/>
                    <a:pt x="739" y="993"/>
                    <a:pt x="501" y="1481"/>
                  </a:cubicBezTo>
                  <a:cubicBezTo>
                    <a:pt x="407" y="1657"/>
                    <a:pt x="0" y="2227"/>
                    <a:pt x="114" y="2425"/>
                  </a:cubicBezTo>
                  <a:lnTo>
                    <a:pt x="114" y="2425"/>
                  </a:lnTo>
                  <a:cubicBezTo>
                    <a:pt x="107" y="2416"/>
                    <a:pt x="97" y="2411"/>
                    <a:pt x="86" y="2411"/>
                  </a:cubicBezTo>
                  <a:cubicBezTo>
                    <a:pt x="58" y="2411"/>
                    <a:pt x="28" y="2441"/>
                    <a:pt x="36" y="2481"/>
                  </a:cubicBezTo>
                  <a:lnTo>
                    <a:pt x="36" y="2505"/>
                  </a:lnTo>
                  <a:cubicBezTo>
                    <a:pt x="28" y="2522"/>
                    <a:pt x="57" y="2533"/>
                    <a:pt x="83" y="2533"/>
                  </a:cubicBezTo>
                  <a:cubicBezTo>
                    <a:pt x="92" y="2533"/>
                    <a:pt x="101" y="2532"/>
                    <a:pt x="108" y="2529"/>
                  </a:cubicBezTo>
                  <a:cubicBezTo>
                    <a:pt x="346" y="2362"/>
                    <a:pt x="465" y="1874"/>
                    <a:pt x="584" y="1636"/>
                  </a:cubicBezTo>
                  <a:cubicBezTo>
                    <a:pt x="834" y="1112"/>
                    <a:pt x="1108" y="588"/>
                    <a:pt x="1227" y="28"/>
                  </a:cubicBezTo>
                  <a:cubicBezTo>
                    <a:pt x="1227" y="11"/>
                    <a:pt x="1208" y="0"/>
                    <a:pt x="1198" y="0"/>
                  </a:cubicBezTo>
                  <a:close/>
                </a:path>
              </a:pathLst>
            </a:custGeom>
            <a:solidFill>
              <a:srgbClr val="8A57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39"/>
            <p:cNvSpPr/>
            <p:nvPr/>
          </p:nvSpPr>
          <p:spPr>
            <a:xfrm>
              <a:off x="2504202" y="3962828"/>
              <a:ext cx="5359" cy="8880"/>
            </a:xfrm>
            <a:custGeom>
              <a:rect b="b" l="l" r="r" t="t"/>
              <a:pathLst>
                <a:path extrusionOk="0" h="285" w="172">
                  <a:moveTo>
                    <a:pt x="132" y="0"/>
                  </a:moveTo>
                  <a:cubicBezTo>
                    <a:pt x="125" y="0"/>
                    <a:pt x="119" y="3"/>
                    <a:pt x="115" y="10"/>
                  </a:cubicBezTo>
                  <a:cubicBezTo>
                    <a:pt x="68" y="93"/>
                    <a:pt x="20" y="164"/>
                    <a:pt x="8" y="248"/>
                  </a:cubicBezTo>
                  <a:cubicBezTo>
                    <a:pt x="1" y="271"/>
                    <a:pt x="8" y="284"/>
                    <a:pt x="20" y="284"/>
                  </a:cubicBezTo>
                  <a:cubicBezTo>
                    <a:pt x="27" y="284"/>
                    <a:pt x="35" y="280"/>
                    <a:pt x="44" y="272"/>
                  </a:cubicBezTo>
                  <a:cubicBezTo>
                    <a:pt x="68" y="188"/>
                    <a:pt x="115" y="117"/>
                    <a:pt x="163" y="45"/>
                  </a:cubicBezTo>
                  <a:cubicBezTo>
                    <a:pt x="172" y="20"/>
                    <a:pt x="149" y="0"/>
                    <a:pt x="132" y="0"/>
                  </a:cubicBezTo>
                  <a:close/>
                </a:path>
              </a:pathLst>
            </a:custGeom>
            <a:solidFill>
              <a:srgbClr val="8A57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4" name="Google Shape;1524;p39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Doodle Banner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25" name="Google Shape;1525;p39"/>
          <p:cNvSpPr txBox="1"/>
          <p:nvPr/>
        </p:nvSpPr>
        <p:spPr>
          <a:xfrm>
            <a:off x="5103679" y="1664208"/>
            <a:ext cx="31119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place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6" name="Google Shape;1526;p39"/>
          <p:cNvSpPr txBox="1"/>
          <p:nvPr/>
        </p:nvSpPr>
        <p:spPr>
          <a:xfrm>
            <a:off x="3069413" y="1572768"/>
            <a:ext cx="9201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8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27" name="Google Shape;1527;p39"/>
          <p:cNvSpPr txBox="1"/>
          <p:nvPr/>
        </p:nvSpPr>
        <p:spPr>
          <a:xfrm>
            <a:off x="4441633" y="2392680"/>
            <a:ext cx="31119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8" name="Google Shape;1528;p39"/>
          <p:cNvSpPr txBox="1"/>
          <p:nvPr/>
        </p:nvSpPr>
        <p:spPr>
          <a:xfrm>
            <a:off x="2416513" y="2301240"/>
            <a:ext cx="9201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8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29" name="Google Shape;1529;p39"/>
          <p:cNvSpPr txBox="1"/>
          <p:nvPr/>
        </p:nvSpPr>
        <p:spPr>
          <a:xfrm>
            <a:off x="3779571" y="3121152"/>
            <a:ext cx="31119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0" name="Google Shape;1530;p39"/>
          <p:cNvSpPr txBox="1"/>
          <p:nvPr/>
        </p:nvSpPr>
        <p:spPr>
          <a:xfrm>
            <a:off x="1766063" y="3029712"/>
            <a:ext cx="9201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Jupiter</a:t>
            </a:r>
            <a:endParaRPr sz="18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31" name="Google Shape;1531;p39"/>
          <p:cNvSpPr txBox="1"/>
          <p:nvPr/>
        </p:nvSpPr>
        <p:spPr>
          <a:xfrm>
            <a:off x="3124413" y="3849624"/>
            <a:ext cx="31119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Yes, Saturn is the ringed one. It’s a gas giant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2" name="Google Shape;1532;p39"/>
          <p:cNvSpPr txBox="1"/>
          <p:nvPr/>
        </p:nvSpPr>
        <p:spPr>
          <a:xfrm>
            <a:off x="1098700" y="3758184"/>
            <a:ext cx="9201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 sz="18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33" name="Google Shape;1533;p39"/>
          <p:cNvSpPr/>
          <p:nvPr/>
        </p:nvSpPr>
        <p:spPr>
          <a:xfrm>
            <a:off x="4282463" y="1507959"/>
            <a:ext cx="271340" cy="353864"/>
          </a:xfrm>
          <a:custGeom>
            <a:rect b="b" l="l" r="r" t="t"/>
            <a:pathLst>
              <a:path extrusionOk="0" h="14052" w="10776">
                <a:moveTo>
                  <a:pt x="5388" y="0"/>
                </a:moveTo>
                <a:cubicBezTo>
                  <a:pt x="3939" y="0"/>
                  <a:pt x="2741" y="1071"/>
                  <a:pt x="2552" y="2489"/>
                </a:cubicBezTo>
                <a:lnTo>
                  <a:pt x="4569" y="2489"/>
                </a:lnTo>
                <a:cubicBezTo>
                  <a:pt x="4789" y="2489"/>
                  <a:pt x="5010" y="2678"/>
                  <a:pt x="5010" y="2867"/>
                </a:cubicBezTo>
                <a:cubicBezTo>
                  <a:pt x="5010" y="3056"/>
                  <a:pt x="4789" y="3277"/>
                  <a:pt x="4569" y="3277"/>
                </a:cubicBezTo>
                <a:lnTo>
                  <a:pt x="2489" y="3277"/>
                </a:lnTo>
                <a:lnTo>
                  <a:pt x="2489" y="4096"/>
                </a:lnTo>
                <a:lnTo>
                  <a:pt x="4569" y="4096"/>
                </a:lnTo>
                <a:cubicBezTo>
                  <a:pt x="4789" y="4096"/>
                  <a:pt x="5010" y="4285"/>
                  <a:pt x="5010" y="4537"/>
                </a:cubicBezTo>
                <a:cubicBezTo>
                  <a:pt x="5010" y="4757"/>
                  <a:pt x="4789" y="4915"/>
                  <a:pt x="4569" y="4915"/>
                </a:cubicBezTo>
                <a:lnTo>
                  <a:pt x="2489" y="4915"/>
                </a:lnTo>
                <a:lnTo>
                  <a:pt x="2489" y="5734"/>
                </a:lnTo>
                <a:lnTo>
                  <a:pt x="4569" y="5734"/>
                </a:lnTo>
                <a:cubicBezTo>
                  <a:pt x="4789" y="5734"/>
                  <a:pt x="5010" y="5955"/>
                  <a:pt x="5010" y="6144"/>
                </a:cubicBezTo>
                <a:cubicBezTo>
                  <a:pt x="5010" y="6396"/>
                  <a:pt x="4789" y="6585"/>
                  <a:pt x="4569" y="6585"/>
                </a:cubicBezTo>
                <a:lnTo>
                  <a:pt x="2552" y="6585"/>
                </a:lnTo>
                <a:cubicBezTo>
                  <a:pt x="2741" y="7845"/>
                  <a:pt x="3750" y="8822"/>
                  <a:pt x="5010" y="9011"/>
                </a:cubicBezTo>
                <a:lnTo>
                  <a:pt x="5010" y="9861"/>
                </a:lnTo>
                <a:cubicBezTo>
                  <a:pt x="2804" y="9641"/>
                  <a:pt x="1072" y="7876"/>
                  <a:pt x="851" y="5671"/>
                </a:cubicBezTo>
                <a:lnTo>
                  <a:pt x="851" y="5671"/>
                </a:lnTo>
                <a:cubicBezTo>
                  <a:pt x="977" y="5703"/>
                  <a:pt x="1135" y="5734"/>
                  <a:pt x="1261" y="5734"/>
                </a:cubicBezTo>
                <a:cubicBezTo>
                  <a:pt x="1418" y="5734"/>
                  <a:pt x="1544" y="5703"/>
                  <a:pt x="1702" y="5671"/>
                </a:cubicBezTo>
                <a:lnTo>
                  <a:pt x="1702" y="3340"/>
                </a:lnTo>
                <a:cubicBezTo>
                  <a:pt x="1576" y="3308"/>
                  <a:pt x="1418" y="3277"/>
                  <a:pt x="1261" y="3277"/>
                </a:cubicBezTo>
                <a:cubicBezTo>
                  <a:pt x="599" y="3277"/>
                  <a:pt x="0" y="3812"/>
                  <a:pt x="0" y="4537"/>
                </a:cubicBezTo>
                <a:lnTo>
                  <a:pt x="0" y="5356"/>
                </a:lnTo>
                <a:cubicBezTo>
                  <a:pt x="0" y="8191"/>
                  <a:pt x="2206" y="10523"/>
                  <a:pt x="4947" y="10712"/>
                </a:cubicBezTo>
                <a:lnTo>
                  <a:pt x="4947" y="11657"/>
                </a:lnTo>
                <a:cubicBezTo>
                  <a:pt x="4002" y="11846"/>
                  <a:pt x="3308" y="12697"/>
                  <a:pt x="3308" y="13673"/>
                </a:cubicBezTo>
                <a:cubicBezTo>
                  <a:pt x="3308" y="13894"/>
                  <a:pt x="3497" y="14051"/>
                  <a:pt x="3750" y="14051"/>
                </a:cubicBezTo>
                <a:lnTo>
                  <a:pt x="7058" y="14051"/>
                </a:lnTo>
                <a:cubicBezTo>
                  <a:pt x="7278" y="14051"/>
                  <a:pt x="7436" y="13862"/>
                  <a:pt x="7436" y="13673"/>
                </a:cubicBezTo>
                <a:cubicBezTo>
                  <a:pt x="7436" y="12697"/>
                  <a:pt x="6743" y="11815"/>
                  <a:pt x="5797" y="11657"/>
                </a:cubicBezTo>
                <a:lnTo>
                  <a:pt x="5797" y="10712"/>
                </a:lnTo>
                <a:cubicBezTo>
                  <a:pt x="8570" y="10523"/>
                  <a:pt x="10775" y="8191"/>
                  <a:pt x="10775" y="5356"/>
                </a:cubicBezTo>
                <a:lnTo>
                  <a:pt x="10775" y="4537"/>
                </a:lnTo>
                <a:cubicBezTo>
                  <a:pt x="10775" y="3875"/>
                  <a:pt x="10240" y="3277"/>
                  <a:pt x="9515" y="3277"/>
                </a:cubicBezTo>
                <a:cubicBezTo>
                  <a:pt x="9357" y="3277"/>
                  <a:pt x="9263" y="3308"/>
                  <a:pt x="9137" y="3340"/>
                </a:cubicBezTo>
                <a:lnTo>
                  <a:pt x="9137" y="5671"/>
                </a:lnTo>
                <a:cubicBezTo>
                  <a:pt x="9263" y="5703"/>
                  <a:pt x="9420" y="5734"/>
                  <a:pt x="9515" y="5734"/>
                </a:cubicBezTo>
                <a:cubicBezTo>
                  <a:pt x="9672" y="5734"/>
                  <a:pt x="9798" y="5703"/>
                  <a:pt x="9925" y="5671"/>
                </a:cubicBezTo>
                <a:lnTo>
                  <a:pt x="9925" y="5671"/>
                </a:lnTo>
                <a:cubicBezTo>
                  <a:pt x="9767" y="7876"/>
                  <a:pt x="8003" y="9641"/>
                  <a:pt x="5797" y="9861"/>
                </a:cubicBezTo>
                <a:lnTo>
                  <a:pt x="5797" y="9011"/>
                </a:lnTo>
                <a:cubicBezTo>
                  <a:pt x="7058" y="8822"/>
                  <a:pt x="8034" y="7845"/>
                  <a:pt x="8223" y="6585"/>
                </a:cubicBezTo>
                <a:lnTo>
                  <a:pt x="6207" y="6585"/>
                </a:lnTo>
                <a:cubicBezTo>
                  <a:pt x="5986" y="6585"/>
                  <a:pt x="5829" y="6396"/>
                  <a:pt x="5829" y="6144"/>
                </a:cubicBezTo>
                <a:cubicBezTo>
                  <a:pt x="5829" y="5892"/>
                  <a:pt x="6018" y="5734"/>
                  <a:pt x="6207" y="5734"/>
                </a:cubicBezTo>
                <a:lnTo>
                  <a:pt x="8318" y="5734"/>
                </a:lnTo>
                <a:lnTo>
                  <a:pt x="8318" y="4915"/>
                </a:lnTo>
                <a:lnTo>
                  <a:pt x="6207" y="4915"/>
                </a:lnTo>
                <a:cubicBezTo>
                  <a:pt x="5986" y="4915"/>
                  <a:pt x="5829" y="4726"/>
                  <a:pt x="5829" y="4537"/>
                </a:cubicBezTo>
                <a:cubicBezTo>
                  <a:pt x="5829" y="4285"/>
                  <a:pt x="6018" y="4096"/>
                  <a:pt x="6207" y="4096"/>
                </a:cubicBezTo>
                <a:lnTo>
                  <a:pt x="8318" y="4096"/>
                </a:lnTo>
                <a:lnTo>
                  <a:pt x="8318" y="3277"/>
                </a:lnTo>
                <a:lnTo>
                  <a:pt x="6207" y="3277"/>
                </a:lnTo>
                <a:cubicBezTo>
                  <a:pt x="5986" y="3277"/>
                  <a:pt x="5829" y="3056"/>
                  <a:pt x="5829" y="2867"/>
                </a:cubicBezTo>
                <a:cubicBezTo>
                  <a:pt x="5829" y="2678"/>
                  <a:pt x="6018" y="2489"/>
                  <a:pt x="6207" y="2489"/>
                </a:cubicBezTo>
                <a:lnTo>
                  <a:pt x="8223" y="2489"/>
                </a:lnTo>
                <a:cubicBezTo>
                  <a:pt x="8034" y="1071"/>
                  <a:pt x="6806" y="0"/>
                  <a:pt x="538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4" name="Google Shape;1534;p39"/>
          <p:cNvGrpSpPr/>
          <p:nvPr/>
        </p:nvGrpSpPr>
        <p:grpSpPr>
          <a:xfrm>
            <a:off x="2926801" y="2947638"/>
            <a:ext cx="364959" cy="357289"/>
            <a:chOff x="-8680950" y="3624225"/>
            <a:chExt cx="362350" cy="354700"/>
          </a:xfrm>
        </p:grpSpPr>
        <p:sp>
          <p:nvSpPr>
            <p:cNvPr id="1535" name="Google Shape;1535;p39"/>
            <p:cNvSpPr/>
            <p:nvPr/>
          </p:nvSpPr>
          <p:spPr>
            <a:xfrm>
              <a:off x="-8512400" y="3686450"/>
              <a:ext cx="130775" cy="129800"/>
            </a:xfrm>
            <a:custGeom>
              <a:rect b="b" l="l" r="r" t="t"/>
              <a:pathLst>
                <a:path extrusionOk="0" h="5192" w="5231">
                  <a:moveTo>
                    <a:pt x="4065" y="1"/>
                  </a:moveTo>
                  <a:lnTo>
                    <a:pt x="158" y="3876"/>
                  </a:lnTo>
                  <a:cubicBezTo>
                    <a:pt x="1" y="4096"/>
                    <a:pt x="1" y="4317"/>
                    <a:pt x="158" y="4474"/>
                  </a:cubicBezTo>
                  <a:lnTo>
                    <a:pt x="757" y="5073"/>
                  </a:lnTo>
                  <a:cubicBezTo>
                    <a:pt x="836" y="5152"/>
                    <a:pt x="938" y="5191"/>
                    <a:pt x="1041" y="5191"/>
                  </a:cubicBezTo>
                  <a:cubicBezTo>
                    <a:pt x="1143" y="5191"/>
                    <a:pt x="1245" y="5152"/>
                    <a:pt x="1324" y="5073"/>
                  </a:cubicBezTo>
                  <a:lnTo>
                    <a:pt x="5231" y="1166"/>
                  </a:lnTo>
                  <a:lnTo>
                    <a:pt x="40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39"/>
            <p:cNvSpPr/>
            <p:nvPr/>
          </p:nvSpPr>
          <p:spPr>
            <a:xfrm>
              <a:off x="-8395825" y="3624225"/>
              <a:ext cx="77225" cy="77225"/>
            </a:xfrm>
            <a:custGeom>
              <a:rect b="b" l="l" r="r" t="t"/>
              <a:pathLst>
                <a:path extrusionOk="0" h="3089" w="3089">
                  <a:moveTo>
                    <a:pt x="1607" y="1"/>
                  </a:moveTo>
                  <a:cubicBezTo>
                    <a:pt x="1481" y="1"/>
                    <a:pt x="1355" y="64"/>
                    <a:pt x="1292" y="158"/>
                  </a:cubicBezTo>
                  <a:lnTo>
                    <a:pt x="1" y="1891"/>
                  </a:lnTo>
                  <a:lnTo>
                    <a:pt x="1198" y="3088"/>
                  </a:lnTo>
                  <a:lnTo>
                    <a:pt x="2931" y="1797"/>
                  </a:lnTo>
                  <a:cubicBezTo>
                    <a:pt x="3057" y="1734"/>
                    <a:pt x="3088" y="1608"/>
                    <a:pt x="3088" y="1482"/>
                  </a:cubicBezTo>
                  <a:lnTo>
                    <a:pt x="3088" y="442"/>
                  </a:lnTo>
                  <a:cubicBezTo>
                    <a:pt x="3057" y="190"/>
                    <a:pt x="2868" y="1"/>
                    <a:pt x="2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39"/>
            <p:cNvSpPr/>
            <p:nvPr/>
          </p:nvSpPr>
          <p:spPr>
            <a:xfrm>
              <a:off x="-8676125" y="3883875"/>
              <a:ext cx="98375" cy="92925"/>
            </a:xfrm>
            <a:custGeom>
              <a:rect b="b" l="l" r="r" t="t"/>
              <a:pathLst>
                <a:path extrusionOk="0" h="3717" w="3935">
                  <a:moveTo>
                    <a:pt x="2478" y="0"/>
                  </a:moveTo>
                  <a:cubicBezTo>
                    <a:pt x="2338" y="0"/>
                    <a:pt x="2197" y="75"/>
                    <a:pt x="2108" y="201"/>
                  </a:cubicBezTo>
                  <a:lnTo>
                    <a:pt x="154" y="3130"/>
                  </a:lnTo>
                  <a:cubicBezTo>
                    <a:pt x="0" y="3413"/>
                    <a:pt x="244" y="3717"/>
                    <a:pt x="527" y="3717"/>
                  </a:cubicBezTo>
                  <a:cubicBezTo>
                    <a:pt x="591" y="3717"/>
                    <a:pt x="657" y="3701"/>
                    <a:pt x="721" y="3666"/>
                  </a:cubicBezTo>
                  <a:lnTo>
                    <a:pt x="3620" y="1744"/>
                  </a:lnTo>
                  <a:cubicBezTo>
                    <a:pt x="3903" y="1618"/>
                    <a:pt x="3935" y="1303"/>
                    <a:pt x="3746" y="1114"/>
                  </a:cubicBezTo>
                  <a:lnTo>
                    <a:pt x="2769" y="138"/>
                  </a:lnTo>
                  <a:cubicBezTo>
                    <a:pt x="2688" y="43"/>
                    <a:pt x="2583" y="0"/>
                    <a:pt x="2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39"/>
            <p:cNvSpPr/>
            <p:nvPr/>
          </p:nvSpPr>
          <p:spPr>
            <a:xfrm>
              <a:off x="-8680950" y="3708850"/>
              <a:ext cx="282800" cy="270075"/>
            </a:xfrm>
            <a:custGeom>
              <a:rect b="b" l="l" r="r" t="t"/>
              <a:pathLst>
                <a:path extrusionOk="0" h="10803" w="11312">
                  <a:moveTo>
                    <a:pt x="4337" y="4327"/>
                  </a:moveTo>
                  <a:cubicBezTo>
                    <a:pt x="4656" y="4327"/>
                    <a:pt x="4979" y="4445"/>
                    <a:pt x="5231" y="4681"/>
                  </a:cubicBezTo>
                  <a:cubicBezTo>
                    <a:pt x="5388" y="4839"/>
                    <a:pt x="5388" y="5122"/>
                    <a:pt x="5231" y="5280"/>
                  </a:cubicBezTo>
                  <a:cubicBezTo>
                    <a:pt x="5152" y="5359"/>
                    <a:pt x="5050" y="5398"/>
                    <a:pt x="4947" y="5398"/>
                  </a:cubicBezTo>
                  <a:cubicBezTo>
                    <a:pt x="4845" y="5398"/>
                    <a:pt x="4742" y="5359"/>
                    <a:pt x="4664" y="5280"/>
                  </a:cubicBezTo>
                  <a:cubicBezTo>
                    <a:pt x="4585" y="5201"/>
                    <a:pt x="4475" y="5162"/>
                    <a:pt x="4364" y="5162"/>
                  </a:cubicBezTo>
                  <a:cubicBezTo>
                    <a:pt x="4254" y="5162"/>
                    <a:pt x="4144" y="5201"/>
                    <a:pt x="4065" y="5280"/>
                  </a:cubicBezTo>
                  <a:cubicBezTo>
                    <a:pt x="3829" y="5516"/>
                    <a:pt x="3514" y="5634"/>
                    <a:pt x="3195" y="5634"/>
                  </a:cubicBezTo>
                  <a:cubicBezTo>
                    <a:pt x="2876" y="5634"/>
                    <a:pt x="2553" y="5516"/>
                    <a:pt x="2301" y="5280"/>
                  </a:cubicBezTo>
                  <a:cubicBezTo>
                    <a:pt x="2143" y="5122"/>
                    <a:pt x="2143" y="4839"/>
                    <a:pt x="2301" y="4681"/>
                  </a:cubicBezTo>
                  <a:cubicBezTo>
                    <a:pt x="2379" y="4602"/>
                    <a:pt x="2482" y="4563"/>
                    <a:pt x="2584" y="4563"/>
                  </a:cubicBezTo>
                  <a:cubicBezTo>
                    <a:pt x="2687" y="4563"/>
                    <a:pt x="2789" y="4602"/>
                    <a:pt x="2868" y="4681"/>
                  </a:cubicBezTo>
                  <a:cubicBezTo>
                    <a:pt x="2947" y="4760"/>
                    <a:pt x="3057" y="4799"/>
                    <a:pt x="3167" y="4799"/>
                  </a:cubicBezTo>
                  <a:cubicBezTo>
                    <a:pt x="3277" y="4799"/>
                    <a:pt x="3388" y="4760"/>
                    <a:pt x="3466" y="4681"/>
                  </a:cubicBezTo>
                  <a:cubicBezTo>
                    <a:pt x="3703" y="4445"/>
                    <a:pt x="4018" y="4327"/>
                    <a:pt x="4337" y="4327"/>
                  </a:cubicBezTo>
                  <a:close/>
                  <a:moveTo>
                    <a:pt x="6097" y="5697"/>
                  </a:moveTo>
                  <a:cubicBezTo>
                    <a:pt x="6207" y="5697"/>
                    <a:pt x="6318" y="5737"/>
                    <a:pt x="6396" y="5815"/>
                  </a:cubicBezTo>
                  <a:cubicBezTo>
                    <a:pt x="6869" y="6288"/>
                    <a:pt x="6869" y="7076"/>
                    <a:pt x="6396" y="7611"/>
                  </a:cubicBezTo>
                  <a:cubicBezTo>
                    <a:pt x="6239" y="7769"/>
                    <a:pt x="6239" y="8021"/>
                    <a:pt x="6396" y="8178"/>
                  </a:cubicBezTo>
                  <a:cubicBezTo>
                    <a:pt x="6554" y="8336"/>
                    <a:pt x="6554" y="8619"/>
                    <a:pt x="6396" y="8777"/>
                  </a:cubicBezTo>
                  <a:cubicBezTo>
                    <a:pt x="6318" y="8856"/>
                    <a:pt x="6207" y="8895"/>
                    <a:pt x="6097" y="8895"/>
                  </a:cubicBezTo>
                  <a:cubicBezTo>
                    <a:pt x="5987" y="8895"/>
                    <a:pt x="5877" y="8856"/>
                    <a:pt x="5798" y="8777"/>
                  </a:cubicBezTo>
                  <a:cubicBezTo>
                    <a:pt x="5325" y="8304"/>
                    <a:pt x="5325" y="7517"/>
                    <a:pt x="5798" y="7013"/>
                  </a:cubicBezTo>
                  <a:cubicBezTo>
                    <a:pt x="5955" y="6855"/>
                    <a:pt x="5955" y="6571"/>
                    <a:pt x="5798" y="6414"/>
                  </a:cubicBezTo>
                  <a:cubicBezTo>
                    <a:pt x="5640" y="6256"/>
                    <a:pt x="5640" y="5973"/>
                    <a:pt x="5798" y="5815"/>
                  </a:cubicBezTo>
                  <a:cubicBezTo>
                    <a:pt x="5877" y="5737"/>
                    <a:pt x="5987" y="5697"/>
                    <a:pt x="6097" y="5697"/>
                  </a:cubicBezTo>
                  <a:close/>
                  <a:moveTo>
                    <a:pt x="6968" y="1"/>
                  </a:moveTo>
                  <a:cubicBezTo>
                    <a:pt x="6230" y="1"/>
                    <a:pt x="5491" y="269"/>
                    <a:pt x="4916" y="806"/>
                  </a:cubicBezTo>
                  <a:lnTo>
                    <a:pt x="4286" y="1468"/>
                  </a:lnTo>
                  <a:cubicBezTo>
                    <a:pt x="4191" y="1562"/>
                    <a:pt x="4128" y="1783"/>
                    <a:pt x="4222" y="1909"/>
                  </a:cubicBezTo>
                  <a:cubicBezTo>
                    <a:pt x="4380" y="2255"/>
                    <a:pt x="4286" y="2633"/>
                    <a:pt x="4065" y="2854"/>
                  </a:cubicBezTo>
                  <a:cubicBezTo>
                    <a:pt x="3892" y="3027"/>
                    <a:pt x="3643" y="3124"/>
                    <a:pt x="3401" y="3124"/>
                  </a:cubicBezTo>
                  <a:cubicBezTo>
                    <a:pt x="3203" y="3124"/>
                    <a:pt x="3010" y="3059"/>
                    <a:pt x="2868" y="2917"/>
                  </a:cubicBezTo>
                  <a:lnTo>
                    <a:pt x="2616" y="2633"/>
                  </a:lnTo>
                  <a:cubicBezTo>
                    <a:pt x="2537" y="2555"/>
                    <a:pt x="2427" y="2515"/>
                    <a:pt x="2316" y="2515"/>
                  </a:cubicBezTo>
                  <a:cubicBezTo>
                    <a:pt x="2206" y="2515"/>
                    <a:pt x="2096" y="2555"/>
                    <a:pt x="2017" y="2633"/>
                  </a:cubicBezTo>
                  <a:lnTo>
                    <a:pt x="1419" y="3232"/>
                  </a:lnTo>
                  <a:cubicBezTo>
                    <a:pt x="158" y="4492"/>
                    <a:pt x="1" y="6445"/>
                    <a:pt x="946" y="7895"/>
                  </a:cubicBezTo>
                  <a:lnTo>
                    <a:pt x="1608" y="6792"/>
                  </a:lnTo>
                  <a:cubicBezTo>
                    <a:pt x="1765" y="6477"/>
                    <a:pt x="2143" y="6256"/>
                    <a:pt x="2521" y="6225"/>
                  </a:cubicBezTo>
                  <a:cubicBezTo>
                    <a:pt x="2590" y="6214"/>
                    <a:pt x="2659" y="6209"/>
                    <a:pt x="2726" y="6209"/>
                  </a:cubicBezTo>
                  <a:cubicBezTo>
                    <a:pt x="3056" y="6209"/>
                    <a:pt x="3357" y="6336"/>
                    <a:pt x="3592" y="6571"/>
                  </a:cubicBezTo>
                  <a:lnTo>
                    <a:pt x="4569" y="7548"/>
                  </a:lnTo>
                  <a:cubicBezTo>
                    <a:pt x="4853" y="7832"/>
                    <a:pt x="4979" y="8210"/>
                    <a:pt x="4916" y="8619"/>
                  </a:cubicBezTo>
                  <a:cubicBezTo>
                    <a:pt x="4884" y="8997"/>
                    <a:pt x="4601" y="9312"/>
                    <a:pt x="4286" y="9533"/>
                  </a:cubicBezTo>
                  <a:lnTo>
                    <a:pt x="3246" y="10195"/>
                  </a:lnTo>
                  <a:cubicBezTo>
                    <a:pt x="3867" y="10600"/>
                    <a:pt x="4575" y="10802"/>
                    <a:pt x="5283" y="10802"/>
                  </a:cubicBezTo>
                  <a:cubicBezTo>
                    <a:pt x="6227" y="10802"/>
                    <a:pt x="7170" y="10442"/>
                    <a:pt x="7909" y="9722"/>
                  </a:cubicBezTo>
                  <a:lnTo>
                    <a:pt x="8507" y="9123"/>
                  </a:lnTo>
                  <a:cubicBezTo>
                    <a:pt x="8665" y="8966"/>
                    <a:pt x="8665" y="8682"/>
                    <a:pt x="8507" y="8525"/>
                  </a:cubicBezTo>
                  <a:lnTo>
                    <a:pt x="8224" y="8273"/>
                  </a:lnTo>
                  <a:cubicBezTo>
                    <a:pt x="7909" y="7958"/>
                    <a:pt x="7972" y="7391"/>
                    <a:pt x="8287" y="7076"/>
                  </a:cubicBezTo>
                  <a:cubicBezTo>
                    <a:pt x="8432" y="6930"/>
                    <a:pt x="8659" y="6840"/>
                    <a:pt x="8887" y="6840"/>
                  </a:cubicBezTo>
                  <a:cubicBezTo>
                    <a:pt x="9005" y="6840"/>
                    <a:pt x="9124" y="6864"/>
                    <a:pt x="9232" y="6918"/>
                  </a:cubicBezTo>
                  <a:cubicBezTo>
                    <a:pt x="9294" y="6955"/>
                    <a:pt x="9361" y="6973"/>
                    <a:pt x="9427" y="6973"/>
                  </a:cubicBezTo>
                  <a:cubicBezTo>
                    <a:pt x="9529" y="6973"/>
                    <a:pt x="9628" y="6931"/>
                    <a:pt x="9704" y="6855"/>
                  </a:cubicBezTo>
                  <a:lnTo>
                    <a:pt x="10334" y="6225"/>
                  </a:lnTo>
                  <a:cubicBezTo>
                    <a:pt x="11154" y="5185"/>
                    <a:pt x="11311" y="3831"/>
                    <a:pt x="10713" y="2696"/>
                  </a:cubicBezTo>
                  <a:lnTo>
                    <a:pt x="10713" y="2696"/>
                  </a:lnTo>
                  <a:lnTo>
                    <a:pt x="8665" y="4744"/>
                  </a:lnTo>
                  <a:cubicBezTo>
                    <a:pt x="8428" y="4980"/>
                    <a:pt x="8113" y="5099"/>
                    <a:pt x="7794" y="5099"/>
                  </a:cubicBezTo>
                  <a:cubicBezTo>
                    <a:pt x="7475" y="5099"/>
                    <a:pt x="7152" y="4980"/>
                    <a:pt x="6900" y="4744"/>
                  </a:cubicBezTo>
                  <a:lnTo>
                    <a:pt x="6302" y="4177"/>
                  </a:lnTo>
                  <a:cubicBezTo>
                    <a:pt x="5829" y="3705"/>
                    <a:pt x="5829" y="2917"/>
                    <a:pt x="6302" y="2381"/>
                  </a:cubicBezTo>
                  <a:lnTo>
                    <a:pt x="8350" y="334"/>
                  </a:lnTo>
                  <a:cubicBezTo>
                    <a:pt x="7918" y="112"/>
                    <a:pt x="7443" y="1"/>
                    <a:pt x="69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39"/>
            <p:cNvSpPr/>
            <p:nvPr/>
          </p:nvSpPr>
          <p:spPr>
            <a:xfrm>
              <a:off x="-8440725" y="3857375"/>
              <a:ext cx="117400" cy="86450"/>
            </a:xfrm>
            <a:custGeom>
              <a:rect b="b" l="l" r="r" t="t"/>
              <a:pathLst>
                <a:path extrusionOk="0" h="3458" w="4696">
                  <a:moveTo>
                    <a:pt x="1765" y="0"/>
                  </a:moveTo>
                  <a:cubicBezTo>
                    <a:pt x="1608" y="284"/>
                    <a:pt x="1419" y="567"/>
                    <a:pt x="1198" y="788"/>
                  </a:cubicBezTo>
                  <a:lnTo>
                    <a:pt x="568" y="1418"/>
                  </a:lnTo>
                  <a:cubicBezTo>
                    <a:pt x="410" y="1576"/>
                    <a:pt x="190" y="1702"/>
                    <a:pt x="1" y="1733"/>
                  </a:cubicBezTo>
                  <a:lnTo>
                    <a:pt x="442" y="2174"/>
                  </a:lnTo>
                  <a:cubicBezTo>
                    <a:pt x="830" y="2563"/>
                    <a:pt x="1382" y="2767"/>
                    <a:pt x="1930" y="2767"/>
                  </a:cubicBezTo>
                  <a:cubicBezTo>
                    <a:pt x="2316" y="2767"/>
                    <a:pt x="2700" y="2666"/>
                    <a:pt x="3025" y="2458"/>
                  </a:cubicBezTo>
                  <a:lnTo>
                    <a:pt x="3939" y="3340"/>
                  </a:lnTo>
                  <a:cubicBezTo>
                    <a:pt x="4018" y="3419"/>
                    <a:pt x="4128" y="3458"/>
                    <a:pt x="4238" y="3458"/>
                  </a:cubicBezTo>
                  <a:cubicBezTo>
                    <a:pt x="4349" y="3458"/>
                    <a:pt x="4459" y="3419"/>
                    <a:pt x="4538" y="3340"/>
                  </a:cubicBezTo>
                  <a:cubicBezTo>
                    <a:pt x="4695" y="3182"/>
                    <a:pt x="4695" y="2930"/>
                    <a:pt x="4538" y="2773"/>
                  </a:cubicBezTo>
                  <a:lnTo>
                    <a:pt x="17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39"/>
            <p:cNvSpPr/>
            <p:nvPr/>
          </p:nvSpPr>
          <p:spPr>
            <a:xfrm>
              <a:off x="-8638400" y="3630725"/>
              <a:ext cx="86650" cy="115625"/>
            </a:xfrm>
            <a:custGeom>
              <a:rect b="b" l="l" r="r" t="t"/>
              <a:pathLst>
                <a:path extrusionOk="0" h="4625" w="3466">
                  <a:moveTo>
                    <a:pt x="457" y="1"/>
                  </a:moveTo>
                  <a:cubicBezTo>
                    <a:pt x="347" y="1"/>
                    <a:pt x="236" y="40"/>
                    <a:pt x="158" y="119"/>
                  </a:cubicBezTo>
                  <a:cubicBezTo>
                    <a:pt x="0" y="277"/>
                    <a:pt x="0" y="560"/>
                    <a:pt x="158" y="718"/>
                  </a:cubicBezTo>
                  <a:lnTo>
                    <a:pt x="1071" y="1631"/>
                  </a:lnTo>
                  <a:cubicBezTo>
                    <a:pt x="819" y="1978"/>
                    <a:pt x="693" y="2387"/>
                    <a:pt x="693" y="2765"/>
                  </a:cubicBezTo>
                  <a:cubicBezTo>
                    <a:pt x="693" y="3269"/>
                    <a:pt x="914" y="3805"/>
                    <a:pt x="1292" y="4183"/>
                  </a:cubicBezTo>
                  <a:lnTo>
                    <a:pt x="1733" y="4624"/>
                  </a:lnTo>
                  <a:cubicBezTo>
                    <a:pt x="1764" y="4435"/>
                    <a:pt x="1890" y="4215"/>
                    <a:pt x="2048" y="4057"/>
                  </a:cubicBezTo>
                  <a:lnTo>
                    <a:pt x="2678" y="3427"/>
                  </a:lnTo>
                  <a:cubicBezTo>
                    <a:pt x="2899" y="3206"/>
                    <a:pt x="3182" y="3017"/>
                    <a:pt x="3466" y="2860"/>
                  </a:cubicBezTo>
                  <a:lnTo>
                    <a:pt x="756" y="119"/>
                  </a:lnTo>
                  <a:cubicBezTo>
                    <a:pt x="677" y="40"/>
                    <a:pt x="567" y="1"/>
                    <a:pt x="4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1" name="Google Shape;1541;p39"/>
          <p:cNvGrpSpPr/>
          <p:nvPr/>
        </p:nvGrpSpPr>
        <p:grpSpPr>
          <a:xfrm>
            <a:off x="3587012" y="2233655"/>
            <a:ext cx="356096" cy="354469"/>
            <a:chOff x="-9089725" y="3180200"/>
            <a:chExt cx="353550" cy="351900"/>
          </a:xfrm>
        </p:grpSpPr>
        <p:sp>
          <p:nvSpPr>
            <p:cNvPr id="1542" name="Google Shape;1542;p39"/>
            <p:cNvSpPr/>
            <p:nvPr/>
          </p:nvSpPr>
          <p:spPr>
            <a:xfrm>
              <a:off x="-9089725" y="3180200"/>
              <a:ext cx="165425" cy="250300"/>
            </a:xfrm>
            <a:custGeom>
              <a:rect b="b" l="l" r="r" t="t"/>
              <a:pathLst>
                <a:path extrusionOk="0" h="10012" w="6617">
                  <a:moveTo>
                    <a:pt x="2945" y="1"/>
                  </a:moveTo>
                  <a:cubicBezTo>
                    <a:pt x="2900" y="1"/>
                    <a:pt x="2854" y="8"/>
                    <a:pt x="2805" y="25"/>
                  </a:cubicBezTo>
                  <a:cubicBezTo>
                    <a:pt x="2647" y="56"/>
                    <a:pt x="2521" y="214"/>
                    <a:pt x="2521" y="434"/>
                  </a:cubicBezTo>
                  <a:lnTo>
                    <a:pt x="2521" y="6924"/>
                  </a:lnTo>
                  <a:cubicBezTo>
                    <a:pt x="2301" y="6767"/>
                    <a:pt x="2017" y="6704"/>
                    <a:pt x="1702" y="6704"/>
                  </a:cubicBezTo>
                  <a:cubicBezTo>
                    <a:pt x="788" y="6704"/>
                    <a:pt x="64" y="7428"/>
                    <a:pt x="64" y="8342"/>
                  </a:cubicBezTo>
                  <a:cubicBezTo>
                    <a:pt x="1" y="9256"/>
                    <a:pt x="757" y="10012"/>
                    <a:pt x="1671" y="10012"/>
                  </a:cubicBezTo>
                  <a:cubicBezTo>
                    <a:pt x="2584" y="10012"/>
                    <a:pt x="3309" y="9256"/>
                    <a:pt x="3309" y="8342"/>
                  </a:cubicBezTo>
                  <a:lnTo>
                    <a:pt x="3309" y="1820"/>
                  </a:lnTo>
                  <a:cubicBezTo>
                    <a:pt x="3907" y="2545"/>
                    <a:pt x="4632" y="3144"/>
                    <a:pt x="5294" y="3616"/>
                  </a:cubicBezTo>
                  <a:cubicBezTo>
                    <a:pt x="5609" y="3868"/>
                    <a:pt x="5798" y="4215"/>
                    <a:pt x="5798" y="4593"/>
                  </a:cubicBezTo>
                  <a:cubicBezTo>
                    <a:pt x="5798" y="5286"/>
                    <a:pt x="5262" y="5822"/>
                    <a:pt x="4537" y="5822"/>
                  </a:cubicBezTo>
                  <a:cubicBezTo>
                    <a:pt x="4317" y="5822"/>
                    <a:pt x="4159" y="6011"/>
                    <a:pt x="4159" y="6263"/>
                  </a:cubicBezTo>
                  <a:cubicBezTo>
                    <a:pt x="4159" y="6483"/>
                    <a:pt x="4348" y="6704"/>
                    <a:pt x="4537" y="6704"/>
                  </a:cubicBezTo>
                  <a:cubicBezTo>
                    <a:pt x="5672" y="6704"/>
                    <a:pt x="6617" y="5727"/>
                    <a:pt x="6617" y="4593"/>
                  </a:cubicBezTo>
                  <a:cubicBezTo>
                    <a:pt x="6617" y="3931"/>
                    <a:pt x="6302" y="3333"/>
                    <a:pt x="5798" y="2955"/>
                  </a:cubicBezTo>
                  <a:cubicBezTo>
                    <a:pt x="5042" y="2388"/>
                    <a:pt x="4317" y="1726"/>
                    <a:pt x="3750" y="907"/>
                  </a:cubicBezTo>
                  <a:lnTo>
                    <a:pt x="3277" y="182"/>
                  </a:lnTo>
                  <a:cubicBezTo>
                    <a:pt x="3184" y="65"/>
                    <a:pt x="3073" y="1"/>
                    <a:pt x="2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39"/>
            <p:cNvSpPr/>
            <p:nvPr/>
          </p:nvSpPr>
          <p:spPr>
            <a:xfrm>
              <a:off x="-8965275" y="3264575"/>
              <a:ext cx="229100" cy="267525"/>
            </a:xfrm>
            <a:custGeom>
              <a:rect b="b" l="l" r="r" t="t"/>
              <a:pathLst>
                <a:path extrusionOk="0" h="10701" w="9164">
                  <a:moveTo>
                    <a:pt x="8747" y="0"/>
                  </a:moveTo>
                  <a:cubicBezTo>
                    <a:pt x="8709" y="0"/>
                    <a:pt x="8671" y="7"/>
                    <a:pt x="8633" y="21"/>
                  </a:cubicBezTo>
                  <a:lnTo>
                    <a:pt x="2804" y="1659"/>
                  </a:lnTo>
                  <a:cubicBezTo>
                    <a:pt x="2584" y="1690"/>
                    <a:pt x="2489" y="1848"/>
                    <a:pt x="2489" y="2069"/>
                  </a:cubicBezTo>
                  <a:lnTo>
                    <a:pt x="2489" y="7645"/>
                  </a:lnTo>
                  <a:cubicBezTo>
                    <a:pt x="2237" y="7487"/>
                    <a:pt x="1985" y="7424"/>
                    <a:pt x="1670" y="7424"/>
                  </a:cubicBezTo>
                  <a:cubicBezTo>
                    <a:pt x="757" y="7424"/>
                    <a:pt x="1" y="8149"/>
                    <a:pt x="1" y="9063"/>
                  </a:cubicBezTo>
                  <a:cubicBezTo>
                    <a:pt x="1" y="9976"/>
                    <a:pt x="757" y="10701"/>
                    <a:pt x="1670" y="10701"/>
                  </a:cubicBezTo>
                  <a:cubicBezTo>
                    <a:pt x="2552" y="10701"/>
                    <a:pt x="3309" y="9976"/>
                    <a:pt x="3309" y="9063"/>
                  </a:cubicBezTo>
                  <a:lnTo>
                    <a:pt x="3309" y="3990"/>
                  </a:lnTo>
                  <a:lnTo>
                    <a:pt x="8318" y="2573"/>
                  </a:lnTo>
                  <a:lnTo>
                    <a:pt x="8318" y="5944"/>
                  </a:lnTo>
                  <a:cubicBezTo>
                    <a:pt x="8066" y="5786"/>
                    <a:pt x="7814" y="5723"/>
                    <a:pt x="7499" y="5723"/>
                  </a:cubicBezTo>
                  <a:cubicBezTo>
                    <a:pt x="6585" y="5723"/>
                    <a:pt x="5829" y="6448"/>
                    <a:pt x="5829" y="7361"/>
                  </a:cubicBezTo>
                  <a:cubicBezTo>
                    <a:pt x="5829" y="8275"/>
                    <a:pt x="6585" y="9031"/>
                    <a:pt x="7499" y="9031"/>
                  </a:cubicBezTo>
                  <a:cubicBezTo>
                    <a:pt x="8381" y="9031"/>
                    <a:pt x="9137" y="8275"/>
                    <a:pt x="9137" y="7361"/>
                  </a:cubicBezTo>
                  <a:lnTo>
                    <a:pt x="9137" y="367"/>
                  </a:lnTo>
                  <a:cubicBezTo>
                    <a:pt x="9164" y="207"/>
                    <a:pt x="8963" y="0"/>
                    <a:pt x="8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4" name="Google Shape;1544;p39"/>
          <p:cNvGrpSpPr/>
          <p:nvPr/>
        </p:nvGrpSpPr>
        <p:grpSpPr>
          <a:xfrm>
            <a:off x="2271833" y="3688996"/>
            <a:ext cx="354635" cy="354670"/>
            <a:chOff x="-9088150" y="4049550"/>
            <a:chExt cx="352100" cy="352100"/>
          </a:xfrm>
        </p:grpSpPr>
        <p:sp>
          <p:nvSpPr>
            <p:cNvPr id="1545" name="Google Shape;1545;p39"/>
            <p:cNvSpPr/>
            <p:nvPr/>
          </p:nvSpPr>
          <p:spPr>
            <a:xfrm>
              <a:off x="-9047975" y="4049550"/>
              <a:ext cx="290650" cy="165425"/>
            </a:xfrm>
            <a:custGeom>
              <a:rect b="b" l="l" r="r" t="t"/>
              <a:pathLst>
                <a:path extrusionOk="0" h="6617" w="11626">
                  <a:moveTo>
                    <a:pt x="473" y="1"/>
                  </a:moveTo>
                  <a:cubicBezTo>
                    <a:pt x="316" y="1"/>
                    <a:pt x="158" y="64"/>
                    <a:pt x="64" y="221"/>
                  </a:cubicBezTo>
                  <a:cubicBezTo>
                    <a:pt x="1" y="379"/>
                    <a:pt x="32" y="536"/>
                    <a:pt x="158" y="662"/>
                  </a:cubicBezTo>
                  <a:lnTo>
                    <a:pt x="3340" y="4317"/>
                  </a:lnTo>
                  <a:lnTo>
                    <a:pt x="3340" y="2048"/>
                  </a:lnTo>
                  <a:cubicBezTo>
                    <a:pt x="3340" y="1796"/>
                    <a:pt x="3529" y="1639"/>
                    <a:pt x="3781" y="1639"/>
                  </a:cubicBezTo>
                  <a:cubicBezTo>
                    <a:pt x="4002" y="1639"/>
                    <a:pt x="4159" y="1859"/>
                    <a:pt x="4159" y="2048"/>
                  </a:cubicBezTo>
                  <a:lnTo>
                    <a:pt x="4159" y="5262"/>
                  </a:lnTo>
                  <a:lnTo>
                    <a:pt x="5325" y="6617"/>
                  </a:lnTo>
                  <a:lnTo>
                    <a:pt x="10744" y="6617"/>
                  </a:lnTo>
                  <a:cubicBezTo>
                    <a:pt x="11311" y="6112"/>
                    <a:pt x="11626" y="5356"/>
                    <a:pt x="11626" y="4537"/>
                  </a:cubicBezTo>
                  <a:cubicBezTo>
                    <a:pt x="11626" y="2899"/>
                    <a:pt x="10303" y="1607"/>
                    <a:pt x="8727" y="1607"/>
                  </a:cubicBezTo>
                  <a:lnTo>
                    <a:pt x="7751" y="1607"/>
                  </a:lnTo>
                  <a:cubicBezTo>
                    <a:pt x="7436" y="1607"/>
                    <a:pt x="7121" y="1481"/>
                    <a:pt x="6900" y="1261"/>
                  </a:cubicBezTo>
                  <a:lnTo>
                    <a:pt x="6207" y="599"/>
                  </a:lnTo>
                  <a:cubicBezTo>
                    <a:pt x="5829" y="190"/>
                    <a:pt x="5325" y="1"/>
                    <a:pt x="47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39"/>
            <p:cNvSpPr/>
            <p:nvPr/>
          </p:nvSpPr>
          <p:spPr>
            <a:xfrm>
              <a:off x="-8964475" y="4157450"/>
              <a:ext cx="20500" cy="57525"/>
            </a:xfrm>
            <a:custGeom>
              <a:rect b="b" l="l" r="r" t="t"/>
              <a:pathLst>
                <a:path extrusionOk="0" h="2301" w="820">
                  <a:moveTo>
                    <a:pt x="0" y="1"/>
                  </a:moveTo>
                  <a:lnTo>
                    <a:pt x="0" y="2301"/>
                  </a:lnTo>
                  <a:lnTo>
                    <a:pt x="819" y="2301"/>
                  </a:lnTo>
                  <a:lnTo>
                    <a:pt x="819" y="9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39"/>
            <p:cNvSpPr/>
            <p:nvPr/>
          </p:nvSpPr>
          <p:spPr>
            <a:xfrm>
              <a:off x="-9088150" y="4235425"/>
              <a:ext cx="352100" cy="82725"/>
            </a:xfrm>
            <a:custGeom>
              <a:rect b="b" l="l" r="r" t="t"/>
              <a:pathLst>
                <a:path extrusionOk="0" h="3309" w="14084">
                  <a:moveTo>
                    <a:pt x="2868" y="1"/>
                  </a:moveTo>
                  <a:cubicBezTo>
                    <a:pt x="2206" y="1"/>
                    <a:pt x="1639" y="568"/>
                    <a:pt x="1639" y="1229"/>
                  </a:cubicBezTo>
                  <a:lnTo>
                    <a:pt x="1639" y="1670"/>
                  </a:lnTo>
                  <a:lnTo>
                    <a:pt x="820" y="1670"/>
                  </a:lnTo>
                  <a:cubicBezTo>
                    <a:pt x="347" y="1670"/>
                    <a:pt x="1" y="2017"/>
                    <a:pt x="1" y="2490"/>
                  </a:cubicBezTo>
                  <a:lnTo>
                    <a:pt x="1" y="2868"/>
                  </a:lnTo>
                  <a:cubicBezTo>
                    <a:pt x="1" y="3120"/>
                    <a:pt x="190" y="3309"/>
                    <a:pt x="379" y="3309"/>
                  </a:cubicBezTo>
                  <a:lnTo>
                    <a:pt x="13264" y="3309"/>
                  </a:lnTo>
                  <a:cubicBezTo>
                    <a:pt x="13737" y="3309"/>
                    <a:pt x="14083" y="2962"/>
                    <a:pt x="14083" y="2490"/>
                  </a:cubicBezTo>
                  <a:lnTo>
                    <a:pt x="14083" y="410"/>
                  </a:lnTo>
                  <a:cubicBezTo>
                    <a:pt x="14083" y="158"/>
                    <a:pt x="13894" y="1"/>
                    <a:pt x="136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39"/>
            <p:cNvSpPr/>
            <p:nvPr/>
          </p:nvSpPr>
          <p:spPr>
            <a:xfrm>
              <a:off x="-9064525" y="4338600"/>
              <a:ext cx="53600" cy="63050"/>
            </a:xfrm>
            <a:custGeom>
              <a:rect b="b" l="l" r="r" t="t"/>
              <a:pathLst>
                <a:path extrusionOk="0" h="2522" w="2144">
                  <a:moveTo>
                    <a:pt x="1" y="1"/>
                  </a:moveTo>
                  <a:lnTo>
                    <a:pt x="253" y="2175"/>
                  </a:lnTo>
                  <a:cubicBezTo>
                    <a:pt x="316" y="2364"/>
                    <a:pt x="473" y="2521"/>
                    <a:pt x="663" y="2521"/>
                  </a:cubicBezTo>
                  <a:lnTo>
                    <a:pt x="1482" y="2521"/>
                  </a:lnTo>
                  <a:cubicBezTo>
                    <a:pt x="1671" y="2521"/>
                    <a:pt x="1891" y="2364"/>
                    <a:pt x="1891" y="2175"/>
                  </a:cubicBezTo>
                  <a:lnTo>
                    <a:pt x="21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9"/>
            <p:cNvSpPr/>
            <p:nvPr/>
          </p:nvSpPr>
          <p:spPr>
            <a:xfrm>
              <a:off x="-8898325" y="4338600"/>
              <a:ext cx="54375" cy="63050"/>
            </a:xfrm>
            <a:custGeom>
              <a:rect b="b" l="l" r="r" t="t"/>
              <a:pathLst>
                <a:path extrusionOk="0" h="2522" w="2175">
                  <a:moveTo>
                    <a:pt x="0" y="1"/>
                  </a:moveTo>
                  <a:lnTo>
                    <a:pt x="284" y="2175"/>
                  </a:lnTo>
                  <a:cubicBezTo>
                    <a:pt x="284" y="2364"/>
                    <a:pt x="473" y="2521"/>
                    <a:pt x="662" y="2521"/>
                  </a:cubicBezTo>
                  <a:lnTo>
                    <a:pt x="1481" y="2521"/>
                  </a:lnTo>
                  <a:cubicBezTo>
                    <a:pt x="1702" y="2521"/>
                    <a:pt x="1891" y="2364"/>
                    <a:pt x="1891" y="2175"/>
                  </a:cubicBezTo>
                  <a:lnTo>
                    <a:pt x="21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39"/>
            <p:cNvSpPr/>
            <p:nvPr/>
          </p:nvSpPr>
          <p:spPr>
            <a:xfrm>
              <a:off x="-8814850" y="4338600"/>
              <a:ext cx="54375" cy="63050"/>
            </a:xfrm>
            <a:custGeom>
              <a:rect b="b" l="l" r="r" t="t"/>
              <a:pathLst>
                <a:path extrusionOk="0" h="2522" w="2175">
                  <a:moveTo>
                    <a:pt x="1" y="1"/>
                  </a:moveTo>
                  <a:lnTo>
                    <a:pt x="285" y="2175"/>
                  </a:lnTo>
                  <a:cubicBezTo>
                    <a:pt x="285" y="2364"/>
                    <a:pt x="442" y="2521"/>
                    <a:pt x="663" y="2521"/>
                  </a:cubicBezTo>
                  <a:lnTo>
                    <a:pt x="1513" y="2521"/>
                  </a:lnTo>
                  <a:cubicBezTo>
                    <a:pt x="1702" y="2521"/>
                    <a:pt x="1891" y="2364"/>
                    <a:pt x="1891" y="2175"/>
                  </a:cubicBezTo>
                  <a:lnTo>
                    <a:pt x="21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5" name="Google Shape;1555;p40"/>
          <p:cNvGrpSpPr/>
          <p:nvPr/>
        </p:nvGrpSpPr>
        <p:grpSpPr>
          <a:xfrm>
            <a:off x="4220035" y="1268225"/>
            <a:ext cx="3720717" cy="3471651"/>
            <a:chOff x="4220035" y="1268225"/>
            <a:chExt cx="3720717" cy="3471651"/>
          </a:xfrm>
        </p:grpSpPr>
        <p:sp>
          <p:nvSpPr>
            <p:cNvPr id="1556" name="Google Shape;1556;p40"/>
            <p:cNvSpPr/>
            <p:nvPr/>
          </p:nvSpPr>
          <p:spPr>
            <a:xfrm>
              <a:off x="5272930" y="1360603"/>
              <a:ext cx="2609845" cy="3379273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40"/>
            <p:cNvSpPr/>
            <p:nvPr/>
          </p:nvSpPr>
          <p:spPr>
            <a:xfrm flipH="1">
              <a:off x="4511445" y="1335763"/>
              <a:ext cx="3429307" cy="504250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58" name="Google Shape;1558;p40"/>
            <p:cNvGrpSpPr/>
            <p:nvPr/>
          </p:nvGrpSpPr>
          <p:grpSpPr>
            <a:xfrm>
              <a:off x="4220035" y="1268225"/>
              <a:ext cx="724365" cy="705050"/>
              <a:chOff x="4220035" y="1268225"/>
              <a:chExt cx="724365" cy="705050"/>
            </a:xfrm>
          </p:grpSpPr>
          <p:sp>
            <p:nvSpPr>
              <p:cNvPr id="1559" name="Google Shape;1559;p40"/>
              <p:cNvSpPr/>
              <p:nvPr/>
            </p:nvSpPr>
            <p:spPr>
              <a:xfrm flipH="1">
                <a:off x="4224150" y="1273675"/>
                <a:ext cx="702000" cy="6996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40"/>
              <p:cNvSpPr/>
              <p:nvPr/>
            </p:nvSpPr>
            <p:spPr>
              <a:xfrm>
                <a:off x="4220035" y="1268225"/>
                <a:ext cx="724365" cy="699621"/>
              </a:xfrm>
              <a:custGeom>
                <a:rect b="b" l="l" r="r" t="t"/>
                <a:pathLst>
                  <a:path extrusionOk="0" h="18456" w="19110">
                    <a:moveTo>
                      <a:pt x="8442" y="590"/>
                    </a:moveTo>
                    <a:lnTo>
                      <a:pt x="8573" y="786"/>
                    </a:lnTo>
                    <a:lnTo>
                      <a:pt x="8769" y="786"/>
                    </a:lnTo>
                    <a:lnTo>
                      <a:pt x="9489" y="655"/>
                    </a:lnTo>
                    <a:lnTo>
                      <a:pt x="10929" y="655"/>
                    </a:lnTo>
                    <a:lnTo>
                      <a:pt x="11584" y="786"/>
                    </a:lnTo>
                    <a:lnTo>
                      <a:pt x="12303" y="917"/>
                    </a:lnTo>
                    <a:lnTo>
                      <a:pt x="12958" y="1113"/>
                    </a:lnTo>
                    <a:lnTo>
                      <a:pt x="13612" y="1310"/>
                    </a:lnTo>
                    <a:lnTo>
                      <a:pt x="14201" y="1637"/>
                    </a:lnTo>
                    <a:lnTo>
                      <a:pt x="14856" y="1964"/>
                    </a:lnTo>
                    <a:lnTo>
                      <a:pt x="15379" y="2422"/>
                    </a:lnTo>
                    <a:lnTo>
                      <a:pt x="15903" y="2815"/>
                    </a:lnTo>
                    <a:lnTo>
                      <a:pt x="16426" y="3339"/>
                    </a:lnTo>
                    <a:lnTo>
                      <a:pt x="16884" y="3862"/>
                    </a:lnTo>
                    <a:lnTo>
                      <a:pt x="17277" y="4451"/>
                    </a:lnTo>
                    <a:lnTo>
                      <a:pt x="17604" y="5105"/>
                    </a:lnTo>
                    <a:lnTo>
                      <a:pt x="17932" y="5760"/>
                    </a:lnTo>
                    <a:lnTo>
                      <a:pt x="18128" y="6414"/>
                    </a:lnTo>
                    <a:lnTo>
                      <a:pt x="18324" y="7069"/>
                    </a:lnTo>
                    <a:lnTo>
                      <a:pt x="18455" y="7789"/>
                    </a:lnTo>
                    <a:lnTo>
                      <a:pt x="18521" y="8443"/>
                    </a:lnTo>
                    <a:lnTo>
                      <a:pt x="18521" y="9163"/>
                    </a:lnTo>
                    <a:lnTo>
                      <a:pt x="18455" y="9817"/>
                    </a:lnTo>
                    <a:lnTo>
                      <a:pt x="18324" y="10537"/>
                    </a:lnTo>
                    <a:lnTo>
                      <a:pt x="18193" y="11192"/>
                    </a:lnTo>
                    <a:lnTo>
                      <a:pt x="17997" y="11846"/>
                    </a:lnTo>
                    <a:lnTo>
                      <a:pt x="17735" y="12435"/>
                    </a:lnTo>
                    <a:lnTo>
                      <a:pt x="17473" y="13090"/>
                    </a:lnTo>
                    <a:lnTo>
                      <a:pt x="17081" y="13679"/>
                    </a:lnTo>
                    <a:lnTo>
                      <a:pt x="16688" y="14268"/>
                    </a:lnTo>
                    <a:lnTo>
                      <a:pt x="16295" y="14791"/>
                    </a:lnTo>
                    <a:lnTo>
                      <a:pt x="15772" y="15249"/>
                    </a:lnTo>
                    <a:lnTo>
                      <a:pt x="15248" y="15707"/>
                    </a:lnTo>
                    <a:lnTo>
                      <a:pt x="14659" y="16165"/>
                    </a:lnTo>
                    <a:lnTo>
                      <a:pt x="14005" y="16558"/>
                    </a:lnTo>
                    <a:lnTo>
                      <a:pt x="13351" y="16951"/>
                    </a:lnTo>
                    <a:lnTo>
                      <a:pt x="12696" y="17213"/>
                    </a:lnTo>
                    <a:lnTo>
                      <a:pt x="11976" y="17474"/>
                    </a:lnTo>
                    <a:lnTo>
                      <a:pt x="11256" y="17605"/>
                    </a:lnTo>
                    <a:lnTo>
                      <a:pt x="10536" y="17736"/>
                    </a:lnTo>
                    <a:lnTo>
                      <a:pt x="9817" y="17802"/>
                    </a:lnTo>
                    <a:lnTo>
                      <a:pt x="9031" y="17867"/>
                    </a:lnTo>
                    <a:lnTo>
                      <a:pt x="8311" y="17802"/>
                    </a:lnTo>
                    <a:lnTo>
                      <a:pt x="7591" y="17671"/>
                    </a:lnTo>
                    <a:lnTo>
                      <a:pt x="6872" y="17474"/>
                    </a:lnTo>
                    <a:lnTo>
                      <a:pt x="6152" y="17278"/>
                    </a:lnTo>
                    <a:lnTo>
                      <a:pt x="5497" y="16951"/>
                    </a:lnTo>
                    <a:lnTo>
                      <a:pt x="4843" y="16624"/>
                    </a:lnTo>
                    <a:lnTo>
                      <a:pt x="4188" y="16165"/>
                    </a:lnTo>
                    <a:lnTo>
                      <a:pt x="3730" y="15773"/>
                    </a:lnTo>
                    <a:lnTo>
                      <a:pt x="3272" y="15315"/>
                    </a:lnTo>
                    <a:lnTo>
                      <a:pt x="2814" y="14857"/>
                    </a:lnTo>
                    <a:lnTo>
                      <a:pt x="2421" y="14333"/>
                    </a:lnTo>
                    <a:lnTo>
                      <a:pt x="2029" y="13809"/>
                    </a:lnTo>
                    <a:lnTo>
                      <a:pt x="1702" y="13220"/>
                    </a:lnTo>
                    <a:lnTo>
                      <a:pt x="1440" y="12697"/>
                    </a:lnTo>
                    <a:lnTo>
                      <a:pt x="1178" y="12042"/>
                    </a:lnTo>
                    <a:lnTo>
                      <a:pt x="982" y="11454"/>
                    </a:lnTo>
                    <a:lnTo>
                      <a:pt x="785" y="10799"/>
                    </a:lnTo>
                    <a:lnTo>
                      <a:pt x="720" y="10210"/>
                    </a:lnTo>
                    <a:lnTo>
                      <a:pt x="655" y="9556"/>
                    </a:lnTo>
                    <a:lnTo>
                      <a:pt x="655" y="8901"/>
                    </a:lnTo>
                    <a:lnTo>
                      <a:pt x="655" y="8247"/>
                    </a:lnTo>
                    <a:lnTo>
                      <a:pt x="785" y="7592"/>
                    </a:lnTo>
                    <a:lnTo>
                      <a:pt x="916" y="7003"/>
                    </a:lnTo>
                    <a:lnTo>
                      <a:pt x="1113" y="6283"/>
                    </a:lnTo>
                    <a:lnTo>
                      <a:pt x="1374" y="5694"/>
                    </a:lnTo>
                    <a:lnTo>
                      <a:pt x="1702" y="5105"/>
                    </a:lnTo>
                    <a:lnTo>
                      <a:pt x="2029" y="4582"/>
                    </a:lnTo>
                    <a:lnTo>
                      <a:pt x="2421" y="4058"/>
                    </a:lnTo>
                    <a:lnTo>
                      <a:pt x="2814" y="3600"/>
                    </a:lnTo>
                    <a:lnTo>
                      <a:pt x="3272" y="3142"/>
                    </a:lnTo>
                    <a:lnTo>
                      <a:pt x="3796" y="2750"/>
                    </a:lnTo>
                    <a:lnTo>
                      <a:pt x="4254" y="2357"/>
                    </a:lnTo>
                    <a:lnTo>
                      <a:pt x="4843" y="2030"/>
                    </a:lnTo>
                    <a:lnTo>
                      <a:pt x="5955" y="1441"/>
                    </a:lnTo>
                    <a:lnTo>
                      <a:pt x="7133" y="983"/>
                    </a:lnTo>
                    <a:lnTo>
                      <a:pt x="8442" y="590"/>
                    </a:lnTo>
                    <a:close/>
                    <a:moveTo>
                      <a:pt x="10536" y="1"/>
                    </a:moveTo>
                    <a:lnTo>
                      <a:pt x="9751" y="66"/>
                    </a:lnTo>
                    <a:lnTo>
                      <a:pt x="8900" y="132"/>
                    </a:lnTo>
                    <a:lnTo>
                      <a:pt x="8246" y="132"/>
                    </a:lnTo>
                    <a:lnTo>
                      <a:pt x="7591" y="197"/>
                    </a:lnTo>
                    <a:lnTo>
                      <a:pt x="6937" y="328"/>
                    </a:lnTo>
                    <a:lnTo>
                      <a:pt x="6348" y="524"/>
                    </a:lnTo>
                    <a:lnTo>
                      <a:pt x="5694" y="721"/>
                    </a:lnTo>
                    <a:lnTo>
                      <a:pt x="5105" y="1048"/>
                    </a:lnTo>
                    <a:lnTo>
                      <a:pt x="4516" y="1375"/>
                    </a:lnTo>
                    <a:lnTo>
                      <a:pt x="3927" y="1768"/>
                    </a:lnTo>
                    <a:lnTo>
                      <a:pt x="3403" y="2161"/>
                    </a:lnTo>
                    <a:lnTo>
                      <a:pt x="2880" y="2619"/>
                    </a:lnTo>
                    <a:lnTo>
                      <a:pt x="2421" y="3142"/>
                    </a:lnTo>
                    <a:lnTo>
                      <a:pt x="1963" y="3600"/>
                    </a:lnTo>
                    <a:lnTo>
                      <a:pt x="1571" y="4189"/>
                    </a:lnTo>
                    <a:lnTo>
                      <a:pt x="1243" y="4713"/>
                    </a:lnTo>
                    <a:lnTo>
                      <a:pt x="916" y="5302"/>
                    </a:lnTo>
                    <a:lnTo>
                      <a:pt x="655" y="5891"/>
                    </a:lnTo>
                    <a:lnTo>
                      <a:pt x="393" y="6545"/>
                    </a:lnTo>
                    <a:lnTo>
                      <a:pt x="196" y="7265"/>
                    </a:lnTo>
                    <a:lnTo>
                      <a:pt x="66" y="7920"/>
                    </a:lnTo>
                    <a:lnTo>
                      <a:pt x="0" y="8639"/>
                    </a:lnTo>
                    <a:lnTo>
                      <a:pt x="0" y="9359"/>
                    </a:lnTo>
                    <a:lnTo>
                      <a:pt x="66" y="10014"/>
                    </a:lnTo>
                    <a:lnTo>
                      <a:pt x="196" y="10734"/>
                    </a:lnTo>
                    <a:lnTo>
                      <a:pt x="327" y="11454"/>
                    </a:lnTo>
                    <a:lnTo>
                      <a:pt x="524" y="12108"/>
                    </a:lnTo>
                    <a:lnTo>
                      <a:pt x="785" y="12762"/>
                    </a:lnTo>
                    <a:lnTo>
                      <a:pt x="1113" y="13417"/>
                    </a:lnTo>
                    <a:lnTo>
                      <a:pt x="1440" y="14006"/>
                    </a:lnTo>
                    <a:lnTo>
                      <a:pt x="1832" y="14595"/>
                    </a:lnTo>
                    <a:lnTo>
                      <a:pt x="2225" y="15184"/>
                    </a:lnTo>
                    <a:lnTo>
                      <a:pt x="2749" y="15707"/>
                    </a:lnTo>
                    <a:lnTo>
                      <a:pt x="3272" y="16165"/>
                    </a:lnTo>
                    <a:lnTo>
                      <a:pt x="3861" y="16689"/>
                    </a:lnTo>
                    <a:lnTo>
                      <a:pt x="4516" y="17147"/>
                    </a:lnTo>
                    <a:lnTo>
                      <a:pt x="5170" y="17474"/>
                    </a:lnTo>
                    <a:lnTo>
                      <a:pt x="5890" y="17802"/>
                    </a:lnTo>
                    <a:lnTo>
                      <a:pt x="6610" y="18063"/>
                    </a:lnTo>
                    <a:lnTo>
                      <a:pt x="7330" y="18260"/>
                    </a:lnTo>
                    <a:lnTo>
                      <a:pt x="8050" y="18391"/>
                    </a:lnTo>
                    <a:lnTo>
                      <a:pt x="8835" y="18456"/>
                    </a:lnTo>
                    <a:lnTo>
                      <a:pt x="9555" y="18456"/>
                    </a:lnTo>
                    <a:lnTo>
                      <a:pt x="10340" y="18391"/>
                    </a:lnTo>
                    <a:lnTo>
                      <a:pt x="11125" y="18325"/>
                    </a:lnTo>
                    <a:lnTo>
                      <a:pt x="11845" y="18129"/>
                    </a:lnTo>
                    <a:lnTo>
                      <a:pt x="12565" y="17932"/>
                    </a:lnTo>
                    <a:lnTo>
                      <a:pt x="13285" y="17605"/>
                    </a:lnTo>
                    <a:lnTo>
                      <a:pt x="14005" y="17278"/>
                    </a:lnTo>
                    <a:lnTo>
                      <a:pt x="14659" y="16885"/>
                    </a:lnTo>
                    <a:lnTo>
                      <a:pt x="15314" y="16493"/>
                    </a:lnTo>
                    <a:lnTo>
                      <a:pt x="15903" y="15969"/>
                    </a:lnTo>
                    <a:lnTo>
                      <a:pt x="16426" y="15511"/>
                    </a:lnTo>
                    <a:lnTo>
                      <a:pt x="16950" y="14922"/>
                    </a:lnTo>
                    <a:lnTo>
                      <a:pt x="17408" y="14333"/>
                    </a:lnTo>
                    <a:lnTo>
                      <a:pt x="17801" y="13744"/>
                    </a:lnTo>
                    <a:lnTo>
                      <a:pt x="18128" y="13090"/>
                    </a:lnTo>
                    <a:lnTo>
                      <a:pt x="18455" y="12370"/>
                    </a:lnTo>
                    <a:lnTo>
                      <a:pt x="18717" y="11715"/>
                    </a:lnTo>
                    <a:lnTo>
                      <a:pt x="18913" y="10995"/>
                    </a:lnTo>
                    <a:lnTo>
                      <a:pt x="19044" y="10276"/>
                    </a:lnTo>
                    <a:lnTo>
                      <a:pt x="19110" y="9490"/>
                    </a:lnTo>
                    <a:lnTo>
                      <a:pt x="19110" y="8770"/>
                    </a:lnTo>
                    <a:lnTo>
                      <a:pt x="19110" y="8050"/>
                    </a:lnTo>
                    <a:lnTo>
                      <a:pt x="18979" y="7265"/>
                    </a:lnTo>
                    <a:lnTo>
                      <a:pt x="18848" y="6545"/>
                    </a:lnTo>
                    <a:lnTo>
                      <a:pt x="18586" y="5694"/>
                    </a:lnTo>
                    <a:lnTo>
                      <a:pt x="18259" y="4975"/>
                    </a:lnTo>
                    <a:lnTo>
                      <a:pt x="17866" y="4255"/>
                    </a:lnTo>
                    <a:lnTo>
                      <a:pt x="17408" y="3600"/>
                    </a:lnTo>
                    <a:lnTo>
                      <a:pt x="16884" y="2946"/>
                    </a:lnTo>
                    <a:lnTo>
                      <a:pt x="16361" y="2422"/>
                    </a:lnTo>
                    <a:lnTo>
                      <a:pt x="15706" y="1899"/>
                    </a:lnTo>
                    <a:lnTo>
                      <a:pt x="15052" y="1441"/>
                    </a:lnTo>
                    <a:lnTo>
                      <a:pt x="14398" y="1048"/>
                    </a:lnTo>
                    <a:lnTo>
                      <a:pt x="13678" y="721"/>
                    </a:lnTo>
                    <a:lnTo>
                      <a:pt x="12958" y="459"/>
                    </a:lnTo>
                    <a:lnTo>
                      <a:pt x="12173" y="197"/>
                    </a:lnTo>
                    <a:lnTo>
                      <a:pt x="11387" y="66"/>
                    </a:lnTo>
                    <a:lnTo>
                      <a:pt x="1053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561" name="Google Shape;1561;p40"/>
              <p:cNvGrpSpPr/>
              <p:nvPr/>
            </p:nvGrpSpPr>
            <p:grpSpPr>
              <a:xfrm>
                <a:off x="4410677" y="1438037"/>
                <a:ext cx="365438" cy="360001"/>
                <a:chOff x="-60991775" y="3376900"/>
                <a:chExt cx="315850" cy="311150"/>
              </a:xfrm>
            </p:grpSpPr>
            <p:sp>
              <p:nvSpPr>
                <p:cNvPr id="1562" name="Google Shape;1562;p40"/>
                <p:cNvSpPr/>
                <p:nvPr/>
              </p:nvSpPr>
              <p:spPr>
                <a:xfrm>
                  <a:off x="-60991000" y="3376900"/>
                  <a:ext cx="315075" cy="311150"/>
                </a:xfrm>
                <a:custGeom>
                  <a:rect b="b" l="l" r="r" t="t"/>
                  <a:pathLst>
                    <a:path extrusionOk="0" h="12446" w="12603">
                      <a:moveTo>
                        <a:pt x="11136" y="1"/>
                      </a:moveTo>
                      <a:cubicBezTo>
                        <a:pt x="11054" y="1"/>
                        <a:pt x="10975" y="1"/>
                        <a:pt x="10902" y="1"/>
                      </a:cubicBezTo>
                      <a:cubicBezTo>
                        <a:pt x="10429" y="1"/>
                        <a:pt x="10051" y="159"/>
                        <a:pt x="9736" y="474"/>
                      </a:cubicBezTo>
                      <a:lnTo>
                        <a:pt x="3561" y="6649"/>
                      </a:lnTo>
                      <a:lnTo>
                        <a:pt x="2301" y="6428"/>
                      </a:lnTo>
                      <a:cubicBezTo>
                        <a:pt x="2278" y="6423"/>
                        <a:pt x="2253" y="6420"/>
                        <a:pt x="2229" y="6420"/>
                      </a:cubicBezTo>
                      <a:cubicBezTo>
                        <a:pt x="2119" y="6420"/>
                        <a:pt x="2000" y="6471"/>
                        <a:pt x="1923" y="6523"/>
                      </a:cubicBezTo>
                      <a:lnTo>
                        <a:pt x="158" y="8319"/>
                      </a:lnTo>
                      <a:cubicBezTo>
                        <a:pt x="32" y="8382"/>
                        <a:pt x="1" y="8539"/>
                        <a:pt x="32" y="8697"/>
                      </a:cubicBezTo>
                      <a:cubicBezTo>
                        <a:pt x="95" y="8823"/>
                        <a:pt x="190" y="8949"/>
                        <a:pt x="347" y="8980"/>
                      </a:cubicBezTo>
                      <a:lnTo>
                        <a:pt x="2994" y="9484"/>
                      </a:lnTo>
                      <a:lnTo>
                        <a:pt x="3498" y="12131"/>
                      </a:lnTo>
                      <a:cubicBezTo>
                        <a:pt x="3561" y="12288"/>
                        <a:pt x="3624" y="12414"/>
                        <a:pt x="3782" y="12446"/>
                      </a:cubicBezTo>
                      <a:lnTo>
                        <a:pt x="3908" y="12446"/>
                      </a:lnTo>
                      <a:cubicBezTo>
                        <a:pt x="4034" y="12446"/>
                        <a:pt x="4128" y="12414"/>
                        <a:pt x="4254" y="12414"/>
                      </a:cubicBezTo>
                      <a:lnTo>
                        <a:pt x="6018" y="10619"/>
                      </a:lnTo>
                      <a:cubicBezTo>
                        <a:pt x="6144" y="10556"/>
                        <a:pt x="6176" y="10398"/>
                        <a:pt x="6144" y="10272"/>
                      </a:cubicBezTo>
                      <a:lnTo>
                        <a:pt x="5924" y="9012"/>
                      </a:lnTo>
                      <a:lnTo>
                        <a:pt x="12099" y="2837"/>
                      </a:lnTo>
                      <a:cubicBezTo>
                        <a:pt x="12414" y="2522"/>
                        <a:pt x="12571" y="2081"/>
                        <a:pt x="12571" y="1671"/>
                      </a:cubicBezTo>
                      <a:cubicBezTo>
                        <a:pt x="12571" y="1199"/>
                        <a:pt x="12603" y="600"/>
                        <a:pt x="12288" y="285"/>
                      </a:cubicBezTo>
                      <a:cubicBezTo>
                        <a:pt x="12025" y="22"/>
                        <a:pt x="11544" y="1"/>
                        <a:pt x="1113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3" name="Google Shape;1563;p40"/>
                <p:cNvSpPr/>
                <p:nvPr/>
              </p:nvSpPr>
              <p:spPr>
                <a:xfrm>
                  <a:off x="-60991775" y="3404275"/>
                  <a:ext cx="174875" cy="89250"/>
                </a:xfrm>
                <a:custGeom>
                  <a:rect b="b" l="l" r="r" t="t"/>
                  <a:pathLst>
                    <a:path extrusionOk="0" h="3570" w="6995">
                      <a:moveTo>
                        <a:pt x="1632" y="1"/>
                      </a:moveTo>
                      <a:cubicBezTo>
                        <a:pt x="1523" y="1"/>
                        <a:pt x="1407" y="57"/>
                        <a:pt x="1355" y="135"/>
                      </a:cubicBezTo>
                      <a:lnTo>
                        <a:pt x="158" y="1301"/>
                      </a:lnTo>
                      <a:cubicBezTo>
                        <a:pt x="95" y="1395"/>
                        <a:pt x="0" y="1553"/>
                        <a:pt x="32" y="1710"/>
                      </a:cubicBezTo>
                      <a:cubicBezTo>
                        <a:pt x="126" y="1773"/>
                        <a:pt x="189" y="1899"/>
                        <a:pt x="315" y="1931"/>
                      </a:cubicBezTo>
                      <a:lnTo>
                        <a:pt x="4317" y="3569"/>
                      </a:lnTo>
                      <a:lnTo>
                        <a:pt x="6995" y="891"/>
                      </a:lnTo>
                      <a:lnTo>
                        <a:pt x="1702" y="9"/>
                      </a:lnTo>
                      <a:cubicBezTo>
                        <a:pt x="1679" y="4"/>
                        <a:pt x="1656" y="1"/>
                        <a:pt x="163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4" name="Google Shape;1564;p40"/>
                <p:cNvSpPr/>
                <p:nvPr/>
              </p:nvSpPr>
              <p:spPr>
                <a:xfrm>
                  <a:off x="-60795650" y="3513975"/>
                  <a:ext cx="89000" cy="173300"/>
                </a:xfrm>
                <a:custGeom>
                  <a:rect b="b" l="l" r="r" t="t"/>
                  <a:pathLst>
                    <a:path extrusionOk="0" h="6932" w="3560">
                      <a:moveTo>
                        <a:pt x="2678" y="0"/>
                      </a:moveTo>
                      <a:lnTo>
                        <a:pt x="0" y="2678"/>
                      </a:lnTo>
                      <a:lnTo>
                        <a:pt x="1607" y="6679"/>
                      </a:lnTo>
                      <a:cubicBezTo>
                        <a:pt x="1638" y="6805"/>
                        <a:pt x="1764" y="6931"/>
                        <a:pt x="1922" y="6931"/>
                      </a:cubicBezTo>
                      <a:lnTo>
                        <a:pt x="1985" y="6931"/>
                      </a:lnTo>
                      <a:cubicBezTo>
                        <a:pt x="2111" y="6931"/>
                        <a:pt x="2206" y="6900"/>
                        <a:pt x="2269" y="6805"/>
                      </a:cubicBezTo>
                      <a:lnTo>
                        <a:pt x="3466" y="5640"/>
                      </a:lnTo>
                      <a:cubicBezTo>
                        <a:pt x="3529" y="5545"/>
                        <a:pt x="3560" y="5388"/>
                        <a:pt x="3560" y="5262"/>
                      </a:cubicBezTo>
                      <a:lnTo>
                        <a:pt x="2678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565" name="Google Shape;1565;p40"/>
          <p:cNvGrpSpPr/>
          <p:nvPr/>
        </p:nvGrpSpPr>
        <p:grpSpPr>
          <a:xfrm>
            <a:off x="1265645" y="1360603"/>
            <a:ext cx="3678754" cy="3480472"/>
            <a:chOff x="1265645" y="1360603"/>
            <a:chExt cx="3678754" cy="3480472"/>
          </a:xfrm>
        </p:grpSpPr>
        <p:sp>
          <p:nvSpPr>
            <p:cNvPr id="1566" name="Google Shape;1566;p40"/>
            <p:cNvSpPr/>
            <p:nvPr/>
          </p:nvSpPr>
          <p:spPr>
            <a:xfrm rot="10800000">
              <a:off x="1304030" y="1360603"/>
              <a:ext cx="2609845" cy="3379273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40"/>
            <p:cNvSpPr/>
            <p:nvPr/>
          </p:nvSpPr>
          <p:spPr>
            <a:xfrm flipH="1" rot="10800000">
              <a:off x="1265645" y="4244500"/>
              <a:ext cx="3429307" cy="504250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40"/>
            <p:cNvSpPr/>
            <p:nvPr/>
          </p:nvSpPr>
          <p:spPr>
            <a:xfrm flipH="1">
              <a:off x="4224150" y="4141475"/>
              <a:ext cx="702000" cy="699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40"/>
            <p:cNvSpPr/>
            <p:nvPr/>
          </p:nvSpPr>
          <p:spPr>
            <a:xfrm>
              <a:off x="4220035" y="4136025"/>
              <a:ext cx="724365" cy="699621"/>
            </a:xfrm>
            <a:custGeom>
              <a:rect b="b" l="l" r="r" t="t"/>
              <a:pathLst>
                <a:path extrusionOk="0" h="18456" w="19110">
                  <a:moveTo>
                    <a:pt x="8442" y="590"/>
                  </a:moveTo>
                  <a:lnTo>
                    <a:pt x="8573" y="786"/>
                  </a:lnTo>
                  <a:lnTo>
                    <a:pt x="8769" y="786"/>
                  </a:lnTo>
                  <a:lnTo>
                    <a:pt x="9489" y="655"/>
                  </a:lnTo>
                  <a:lnTo>
                    <a:pt x="10929" y="655"/>
                  </a:lnTo>
                  <a:lnTo>
                    <a:pt x="11584" y="786"/>
                  </a:lnTo>
                  <a:lnTo>
                    <a:pt x="12303" y="917"/>
                  </a:lnTo>
                  <a:lnTo>
                    <a:pt x="12958" y="1113"/>
                  </a:lnTo>
                  <a:lnTo>
                    <a:pt x="13612" y="1310"/>
                  </a:lnTo>
                  <a:lnTo>
                    <a:pt x="14201" y="1637"/>
                  </a:lnTo>
                  <a:lnTo>
                    <a:pt x="14856" y="1964"/>
                  </a:lnTo>
                  <a:lnTo>
                    <a:pt x="15379" y="2422"/>
                  </a:lnTo>
                  <a:lnTo>
                    <a:pt x="15903" y="2815"/>
                  </a:lnTo>
                  <a:lnTo>
                    <a:pt x="16426" y="3339"/>
                  </a:lnTo>
                  <a:lnTo>
                    <a:pt x="16884" y="3862"/>
                  </a:lnTo>
                  <a:lnTo>
                    <a:pt x="17277" y="4451"/>
                  </a:lnTo>
                  <a:lnTo>
                    <a:pt x="17604" y="5105"/>
                  </a:lnTo>
                  <a:lnTo>
                    <a:pt x="17932" y="5760"/>
                  </a:lnTo>
                  <a:lnTo>
                    <a:pt x="18128" y="6414"/>
                  </a:lnTo>
                  <a:lnTo>
                    <a:pt x="18324" y="7069"/>
                  </a:lnTo>
                  <a:lnTo>
                    <a:pt x="18455" y="7789"/>
                  </a:lnTo>
                  <a:lnTo>
                    <a:pt x="18521" y="8443"/>
                  </a:lnTo>
                  <a:lnTo>
                    <a:pt x="18521" y="9163"/>
                  </a:lnTo>
                  <a:lnTo>
                    <a:pt x="18455" y="9817"/>
                  </a:lnTo>
                  <a:lnTo>
                    <a:pt x="18324" y="10537"/>
                  </a:lnTo>
                  <a:lnTo>
                    <a:pt x="18193" y="11192"/>
                  </a:lnTo>
                  <a:lnTo>
                    <a:pt x="17997" y="11846"/>
                  </a:lnTo>
                  <a:lnTo>
                    <a:pt x="17735" y="12435"/>
                  </a:lnTo>
                  <a:lnTo>
                    <a:pt x="17473" y="13090"/>
                  </a:lnTo>
                  <a:lnTo>
                    <a:pt x="17081" y="13679"/>
                  </a:lnTo>
                  <a:lnTo>
                    <a:pt x="16688" y="14268"/>
                  </a:lnTo>
                  <a:lnTo>
                    <a:pt x="16295" y="14791"/>
                  </a:lnTo>
                  <a:lnTo>
                    <a:pt x="15772" y="15249"/>
                  </a:lnTo>
                  <a:lnTo>
                    <a:pt x="15248" y="15707"/>
                  </a:lnTo>
                  <a:lnTo>
                    <a:pt x="14659" y="16165"/>
                  </a:lnTo>
                  <a:lnTo>
                    <a:pt x="14005" y="16558"/>
                  </a:lnTo>
                  <a:lnTo>
                    <a:pt x="13351" y="16951"/>
                  </a:lnTo>
                  <a:lnTo>
                    <a:pt x="12696" y="17213"/>
                  </a:lnTo>
                  <a:lnTo>
                    <a:pt x="11976" y="17474"/>
                  </a:lnTo>
                  <a:lnTo>
                    <a:pt x="11256" y="17605"/>
                  </a:lnTo>
                  <a:lnTo>
                    <a:pt x="10536" y="17736"/>
                  </a:lnTo>
                  <a:lnTo>
                    <a:pt x="9817" y="17802"/>
                  </a:lnTo>
                  <a:lnTo>
                    <a:pt x="9031" y="17867"/>
                  </a:lnTo>
                  <a:lnTo>
                    <a:pt x="8311" y="17802"/>
                  </a:lnTo>
                  <a:lnTo>
                    <a:pt x="7591" y="17671"/>
                  </a:lnTo>
                  <a:lnTo>
                    <a:pt x="6872" y="17474"/>
                  </a:lnTo>
                  <a:lnTo>
                    <a:pt x="6152" y="17278"/>
                  </a:lnTo>
                  <a:lnTo>
                    <a:pt x="5497" y="16951"/>
                  </a:lnTo>
                  <a:lnTo>
                    <a:pt x="4843" y="16624"/>
                  </a:lnTo>
                  <a:lnTo>
                    <a:pt x="4188" y="16165"/>
                  </a:lnTo>
                  <a:lnTo>
                    <a:pt x="3730" y="15773"/>
                  </a:lnTo>
                  <a:lnTo>
                    <a:pt x="3272" y="15315"/>
                  </a:lnTo>
                  <a:lnTo>
                    <a:pt x="2814" y="14857"/>
                  </a:lnTo>
                  <a:lnTo>
                    <a:pt x="2421" y="14333"/>
                  </a:lnTo>
                  <a:lnTo>
                    <a:pt x="2029" y="13809"/>
                  </a:lnTo>
                  <a:lnTo>
                    <a:pt x="1702" y="13220"/>
                  </a:lnTo>
                  <a:lnTo>
                    <a:pt x="1440" y="12697"/>
                  </a:lnTo>
                  <a:lnTo>
                    <a:pt x="1178" y="12042"/>
                  </a:lnTo>
                  <a:lnTo>
                    <a:pt x="982" y="11454"/>
                  </a:lnTo>
                  <a:lnTo>
                    <a:pt x="785" y="10799"/>
                  </a:lnTo>
                  <a:lnTo>
                    <a:pt x="720" y="10210"/>
                  </a:lnTo>
                  <a:lnTo>
                    <a:pt x="655" y="9556"/>
                  </a:lnTo>
                  <a:lnTo>
                    <a:pt x="655" y="8901"/>
                  </a:lnTo>
                  <a:lnTo>
                    <a:pt x="655" y="8247"/>
                  </a:lnTo>
                  <a:lnTo>
                    <a:pt x="785" y="7592"/>
                  </a:lnTo>
                  <a:lnTo>
                    <a:pt x="916" y="7003"/>
                  </a:lnTo>
                  <a:lnTo>
                    <a:pt x="1113" y="6283"/>
                  </a:lnTo>
                  <a:lnTo>
                    <a:pt x="1374" y="5694"/>
                  </a:lnTo>
                  <a:lnTo>
                    <a:pt x="1702" y="5105"/>
                  </a:lnTo>
                  <a:lnTo>
                    <a:pt x="2029" y="4582"/>
                  </a:lnTo>
                  <a:lnTo>
                    <a:pt x="2421" y="4058"/>
                  </a:lnTo>
                  <a:lnTo>
                    <a:pt x="2814" y="3600"/>
                  </a:lnTo>
                  <a:lnTo>
                    <a:pt x="3272" y="3142"/>
                  </a:lnTo>
                  <a:lnTo>
                    <a:pt x="3796" y="2750"/>
                  </a:lnTo>
                  <a:lnTo>
                    <a:pt x="4254" y="2357"/>
                  </a:lnTo>
                  <a:lnTo>
                    <a:pt x="4843" y="2030"/>
                  </a:lnTo>
                  <a:lnTo>
                    <a:pt x="5955" y="1441"/>
                  </a:lnTo>
                  <a:lnTo>
                    <a:pt x="7133" y="983"/>
                  </a:lnTo>
                  <a:lnTo>
                    <a:pt x="8442" y="590"/>
                  </a:lnTo>
                  <a:close/>
                  <a:moveTo>
                    <a:pt x="10536" y="1"/>
                  </a:moveTo>
                  <a:lnTo>
                    <a:pt x="9751" y="66"/>
                  </a:lnTo>
                  <a:lnTo>
                    <a:pt x="8900" y="132"/>
                  </a:lnTo>
                  <a:lnTo>
                    <a:pt x="8246" y="132"/>
                  </a:lnTo>
                  <a:lnTo>
                    <a:pt x="7591" y="197"/>
                  </a:lnTo>
                  <a:lnTo>
                    <a:pt x="6937" y="328"/>
                  </a:lnTo>
                  <a:lnTo>
                    <a:pt x="6348" y="524"/>
                  </a:lnTo>
                  <a:lnTo>
                    <a:pt x="5694" y="721"/>
                  </a:lnTo>
                  <a:lnTo>
                    <a:pt x="5105" y="1048"/>
                  </a:lnTo>
                  <a:lnTo>
                    <a:pt x="4516" y="1375"/>
                  </a:lnTo>
                  <a:lnTo>
                    <a:pt x="3927" y="1768"/>
                  </a:lnTo>
                  <a:lnTo>
                    <a:pt x="3403" y="2161"/>
                  </a:lnTo>
                  <a:lnTo>
                    <a:pt x="2880" y="2619"/>
                  </a:lnTo>
                  <a:lnTo>
                    <a:pt x="2421" y="3142"/>
                  </a:lnTo>
                  <a:lnTo>
                    <a:pt x="1963" y="3600"/>
                  </a:lnTo>
                  <a:lnTo>
                    <a:pt x="1571" y="4189"/>
                  </a:lnTo>
                  <a:lnTo>
                    <a:pt x="1243" y="4713"/>
                  </a:lnTo>
                  <a:lnTo>
                    <a:pt x="916" y="5302"/>
                  </a:lnTo>
                  <a:lnTo>
                    <a:pt x="655" y="5891"/>
                  </a:lnTo>
                  <a:lnTo>
                    <a:pt x="393" y="6545"/>
                  </a:lnTo>
                  <a:lnTo>
                    <a:pt x="196" y="7265"/>
                  </a:lnTo>
                  <a:lnTo>
                    <a:pt x="66" y="7920"/>
                  </a:lnTo>
                  <a:lnTo>
                    <a:pt x="0" y="8639"/>
                  </a:lnTo>
                  <a:lnTo>
                    <a:pt x="0" y="9359"/>
                  </a:lnTo>
                  <a:lnTo>
                    <a:pt x="66" y="10014"/>
                  </a:lnTo>
                  <a:lnTo>
                    <a:pt x="196" y="10734"/>
                  </a:lnTo>
                  <a:lnTo>
                    <a:pt x="327" y="11454"/>
                  </a:lnTo>
                  <a:lnTo>
                    <a:pt x="524" y="12108"/>
                  </a:lnTo>
                  <a:lnTo>
                    <a:pt x="785" y="12762"/>
                  </a:lnTo>
                  <a:lnTo>
                    <a:pt x="1113" y="13417"/>
                  </a:lnTo>
                  <a:lnTo>
                    <a:pt x="1440" y="14006"/>
                  </a:lnTo>
                  <a:lnTo>
                    <a:pt x="1832" y="14595"/>
                  </a:lnTo>
                  <a:lnTo>
                    <a:pt x="2225" y="15184"/>
                  </a:lnTo>
                  <a:lnTo>
                    <a:pt x="2749" y="15707"/>
                  </a:lnTo>
                  <a:lnTo>
                    <a:pt x="3272" y="16165"/>
                  </a:lnTo>
                  <a:lnTo>
                    <a:pt x="3861" y="16689"/>
                  </a:lnTo>
                  <a:lnTo>
                    <a:pt x="4516" y="17147"/>
                  </a:lnTo>
                  <a:lnTo>
                    <a:pt x="5170" y="17474"/>
                  </a:lnTo>
                  <a:lnTo>
                    <a:pt x="5890" y="17802"/>
                  </a:lnTo>
                  <a:lnTo>
                    <a:pt x="6610" y="18063"/>
                  </a:lnTo>
                  <a:lnTo>
                    <a:pt x="7330" y="18260"/>
                  </a:lnTo>
                  <a:lnTo>
                    <a:pt x="8050" y="18391"/>
                  </a:lnTo>
                  <a:lnTo>
                    <a:pt x="8835" y="18456"/>
                  </a:lnTo>
                  <a:lnTo>
                    <a:pt x="9555" y="18456"/>
                  </a:lnTo>
                  <a:lnTo>
                    <a:pt x="10340" y="18391"/>
                  </a:lnTo>
                  <a:lnTo>
                    <a:pt x="11125" y="18325"/>
                  </a:lnTo>
                  <a:lnTo>
                    <a:pt x="11845" y="18129"/>
                  </a:lnTo>
                  <a:lnTo>
                    <a:pt x="12565" y="17932"/>
                  </a:lnTo>
                  <a:lnTo>
                    <a:pt x="13285" y="17605"/>
                  </a:lnTo>
                  <a:lnTo>
                    <a:pt x="14005" y="17278"/>
                  </a:lnTo>
                  <a:lnTo>
                    <a:pt x="14659" y="16885"/>
                  </a:lnTo>
                  <a:lnTo>
                    <a:pt x="15314" y="16493"/>
                  </a:lnTo>
                  <a:lnTo>
                    <a:pt x="15903" y="15969"/>
                  </a:lnTo>
                  <a:lnTo>
                    <a:pt x="16426" y="15511"/>
                  </a:lnTo>
                  <a:lnTo>
                    <a:pt x="16950" y="14922"/>
                  </a:lnTo>
                  <a:lnTo>
                    <a:pt x="17408" y="14333"/>
                  </a:lnTo>
                  <a:lnTo>
                    <a:pt x="17801" y="13744"/>
                  </a:lnTo>
                  <a:lnTo>
                    <a:pt x="18128" y="13090"/>
                  </a:lnTo>
                  <a:lnTo>
                    <a:pt x="18455" y="12370"/>
                  </a:lnTo>
                  <a:lnTo>
                    <a:pt x="18717" y="11715"/>
                  </a:lnTo>
                  <a:lnTo>
                    <a:pt x="18913" y="10995"/>
                  </a:lnTo>
                  <a:lnTo>
                    <a:pt x="19044" y="10276"/>
                  </a:lnTo>
                  <a:lnTo>
                    <a:pt x="19110" y="9490"/>
                  </a:lnTo>
                  <a:lnTo>
                    <a:pt x="19110" y="8770"/>
                  </a:lnTo>
                  <a:lnTo>
                    <a:pt x="19110" y="8050"/>
                  </a:lnTo>
                  <a:lnTo>
                    <a:pt x="18979" y="7265"/>
                  </a:lnTo>
                  <a:lnTo>
                    <a:pt x="18848" y="6545"/>
                  </a:lnTo>
                  <a:lnTo>
                    <a:pt x="18586" y="5694"/>
                  </a:lnTo>
                  <a:lnTo>
                    <a:pt x="18259" y="4975"/>
                  </a:lnTo>
                  <a:lnTo>
                    <a:pt x="17866" y="4255"/>
                  </a:lnTo>
                  <a:lnTo>
                    <a:pt x="17408" y="3600"/>
                  </a:lnTo>
                  <a:lnTo>
                    <a:pt x="16884" y="2946"/>
                  </a:lnTo>
                  <a:lnTo>
                    <a:pt x="16361" y="2422"/>
                  </a:lnTo>
                  <a:lnTo>
                    <a:pt x="15706" y="1899"/>
                  </a:lnTo>
                  <a:lnTo>
                    <a:pt x="15052" y="1441"/>
                  </a:lnTo>
                  <a:lnTo>
                    <a:pt x="14398" y="1048"/>
                  </a:lnTo>
                  <a:lnTo>
                    <a:pt x="13678" y="721"/>
                  </a:lnTo>
                  <a:lnTo>
                    <a:pt x="12958" y="459"/>
                  </a:lnTo>
                  <a:lnTo>
                    <a:pt x="12173" y="197"/>
                  </a:lnTo>
                  <a:lnTo>
                    <a:pt x="11387" y="66"/>
                  </a:lnTo>
                  <a:lnTo>
                    <a:pt x="105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70" name="Google Shape;1570;p40"/>
            <p:cNvGrpSpPr/>
            <p:nvPr/>
          </p:nvGrpSpPr>
          <p:grpSpPr>
            <a:xfrm>
              <a:off x="4423775" y="4336896"/>
              <a:ext cx="339253" cy="308765"/>
              <a:chOff x="1492675" y="4420975"/>
              <a:chExt cx="481825" cy="438525"/>
            </a:xfrm>
          </p:grpSpPr>
          <p:sp>
            <p:nvSpPr>
              <p:cNvPr id="1571" name="Google Shape;1571;p40"/>
              <p:cNvSpPr/>
              <p:nvPr/>
            </p:nvSpPr>
            <p:spPr>
              <a:xfrm>
                <a:off x="1841375" y="4649825"/>
                <a:ext cx="43325" cy="43300"/>
              </a:xfrm>
              <a:custGeom>
                <a:rect b="b" l="l" r="r" t="t"/>
                <a:pathLst>
                  <a:path extrusionOk="0" h="1732" w="1733">
                    <a:moveTo>
                      <a:pt x="868" y="0"/>
                    </a:moveTo>
                    <a:cubicBezTo>
                      <a:pt x="389" y="0"/>
                      <a:pt x="1" y="386"/>
                      <a:pt x="1" y="865"/>
                    </a:cubicBezTo>
                    <a:cubicBezTo>
                      <a:pt x="1" y="1343"/>
                      <a:pt x="389" y="1732"/>
                      <a:pt x="868" y="1732"/>
                    </a:cubicBezTo>
                    <a:cubicBezTo>
                      <a:pt x="1347" y="1732"/>
                      <a:pt x="1732" y="1343"/>
                      <a:pt x="1732" y="865"/>
                    </a:cubicBezTo>
                    <a:cubicBezTo>
                      <a:pt x="1732" y="386"/>
                      <a:pt x="1347" y="0"/>
                      <a:pt x="8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572" name="Google Shape;1572;p40"/>
              <p:cNvSpPr/>
              <p:nvPr/>
            </p:nvSpPr>
            <p:spPr>
              <a:xfrm>
                <a:off x="1582425" y="4649825"/>
                <a:ext cx="43300" cy="43300"/>
              </a:xfrm>
              <a:custGeom>
                <a:rect b="b" l="l" r="r" t="t"/>
                <a:pathLst>
                  <a:path extrusionOk="0" h="1732" w="1732">
                    <a:moveTo>
                      <a:pt x="864" y="0"/>
                    </a:moveTo>
                    <a:cubicBezTo>
                      <a:pt x="386" y="0"/>
                      <a:pt x="0" y="386"/>
                      <a:pt x="0" y="865"/>
                    </a:cubicBezTo>
                    <a:cubicBezTo>
                      <a:pt x="0" y="1343"/>
                      <a:pt x="386" y="1732"/>
                      <a:pt x="864" y="1732"/>
                    </a:cubicBezTo>
                    <a:cubicBezTo>
                      <a:pt x="1343" y="1732"/>
                      <a:pt x="1732" y="1343"/>
                      <a:pt x="1732" y="865"/>
                    </a:cubicBezTo>
                    <a:cubicBezTo>
                      <a:pt x="1732" y="386"/>
                      <a:pt x="1343" y="0"/>
                      <a:pt x="8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573" name="Google Shape;1573;p40"/>
              <p:cNvSpPr/>
              <p:nvPr/>
            </p:nvSpPr>
            <p:spPr>
              <a:xfrm>
                <a:off x="1492675" y="4420975"/>
                <a:ext cx="481825" cy="356475"/>
              </a:xfrm>
              <a:custGeom>
                <a:rect b="b" l="l" r="r" t="t"/>
                <a:pathLst>
                  <a:path extrusionOk="0" h="14259" w="19273">
                    <a:moveTo>
                      <a:pt x="12783" y="1126"/>
                    </a:moveTo>
                    <a:cubicBezTo>
                      <a:pt x="14322" y="1126"/>
                      <a:pt x="15629" y="2382"/>
                      <a:pt x="15822" y="4047"/>
                    </a:cubicBezTo>
                    <a:cubicBezTo>
                      <a:pt x="15825" y="4065"/>
                      <a:pt x="15828" y="4083"/>
                      <a:pt x="15831" y="4099"/>
                    </a:cubicBezTo>
                    <a:lnTo>
                      <a:pt x="16198" y="5854"/>
                    </a:lnTo>
                    <a:lnTo>
                      <a:pt x="9381" y="5854"/>
                    </a:lnTo>
                    <a:lnTo>
                      <a:pt x="11672" y="4099"/>
                    </a:lnTo>
                    <a:cubicBezTo>
                      <a:pt x="11925" y="3909"/>
                      <a:pt x="11973" y="3550"/>
                      <a:pt x="11784" y="3301"/>
                    </a:cubicBezTo>
                    <a:cubicBezTo>
                      <a:pt x="11672" y="3157"/>
                      <a:pt x="11504" y="3082"/>
                      <a:pt x="11334" y="3082"/>
                    </a:cubicBezTo>
                    <a:cubicBezTo>
                      <a:pt x="11212" y="3082"/>
                      <a:pt x="11089" y="3121"/>
                      <a:pt x="10986" y="3201"/>
                    </a:cubicBezTo>
                    <a:lnTo>
                      <a:pt x="7598" y="5800"/>
                    </a:lnTo>
                    <a:cubicBezTo>
                      <a:pt x="7577" y="5818"/>
                      <a:pt x="7556" y="5836"/>
                      <a:pt x="7535" y="5854"/>
                    </a:cubicBezTo>
                    <a:lnTo>
                      <a:pt x="3072" y="5854"/>
                    </a:lnTo>
                    <a:lnTo>
                      <a:pt x="3440" y="4099"/>
                    </a:lnTo>
                    <a:cubicBezTo>
                      <a:pt x="3446" y="4083"/>
                      <a:pt x="3446" y="4065"/>
                      <a:pt x="3449" y="4047"/>
                    </a:cubicBezTo>
                    <a:cubicBezTo>
                      <a:pt x="3641" y="2382"/>
                      <a:pt x="4948" y="1126"/>
                      <a:pt x="6490" y="1126"/>
                    </a:cubicBezTo>
                    <a:close/>
                    <a:moveTo>
                      <a:pt x="11404" y="9606"/>
                    </a:moveTo>
                    <a:cubicBezTo>
                      <a:pt x="11718" y="9606"/>
                      <a:pt x="11967" y="9856"/>
                      <a:pt x="11967" y="10169"/>
                    </a:cubicBezTo>
                    <a:cubicBezTo>
                      <a:pt x="11967" y="10482"/>
                      <a:pt x="11718" y="10735"/>
                      <a:pt x="11404" y="10735"/>
                    </a:cubicBezTo>
                    <a:lnTo>
                      <a:pt x="7755" y="10735"/>
                    </a:lnTo>
                    <a:cubicBezTo>
                      <a:pt x="7442" y="10735"/>
                      <a:pt x="7189" y="10482"/>
                      <a:pt x="7189" y="10169"/>
                    </a:cubicBezTo>
                    <a:cubicBezTo>
                      <a:pt x="7189" y="9856"/>
                      <a:pt x="7442" y="9606"/>
                      <a:pt x="7755" y="9606"/>
                    </a:cubicBezTo>
                    <a:close/>
                    <a:moveTo>
                      <a:pt x="4457" y="8025"/>
                    </a:moveTo>
                    <a:cubicBezTo>
                      <a:pt x="5264" y="8025"/>
                      <a:pt x="5990" y="8510"/>
                      <a:pt x="6300" y="9254"/>
                    </a:cubicBezTo>
                    <a:cubicBezTo>
                      <a:pt x="6607" y="10001"/>
                      <a:pt x="6439" y="10859"/>
                      <a:pt x="5867" y="11428"/>
                    </a:cubicBezTo>
                    <a:cubicBezTo>
                      <a:pt x="5486" y="11811"/>
                      <a:pt x="4976" y="12014"/>
                      <a:pt x="4456" y="12014"/>
                    </a:cubicBezTo>
                    <a:cubicBezTo>
                      <a:pt x="4199" y="12014"/>
                      <a:pt x="3940" y="11964"/>
                      <a:pt x="3693" y="11862"/>
                    </a:cubicBezTo>
                    <a:cubicBezTo>
                      <a:pt x="2949" y="11554"/>
                      <a:pt x="2461" y="10826"/>
                      <a:pt x="2461" y="10019"/>
                    </a:cubicBezTo>
                    <a:cubicBezTo>
                      <a:pt x="2464" y="8920"/>
                      <a:pt x="3355" y="8025"/>
                      <a:pt x="4454" y="8025"/>
                    </a:cubicBezTo>
                    <a:close/>
                    <a:moveTo>
                      <a:pt x="14816" y="8025"/>
                    </a:moveTo>
                    <a:cubicBezTo>
                      <a:pt x="15915" y="8025"/>
                      <a:pt x="16810" y="8917"/>
                      <a:pt x="16810" y="10019"/>
                    </a:cubicBezTo>
                    <a:cubicBezTo>
                      <a:pt x="16810" y="10826"/>
                      <a:pt x="16325" y="11554"/>
                      <a:pt x="15578" y="11862"/>
                    </a:cubicBezTo>
                    <a:cubicBezTo>
                      <a:pt x="15332" y="11964"/>
                      <a:pt x="15073" y="12014"/>
                      <a:pt x="14816" y="12014"/>
                    </a:cubicBezTo>
                    <a:cubicBezTo>
                      <a:pt x="14297" y="12014"/>
                      <a:pt x="13786" y="11811"/>
                      <a:pt x="13404" y="11428"/>
                    </a:cubicBezTo>
                    <a:cubicBezTo>
                      <a:pt x="12835" y="10859"/>
                      <a:pt x="12663" y="10001"/>
                      <a:pt x="12973" y="9254"/>
                    </a:cubicBezTo>
                    <a:cubicBezTo>
                      <a:pt x="13280" y="8510"/>
                      <a:pt x="14009" y="8025"/>
                      <a:pt x="14816" y="8025"/>
                    </a:cubicBezTo>
                    <a:close/>
                    <a:moveTo>
                      <a:pt x="6490" y="0"/>
                    </a:moveTo>
                    <a:cubicBezTo>
                      <a:pt x="4385" y="0"/>
                      <a:pt x="2599" y="1671"/>
                      <a:pt x="2331" y="3894"/>
                    </a:cubicBezTo>
                    <a:lnTo>
                      <a:pt x="1907" y="5917"/>
                    </a:lnTo>
                    <a:cubicBezTo>
                      <a:pt x="799" y="6143"/>
                      <a:pt x="1" y="7119"/>
                      <a:pt x="1" y="8251"/>
                    </a:cubicBezTo>
                    <a:lnTo>
                      <a:pt x="1" y="11877"/>
                    </a:lnTo>
                    <a:cubicBezTo>
                      <a:pt x="1" y="13192"/>
                      <a:pt x="1064" y="14255"/>
                      <a:pt x="2380" y="14258"/>
                    </a:cubicBezTo>
                    <a:lnTo>
                      <a:pt x="16894" y="14258"/>
                    </a:lnTo>
                    <a:cubicBezTo>
                      <a:pt x="18207" y="14255"/>
                      <a:pt x="19270" y="13192"/>
                      <a:pt x="19273" y="11880"/>
                    </a:cubicBezTo>
                    <a:lnTo>
                      <a:pt x="19273" y="8251"/>
                    </a:lnTo>
                    <a:cubicBezTo>
                      <a:pt x="19270" y="7119"/>
                      <a:pt x="18472" y="6143"/>
                      <a:pt x="17364" y="5917"/>
                    </a:cubicBezTo>
                    <a:lnTo>
                      <a:pt x="16939" y="3894"/>
                    </a:lnTo>
                    <a:cubicBezTo>
                      <a:pt x="16671" y="1671"/>
                      <a:pt x="14885" y="0"/>
                      <a:pt x="127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574" name="Google Shape;1574;p40"/>
              <p:cNvSpPr/>
              <p:nvPr/>
            </p:nvSpPr>
            <p:spPr>
              <a:xfrm>
                <a:off x="1546875" y="4805650"/>
                <a:ext cx="118975" cy="53850"/>
              </a:xfrm>
              <a:custGeom>
                <a:rect b="b" l="l" r="r" t="t"/>
                <a:pathLst>
                  <a:path extrusionOk="0" h="2154" w="4759">
                    <a:moveTo>
                      <a:pt x="1" y="1"/>
                    </a:moveTo>
                    <a:lnTo>
                      <a:pt x="1" y="458"/>
                    </a:lnTo>
                    <a:cubicBezTo>
                      <a:pt x="1" y="1395"/>
                      <a:pt x="757" y="2151"/>
                      <a:pt x="1693" y="2154"/>
                    </a:cubicBezTo>
                    <a:lnTo>
                      <a:pt x="3063" y="2154"/>
                    </a:lnTo>
                    <a:cubicBezTo>
                      <a:pt x="4000" y="2151"/>
                      <a:pt x="4756" y="1395"/>
                      <a:pt x="4759" y="458"/>
                    </a:cubicBezTo>
                    <a:lnTo>
                      <a:pt x="47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575" name="Google Shape;1575;p40"/>
              <p:cNvSpPr/>
              <p:nvPr/>
            </p:nvSpPr>
            <p:spPr>
              <a:xfrm>
                <a:off x="1801325" y="4805650"/>
                <a:ext cx="118975" cy="53850"/>
              </a:xfrm>
              <a:custGeom>
                <a:rect b="b" l="l" r="r" t="t"/>
                <a:pathLst>
                  <a:path extrusionOk="0" h="2154" w="4759">
                    <a:moveTo>
                      <a:pt x="1" y="1"/>
                    </a:moveTo>
                    <a:lnTo>
                      <a:pt x="1" y="458"/>
                    </a:lnTo>
                    <a:cubicBezTo>
                      <a:pt x="1" y="1395"/>
                      <a:pt x="757" y="2151"/>
                      <a:pt x="1693" y="2154"/>
                    </a:cubicBezTo>
                    <a:lnTo>
                      <a:pt x="3063" y="2154"/>
                    </a:lnTo>
                    <a:cubicBezTo>
                      <a:pt x="4000" y="2151"/>
                      <a:pt x="4756" y="1395"/>
                      <a:pt x="4759" y="458"/>
                    </a:cubicBezTo>
                    <a:lnTo>
                      <a:pt x="47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sp>
        <p:nvSpPr>
          <p:cNvPr id="1576" name="Google Shape;1576;p40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Doodle Banner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7" name="Google Shape;1577;p40"/>
          <p:cNvSpPr/>
          <p:nvPr/>
        </p:nvSpPr>
        <p:spPr>
          <a:xfrm>
            <a:off x="6019360" y="4622339"/>
            <a:ext cx="98364" cy="46394"/>
          </a:xfrm>
          <a:custGeom>
            <a:rect b="b" l="l" r="r" t="t"/>
            <a:pathLst>
              <a:path extrusionOk="0" h="1489" w="3157">
                <a:moveTo>
                  <a:pt x="1" y="0"/>
                </a:moveTo>
                <a:cubicBezTo>
                  <a:pt x="537" y="298"/>
                  <a:pt x="1084" y="572"/>
                  <a:pt x="1644" y="834"/>
                </a:cubicBezTo>
                <a:cubicBezTo>
                  <a:pt x="2144" y="1048"/>
                  <a:pt x="2656" y="1274"/>
                  <a:pt x="3156" y="1488"/>
                </a:cubicBezTo>
                <a:lnTo>
                  <a:pt x="2727" y="1262"/>
                </a:lnTo>
                <a:cubicBezTo>
                  <a:pt x="2394" y="1107"/>
                  <a:pt x="2061" y="953"/>
                  <a:pt x="1715" y="786"/>
                </a:cubicBezTo>
                <a:cubicBezTo>
                  <a:pt x="1144" y="512"/>
                  <a:pt x="584" y="262"/>
                  <a:pt x="1" y="0"/>
                </a:cubicBezTo>
                <a:close/>
              </a:path>
            </a:pathLst>
          </a:custGeom>
          <a:solidFill>
            <a:srgbClr val="DE8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40"/>
          <p:cNvSpPr txBox="1"/>
          <p:nvPr/>
        </p:nvSpPr>
        <p:spPr>
          <a:xfrm flipH="1">
            <a:off x="5891886" y="2220813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a gas giant and the biggest planet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9" name="Google Shape;1579;p40"/>
          <p:cNvSpPr txBox="1"/>
          <p:nvPr/>
        </p:nvSpPr>
        <p:spPr>
          <a:xfrm flipH="1">
            <a:off x="5891886" y="1999038"/>
            <a:ext cx="11778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Jupiter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80" name="Google Shape;1580;p40"/>
          <p:cNvSpPr/>
          <p:nvPr/>
        </p:nvSpPr>
        <p:spPr>
          <a:xfrm flipH="1">
            <a:off x="5480912" y="2010337"/>
            <a:ext cx="353400" cy="352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40"/>
          <p:cNvSpPr txBox="1"/>
          <p:nvPr/>
        </p:nvSpPr>
        <p:spPr>
          <a:xfrm flipH="1">
            <a:off x="5422663" y="2109988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b="1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82" name="Google Shape;1582;p40"/>
          <p:cNvSpPr txBox="1"/>
          <p:nvPr/>
        </p:nvSpPr>
        <p:spPr>
          <a:xfrm flipH="1">
            <a:off x="5891886" y="3193975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the ringed one. It’s a gas giant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3" name="Google Shape;1583;p40"/>
          <p:cNvSpPr txBox="1"/>
          <p:nvPr/>
        </p:nvSpPr>
        <p:spPr>
          <a:xfrm flipH="1">
            <a:off x="5891886" y="2972200"/>
            <a:ext cx="11778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84" name="Google Shape;1584;p40"/>
          <p:cNvSpPr/>
          <p:nvPr/>
        </p:nvSpPr>
        <p:spPr>
          <a:xfrm flipH="1">
            <a:off x="5480912" y="2983500"/>
            <a:ext cx="353400" cy="352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40"/>
          <p:cNvSpPr txBox="1"/>
          <p:nvPr/>
        </p:nvSpPr>
        <p:spPr>
          <a:xfrm flipH="1">
            <a:off x="5422663" y="3083150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b="1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86" name="Google Shape;1586;p40"/>
          <p:cNvSpPr txBox="1"/>
          <p:nvPr/>
        </p:nvSpPr>
        <p:spPr>
          <a:xfrm flipH="1">
            <a:off x="5891886" y="4122988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7" name="Google Shape;1587;p40"/>
          <p:cNvSpPr txBox="1"/>
          <p:nvPr/>
        </p:nvSpPr>
        <p:spPr>
          <a:xfrm flipH="1">
            <a:off x="5891886" y="3901213"/>
            <a:ext cx="11778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Venus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88" name="Google Shape;1588;p40"/>
          <p:cNvSpPr/>
          <p:nvPr/>
        </p:nvSpPr>
        <p:spPr>
          <a:xfrm flipH="1">
            <a:off x="5480912" y="3912512"/>
            <a:ext cx="353400" cy="352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40"/>
          <p:cNvSpPr txBox="1"/>
          <p:nvPr/>
        </p:nvSpPr>
        <p:spPr>
          <a:xfrm flipH="1">
            <a:off x="5422663" y="4012163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b="1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90" name="Google Shape;1590;p40"/>
          <p:cNvSpPr txBox="1"/>
          <p:nvPr/>
        </p:nvSpPr>
        <p:spPr>
          <a:xfrm>
            <a:off x="1977288" y="4379063"/>
            <a:ext cx="11778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Option 1</a:t>
            </a:r>
            <a:endParaRPr b="1" sz="18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91" name="Google Shape;1591;p40"/>
          <p:cNvSpPr txBox="1"/>
          <p:nvPr/>
        </p:nvSpPr>
        <p:spPr>
          <a:xfrm flipH="1">
            <a:off x="1955861" y="1730313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the ringed one. It’s a gas giant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2" name="Google Shape;1592;p40"/>
          <p:cNvSpPr txBox="1"/>
          <p:nvPr/>
        </p:nvSpPr>
        <p:spPr>
          <a:xfrm flipH="1">
            <a:off x="1955861" y="1508538"/>
            <a:ext cx="11778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93" name="Google Shape;1593;p40"/>
          <p:cNvSpPr/>
          <p:nvPr/>
        </p:nvSpPr>
        <p:spPr>
          <a:xfrm flipH="1">
            <a:off x="1544887" y="1519837"/>
            <a:ext cx="353400" cy="352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40"/>
          <p:cNvSpPr txBox="1"/>
          <p:nvPr/>
        </p:nvSpPr>
        <p:spPr>
          <a:xfrm flipH="1">
            <a:off x="1486638" y="1619488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b="1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95" name="Google Shape;1595;p40"/>
          <p:cNvSpPr txBox="1"/>
          <p:nvPr/>
        </p:nvSpPr>
        <p:spPr>
          <a:xfrm flipH="1">
            <a:off x="1955861" y="2703475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6" name="Google Shape;1596;p40"/>
          <p:cNvSpPr txBox="1"/>
          <p:nvPr/>
        </p:nvSpPr>
        <p:spPr>
          <a:xfrm flipH="1">
            <a:off x="1955861" y="2481700"/>
            <a:ext cx="11778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Venus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97" name="Google Shape;1597;p40"/>
          <p:cNvSpPr/>
          <p:nvPr/>
        </p:nvSpPr>
        <p:spPr>
          <a:xfrm flipH="1">
            <a:off x="1544887" y="2493000"/>
            <a:ext cx="353400" cy="352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40"/>
          <p:cNvSpPr txBox="1"/>
          <p:nvPr/>
        </p:nvSpPr>
        <p:spPr>
          <a:xfrm flipH="1">
            <a:off x="1486638" y="2592650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b="1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99" name="Google Shape;1599;p40"/>
          <p:cNvSpPr txBox="1"/>
          <p:nvPr/>
        </p:nvSpPr>
        <p:spPr>
          <a:xfrm flipH="1">
            <a:off x="1955861" y="3632488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a gas giant and the biggest planet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0" name="Google Shape;1600;p40"/>
          <p:cNvSpPr txBox="1"/>
          <p:nvPr/>
        </p:nvSpPr>
        <p:spPr>
          <a:xfrm flipH="1">
            <a:off x="1955861" y="3410713"/>
            <a:ext cx="11778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Jupiter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01" name="Google Shape;1601;p40"/>
          <p:cNvSpPr/>
          <p:nvPr/>
        </p:nvSpPr>
        <p:spPr>
          <a:xfrm flipH="1">
            <a:off x="1544887" y="3422012"/>
            <a:ext cx="353400" cy="352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40"/>
          <p:cNvSpPr txBox="1"/>
          <p:nvPr/>
        </p:nvSpPr>
        <p:spPr>
          <a:xfrm flipH="1">
            <a:off x="1486638" y="3521663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b="1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03" name="Google Shape;1603;p40"/>
          <p:cNvSpPr txBox="1"/>
          <p:nvPr/>
        </p:nvSpPr>
        <p:spPr>
          <a:xfrm>
            <a:off x="5988952" y="1479863"/>
            <a:ext cx="11778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Option 2</a:t>
            </a:r>
            <a:endParaRPr b="1" sz="18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41"/>
          <p:cNvSpPr/>
          <p:nvPr/>
        </p:nvSpPr>
        <p:spPr>
          <a:xfrm rot="-10799753">
            <a:off x="378383" y="2638299"/>
            <a:ext cx="1960504" cy="1457682"/>
          </a:xfrm>
          <a:custGeom>
            <a:rect b="b" l="l" r="r" t="t"/>
            <a:pathLst>
              <a:path extrusionOk="0" h="29995" w="56308">
                <a:moveTo>
                  <a:pt x="25997" y="0"/>
                </a:moveTo>
                <a:cubicBezTo>
                  <a:pt x="25091" y="0"/>
                  <a:pt x="24186" y="26"/>
                  <a:pt x="23284" y="84"/>
                </a:cubicBezTo>
                <a:cubicBezTo>
                  <a:pt x="20982" y="251"/>
                  <a:pt x="18647" y="251"/>
                  <a:pt x="16312" y="351"/>
                </a:cubicBezTo>
                <a:cubicBezTo>
                  <a:pt x="14845" y="418"/>
                  <a:pt x="13377" y="618"/>
                  <a:pt x="11909" y="785"/>
                </a:cubicBezTo>
                <a:cubicBezTo>
                  <a:pt x="10869" y="904"/>
                  <a:pt x="9855" y="1234"/>
                  <a:pt x="8798" y="1234"/>
                </a:cubicBezTo>
                <a:cubicBezTo>
                  <a:pt x="8668" y="1234"/>
                  <a:pt x="8538" y="1229"/>
                  <a:pt x="8407" y="1218"/>
                </a:cubicBezTo>
                <a:cubicBezTo>
                  <a:pt x="8240" y="1198"/>
                  <a:pt x="8075" y="1188"/>
                  <a:pt x="7911" y="1188"/>
                </a:cubicBezTo>
                <a:cubicBezTo>
                  <a:pt x="6763" y="1188"/>
                  <a:pt x="5680" y="1648"/>
                  <a:pt x="4571" y="1852"/>
                </a:cubicBezTo>
                <a:cubicBezTo>
                  <a:pt x="3436" y="2019"/>
                  <a:pt x="2536" y="2519"/>
                  <a:pt x="1735" y="3420"/>
                </a:cubicBezTo>
                <a:cubicBezTo>
                  <a:pt x="1101" y="4120"/>
                  <a:pt x="701" y="4854"/>
                  <a:pt x="668" y="5688"/>
                </a:cubicBezTo>
                <a:cubicBezTo>
                  <a:pt x="601" y="7856"/>
                  <a:pt x="268" y="9991"/>
                  <a:pt x="268" y="12160"/>
                </a:cubicBezTo>
                <a:cubicBezTo>
                  <a:pt x="268" y="12360"/>
                  <a:pt x="268" y="12560"/>
                  <a:pt x="234" y="12760"/>
                </a:cubicBezTo>
                <a:cubicBezTo>
                  <a:pt x="1" y="14795"/>
                  <a:pt x="101" y="16830"/>
                  <a:pt x="167" y="18864"/>
                </a:cubicBezTo>
                <a:cubicBezTo>
                  <a:pt x="234" y="20599"/>
                  <a:pt x="501" y="22267"/>
                  <a:pt x="634" y="24001"/>
                </a:cubicBezTo>
                <a:cubicBezTo>
                  <a:pt x="801" y="25703"/>
                  <a:pt x="1368" y="27270"/>
                  <a:pt x="2336" y="28671"/>
                </a:cubicBezTo>
                <a:cubicBezTo>
                  <a:pt x="2803" y="29405"/>
                  <a:pt x="3436" y="29906"/>
                  <a:pt x="4337" y="29972"/>
                </a:cubicBezTo>
                <a:cubicBezTo>
                  <a:pt x="4600" y="29986"/>
                  <a:pt x="4856" y="29994"/>
                  <a:pt x="5112" y="29994"/>
                </a:cubicBezTo>
                <a:cubicBezTo>
                  <a:pt x="5474" y="29994"/>
                  <a:pt x="5834" y="29978"/>
                  <a:pt x="6205" y="29939"/>
                </a:cubicBezTo>
                <a:cubicBezTo>
                  <a:pt x="7006" y="29839"/>
                  <a:pt x="7840" y="29672"/>
                  <a:pt x="8640" y="29672"/>
                </a:cubicBezTo>
                <a:cubicBezTo>
                  <a:pt x="10542" y="29672"/>
                  <a:pt x="12410" y="29439"/>
                  <a:pt x="14311" y="29372"/>
                </a:cubicBezTo>
                <a:cubicBezTo>
                  <a:pt x="16246" y="29305"/>
                  <a:pt x="18180" y="29105"/>
                  <a:pt x="20148" y="29105"/>
                </a:cubicBezTo>
                <a:cubicBezTo>
                  <a:pt x="21383" y="29105"/>
                  <a:pt x="22617" y="28938"/>
                  <a:pt x="23851" y="28872"/>
                </a:cubicBezTo>
                <a:cubicBezTo>
                  <a:pt x="25953" y="28771"/>
                  <a:pt x="28021" y="28638"/>
                  <a:pt x="30122" y="28571"/>
                </a:cubicBezTo>
                <a:cubicBezTo>
                  <a:pt x="30483" y="28565"/>
                  <a:pt x="30843" y="28563"/>
                  <a:pt x="31203" y="28563"/>
                </a:cubicBezTo>
                <a:cubicBezTo>
                  <a:pt x="32878" y="28563"/>
                  <a:pt x="34552" y="28622"/>
                  <a:pt x="36227" y="28705"/>
                </a:cubicBezTo>
                <a:cubicBezTo>
                  <a:pt x="36740" y="28740"/>
                  <a:pt x="37250" y="28754"/>
                  <a:pt x="37760" y="28754"/>
                </a:cubicBezTo>
                <a:cubicBezTo>
                  <a:pt x="39172" y="28754"/>
                  <a:pt x="40576" y="28645"/>
                  <a:pt x="41997" y="28571"/>
                </a:cubicBezTo>
                <a:cubicBezTo>
                  <a:pt x="42303" y="28560"/>
                  <a:pt x="42608" y="28555"/>
                  <a:pt x="42913" y="28555"/>
                </a:cubicBezTo>
                <a:cubicBezTo>
                  <a:pt x="44071" y="28555"/>
                  <a:pt x="45228" y="28621"/>
                  <a:pt x="46385" y="28621"/>
                </a:cubicBezTo>
                <a:cubicBezTo>
                  <a:pt x="46691" y="28621"/>
                  <a:pt x="46996" y="28616"/>
                  <a:pt x="47301" y="28605"/>
                </a:cubicBezTo>
                <a:cubicBezTo>
                  <a:pt x="49102" y="28538"/>
                  <a:pt x="50837" y="28138"/>
                  <a:pt x="52572" y="27571"/>
                </a:cubicBezTo>
                <a:cubicBezTo>
                  <a:pt x="53439" y="27304"/>
                  <a:pt x="54006" y="26703"/>
                  <a:pt x="54440" y="25936"/>
                </a:cubicBezTo>
                <a:cubicBezTo>
                  <a:pt x="55540" y="24068"/>
                  <a:pt x="55507" y="22033"/>
                  <a:pt x="55474" y="19999"/>
                </a:cubicBezTo>
                <a:cubicBezTo>
                  <a:pt x="55474" y="19832"/>
                  <a:pt x="55374" y="19665"/>
                  <a:pt x="55374" y="19465"/>
                </a:cubicBezTo>
                <a:cubicBezTo>
                  <a:pt x="55540" y="17964"/>
                  <a:pt x="55607" y="16429"/>
                  <a:pt x="55740" y="14895"/>
                </a:cubicBezTo>
                <a:cubicBezTo>
                  <a:pt x="55974" y="12860"/>
                  <a:pt x="56207" y="10859"/>
                  <a:pt x="56074" y="8824"/>
                </a:cubicBezTo>
                <a:cubicBezTo>
                  <a:pt x="56074" y="8590"/>
                  <a:pt x="56074" y="8323"/>
                  <a:pt x="56107" y="8090"/>
                </a:cubicBezTo>
                <a:cubicBezTo>
                  <a:pt x="56308" y="6789"/>
                  <a:pt x="56207" y="5455"/>
                  <a:pt x="55907" y="4154"/>
                </a:cubicBezTo>
                <a:cubicBezTo>
                  <a:pt x="55774" y="3453"/>
                  <a:pt x="55407" y="2920"/>
                  <a:pt x="54873" y="2453"/>
                </a:cubicBezTo>
                <a:cubicBezTo>
                  <a:pt x="54573" y="2186"/>
                  <a:pt x="54239" y="1886"/>
                  <a:pt x="53872" y="1719"/>
                </a:cubicBezTo>
                <a:cubicBezTo>
                  <a:pt x="53205" y="1419"/>
                  <a:pt x="52605" y="918"/>
                  <a:pt x="51804" y="885"/>
                </a:cubicBezTo>
                <a:cubicBezTo>
                  <a:pt x="49269" y="751"/>
                  <a:pt x="46767" y="585"/>
                  <a:pt x="44266" y="518"/>
                </a:cubicBezTo>
                <a:cubicBezTo>
                  <a:pt x="39829" y="418"/>
                  <a:pt x="35426" y="551"/>
                  <a:pt x="30989" y="218"/>
                </a:cubicBezTo>
                <a:cubicBezTo>
                  <a:pt x="29344" y="88"/>
                  <a:pt x="27671" y="0"/>
                  <a:pt x="25997" y="0"/>
                </a:cubicBezTo>
                <a:close/>
              </a:path>
            </a:pathLst>
          </a:custGeom>
          <a:solidFill>
            <a:srgbClr val="B8D3A9">
              <a:alpha val="31760"/>
            </a:srgbClr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41"/>
          <p:cNvSpPr/>
          <p:nvPr/>
        </p:nvSpPr>
        <p:spPr>
          <a:xfrm rot="-10799753">
            <a:off x="4664583" y="2638299"/>
            <a:ext cx="1960504" cy="1457682"/>
          </a:xfrm>
          <a:custGeom>
            <a:rect b="b" l="l" r="r" t="t"/>
            <a:pathLst>
              <a:path extrusionOk="0" h="29995" w="56308">
                <a:moveTo>
                  <a:pt x="25997" y="0"/>
                </a:moveTo>
                <a:cubicBezTo>
                  <a:pt x="25091" y="0"/>
                  <a:pt x="24186" y="26"/>
                  <a:pt x="23284" y="84"/>
                </a:cubicBezTo>
                <a:cubicBezTo>
                  <a:pt x="20982" y="251"/>
                  <a:pt x="18647" y="251"/>
                  <a:pt x="16312" y="351"/>
                </a:cubicBezTo>
                <a:cubicBezTo>
                  <a:pt x="14845" y="418"/>
                  <a:pt x="13377" y="618"/>
                  <a:pt x="11909" y="785"/>
                </a:cubicBezTo>
                <a:cubicBezTo>
                  <a:pt x="10869" y="904"/>
                  <a:pt x="9855" y="1234"/>
                  <a:pt x="8798" y="1234"/>
                </a:cubicBezTo>
                <a:cubicBezTo>
                  <a:pt x="8668" y="1234"/>
                  <a:pt x="8538" y="1229"/>
                  <a:pt x="8407" y="1218"/>
                </a:cubicBezTo>
                <a:cubicBezTo>
                  <a:pt x="8240" y="1198"/>
                  <a:pt x="8075" y="1188"/>
                  <a:pt x="7911" y="1188"/>
                </a:cubicBezTo>
                <a:cubicBezTo>
                  <a:pt x="6763" y="1188"/>
                  <a:pt x="5680" y="1648"/>
                  <a:pt x="4571" y="1852"/>
                </a:cubicBezTo>
                <a:cubicBezTo>
                  <a:pt x="3436" y="2019"/>
                  <a:pt x="2536" y="2519"/>
                  <a:pt x="1735" y="3420"/>
                </a:cubicBezTo>
                <a:cubicBezTo>
                  <a:pt x="1101" y="4120"/>
                  <a:pt x="701" y="4854"/>
                  <a:pt x="668" y="5688"/>
                </a:cubicBezTo>
                <a:cubicBezTo>
                  <a:pt x="601" y="7856"/>
                  <a:pt x="268" y="9991"/>
                  <a:pt x="268" y="12160"/>
                </a:cubicBezTo>
                <a:cubicBezTo>
                  <a:pt x="268" y="12360"/>
                  <a:pt x="268" y="12560"/>
                  <a:pt x="234" y="12760"/>
                </a:cubicBezTo>
                <a:cubicBezTo>
                  <a:pt x="1" y="14795"/>
                  <a:pt x="101" y="16830"/>
                  <a:pt x="167" y="18864"/>
                </a:cubicBezTo>
                <a:cubicBezTo>
                  <a:pt x="234" y="20599"/>
                  <a:pt x="501" y="22267"/>
                  <a:pt x="634" y="24001"/>
                </a:cubicBezTo>
                <a:cubicBezTo>
                  <a:pt x="801" y="25703"/>
                  <a:pt x="1368" y="27270"/>
                  <a:pt x="2336" y="28671"/>
                </a:cubicBezTo>
                <a:cubicBezTo>
                  <a:pt x="2803" y="29405"/>
                  <a:pt x="3436" y="29906"/>
                  <a:pt x="4337" y="29972"/>
                </a:cubicBezTo>
                <a:cubicBezTo>
                  <a:pt x="4600" y="29986"/>
                  <a:pt x="4856" y="29994"/>
                  <a:pt x="5112" y="29994"/>
                </a:cubicBezTo>
                <a:cubicBezTo>
                  <a:pt x="5474" y="29994"/>
                  <a:pt x="5834" y="29978"/>
                  <a:pt x="6205" y="29939"/>
                </a:cubicBezTo>
                <a:cubicBezTo>
                  <a:pt x="7006" y="29839"/>
                  <a:pt x="7840" y="29672"/>
                  <a:pt x="8640" y="29672"/>
                </a:cubicBezTo>
                <a:cubicBezTo>
                  <a:pt x="10542" y="29672"/>
                  <a:pt x="12410" y="29439"/>
                  <a:pt x="14311" y="29372"/>
                </a:cubicBezTo>
                <a:cubicBezTo>
                  <a:pt x="16246" y="29305"/>
                  <a:pt x="18180" y="29105"/>
                  <a:pt x="20148" y="29105"/>
                </a:cubicBezTo>
                <a:cubicBezTo>
                  <a:pt x="21383" y="29105"/>
                  <a:pt x="22617" y="28938"/>
                  <a:pt x="23851" y="28872"/>
                </a:cubicBezTo>
                <a:cubicBezTo>
                  <a:pt x="25953" y="28771"/>
                  <a:pt x="28021" y="28638"/>
                  <a:pt x="30122" y="28571"/>
                </a:cubicBezTo>
                <a:cubicBezTo>
                  <a:pt x="30483" y="28565"/>
                  <a:pt x="30843" y="28563"/>
                  <a:pt x="31203" y="28563"/>
                </a:cubicBezTo>
                <a:cubicBezTo>
                  <a:pt x="32878" y="28563"/>
                  <a:pt x="34552" y="28622"/>
                  <a:pt x="36227" y="28705"/>
                </a:cubicBezTo>
                <a:cubicBezTo>
                  <a:pt x="36740" y="28740"/>
                  <a:pt x="37250" y="28754"/>
                  <a:pt x="37760" y="28754"/>
                </a:cubicBezTo>
                <a:cubicBezTo>
                  <a:pt x="39172" y="28754"/>
                  <a:pt x="40576" y="28645"/>
                  <a:pt x="41997" y="28571"/>
                </a:cubicBezTo>
                <a:cubicBezTo>
                  <a:pt x="42303" y="28560"/>
                  <a:pt x="42608" y="28555"/>
                  <a:pt x="42913" y="28555"/>
                </a:cubicBezTo>
                <a:cubicBezTo>
                  <a:pt x="44071" y="28555"/>
                  <a:pt x="45228" y="28621"/>
                  <a:pt x="46385" y="28621"/>
                </a:cubicBezTo>
                <a:cubicBezTo>
                  <a:pt x="46691" y="28621"/>
                  <a:pt x="46996" y="28616"/>
                  <a:pt x="47301" y="28605"/>
                </a:cubicBezTo>
                <a:cubicBezTo>
                  <a:pt x="49102" y="28538"/>
                  <a:pt x="50837" y="28138"/>
                  <a:pt x="52572" y="27571"/>
                </a:cubicBezTo>
                <a:cubicBezTo>
                  <a:pt x="53439" y="27304"/>
                  <a:pt x="54006" y="26703"/>
                  <a:pt x="54440" y="25936"/>
                </a:cubicBezTo>
                <a:cubicBezTo>
                  <a:pt x="55540" y="24068"/>
                  <a:pt x="55507" y="22033"/>
                  <a:pt x="55474" y="19999"/>
                </a:cubicBezTo>
                <a:cubicBezTo>
                  <a:pt x="55474" y="19832"/>
                  <a:pt x="55374" y="19665"/>
                  <a:pt x="55374" y="19465"/>
                </a:cubicBezTo>
                <a:cubicBezTo>
                  <a:pt x="55540" y="17964"/>
                  <a:pt x="55607" y="16429"/>
                  <a:pt x="55740" y="14895"/>
                </a:cubicBezTo>
                <a:cubicBezTo>
                  <a:pt x="55974" y="12860"/>
                  <a:pt x="56207" y="10859"/>
                  <a:pt x="56074" y="8824"/>
                </a:cubicBezTo>
                <a:cubicBezTo>
                  <a:pt x="56074" y="8590"/>
                  <a:pt x="56074" y="8323"/>
                  <a:pt x="56107" y="8090"/>
                </a:cubicBezTo>
                <a:cubicBezTo>
                  <a:pt x="56308" y="6789"/>
                  <a:pt x="56207" y="5455"/>
                  <a:pt x="55907" y="4154"/>
                </a:cubicBezTo>
                <a:cubicBezTo>
                  <a:pt x="55774" y="3453"/>
                  <a:pt x="55407" y="2920"/>
                  <a:pt x="54873" y="2453"/>
                </a:cubicBezTo>
                <a:cubicBezTo>
                  <a:pt x="54573" y="2186"/>
                  <a:pt x="54239" y="1886"/>
                  <a:pt x="53872" y="1719"/>
                </a:cubicBezTo>
                <a:cubicBezTo>
                  <a:pt x="53205" y="1419"/>
                  <a:pt x="52605" y="918"/>
                  <a:pt x="51804" y="885"/>
                </a:cubicBezTo>
                <a:cubicBezTo>
                  <a:pt x="49269" y="751"/>
                  <a:pt x="46767" y="585"/>
                  <a:pt x="44266" y="518"/>
                </a:cubicBezTo>
                <a:cubicBezTo>
                  <a:pt x="39829" y="418"/>
                  <a:pt x="35426" y="551"/>
                  <a:pt x="30989" y="218"/>
                </a:cubicBezTo>
                <a:cubicBezTo>
                  <a:pt x="29344" y="88"/>
                  <a:pt x="27671" y="0"/>
                  <a:pt x="25997" y="0"/>
                </a:cubicBezTo>
                <a:close/>
              </a:path>
            </a:pathLst>
          </a:custGeom>
          <a:solidFill>
            <a:srgbClr val="9FD9EE">
              <a:alpha val="31760"/>
            </a:srgbClr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10" name="Google Shape;1610;p41"/>
          <p:cNvGrpSpPr/>
          <p:nvPr/>
        </p:nvGrpSpPr>
        <p:grpSpPr>
          <a:xfrm>
            <a:off x="2428814" y="1688458"/>
            <a:ext cx="2050606" cy="3043618"/>
            <a:chOff x="2428814" y="1688458"/>
            <a:chExt cx="2050606" cy="3043618"/>
          </a:xfrm>
        </p:grpSpPr>
        <p:sp>
          <p:nvSpPr>
            <p:cNvPr id="1611" name="Google Shape;1611;p41"/>
            <p:cNvSpPr/>
            <p:nvPr/>
          </p:nvSpPr>
          <p:spPr>
            <a:xfrm flipH="1" rot="-205799">
              <a:off x="2720029" y="1727301"/>
              <a:ext cx="1342121" cy="1457852"/>
            </a:xfrm>
            <a:custGeom>
              <a:rect b="b" l="l" r="r" t="t"/>
              <a:pathLst>
                <a:path extrusionOk="0" h="30497" w="28076">
                  <a:moveTo>
                    <a:pt x="13351" y="589"/>
                  </a:moveTo>
                  <a:lnTo>
                    <a:pt x="14267" y="655"/>
                  </a:lnTo>
                  <a:lnTo>
                    <a:pt x="15183" y="720"/>
                  </a:lnTo>
                  <a:lnTo>
                    <a:pt x="16099" y="851"/>
                  </a:lnTo>
                  <a:lnTo>
                    <a:pt x="17016" y="1113"/>
                  </a:lnTo>
                  <a:lnTo>
                    <a:pt x="17932" y="1374"/>
                  </a:lnTo>
                  <a:lnTo>
                    <a:pt x="18783" y="1702"/>
                  </a:lnTo>
                  <a:lnTo>
                    <a:pt x="19633" y="2160"/>
                  </a:lnTo>
                  <a:lnTo>
                    <a:pt x="20484" y="2552"/>
                  </a:lnTo>
                  <a:lnTo>
                    <a:pt x="21269" y="3076"/>
                  </a:lnTo>
                  <a:lnTo>
                    <a:pt x="22055" y="3665"/>
                  </a:lnTo>
                  <a:lnTo>
                    <a:pt x="22775" y="4254"/>
                  </a:lnTo>
                  <a:lnTo>
                    <a:pt x="23429" y="4843"/>
                  </a:lnTo>
                  <a:lnTo>
                    <a:pt x="24083" y="5563"/>
                  </a:lnTo>
                  <a:lnTo>
                    <a:pt x="24672" y="6283"/>
                  </a:lnTo>
                  <a:lnTo>
                    <a:pt x="25196" y="7068"/>
                  </a:lnTo>
                  <a:lnTo>
                    <a:pt x="25719" y="7853"/>
                  </a:lnTo>
                  <a:lnTo>
                    <a:pt x="26178" y="8639"/>
                  </a:lnTo>
                  <a:lnTo>
                    <a:pt x="26570" y="9555"/>
                  </a:lnTo>
                  <a:lnTo>
                    <a:pt x="26897" y="10536"/>
                  </a:lnTo>
                  <a:lnTo>
                    <a:pt x="27159" y="11649"/>
                  </a:lnTo>
                  <a:lnTo>
                    <a:pt x="27356" y="12696"/>
                  </a:lnTo>
                  <a:lnTo>
                    <a:pt x="27421" y="13809"/>
                  </a:lnTo>
                  <a:lnTo>
                    <a:pt x="27356" y="14856"/>
                  </a:lnTo>
                  <a:lnTo>
                    <a:pt x="27225" y="15968"/>
                  </a:lnTo>
                  <a:lnTo>
                    <a:pt x="26963" y="16950"/>
                  </a:lnTo>
                  <a:lnTo>
                    <a:pt x="26636" y="17997"/>
                  </a:lnTo>
                  <a:lnTo>
                    <a:pt x="26243" y="18913"/>
                  </a:lnTo>
                  <a:lnTo>
                    <a:pt x="25719" y="19829"/>
                  </a:lnTo>
                  <a:lnTo>
                    <a:pt x="25065" y="20615"/>
                  </a:lnTo>
                  <a:lnTo>
                    <a:pt x="24345" y="21400"/>
                  </a:lnTo>
                  <a:lnTo>
                    <a:pt x="23494" y="21989"/>
                  </a:lnTo>
                  <a:lnTo>
                    <a:pt x="22578" y="22578"/>
                  </a:lnTo>
                  <a:lnTo>
                    <a:pt x="21531" y="22971"/>
                  </a:lnTo>
                  <a:lnTo>
                    <a:pt x="20419" y="23298"/>
                  </a:lnTo>
                  <a:lnTo>
                    <a:pt x="20222" y="23363"/>
                  </a:lnTo>
                  <a:lnTo>
                    <a:pt x="20157" y="23494"/>
                  </a:lnTo>
                  <a:lnTo>
                    <a:pt x="20026" y="23625"/>
                  </a:lnTo>
                  <a:lnTo>
                    <a:pt x="20026" y="23822"/>
                  </a:lnTo>
                  <a:lnTo>
                    <a:pt x="20288" y="25261"/>
                  </a:lnTo>
                  <a:lnTo>
                    <a:pt x="20353" y="26701"/>
                  </a:lnTo>
                  <a:lnTo>
                    <a:pt x="20419" y="28075"/>
                  </a:lnTo>
                  <a:lnTo>
                    <a:pt x="20288" y="29515"/>
                  </a:lnTo>
                  <a:lnTo>
                    <a:pt x="19175" y="28272"/>
                  </a:lnTo>
                  <a:lnTo>
                    <a:pt x="18063" y="26897"/>
                  </a:lnTo>
                  <a:lnTo>
                    <a:pt x="17016" y="25523"/>
                  </a:lnTo>
                  <a:lnTo>
                    <a:pt x="15968" y="24149"/>
                  </a:lnTo>
                  <a:lnTo>
                    <a:pt x="15968" y="24018"/>
                  </a:lnTo>
                  <a:lnTo>
                    <a:pt x="15838" y="23952"/>
                  </a:lnTo>
                  <a:lnTo>
                    <a:pt x="15772" y="23887"/>
                  </a:lnTo>
                  <a:lnTo>
                    <a:pt x="15707" y="23822"/>
                  </a:lnTo>
                  <a:lnTo>
                    <a:pt x="15576" y="23822"/>
                  </a:lnTo>
                  <a:lnTo>
                    <a:pt x="15510" y="23887"/>
                  </a:lnTo>
                  <a:lnTo>
                    <a:pt x="15510" y="24018"/>
                  </a:lnTo>
                  <a:lnTo>
                    <a:pt x="14660" y="24214"/>
                  </a:lnTo>
                  <a:lnTo>
                    <a:pt x="13809" y="24345"/>
                  </a:lnTo>
                  <a:lnTo>
                    <a:pt x="12958" y="24411"/>
                  </a:lnTo>
                  <a:lnTo>
                    <a:pt x="12107" y="24476"/>
                  </a:lnTo>
                  <a:lnTo>
                    <a:pt x="11257" y="24476"/>
                  </a:lnTo>
                  <a:lnTo>
                    <a:pt x="10471" y="24411"/>
                  </a:lnTo>
                  <a:lnTo>
                    <a:pt x="9620" y="24280"/>
                  </a:lnTo>
                  <a:lnTo>
                    <a:pt x="8835" y="24083"/>
                  </a:lnTo>
                  <a:lnTo>
                    <a:pt x="8050" y="23887"/>
                  </a:lnTo>
                  <a:lnTo>
                    <a:pt x="7264" y="23560"/>
                  </a:lnTo>
                  <a:lnTo>
                    <a:pt x="6479" y="23233"/>
                  </a:lnTo>
                  <a:lnTo>
                    <a:pt x="5759" y="22840"/>
                  </a:lnTo>
                  <a:lnTo>
                    <a:pt x="5039" y="22382"/>
                  </a:lnTo>
                  <a:lnTo>
                    <a:pt x="4385" y="21793"/>
                  </a:lnTo>
                  <a:lnTo>
                    <a:pt x="3796" y="21204"/>
                  </a:lnTo>
                  <a:lnTo>
                    <a:pt x="3142" y="20549"/>
                  </a:lnTo>
                  <a:lnTo>
                    <a:pt x="2618" y="19829"/>
                  </a:lnTo>
                  <a:lnTo>
                    <a:pt x="2094" y="19044"/>
                  </a:lnTo>
                  <a:lnTo>
                    <a:pt x="1636" y="18193"/>
                  </a:lnTo>
                  <a:lnTo>
                    <a:pt x="1309" y="17343"/>
                  </a:lnTo>
                  <a:lnTo>
                    <a:pt x="1047" y="16426"/>
                  </a:lnTo>
                  <a:lnTo>
                    <a:pt x="786" y="15510"/>
                  </a:lnTo>
                  <a:lnTo>
                    <a:pt x="655" y="14594"/>
                  </a:lnTo>
                  <a:lnTo>
                    <a:pt x="589" y="13678"/>
                  </a:lnTo>
                  <a:lnTo>
                    <a:pt x="524" y="12762"/>
                  </a:lnTo>
                  <a:lnTo>
                    <a:pt x="589" y="11780"/>
                  </a:lnTo>
                  <a:lnTo>
                    <a:pt x="720" y="10864"/>
                  </a:lnTo>
                  <a:lnTo>
                    <a:pt x="916" y="9948"/>
                  </a:lnTo>
                  <a:lnTo>
                    <a:pt x="1178" y="9097"/>
                  </a:lnTo>
                  <a:lnTo>
                    <a:pt x="1505" y="8181"/>
                  </a:lnTo>
                  <a:lnTo>
                    <a:pt x="1964" y="7330"/>
                  </a:lnTo>
                  <a:lnTo>
                    <a:pt x="2422" y="6544"/>
                  </a:lnTo>
                  <a:lnTo>
                    <a:pt x="2945" y="5759"/>
                  </a:lnTo>
                  <a:lnTo>
                    <a:pt x="3534" y="5039"/>
                  </a:lnTo>
                  <a:lnTo>
                    <a:pt x="4189" y="4385"/>
                  </a:lnTo>
                  <a:lnTo>
                    <a:pt x="4843" y="3796"/>
                  </a:lnTo>
                  <a:lnTo>
                    <a:pt x="5563" y="3207"/>
                  </a:lnTo>
                  <a:lnTo>
                    <a:pt x="6348" y="2683"/>
                  </a:lnTo>
                  <a:lnTo>
                    <a:pt x="7134" y="2225"/>
                  </a:lnTo>
                  <a:lnTo>
                    <a:pt x="7984" y="1767"/>
                  </a:lnTo>
                  <a:lnTo>
                    <a:pt x="8835" y="1440"/>
                  </a:lnTo>
                  <a:lnTo>
                    <a:pt x="9686" y="1178"/>
                  </a:lnTo>
                  <a:lnTo>
                    <a:pt x="10602" y="916"/>
                  </a:lnTo>
                  <a:lnTo>
                    <a:pt x="11518" y="720"/>
                  </a:lnTo>
                  <a:lnTo>
                    <a:pt x="12435" y="655"/>
                  </a:lnTo>
                  <a:lnTo>
                    <a:pt x="13351" y="589"/>
                  </a:lnTo>
                  <a:close/>
                  <a:moveTo>
                    <a:pt x="13678" y="0"/>
                  </a:moveTo>
                  <a:lnTo>
                    <a:pt x="12696" y="66"/>
                  </a:lnTo>
                  <a:lnTo>
                    <a:pt x="11715" y="131"/>
                  </a:lnTo>
                  <a:lnTo>
                    <a:pt x="10733" y="327"/>
                  </a:lnTo>
                  <a:lnTo>
                    <a:pt x="9751" y="524"/>
                  </a:lnTo>
                  <a:lnTo>
                    <a:pt x="8835" y="851"/>
                  </a:lnTo>
                  <a:lnTo>
                    <a:pt x="7919" y="1178"/>
                  </a:lnTo>
                  <a:lnTo>
                    <a:pt x="7068" y="1636"/>
                  </a:lnTo>
                  <a:lnTo>
                    <a:pt x="6152" y="2094"/>
                  </a:lnTo>
                  <a:lnTo>
                    <a:pt x="5367" y="2683"/>
                  </a:lnTo>
                  <a:lnTo>
                    <a:pt x="4581" y="3272"/>
                  </a:lnTo>
                  <a:lnTo>
                    <a:pt x="3861" y="3927"/>
                  </a:lnTo>
                  <a:lnTo>
                    <a:pt x="3142" y="4647"/>
                  </a:lnTo>
                  <a:lnTo>
                    <a:pt x="2487" y="5432"/>
                  </a:lnTo>
                  <a:lnTo>
                    <a:pt x="1964" y="6217"/>
                  </a:lnTo>
                  <a:lnTo>
                    <a:pt x="1505" y="7068"/>
                  </a:lnTo>
                  <a:lnTo>
                    <a:pt x="1047" y="7919"/>
                  </a:lnTo>
                  <a:lnTo>
                    <a:pt x="720" y="8835"/>
                  </a:lnTo>
                  <a:lnTo>
                    <a:pt x="458" y="9751"/>
                  </a:lnTo>
                  <a:lnTo>
                    <a:pt x="197" y="10667"/>
                  </a:lnTo>
                  <a:lnTo>
                    <a:pt x="66" y="11649"/>
                  </a:lnTo>
                  <a:lnTo>
                    <a:pt x="0" y="12631"/>
                  </a:lnTo>
                  <a:lnTo>
                    <a:pt x="0" y="13547"/>
                  </a:lnTo>
                  <a:lnTo>
                    <a:pt x="66" y="14529"/>
                  </a:lnTo>
                  <a:lnTo>
                    <a:pt x="197" y="15510"/>
                  </a:lnTo>
                  <a:lnTo>
                    <a:pt x="458" y="16426"/>
                  </a:lnTo>
                  <a:lnTo>
                    <a:pt x="720" y="17343"/>
                  </a:lnTo>
                  <a:lnTo>
                    <a:pt x="1113" y="18259"/>
                  </a:lnTo>
                  <a:lnTo>
                    <a:pt x="1505" y="19110"/>
                  </a:lnTo>
                  <a:lnTo>
                    <a:pt x="2029" y="19960"/>
                  </a:lnTo>
                  <a:lnTo>
                    <a:pt x="2683" y="20811"/>
                  </a:lnTo>
                  <a:lnTo>
                    <a:pt x="3338" y="21531"/>
                  </a:lnTo>
                  <a:lnTo>
                    <a:pt x="4123" y="22251"/>
                  </a:lnTo>
                  <a:lnTo>
                    <a:pt x="4909" y="22905"/>
                  </a:lnTo>
                  <a:lnTo>
                    <a:pt x="5825" y="23429"/>
                  </a:lnTo>
                  <a:lnTo>
                    <a:pt x="6741" y="23952"/>
                  </a:lnTo>
                  <a:lnTo>
                    <a:pt x="7657" y="24345"/>
                  </a:lnTo>
                  <a:lnTo>
                    <a:pt x="8639" y="24738"/>
                  </a:lnTo>
                  <a:lnTo>
                    <a:pt x="9686" y="24934"/>
                  </a:lnTo>
                  <a:lnTo>
                    <a:pt x="10668" y="25130"/>
                  </a:lnTo>
                  <a:lnTo>
                    <a:pt x="11715" y="25196"/>
                  </a:lnTo>
                  <a:lnTo>
                    <a:pt x="12696" y="25130"/>
                  </a:lnTo>
                  <a:lnTo>
                    <a:pt x="13743" y="25000"/>
                  </a:lnTo>
                  <a:lnTo>
                    <a:pt x="14725" y="24738"/>
                  </a:lnTo>
                  <a:lnTo>
                    <a:pt x="15641" y="24345"/>
                  </a:lnTo>
                  <a:lnTo>
                    <a:pt x="16099" y="25196"/>
                  </a:lnTo>
                  <a:lnTo>
                    <a:pt x="16623" y="25981"/>
                  </a:lnTo>
                  <a:lnTo>
                    <a:pt x="17146" y="26766"/>
                  </a:lnTo>
                  <a:lnTo>
                    <a:pt x="17735" y="27552"/>
                  </a:lnTo>
                  <a:lnTo>
                    <a:pt x="18979" y="29057"/>
                  </a:lnTo>
                  <a:lnTo>
                    <a:pt x="20353" y="30431"/>
                  </a:lnTo>
                  <a:lnTo>
                    <a:pt x="20484" y="30497"/>
                  </a:lnTo>
                  <a:lnTo>
                    <a:pt x="20680" y="30497"/>
                  </a:lnTo>
                  <a:lnTo>
                    <a:pt x="20811" y="30366"/>
                  </a:lnTo>
                  <a:lnTo>
                    <a:pt x="20877" y="30235"/>
                  </a:lnTo>
                  <a:lnTo>
                    <a:pt x="21008" y="28599"/>
                  </a:lnTo>
                  <a:lnTo>
                    <a:pt x="21008" y="27028"/>
                  </a:lnTo>
                  <a:lnTo>
                    <a:pt x="20877" y="25458"/>
                  </a:lnTo>
                  <a:lnTo>
                    <a:pt x="20615" y="23887"/>
                  </a:lnTo>
                  <a:lnTo>
                    <a:pt x="21597" y="23625"/>
                  </a:lnTo>
                  <a:lnTo>
                    <a:pt x="22513" y="23298"/>
                  </a:lnTo>
                  <a:lnTo>
                    <a:pt x="23364" y="22840"/>
                  </a:lnTo>
                  <a:lnTo>
                    <a:pt x="24149" y="22316"/>
                  </a:lnTo>
                  <a:lnTo>
                    <a:pt x="24869" y="21727"/>
                  </a:lnTo>
                  <a:lnTo>
                    <a:pt x="25523" y="21073"/>
                  </a:lnTo>
                  <a:lnTo>
                    <a:pt x="26047" y="20353"/>
                  </a:lnTo>
                  <a:lnTo>
                    <a:pt x="26570" y="19568"/>
                  </a:lnTo>
                  <a:lnTo>
                    <a:pt x="27028" y="18717"/>
                  </a:lnTo>
                  <a:lnTo>
                    <a:pt x="27356" y="17866"/>
                  </a:lnTo>
                  <a:lnTo>
                    <a:pt x="27683" y="16950"/>
                  </a:lnTo>
                  <a:lnTo>
                    <a:pt x="27879" y="16034"/>
                  </a:lnTo>
                  <a:lnTo>
                    <a:pt x="28010" y="15118"/>
                  </a:lnTo>
                  <a:lnTo>
                    <a:pt x="28075" y="14136"/>
                  </a:lnTo>
                  <a:lnTo>
                    <a:pt x="28075" y="13154"/>
                  </a:lnTo>
                  <a:lnTo>
                    <a:pt x="27945" y="12238"/>
                  </a:lnTo>
                  <a:lnTo>
                    <a:pt x="27748" y="11191"/>
                  </a:lnTo>
                  <a:lnTo>
                    <a:pt x="27486" y="10209"/>
                  </a:lnTo>
                  <a:lnTo>
                    <a:pt x="27094" y="9293"/>
                  </a:lnTo>
                  <a:lnTo>
                    <a:pt x="26701" y="8311"/>
                  </a:lnTo>
                  <a:lnTo>
                    <a:pt x="26178" y="7461"/>
                  </a:lnTo>
                  <a:lnTo>
                    <a:pt x="25654" y="6610"/>
                  </a:lnTo>
                  <a:lnTo>
                    <a:pt x="25065" y="5759"/>
                  </a:lnTo>
                  <a:lnTo>
                    <a:pt x="24411" y="4974"/>
                  </a:lnTo>
                  <a:lnTo>
                    <a:pt x="23691" y="4254"/>
                  </a:lnTo>
                  <a:lnTo>
                    <a:pt x="22905" y="3599"/>
                  </a:lnTo>
                  <a:lnTo>
                    <a:pt x="22120" y="2945"/>
                  </a:lnTo>
                  <a:lnTo>
                    <a:pt x="21269" y="2356"/>
                  </a:lnTo>
                  <a:lnTo>
                    <a:pt x="20419" y="1833"/>
                  </a:lnTo>
                  <a:lnTo>
                    <a:pt x="19502" y="1374"/>
                  </a:lnTo>
                  <a:lnTo>
                    <a:pt x="18586" y="982"/>
                  </a:lnTo>
                  <a:lnTo>
                    <a:pt x="17605" y="655"/>
                  </a:lnTo>
                  <a:lnTo>
                    <a:pt x="16623" y="393"/>
                  </a:lnTo>
                  <a:lnTo>
                    <a:pt x="15641" y="196"/>
                  </a:lnTo>
                  <a:lnTo>
                    <a:pt x="14660" y="66"/>
                  </a:lnTo>
                  <a:lnTo>
                    <a:pt x="136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41"/>
            <p:cNvSpPr/>
            <p:nvPr/>
          </p:nvSpPr>
          <p:spPr>
            <a:xfrm rot="222556">
              <a:off x="2473853" y="3212529"/>
              <a:ext cx="1960528" cy="1457654"/>
            </a:xfrm>
            <a:custGeom>
              <a:rect b="b" l="l" r="r" t="t"/>
              <a:pathLst>
                <a:path extrusionOk="0" h="29995" w="56308">
                  <a:moveTo>
                    <a:pt x="25997" y="0"/>
                  </a:moveTo>
                  <a:cubicBezTo>
                    <a:pt x="25091" y="0"/>
                    <a:pt x="24186" y="26"/>
                    <a:pt x="23284" y="84"/>
                  </a:cubicBezTo>
                  <a:cubicBezTo>
                    <a:pt x="20982" y="251"/>
                    <a:pt x="18647" y="251"/>
                    <a:pt x="16312" y="351"/>
                  </a:cubicBezTo>
                  <a:cubicBezTo>
                    <a:pt x="14845" y="418"/>
                    <a:pt x="13377" y="618"/>
                    <a:pt x="11909" y="785"/>
                  </a:cubicBezTo>
                  <a:cubicBezTo>
                    <a:pt x="10869" y="904"/>
                    <a:pt x="9855" y="1234"/>
                    <a:pt x="8798" y="1234"/>
                  </a:cubicBezTo>
                  <a:cubicBezTo>
                    <a:pt x="8668" y="1234"/>
                    <a:pt x="8538" y="1229"/>
                    <a:pt x="8407" y="1218"/>
                  </a:cubicBezTo>
                  <a:cubicBezTo>
                    <a:pt x="8240" y="1198"/>
                    <a:pt x="8075" y="1188"/>
                    <a:pt x="7911" y="1188"/>
                  </a:cubicBezTo>
                  <a:cubicBezTo>
                    <a:pt x="6763" y="1188"/>
                    <a:pt x="5680" y="1648"/>
                    <a:pt x="4571" y="1852"/>
                  </a:cubicBezTo>
                  <a:cubicBezTo>
                    <a:pt x="3436" y="2019"/>
                    <a:pt x="2536" y="2519"/>
                    <a:pt x="1735" y="3420"/>
                  </a:cubicBezTo>
                  <a:cubicBezTo>
                    <a:pt x="1101" y="4120"/>
                    <a:pt x="701" y="4854"/>
                    <a:pt x="668" y="5688"/>
                  </a:cubicBezTo>
                  <a:cubicBezTo>
                    <a:pt x="601" y="7856"/>
                    <a:pt x="268" y="9991"/>
                    <a:pt x="268" y="12160"/>
                  </a:cubicBezTo>
                  <a:cubicBezTo>
                    <a:pt x="268" y="12360"/>
                    <a:pt x="268" y="12560"/>
                    <a:pt x="234" y="12760"/>
                  </a:cubicBezTo>
                  <a:cubicBezTo>
                    <a:pt x="1" y="14795"/>
                    <a:pt x="101" y="16830"/>
                    <a:pt x="167" y="18864"/>
                  </a:cubicBezTo>
                  <a:cubicBezTo>
                    <a:pt x="234" y="20599"/>
                    <a:pt x="501" y="22267"/>
                    <a:pt x="634" y="24001"/>
                  </a:cubicBezTo>
                  <a:cubicBezTo>
                    <a:pt x="801" y="25703"/>
                    <a:pt x="1368" y="27270"/>
                    <a:pt x="2336" y="28671"/>
                  </a:cubicBezTo>
                  <a:cubicBezTo>
                    <a:pt x="2803" y="29405"/>
                    <a:pt x="3436" y="29906"/>
                    <a:pt x="4337" y="29972"/>
                  </a:cubicBezTo>
                  <a:cubicBezTo>
                    <a:pt x="4600" y="29986"/>
                    <a:pt x="4856" y="29994"/>
                    <a:pt x="5112" y="29994"/>
                  </a:cubicBezTo>
                  <a:cubicBezTo>
                    <a:pt x="5474" y="29994"/>
                    <a:pt x="5834" y="29978"/>
                    <a:pt x="6205" y="29939"/>
                  </a:cubicBezTo>
                  <a:cubicBezTo>
                    <a:pt x="7006" y="29839"/>
                    <a:pt x="7840" y="29672"/>
                    <a:pt x="8640" y="29672"/>
                  </a:cubicBezTo>
                  <a:cubicBezTo>
                    <a:pt x="10542" y="29672"/>
                    <a:pt x="12410" y="29439"/>
                    <a:pt x="14311" y="29372"/>
                  </a:cubicBezTo>
                  <a:cubicBezTo>
                    <a:pt x="16246" y="29305"/>
                    <a:pt x="18180" y="29105"/>
                    <a:pt x="20148" y="29105"/>
                  </a:cubicBezTo>
                  <a:cubicBezTo>
                    <a:pt x="21383" y="29105"/>
                    <a:pt x="22617" y="28938"/>
                    <a:pt x="23851" y="28872"/>
                  </a:cubicBezTo>
                  <a:cubicBezTo>
                    <a:pt x="25953" y="28771"/>
                    <a:pt x="28021" y="28638"/>
                    <a:pt x="30122" y="28571"/>
                  </a:cubicBezTo>
                  <a:cubicBezTo>
                    <a:pt x="30483" y="28565"/>
                    <a:pt x="30843" y="28563"/>
                    <a:pt x="31203" y="28563"/>
                  </a:cubicBezTo>
                  <a:cubicBezTo>
                    <a:pt x="32878" y="28563"/>
                    <a:pt x="34552" y="28622"/>
                    <a:pt x="36227" y="28705"/>
                  </a:cubicBezTo>
                  <a:cubicBezTo>
                    <a:pt x="36740" y="28740"/>
                    <a:pt x="37250" y="28754"/>
                    <a:pt x="37760" y="28754"/>
                  </a:cubicBezTo>
                  <a:cubicBezTo>
                    <a:pt x="39172" y="28754"/>
                    <a:pt x="40576" y="28645"/>
                    <a:pt x="41997" y="28571"/>
                  </a:cubicBezTo>
                  <a:cubicBezTo>
                    <a:pt x="42303" y="28560"/>
                    <a:pt x="42608" y="28555"/>
                    <a:pt x="42913" y="28555"/>
                  </a:cubicBezTo>
                  <a:cubicBezTo>
                    <a:pt x="44071" y="28555"/>
                    <a:pt x="45228" y="28621"/>
                    <a:pt x="46385" y="28621"/>
                  </a:cubicBezTo>
                  <a:cubicBezTo>
                    <a:pt x="46691" y="28621"/>
                    <a:pt x="46996" y="28616"/>
                    <a:pt x="47301" y="28605"/>
                  </a:cubicBezTo>
                  <a:cubicBezTo>
                    <a:pt x="49102" y="28538"/>
                    <a:pt x="50837" y="28138"/>
                    <a:pt x="52572" y="27571"/>
                  </a:cubicBezTo>
                  <a:cubicBezTo>
                    <a:pt x="53439" y="27304"/>
                    <a:pt x="54006" y="26703"/>
                    <a:pt x="54440" y="25936"/>
                  </a:cubicBezTo>
                  <a:cubicBezTo>
                    <a:pt x="55540" y="24068"/>
                    <a:pt x="55507" y="22033"/>
                    <a:pt x="55474" y="19999"/>
                  </a:cubicBezTo>
                  <a:cubicBezTo>
                    <a:pt x="55474" y="19832"/>
                    <a:pt x="55374" y="19665"/>
                    <a:pt x="55374" y="19465"/>
                  </a:cubicBezTo>
                  <a:cubicBezTo>
                    <a:pt x="55540" y="17964"/>
                    <a:pt x="55607" y="16429"/>
                    <a:pt x="55740" y="14895"/>
                  </a:cubicBezTo>
                  <a:cubicBezTo>
                    <a:pt x="55974" y="12860"/>
                    <a:pt x="56207" y="10859"/>
                    <a:pt x="56074" y="8824"/>
                  </a:cubicBezTo>
                  <a:cubicBezTo>
                    <a:pt x="56074" y="8590"/>
                    <a:pt x="56074" y="8323"/>
                    <a:pt x="56107" y="8090"/>
                  </a:cubicBezTo>
                  <a:cubicBezTo>
                    <a:pt x="56308" y="6789"/>
                    <a:pt x="56207" y="5455"/>
                    <a:pt x="55907" y="4154"/>
                  </a:cubicBezTo>
                  <a:cubicBezTo>
                    <a:pt x="55774" y="3453"/>
                    <a:pt x="55407" y="2920"/>
                    <a:pt x="54873" y="2453"/>
                  </a:cubicBezTo>
                  <a:cubicBezTo>
                    <a:pt x="54573" y="2186"/>
                    <a:pt x="54239" y="1886"/>
                    <a:pt x="53872" y="1719"/>
                  </a:cubicBezTo>
                  <a:cubicBezTo>
                    <a:pt x="53205" y="1419"/>
                    <a:pt x="52605" y="918"/>
                    <a:pt x="51804" y="885"/>
                  </a:cubicBezTo>
                  <a:cubicBezTo>
                    <a:pt x="49269" y="751"/>
                    <a:pt x="46767" y="585"/>
                    <a:pt x="44266" y="518"/>
                  </a:cubicBezTo>
                  <a:cubicBezTo>
                    <a:pt x="39829" y="418"/>
                    <a:pt x="35426" y="551"/>
                    <a:pt x="30989" y="218"/>
                  </a:cubicBezTo>
                  <a:cubicBezTo>
                    <a:pt x="29344" y="88"/>
                    <a:pt x="27671" y="0"/>
                    <a:pt x="25997" y="0"/>
                  </a:cubicBezTo>
                  <a:close/>
                </a:path>
              </a:pathLst>
            </a:custGeom>
            <a:solidFill>
              <a:srgbClr val="FF8563">
                <a:alpha val="31760"/>
              </a:srgbClr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3" name="Google Shape;1613;p41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Doodle Banner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14" name="Google Shape;1614;p41"/>
          <p:cNvSpPr txBox="1"/>
          <p:nvPr/>
        </p:nvSpPr>
        <p:spPr>
          <a:xfrm>
            <a:off x="2599875" y="3784625"/>
            <a:ext cx="1708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eing red, Mars is a c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old place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5" name="Google Shape;1615;p41"/>
          <p:cNvSpPr txBox="1"/>
          <p:nvPr/>
        </p:nvSpPr>
        <p:spPr>
          <a:xfrm>
            <a:off x="2865225" y="3520950"/>
            <a:ext cx="1177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1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16" name="Google Shape;1616;p41"/>
          <p:cNvSpPr txBox="1"/>
          <p:nvPr/>
        </p:nvSpPr>
        <p:spPr>
          <a:xfrm>
            <a:off x="504388" y="3212413"/>
            <a:ext cx="1708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7" name="Google Shape;1617;p41"/>
          <p:cNvSpPr txBox="1"/>
          <p:nvPr/>
        </p:nvSpPr>
        <p:spPr>
          <a:xfrm>
            <a:off x="769713" y="2948738"/>
            <a:ext cx="1177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18" name="Google Shape;1618;p41"/>
          <p:cNvSpPr/>
          <p:nvPr/>
        </p:nvSpPr>
        <p:spPr>
          <a:xfrm>
            <a:off x="3162277" y="2061839"/>
            <a:ext cx="426821" cy="553922"/>
          </a:xfrm>
          <a:custGeom>
            <a:rect b="b" l="l" r="r" t="t"/>
            <a:pathLst>
              <a:path extrusionOk="0" h="11817" w="9106">
                <a:moveTo>
                  <a:pt x="4649" y="623"/>
                </a:moveTo>
                <a:cubicBezTo>
                  <a:pt x="5216" y="623"/>
                  <a:pt x="5756" y="897"/>
                  <a:pt x="6270" y="1325"/>
                </a:cubicBezTo>
                <a:lnTo>
                  <a:pt x="5987" y="2365"/>
                </a:lnTo>
                <a:cubicBezTo>
                  <a:pt x="5546" y="2144"/>
                  <a:pt x="5042" y="2050"/>
                  <a:pt x="4569" y="2050"/>
                </a:cubicBezTo>
                <a:cubicBezTo>
                  <a:pt x="4097" y="2050"/>
                  <a:pt x="3593" y="2144"/>
                  <a:pt x="3151" y="2365"/>
                </a:cubicBezTo>
                <a:lnTo>
                  <a:pt x="2868" y="1325"/>
                </a:lnTo>
                <a:cubicBezTo>
                  <a:pt x="3340" y="916"/>
                  <a:pt x="3939" y="664"/>
                  <a:pt x="4475" y="632"/>
                </a:cubicBezTo>
                <a:cubicBezTo>
                  <a:pt x="4533" y="626"/>
                  <a:pt x="4591" y="623"/>
                  <a:pt x="4649" y="623"/>
                </a:cubicBezTo>
                <a:close/>
                <a:moveTo>
                  <a:pt x="4601" y="4791"/>
                </a:moveTo>
                <a:cubicBezTo>
                  <a:pt x="4853" y="5074"/>
                  <a:pt x="5199" y="5358"/>
                  <a:pt x="5640" y="5610"/>
                </a:cubicBezTo>
                <a:lnTo>
                  <a:pt x="5640" y="6555"/>
                </a:lnTo>
                <a:cubicBezTo>
                  <a:pt x="5640" y="7154"/>
                  <a:pt x="5168" y="7595"/>
                  <a:pt x="4601" y="7595"/>
                </a:cubicBezTo>
                <a:cubicBezTo>
                  <a:pt x="4065" y="7595"/>
                  <a:pt x="3593" y="7122"/>
                  <a:pt x="3593" y="6555"/>
                </a:cubicBezTo>
                <a:lnTo>
                  <a:pt x="3593" y="5641"/>
                </a:lnTo>
                <a:cubicBezTo>
                  <a:pt x="3939" y="5358"/>
                  <a:pt x="4254" y="5169"/>
                  <a:pt x="4475" y="4917"/>
                </a:cubicBezTo>
                <a:lnTo>
                  <a:pt x="4601" y="4791"/>
                </a:lnTo>
                <a:close/>
                <a:moveTo>
                  <a:pt x="4569" y="2806"/>
                </a:moveTo>
                <a:cubicBezTo>
                  <a:pt x="5073" y="2806"/>
                  <a:pt x="5577" y="2964"/>
                  <a:pt x="6018" y="3216"/>
                </a:cubicBezTo>
                <a:cubicBezTo>
                  <a:pt x="6491" y="3499"/>
                  <a:pt x="6901" y="3972"/>
                  <a:pt x="7121" y="4476"/>
                </a:cubicBezTo>
                <a:lnTo>
                  <a:pt x="7877" y="6902"/>
                </a:lnTo>
                <a:lnTo>
                  <a:pt x="7877" y="6933"/>
                </a:lnTo>
                <a:cubicBezTo>
                  <a:pt x="8003" y="7217"/>
                  <a:pt x="7909" y="7469"/>
                  <a:pt x="7783" y="7626"/>
                </a:cubicBezTo>
                <a:cubicBezTo>
                  <a:pt x="7562" y="8036"/>
                  <a:pt x="7090" y="8319"/>
                  <a:pt x="6617" y="8351"/>
                </a:cubicBezTo>
                <a:cubicBezTo>
                  <a:pt x="6270" y="8351"/>
                  <a:pt x="5955" y="8162"/>
                  <a:pt x="5766" y="7878"/>
                </a:cubicBezTo>
                <a:cubicBezTo>
                  <a:pt x="6081" y="7563"/>
                  <a:pt x="6302" y="7122"/>
                  <a:pt x="6302" y="6618"/>
                </a:cubicBezTo>
                <a:lnTo>
                  <a:pt x="6302" y="6114"/>
                </a:lnTo>
                <a:cubicBezTo>
                  <a:pt x="6333" y="6145"/>
                  <a:pt x="6428" y="6177"/>
                  <a:pt x="6459" y="6208"/>
                </a:cubicBezTo>
                <a:cubicBezTo>
                  <a:pt x="6554" y="6272"/>
                  <a:pt x="6585" y="6272"/>
                  <a:pt x="6648" y="6272"/>
                </a:cubicBezTo>
                <a:cubicBezTo>
                  <a:pt x="6775" y="6272"/>
                  <a:pt x="6901" y="6208"/>
                  <a:pt x="6932" y="6114"/>
                </a:cubicBezTo>
                <a:cubicBezTo>
                  <a:pt x="7058" y="5956"/>
                  <a:pt x="6995" y="5704"/>
                  <a:pt x="6869" y="5641"/>
                </a:cubicBezTo>
                <a:cubicBezTo>
                  <a:pt x="6617" y="5484"/>
                  <a:pt x="6428" y="5358"/>
                  <a:pt x="6239" y="5232"/>
                </a:cubicBezTo>
                <a:cubicBezTo>
                  <a:pt x="6176" y="5200"/>
                  <a:pt x="6144" y="5169"/>
                  <a:pt x="6113" y="5169"/>
                </a:cubicBezTo>
                <a:cubicBezTo>
                  <a:pt x="5199" y="4570"/>
                  <a:pt x="4979" y="4381"/>
                  <a:pt x="4979" y="3814"/>
                </a:cubicBezTo>
                <a:cubicBezTo>
                  <a:pt x="4979" y="3625"/>
                  <a:pt x="4821" y="3468"/>
                  <a:pt x="4601" y="3468"/>
                </a:cubicBezTo>
                <a:cubicBezTo>
                  <a:pt x="4412" y="3468"/>
                  <a:pt x="4254" y="3625"/>
                  <a:pt x="4254" y="3814"/>
                </a:cubicBezTo>
                <a:cubicBezTo>
                  <a:pt x="4254" y="4381"/>
                  <a:pt x="4034" y="4570"/>
                  <a:pt x="3120" y="5169"/>
                </a:cubicBezTo>
                <a:cubicBezTo>
                  <a:pt x="3057" y="5169"/>
                  <a:pt x="3025" y="5200"/>
                  <a:pt x="2994" y="5232"/>
                </a:cubicBezTo>
                <a:cubicBezTo>
                  <a:pt x="2805" y="5358"/>
                  <a:pt x="2584" y="5484"/>
                  <a:pt x="2364" y="5641"/>
                </a:cubicBezTo>
                <a:cubicBezTo>
                  <a:pt x="2206" y="5736"/>
                  <a:pt x="2175" y="5956"/>
                  <a:pt x="2269" y="6114"/>
                </a:cubicBezTo>
                <a:cubicBezTo>
                  <a:pt x="2343" y="6206"/>
                  <a:pt x="2448" y="6255"/>
                  <a:pt x="2548" y="6255"/>
                </a:cubicBezTo>
                <a:cubicBezTo>
                  <a:pt x="2620" y="6255"/>
                  <a:pt x="2689" y="6230"/>
                  <a:pt x="2742" y="6177"/>
                </a:cubicBezTo>
                <a:cubicBezTo>
                  <a:pt x="2805" y="6145"/>
                  <a:pt x="2868" y="6114"/>
                  <a:pt x="2899" y="6051"/>
                </a:cubicBezTo>
                <a:lnTo>
                  <a:pt x="2899" y="6587"/>
                </a:lnTo>
                <a:cubicBezTo>
                  <a:pt x="2899" y="7059"/>
                  <a:pt x="3120" y="7532"/>
                  <a:pt x="3466" y="7847"/>
                </a:cubicBezTo>
                <a:cubicBezTo>
                  <a:pt x="3277" y="8099"/>
                  <a:pt x="2962" y="8319"/>
                  <a:pt x="2616" y="8319"/>
                </a:cubicBezTo>
                <a:cubicBezTo>
                  <a:pt x="2143" y="8256"/>
                  <a:pt x="1671" y="8004"/>
                  <a:pt x="1419" y="7595"/>
                </a:cubicBezTo>
                <a:cubicBezTo>
                  <a:pt x="1230" y="7437"/>
                  <a:pt x="1135" y="7217"/>
                  <a:pt x="1261" y="6933"/>
                </a:cubicBezTo>
                <a:lnTo>
                  <a:pt x="2017" y="4476"/>
                </a:lnTo>
                <a:cubicBezTo>
                  <a:pt x="2238" y="3940"/>
                  <a:pt x="2647" y="3499"/>
                  <a:pt x="3120" y="3216"/>
                </a:cubicBezTo>
                <a:cubicBezTo>
                  <a:pt x="3529" y="2964"/>
                  <a:pt x="4065" y="2806"/>
                  <a:pt x="4569" y="2806"/>
                </a:cubicBezTo>
                <a:close/>
                <a:moveTo>
                  <a:pt x="5231" y="8225"/>
                </a:moveTo>
                <a:cubicBezTo>
                  <a:pt x="5325" y="8382"/>
                  <a:pt x="5420" y="8508"/>
                  <a:pt x="5577" y="8634"/>
                </a:cubicBezTo>
                <a:lnTo>
                  <a:pt x="4569" y="9580"/>
                </a:lnTo>
                <a:lnTo>
                  <a:pt x="3624" y="8634"/>
                </a:lnTo>
                <a:cubicBezTo>
                  <a:pt x="3750" y="8508"/>
                  <a:pt x="3845" y="8382"/>
                  <a:pt x="3971" y="8225"/>
                </a:cubicBezTo>
                <a:cubicBezTo>
                  <a:pt x="4160" y="8319"/>
                  <a:pt x="4380" y="8351"/>
                  <a:pt x="4601" y="8351"/>
                </a:cubicBezTo>
                <a:cubicBezTo>
                  <a:pt x="4853" y="8351"/>
                  <a:pt x="5042" y="8319"/>
                  <a:pt x="5231" y="8225"/>
                </a:cubicBezTo>
                <a:close/>
                <a:moveTo>
                  <a:pt x="2994" y="8949"/>
                </a:moveTo>
                <a:lnTo>
                  <a:pt x="4254" y="10210"/>
                </a:lnTo>
                <a:lnTo>
                  <a:pt x="4254" y="11092"/>
                </a:lnTo>
                <a:lnTo>
                  <a:pt x="789" y="11092"/>
                </a:lnTo>
                <a:lnTo>
                  <a:pt x="789" y="10745"/>
                </a:lnTo>
                <a:cubicBezTo>
                  <a:pt x="789" y="9800"/>
                  <a:pt x="1576" y="9012"/>
                  <a:pt x="2521" y="9012"/>
                </a:cubicBezTo>
                <a:cubicBezTo>
                  <a:pt x="2679" y="9012"/>
                  <a:pt x="2836" y="8981"/>
                  <a:pt x="2994" y="8949"/>
                </a:cubicBezTo>
                <a:close/>
                <a:moveTo>
                  <a:pt x="6176" y="8949"/>
                </a:moveTo>
                <a:cubicBezTo>
                  <a:pt x="6333" y="8981"/>
                  <a:pt x="6491" y="9012"/>
                  <a:pt x="6648" y="9012"/>
                </a:cubicBezTo>
                <a:cubicBezTo>
                  <a:pt x="7594" y="9012"/>
                  <a:pt x="8381" y="9800"/>
                  <a:pt x="8381" y="10745"/>
                </a:cubicBezTo>
                <a:lnTo>
                  <a:pt x="8381" y="11092"/>
                </a:lnTo>
                <a:lnTo>
                  <a:pt x="4916" y="11092"/>
                </a:lnTo>
                <a:lnTo>
                  <a:pt x="4916" y="10210"/>
                </a:lnTo>
                <a:lnTo>
                  <a:pt x="6176" y="8949"/>
                </a:lnTo>
                <a:close/>
                <a:moveTo>
                  <a:pt x="4553" y="0"/>
                </a:moveTo>
                <a:cubicBezTo>
                  <a:pt x="4517" y="0"/>
                  <a:pt x="4480" y="1"/>
                  <a:pt x="4443" y="2"/>
                </a:cubicBezTo>
                <a:cubicBezTo>
                  <a:pt x="3656" y="34"/>
                  <a:pt x="2836" y="380"/>
                  <a:pt x="2206" y="1010"/>
                </a:cubicBezTo>
                <a:cubicBezTo>
                  <a:pt x="2143" y="1105"/>
                  <a:pt x="2080" y="1231"/>
                  <a:pt x="2143" y="1325"/>
                </a:cubicBezTo>
                <a:lnTo>
                  <a:pt x="2490" y="2743"/>
                </a:lnTo>
                <a:cubicBezTo>
                  <a:pt x="1986" y="3121"/>
                  <a:pt x="1576" y="3625"/>
                  <a:pt x="1293" y="4224"/>
                </a:cubicBezTo>
                <a:lnTo>
                  <a:pt x="1293" y="4255"/>
                </a:lnTo>
                <a:lnTo>
                  <a:pt x="568" y="6650"/>
                </a:lnTo>
                <a:cubicBezTo>
                  <a:pt x="411" y="7091"/>
                  <a:pt x="442" y="7563"/>
                  <a:pt x="663" y="8004"/>
                </a:cubicBezTo>
                <a:cubicBezTo>
                  <a:pt x="820" y="8225"/>
                  <a:pt x="1041" y="8477"/>
                  <a:pt x="1261" y="8634"/>
                </a:cubicBezTo>
                <a:cubicBezTo>
                  <a:pt x="505" y="9012"/>
                  <a:pt x="1" y="9832"/>
                  <a:pt x="1" y="10745"/>
                </a:cubicBezTo>
                <a:lnTo>
                  <a:pt x="1" y="11470"/>
                </a:lnTo>
                <a:cubicBezTo>
                  <a:pt x="1" y="11659"/>
                  <a:pt x="158" y="11816"/>
                  <a:pt x="347" y="11816"/>
                </a:cubicBezTo>
                <a:lnTo>
                  <a:pt x="8665" y="11816"/>
                </a:lnTo>
                <a:cubicBezTo>
                  <a:pt x="8854" y="11816"/>
                  <a:pt x="9011" y="11659"/>
                  <a:pt x="9011" y="11470"/>
                </a:cubicBezTo>
                <a:lnTo>
                  <a:pt x="9011" y="10745"/>
                </a:lnTo>
                <a:cubicBezTo>
                  <a:pt x="9106" y="9832"/>
                  <a:pt x="8570" y="9012"/>
                  <a:pt x="7783" y="8634"/>
                </a:cubicBezTo>
                <a:cubicBezTo>
                  <a:pt x="8035" y="8477"/>
                  <a:pt x="8255" y="8225"/>
                  <a:pt x="8381" y="8004"/>
                </a:cubicBezTo>
                <a:cubicBezTo>
                  <a:pt x="8665" y="7563"/>
                  <a:pt x="8696" y="7091"/>
                  <a:pt x="8507" y="6650"/>
                </a:cubicBezTo>
                <a:lnTo>
                  <a:pt x="7751" y="4255"/>
                </a:lnTo>
                <a:lnTo>
                  <a:pt x="7751" y="4224"/>
                </a:lnTo>
                <a:cubicBezTo>
                  <a:pt x="7531" y="3625"/>
                  <a:pt x="7090" y="3121"/>
                  <a:pt x="6585" y="2743"/>
                </a:cubicBezTo>
                <a:lnTo>
                  <a:pt x="6932" y="1325"/>
                </a:lnTo>
                <a:cubicBezTo>
                  <a:pt x="6964" y="1231"/>
                  <a:pt x="6932" y="1105"/>
                  <a:pt x="6838" y="1010"/>
                </a:cubicBezTo>
                <a:cubicBezTo>
                  <a:pt x="6173" y="346"/>
                  <a:pt x="5393" y="0"/>
                  <a:pt x="455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19" name="Google Shape;1619;p41"/>
          <p:cNvGrpSpPr/>
          <p:nvPr/>
        </p:nvGrpSpPr>
        <p:grpSpPr>
          <a:xfrm>
            <a:off x="7450524" y="2063629"/>
            <a:ext cx="453527" cy="550343"/>
            <a:chOff x="-26179575" y="2710600"/>
            <a:chExt cx="243400" cy="295375"/>
          </a:xfrm>
        </p:grpSpPr>
        <p:sp>
          <p:nvSpPr>
            <p:cNvPr id="1620" name="Google Shape;1620;p41"/>
            <p:cNvSpPr/>
            <p:nvPr/>
          </p:nvSpPr>
          <p:spPr>
            <a:xfrm>
              <a:off x="-26179575" y="2710600"/>
              <a:ext cx="243400" cy="295375"/>
            </a:xfrm>
            <a:custGeom>
              <a:rect b="b" l="l" r="r" t="t"/>
              <a:pathLst>
                <a:path extrusionOk="0" h="11815" w="9736">
                  <a:moveTo>
                    <a:pt x="7719" y="693"/>
                  </a:moveTo>
                  <a:cubicBezTo>
                    <a:pt x="7845" y="977"/>
                    <a:pt x="7971" y="1166"/>
                    <a:pt x="8191" y="1418"/>
                  </a:cubicBezTo>
                  <a:lnTo>
                    <a:pt x="1008" y="1418"/>
                  </a:lnTo>
                  <a:cubicBezTo>
                    <a:pt x="819" y="1418"/>
                    <a:pt x="662" y="1261"/>
                    <a:pt x="662" y="1072"/>
                  </a:cubicBezTo>
                  <a:cubicBezTo>
                    <a:pt x="662" y="851"/>
                    <a:pt x="819" y="693"/>
                    <a:pt x="1008" y="693"/>
                  </a:cubicBezTo>
                  <a:close/>
                  <a:moveTo>
                    <a:pt x="8979" y="2080"/>
                  </a:moveTo>
                  <a:lnTo>
                    <a:pt x="8979" y="11153"/>
                  </a:lnTo>
                  <a:lnTo>
                    <a:pt x="2048" y="11153"/>
                  </a:lnTo>
                  <a:lnTo>
                    <a:pt x="2048" y="2080"/>
                  </a:lnTo>
                  <a:close/>
                  <a:moveTo>
                    <a:pt x="662" y="2048"/>
                  </a:moveTo>
                  <a:cubicBezTo>
                    <a:pt x="788" y="2080"/>
                    <a:pt x="882" y="2111"/>
                    <a:pt x="1008" y="2111"/>
                  </a:cubicBezTo>
                  <a:lnTo>
                    <a:pt x="1355" y="2111"/>
                  </a:lnTo>
                  <a:lnTo>
                    <a:pt x="1355" y="11185"/>
                  </a:lnTo>
                  <a:cubicBezTo>
                    <a:pt x="977" y="11153"/>
                    <a:pt x="662" y="10838"/>
                    <a:pt x="662" y="10460"/>
                  </a:cubicBezTo>
                  <a:lnTo>
                    <a:pt x="662" y="2048"/>
                  </a:lnTo>
                  <a:close/>
                  <a:moveTo>
                    <a:pt x="1008" y="0"/>
                  </a:moveTo>
                  <a:cubicBezTo>
                    <a:pt x="410" y="0"/>
                    <a:pt x="0" y="473"/>
                    <a:pt x="0" y="1009"/>
                  </a:cubicBezTo>
                  <a:lnTo>
                    <a:pt x="0" y="10428"/>
                  </a:lnTo>
                  <a:cubicBezTo>
                    <a:pt x="0" y="11185"/>
                    <a:pt x="630" y="11815"/>
                    <a:pt x="1355" y="11815"/>
                  </a:cubicBezTo>
                  <a:lnTo>
                    <a:pt x="9357" y="11815"/>
                  </a:lnTo>
                  <a:cubicBezTo>
                    <a:pt x="9578" y="11815"/>
                    <a:pt x="9735" y="11657"/>
                    <a:pt x="9735" y="11468"/>
                  </a:cubicBezTo>
                  <a:lnTo>
                    <a:pt x="9672" y="1733"/>
                  </a:lnTo>
                  <a:cubicBezTo>
                    <a:pt x="9672" y="1576"/>
                    <a:pt x="9609" y="1450"/>
                    <a:pt x="9452" y="1418"/>
                  </a:cubicBezTo>
                  <a:cubicBezTo>
                    <a:pt x="8885" y="1229"/>
                    <a:pt x="8443" y="788"/>
                    <a:pt x="8254" y="221"/>
                  </a:cubicBezTo>
                  <a:cubicBezTo>
                    <a:pt x="8223" y="63"/>
                    <a:pt x="8065" y="0"/>
                    <a:pt x="79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41"/>
            <p:cNvSpPr/>
            <p:nvPr/>
          </p:nvSpPr>
          <p:spPr>
            <a:xfrm>
              <a:off x="-26092950" y="2797225"/>
              <a:ext cx="120525" cy="121325"/>
            </a:xfrm>
            <a:custGeom>
              <a:rect b="b" l="l" r="r" t="t"/>
              <a:pathLst>
                <a:path extrusionOk="0" h="4853" w="4821">
                  <a:moveTo>
                    <a:pt x="2742" y="694"/>
                  </a:moveTo>
                  <a:lnTo>
                    <a:pt x="2742" y="1734"/>
                  </a:lnTo>
                  <a:cubicBezTo>
                    <a:pt x="2742" y="1923"/>
                    <a:pt x="2899" y="2080"/>
                    <a:pt x="3088" y="2080"/>
                  </a:cubicBezTo>
                  <a:lnTo>
                    <a:pt x="4128" y="2080"/>
                  </a:lnTo>
                  <a:lnTo>
                    <a:pt x="4128" y="2805"/>
                  </a:lnTo>
                  <a:lnTo>
                    <a:pt x="3088" y="2805"/>
                  </a:lnTo>
                  <a:cubicBezTo>
                    <a:pt x="2899" y="2805"/>
                    <a:pt x="2742" y="2962"/>
                    <a:pt x="2742" y="3151"/>
                  </a:cubicBezTo>
                  <a:lnTo>
                    <a:pt x="2742" y="4160"/>
                  </a:lnTo>
                  <a:lnTo>
                    <a:pt x="2048" y="4160"/>
                  </a:lnTo>
                  <a:lnTo>
                    <a:pt x="2048" y="3151"/>
                  </a:lnTo>
                  <a:cubicBezTo>
                    <a:pt x="2048" y="2962"/>
                    <a:pt x="1891" y="2805"/>
                    <a:pt x="1670" y="2805"/>
                  </a:cubicBezTo>
                  <a:lnTo>
                    <a:pt x="662" y="2805"/>
                  </a:lnTo>
                  <a:lnTo>
                    <a:pt x="662" y="2080"/>
                  </a:lnTo>
                  <a:lnTo>
                    <a:pt x="1670" y="2080"/>
                  </a:lnTo>
                  <a:cubicBezTo>
                    <a:pt x="1891" y="2080"/>
                    <a:pt x="2048" y="1923"/>
                    <a:pt x="2048" y="1734"/>
                  </a:cubicBezTo>
                  <a:lnTo>
                    <a:pt x="2048" y="694"/>
                  </a:lnTo>
                  <a:close/>
                  <a:moveTo>
                    <a:pt x="1733" y="1"/>
                  </a:moveTo>
                  <a:cubicBezTo>
                    <a:pt x="1513" y="1"/>
                    <a:pt x="1355" y="158"/>
                    <a:pt x="1355" y="347"/>
                  </a:cubicBezTo>
                  <a:lnTo>
                    <a:pt x="1355" y="1387"/>
                  </a:lnTo>
                  <a:lnTo>
                    <a:pt x="347" y="1387"/>
                  </a:lnTo>
                  <a:cubicBezTo>
                    <a:pt x="158" y="1387"/>
                    <a:pt x="1" y="1545"/>
                    <a:pt x="1" y="1734"/>
                  </a:cubicBezTo>
                  <a:lnTo>
                    <a:pt x="1" y="3120"/>
                  </a:lnTo>
                  <a:cubicBezTo>
                    <a:pt x="1" y="3309"/>
                    <a:pt x="158" y="3466"/>
                    <a:pt x="347" y="3466"/>
                  </a:cubicBezTo>
                  <a:lnTo>
                    <a:pt x="1355" y="3466"/>
                  </a:lnTo>
                  <a:lnTo>
                    <a:pt x="1355" y="4475"/>
                  </a:lnTo>
                  <a:cubicBezTo>
                    <a:pt x="1355" y="4695"/>
                    <a:pt x="1513" y="4853"/>
                    <a:pt x="1733" y="4853"/>
                  </a:cubicBezTo>
                  <a:lnTo>
                    <a:pt x="3088" y="4853"/>
                  </a:lnTo>
                  <a:cubicBezTo>
                    <a:pt x="3309" y="4853"/>
                    <a:pt x="3466" y="4695"/>
                    <a:pt x="3466" y="4475"/>
                  </a:cubicBezTo>
                  <a:lnTo>
                    <a:pt x="3466" y="3466"/>
                  </a:lnTo>
                  <a:lnTo>
                    <a:pt x="4474" y="3466"/>
                  </a:lnTo>
                  <a:cubicBezTo>
                    <a:pt x="4663" y="3466"/>
                    <a:pt x="4821" y="3309"/>
                    <a:pt x="4821" y="3120"/>
                  </a:cubicBezTo>
                  <a:lnTo>
                    <a:pt x="4821" y="1734"/>
                  </a:lnTo>
                  <a:cubicBezTo>
                    <a:pt x="4821" y="1545"/>
                    <a:pt x="4663" y="1387"/>
                    <a:pt x="4474" y="1387"/>
                  </a:cubicBezTo>
                  <a:lnTo>
                    <a:pt x="3466" y="1387"/>
                  </a:lnTo>
                  <a:lnTo>
                    <a:pt x="3466" y="347"/>
                  </a:lnTo>
                  <a:cubicBezTo>
                    <a:pt x="3466" y="158"/>
                    <a:pt x="3309" y="1"/>
                    <a:pt x="3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41"/>
            <p:cNvSpPr/>
            <p:nvPr/>
          </p:nvSpPr>
          <p:spPr>
            <a:xfrm>
              <a:off x="-26094525" y="2954750"/>
              <a:ext cx="122100" cy="17350"/>
            </a:xfrm>
            <a:custGeom>
              <a:rect b="b" l="l" r="r" t="t"/>
              <a:pathLst>
                <a:path extrusionOk="0" h="694" w="4884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lnTo>
                    <a:pt x="4537" y="694"/>
                  </a:lnTo>
                  <a:cubicBezTo>
                    <a:pt x="4726" y="694"/>
                    <a:pt x="4884" y="536"/>
                    <a:pt x="4884" y="347"/>
                  </a:cubicBezTo>
                  <a:cubicBezTo>
                    <a:pt x="4884" y="158"/>
                    <a:pt x="4726" y="1"/>
                    <a:pt x="45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3" name="Google Shape;1623;p41"/>
          <p:cNvGrpSpPr/>
          <p:nvPr/>
        </p:nvGrpSpPr>
        <p:grpSpPr>
          <a:xfrm>
            <a:off x="659871" y="1179608"/>
            <a:ext cx="1426938" cy="1535538"/>
            <a:chOff x="659871" y="1179608"/>
            <a:chExt cx="1426938" cy="1535538"/>
          </a:xfrm>
        </p:grpSpPr>
        <p:sp>
          <p:nvSpPr>
            <p:cNvPr id="1624" name="Google Shape;1624;p41"/>
            <p:cNvSpPr/>
            <p:nvPr/>
          </p:nvSpPr>
          <p:spPr>
            <a:xfrm>
              <a:off x="1132882" y="1546111"/>
              <a:ext cx="493286" cy="555328"/>
            </a:xfrm>
            <a:custGeom>
              <a:rect b="b" l="l" r="r" t="t"/>
              <a:pathLst>
                <a:path extrusionOk="0" h="11847" w="10524">
                  <a:moveTo>
                    <a:pt x="7278" y="662"/>
                  </a:moveTo>
                  <a:cubicBezTo>
                    <a:pt x="7499" y="662"/>
                    <a:pt x="7656" y="820"/>
                    <a:pt x="7656" y="1009"/>
                  </a:cubicBezTo>
                  <a:lnTo>
                    <a:pt x="7656" y="3151"/>
                  </a:lnTo>
                  <a:cubicBezTo>
                    <a:pt x="7404" y="3057"/>
                    <a:pt x="7184" y="2994"/>
                    <a:pt x="6932" y="2994"/>
                  </a:cubicBezTo>
                  <a:lnTo>
                    <a:pt x="6932" y="1009"/>
                  </a:lnTo>
                  <a:cubicBezTo>
                    <a:pt x="6932" y="820"/>
                    <a:pt x="7089" y="662"/>
                    <a:pt x="7278" y="662"/>
                  </a:cubicBezTo>
                  <a:close/>
                  <a:moveTo>
                    <a:pt x="3120" y="662"/>
                  </a:moveTo>
                  <a:cubicBezTo>
                    <a:pt x="3309" y="662"/>
                    <a:pt x="3466" y="820"/>
                    <a:pt x="3466" y="1009"/>
                  </a:cubicBezTo>
                  <a:lnTo>
                    <a:pt x="3466" y="2994"/>
                  </a:lnTo>
                  <a:cubicBezTo>
                    <a:pt x="3246" y="3025"/>
                    <a:pt x="2994" y="3057"/>
                    <a:pt x="2773" y="3183"/>
                  </a:cubicBezTo>
                  <a:lnTo>
                    <a:pt x="2773" y="1009"/>
                  </a:lnTo>
                  <a:cubicBezTo>
                    <a:pt x="2773" y="820"/>
                    <a:pt x="2931" y="662"/>
                    <a:pt x="3120" y="662"/>
                  </a:cubicBezTo>
                  <a:close/>
                  <a:moveTo>
                    <a:pt x="4506" y="1702"/>
                  </a:moveTo>
                  <a:cubicBezTo>
                    <a:pt x="4695" y="1702"/>
                    <a:pt x="4852" y="1860"/>
                    <a:pt x="4852" y="2049"/>
                  </a:cubicBezTo>
                  <a:lnTo>
                    <a:pt x="4852" y="3309"/>
                  </a:lnTo>
                  <a:cubicBezTo>
                    <a:pt x="4663" y="3183"/>
                    <a:pt x="4411" y="3057"/>
                    <a:pt x="4128" y="3025"/>
                  </a:cubicBezTo>
                  <a:lnTo>
                    <a:pt x="4128" y="2049"/>
                  </a:lnTo>
                  <a:cubicBezTo>
                    <a:pt x="4128" y="1860"/>
                    <a:pt x="4285" y="1702"/>
                    <a:pt x="4506" y="1702"/>
                  </a:cubicBezTo>
                  <a:close/>
                  <a:moveTo>
                    <a:pt x="5861" y="1702"/>
                  </a:moveTo>
                  <a:cubicBezTo>
                    <a:pt x="6081" y="1702"/>
                    <a:pt x="6239" y="1860"/>
                    <a:pt x="6239" y="2049"/>
                  </a:cubicBezTo>
                  <a:lnTo>
                    <a:pt x="6239" y="3025"/>
                  </a:lnTo>
                  <a:cubicBezTo>
                    <a:pt x="5987" y="3120"/>
                    <a:pt x="5766" y="3183"/>
                    <a:pt x="5514" y="3340"/>
                  </a:cubicBezTo>
                  <a:lnTo>
                    <a:pt x="5514" y="2049"/>
                  </a:lnTo>
                  <a:cubicBezTo>
                    <a:pt x="5546" y="1860"/>
                    <a:pt x="5703" y="1702"/>
                    <a:pt x="5861" y="1702"/>
                  </a:cubicBezTo>
                  <a:close/>
                  <a:moveTo>
                    <a:pt x="1733" y="1324"/>
                  </a:moveTo>
                  <a:cubicBezTo>
                    <a:pt x="1922" y="1324"/>
                    <a:pt x="2080" y="1482"/>
                    <a:pt x="2080" y="1702"/>
                  </a:cubicBezTo>
                  <a:lnTo>
                    <a:pt x="2080" y="3624"/>
                  </a:lnTo>
                  <a:cubicBezTo>
                    <a:pt x="2017" y="3687"/>
                    <a:pt x="1922" y="3781"/>
                    <a:pt x="1859" y="3907"/>
                  </a:cubicBezTo>
                  <a:cubicBezTo>
                    <a:pt x="1733" y="3687"/>
                    <a:pt x="1576" y="3529"/>
                    <a:pt x="1387" y="3435"/>
                  </a:cubicBezTo>
                  <a:lnTo>
                    <a:pt x="1387" y="1702"/>
                  </a:lnTo>
                  <a:cubicBezTo>
                    <a:pt x="1387" y="1482"/>
                    <a:pt x="1544" y="1324"/>
                    <a:pt x="1733" y="1324"/>
                  </a:cubicBezTo>
                  <a:close/>
                  <a:moveTo>
                    <a:pt x="8665" y="1324"/>
                  </a:moveTo>
                  <a:cubicBezTo>
                    <a:pt x="8854" y="1324"/>
                    <a:pt x="9011" y="1482"/>
                    <a:pt x="9011" y="1702"/>
                  </a:cubicBezTo>
                  <a:lnTo>
                    <a:pt x="9011" y="3466"/>
                  </a:lnTo>
                  <a:cubicBezTo>
                    <a:pt x="8854" y="3592"/>
                    <a:pt x="8759" y="3750"/>
                    <a:pt x="8633" y="3907"/>
                  </a:cubicBezTo>
                  <a:cubicBezTo>
                    <a:pt x="8539" y="3781"/>
                    <a:pt x="8476" y="3687"/>
                    <a:pt x="8381" y="3592"/>
                  </a:cubicBezTo>
                  <a:lnTo>
                    <a:pt x="8349" y="3529"/>
                  </a:lnTo>
                  <a:lnTo>
                    <a:pt x="8349" y="1702"/>
                  </a:lnTo>
                  <a:cubicBezTo>
                    <a:pt x="8318" y="1482"/>
                    <a:pt x="8476" y="1324"/>
                    <a:pt x="8665" y="1324"/>
                  </a:cubicBezTo>
                  <a:close/>
                  <a:moveTo>
                    <a:pt x="6774" y="3647"/>
                  </a:moveTo>
                  <a:cubicBezTo>
                    <a:pt x="7160" y="3647"/>
                    <a:pt x="7546" y="3797"/>
                    <a:pt x="7845" y="4096"/>
                  </a:cubicBezTo>
                  <a:cubicBezTo>
                    <a:pt x="8318" y="4569"/>
                    <a:pt x="8444" y="5294"/>
                    <a:pt x="8066" y="5892"/>
                  </a:cubicBezTo>
                  <a:cubicBezTo>
                    <a:pt x="7089" y="6176"/>
                    <a:pt x="6333" y="7058"/>
                    <a:pt x="6239" y="8098"/>
                  </a:cubicBezTo>
                  <a:lnTo>
                    <a:pt x="5199" y="9043"/>
                  </a:lnTo>
                  <a:lnTo>
                    <a:pt x="4128" y="8035"/>
                  </a:lnTo>
                  <a:cubicBezTo>
                    <a:pt x="4065" y="6995"/>
                    <a:pt x="3309" y="6144"/>
                    <a:pt x="2332" y="5892"/>
                  </a:cubicBezTo>
                  <a:cubicBezTo>
                    <a:pt x="1985" y="5325"/>
                    <a:pt x="2112" y="4569"/>
                    <a:pt x="2553" y="4096"/>
                  </a:cubicBezTo>
                  <a:cubicBezTo>
                    <a:pt x="2836" y="3813"/>
                    <a:pt x="3246" y="3655"/>
                    <a:pt x="3624" y="3655"/>
                  </a:cubicBezTo>
                  <a:cubicBezTo>
                    <a:pt x="4033" y="3655"/>
                    <a:pt x="4411" y="3813"/>
                    <a:pt x="4695" y="4096"/>
                  </a:cubicBezTo>
                  <a:lnTo>
                    <a:pt x="4915" y="4317"/>
                  </a:lnTo>
                  <a:lnTo>
                    <a:pt x="4978" y="4348"/>
                  </a:lnTo>
                  <a:cubicBezTo>
                    <a:pt x="5026" y="4411"/>
                    <a:pt x="5112" y="4443"/>
                    <a:pt x="5203" y="4443"/>
                  </a:cubicBezTo>
                  <a:cubicBezTo>
                    <a:pt x="5294" y="4443"/>
                    <a:pt x="5388" y="4411"/>
                    <a:pt x="5451" y="4348"/>
                  </a:cubicBezTo>
                  <a:lnTo>
                    <a:pt x="5703" y="4096"/>
                  </a:lnTo>
                  <a:cubicBezTo>
                    <a:pt x="6002" y="3797"/>
                    <a:pt x="6388" y="3647"/>
                    <a:pt x="6774" y="3647"/>
                  </a:cubicBezTo>
                  <a:close/>
                  <a:moveTo>
                    <a:pt x="662" y="3813"/>
                  </a:moveTo>
                  <a:cubicBezTo>
                    <a:pt x="1103" y="3970"/>
                    <a:pt x="1418" y="4380"/>
                    <a:pt x="1418" y="4884"/>
                  </a:cubicBezTo>
                  <a:lnTo>
                    <a:pt x="1418" y="6176"/>
                  </a:lnTo>
                  <a:cubicBezTo>
                    <a:pt x="1418" y="6365"/>
                    <a:pt x="1576" y="6522"/>
                    <a:pt x="1765" y="6522"/>
                  </a:cubicBezTo>
                  <a:cubicBezTo>
                    <a:pt x="2679" y="6522"/>
                    <a:pt x="3435" y="7247"/>
                    <a:pt x="3435" y="8161"/>
                  </a:cubicBezTo>
                  <a:lnTo>
                    <a:pt x="3435" y="8224"/>
                  </a:lnTo>
                  <a:lnTo>
                    <a:pt x="3435" y="8980"/>
                  </a:lnTo>
                  <a:cubicBezTo>
                    <a:pt x="3435" y="9169"/>
                    <a:pt x="3592" y="9326"/>
                    <a:pt x="3781" y="9326"/>
                  </a:cubicBezTo>
                  <a:cubicBezTo>
                    <a:pt x="3970" y="9326"/>
                    <a:pt x="4128" y="9169"/>
                    <a:pt x="4128" y="8980"/>
                  </a:cubicBezTo>
                  <a:lnTo>
                    <a:pt x="4852" y="9610"/>
                  </a:lnTo>
                  <a:lnTo>
                    <a:pt x="4852" y="11059"/>
                  </a:lnTo>
                  <a:lnTo>
                    <a:pt x="2080" y="11059"/>
                  </a:lnTo>
                  <a:lnTo>
                    <a:pt x="2080" y="9925"/>
                  </a:lnTo>
                  <a:cubicBezTo>
                    <a:pt x="2080" y="9673"/>
                    <a:pt x="1985" y="9421"/>
                    <a:pt x="1765" y="9200"/>
                  </a:cubicBezTo>
                  <a:lnTo>
                    <a:pt x="1198" y="8633"/>
                  </a:lnTo>
                  <a:cubicBezTo>
                    <a:pt x="883" y="8287"/>
                    <a:pt x="662" y="7877"/>
                    <a:pt x="662" y="7404"/>
                  </a:cubicBezTo>
                  <a:lnTo>
                    <a:pt x="662" y="3813"/>
                  </a:lnTo>
                  <a:close/>
                  <a:moveTo>
                    <a:pt x="9767" y="3844"/>
                  </a:moveTo>
                  <a:lnTo>
                    <a:pt x="9767" y="7436"/>
                  </a:lnTo>
                  <a:cubicBezTo>
                    <a:pt x="9767" y="7909"/>
                    <a:pt x="9578" y="8350"/>
                    <a:pt x="9263" y="8665"/>
                  </a:cubicBezTo>
                  <a:lnTo>
                    <a:pt x="8665" y="9263"/>
                  </a:lnTo>
                  <a:cubicBezTo>
                    <a:pt x="8476" y="9452"/>
                    <a:pt x="8349" y="9704"/>
                    <a:pt x="8349" y="9988"/>
                  </a:cubicBezTo>
                  <a:lnTo>
                    <a:pt x="8349" y="11153"/>
                  </a:lnTo>
                  <a:lnTo>
                    <a:pt x="5514" y="11153"/>
                  </a:lnTo>
                  <a:lnTo>
                    <a:pt x="5514" y="9736"/>
                  </a:lnTo>
                  <a:lnTo>
                    <a:pt x="6239" y="9043"/>
                  </a:lnTo>
                  <a:cubicBezTo>
                    <a:pt x="6270" y="9200"/>
                    <a:pt x="6396" y="9326"/>
                    <a:pt x="6585" y="9326"/>
                  </a:cubicBezTo>
                  <a:cubicBezTo>
                    <a:pt x="6774" y="9326"/>
                    <a:pt x="6932" y="9169"/>
                    <a:pt x="6932" y="8980"/>
                  </a:cubicBezTo>
                  <a:lnTo>
                    <a:pt x="6932" y="8255"/>
                  </a:lnTo>
                  <a:cubicBezTo>
                    <a:pt x="6932" y="7404"/>
                    <a:pt x="7530" y="6711"/>
                    <a:pt x="8349" y="6554"/>
                  </a:cubicBezTo>
                  <a:lnTo>
                    <a:pt x="8665" y="6554"/>
                  </a:lnTo>
                  <a:cubicBezTo>
                    <a:pt x="8854" y="6554"/>
                    <a:pt x="9011" y="6396"/>
                    <a:pt x="9011" y="6207"/>
                  </a:cubicBezTo>
                  <a:lnTo>
                    <a:pt x="9011" y="4916"/>
                  </a:lnTo>
                  <a:cubicBezTo>
                    <a:pt x="9011" y="4443"/>
                    <a:pt x="9326" y="4002"/>
                    <a:pt x="9767" y="3844"/>
                  </a:cubicBezTo>
                  <a:close/>
                  <a:moveTo>
                    <a:pt x="3120" y="1"/>
                  </a:moveTo>
                  <a:cubicBezTo>
                    <a:pt x="2647" y="1"/>
                    <a:pt x="2238" y="316"/>
                    <a:pt x="2143" y="757"/>
                  </a:cubicBezTo>
                  <a:cubicBezTo>
                    <a:pt x="2017" y="694"/>
                    <a:pt x="1891" y="662"/>
                    <a:pt x="1733" y="662"/>
                  </a:cubicBezTo>
                  <a:cubicBezTo>
                    <a:pt x="1135" y="662"/>
                    <a:pt x="725" y="1135"/>
                    <a:pt x="725" y="1702"/>
                  </a:cubicBezTo>
                  <a:lnTo>
                    <a:pt x="725" y="3120"/>
                  </a:lnTo>
                  <a:cubicBezTo>
                    <a:pt x="599" y="3057"/>
                    <a:pt x="473" y="3057"/>
                    <a:pt x="347" y="3057"/>
                  </a:cubicBezTo>
                  <a:cubicBezTo>
                    <a:pt x="158" y="3057"/>
                    <a:pt x="1" y="3214"/>
                    <a:pt x="1" y="3435"/>
                  </a:cubicBezTo>
                  <a:lnTo>
                    <a:pt x="1" y="7436"/>
                  </a:lnTo>
                  <a:cubicBezTo>
                    <a:pt x="1" y="8066"/>
                    <a:pt x="253" y="8696"/>
                    <a:pt x="725" y="9169"/>
                  </a:cubicBezTo>
                  <a:lnTo>
                    <a:pt x="1292" y="9767"/>
                  </a:lnTo>
                  <a:cubicBezTo>
                    <a:pt x="1387" y="9830"/>
                    <a:pt x="1418" y="9925"/>
                    <a:pt x="1418" y="9988"/>
                  </a:cubicBezTo>
                  <a:lnTo>
                    <a:pt x="1418" y="11153"/>
                  </a:lnTo>
                  <a:lnTo>
                    <a:pt x="1072" y="11153"/>
                  </a:lnTo>
                  <a:cubicBezTo>
                    <a:pt x="883" y="11153"/>
                    <a:pt x="725" y="11311"/>
                    <a:pt x="725" y="11500"/>
                  </a:cubicBezTo>
                  <a:cubicBezTo>
                    <a:pt x="725" y="11689"/>
                    <a:pt x="883" y="11847"/>
                    <a:pt x="1072" y="11847"/>
                  </a:cubicBezTo>
                  <a:lnTo>
                    <a:pt x="9389" y="11847"/>
                  </a:lnTo>
                  <a:cubicBezTo>
                    <a:pt x="9578" y="11847"/>
                    <a:pt x="9736" y="11689"/>
                    <a:pt x="9736" y="11500"/>
                  </a:cubicBezTo>
                  <a:cubicBezTo>
                    <a:pt x="9736" y="11311"/>
                    <a:pt x="9578" y="11153"/>
                    <a:pt x="9389" y="11153"/>
                  </a:cubicBezTo>
                  <a:lnTo>
                    <a:pt x="9106" y="11153"/>
                  </a:lnTo>
                  <a:lnTo>
                    <a:pt x="9106" y="9988"/>
                  </a:lnTo>
                  <a:cubicBezTo>
                    <a:pt x="9106" y="9925"/>
                    <a:pt x="9137" y="9799"/>
                    <a:pt x="9232" y="9767"/>
                  </a:cubicBezTo>
                  <a:lnTo>
                    <a:pt x="9830" y="9169"/>
                  </a:lnTo>
                  <a:cubicBezTo>
                    <a:pt x="10271" y="8696"/>
                    <a:pt x="10523" y="8098"/>
                    <a:pt x="10523" y="7436"/>
                  </a:cubicBezTo>
                  <a:lnTo>
                    <a:pt x="10523" y="3466"/>
                  </a:lnTo>
                  <a:cubicBezTo>
                    <a:pt x="10492" y="3214"/>
                    <a:pt x="10334" y="3057"/>
                    <a:pt x="10114" y="3057"/>
                  </a:cubicBezTo>
                  <a:cubicBezTo>
                    <a:pt x="9956" y="3057"/>
                    <a:pt x="9862" y="3057"/>
                    <a:pt x="9704" y="3120"/>
                  </a:cubicBezTo>
                  <a:lnTo>
                    <a:pt x="9704" y="1702"/>
                  </a:lnTo>
                  <a:cubicBezTo>
                    <a:pt x="9704" y="1103"/>
                    <a:pt x="9232" y="662"/>
                    <a:pt x="8665" y="662"/>
                  </a:cubicBezTo>
                  <a:cubicBezTo>
                    <a:pt x="8539" y="662"/>
                    <a:pt x="8413" y="694"/>
                    <a:pt x="8286" y="757"/>
                  </a:cubicBezTo>
                  <a:cubicBezTo>
                    <a:pt x="8160" y="316"/>
                    <a:pt x="7751" y="1"/>
                    <a:pt x="7278" y="1"/>
                  </a:cubicBezTo>
                  <a:cubicBezTo>
                    <a:pt x="6711" y="1"/>
                    <a:pt x="6270" y="473"/>
                    <a:pt x="6270" y="1009"/>
                  </a:cubicBezTo>
                  <a:lnTo>
                    <a:pt x="6270" y="1103"/>
                  </a:lnTo>
                  <a:cubicBezTo>
                    <a:pt x="6144" y="1072"/>
                    <a:pt x="6050" y="1009"/>
                    <a:pt x="5924" y="1009"/>
                  </a:cubicBezTo>
                  <a:cubicBezTo>
                    <a:pt x="5640" y="1009"/>
                    <a:pt x="5388" y="1135"/>
                    <a:pt x="5199" y="1292"/>
                  </a:cubicBezTo>
                  <a:cubicBezTo>
                    <a:pt x="5010" y="1135"/>
                    <a:pt x="4758" y="1009"/>
                    <a:pt x="4506" y="1009"/>
                  </a:cubicBezTo>
                  <a:cubicBezTo>
                    <a:pt x="4380" y="1009"/>
                    <a:pt x="4254" y="1072"/>
                    <a:pt x="4128" y="1103"/>
                  </a:cubicBezTo>
                  <a:lnTo>
                    <a:pt x="4128" y="1009"/>
                  </a:lnTo>
                  <a:cubicBezTo>
                    <a:pt x="4128" y="442"/>
                    <a:pt x="3655" y="1"/>
                    <a:pt x="31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41"/>
            <p:cNvSpPr/>
            <p:nvPr/>
          </p:nvSpPr>
          <p:spPr>
            <a:xfrm rot="205799">
              <a:off x="702279" y="1218451"/>
              <a:ext cx="1342121" cy="1457852"/>
            </a:xfrm>
            <a:custGeom>
              <a:rect b="b" l="l" r="r" t="t"/>
              <a:pathLst>
                <a:path extrusionOk="0" h="30497" w="28076">
                  <a:moveTo>
                    <a:pt x="13351" y="589"/>
                  </a:moveTo>
                  <a:lnTo>
                    <a:pt x="14267" y="655"/>
                  </a:lnTo>
                  <a:lnTo>
                    <a:pt x="15183" y="720"/>
                  </a:lnTo>
                  <a:lnTo>
                    <a:pt x="16099" y="851"/>
                  </a:lnTo>
                  <a:lnTo>
                    <a:pt x="17016" y="1113"/>
                  </a:lnTo>
                  <a:lnTo>
                    <a:pt x="17932" y="1374"/>
                  </a:lnTo>
                  <a:lnTo>
                    <a:pt x="18783" y="1702"/>
                  </a:lnTo>
                  <a:lnTo>
                    <a:pt x="19633" y="2160"/>
                  </a:lnTo>
                  <a:lnTo>
                    <a:pt x="20484" y="2552"/>
                  </a:lnTo>
                  <a:lnTo>
                    <a:pt x="21269" y="3076"/>
                  </a:lnTo>
                  <a:lnTo>
                    <a:pt x="22055" y="3665"/>
                  </a:lnTo>
                  <a:lnTo>
                    <a:pt x="22775" y="4254"/>
                  </a:lnTo>
                  <a:lnTo>
                    <a:pt x="23429" y="4843"/>
                  </a:lnTo>
                  <a:lnTo>
                    <a:pt x="24083" y="5563"/>
                  </a:lnTo>
                  <a:lnTo>
                    <a:pt x="24672" y="6283"/>
                  </a:lnTo>
                  <a:lnTo>
                    <a:pt x="25196" y="7068"/>
                  </a:lnTo>
                  <a:lnTo>
                    <a:pt x="25719" y="7853"/>
                  </a:lnTo>
                  <a:lnTo>
                    <a:pt x="26178" y="8639"/>
                  </a:lnTo>
                  <a:lnTo>
                    <a:pt x="26570" y="9555"/>
                  </a:lnTo>
                  <a:lnTo>
                    <a:pt x="26897" y="10536"/>
                  </a:lnTo>
                  <a:lnTo>
                    <a:pt x="27159" y="11649"/>
                  </a:lnTo>
                  <a:lnTo>
                    <a:pt x="27356" y="12696"/>
                  </a:lnTo>
                  <a:lnTo>
                    <a:pt x="27421" y="13809"/>
                  </a:lnTo>
                  <a:lnTo>
                    <a:pt x="27356" y="14856"/>
                  </a:lnTo>
                  <a:lnTo>
                    <a:pt x="27225" y="15968"/>
                  </a:lnTo>
                  <a:lnTo>
                    <a:pt x="26963" y="16950"/>
                  </a:lnTo>
                  <a:lnTo>
                    <a:pt x="26636" y="17997"/>
                  </a:lnTo>
                  <a:lnTo>
                    <a:pt x="26243" y="18913"/>
                  </a:lnTo>
                  <a:lnTo>
                    <a:pt x="25719" y="19829"/>
                  </a:lnTo>
                  <a:lnTo>
                    <a:pt x="25065" y="20615"/>
                  </a:lnTo>
                  <a:lnTo>
                    <a:pt x="24345" y="21400"/>
                  </a:lnTo>
                  <a:lnTo>
                    <a:pt x="23494" y="21989"/>
                  </a:lnTo>
                  <a:lnTo>
                    <a:pt x="22578" y="22578"/>
                  </a:lnTo>
                  <a:lnTo>
                    <a:pt x="21531" y="22971"/>
                  </a:lnTo>
                  <a:lnTo>
                    <a:pt x="20419" y="23298"/>
                  </a:lnTo>
                  <a:lnTo>
                    <a:pt x="20222" y="23363"/>
                  </a:lnTo>
                  <a:lnTo>
                    <a:pt x="20157" y="23494"/>
                  </a:lnTo>
                  <a:lnTo>
                    <a:pt x="20026" y="23625"/>
                  </a:lnTo>
                  <a:lnTo>
                    <a:pt x="20026" y="23822"/>
                  </a:lnTo>
                  <a:lnTo>
                    <a:pt x="20288" y="25261"/>
                  </a:lnTo>
                  <a:lnTo>
                    <a:pt x="20353" y="26701"/>
                  </a:lnTo>
                  <a:lnTo>
                    <a:pt x="20419" y="28075"/>
                  </a:lnTo>
                  <a:lnTo>
                    <a:pt x="20288" y="29515"/>
                  </a:lnTo>
                  <a:lnTo>
                    <a:pt x="19175" y="28272"/>
                  </a:lnTo>
                  <a:lnTo>
                    <a:pt x="18063" y="26897"/>
                  </a:lnTo>
                  <a:lnTo>
                    <a:pt x="17016" y="25523"/>
                  </a:lnTo>
                  <a:lnTo>
                    <a:pt x="15968" y="24149"/>
                  </a:lnTo>
                  <a:lnTo>
                    <a:pt x="15968" y="24018"/>
                  </a:lnTo>
                  <a:lnTo>
                    <a:pt x="15838" y="23952"/>
                  </a:lnTo>
                  <a:lnTo>
                    <a:pt x="15772" y="23887"/>
                  </a:lnTo>
                  <a:lnTo>
                    <a:pt x="15707" y="23822"/>
                  </a:lnTo>
                  <a:lnTo>
                    <a:pt x="15576" y="23822"/>
                  </a:lnTo>
                  <a:lnTo>
                    <a:pt x="15510" y="23887"/>
                  </a:lnTo>
                  <a:lnTo>
                    <a:pt x="15510" y="24018"/>
                  </a:lnTo>
                  <a:lnTo>
                    <a:pt x="14660" y="24214"/>
                  </a:lnTo>
                  <a:lnTo>
                    <a:pt x="13809" y="24345"/>
                  </a:lnTo>
                  <a:lnTo>
                    <a:pt x="12958" y="24411"/>
                  </a:lnTo>
                  <a:lnTo>
                    <a:pt x="12107" y="24476"/>
                  </a:lnTo>
                  <a:lnTo>
                    <a:pt x="11257" y="24476"/>
                  </a:lnTo>
                  <a:lnTo>
                    <a:pt x="10471" y="24411"/>
                  </a:lnTo>
                  <a:lnTo>
                    <a:pt x="9620" y="24280"/>
                  </a:lnTo>
                  <a:lnTo>
                    <a:pt x="8835" y="24083"/>
                  </a:lnTo>
                  <a:lnTo>
                    <a:pt x="8050" y="23887"/>
                  </a:lnTo>
                  <a:lnTo>
                    <a:pt x="7264" y="23560"/>
                  </a:lnTo>
                  <a:lnTo>
                    <a:pt x="6479" y="23233"/>
                  </a:lnTo>
                  <a:lnTo>
                    <a:pt x="5759" y="22840"/>
                  </a:lnTo>
                  <a:lnTo>
                    <a:pt x="5039" y="22382"/>
                  </a:lnTo>
                  <a:lnTo>
                    <a:pt x="4385" y="21793"/>
                  </a:lnTo>
                  <a:lnTo>
                    <a:pt x="3796" y="21204"/>
                  </a:lnTo>
                  <a:lnTo>
                    <a:pt x="3142" y="20549"/>
                  </a:lnTo>
                  <a:lnTo>
                    <a:pt x="2618" y="19829"/>
                  </a:lnTo>
                  <a:lnTo>
                    <a:pt x="2094" y="19044"/>
                  </a:lnTo>
                  <a:lnTo>
                    <a:pt x="1636" y="18193"/>
                  </a:lnTo>
                  <a:lnTo>
                    <a:pt x="1309" y="17343"/>
                  </a:lnTo>
                  <a:lnTo>
                    <a:pt x="1047" y="16426"/>
                  </a:lnTo>
                  <a:lnTo>
                    <a:pt x="786" y="15510"/>
                  </a:lnTo>
                  <a:lnTo>
                    <a:pt x="655" y="14594"/>
                  </a:lnTo>
                  <a:lnTo>
                    <a:pt x="589" y="13678"/>
                  </a:lnTo>
                  <a:lnTo>
                    <a:pt x="524" y="12762"/>
                  </a:lnTo>
                  <a:lnTo>
                    <a:pt x="589" y="11780"/>
                  </a:lnTo>
                  <a:lnTo>
                    <a:pt x="720" y="10864"/>
                  </a:lnTo>
                  <a:lnTo>
                    <a:pt x="916" y="9948"/>
                  </a:lnTo>
                  <a:lnTo>
                    <a:pt x="1178" y="9097"/>
                  </a:lnTo>
                  <a:lnTo>
                    <a:pt x="1505" y="8181"/>
                  </a:lnTo>
                  <a:lnTo>
                    <a:pt x="1964" y="7330"/>
                  </a:lnTo>
                  <a:lnTo>
                    <a:pt x="2422" y="6544"/>
                  </a:lnTo>
                  <a:lnTo>
                    <a:pt x="2945" y="5759"/>
                  </a:lnTo>
                  <a:lnTo>
                    <a:pt x="3534" y="5039"/>
                  </a:lnTo>
                  <a:lnTo>
                    <a:pt x="4189" y="4385"/>
                  </a:lnTo>
                  <a:lnTo>
                    <a:pt x="4843" y="3796"/>
                  </a:lnTo>
                  <a:lnTo>
                    <a:pt x="5563" y="3207"/>
                  </a:lnTo>
                  <a:lnTo>
                    <a:pt x="6348" y="2683"/>
                  </a:lnTo>
                  <a:lnTo>
                    <a:pt x="7134" y="2225"/>
                  </a:lnTo>
                  <a:lnTo>
                    <a:pt x="7984" y="1767"/>
                  </a:lnTo>
                  <a:lnTo>
                    <a:pt x="8835" y="1440"/>
                  </a:lnTo>
                  <a:lnTo>
                    <a:pt x="9686" y="1178"/>
                  </a:lnTo>
                  <a:lnTo>
                    <a:pt x="10602" y="916"/>
                  </a:lnTo>
                  <a:lnTo>
                    <a:pt x="11518" y="720"/>
                  </a:lnTo>
                  <a:lnTo>
                    <a:pt x="12435" y="655"/>
                  </a:lnTo>
                  <a:lnTo>
                    <a:pt x="13351" y="589"/>
                  </a:lnTo>
                  <a:close/>
                  <a:moveTo>
                    <a:pt x="13678" y="0"/>
                  </a:moveTo>
                  <a:lnTo>
                    <a:pt x="12696" y="66"/>
                  </a:lnTo>
                  <a:lnTo>
                    <a:pt x="11715" y="131"/>
                  </a:lnTo>
                  <a:lnTo>
                    <a:pt x="10733" y="327"/>
                  </a:lnTo>
                  <a:lnTo>
                    <a:pt x="9751" y="524"/>
                  </a:lnTo>
                  <a:lnTo>
                    <a:pt x="8835" y="851"/>
                  </a:lnTo>
                  <a:lnTo>
                    <a:pt x="7919" y="1178"/>
                  </a:lnTo>
                  <a:lnTo>
                    <a:pt x="7068" y="1636"/>
                  </a:lnTo>
                  <a:lnTo>
                    <a:pt x="6152" y="2094"/>
                  </a:lnTo>
                  <a:lnTo>
                    <a:pt x="5367" y="2683"/>
                  </a:lnTo>
                  <a:lnTo>
                    <a:pt x="4581" y="3272"/>
                  </a:lnTo>
                  <a:lnTo>
                    <a:pt x="3861" y="3927"/>
                  </a:lnTo>
                  <a:lnTo>
                    <a:pt x="3142" y="4647"/>
                  </a:lnTo>
                  <a:lnTo>
                    <a:pt x="2487" y="5432"/>
                  </a:lnTo>
                  <a:lnTo>
                    <a:pt x="1964" y="6217"/>
                  </a:lnTo>
                  <a:lnTo>
                    <a:pt x="1505" y="7068"/>
                  </a:lnTo>
                  <a:lnTo>
                    <a:pt x="1047" y="7919"/>
                  </a:lnTo>
                  <a:lnTo>
                    <a:pt x="720" y="8835"/>
                  </a:lnTo>
                  <a:lnTo>
                    <a:pt x="458" y="9751"/>
                  </a:lnTo>
                  <a:lnTo>
                    <a:pt x="197" y="10667"/>
                  </a:lnTo>
                  <a:lnTo>
                    <a:pt x="66" y="11649"/>
                  </a:lnTo>
                  <a:lnTo>
                    <a:pt x="0" y="12631"/>
                  </a:lnTo>
                  <a:lnTo>
                    <a:pt x="0" y="13547"/>
                  </a:lnTo>
                  <a:lnTo>
                    <a:pt x="66" y="14529"/>
                  </a:lnTo>
                  <a:lnTo>
                    <a:pt x="197" y="15510"/>
                  </a:lnTo>
                  <a:lnTo>
                    <a:pt x="458" y="16426"/>
                  </a:lnTo>
                  <a:lnTo>
                    <a:pt x="720" y="17343"/>
                  </a:lnTo>
                  <a:lnTo>
                    <a:pt x="1113" y="18259"/>
                  </a:lnTo>
                  <a:lnTo>
                    <a:pt x="1505" y="19110"/>
                  </a:lnTo>
                  <a:lnTo>
                    <a:pt x="2029" y="19960"/>
                  </a:lnTo>
                  <a:lnTo>
                    <a:pt x="2683" y="20811"/>
                  </a:lnTo>
                  <a:lnTo>
                    <a:pt x="3338" y="21531"/>
                  </a:lnTo>
                  <a:lnTo>
                    <a:pt x="4123" y="22251"/>
                  </a:lnTo>
                  <a:lnTo>
                    <a:pt x="4909" y="22905"/>
                  </a:lnTo>
                  <a:lnTo>
                    <a:pt x="5825" y="23429"/>
                  </a:lnTo>
                  <a:lnTo>
                    <a:pt x="6741" y="23952"/>
                  </a:lnTo>
                  <a:lnTo>
                    <a:pt x="7657" y="24345"/>
                  </a:lnTo>
                  <a:lnTo>
                    <a:pt x="8639" y="24738"/>
                  </a:lnTo>
                  <a:lnTo>
                    <a:pt x="9686" y="24934"/>
                  </a:lnTo>
                  <a:lnTo>
                    <a:pt x="10668" y="25130"/>
                  </a:lnTo>
                  <a:lnTo>
                    <a:pt x="11715" y="25196"/>
                  </a:lnTo>
                  <a:lnTo>
                    <a:pt x="12696" y="25130"/>
                  </a:lnTo>
                  <a:lnTo>
                    <a:pt x="13743" y="25000"/>
                  </a:lnTo>
                  <a:lnTo>
                    <a:pt x="14725" y="24738"/>
                  </a:lnTo>
                  <a:lnTo>
                    <a:pt x="15641" y="24345"/>
                  </a:lnTo>
                  <a:lnTo>
                    <a:pt x="16099" y="25196"/>
                  </a:lnTo>
                  <a:lnTo>
                    <a:pt x="16623" y="25981"/>
                  </a:lnTo>
                  <a:lnTo>
                    <a:pt x="17146" y="26766"/>
                  </a:lnTo>
                  <a:lnTo>
                    <a:pt x="17735" y="27552"/>
                  </a:lnTo>
                  <a:lnTo>
                    <a:pt x="18979" y="29057"/>
                  </a:lnTo>
                  <a:lnTo>
                    <a:pt x="20353" y="30431"/>
                  </a:lnTo>
                  <a:lnTo>
                    <a:pt x="20484" y="30497"/>
                  </a:lnTo>
                  <a:lnTo>
                    <a:pt x="20680" y="30497"/>
                  </a:lnTo>
                  <a:lnTo>
                    <a:pt x="20811" y="30366"/>
                  </a:lnTo>
                  <a:lnTo>
                    <a:pt x="20877" y="30235"/>
                  </a:lnTo>
                  <a:lnTo>
                    <a:pt x="21008" y="28599"/>
                  </a:lnTo>
                  <a:lnTo>
                    <a:pt x="21008" y="27028"/>
                  </a:lnTo>
                  <a:lnTo>
                    <a:pt x="20877" y="25458"/>
                  </a:lnTo>
                  <a:lnTo>
                    <a:pt x="20615" y="23887"/>
                  </a:lnTo>
                  <a:lnTo>
                    <a:pt x="21597" y="23625"/>
                  </a:lnTo>
                  <a:lnTo>
                    <a:pt x="22513" y="23298"/>
                  </a:lnTo>
                  <a:lnTo>
                    <a:pt x="23364" y="22840"/>
                  </a:lnTo>
                  <a:lnTo>
                    <a:pt x="24149" y="22316"/>
                  </a:lnTo>
                  <a:lnTo>
                    <a:pt x="24869" y="21727"/>
                  </a:lnTo>
                  <a:lnTo>
                    <a:pt x="25523" y="21073"/>
                  </a:lnTo>
                  <a:lnTo>
                    <a:pt x="26047" y="20353"/>
                  </a:lnTo>
                  <a:lnTo>
                    <a:pt x="26570" y="19568"/>
                  </a:lnTo>
                  <a:lnTo>
                    <a:pt x="27028" y="18717"/>
                  </a:lnTo>
                  <a:lnTo>
                    <a:pt x="27356" y="17866"/>
                  </a:lnTo>
                  <a:lnTo>
                    <a:pt x="27683" y="16950"/>
                  </a:lnTo>
                  <a:lnTo>
                    <a:pt x="27879" y="16034"/>
                  </a:lnTo>
                  <a:lnTo>
                    <a:pt x="28010" y="15118"/>
                  </a:lnTo>
                  <a:lnTo>
                    <a:pt x="28075" y="14136"/>
                  </a:lnTo>
                  <a:lnTo>
                    <a:pt x="28075" y="13154"/>
                  </a:lnTo>
                  <a:lnTo>
                    <a:pt x="27945" y="12238"/>
                  </a:lnTo>
                  <a:lnTo>
                    <a:pt x="27748" y="11191"/>
                  </a:lnTo>
                  <a:lnTo>
                    <a:pt x="27486" y="10209"/>
                  </a:lnTo>
                  <a:lnTo>
                    <a:pt x="27094" y="9293"/>
                  </a:lnTo>
                  <a:lnTo>
                    <a:pt x="26701" y="8311"/>
                  </a:lnTo>
                  <a:lnTo>
                    <a:pt x="26178" y="7461"/>
                  </a:lnTo>
                  <a:lnTo>
                    <a:pt x="25654" y="6610"/>
                  </a:lnTo>
                  <a:lnTo>
                    <a:pt x="25065" y="5759"/>
                  </a:lnTo>
                  <a:lnTo>
                    <a:pt x="24411" y="4974"/>
                  </a:lnTo>
                  <a:lnTo>
                    <a:pt x="23691" y="4254"/>
                  </a:lnTo>
                  <a:lnTo>
                    <a:pt x="22905" y="3599"/>
                  </a:lnTo>
                  <a:lnTo>
                    <a:pt x="22120" y="2945"/>
                  </a:lnTo>
                  <a:lnTo>
                    <a:pt x="21269" y="2356"/>
                  </a:lnTo>
                  <a:lnTo>
                    <a:pt x="20419" y="1833"/>
                  </a:lnTo>
                  <a:lnTo>
                    <a:pt x="19502" y="1374"/>
                  </a:lnTo>
                  <a:lnTo>
                    <a:pt x="18586" y="982"/>
                  </a:lnTo>
                  <a:lnTo>
                    <a:pt x="17605" y="655"/>
                  </a:lnTo>
                  <a:lnTo>
                    <a:pt x="16623" y="393"/>
                  </a:lnTo>
                  <a:lnTo>
                    <a:pt x="15641" y="196"/>
                  </a:lnTo>
                  <a:lnTo>
                    <a:pt x="14660" y="66"/>
                  </a:lnTo>
                  <a:lnTo>
                    <a:pt x="136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6" name="Google Shape;1626;p41"/>
          <p:cNvGrpSpPr/>
          <p:nvPr/>
        </p:nvGrpSpPr>
        <p:grpSpPr>
          <a:xfrm>
            <a:off x="6715014" y="1688458"/>
            <a:ext cx="2050606" cy="3043618"/>
            <a:chOff x="6715014" y="1688458"/>
            <a:chExt cx="2050606" cy="3043618"/>
          </a:xfrm>
        </p:grpSpPr>
        <p:sp>
          <p:nvSpPr>
            <p:cNvPr id="1627" name="Google Shape;1627;p41"/>
            <p:cNvSpPr/>
            <p:nvPr/>
          </p:nvSpPr>
          <p:spPr>
            <a:xfrm flipH="1" rot="-205799">
              <a:off x="7006229" y="1727301"/>
              <a:ext cx="1342121" cy="1457852"/>
            </a:xfrm>
            <a:custGeom>
              <a:rect b="b" l="l" r="r" t="t"/>
              <a:pathLst>
                <a:path extrusionOk="0" h="30497" w="28076">
                  <a:moveTo>
                    <a:pt x="13351" y="589"/>
                  </a:moveTo>
                  <a:lnTo>
                    <a:pt x="14267" y="655"/>
                  </a:lnTo>
                  <a:lnTo>
                    <a:pt x="15183" y="720"/>
                  </a:lnTo>
                  <a:lnTo>
                    <a:pt x="16099" y="851"/>
                  </a:lnTo>
                  <a:lnTo>
                    <a:pt x="17016" y="1113"/>
                  </a:lnTo>
                  <a:lnTo>
                    <a:pt x="17932" y="1374"/>
                  </a:lnTo>
                  <a:lnTo>
                    <a:pt x="18783" y="1702"/>
                  </a:lnTo>
                  <a:lnTo>
                    <a:pt x="19633" y="2160"/>
                  </a:lnTo>
                  <a:lnTo>
                    <a:pt x="20484" y="2552"/>
                  </a:lnTo>
                  <a:lnTo>
                    <a:pt x="21269" y="3076"/>
                  </a:lnTo>
                  <a:lnTo>
                    <a:pt x="22055" y="3665"/>
                  </a:lnTo>
                  <a:lnTo>
                    <a:pt x="22775" y="4254"/>
                  </a:lnTo>
                  <a:lnTo>
                    <a:pt x="23429" y="4843"/>
                  </a:lnTo>
                  <a:lnTo>
                    <a:pt x="24083" y="5563"/>
                  </a:lnTo>
                  <a:lnTo>
                    <a:pt x="24672" y="6283"/>
                  </a:lnTo>
                  <a:lnTo>
                    <a:pt x="25196" y="7068"/>
                  </a:lnTo>
                  <a:lnTo>
                    <a:pt x="25719" y="7853"/>
                  </a:lnTo>
                  <a:lnTo>
                    <a:pt x="26178" y="8639"/>
                  </a:lnTo>
                  <a:lnTo>
                    <a:pt x="26570" y="9555"/>
                  </a:lnTo>
                  <a:lnTo>
                    <a:pt x="26897" y="10536"/>
                  </a:lnTo>
                  <a:lnTo>
                    <a:pt x="27159" y="11649"/>
                  </a:lnTo>
                  <a:lnTo>
                    <a:pt x="27356" y="12696"/>
                  </a:lnTo>
                  <a:lnTo>
                    <a:pt x="27421" y="13809"/>
                  </a:lnTo>
                  <a:lnTo>
                    <a:pt x="27356" y="14856"/>
                  </a:lnTo>
                  <a:lnTo>
                    <a:pt x="27225" y="15968"/>
                  </a:lnTo>
                  <a:lnTo>
                    <a:pt x="26963" y="16950"/>
                  </a:lnTo>
                  <a:lnTo>
                    <a:pt x="26636" y="17997"/>
                  </a:lnTo>
                  <a:lnTo>
                    <a:pt x="26243" y="18913"/>
                  </a:lnTo>
                  <a:lnTo>
                    <a:pt x="25719" y="19829"/>
                  </a:lnTo>
                  <a:lnTo>
                    <a:pt x="25065" y="20615"/>
                  </a:lnTo>
                  <a:lnTo>
                    <a:pt x="24345" y="21400"/>
                  </a:lnTo>
                  <a:lnTo>
                    <a:pt x="23494" y="21989"/>
                  </a:lnTo>
                  <a:lnTo>
                    <a:pt x="22578" y="22578"/>
                  </a:lnTo>
                  <a:lnTo>
                    <a:pt x="21531" y="22971"/>
                  </a:lnTo>
                  <a:lnTo>
                    <a:pt x="20419" y="23298"/>
                  </a:lnTo>
                  <a:lnTo>
                    <a:pt x="20222" y="23363"/>
                  </a:lnTo>
                  <a:lnTo>
                    <a:pt x="20157" y="23494"/>
                  </a:lnTo>
                  <a:lnTo>
                    <a:pt x="20026" y="23625"/>
                  </a:lnTo>
                  <a:lnTo>
                    <a:pt x="20026" y="23822"/>
                  </a:lnTo>
                  <a:lnTo>
                    <a:pt x="20288" y="25261"/>
                  </a:lnTo>
                  <a:lnTo>
                    <a:pt x="20353" y="26701"/>
                  </a:lnTo>
                  <a:lnTo>
                    <a:pt x="20419" y="28075"/>
                  </a:lnTo>
                  <a:lnTo>
                    <a:pt x="20288" y="29515"/>
                  </a:lnTo>
                  <a:lnTo>
                    <a:pt x="19175" y="28272"/>
                  </a:lnTo>
                  <a:lnTo>
                    <a:pt x="18063" y="26897"/>
                  </a:lnTo>
                  <a:lnTo>
                    <a:pt x="17016" y="25523"/>
                  </a:lnTo>
                  <a:lnTo>
                    <a:pt x="15968" y="24149"/>
                  </a:lnTo>
                  <a:lnTo>
                    <a:pt x="15968" y="24018"/>
                  </a:lnTo>
                  <a:lnTo>
                    <a:pt x="15838" y="23952"/>
                  </a:lnTo>
                  <a:lnTo>
                    <a:pt x="15772" y="23887"/>
                  </a:lnTo>
                  <a:lnTo>
                    <a:pt x="15707" y="23822"/>
                  </a:lnTo>
                  <a:lnTo>
                    <a:pt x="15576" y="23822"/>
                  </a:lnTo>
                  <a:lnTo>
                    <a:pt x="15510" y="23887"/>
                  </a:lnTo>
                  <a:lnTo>
                    <a:pt x="15510" y="24018"/>
                  </a:lnTo>
                  <a:lnTo>
                    <a:pt x="14660" y="24214"/>
                  </a:lnTo>
                  <a:lnTo>
                    <a:pt x="13809" y="24345"/>
                  </a:lnTo>
                  <a:lnTo>
                    <a:pt x="12958" y="24411"/>
                  </a:lnTo>
                  <a:lnTo>
                    <a:pt x="12107" y="24476"/>
                  </a:lnTo>
                  <a:lnTo>
                    <a:pt x="11257" y="24476"/>
                  </a:lnTo>
                  <a:lnTo>
                    <a:pt x="10471" y="24411"/>
                  </a:lnTo>
                  <a:lnTo>
                    <a:pt x="9620" y="24280"/>
                  </a:lnTo>
                  <a:lnTo>
                    <a:pt x="8835" y="24083"/>
                  </a:lnTo>
                  <a:lnTo>
                    <a:pt x="8050" y="23887"/>
                  </a:lnTo>
                  <a:lnTo>
                    <a:pt x="7264" y="23560"/>
                  </a:lnTo>
                  <a:lnTo>
                    <a:pt x="6479" y="23233"/>
                  </a:lnTo>
                  <a:lnTo>
                    <a:pt x="5759" y="22840"/>
                  </a:lnTo>
                  <a:lnTo>
                    <a:pt x="5039" y="22382"/>
                  </a:lnTo>
                  <a:lnTo>
                    <a:pt x="4385" y="21793"/>
                  </a:lnTo>
                  <a:lnTo>
                    <a:pt x="3796" y="21204"/>
                  </a:lnTo>
                  <a:lnTo>
                    <a:pt x="3142" y="20549"/>
                  </a:lnTo>
                  <a:lnTo>
                    <a:pt x="2618" y="19829"/>
                  </a:lnTo>
                  <a:lnTo>
                    <a:pt x="2094" y="19044"/>
                  </a:lnTo>
                  <a:lnTo>
                    <a:pt x="1636" y="18193"/>
                  </a:lnTo>
                  <a:lnTo>
                    <a:pt x="1309" y="17343"/>
                  </a:lnTo>
                  <a:lnTo>
                    <a:pt x="1047" y="16426"/>
                  </a:lnTo>
                  <a:lnTo>
                    <a:pt x="786" y="15510"/>
                  </a:lnTo>
                  <a:lnTo>
                    <a:pt x="655" y="14594"/>
                  </a:lnTo>
                  <a:lnTo>
                    <a:pt x="589" y="13678"/>
                  </a:lnTo>
                  <a:lnTo>
                    <a:pt x="524" y="12762"/>
                  </a:lnTo>
                  <a:lnTo>
                    <a:pt x="589" y="11780"/>
                  </a:lnTo>
                  <a:lnTo>
                    <a:pt x="720" y="10864"/>
                  </a:lnTo>
                  <a:lnTo>
                    <a:pt x="916" y="9948"/>
                  </a:lnTo>
                  <a:lnTo>
                    <a:pt x="1178" y="9097"/>
                  </a:lnTo>
                  <a:lnTo>
                    <a:pt x="1505" y="8181"/>
                  </a:lnTo>
                  <a:lnTo>
                    <a:pt x="1964" y="7330"/>
                  </a:lnTo>
                  <a:lnTo>
                    <a:pt x="2422" y="6544"/>
                  </a:lnTo>
                  <a:lnTo>
                    <a:pt x="2945" y="5759"/>
                  </a:lnTo>
                  <a:lnTo>
                    <a:pt x="3534" y="5039"/>
                  </a:lnTo>
                  <a:lnTo>
                    <a:pt x="4189" y="4385"/>
                  </a:lnTo>
                  <a:lnTo>
                    <a:pt x="4843" y="3796"/>
                  </a:lnTo>
                  <a:lnTo>
                    <a:pt x="5563" y="3207"/>
                  </a:lnTo>
                  <a:lnTo>
                    <a:pt x="6348" y="2683"/>
                  </a:lnTo>
                  <a:lnTo>
                    <a:pt x="7134" y="2225"/>
                  </a:lnTo>
                  <a:lnTo>
                    <a:pt x="7984" y="1767"/>
                  </a:lnTo>
                  <a:lnTo>
                    <a:pt x="8835" y="1440"/>
                  </a:lnTo>
                  <a:lnTo>
                    <a:pt x="9686" y="1178"/>
                  </a:lnTo>
                  <a:lnTo>
                    <a:pt x="10602" y="916"/>
                  </a:lnTo>
                  <a:lnTo>
                    <a:pt x="11518" y="720"/>
                  </a:lnTo>
                  <a:lnTo>
                    <a:pt x="12435" y="655"/>
                  </a:lnTo>
                  <a:lnTo>
                    <a:pt x="13351" y="589"/>
                  </a:lnTo>
                  <a:close/>
                  <a:moveTo>
                    <a:pt x="13678" y="0"/>
                  </a:moveTo>
                  <a:lnTo>
                    <a:pt x="12696" y="66"/>
                  </a:lnTo>
                  <a:lnTo>
                    <a:pt x="11715" y="131"/>
                  </a:lnTo>
                  <a:lnTo>
                    <a:pt x="10733" y="327"/>
                  </a:lnTo>
                  <a:lnTo>
                    <a:pt x="9751" y="524"/>
                  </a:lnTo>
                  <a:lnTo>
                    <a:pt x="8835" y="851"/>
                  </a:lnTo>
                  <a:lnTo>
                    <a:pt x="7919" y="1178"/>
                  </a:lnTo>
                  <a:lnTo>
                    <a:pt x="7068" y="1636"/>
                  </a:lnTo>
                  <a:lnTo>
                    <a:pt x="6152" y="2094"/>
                  </a:lnTo>
                  <a:lnTo>
                    <a:pt x="5367" y="2683"/>
                  </a:lnTo>
                  <a:lnTo>
                    <a:pt x="4581" y="3272"/>
                  </a:lnTo>
                  <a:lnTo>
                    <a:pt x="3861" y="3927"/>
                  </a:lnTo>
                  <a:lnTo>
                    <a:pt x="3142" y="4647"/>
                  </a:lnTo>
                  <a:lnTo>
                    <a:pt x="2487" y="5432"/>
                  </a:lnTo>
                  <a:lnTo>
                    <a:pt x="1964" y="6217"/>
                  </a:lnTo>
                  <a:lnTo>
                    <a:pt x="1505" y="7068"/>
                  </a:lnTo>
                  <a:lnTo>
                    <a:pt x="1047" y="7919"/>
                  </a:lnTo>
                  <a:lnTo>
                    <a:pt x="720" y="8835"/>
                  </a:lnTo>
                  <a:lnTo>
                    <a:pt x="458" y="9751"/>
                  </a:lnTo>
                  <a:lnTo>
                    <a:pt x="197" y="10667"/>
                  </a:lnTo>
                  <a:lnTo>
                    <a:pt x="66" y="11649"/>
                  </a:lnTo>
                  <a:lnTo>
                    <a:pt x="0" y="12631"/>
                  </a:lnTo>
                  <a:lnTo>
                    <a:pt x="0" y="13547"/>
                  </a:lnTo>
                  <a:lnTo>
                    <a:pt x="66" y="14529"/>
                  </a:lnTo>
                  <a:lnTo>
                    <a:pt x="197" y="15510"/>
                  </a:lnTo>
                  <a:lnTo>
                    <a:pt x="458" y="16426"/>
                  </a:lnTo>
                  <a:lnTo>
                    <a:pt x="720" y="17343"/>
                  </a:lnTo>
                  <a:lnTo>
                    <a:pt x="1113" y="18259"/>
                  </a:lnTo>
                  <a:lnTo>
                    <a:pt x="1505" y="19110"/>
                  </a:lnTo>
                  <a:lnTo>
                    <a:pt x="2029" y="19960"/>
                  </a:lnTo>
                  <a:lnTo>
                    <a:pt x="2683" y="20811"/>
                  </a:lnTo>
                  <a:lnTo>
                    <a:pt x="3338" y="21531"/>
                  </a:lnTo>
                  <a:lnTo>
                    <a:pt x="4123" y="22251"/>
                  </a:lnTo>
                  <a:lnTo>
                    <a:pt x="4909" y="22905"/>
                  </a:lnTo>
                  <a:lnTo>
                    <a:pt x="5825" y="23429"/>
                  </a:lnTo>
                  <a:lnTo>
                    <a:pt x="6741" y="23952"/>
                  </a:lnTo>
                  <a:lnTo>
                    <a:pt x="7657" y="24345"/>
                  </a:lnTo>
                  <a:lnTo>
                    <a:pt x="8639" y="24738"/>
                  </a:lnTo>
                  <a:lnTo>
                    <a:pt x="9686" y="24934"/>
                  </a:lnTo>
                  <a:lnTo>
                    <a:pt x="10668" y="25130"/>
                  </a:lnTo>
                  <a:lnTo>
                    <a:pt x="11715" y="25196"/>
                  </a:lnTo>
                  <a:lnTo>
                    <a:pt x="12696" y="25130"/>
                  </a:lnTo>
                  <a:lnTo>
                    <a:pt x="13743" y="25000"/>
                  </a:lnTo>
                  <a:lnTo>
                    <a:pt x="14725" y="24738"/>
                  </a:lnTo>
                  <a:lnTo>
                    <a:pt x="15641" y="24345"/>
                  </a:lnTo>
                  <a:lnTo>
                    <a:pt x="16099" y="25196"/>
                  </a:lnTo>
                  <a:lnTo>
                    <a:pt x="16623" y="25981"/>
                  </a:lnTo>
                  <a:lnTo>
                    <a:pt x="17146" y="26766"/>
                  </a:lnTo>
                  <a:lnTo>
                    <a:pt x="17735" y="27552"/>
                  </a:lnTo>
                  <a:lnTo>
                    <a:pt x="18979" y="29057"/>
                  </a:lnTo>
                  <a:lnTo>
                    <a:pt x="20353" y="30431"/>
                  </a:lnTo>
                  <a:lnTo>
                    <a:pt x="20484" y="30497"/>
                  </a:lnTo>
                  <a:lnTo>
                    <a:pt x="20680" y="30497"/>
                  </a:lnTo>
                  <a:lnTo>
                    <a:pt x="20811" y="30366"/>
                  </a:lnTo>
                  <a:lnTo>
                    <a:pt x="20877" y="30235"/>
                  </a:lnTo>
                  <a:lnTo>
                    <a:pt x="21008" y="28599"/>
                  </a:lnTo>
                  <a:lnTo>
                    <a:pt x="21008" y="27028"/>
                  </a:lnTo>
                  <a:lnTo>
                    <a:pt x="20877" y="25458"/>
                  </a:lnTo>
                  <a:lnTo>
                    <a:pt x="20615" y="23887"/>
                  </a:lnTo>
                  <a:lnTo>
                    <a:pt x="21597" y="23625"/>
                  </a:lnTo>
                  <a:lnTo>
                    <a:pt x="22513" y="23298"/>
                  </a:lnTo>
                  <a:lnTo>
                    <a:pt x="23364" y="22840"/>
                  </a:lnTo>
                  <a:lnTo>
                    <a:pt x="24149" y="22316"/>
                  </a:lnTo>
                  <a:lnTo>
                    <a:pt x="24869" y="21727"/>
                  </a:lnTo>
                  <a:lnTo>
                    <a:pt x="25523" y="21073"/>
                  </a:lnTo>
                  <a:lnTo>
                    <a:pt x="26047" y="20353"/>
                  </a:lnTo>
                  <a:lnTo>
                    <a:pt x="26570" y="19568"/>
                  </a:lnTo>
                  <a:lnTo>
                    <a:pt x="27028" y="18717"/>
                  </a:lnTo>
                  <a:lnTo>
                    <a:pt x="27356" y="17866"/>
                  </a:lnTo>
                  <a:lnTo>
                    <a:pt x="27683" y="16950"/>
                  </a:lnTo>
                  <a:lnTo>
                    <a:pt x="27879" y="16034"/>
                  </a:lnTo>
                  <a:lnTo>
                    <a:pt x="28010" y="15118"/>
                  </a:lnTo>
                  <a:lnTo>
                    <a:pt x="28075" y="14136"/>
                  </a:lnTo>
                  <a:lnTo>
                    <a:pt x="28075" y="13154"/>
                  </a:lnTo>
                  <a:lnTo>
                    <a:pt x="27945" y="12238"/>
                  </a:lnTo>
                  <a:lnTo>
                    <a:pt x="27748" y="11191"/>
                  </a:lnTo>
                  <a:lnTo>
                    <a:pt x="27486" y="10209"/>
                  </a:lnTo>
                  <a:lnTo>
                    <a:pt x="27094" y="9293"/>
                  </a:lnTo>
                  <a:lnTo>
                    <a:pt x="26701" y="8311"/>
                  </a:lnTo>
                  <a:lnTo>
                    <a:pt x="26178" y="7461"/>
                  </a:lnTo>
                  <a:lnTo>
                    <a:pt x="25654" y="6610"/>
                  </a:lnTo>
                  <a:lnTo>
                    <a:pt x="25065" y="5759"/>
                  </a:lnTo>
                  <a:lnTo>
                    <a:pt x="24411" y="4974"/>
                  </a:lnTo>
                  <a:lnTo>
                    <a:pt x="23691" y="4254"/>
                  </a:lnTo>
                  <a:lnTo>
                    <a:pt x="22905" y="3599"/>
                  </a:lnTo>
                  <a:lnTo>
                    <a:pt x="22120" y="2945"/>
                  </a:lnTo>
                  <a:lnTo>
                    <a:pt x="21269" y="2356"/>
                  </a:lnTo>
                  <a:lnTo>
                    <a:pt x="20419" y="1833"/>
                  </a:lnTo>
                  <a:lnTo>
                    <a:pt x="19502" y="1374"/>
                  </a:lnTo>
                  <a:lnTo>
                    <a:pt x="18586" y="982"/>
                  </a:lnTo>
                  <a:lnTo>
                    <a:pt x="17605" y="655"/>
                  </a:lnTo>
                  <a:lnTo>
                    <a:pt x="16623" y="393"/>
                  </a:lnTo>
                  <a:lnTo>
                    <a:pt x="15641" y="196"/>
                  </a:lnTo>
                  <a:lnTo>
                    <a:pt x="14660" y="66"/>
                  </a:lnTo>
                  <a:lnTo>
                    <a:pt x="136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41"/>
            <p:cNvSpPr/>
            <p:nvPr/>
          </p:nvSpPr>
          <p:spPr>
            <a:xfrm rot="222556">
              <a:off x="6760053" y="3212529"/>
              <a:ext cx="1960528" cy="1457654"/>
            </a:xfrm>
            <a:custGeom>
              <a:rect b="b" l="l" r="r" t="t"/>
              <a:pathLst>
                <a:path extrusionOk="0" h="29995" w="56308">
                  <a:moveTo>
                    <a:pt x="25997" y="0"/>
                  </a:moveTo>
                  <a:cubicBezTo>
                    <a:pt x="25091" y="0"/>
                    <a:pt x="24186" y="26"/>
                    <a:pt x="23284" y="84"/>
                  </a:cubicBezTo>
                  <a:cubicBezTo>
                    <a:pt x="20982" y="251"/>
                    <a:pt x="18647" y="251"/>
                    <a:pt x="16312" y="351"/>
                  </a:cubicBezTo>
                  <a:cubicBezTo>
                    <a:pt x="14845" y="418"/>
                    <a:pt x="13377" y="618"/>
                    <a:pt x="11909" y="785"/>
                  </a:cubicBezTo>
                  <a:cubicBezTo>
                    <a:pt x="10869" y="904"/>
                    <a:pt x="9855" y="1234"/>
                    <a:pt x="8798" y="1234"/>
                  </a:cubicBezTo>
                  <a:cubicBezTo>
                    <a:pt x="8668" y="1234"/>
                    <a:pt x="8538" y="1229"/>
                    <a:pt x="8407" y="1218"/>
                  </a:cubicBezTo>
                  <a:cubicBezTo>
                    <a:pt x="8240" y="1198"/>
                    <a:pt x="8075" y="1188"/>
                    <a:pt x="7911" y="1188"/>
                  </a:cubicBezTo>
                  <a:cubicBezTo>
                    <a:pt x="6763" y="1188"/>
                    <a:pt x="5680" y="1648"/>
                    <a:pt x="4571" y="1852"/>
                  </a:cubicBezTo>
                  <a:cubicBezTo>
                    <a:pt x="3436" y="2019"/>
                    <a:pt x="2536" y="2519"/>
                    <a:pt x="1735" y="3420"/>
                  </a:cubicBezTo>
                  <a:cubicBezTo>
                    <a:pt x="1101" y="4120"/>
                    <a:pt x="701" y="4854"/>
                    <a:pt x="668" y="5688"/>
                  </a:cubicBezTo>
                  <a:cubicBezTo>
                    <a:pt x="601" y="7856"/>
                    <a:pt x="268" y="9991"/>
                    <a:pt x="268" y="12160"/>
                  </a:cubicBezTo>
                  <a:cubicBezTo>
                    <a:pt x="268" y="12360"/>
                    <a:pt x="268" y="12560"/>
                    <a:pt x="234" y="12760"/>
                  </a:cubicBezTo>
                  <a:cubicBezTo>
                    <a:pt x="1" y="14795"/>
                    <a:pt x="101" y="16830"/>
                    <a:pt x="167" y="18864"/>
                  </a:cubicBezTo>
                  <a:cubicBezTo>
                    <a:pt x="234" y="20599"/>
                    <a:pt x="501" y="22267"/>
                    <a:pt x="634" y="24001"/>
                  </a:cubicBezTo>
                  <a:cubicBezTo>
                    <a:pt x="801" y="25703"/>
                    <a:pt x="1368" y="27270"/>
                    <a:pt x="2336" y="28671"/>
                  </a:cubicBezTo>
                  <a:cubicBezTo>
                    <a:pt x="2803" y="29405"/>
                    <a:pt x="3436" y="29906"/>
                    <a:pt x="4337" y="29972"/>
                  </a:cubicBezTo>
                  <a:cubicBezTo>
                    <a:pt x="4600" y="29986"/>
                    <a:pt x="4856" y="29994"/>
                    <a:pt x="5112" y="29994"/>
                  </a:cubicBezTo>
                  <a:cubicBezTo>
                    <a:pt x="5474" y="29994"/>
                    <a:pt x="5834" y="29978"/>
                    <a:pt x="6205" y="29939"/>
                  </a:cubicBezTo>
                  <a:cubicBezTo>
                    <a:pt x="7006" y="29839"/>
                    <a:pt x="7840" y="29672"/>
                    <a:pt x="8640" y="29672"/>
                  </a:cubicBezTo>
                  <a:cubicBezTo>
                    <a:pt x="10542" y="29672"/>
                    <a:pt x="12410" y="29439"/>
                    <a:pt x="14311" y="29372"/>
                  </a:cubicBezTo>
                  <a:cubicBezTo>
                    <a:pt x="16246" y="29305"/>
                    <a:pt x="18180" y="29105"/>
                    <a:pt x="20148" y="29105"/>
                  </a:cubicBezTo>
                  <a:cubicBezTo>
                    <a:pt x="21383" y="29105"/>
                    <a:pt x="22617" y="28938"/>
                    <a:pt x="23851" y="28872"/>
                  </a:cubicBezTo>
                  <a:cubicBezTo>
                    <a:pt x="25953" y="28771"/>
                    <a:pt x="28021" y="28638"/>
                    <a:pt x="30122" y="28571"/>
                  </a:cubicBezTo>
                  <a:cubicBezTo>
                    <a:pt x="30483" y="28565"/>
                    <a:pt x="30843" y="28563"/>
                    <a:pt x="31203" y="28563"/>
                  </a:cubicBezTo>
                  <a:cubicBezTo>
                    <a:pt x="32878" y="28563"/>
                    <a:pt x="34552" y="28622"/>
                    <a:pt x="36227" y="28705"/>
                  </a:cubicBezTo>
                  <a:cubicBezTo>
                    <a:pt x="36740" y="28740"/>
                    <a:pt x="37250" y="28754"/>
                    <a:pt x="37760" y="28754"/>
                  </a:cubicBezTo>
                  <a:cubicBezTo>
                    <a:pt x="39172" y="28754"/>
                    <a:pt x="40576" y="28645"/>
                    <a:pt x="41997" y="28571"/>
                  </a:cubicBezTo>
                  <a:cubicBezTo>
                    <a:pt x="42303" y="28560"/>
                    <a:pt x="42608" y="28555"/>
                    <a:pt x="42913" y="28555"/>
                  </a:cubicBezTo>
                  <a:cubicBezTo>
                    <a:pt x="44071" y="28555"/>
                    <a:pt x="45228" y="28621"/>
                    <a:pt x="46385" y="28621"/>
                  </a:cubicBezTo>
                  <a:cubicBezTo>
                    <a:pt x="46691" y="28621"/>
                    <a:pt x="46996" y="28616"/>
                    <a:pt x="47301" y="28605"/>
                  </a:cubicBezTo>
                  <a:cubicBezTo>
                    <a:pt x="49102" y="28538"/>
                    <a:pt x="50837" y="28138"/>
                    <a:pt x="52572" y="27571"/>
                  </a:cubicBezTo>
                  <a:cubicBezTo>
                    <a:pt x="53439" y="27304"/>
                    <a:pt x="54006" y="26703"/>
                    <a:pt x="54440" y="25936"/>
                  </a:cubicBezTo>
                  <a:cubicBezTo>
                    <a:pt x="55540" y="24068"/>
                    <a:pt x="55507" y="22033"/>
                    <a:pt x="55474" y="19999"/>
                  </a:cubicBezTo>
                  <a:cubicBezTo>
                    <a:pt x="55474" y="19832"/>
                    <a:pt x="55374" y="19665"/>
                    <a:pt x="55374" y="19465"/>
                  </a:cubicBezTo>
                  <a:cubicBezTo>
                    <a:pt x="55540" y="17964"/>
                    <a:pt x="55607" y="16429"/>
                    <a:pt x="55740" y="14895"/>
                  </a:cubicBezTo>
                  <a:cubicBezTo>
                    <a:pt x="55974" y="12860"/>
                    <a:pt x="56207" y="10859"/>
                    <a:pt x="56074" y="8824"/>
                  </a:cubicBezTo>
                  <a:cubicBezTo>
                    <a:pt x="56074" y="8590"/>
                    <a:pt x="56074" y="8323"/>
                    <a:pt x="56107" y="8090"/>
                  </a:cubicBezTo>
                  <a:cubicBezTo>
                    <a:pt x="56308" y="6789"/>
                    <a:pt x="56207" y="5455"/>
                    <a:pt x="55907" y="4154"/>
                  </a:cubicBezTo>
                  <a:cubicBezTo>
                    <a:pt x="55774" y="3453"/>
                    <a:pt x="55407" y="2920"/>
                    <a:pt x="54873" y="2453"/>
                  </a:cubicBezTo>
                  <a:cubicBezTo>
                    <a:pt x="54573" y="2186"/>
                    <a:pt x="54239" y="1886"/>
                    <a:pt x="53872" y="1719"/>
                  </a:cubicBezTo>
                  <a:cubicBezTo>
                    <a:pt x="53205" y="1419"/>
                    <a:pt x="52605" y="918"/>
                    <a:pt x="51804" y="885"/>
                  </a:cubicBezTo>
                  <a:cubicBezTo>
                    <a:pt x="49269" y="751"/>
                    <a:pt x="46767" y="585"/>
                    <a:pt x="44266" y="518"/>
                  </a:cubicBezTo>
                  <a:cubicBezTo>
                    <a:pt x="39829" y="418"/>
                    <a:pt x="35426" y="551"/>
                    <a:pt x="30989" y="218"/>
                  </a:cubicBezTo>
                  <a:cubicBezTo>
                    <a:pt x="29344" y="88"/>
                    <a:pt x="27671" y="0"/>
                    <a:pt x="25997" y="0"/>
                  </a:cubicBezTo>
                  <a:close/>
                </a:path>
              </a:pathLst>
            </a:custGeom>
            <a:solidFill>
              <a:srgbClr val="D2ADF2">
                <a:alpha val="31760"/>
              </a:srgbClr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29" name="Google Shape;1629;p41"/>
          <p:cNvSpPr txBox="1"/>
          <p:nvPr/>
        </p:nvSpPr>
        <p:spPr>
          <a:xfrm>
            <a:off x="6886075" y="3784625"/>
            <a:ext cx="1708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the biggest planet in the Solar System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0" name="Google Shape;1630;p41"/>
          <p:cNvSpPr txBox="1"/>
          <p:nvPr/>
        </p:nvSpPr>
        <p:spPr>
          <a:xfrm>
            <a:off x="7151425" y="3520950"/>
            <a:ext cx="1177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Jupiter</a:t>
            </a:r>
            <a:endParaRPr b="1" sz="1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31" name="Google Shape;1631;p41"/>
          <p:cNvSpPr txBox="1"/>
          <p:nvPr/>
        </p:nvSpPr>
        <p:spPr>
          <a:xfrm>
            <a:off x="4790588" y="3212413"/>
            <a:ext cx="1708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2" name="Google Shape;1632;p41"/>
          <p:cNvSpPr txBox="1"/>
          <p:nvPr/>
        </p:nvSpPr>
        <p:spPr>
          <a:xfrm>
            <a:off x="5055913" y="2948738"/>
            <a:ext cx="1177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Venus</a:t>
            </a:r>
            <a:endParaRPr b="1" sz="1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633" name="Google Shape;1633;p41"/>
          <p:cNvGrpSpPr/>
          <p:nvPr/>
        </p:nvGrpSpPr>
        <p:grpSpPr>
          <a:xfrm>
            <a:off x="4946071" y="1179608"/>
            <a:ext cx="1426938" cy="1535538"/>
            <a:chOff x="4946071" y="1179608"/>
            <a:chExt cx="1426938" cy="1535538"/>
          </a:xfrm>
        </p:grpSpPr>
        <p:grpSp>
          <p:nvGrpSpPr>
            <p:cNvPr id="1634" name="Google Shape;1634;p41"/>
            <p:cNvGrpSpPr/>
            <p:nvPr/>
          </p:nvGrpSpPr>
          <p:grpSpPr>
            <a:xfrm>
              <a:off x="5382626" y="1546861"/>
              <a:ext cx="553799" cy="553828"/>
              <a:chOff x="-24338900" y="2710600"/>
              <a:chExt cx="295375" cy="295375"/>
            </a:xfrm>
          </p:grpSpPr>
          <p:sp>
            <p:nvSpPr>
              <p:cNvPr id="1635" name="Google Shape;1635;p41"/>
              <p:cNvSpPr/>
              <p:nvPr/>
            </p:nvSpPr>
            <p:spPr>
              <a:xfrm>
                <a:off x="-24250700" y="2816925"/>
                <a:ext cx="123675" cy="103200"/>
              </a:xfrm>
              <a:custGeom>
                <a:rect b="b" l="l" r="r" t="t"/>
                <a:pathLst>
                  <a:path extrusionOk="0" h="4128" w="4947">
                    <a:moveTo>
                      <a:pt x="3403" y="662"/>
                    </a:moveTo>
                    <a:cubicBezTo>
                      <a:pt x="3813" y="662"/>
                      <a:pt x="4128" y="977"/>
                      <a:pt x="4128" y="1387"/>
                    </a:cubicBezTo>
                    <a:cubicBezTo>
                      <a:pt x="4128" y="1922"/>
                      <a:pt x="3561" y="2363"/>
                      <a:pt x="2710" y="3025"/>
                    </a:cubicBezTo>
                    <a:cubicBezTo>
                      <a:pt x="2584" y="3119"/>
                      <a:pt x="2490" y="3182"/>
                      <a:pt x="2395" y="3309"/>
                    </a:cubicBezTo>
                    <a:cubicBezTo>
                      <a:pt x="2269" y="3214"/>
                      <a:pt x="2143" y="3151"/>
                      <a:pt x="2080" y="3025"/>
                    </a:cubicBezTo>
                    <a:cubicBezTo>
                      <a:pt x="1198" y="2363"/>
                      <a:pt x="662" y="1891"/>
                      <a:pt x="662" y="1387"/>
                    </a:cubicBezTo>
                    <a:cubicBezTo>
                      <a:pt x="662" y="946"/>
                      <a:pt x="977" y="662"/>
                      <a:pt x="1355" y="662"/>
                    </a:cubicBezTo>
                    <a:cubicBezTo>
                      <a:pt x="1860" y="662"/>
                      <a:pt x="2080" y="1229"/>
                      <a:pt x="2080" y="1261"/>
                    </a:cubicBezTo>
                    <a:cubicBezTo>
                      <a:pt x="2112" y="1418"/>
                      <a:pt x="2238" y="1481"/>
                      <a:pt x="2395" y="1481"/>
                    </a:cubicBezTo>
                    <a:cubicBezTo>
                      <a:pt x="2553" y="1481"/>
                      <a:pt x="2647" y="1355"/>
                      <a:pt x="2710" y="1261"/>
                    </a:cubicBezTo>
                    <a:cubicBezTo>
                      <a:pt x="2710" y="1229"/>
                      <a:pt x="2899" y="662"/>
                      <a:pt x="3403" y="662"/>
                    </a:cubicBezTo>
                    <a:close/>
                    <a:moveTo>
                      <a:pt x="1355" y="1"/>
                    </a:moveTo>
                    <a:cubicBezTo>
                      <a:pt x="568" y="1"/>
                      <a:pt x="1" y="631"/>
                      <a:pt x="1" y="1418"/>
                    </a:cubicBezTo>
                    <a:cubicBezTo>
                      <a:pt x="1" y="2269"/>
                      <a:pt x="694" y="2836"/>
                      <a:pt x="1671" y="3624"/>
                    </a:cubicBezTo>
                    <a:cubicBezTo>
                      <a:pt x="1828" y="3750"/>
                      <a:pt x="2049" y="3907"/>
                      <a:pt x="2238" y="4065"/>
                    </a:cubicBezTo>
                    <a:cubicBezTo>
                      <a:pt x="2301" y="4096"/>
                      <a:pt x="2395" y="4128"/>
                      <a:pt x="2458" y="4128"/>
                    </a:cubicBezTo>
                    <a:cubicBezTo>
                      <a:pt x="2553" y="4128"/>
                      <a:pt x="2616" y="4096"/>
                      <a:pt x="2710" y="4065"/>
                    </a:cubicBezTo>
                    <a:cubicBezTo>
                      <a:pt x="2899" y="3907"/>
                      <a:pt x="3057" y="3718"/>
                      <a:pt x="3246" y="3624"/>
                    </a:cubicBezTo>
                    <a:cubicBezTo>
                      <a:pt x="4254" y="2836"/>
                      <a:pt x="4947" y="2269"/>
                      <a:pt x="4947" y="1418"/>
                    </a:cubicBezTo>
                    <a:cubicBezTo>
                      <a:pt x="4821" y="599"/>
                      <a:pt x="4191" y="1"/>
                      <a:pt x="3403" y="1"/>
                    </a:cubicBezTo>
                    <a:cubicBezTo>
                      <a:pt x="3025" y="1"/>
                      <a:pt x="2616" y="158"/>
                      <a:pt x="2395" y="505"/>
                    </a:cubicBezTo>
                    <a:cubicBezTo>
                      <a:pt x="2112" y="190"/>
                      <a:pt x="1765" y="1"/>
                      <a:pt x="135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41"/>
              <p:cNvSpPr/>
              <p:nvPr/>
            </p:nvSpPr>
            <p:spPr>
              <a:xfrm>
                <a:off x="-24338900" y="2710600"/>
                <a:ext cx="295375" cy="295375"/>
              </a:xfrm>
              <a:custGeom>
                <a:rect b="b" l="l" r="r" t="t"/>
                <a:pathLst>
                  <a:path extrusionOk="0" h="11815" w="11815">
                    <a:moveTo>
                      <a:pt x="7341" y="725"/>
                    </a:moveTo>
                    <a:cubicBezTo>
                      <a:pt x="7530" y="725"/>
                      <a:pt x="7687" y="882"/>
                      <a:pt x="7687" y="1103"/>
                    </a:cubicBezTo>
                    <a:lnTo>
                      <a:pt x="7687" y="3844"/>
                    </a:lnTo>
                    <a:cubicBezTo>
                      <a:pt x="7687" y="4033"/>
                      <a:pt x="7845" y="4222"/>
                      <a:pt x="8034" y="4222"/>
                    </a:cubicBezTo>
                    <a:lnTo>
                      <a:pt x="10806" y="4222"/>
                    </a:lnTo>
                    <a:cubicBezTo>
                      <a:pt x="10995" y="4222"/>
                      <a:pt x="11153" y="4380"/>
                      <a:pt x="11153" y="4569"/>
                    </a:cubicBezTo>
                    <a:lnTo>
                      <a:pt x="11153" y="7309"/>
                    </a:lnTo>
                    <a:cubicBezTo>
                      <a:pt x="11153" y="7530"/>
                      <a:pt x="10995" y="7688"/>
                      <a:pt x="10806" y="7688"/>
                    </a:cubicBezTo>
                    <a:lnTo>
                      <a:pt x="8034" y="7688"/>
                    </a:lnTo>
                    <a:cubicBezTo>
                      <a:pt x="7845" y="7688"/>
                      <a:pt x="7687" y="7845"/>
                      <a:pt x="7687" y="8034"/>
                    </a:cubicBezTo>
                    <a:lnTo>
                      <a:pt x="7687" y="10775"/>
                    </a:lnTo>
                    <a:cubicBezTo>
                      <a:pt x="7687" y="10996"/>
                      <a:pt x="7530" y="11153"/>
                      <a:pt x="7341" y="11153"/>
                    </a:cubicBezTo>
                    <a:lnTo>
                      <a:pt x="4568" y="11153"/>
                    </a:lnTo>
                    <a:cubicBezTo>
                      <a:pt x="4379" y="11153"/>
                      <a:pt x="4222" y="10996"/>
                      <a:pt x="4222" y="10775"/>
                    </a:cubicBezTo>
                    <a:lnTo>
                      <a:pt x="4222" y="8034"/>
                    </a:lnTo>
                    <a:cubicBezTo>
                      <a:pt x="4222" y="7845"/>
                      <a:pt x="4064" y="7688"/>
                      <a:pt x="3875" y="7688"/>
                    </a:cubicBezTo>
                    <a:lnTo>
                      <a:pt x="1103" y="7688"/>
                    </a:lnTo>
                    <a:cubicBezTo>
                      <a:pt x="914" y="7688"/>
                      <a:pt x="756" y="7530"/>
                      <a:pt x="756" y="7309"/>
                    </a:cubicBezTo>
                    <a:lnTo>
                      <a:pt x="756" y="4569"/>
                    </a:lnTo>
                    <a:cubicBezTo>
                      <a:pt x="756" y="4380"/>
                      <a:pt x="914" y="4222"/>
                      <a:pt x="1103" y="4222"/>
                    </a:cubicBezTo>
                    <a:lnTo>
                      <a:pt x="3875" y="4222"/>
                    </a:lnTo>
                    <a:cubicBezTo>
                      <a:pt x="4064" y="4222"/>
                      <a:pt x="4222" y="4033"/>
                      <a:pt x="4222" y="3844"/>
                    </a:cubicBezTo>
                    <a:lnTo>
                      <a:pt x="4222" y="1103"/>
                    </a:lnTo>
                    <a:cubicBezTo>
                      <a:pt x="4222" y="882"/>
                      <a:pt x="4379" y="725"/>
                      <a:pt x="4568" y="725"/>
                    </a:cubicBezTo>
                    <a:close/>
                    <a:moveTo>
                      <a:pt x="4537" y="0"/>
                    </a:moveTo>
                    <a:cubicBezTo>
                      <a:pt x="3938" y="0"/>
                      <a:pt x="3466" y="473"/>
                      <a:pt x="3466" y="1072"/>
                    </a:cubicBezTo>
                    <a:lnTo>
                      <a:pt x="3466" y="3466"/>
                    </a:lnTo>
                    <a:lnTo>
                      <a:pt x="1071" y="3466"/>
                    </a:lnTo>
                    <a:cubicBezTo>
                      <a:pt x="473" y="3466"/>
                      <a:pt x="0" y="3938"/>
                      <a:pt x="0" y="4537"/>
                    </a:cubicBezTo>
                    <a:lnTo>
                      <a:pt x="0" y="7278"/>
                    </a:lnTo>
                    <a:cubicBezTo>
                      <a:pt x="0" y="7877"/>
                      <a:pt x="473" y="8349"/>
                      <a:pt x="1071" y="8349"/>
                    </a:cubicBezTo>
                    <a:lnTo>
                      <a:pt x="3466" y="8349"/>
                    </a:lnTo>
                    <a:lnTo>
                      <a:pt x="3466" y="10743"/>
                    </a:lnTo>
                    <a:cubicBezTo>
                      <a:pt x="3466" y="11342"/>
                      <a:pt x="3938" y="11815"/>
                      <a:pt x="4537" y="11815"/>
                    </a:cubicBezTo>
                    <a:lnTo>
                      <a:pt x="7309" y="11815"/>
                    </a:lnTo>
                    <a:cubicBezTo>
                      <a:pt x="7876" y="11815"/>
                      <a:pt x="8349" y="11342"/>
                      <a:pt x="8349" y="10743"/>
                    </a:cubicBezTo>
                    <a:lnTo>
                      <a:pt x="8349" y="8349"/>
                    </a:lnTo>
                    <a:lnTo>
                      <a:pt x="10743" y="8349"/>
                    </a:lnTo>
                    <a:cubicBezTo>
                      <a:pt x="11342" y="8349"/>
                      <a:pt x="11815" y="7877"/>
                      <a:pt x="11815" y="7278"/>
                    </a:cubicBezTo>
                    <a:lnTo>
                      <a:pt x="11815" y="4537"/>
                    </a:lnTo>
                    <a:cubicBezTo>
                      <a:pt x="11815" y="3938"/>
                      <a:pt x="11342" y="3466"/>
                      <a:pt x="10743" y="3466"/>
                    </a:cubicBezTo>
                    <a:lnTo>
                      <a:pt x="8349" y="3466"/>
                    </a:lnTo>
                    <a:lnTo>
                      <a:pt x="8349" y="1072"/>
                    </a:lnTo>
                    <a:cubicBezTo>
                      <a:pt x="8349" y="473"/>
                      <a:pt x="7876" y="0"/>
                      <a:pt x="730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37" name="Google Shape;1637;p41"/>
            <p:cNvSpPr/>
            <p:nvPr/>
          </p:nvSpPr>
          <p:spPr>
            <a:xfrm rot="205799">
              <a:off x="4988479" y="1218451"/>
              <a:ext cx="1342121" cy="1457852"/>
            </a:xfrm>
            <a:custGeom>
              <a:rect b="b" l="l" r="r" t="t"/>
              <a:pathLst>
                <a:path extrusionOk="0" h="30497" w="28076">
                  <a:moveTo>
                    <a:pt x="13351" y="589"/>
                  </a:moveTo>
                  <a:lnTo>
                    <a:pt x="14267" y="655"/>
                  </a:lnTo>
                  <a:lnTo>
                    <a:pt x="15183" y="720"/>
                  </a:lnTo>
                  <a:lnTo>
                    <a:pt x="16099" y="851"/>
                  </a:lnTo>
                  <a:lnTo>
                    <a:pt x="17016" y="1113"/>
                  </a:lnTo>
                  <a:lnTo>
                    <a:pt x="17932" y="1374"/>
                  </a:lnTo>
                  <a:lnTo>
                    <a:pt x="18783" y="1702"/>
                  </a:lnTo>
                  <a:lnTo>
                    <a:pt x="19633" y="2160"/>
                  </a:lnTo>
                  <a:lnTo>
                    <a:pt x="20484" y="2552"/>
                  </a:lnTo>
                  <a:lnTo>
                    <a:pt x="21269" y="3076"/>
                  </a:lnTo>
                  <a:lnTo>
                    <a:pt x="22055" y="3665"/>
                  </a:lnTo>
                  <a:lnTo>
                    <a:pt x="22775" y="4254"/>
                  </a:lnTo>
                  <a:lnTo>
                    <a:pt x="23429" y="4843"/>
                  </a:lnTo>
                  <a:lnTo>
                    <a:pt x="24083" y="5563"/>
                  </a:lnTo>
                  <a:lnTo>
                    <a:pt x="24672" y="6283"/>
                  </a:lnTo>
                  <a:lnTo>
                    <a:pt x="25196" y="7068"/>
                  </a:lnTo>
                  <a:lnTo>
                    <a:pt x="25719" y="7853"/>
                  </a:lnTo>
                  <a:lnTo>
                    <a:pt x="26178" y="8639"/>
                  </a:lnTo>
                  <a:lnTo>
                    <a:pt x="26570" y="9555"/>
                  </a:lnTo>
                  <a:lnTo>
                    <a:pt x="26897" y="10536"/>
                  </a:lnTo>
                  <a:lnTo>
                    <a:pt x="27159" y="11649"/>
                  </a:lnTo>
                  <a:lnTo>
                    <a:pt x="27356" y="12696"/>
                  </a:lnTo>
                  <a:lnTo>
                    <a:pt x="27421" y="13809"/>
                  </a:lnTo>
                  <a:lnTo>
                    <a:pt x="27356" y="14856"/>
                  </a:lnTo>
                  <a:lnTo>
                    <a:pt x="27225" y="15968"/>
                  </a:lnTo>
                  <a:lnTo>
                    <a:pt x="26963" y="16950"/>
                  </a:lnTo>
                  <a:lnTo>
                    <a:pt x="26636" y="17997"/>
                  </a:lnTo>
                  <a:lnTo>
                    <a:pt x="26243" y="18913"/>
                  </a:lnTo>
                  <a:lnTo>
                    <a:pt x="25719" y="19829"/>
                  </a:lnTo>
                  <a:lnTo>
                    <a:pt x="25065" y="20615"/>
                  </a:lnTo>
                  <a:lnTo>
                    <a:pt x="24345" y="21400"/>
                  </a:lnTo>
                  <a:lnTo>
                    <a:pt x="23494" y="21989"/>
                  </a:lnTo>
                  <a:lnTo>
                    <a:pt x="22578" y="22578"/>
                  </a:lnTo>
                  <a:lnTo>
                    <a:pt x="21531" y="22971"/>
                  </a:lnTo>
                  <a:lnTo>
                    <a:pt x="20419" y="23298"/>
                  </a:lnTo>
                  <a:lnTo>
                    <a:pt x="20222" y="23363"/>
                  </a:lnTo>
                  <a:lnTo>
                    <a:pt x="20157" y="23494"/>
                  </a:lnTo>
                  <a:lnTo>
                    <a:pt x="20026" y="23625"/>
                  </a:lnTo>
                  <a:lnTo>
                    <a:pt x="20026" y="23822"/>
                  </a:lnTo>
                  <a:lnTo>
                    <a:pt x="20288" y="25261"/>
                  </a:lnTo>
                  <a:lnTo>
                    <a:pt x="20353" y="26701"/>
                  </a:lnTo>
                  <a:lnTo>
                    <a:pt x="20419" y="28075"/>
                  </a:lnTo>
                  <a:lnTo>
                    <a:pt x="20288" y="29515"/>
                  </a:lnTo>
                  <a:lnTo>
                    <a:pt x="19175" y="28272"/>
                  </a:lnTo>
                  <a:lnTo>
                    <a:pt x="18063" y="26897"/>
                  </a:lnTo>
                  <a:lnTo>
                    <a:pt x="17016" y="25523"/>
                  </a:lnTo>
                  <a:lnTo>
                    <a:pt x="15968" y="24149"/>
                  </a:lnTo>
                  <a:lnTo>
                    <a:pt x="15968" y="24018"/>
                  </a:lnTo>
                  <a:lnTo>
                    <a:pt x="15838" y="23952"/>
                  </a:lnTo>
                  <a:lnTo>
                    <a:pt x="15772" y="23887"/>
                  </a:lnTo>
                  <a:lnTo>
                    <a:pt x="15707" y="23822"/>
                  </a:lnTo>
                  <a:lnTo>
                    <a:pt x="15576" y="23822"/>
                  </a:lnTo>
                  <a:lnTo>
                    <a:pt x="15510" y="23887"/>
                  </a:lnTo>
                  <a:lnTo>
                    <a:pt x="15510" y="24018"/>
                  </a:lnTo>
                  <a:lnTo>
                    <a:pt x="14660" y="24214"/>
                  </a:lnTo>
                  <a:lnTo>
                    <a:pt x="13809" y="24345"/>
                  </a:lnTo>
                  <a:lnTo>
                    <a:pt x="12958" y="24411"/>
                  </a:lnTo>
                  <a:lnTo>
                    <a:pt x="12107" y="24476"/>
                  </a:lnTo>
                  <a:lnTo>
                    <a:pt x="11257" y="24476"/>
                  </a:lnTo>
                  <a:lnTo>
                    <a:pt x="10471" y="24411"/>
                  </a:lnTo>
                  <a:lnTo>
                    <a:pt x="9620" y="24280"/>
                  </a:lnTo>
                  <a:lnTo>
                    <a:pt x="8835" y="24083"/>
                  </a:lnTo>
                  <a:lnTo>
                    <a:pt x="8050" y="23887"/>
                  </a:lnTo>
                  <a:lnTo>
                    <a:pt x="7264" y="23560"/>
                  </a:lnTo>
                  <a:lnTo>
                    <a:pt x="6479" y="23233"/>
                  </a:lnTo>
                  <a:lnTo>
                    <a:pt x="5759" y="22840"/>
                  </a:lnTo>
                  <a:lnTo>
                    <a:pt x="5039" y="22382"/>
                  </a:lnTo>
                  <a:lnTo>
                    <a:pt x="4385" y="21793"/>
                  </a:lnTo>
                  <a:lnTo>
                    <a:pt x="3796" y="21204"/>
                  </a:lnTo>
                  <a:lnTo>
                    <a:pt x="3142" y="20549"/>
                  </a:lnTo>
                  <a:lnTo>
                    <a:pt x="2618" y="19829"/>
                  </a:lnTo>
                  <a:lnTo>
                    <a:pt x="2094" y="19044"/>
                  </a:lnTo>
                  <a:lnTo>
                    <a:pt x="1636" y="18193"/>
                  </a:lnTo>
                  <a:lnTo>
                    <a:pt x="1309" y="17343"/>
                  </a:lnTo>
                  <a:lnTo>
                    <a:pt x="1047" y="16426"/>
                  </a:lnTo>
                  <a:lnTo>
                    <a:pt x="786" y="15510"/>
                  </a:lnTo>
                  <a:lnTo>
                    <a:pt x="655" y="14594"/>
                  </a:lnTo>
                  <a:lnTo>
                    <a:pt x="589" y="13678"/>
                  </a:lnTo>
                  <a:lnTo>
                    <a:pt x="524" y="12762"/>
                  </a:lnTo>
                  <a:lnTo>
                    <a:pt x="589" y="11780"/>
                  </a:lnTo>
                  <a:lnTo>
                    <a:pt x="720" y="10864"/>
                  </a:lnTo>
                  <a:lnTo>
                    <a:pt x="916" y="9948"/>
                  </a:lnTo>
                  <a:lnTo>
                    <a:pt x="1178" y="9097"/>
                  </a:lnTo>
                  <a:lnTo>
                    <a:pt x="1505" y="8181"/>
                  </a:lnTo>
                  <a:lnTo>
                    <a:pt x="1964" y="7330"/>
                  </a:lnTo>
                  <a:lnTo>
                    <a:pt x="2422" y="6544"/>
                  </a:lnTo>
                  <a:lnTo>
                    <a:pt x="2945" y="5759"/>
                  </a:lnTo>
                  <a:lnTo>
                    <a:pt x="3534" y="5039"/>
                  </a:lnTo>
                  <a:lnTo>
                    <a:pt x="4189" y="4385"/>
                  </a:lnTo>
                  <a:lnTo>
                    <a:pt x="4843" y="3796"/>
                  </a:lnTo>
                  <a:lnTo>
                    <a:pt x="5563" y="3207"/>
                  </a:lnTo>
                  <a:lnTo>
                    <a:pt x="6348" y="2683"/>
                  </a:lnTo>
                  <a:lnTo>
                    <a:pt x="7134" y="2225"/>
                  </a:lnTo>
                  <a:lnTo>
                    <a:pt x="7984" y="1767"/>
                  </a:lnTo>
                  <a:lnTo>
                    <a:pt x="8835" y="1440"/>
                  </a:lnTo>
                  <a:lnTo>
                    <a:pt x="9686" y="1178"/>
                  </a:lnTo>
                  <a:lnTo>
                    <a:pt x="10602" y="916"/>
                  </a:lnTo>
                  <a:lnTo>
                    <a:pt x="11518" y="720"/>
                  </a:lnTo>
                  <a:lnTo>
                    <a:pt x="12435" y="655"/>
                  </a:lnTo>
                  <a:lnTo>
                    <a:pt x="13351" y="589"/>
                  </a:lnTo>
                  <a:close/>
                  <a:moveTo>
                    <a:pt x="13678" y="0"/>
                  </a:moveTo>
                  <a:lnTo>
                    <a:pt x="12696" y="66"/>
                  </a:lnTo>
                  <a:lnTo>
                    <a:pt x="11715" y="131"/>
                  </a:lnTo>
                  <a:lnTo>
                    <a:pt x="10733" y="327"/>
                  </a:lnTo>
                  <a:lnTo>
                    <a:pt x="9751" y="524"/>
                  </a:lnTo>
                  <a:lnTo>
                    <a:pt x="8835" y="851"/>
                  </a:lnTo>
                  <a:lnTo>
                    <a:pt x="7919" y="1178"/>
                  </a:lnTo>
                  <a:lnTo>
                    <a:pt x="7068" y="1636"/>
                  </a:lnTo>
                  <a:lnTo>
                    <a:pt x="6152" y="2094"/>
                  </a:lnTo>
                  <a:lnTo>
                    <a:pt x="5367" y="2683"/>
                  </a:lnTo>
                  <a:lnTo>
                    <a:pt x="4581" y="3272"/>
                  </a:lnTo>
                  <a:lnTo>
                    <a:pt x="3861" y="3927"/>
                  </a:lnTo>
                  <a:lnTo>
                    <a:pt x="3142" y="4647"/>
                  </a:lnTo>
                  <a:lnTo>
                    <a:pt x="2487" y="5432"/>
                  </a:lnTo>
                  <a:lnTo>
                    <a:pt x="1964" y="6217"/>
                  </a:lnTo>
                  <a:lnTo>
                    <a:pt x="1505" y="7068"/>
                  </a:lnTo>
                  <a:lnTo>
                    <a:pt x="1047" y="7919"/>
                  </a:lnTo>
                  <a:lnTo>
                    <a:pt x="720" y="8835"/>
                  </a:lnTo>
                  <a:lnTo>
                    <a:pt x="458" y="9751"/>
                  </a:lnTo>
                  <a:lnTo>
                    <a:pt x="197" y="10667"/>
                  </a:lnTo>
                  <a:lnTo>
                    <a:pt x="66" y="11649"/>
                  </a:lnTo>
                  <a:lnTo>
                    <a:pt x="0" y="12631"/>
                  </a:lnTo>
                  <a:lnTo>
                    <a:pt x="0" y="13547"/>
                  </a:lnTo>
                  <a:lnTo>
                    <a:pt x="66" y="14529"/>
                  </a:lnTo>
                  <a:lnTo>
                    <a:pt x="197" y="15510"/>
                  </a:lnTo>
                  <a:lnTo>
                    <a:pt x="458" y="16426"/>
                  </a:lnTo>
                  <a:lnTo>
                    <a:pt x="720" y="17343"/>
                  </a:lnTo>
                  <a:lnTo>
                    <a:pt x="1113" y="18259"/>
                  </a:lnTo>
                  <a:lnTo>
                    <a:pt x="1505" y="19110"/>
                  </a:lnTo>
                  <a:lnTo>
                    <a:pt x="2029" y="19960"/>
                  </a:lnTo>
                  <a:lnTo>
                    <a:pt x="2683" y="20811"/>
                  </a:lnTo>
                  <a:lnTo>
                    <a:pt x="3338" y="21531"/>
                  </a:lnTo>
                  <a:lnTo>
                    <a:pt x="4123" y="22251"/>
                  </a:lnTo>
                  <a:lnTo>
                    <a:pt x="4909" y="22905"/>
                  </a:lnTo>
                  <a:lnTo>
                    <a:pt x="5825" y="23429"/>
                  </a:lnTo>
                  <a:lnTo>
                    <a:pt x="6741" y="23952"/>
                  </a:lnTo>
                  <a:lnTo>
                    <a:pt x="7657" y="24345"/>
                  </a:lnTo>
                  <a:lnTo>
                    <a:pt x="8639" y="24738"/>
                  </a:lnTo>
                  <a:lnTo>
                    <a:pt x="9686" y="24934"/>
                  </a:lnTo>
                  <a:lnTo>
                    <a:pt x="10668" y="25130"/>
                  </a:lnTo>
                  <a:lnTo>
                    <a:pt x="11715" y="25196"/>
                  </a:lnTo>
                  <a:lnTo>
                    <a:pt x="12696" y="25130"/>
                  </a:lnTo>
                  <a:lnTo>
                    <a:pt x="13743" y="25000"/>
                  </a:lnTo>
                  <a:lnTo>
                    <a:pt x="14725" y="24738"/>
                  </a:lnTo>
                  <a:lnTo>
                    <a:pt x="15641" y="24345"/>
                  </a:lnTo>
                  <a:lnTo>
                    <a:pt x="16099" y="25196"/>
                  </a:lnTo>
                  <a:lnTo>
                    <a:pt x="16623" y="25981"/>
                  </a:lnTo>
                  <a:lnTo>
                    <a:pt x="17146" y="26766"/>
                  </a:lnTo>
                  <a:lnTo>
                    <a:pt x="17735" y="27552"/>
                  </a:lnTo>
                  <a:lnTo>
                    <a:pt x="18979" y="29057"/>
                  </a:lnTo>
                  <a:lnTo>
                    <a:pt x="20353" y="30431"/>
                  </a:lnTo>
                  <a:lnTo>
                    <a:pt x="20484" y="30497"/>
                  </a:lnTo>
                  <a:lnTo>
                    <a:pt x="20680" y="30497"/>
                  </a:lnTo>
                  <a:lnTo>
                    <a:pt x="20811" y="30366"/>
                  </a:lnTo>
                  <a:lnTo>
                    <a:pt x="20877" y="30235"/>
                  </a:lnTo>
                  <a:lnTo>
                    <a:pt x="21008" y="28599"/>
                  </a:lnTo>
                  <a:lnTo>
                    <a:pt x="21008" y="27028"/>
                  </a:lnTo>
                  <a:lnTo>
                    <a:pt x="20877" y="25458"/>
                  </a:lnTo>
                  <a:lnTo>
                    <a:pt x="20615" y="23887"/>
                  </a:lnTo>
                  <a:lnTo>
                    <a:pt x="21597" y="23625"/>
                  </a:lnTo>
                  <a:lnTo>
                    <a:pt x="22513" y="23298"/>
                  </a:lnTo>
                  <a:lnTo>
                    <a:pt x="23364" y="22840"/>
                  </a:lnTo>
                  <a:lnTo>
                    <a:pt x="24149" y="22316"/>
                  </a:lnTo>
                  <a:lnTo>
                    <a:pt x="24869" y="21727"/>
                  </a:lnTo>
                  <a:lnTo>
                    <a:pt x="25523" y="21073"/>
                  </a:lnTo>
                  <a:lnTo>
                    <a:pt x="26047" y="20353"/>
                  </a:lnTo>
                  <a:lnTo>
                    <a:pt x="26570" y="19568"/>
                  </a:lnTo>
                  <a:lnTo>
                    <a:pt x="27028" y="18717"/>
                  </a:lnTo>
                  <a:lnTo>
                    <a:pt x="27356" y="17866"/>
                  </a:lnTo>
                  <a:lnTo>
                    <a:pt x="27683" y="16950"/>
                  </a:lnTo>
                  <a:lnTo>
                    <a:pt x="27879" y="16034"/>
                  </a:lnTo>
                  <a:lnTo>
                    <a:pt x="28010" y="15118"/>
                  </a:lnTo>
                  <a:lnTo>
                    <a:pt x="28075" y="14136"/>
                  </a:lnTo>
                  <a:lnTo>
                    <a:pt x="28075" y="13154"/>
                  </a:lnTo>
                  <a:lnTo>
                    <a:pt x="27945" y="12238"/>
                  </a:lnTo>
                  <a:lnTo>
                    <a:pt x="27748" y="11191"/>
                  </a:lnTo>
                  <a:lnTo>
                    <a:pt x="27486" y="10209"/>
                  </a:lnTo>
                  <a:lnTo>
                    <a:pt x="27094" y="9293"/>
                  </a:lnTo>
                  <a:lnTo>
                    <a:pt x="26701" y="8311"/>
                  </a:lnTo>
                  <a:lnTo>
                    <a:pt x="26178" y="7461"/>
                  </a:lnTo>
                  <a:lnTo>
                    <a:pt x="25654" y="6610"/>
                  </a:lnTo>
                  <a:lnTo>
                    <a:pt x="25065" y="5759"/>
                  </a:lnTo>
                  <a:lnTo>
                    <a:pt x="24411" y="4974"/>
                  </a:lnTo>
                  <a:lnTo>
                    <a:pt x="23691" y="4254"/>
                  </a:lnTo>
                  <a:lnTo>
                    <a:pt x="22905" y="3599"/>
                  </a:lnTo>
                  <a:lnTo>
                    <a:pt x="22120" y="2945"/>
                  </a:lnTo>
                  <a:lnTo>
                    <a:pt x="21269" y="2356"/>
                  </a:lnTo>
                  <a:lnTo>
                    <a:pt x="20419" y="1833"/>
                  </a:lnTo>
                  <a:lnTo>
                    <a:pt x="19502" y="1374"/>
                  </a:lnTo>
                  <a:lnTo>
                    <a:pt x="18586" y="982"/>
                  </a:lnTo>
                  <a:lnTo>
                    <a:pt x="17605" y="655"/>
                  </a:lnTo>
                  <a:lnTo>
                    <a:pt x="16623" y="393"/>
                  </a:lnTo>
                  <a:lnTo>
                    <a:pt x="15641" y="196"/>
                  </a:lnTo>
                  <a:lnTo>
                    <a:pt x="14660" y="66"/>
                  </a:lnTo>
                  <a:lnTo>
                    <a:pt x="136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42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Doodle Banner Infographics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643" name="Google Shape;1643;p42"/>
          <p:cNvGrpSpPr/>
          <p:nvPr/>
        </p:nvGrpSpPr>
        <p:grpSpPr>
          <a:xfrm>
            <a:off x="1016004" y="1273354"/>
            <a:ext cx="7112000" cy="3598899"/>
            <a:chOff x="1016004" y="1273354"/>
            <a:chExt cx="7112000" cy="3598899"/>
          </a:xfrm>
        </p:grpSpPr>
        <p:sp>
          <p:nvSpPr>
            <p:cNvPr id="1644" name="Google Shape;1644;p42"/>
            <p:cNvSpPr/>
            <p:nvPr/>
          </p:nvSpPr>
          <p:spPr>
            <a:xfrm>
              <a:off x="1623875" y="1401900"/>
              <a:ext cx="6504129" cy="676975"/>
            </a:xfrm>
            <a:custGeom>
              <a:rect b="b" l="l" r="r" t="t"/>
              <a:pathLst>
                <a:path extrusionOk="0" h="4133" w="14498">
                  <a:moveTo>
                    <a:pt x="14347" y="1017"/>
                  </a:moveTo>
                  <a:cubicBezTo>
                    <a:pt x="14314" y="767"/>
                    <a:pt x="14230" y="550"/>
                    <a:pt x="13931" y="517"/>
                  </a:cubicBezTo>
                  <a:cubicBezTo>
                    <a:pt x="13831" y="500"/>
                    <a:pt x="13731" y="450"/>
                    <a:pt x="13631" y="434"/>
                  </a:cubicBezTo>
                  <a:cubicBezTo>
                    <a:pt x="13081" y="367"/>
                    <a:pt x="12531" y="234"/>
                    <a:pt x="11964" y="184"/>
                  </a:cubicBezTo>
                  <a:cubicBezTo>
                    <a:pt x="11648" y="134"/>
                    <a:pt x="11314" y="117"/>
                    <a:pt x="10998" y="117"/>
                  </a:cubicBezTo>
                  <a:cubicBezTo>
                    <a:pt x="10898" y="117"/>
                    <a:pt x="10798" y="100"/>
                    <a:pt x="10698" y="84"/>
                  </a:cubicBezTo>
                  <a:cubicBezTo>
                    <a:pt x="10281" y="34"/>
                    <a:pt x="9865" y="17"/>
                    <a:pt x="9448" y="0"/>
                  </a:cubicBezTo>
                  <a:cubicBezTo>
                    <a:pt x="8065" y="34"/>
                    <a:pt x="6666" y="50"/>
                    <a:pt x="5283" y="67"/>
                  </a:cubicBezTo>
                  <a:lnTo>
                    <a:pt x="5283" y="50"/>
                  </a:lnTo>
                  <a:lnTo>
                    <a:pt x="900" y="100"/>
                  </a:lnTo>
                  <a:cubicBezTo>
                    <a:pt x="734" y="100"/>
                    <a:pt x="584" y="117"/>
                    <a:pt x="450" y="150"/>
                  </a:cubicBezTo>
                  <a:cubicBezTo>
                    <a:pt x="184" y="167"/>
                    <a:pt x="0" y="384"/>
                    <a:pt x="17" y="634"/>
                  </a:cubicBezTo>
                  <a:cubicBezTo>
                    <a:pt x="17" y="900"/>
                    <a:pt x="17" y="1167"/>
                    <a:pt x="34" y="1433"/>
                  </a:cubicBezTo>
                  <a:cubicBezTo>
                    <a:pt x="34" y="1650"/>
                    <a:pt x="67" y="1883"/>
                    <a:pt x="84" y="2100"/>
                  </a:cubicBezTo>
                  <a:cubicBezTo>
                    <a:pt x="117" y="2450"/>
                    <a:pt x="134" y="2783"/>
                    <a:pt x="184" y="3116"/>
                  </a:cubicBezTo>
                  <a:cubicBezTo>
                    <a:pt x="234" y="3500"/>
                    <a:pt x="400" y="3666"/>
                    <a:pt x="784" y="3749"/>
                  </a:cubicBezTo>
                  <a:cubicBezTo>
                    <a:pt x="934" y="3766"/>
                    <a:pt x="1084" y="3783"/>
                    <a:pt x="1233" y="3816"/>
                  </a:cubicBezTo>
                  <a:cubicBezTo>
                    <a:pt x="1517" y="3849"/>
                    <a:pt x="1817" y="3883"/>
                    <a:pt x="2100" y="3933"/>
                  </a:cubicBezTo>
                  <a:cubicBezTo>
                    <a:pt x="2467" y="4016"/>
                    <a:pt x="2833" y="4066"/>
                    <a:pt x="3216" y="4066"/>
                  </a:cubicBezTo>
                  <a:cubicBezTo>
                    <a:pt x="3316" y="4066"/>
                    <a:pt x="3416" y="4083"/>
                    <a:pt x="3516" y="4083"/>
                  </a:cubicBezTo>
                  <a:cubicBezTo>
                    <a:pt x="3716" y="4099"/>
                    <a:pt x="3950" y="4116"/>
                    <a:pt x="4149" y="4116"/>
                  </a:cubicBezTo>
                  <a:cubicBezTo>
                    <a:pt x="4666" y="4133"/>
                    <a:pt x="5183" y="4099"/>
                    <a:pt x="5699" y="4049"/>
                  </a:cubicBezTo>
                  <a:cubicBezTo>
                    <a:pt x="6116" y="3999"/>
                    <a:pt x="6566" y="4033"/>
                    <a:pt x="6982" y="4016"/>
                  </a:cubicBezTo>
                  <a:cubicBezTo>
                    <a:pt x="7899" y="3983"/>
                    <a:pt x="8815" y="4016"/>
                    <a:pt x="9748" y="3916"/>
                  </a:cubicBezTo>
                  <a:cubicBezTo>
                    <a:pt x="10265" y="3866"/>
                    <a:pt x="10798" y="3849"/>
                    <a:pt x="11331" y="3816"/>
                  </a:cubicBezTo>
                  <a:cubicBezTo>
                    <a:pt x="11831" y="3816"/>
                    <a:pt x="12331" y="3783"/>
                    <a:pt x="12831" y="3733"/>
                  </a:cubicBezTo>
                  <a:cubicBezTo>
                    <a:pt x="13114" y="3666"/>
                    <a:pt x="13397" y="3649"/>
                    <a:pt x="13681" y="3583"/>
                  </a:cubicBezTo>
                  <a:cubicBezTo>
                    <a:pt x="13814" y="3550"/>
                    <a:pt x="13947" y="3500"/>
                    <a:pt x="14064" y="3416"/>
                  </a:cubicBezTo>
                  <a:cubicBezTo>
                    <a:pt x="14430" y="3200"/>
                    <a:pt x="14497" y="3116"/>
                    <a:pt x="14414" y="2683"/>
                  </a:cubicBezTo>
                  <a:cubicBezTo>
                    <a:pt x="14364" y="2250"/>
                    <a:pt x="14347" y="1833"/>
                    <a:pt x="14347" y="1400"/>
                  </a:cubicBezTo>
                  <a:cubicBezTo>
                    <a:pt x="14347" y="1267"/>
                    <a:pt x="14364" y="1150"/>
                    <a:pt x="14347" y="10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grpSp>
          <p:nvGrpSpPr>
            <p:cNvPr id="1645" name="Google Shape;1645;p42"/>
            <p:cNvGrpSpPr/>
            <p:nvPr/>
          </p:nvGrpSpPr>
          <p:grpSpPr>
            <a:xfrm>
              <a:off x="1016004" y="1273354"/>
              <a:ext cx="1228843" cy="868187"/>
              <a:chOff x="390675" y="534475"/>
              <a:chExt cx="1051371" cy="742802"/>
            </a:xfrm>
          </p:grpSpPr>
          <p:sp>
            <p:nvSpPr>
              <p:cNvPr id="1646" name="Google Shape;1646;p42"/>
              <p:cNvSpPr/>
              <p:nvPr/>
            </p:nvSpPr>
            <p:spPr>
              <a:xfrm>
                <a:off x="416650" y="551925"/>
                <a:ext cx="1007575" cy="708650"/>
              </a:xfrm>
              <a:custGeom>
                <a:rect b="b" l="l" r="r" t="t"/>
                <a:pathLst>
                  <a:path extrusionOk="0" h="28346" w="40303">
                    <a:moveTo>
                      <a:pt x="0" y="17317"/>
                    </a:moveTo>
                    <a:lnTo>
                      <a:pt x="5669" y="11854"/>
                    </a:lnTo>
                    <a:lnTo>
                      <a:pt x="1752" y="7731"/>
                    </a:lnTo>
                    <a:lnTo>
                      <a:pt x="8349" y="7421"/>
                    </a:lnTo>
                    <a:lnTo>
                      <a:pt x="11235" y="2577"/>
                    </a:lnTo>
                    <a:lnTo>
                      <a:pt x="14637" y="5875"/>
                    </a:lnTo>
                    <a:lnTo>
                      <a:pt x="20718" y="0"/>
                    </a:lnTo>
                    <a:lnTo>
                      <a:pt x="23913" y="5463"/>
                    </a:lnTo>
                    <a:lnTo>
                      <a:pt x="31953" y="2886"/>
                    </a:lnTo>
                    <a:lnTo>
                      <a:pt x="31850" y="8968"/>
                    </a:lnTo>
                    <a:lnTo>
                      <a:pt x="40199" y="11132"/>
                    </a:lnTo>
                    <a:lnTo>
                      <a:pt x="38035" y="12988"/>
                    </a:lnTo>
                    <a:lnTo>
                      <a:pt x="35355" y="14121"/>
                    </a:lnTo>
                    <a:lnTo>
                      <a:pt x="40303" y="19378"/>
                    </a:lnTo>
                    <a:lnTo>
                      <a:pt x="31438" y="21027"/>
                    </a:lnTo>
                    <a:lnTo>
                      <a:pt x="31541" y="25460"/>
                    </a:lnTo>
                    <a:lnTo>
                      <a:pt x="24635" y="22471"/>
                    </a:lnTo>
                    <a:lnTo>
                      <a:pt x="23089" y="27727"/>
                    </a:lnTo>
                    <a:lnTo>
                      <a:pt x="18141" y="24841"/>
                    </a:lnTo>
                    <a:lnTo>
                      <a:pt x="14843" y="28346"/>
                    </a:lnTo>
                    <a:lnTo>
                      <a:pt x="12575" y="24120"/>
                    </a:lnTo>
                    <a:lnTo>
                      <a:pt x="6287" y="26284"/>
                    </a:lnTo>
                    <a:lnTo>
                      <a:pt x="7112" y="20306"/>
                    </a:lnTo>
                    <a:lnTo>
                      <a:pt x="1237" y="185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47" name="Google Shape;1647;p42"/>
              <p:cNvSpPr/>
              <p:nvPr/>
            </p:nvSpPr>
            <p:spPr>
              <a:xfrm>
                <a:off x="390675" y="534475"/>
                <a:ext cx="1051371" cy="742802"/>
              </a:xfrm>
              <a:custGeom>
                <a:rect b="b" l="l" r="r" t="t"/>
                <a:pathLst>
                  <a:path extrusionOk="0" h="8233" w="11349">
                    <a:moveTo>
                      <a:pt x="2367" y="2117"/>
                    </a:moveTo>
                    <a:cubicBezTo>
                      <a:pt x="2467" y="1934"/>
                      <a:pt x="2567" y="1751"/>
                      <a:pt x="2633" y="1567"/>
                    </a:cubicBezTo>
                    <a:cubicBezTo>
                      <a:pt x="2717" y="1351"/>
                      <a:pt x="2850" y="1134"/>
                      <a:pt x="3017" y="967"/>
                    </a:cubicBezTo>
                    <a:cubicBezTo>
                      <a:pt x="3233" y="701"/>
                      <a:pt x="3467" y="717"/>
                      <a:pt x="3650" y="1001"/>
                    </a:cubicBezTo>
                    <a:cubicBezTo>
                      <a:pt x="3717" y="1101"/>
                      <a:pt x="3800" y="1201"/>
                      <a:pt x="3883" y="1301"/>
                    </a:cubicBezTo>
                    <a:cubicBezTo>
                      <a:pt x="3950" y="1384"/>
                      <a:pt x="4050" y="1501"/>
                      <a:pt x="4166" y="1617"/>
                    </a:cubicBezTo>
                    <a:cubicBezTo>
                      <a:pt x="4283" y="1551"/>
                      <a:pt x="4333" y="1417"/>
                      <a:pt x="4416" y="1334"/>
                    </a:cubicBezTo>
                    <a:cubicBezTo>
                      <a:pt x="4500" y="1251"/>
                      <a:pt x="4583" y="1151"/>
                      <a:pt x="4666" y="1051"/>
                    </a:cubicBezTo>
                    <a:cubicBezTo>
                      <a:pt x="4816" y="901"/>
                      <a:pt x="4950" y="734"/>
                      <a:pt x="5116" y="601"/>
                    </a:cubicBezTo>
                    <a:cubicBezTo>
                      <a:pt x="5283" y="468"/>
                      <a:pt x="5433" y="301"/>
                      <a:pt x="5566" y="134"/>
                    </a:cubicBezTo>
                    <a:cubicBezTo>
                      <a:pt x="5616" y="34"/>
                      <a:pt x="5766" y="1"/>
                      <a:pt x="5849" y="68"/>
                    </a:cubicBezTo>
                    <a:cubicBezTo>
                      <a:pt x="6049" y="184"/>
                      <a:pt x="6199" y="368"/>
                      <a:pt x="6266" y="584"/>
                    </a:cubicBezTo>
                    <a:cubicBezTo>
                      <a:pt x="6349" y="801"/>
                      <a:pt x="6433" y="1001"/>
                      <a:pt x="6533" y="1217"/>
                    </a:cubicBezTo>
                    <a:cubicBezTo>
                      <a:pt x="6583" y="1301"/>
                      <a:pt x="6649" y="1384"/>
                      <a:pt x="6716" y="1467"/>
                    </a:cubicBezTo>
                    <a:cubicBezTo>
                      <a:pt x="6782" y="1434"/>
                      <a:pt x="6849" y="1417"/>
                      <a:pt x="6899" y="1401"/>
                    </a:cubicBezTo>
                    <a:cubicBezTo>
                      <a:pt x="7299" y="1201"/>
                      <a:pt x="7716" y="1067"/>
                      <a:pt x="8149" y="984"/>
                    </a:cubicBezTo>
                    <a:cubicBezTo>
                      <a:pt x="8249" y="951"/>
                      <a:pt x="8332" y="917"/>
                      <a:pt x="8432" y="867"/>
                    </a:cubicBezTo>
                    <a:cubicBezTo>
                      <a:pt x="8565" y="817"/>
                      <a:pt x="8715" y="801"/>
                      <a:pt x="8865" y="834"/>
                    </a:cubicBezTo>
                    <a:cubicBezTo>
                      <a:pt x="8965" y="851"/>
                      <a:pt x="9032" y="917"/>
                      <a:pt x="9032" y="1017"/>
                    </a:cubicBezTo>
                    <a:cubicBezTo>
                      <a:pt x="9032" y="1101"/>
                      <a:pt x="9032" y="1184"/>
                      <a:pt x="9032" y="1284"/>
                    </a:cubicBezTo>
                    <a:cubicBezTo>
                      <a:pt x="9015" y="1584"/>
                      <a:pt x="8982" y="1901"/>
                      <a:pt x="8949" y="2217"/>
                    </a:cubicBezTo>
                    <a:lnTo>
                      <a:pt x="8949" y="2500"/>
                    </a:lnTo>
                    <a:cubicBezTo>
                      <a:pt x="9015" y="2584"/>
                      <a:pt x="9132" y="2634"/>
                      <a:pt x="9249" y="2634"/>
                    </a:cubicBezTo>
                    <a:cubicBezTo>
                      <a:pt x="9482" y="2650"/>
                      <a:pt x="9715" y="2684"/>
                      <a:pt x="9948" y="2767"/>
                    </a:cubicBezTo>
                    <a:cubicBezTo>
                      <a:pt x="10098" y="2800"/>
                      <a:pt x="10265" y="2834"/>
                      <a:pt x="10415" y="2884"/>
                    </a:cubicBezTo>
                    <a:cubicBezTo>
                      <a:pt x="10648" y="2950"/>
                      <a:pt x="10865" y="3034"/>
                      <a:pt x="11098" y="3134"/>
                    </a:cubicBezTo>
                    <a:cubicBezTo>
                      <a:pt x="11265" y="3184"/>
                      <a:pt x="11298" y="3433"/>
                      <a:pt x="11148" y="3550"/>
                    </a:cubicBezTo>
                    <a:cubicBezTo>
                      <a:pt x="10981" y="3683"/>
                      <a:pt x="10782" y="3800"/>
                      <a:pt x="10565" y="3900"/>
                    </a:cubicBezTo>
                    <a:cubicBezTo>
                      <a:pt x="10382" y="3950"/>
                      <a:pt x="10198" y="4050"/>
                      <a:pt x="9998" y="4133"/>
                    </a:cubicBezTo>
                    <a:cubicBezTo>
                      <a:pt x="10048" y="4267"/>
                      <a:pt x="10165" y="4333"/>
                      <a:pt x="10248" y="4417"/>
                    </a:cubicBezTo>
                    <a:cubicBezTo>
                      <a:pt x="10315" y="4533"/>
                      <a:pt x="10398" y="4617"/>
                      <a:pt x="10498" y="4717"/>
                    </a:cubicBezTo>
                    <a:cubicBezTo>
                      <a:pt x="10682" y="4900"/>
                      <a:pt x="10865" y="5083"/>
                      <a:pt x="11081" y="5233"/>
                    </a:cubicBezTo>
                    <a:cubicBezTo>
                      <a:pt x="11181" y="5300"/>
                      <a:pt x="11248" y="5383"/>
                      <a:pt x="11315" y="5483"/>
                    </a:cubicBezTo>
                    <a:cubicBezTo>
                      <a:pt x="11348" y="5583"/>
                      <a:pt x="11315" y="5700"/>
                      <a:pt x="11215" y="5733"/>
                    </a:cubicBezTo>
                    <a:cubicBezTo>
                      <a:pt x="11198" y="5733"/>
                      <a:pt x="11181" y="5733"/>
                      <a:pt x="11181" y="5733"/>
                    </a:cubicBezTo>
                    <a:cubicBezTo>
                      <a:pt x="10515" y="5816"/>
                      <a:pt x="9882" y="6050"/>
                      <a:pt x="9215" y="6100"/>
                    </a:cubicBezTo>
                    <a:lnTo>
                      <a:pt x="8865" y="6116"/>
                    </a:lnTo>
                    <a:cubicBezTo>
                      <a:pt x="8832" y="6433"/>
                      <a:pt x="8865" y="6749"/>
                      <a:pt x="8965" y="7049"/>
                    </a:cubicBezTo>
                    <a:cubicBezTo>
                      <a:pt x="8982" y="7099"/>
                      <a:pt x="8999" y="7149"/>
                      <a:pt x="8999" y="7199"/>
                    </a:cubicBezTo>
                    <a:cubicBezTo>
                      <a:pt x="8999" y="7299"/>
                      <a:pt x="8949" y="7383"/>
                      <a:pt x="8849" y="7399"/>
                    </a:cubicBezTo>
                    <a:cubicBezTo>
                      <a:pt x="8699" y="7416"/>
                      <a:pt x="8549" y="7383"/>
                      <a:pt x="8415" y="7316"/>
                    </a:cubicBezTo>
                    <a:lnTo>
                      <a:pt x="7066" y="6616"/>
                    </a:lnTo>
                    <a:cubicBezTo>
                      <a:pt x="6949" y="6733"/>
                      <a:pt x="6866" y="6883"/>
                      <a:pt x="6832" y="7066"/>
                    </a:cubicBezTo>
                    <a:cubicBezTo>
                      <a:pt x="6782" y="7299"/>
                      <a:pt x="6732" y="7549"/>
                      <a:pt x="6649" y="7782"/>
                    </a:cubicBezTo>
                    <a:cubicBezTo>
                      <a:pt x="6616" y="7932"/>
                      <a:pt x="6449" y="8016"/>
                      <a:pt x="6316" y="7932"/>
                    </a:cubicBezTo>
                    <a:cubicBezTo>
                      <a:pt x="6016" y="7799"/>
                      <a:pt x="5733" y="7633"/>
                      <a:pt x="5483" y="7416"/>
                    </a:cubicBezTo>
                    <a:cubicBezTo>
                      <a:pt x="5383" y="7316"/>
                      <a:pt x="5266" y="7233"/>
                      <a:pt x="5150" y="7166"/>
                    </a:cubicBezTo>
                    <a:cubicBezTo>
                      <a:pt x="5000" y="7316"/>
                      <a:pt x="4866" y="7499"/>
                      <a:pt x="4733" y="7683"/>
                    </a:cubicBezTo>
                    <a:cubicBezTo>
                      <a:pt x="4633" y="7832"/>
                      <a:pt x="4516" y="7982"/>
                      <a:pt x="4400" y="8116"/>
                    </a:cubicBezTo>
                    <a:cubicBezTo>
                      <a:pt x="4316" y="8232"/>
                      <a:pt x="4133" y="8216"/>
                      <a:pt x="4083" y="8099"/>
                    </a:cubicBezTo>
                    <a:cubicBezTo>
                      <a:pt x="3916" y="7849"/>
                      <a:pt x="3800" y="7583"/>
                      <a:pt x="3717" y="7299"/>
                    </a:cubicBezTo>
                    <a:cubicBezTo>
                      <a:pt x="3683" y="7233"/>
                      <a:pt x="3667" y="7166"/>
                      <a:pt x="3633" y="7099"/>
                    </a:cubicBezTo>
                    <a:cubicBezTo>
                      <a:pt x="3617" y="7066"/>
                      <a:pt x="3583" y="7033"/>
                      <a:pt x="3550" y="6999"/>
                    </a:cubicBezTo>
                    <a:cubicBezTo>
                      <a:pt x="3250" y="7116"/>
                      <a:pt x="2967" y="7233"/>
                      <a:pt x="2700" y="7383"/>
                    </a:cubicBezTo>
                    <a:cubicBezTo>
                      <a:pt x="2517" y="7516"/>
                      <a:pt x="2300" y="7583"/>
                      <a:pt x="2067" y="7599"/>
                    </a:cubicBezTo>
                    <a:cubicBezTo>
                      <a:pt x="1867" y="7599"/>
                      <a:pt x="1784" y="7516"/>
                      <a:pt x="1800" y="7333"/>
                    </a:cubicBezTo>
                    <a:cubicBezTo>
                      <a:pt x="1800" y="7183"/>
                      <a:pt x="1817" y="7049"/>
                      <a:pt x="1850" y="6916"/>
                    </a:cubicBezTo>
                    <a:cubicBezTo>
                      <a:pt x="1900" y="6583"/>
                      <a:pt x="1967" y="6266"/>
                      <a:pt x="2034" y="5966"/>
                    </a:cubicBezTo>
                    <a:cubicBezTo>
                      <a:pt x="1950" y="5866"/>
                      <a:pt x="1817" y="5800"/>
                      <a:pt x="1684" y="5783"/>
                    </a:cubicBezTo>
                    <a:cubicBezTo>
                      <a:pt x="1317" y="5750"/>
                      <a:pt x="967" y="5650"/>
                      <a:pt x="651" y="5483"/>
                    </a:cubicBezTo>
                    <a:cubicBezTo>
                      <a:pt x="534" y="5416"/>
                      <a:pt x="384" y="5400"/>
                      <a:pt x="251" y="5333"/>
                    </a:cubicBezTo>
                    <a:cubicBezTo>
                      <a:pt x="84" y="5300"/>
                      <a:pt x="1" y="5083"/>
                      <a:pt x="117" y="4950"/>
                    </a:cubicBezTo>
                    <a:cubicBezTo>
                      <a:pt x="167" y="4850"/>
                      <a:pt x="234" y="4783"/>
                      <a:pt x="317" y="4717"/>
                    </a:cubicBezTo>
                    <a:cubicBezTo>
                      <a:pt x="734" y="4300"/>
                      <a:pt x="1167" y="3900"/>
                      <a:pt x="1617" y="3483"/>
                    </a:cubicBezTo>
                    <a:cubicBezTo>
                      <a:pt x="1417" y="3300"/>
                      <a:pt x="1250" y="3150"/>
                      <a:pt x="1084" y="3000"/>
                    </a:cubicBezTo>
                    <a:cubicBezTo>
                      <a:pt x="950" y="2884"/>
                      <a:pt x="801" y="2784"/>
                      <a:pt x="667" y="2650"/>
                    </a:cubicBezTo>
                    <a:cubicBezTo>
                      <a:pt x="584" y="2584"/>
                      <a:pt x="534" y="2484"/>
                      <a:pt x="484" y="2384"/>
                    </a:cubicBezTo>
                    <a:cubicBezTo>
                      <a:pt x="401" y="2267"/>
                      <a:pt x="501" y="2117"/>
                      <a:pt x="634" y="2117"/>
                    </a:cubicBezTo>
                    <a:cubicBezTo>
                      <a:pt x="684" y="2117"/>
                      <a:pt x="717" y="2117"/>
                      <a:pt x="751" y="2117"/>
                    </a:cubicBezTo>
                    <a:close/>
                    <a:moveTo>
                      <a:pt x="4250" y="7749"/>
                    </a:moveTo>
                    <a:cubicBezTo>
                      <a:pt x="4533" y="7466"/>
                      <a:pt x="4683" y="7166"/>
                      <a:pt x="4900" y="6949"/>
                    </a:cubicBezTo>
                    <a:cubicBezTo>
                      <a:pt x="5199" y="6866"/>
                      <a:pt x="5516" y="6966"/>
                      <a:pt x="5716" y="7199"/>
                    </a:cubicBezTo>
                    <a:cubicBezTo>
                      <a:pt x="5833" y="7299"/>
                      <a:pt x="5949" y="7399"/>
                      <a:pt x="6083" y="7466"/>
                    </a:cubicBezTo>
                    <a:cubicBezTo>
                      <a:pt x="6166" y="7533"/>
                      <a:pt x="6283" y="7566"/>
                      <a:pt x="6399" y="7549"/>
                    </a:cubicBezTo>
                    <a:cubicBezTo>
                      <a:pt x="6449" y="7416"/>
                      <a:pt x="6499" y="7266"/>
                      <a:pt x="6516" y="7116"/>
                    </a:cubicBezTo>
                    <a:cubicBezTo>
                      <a:pt x="6549" y="6866"/>
                      <a:pt x="6632" y="6649"/>
                      <a:pt x="6749" y="6433"/>
                    </a:cubicBezTo>
                    <a:cubicBezTo>
                      <a:pt x="6866" y="6183"/>
                      <a:pt x="6999" y="6150"/>
                      <a:pt x="7232" y="6283"/>
                    </a:cubicBezTo>
                    <a:cubicBezTo>
                      <a:pt x="7266" y="6316"/>
                      <a:pt x="7316" y="6333"/>
                      <a:pt x="7349" y="6366"/>
                    </a:cubicBezTo>
                    <a:cubicBezTo>
                      <a:pt x="7716" y="6649"/>
                      <a:pt x="8149" y="6783"/>
                      <a:pt x="8565" y="7016"/>
                    </a:cubicBezTo>
                    <a:cubicBezTo>
                      <a:pt x="8582" y="6949"/>
                      <a:pt x="8599" y="6883"/>
                      <a:pt x="8599" y="6816"/>
                    </a:cubicBezTo>
                    <a:cubicBezTo>
                      <a:pt x="8599" y="6616"/>
                      <a:pt x="8582" y="6433"/>
                      <a:pt x="8565" y="6250"/>
                    </a:cubicBezTo>
                    <a:cubicBezTo>
                      <a:pt x="8549" y="6100"/>
                      <a:pt x="8565" y="5966"/>
                      <a:pt x="8632" y="5850"/>
                    </a:cubicBezTo>
                    <a:cubicBezTo>
                      <a:pt x="8999" y="5816"/>
                      <a:pt x="9365" y="5800"/>
                      <a:pt x="9732" y="5733"/>
                    </a:cubicBezTo>
                    <a:cubicBezTo>
                      <a:pt x="10082" y="5683"/>
                      <a:pt x="10448" y="5566"/>
                      <a:pt x="10848" y="5466"/>
                    </a:cubicBezTo>
                    <a:cubicBezTo>
                      <a:pt x="10765" y="5383"/>
                      <a:pt x="10715" y="5300"/>
                      <a:pt x="10632" y="5233"/>
                    </a:cubicBezTo>
                    <a:cubicBezTo>
                      <a:pt x="10332" y="4916"/>
                      <a:pt x="10015" y="4600"/>
                      <a:pt x="9698" y="4317"/>
                    </a:cubicBezTo>
                    <a:cubicBezTo>
                      <a:pt x="9582" y="4233"/>
                      <a:pt x="9532" y="4100"/>
                      <a:pt x="9582" y="3967"/>
                    </a:cubicBezTo>
                    <a:cubicBezTo>
                      <a:pt x="9965" y="3767"/>
                      <a:pt x="10415" y="3700"/>
                      <a:pt x="10765" y="3417"/>
                    </a:cubicBezTo>
                    <a:cubicBezTo>
                      <a:pt x="10665" y="3284"/>
                      <a:pt x="10498" y="3200"/>
                      <a:pt x="10332" y="3184"/>
                    </a:cubicBezTo>
                    <a:cubicBezTo>
                      <a:pt x="10148" y="3134"/>
                      <a:pt x="9965" y="3117"/>
                      <a:pt x="9782" y="3050"/>
                    </a:cubicBezTo>
                    <a:cubicBezTo>
                      <a:pt x="9598" y="2984"/>
                      <a:pt x="9399" y="2950"/>
                      <a:pt x="9199" y="2950"/>
                    </a:cubicBezTo>
                    <a:cubicBezTo>
                      <a:pt x="9015" y="2934"/>
                      <a:pt x="8832" y="2867"/>
                      <a:pt x="8682" y="2784"/>
                    </a:cubicBezTo>
                    <a:cubicBezTo>
                      <a:pt x="8615" y="2650"/>
                      <a:pt x="8599" y="2517"/>
                      <a:pt x="8632" y="2384"/>
                    </a:cubicBezTo>
                    <a:cubicBezTo>
                      <a:pt x="8665" y="2050"/>
                      <a:pt x="8682" y="1717"/>
                      <a:pt x="8715" y="1367"/>
                    </a:cubicBezTo>
                    <a:cubicBezTo>
                      <a:pt x="8715" y="1301"/>
                      <a:pt x="8749" y="1217"/>
                      <a:pt x="8649" y="1167"/>
                    </a:cubicBezTo>
                    <a:cubicBezTo>
                      <a:pt x="8515" y="1217"/>
                      <a:pt x="8349" y="1267"/>
                      <a:pt x="8199" y="1301"/>
                    </a:cubicBezTo>
                    <a:cubicBezTo>
                      <a:pt x="8049" y="1351"/>
                      <a:pt x="7849" y="1384"/>
                      <a:pt x="7682" y="1434"/>
                    </a:cubicBezTo>
                    <a:cubicBezTo>
                      <a:pt x="7449" y="1517"/>
                      <a:pt x="7199" y="1634"/>
                      <a:pt x="6949" y="1734"/>
                    </a:cubicBezTo>
                    <a:cubicBezTo>
                      <a:pt x="6749" y="1851"/>
                      <a:pt x="6483" y="1767"/>
                      <a:pt x="6383" y="1534"/>
                    </a:cubicBezTo>
                    <a:cubicBezTo>
                      <a:pt x="6249" y="1284"/>
                      <a:pt x="6116" y="1017"/>
                      <a:pt x="6016" y="751"/>
                    </a:cubicBezTo>
                    <a:cubicBezTo>
                      <a:pt x="5983" y="617"/>
                      <a:pt x="5916" y="501"/>
                      <a:pt x="5799" y="418"/>
                    </a:cubicBezTo>
                    <a:cubicBezTo>
                      <a:pt x="5199" y="884"/>
                      <a:pt x="4666" y="1434"/>
                      <a:pt x="4233" y="2067"/>
                    </a:cubicBezTo>
                    <a:cubicBezTo>
                      <a:pt x="4150" y="2017"/>
                      <a:pt x="4083" y="1967"/>
                      <a:pt x="4016" y="1917"/>
                    </a:cubicBezTo>
                    <a:cubicBezTo>
                      <a:pt x="3900" y="1801"/>
                      <a:pt x="3816" y="1684"/>
                      <a:pt x="3717" y="1567"/>
                    </a:cubicBezTo>
                    <a:lnTo>
                      <a:pt x="3517" y="1334"/>
                    </a:lnTo>
                    <a:lnTo>
                      <a:pt x="3333" y="1117"/>
                    </a:lnTo>
                    <a:cubicBezTo>
                      <a:pt x="3200" y="1217"/>
                      <a:pt x="3067" y="1367"/>
                      <a:pt x="3000" y="1534"/>
                    </a:cubicBezTo>
                    <a:cubicBezTo>
                      <a:pt x="2917" y="1701"/>
                      <a:pt x="2833" y="1867"/>
                      <a:pt x="2767" y="2050"/>
                    </a:cubicBezTo>
                    <a:cubicBezTo>
                      <a:pt x="2683" y="2284"/>
                      <a:pt x="2450" y="2434"/>
                      <a:pt x="2200" y="2417"/>
                    </a:cubicBezTo>
                    <a:cubicBezTo>
                      <a:pt x="1867" y="2434"/>
                      <a:pt x="1534" y="2417"/>
                      <a:pt x="1184" y="2417"/>
                    </a:cubicBezTo>
                    <a:cubicBezTo>
                      <a:pt x="1134" y="2417"/>
                      <a:pt x="1067" y="2434"/>
                      <a:pt x="1000" y="2450"/>
                    </a:cubicBezTo>
                    <a:cubicBezTo>
                      <a:pt x="1134" y="2700"/>
                      <a:pt x="1367" y="2767"/>
                      <a:pt x="1517" y="2950"/>
                    </a:cubicBezTo>
                    <a:cubicBezTo>
                      <a:pt x="1650" y="3117"/>
                      <a:pt x="1917" y="3167"/>
                      <a:pt x="2000" y="3433"/>
                    </a:cubicBezTo>
                    <a:cubicBezTo>
                      <a:pt x="1550" y="4017"/>
                      <a:pt x="984" y="4500"/>
                      <a:pt x="467" y="5050"/>
                    </a:cubicBezTo>
                    <a:cubicBezTo>
                      <a:pt x="584" y="5100"/>
                      <a:pt x="684" y="5150"/>
                      <a:pt x="801" y="5200"/>
                    </a:cubicBezTo>
                    <a:cubicBezTo>
                      <a:pt x="1084" y="5366"/>
                      <a:pt x="1400" y="5466"/>
                      <a:pt x="1734" y="5483"/>
                    </a:cubicBezTo>
                    <a:cubicBezTo>
                      <a:pt x="1967" y="5516"/>
                      <a:pt x="2184" y="5600"/>
                      <a:pt x="2400" y="5733"/>
                    </a:cubicBezTo>
                    <a:cubicBezTo>
                      <a:pt x="2333" y="6233"/>
                      <a:pt x="2217" y="6716"/>
                      <a:pt x="2150" y="7216"/>
                    </a:cubicBezTo>
                    <a:cubicBezTo>
                      <a:pt x="2267" y="7249"/>
                      <a:pt x="2400" y="7216"/>
                      <a:pt x="2483" y="7133"/>
                    </a:cubicBezTo>
                    <a:cubicBezTo>
                      <a:pt x="2750" y="6933"/>
                      <a:pt x="3067" y="6883"/>
                      <a:pt x="3333" y="6716"/>
                    </a:cubicBezTo>
                    <a:cubicBezTo>
                      <a:pt x="3383" y="6699"/>
                      <a:pt x="3433" y="6683"/>
                      <a:pt x="3483" y="6666"/>
                    </a:cubicBezTo>
                    <a:cubicBezTo>
                      <a:pt x="3650" y="6599"/>
                      <a:pt x="3850" y="6699"/>
                      <a:pt x="3916" y="6866"/>
                    </a:cubicBezTo>
                    <a:cubicBezTo>
                      <a:pt x="3966" y="6966"/>
                      <a:pt x="4016" y="7066"/>
                      <a:pt x="4050" y="7183"/>
                    </a:cubicBezTo>
                    <a:cubicBezTo>
                      <a:pt x="4100" y="7366"/>
                      <a:pt x="4150" y="7533"/>
                      <a:pt x="4250" y="77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1648" name="Google Shape;1648;p42"/>
            <p:cNvSpPr/>
            <p:nvPr/>
          </p:nvSpPr>
          <p:spPr>
            <a:xfrm>
              <a:off x="1623875" y="4087700"/>
              <a:ext cx="6504129" cy="676975"/>
            </a:xfrm>
            <a:custGeom>
              <a:rect b="b" l="l" r="r" t="t"/>
              <a:pathLst>
                <a:path extrusionOk="0" h="4133" w="14498">
                  <a:moveTo>
                    <a:pt x="14347" y="1017"/>
                  </a:moveTo>
                  <a:cubicBezTo>
                    <a:pt x="14314" y="767"/>
                    <a:pt x="14230" y="550"/>
                    <a:pt x="13931" y="517"/>
                  </a:cubicBezTo>
                  <a:cubicBezTo>
                    <a:pt x="13831" y="500"/>
                    <a:pt x="13731" y="450"/>
                    <a:pt x="13631" y="434"/>
                  </a:cubicBezTo>
                  <a:cubicBezTo>
                    <a:pt x="13081" y="367"/>
                    <a:pt x="12531" y="234"/>
                    <a:pt x="11964" y="184"/>
                  </a:cubicBezTo>
                  <a:cubicBezTo>
                    <a:pt x="11648" y="134"/>
                    <a:pt x="11314" y="117"/>
                    <a:pt x="10998" y="117"/>
                  </a:cubicBezTo>
                  <a:cubicBezTo>
                    <a:pt x="10898" y="117"/>
                    <a:pt x="10798" y="100"/>
                    <a:pt x="10698" y="84"/>
                  </a:cubicBezTo>
                  <a:cubicBezTo>
                    <a:pt x="10281" y="34"/>
                    <a:pt x="9865" y="17"/>
                    <a:pt x="9448" y="0"/>
                  </a:cubicBezTo>
                  <a:cubicBezTo>
                    <a:pt x="8065" y="34"/>
                    <a:pt x="6666" y="50"/>
                    <a:pt x="5283" y="67"/>
                  </a:cubicBezTo>
                  <a:lnTo>
                    <a:pt x="5283" y="50"/>
                  </a:lnTo>
                  <a:lnTo>
                    <a:pt x="900" y="100"/>
                  </a:lnTo>
                  <a:cubicBezTo>
                    <a:pt x="734" y="100"/>
                    <a:pt x="584" y="117"/>
                    <a:pt x="450" y="150"/>
                  </a:cubicBezTo>
                  <a:cubicBezTo>
                    <a:pt x="184" y="167"/>
                    <a:pt x="0" y="384"/>
                    <a:pt x="17" y="634"/>
                  </a:cubicBezTo>
                  <a:cubicBezTo>
                    <a:pt x="17" y="900"/>
                    <a:pt x="17" y="1167"/>
                    <a:pt x="34" y="1433"/>
                  </a:cubicBezTo>
                  <a:cubicBezTo>
                    <a:pt x="34" y="1650"/>
                    <a:pt x="67" y="1883"/>
                    <a:pt x="84" y="2100"/>
                  </a:cubicBezTo>
                  <a:cubicBezTo>
                    <a:pt x="117" y="2450"/>
                    <a:pt x="134" y="2783"/>
                    <a:pt x="184" y="3116"/>
                  </a:cubicBezTo>
                  <a:cubicBezTo>
                    <a:pt x="234" y="3500"/>
                    <a:pt x="400" y="3666"/>
                    <a:pt x="784" y="3749"/>
                  </a:cubicBezTo>
                  <a:cubicBezTo>
                    <a:pt x="934" y="3766"/>
                    <a:pt x="1084" y="3783"/>
                    <a:pt x="1233" y="3816"/>
                  </a:cubicBezTo>
                  <a:cubicBezTo>
                    <a:pt x="1517" y="3849"/>
                    <a:pt x="1817" y="3883"/>
                    <a:pt x="2100" y="3933"/>
                  </a:cubicBezTo>
                  <a:cubicBezTo>
                    <a:pt x="2467" y="4016"/>
                    <a:pt x="2833" y="4066"/>
                    <a:pt x="3216" y="4066"/>
                  </a:cubicBezTo>
                  <a:cubicBezTo>
                    <a:pt x="3316" y="4066"/>
                    <a:pt x="3416" y="4083"/>
                    <a:pt x="3516" y="4083"/>
                  </a:cubicBezTo>
                  <a:cubicBezTo>
                    <a:pt x="3716" y="4099"/>
                    <a:pt x="3950" y="4116"/>
                    <a:pt x="4149" y="4116"/>
                  </a:cubicBezTo>
                  <a:cubicBezTo>
                    <a:pt x="4666" y="4133"/>
                    <a:pt x="5183" y="4099"/>
                    <a:pt x="5699" y="4049"/>
                  </a:cubicBezTo>
                  <a:cubicBezTo>
                    <a:pt x="6116" y="3999"/>
                    <a:pt x="6566" y="4033"/>
                    <a:pt x="6982" y="4016"/>
                  </a:cubicBezTo>
                  <a:cubicBezTo>
                    <a:pt x="7899" y="3983"/>
                    <a:pt x="8815" y="4016"/>
                    <a:pt x="9748" y="3916"/>
                  </a:cubicBezTo>
                  <a:cubicBezTo>
                    <a:pt x="10265" y="3866"/>
                    <a:pt x="10798" y="3849"/>
                    <a:pt x="11331" y="3816"/>
                  </a:cubicBezTo>
                  <a:cubicBezTo>
                    <a:pt x="11831" y="3816"/>
                    <a:pt x="12331" y="3783"/>
                    <a:pt x="12831" y="3733"/>
                  </a:cubicBezTo>
                  <a:cubicBezTo>
                    <a:pt x="13114" y="3666"/>
                    <a:pt x="13397" y="3649"/>
                    <a:pt x="13681" y="3583"/>
                  </a:cubicBezTo>
                  <a:cubicBezTo>
                    <a:pt x="13814" y="3550"/>
                    <a:pt x="13947" y="3500"/>
                    <a:pt x="14064" y="3416"/>
                  </a:cubicBezTo>
                  <a:cubicBezTo>
                    <a:pt x="14430" y="3200"/>
                    <a:pt x="14497" y="3116"/>
                    <a:pt x="14414" y="2683"/>
                  </a:cubicBezTo>
                  <a:cubicBezTo>
                    <a:pt x="14364" y="2250"/>
                    <a:pt x="14347" y="1833"/>
                    <a:pt x="14347" y="1400"/>
                  </a:cubicBezTo>
                  <a:cubicBezTo>
                    <a:pt x="14347" y="1267"/>
                    <a:pt x="14364" y="1150"/>
                    <a:pt x="14347" y="10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649" name="Google Shape;1649;p42"/>
            <p:cNvSpPr/>
            <p:nvPr/>
          </p:nvSpPr>
          <p:spPr>
            <a:xfrm flipH="1" rot="10800000">
              <a:off x="1623875" y="3181463"/>
              <a:ext cx="6504129" cy="676975"/>
            </a:xfrm>
            <a:custGeom>
              <a:rect b="b" l="l" r="r" t="t"/>
              <a:pathLst>
                <a:path extrusionOk="0" h="4133" w="14498">
                  <a:moveTo>
                    <a:pt x="14347" y="1017"/>
                  </a:moveTo>
                  <a:cubicBezTo>
                    <a:pt x="14314" y="767"/>
                    <a:pt x="14230" y="550"/>
                    <a:pt x="13931" y="517"/>
                  </a:cubicBezTo>
                  <a:cubicBezTo>
                    <a:pt x="13831" y="500"/>
                    <a:pt x="13731" y="450"/>
                    <a:pt x="13631" y="434"/>
                  </a:cubicBezTo>
                  <a:cubicBezTo>
                    <a:pt x="13081" y="367"/>
                    <a:pt x="12531" y="234"/>
                    <a:pt x="11964" y="184"/>
                  </a:cubicBezTo>
                  <a:cubicBezTo>
                    <a:pt x="11648" y="134"/>
                    <a:pt x="11314" y="117"/>
                    <a:pt x="10998" y="117"/>
                  </a:cubicBezTo>
                  <a:cubicBezTo>
                    <a:pt x="10898" y="117"/>
                    <a:pt x="10798" y="100"/>
                    <a:pt x="10698" y="84"/>
                  </a:cubicBezTo>
                  <a:cubicBezTo>
                    <a:pt x="10281" y="34"/>
                    <a:pt x="9865" y="17"/>
                    <a:pt x="9448" y="0"/>
                  </a:cubicBezTo>
                  <a:cubicBezTo>
                    <a:pt x="8065" y="34"/>
                    <a:pt x="6666" y="50"/>
                    <a:pt x="5283" y="67"/>
                  </a:cubicBezTo>
                  <a:lnTo>
                    <a:pt x="5283" y="50"/>
                  </a:lnTo>
                  <a:lnTo>
                    <a:pt x="900" y="100"/>
                  </a:lnTo>
                  <a:cubicBezTo>
                    <a:pt x="734" y="100"/>
                    <a:pt x="584" y="117"/>
                    <a:pt x="450" y="150"/>
                  </a:cubicBezTo>
                  <a:cubicBezTo>
                    <a:pt x="184" y="167"/>
                    <a:pt x="0" y="384"/>
                    <a:pt x="17" y="634"/>
                  </a:cubicBezTo>
                  <a:cubicBezTo>
                    <a:pt x="17" y="900"/>
                    <a:pt x="17" y="1167"/>
                    <a:pt x="34" y="1433"/>
                  </a:cubicBezTo>
                  <a:cubicBezTo>
                    <a:pt x="34" y="1650"/>
                    <a:pt x="67" y="1883"/>
                    <a:pt x="84" y="2100"/>
                  </a:cubicBezTo>
                  <a:cubicBezTo>
                    <a:pt x="117" y="2450"/>
                    <a:pt x="134" y="2783"/>
                    <a:pt x="184" y="3116"/>
                  </a:cubicBezTo>
                  <a:cubicBezTo>
                    <a:pt x="234" y="3500"/>
                    <a:pt x="400" y="3666"/>
                    <a:pt x="784" y="3749"/>
                  </a:cubicBezTo>
                  <a:cubicBezTo>
                    <a:pt x="934" y="3766"/>
                    <a:pt x="1084" y="3783"/>
                    <a:pt x="1233" y="3816"/>
                  </a:cubicBezTo>
                  <a:cubicBezTo>
                    <a:pt x="1517" y="3849"/>
                    <a:pt x="1817" y="3883"/>
                    <a:pt x="2100" y="3933"/>
                  </a:cubicBezTo>
                  <a:cubicBezTo>
                    <a:pt x="2467" y="4016"/>
                    <a:pt x="2833" y="4066"/>
                    <a:pt x="3216" y="4066"/>
                  </a:cubicBezTo>
                  <a:cubicBezTo>
                    <a:pt x="3316" y="4066"/>
                    <a:pt x="3416" y="4083"/>
                    <a:pt x="3516" y="4083"/>
                  </a:cubicBezTo>
                  <a:cubicBezTo>
                    <a:pt x="3716" y="4099"/>
                    <a:pt x="3950" y="4116"/>
                    <a:pt x="4149" y="4116"/>
                  </a:cubicBezTo>
                  <a:cubicBezTo>
                    <a:pt x="4666" y="4133"/>
                    <a:pt x="5183" y="4099"/>
                    <a:pt x="5699" y="4049"/>
                  </a:cubicBezTo>
                  <a:cubicBezTo>
                    <a:pt x="6116" y="3999"/>
                    <a:pt x="6566" y="4033"/>
                    <a:pt x="6982" y="4016"/>
                  </a:cubicBezTo>
                  <a:cubicBezTo>
                    <a:pt x="7899" y="3983"/>
                    <a:pt x="8815" y="4016"/>
                    <a:pt x="9748" y="3916"/>
                  </a:cubicBezTo>
                  <a:cubicBezTo>
                    <a:pt x="10265" y="3866"/>
                    <a:pt x="10798" y="3849"/>
                    <a:pt x="11331" y="3816"/>
                  </a:cubicBezTo>
                  <a:cubicBezTo>
                    <a:pt x="11831" y="3816"/>
                    <a:pt x="12331" y="3783"/>
                    <a:pt x="12831" y="3733"/>
                  </a:cubicBezTo>
                  <a:cubicBezTo>
                    <a:pt x="13114" y="3666"/>
                    <a:pt x="13397" y="3649"/>
                    <a:pt x="13681" y="3583"/>
                  </a:cubicBezTo>
                  <a:cubicBezTo>
                    <a:pt x="13814" y="3550"/>
                    <a:pt x="13947" y="3500"/>
                    <a:pt x="14064" y="3416"/>
                  </a:cubicBezTo>
                  <a:cubicBezTo>
                    <a:pt x="14430" y="3200"/>
                    <a:pt x="14497" y="3116"/>
                    <a:pt x="14414" y="2683"/>
                  </a:cubicBezTo>
                  <a:cubicBezTo>
                    <a:pt x="14364" y="2250"/>
                    <a:pt x="14347" y="1833"/>
                    <a:pt x="14347" y="1400"/>
                  </a:cubicBezTo>
                  <a:cubicBezTo>
                    <a:pt x="14347" y="1267"/>
                    <a:pt x="14364" y="1150"/>
                    <a:pt x="14347" y="101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650" name="Google Shape;1650;p42"/>
            <p:cNvSpPr/>
            <p:nvPr/>
          </p:nvSpPr>
          <p:spPr>
            <a:xfrm rot="10800000">
              <a:off x="1623875" y="2275225"/>
              <a:ext cx="6504129" cy="676975"/>
            </a:xfrm>
            <a:custGeom>
              <a:rect b="b" l="l" r="r" t="t"/>
              <a:pathLst>
                <a:path extrusionOk="0" h="4133" w="14498">
                  <a:moveTo>
                    <a:pt x="14347" y="1017"/>
                  </a:moveTo>
                  <a:cubicBezTo>
                    <a:pt x="14314" y="767"/>
                    <a:pt x="14230" y="550"/>
                    <a:pt x="13931" y="517"/>
                  </a:cubicBezTo>
                  <a:cubicBezTo>
                    <a:pt x="13831" y="500"/>
                    <a:pt x="13731" y="450"/>
                    <a:pt x="13631" y="434"/>
                  </a:cubicBezTo>
                  <a:cubicBezTo>
                    <a:pt x="13081" y="367"/>
                    <a:pt x="12531" y="234"/>
                    <a:pt x="11964" y="184"/>
                  </a:cubicBezTo>
                  <a:cubicBezTo>
                    <a:pt x="11648" y="134"/>
                    <a:pt x="11314" y="117"/>
                    <a:pt x="10998" y="117"/>
                  </a:cubicBezTo>
                  <a:cubicBezTo>
                    <a:pt x="10898" y="117"/>
                    <a:pt x="10798" y="100"/>
                    <a:pt x="10698" y="84"/>
                  </a:cubicBezTo>
                  <a:cubicBezTo>
                    <a:pt x="10281" y="34"/>
                    <a:pt x="9865" y="17"/>
                    <a:pt x="9448" y="0"/>
                  </a:cubicBezTo>
                  <a:cubicBezTo>
                    <a:pt x="8065" y="34"/>
                    <a:pt x="6666" y="50"/>
                    <a:pt x="5283" y="67"/>
                  </a:cubicBezTo>
                  <a:lnTo>
                    <a:pt x="5283" y="50"/>
                  </a:lnTo>
                  <a:lnTo>
                    <a:pt x="900" y="100"/>
                  </a:lnTo>
                  <a:cubicBezTo>
                    <a:pt x="734" y="100"/>
                    <a:pt x="584" y="117"/>
                    <a:pt x="450" y="150"/>
                  </a:cubicBezTo>
                  <a:cubicBezTo>
                    <a:pt x="184" y="167"/>
                    <a:pt x="0" y="384"/>
                    <a:pt x="17" y="634"/>
                  </a:cubicBezTo>
                  <a:cubicBezTo>
                    <a:pt x="17" y="900"/>
                    <a:pt x="17" y="1167"/>
                    <a:pt x="34" y="1433"/>
                  </a:cubicBezTo>
                  <a:cubicBezTo>
                    <a:pt x="34" y="1650"/>
                    <a:pt x="67" y="1883"/>
                    <a:pt x="84" y="2100"/>
                  </a:cubicBezTo>
                  <a:cubicBezTo>
                    <a:pt x="117" y="2450"/>
                    <a:pt x="134" y="2783"/>
                    <a:pt x="184" y="3116"/>
                  </a:cubicBezTo>
                  <a:cubicBezTo>
                    <a:pt x="234" y="3500"/>
                    <a:pt x="400" y="3666"/>
                    <a:pt x="784" y="3749"/>
                  </a:cubicBezTo>
                  <a:cubicBezTo>
                    <a:pt x="934" y="3766"/>
                    <a:pt x="1084" y="3783"/>
                    <a:pt x="1233" y="3816"/>
                  </a:cubicBezTo>
                  <a:cubicBezTo>
                    <a:pt x="1517" y="3849"/>
                    <a:pt x="1817" y="3883"/>
                    <a:pt x="2100" y="3933"/>
                  </a:cubicBezTo>
                  <a:cubicBezTo>
                    <a:pt x="2467" y="4016"/>
                    <a:pt x="2833" y="4066"/>
                    <a:pt x="3216" y="4066"/>
                  </a:cubicBezTo>
                  <a:cubicBezTo>
                    <a:pt x="3316" y="4066"/>
                    <a:pt x="3416" y="4083"/>
                    <a:pt x="3516" y="4083"/>
                  </a:cubicBezTo>
                  <a:cubicBezTo>
                    <a:pt x="3716" y="4099"/>
                    <a:pt x="3950" y="4116"/>
                    <a:pt x="4149" y="4116"/>
                  </a:cubicBezTo>
                  <a:cubicBezTo>
                    <a:pt x="4666" y="4133"/>
                    <a:pt x="5183" y="4099"/>
                    <a:pt x="5699" y="4049"/>
                  </a:cubicBezTo>
                  <a:cubicBezTo>
                    <a:pt x="6116" y="3999"/>
                    <a:pt x="6566" y="4033"/>
                    <a:pt x="6982" y="4016"/>
                  </a:cubicBezTo>
                  <a:cubicBezTo>
                    <a:pt x="7899" y="3983"/>
                    <a:pt x="8815" y="4016"/>
                    <a:pt x="9748" y="3916"/>
                  </a:cubicBezTo>
                  <a:cubicBezTo>
                    <a:pt x="10265" y="3866"/>
                    <a:pt x="10798" y="3849"/>
                    <a:pt x="11331" y="3816"/>
                  </a:cubicBezTo>
                  <a:cubicBezTo>
                    <a:pt x="11831" y="3816"/>
                    <a:pt x="12331" y="3783"/>
                    <a:pt x="12831" y="3733"/>
                  </a:cubicBezTo>
                  <a:cubicBezTo>
                    <a:pt x="13114" y="3666"/>
                    <a:pt x="13397" y="3649"/>
                    <a:pt x="13681" y="3583"/>
                  </a:cubicBezTo>
                  <a:cubicBezTo>
                    <a:pt x="13814" y="3550"/>
                    <a:pt x="13947" y="3500"/>
                    <a:pt x="14064" y="3416"/>
                  </a:cubicBezTo>
                  <a:cubicBezTo>
                    <a:pt x="14430" y="3200"/>
                    <a:pt x="14497" y="3116"/>
                    <a:pt x="14414" y="2683"/>
                  </a:cubicBezTo>
                  <a:cubicBezTo>
                    <a:pt x="14364" y="2250"/>
                    <a:pt x="14347" y="1833"/>
                    <a:pt x="14347" y="1400"/>
                  </a:cubicBezTo>
                  <a:cubicBezTo>
                    <a:pt x="14347" y="1267"/>
                    <a:pt x="14364" y="1150"/>
                    <a:pt x="14347" y="1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grpSp>
          <p:nvGrpSpPr>
            <p:cNvPr id="1651" name="Google Shape;1651;p42"/>
            <p:cNvGrpSpPr/>
            <p:nvPr/>
          </p:nvGrpSpPr>
          <p:grpSpPr>
            <a:xfrm rot="10800000">
              <a:off x="1016004" y="2179616"/>
              <a:ext cx="1228843" cy="868187"/>
              <a:chOff x="390675" y="534475"/>
              <a:chExt cx="1051371" cy="742802"/>
            </a:xfrm>
          </p:grpSpPr>
          <p:sp>
            <p:nvSpPr>
              <p:cNvPr id="1652" name="Google Shape;1652;p42"/>
              <p:cNvSpPr/>
              <p:nvPr/>
            </p:nvSpPr>
            <p:spPr>
              <a:xfrm>
                <a:off x="416650" y="551925"/>
                <a:ext cx="1007575" cy="708650"/>
              </a:xfrm>
              <a:custGeom>
                <a:rect b="b" l="l" r="r" t="t"/>
                <a:pathLst>
                  <a:path extrusionOk="0" h="28346" w="40303">
                    <a:moveTo>
                      <a:pt x="0" y="17317"/>
                    </a:moveTo>
                    <a:lnTo>
                      <a:pt x="5669" y="11854"/>
                    </a:lnTo>
                    <a:lnTo>
                      <a:pt x="1752" y="7731"/>
                    </a:lnTo>
                    <a:lnTo>
                      <a:pt x="8349" y="7421"/>
                    </a:lnTo>
                    <a:lnTo>
                      <a:pt x="11235" y="2577"/>
                    </a:lnTo>
                    <a:lnTo>
                      <a:pt x="14637" y="5875"/>
                    </a:lnTo>
                    <a:lnTo>
                      <a:pt x="20718" y="0"/>
                    </a:lnTo>
                    <a:lnTo>
                      <a:pt x="23913" y="5463"/>
                    </a:lnTo>
                    <a:lnTo>
                      <a:pt x="31953" y="2886"/>
                    </a:lnTo>
                    <a:lnTo>
                      <a:pt x="31850" y="8968"/>
                    </a:lnTo>
                    <a:lnTo>
                      <a:pt x="40199" y="11132"/>
                    </a:lnTo>
                    <a:lnTo>
                      <a:pt x="38035" y="12988"/>
                    </a:lnTo>
                    <a:lnTo>
                      <a:pt x="35355" y="14121"/>
                    </a:lnTo>
                    <a:lnTo>
                      <a:pt x="40303" y="19378"/>
                    </a:lnTo>
                    <a:lnTo>
                      <a:pt x="31438" y="21027"/>
                    </a:lnTo>
                    <a:lnTo>
                      <a:pt x="31541" y="25460"/>
                    </a:lnTo>
                    <a:lnTo>
                      <a:pt x="24635" y="22471"/>
                    </a:lnTo>
                    <a:lnTo>
                      <a:pt x="23089" y="27727"/>
                    </a:lnTo>
                    <a:lnTo>
                      <a:pt x="18141" y="24841"/>
                    </a:lnTo>
                    <a:lnTo>
                      <a:pt x="14843" y="28346"/>
                    </a:lnTo>
                    <a:lnTo>
                      <a:pt x="12575" y="24120"/>
                    </a:lnTo>
                    <a:lnTo>
                      <a:pt x="6287" y="26284"/>
                    </a:lnTo>
                    <a:lnTo>
                      <a:pt x="7112" y="20306"/>
                    </a:lnTo>
                    <a:lnTo>
                      <a:pt x="1237" y="185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53" name="Google Shape;1653;p42"/>
              <p:cNvSpPr/>
              <p:nvPr/>
            </p:nvSpPr>
            <p:spPr>
              <a:xfrm>
                <a:off x="390675" y="534475"/>
                <a:ext cx="1051371" cy="742802"/>
              </a:xfrm>
              <a:custGeom>
                <a:rect b="b" l="l" r="r" t="t"/>
                <a:pathLst>
                  <a:path extrusionOk="0" h="8233" w="11349">
                    <a:moveTo>
                      <a:pt x="2367" y="2117"/>
                    </a:moveTo>
                    <a:cubicBezTo>
                      <a:pt x="2467" y="1934"/>
                      <a:pt x="2567" y="1751"/>
                      <a:pt x="2633" y="1567"/>
                    </a:cubicBezTo>
                    <a:cubicBezTo>
                      <a:pt x="2717" y="1351"/>
                      <a:pt x="2850" y="1134"/>
                      <a:pt x="3017" y="967"/>
                    </a:cubicBezTo>
                    <a:cubicBezTo>
                      <a:pt x="3233" y="701"/>
                      <a:pt x="3467" y="717"/>
                      <a:pt x="3650" y="1001"/>
                    </a:cubicBezTo>
                    <a:cubicBezTo>
                      <a:pt x="3717" y="1101"/>
                      <a:pt x="3800" y="1201"/>
                      <a:pt x="3883" y="1301"/>
                    </a:cubicBezTo>
                    <a:cubicBezTo>
                      <a:pt x="3950" y="1384"/>
                      <a:pt x="4050" y="1501"/>
                      <a:pt x="4166" y="1617"/>
                    </a:cubicBezTo>
                    <a:cubicBezTo>
                      <a:pt x="4283" y="1551"/>
                      <a:pt x="4333" y="1417"/>
                      <a:pt x="4416" y="1334"/>
                    </a:cubicBezTo>
                    <a:cubicBezTo>
                      <a:pt x="4500" y="1251"/>
                      <a:pt x="4583" y="1151"/>
                      <a:pt x="4666" y="1051"/>
                    </a:cubicBezTo>
                    <a:cubicBezTo>
                      <a:pt x="4816" y="901"/>
                      <a:pt x="4950" y="734"/>
                      <a:pt x="5116" y="601"/>
                    </a:cubicBezTo>
                    <a:cubicBezTo>
                      <a:pt x="5283" y="468"/>
                      <a:pt x="5433" y="301"/>
                      <a:pt x="5566" y="134"/>
                    </a:cubicBezTo>
                    <a:cubicBezTo>
                      <a:pt x="5616" y="34"/>
                      <a:pt x="5766" y="1"/>
                      <a:pt x="5849" y="68"/>
                    </a:cubicBezTo>
                    <a:cubicBezTo>
                      <a:pt x="6049" y="184"/>
                      <a:pt x="6199" y="368"/>
                      <a:pt x="6266" y="584"/>
                    </a:cubicBezTo>
                    <a:cubicBezTo>
                      <a:pt x="6349" y="801"/>
                      <a:pt x="6433" y="1001"/>
                      <a:pt x="6533" y="1217"/>
                    </a:cubicBezTo>
                    <a:cubicBezTo>
                      <a:pt x="6583" y="1301"/>
                      <a:pt x="6649" y="1384"/>
                      <a:pt x="6716" y="1467"/>
                    </a:cubicBezTo>
                    <a:cubicBezTo>
                      <a:pt x="6782" y="1434"/>
                      <a:pt x="6849" y="1417"/>
                      <a:pt x="6899" y="1401"/>
                    </a:cubicBezTo>
                    <a:cubicBezTo>
                      <a:pt x="7299" y="1201"/>
                      <a:pt x="7716" y="1067"/>
                      <a:pt x="8149" y="984"/>
                    </a:cubicBezTo>
                    <a:cubicBezTo>
                      <a:pt x="8249" y="951"/>
                      <a:pt x="8332" y="917"/>
                      <a:pt x="8432" y="867"/>
                    </a:cubicBezTo>
                    <a:cubicBezTo>
                      <a:pt x="8565" y="817"/>
                      <a:pt x="8715" y="801"/>
                      <a:pt x="8865" y="834"/>
                    </a:cubicBezTo>
                    <a:cubicBezTo>
                      <a:pt x="8965" y="851"/>
                      <a:pt x="9032" y="917"/>
                      <a:pt x="9032" y="1017"/>
                    </a:cubicBezTo>
                    <a:cubicBezTo>
                      <a:pt x="9032" y="1101"/>
                      <a:pt x="9032" y="1184"/>
                      <a:pt x="9032" y="1284"/>
                    </a:cubicBezTo>
                    <a:cubicBezTo>
                      <a:pt x="9015" y="1584"/>
                      <a:pt x="8982" y="1901"/>
                      <a:pt x="8949" y="2217"/>
                    </a:cubicBezTo>
                    <a:lnTo>
                      <a:pt x="8949" y="2500"/>
                    </a:lnTo>
                    <a:cubicBezTo>
                      <a:pt x="9015" y="2584"/>
                      <a:pt x="9132" y="2634"/>
                      <a:pt x="9249" y="2634"/>
                    </a:cubicBezTo>
                    <a:cubicBezTo>
                      <a:pt x="9482" y="2650"/>
                      <a:pt x="9715" y="2684"/>
                      <a:pt x="9948" y="2767"/>
                    </a:cubicBezTo>
                    <a:cubicBezTo>
                      <a:pt x="10098" y="2800"/>
                      <a:pt x="10265" y="2834"/>
                      <a:pt x="10415" y="2884"/>
                    </a:cubicBezTo>
                    <a:cubicBezTo>
                      <a:pt x="10648" y="2950"/>
                      <a:pt x="10865" y="3034"/>
                      <a:pt x="11098" y="3134"/>
                    </a:cubicBezTo>
                    <a:cubicBezTo>
                      <a:pt x="11265" y="3184"/>
                      <a:pt x="11298" y="3433"/>
                      <a:pt x="11148" y="3550"/>
                    </a:cubicBezTo>
                    <a:cubicBezTo>
                      <a:pt x="10981" y="3683"/>
                      <a:pt x="10782" y="3800"/>
                      <a:pt x="10565" y="3900"/>
                    </a:cubicBezTo>
                    <a:cubicBezTo>
                      <a:pt x="10382" y="3950"/>
                      <a:pt x="10198" y="4050"/>
                      <a:pt x="9998" y="4133"/>
                    </a:cubicBezTo>
                    <a:cubicBezTo>
                      <a:pt x="10048" y="4267"/>
                      <a:pt x="10165" y="4333"/>
                      <a:pt x="10248" y="4417"/>
                    </a:cubicBezTo>
                    <a:cubicBezTo>
                      <a:pt x="10315" y="4533"/>
                      <a:pt x="10398" y="4617"/>
                      <a:pt x="10498" y="4717"/>
                    </a:cubicBezTo>
                    <a:cubicBezTo>
                      <a:pt x="10682" y="4900"/>
                      <a:pt x="10865" y="5083"/>
                      <a:pt x="11081" y="5233"/>
                    </a:cubicBezTo>
                    <a:cubicBezTo>
                      <a:pt x="11181" y="5300"/>
                      <a:pt x="11248" y="5383"/>
                      <a:pt x="11315" y="5483"/>
                    </a:cubicBezTo>
                    <a:cubicBezTo>
                      <a:pt x="11348" y="5583"/>
                      <a:pt x="11315" y="5700"/>
                      <a:pt x="11215" y="5733"/>
                    </a:cubicBezTo>
                    <a:cubicBezTo>
                      <a:pt x="11198" y="5733"/>
                      <a:pt x="11181" y="5733"/>
                      <a:pt x="11181" y="5733"/>
                    </a:cubicBezTo>
                    <a:cubicBezTo>
                      <a:pt x="10515" y="5816"/>
                      <a:pt x="9882" y="6050"/>
                      <a:pt x="9215" y="6100"/>
                    </a:cubicBezTo>
                    <a:lnTo>
                      <a:pt x="8865" y="6116"/>
                    </a:lnTo>
                    <a:cubicBezTo>
                      <a:pt x="8832" y="6433"/>
                      <a:pt x="8865" y="6749"/>
                      <a:pt x="8965" y="7049"/>
                    </a:cubicBezTo>
                    <a:cubicBezTo>
                      <a:pt x="8982" y="7099"/>
                      <a:pt x="8999" y="7149"/>
                      <a:pt x="8999" y="7199"/>
                    </a:cubicBezTo>
                    <a:cubicBezTo>
                      <a:pt x="8999" y="7299"/>
                      <a:pt x="8949" y="7383"/>
                      <a:pt x="8849" y="7399"/>
                    </a:cubicBezTo>
                    <a:cubicBezTo>
                      <a:pt x="8699" y="7416"/>
                      <a:pt x="8549" y="7383"/>
                      <a:pt x="8415" y="7316"/>
                    </a:cubicBezTo>
                    <a:lnTo>
                      <a:pt x="7066" y="6616"/>
                    </a:lnTo>
                    <a:cubicBezTo>
                      <a:pt x="6949" y="6733"/>
                      <a:pt x="6866" y="6883"/>
                      <a:pt x="6832" y="7066"/>
                    </a:cubicBezTo>
                    <a:cubicBezTo>
                      <a:pt x="6782" y="7299"/>
                      <a:pt x="6732" y="7549"/>
                      <a:pt x="6649" y="7782"/>
                    </a:cubicBezTo>
                    <a:cubicBezTo>
                      <a:pt x="6616" y="7932"/>
                      <a:pt x="6449" y="8016"/>
                      <a:pt x="6316" y="7932"/>
                    </a:cubicBezTo>
                    <a:cubicBezTo>
                      <a:pt x="6016" y="7799"/>
                      <a:pt x="5733" y="7633"/>
                      <a:pt x="5483" y="7416"/>
                    </a:cubicBezTo>
                    <a:cubicBezTo>
                      <a:pt x="5383" y="7316"/>
                      <a:pt x="5266" y="7233"/>
                      <a:pt x="5150" y="7166"/>
                    </a:cubicBezTo>
                    <a:cubicBezTo>
                      <a:pt x="5000" y="7316"/>
                      <a:pt x="4866" y="7499"/>
                      <a:pt x="4733" y="7683"/>
                    </a:cubicBezTo>
                    <a:cubicBezTo>
                      <a:pt x="4633" y="7832"/>
                      <a:pt x="4516" y="7982"/>
                      <a:pt x="4400" y="8116"/>
                    </a:cubicBezTo>
                    <a:cubicBezTo>
                      <a:pt x="4316" y="8232"/>
                      <a:pt x="4133" y="8216"/>
                      <a:pt x="4083" y="8099"/>
                    </a:cubicBezTo>
                    <a:cubicBezTo>
                      <a:pt x="3916" y="7849"/>
                      <a:pt x="3800" y="7583"/>
                      <a:pt x="3717" y="7299"/>
                    </a:cubicBezTo>
                    <a:cubicBezTo>
                      <a:pt x="3683" y="7233"/>
                      <a:pt x="3667" y="7166"/>
                      <a:pt x="3633" y="7099"/>
                    </a:cubicBezTo>
                    <a:cubicBezTo>
                      <a:pt x="3617" y="7066"/>
                      <a:pt x="3583" y="7033"/>
                      <a:pt x="3550" y="6999"/>
                    </a:cubicBezTo>
                    <a:cubicBezTo>
                      <a:pt x="3250" y="7116"/>
                      <a:pt x="2967" y="7233"/>
                      <a:pt x="2700" y="7383"/>
                    </a:cubicBezTo>
                    <a:cubicBezTo>
                      <a:pt x="2517" y="7516"/>
                      <a:pt x="2300" y="7583"/>
                      <a:pt x="2067" y="7599"/>
                    </a:cubicBezTo>
                    <a:cubicBezTo>
                      <a:pt x="1867" y="7599"/>
                      <a:pt x="1784" y="7516"/>
                      <a:pt x="1800" y="7333"/>
                    </a:cubicBezTo>
                    <a:cubicBezTo>
                      <a:pt x="1800" y="7183"/>
                      <a:pt x="1817" y="7049"/>
                      <a:pt x="1850" y="6916"/>
                    </a:cubicBezTo>
                    <a:cubicBezTo>
                      <a:pt x="1900" y="6583"/>
                      <a:pt x="1967" y="6266"/>
                      <a:pt x="2034" y="5966"/>
                    </a:cubicBezTo>
                    <a:cubicBezTo>
                      <a:pt x="1950" y="5866"/>
                      <a:pt x="1817" y="5800"/>
                      <a:pt x="1684" y="5783"/>
                    </a:cubicBezTo>
                    <a:cubicBezTo>
                      <a:pt x="1317" y="5750"/>
                      <a:pt x="967" y="5650"/>
                      <a:pt x="651" y="5483"/>
                    </a:cubicBezTo>
                    <a:cubicBezTo>
                      <a:pt x="534" y="5416"/>
                      <a:pt x="384" y="5400"/>
                      <a:pt x="251" y="5333"/>
                    </a:cubicBezTo>
                    <a:cubicBezTo>
                      <a:pt x="84" y="5300"/>
                      <a:pt x="1" y="5083"/>
                      <a:pt x="117" y="4950"/>
                    </a:cubicBezTo>
                    <a:cubicBezTo>
                      <a:pt x="167" y="4850"/>
                      <a:pt x="234" y="4783"/>
                      <a:pt x="317" y="4717"/>
                    </a:cubicBezTo>
                    <a:cubicBezTo>
                      <a:pt x="734" y="4300"/>
                      <a:pt x="1167" y="3900"/>
                      <a:pt x="1617" y="3483"/>
                    </a:cubicBezTo>
                    <a:cubicBezTo>
                      <a:pt x="1417" y="3300"/>
                      <a:pt x="1250" y="3150"/>
                      <a:pt x="1084" y="3000"/>
                    </a:cubicBezTo>
                    <a:cubicBezTo>
                      <a:pt x="950" y="2884"/>
                      <a:pt x="801" y="2784"/>
                      <a:pt x="667" y="2650"/>
                    </a:cubicBezTo>
                    <a:cubicBezTo>
                      <a:pt x="584" y="2584"/>
                      <a:pt x="534" y="2484"/>
                      <a:pt x="484" y="2384"/>
                    </a:cubicBezTo>
                    <a:cubicBezTo>
                      <a:pt x="401" y="2267"/>
                      <a:pt x="501" y="2117"/>
                      <a:pt x="634" y="2117"/>
                    </a:cubicBezTo>
                    <a:cubicBezTo>
                      <a:pt x="684" y="2117"/>
                      <a:pt x="717" y="2117"/>
                      <a:pt x="751" y="2117"/>
                    </a:cubicBezTo>
                    <a:close/>
                    <a:moveTo>
                      <a:pt x="4250" y="7749"/>
                    </a:moveTo>
                    <a:cubicBezTo>
                      <a:pt x="4533" y="7466"/>
                      <a:pt x="4683" y="7166"/>
                      <a:pt x="4900" y="6949"/>
                    </a:cubicBezTo>
                    <a:cubicBezTo>
                      <a:pt x="5199" y="6866"/>
                      <a:pt x="5516" y="6966"/>
                      <a:pt x="5716" y="7199"/>
                    </a:cubicBezTo>
                    <a:cubicBezTo>
                      <a:pt x="5833" y="7299"/>
                      <a:pt x="5949" y="7399"/>
                      <a:pt x="6083" y="7466"/>
                    </a:cubicBezTo>
                    <a:cubicBezTo>
                      <a:pt x="6166" y="7533"/>
                      <a:pt x="6283" y="7566"/>
                      <a:pt x="6399" y="7549"/>
                    </a:cubicBezTo>
                    <a:cubicBezTo>
                      <a:pt x="6449" y="7416"/>
                      <a:pt x="6499" y="7266"/>
                      <a:pt x="6516" y="7116"/>
                    </a:cubicBezTo>
                    <a:cubicBezTo>
                      <a:pt x="6549" y="6866"/>
                      <a:pt x="6632" y="6649"/>
                      <a:pt x="6749" y="6433"/>
                    </a:cubicBezTo>
                    <a:cubicBezTo>
                      <a:pt x="6866" y="6183"/>
                      <a:pt x="6999" y="6150"/>
                      <a:pt x="7232" y="6283"/>
                    </a:cubicBezTo>
                    <a:cubicBezTo>
                      <a:pt x="7266" y="6316"/>
                      <a:pt x="7316" y="6333"/>
                      <a:pt x="7349" y="6366"/>
                    </a:cubicBezTo>
                    <a:cubicBezTo>
                      <a:pt x="7716" y="6649"/>
                      <a:pt x="8149" y="6783"/>
                      <a:pt x="8565" y="7016"/>
                    </a:cubicBezTo>
                    <a:cubicBezTo>
                      <a:pt x="8582" y="6949"/>
                      <a:pt x="8599" y="6883"/>
                      <a:pt x="8599" y="6816"/>
                    </a:cubicBezTo>
                    <a:cubicBezTo>
                      <a:pt x="8599" y="6616"/>
                      <a:pt x="8582" y="6433"/>
                      <a:pt x="8565" y="6250"/>
                    </a:cubicBezTo>
                    <a:cubicBezTo>
                      <a:pt x="8549" y="6100"/>
                      <a:pt x="8565" y="5966"/>
                      <a:pt x="8632" y="5850"/>
                    </a:cubicBezTo>
                    <a:cubicBezTo>
                      <a:pt x="8999" y="5816"/>
                      <a:pt x="9365" y="5800"/>
                      <a:pt x="9732" y="5733"/>
                    </a:cubicBezTo>
                    <a:cubicBezTo>
                      <a:pt x="10082" y="5683"/>
                      <a:pt x="10448" y="5566"/>
                      <a:pt x="10848" y="5466"/>
                    </a:cubicBezTo>
                    <a:cubicBezTo>
                      <a:pt x="10765" y="5383"/>
                      <a:pt x="10715" y="5300"/>
                      <a:pt x="10632" y="5233"/>
                    </a:cubicBezTo>
                    <a:cubicBezTo>
                      <a:pt x="10332" y="4916"/>
                      <a:pt x="10015" y="4600"/>
                      <a:pt x="9698" y="4317"/>
                    </a:cubicBezTo>
                    <a:cubicBezTo>
                      <a:pt x="9582" y="4233"/>
                      <a:pt x="9532" y="4100"/>
                      <a:pt x="9582" y="3967"/>
                    </a:cubicBezTo>
                    <a:cubicBezTo>
                      <a:pt x="9965" y="3767"/>
                      <a:pt x="10415" y="3700"/>
                      <a:pt x="10765" y="3417"/>
                    </a:cubicBezTo>
                    <a:cubicBezTo>
                      <a:pt x="10665" y="3284"/>
                      <a:pt x="10498" y="3200"/>
                      <a:pt x="10332" y="3184"/>
                    </a:cubicBezTo>
                    <a:cubicBezTo>
                      <a:pt x="10148" y="3134"/>
                      <a:pt x="9965" y="3117"/>
                      <a:pt x="9782" y="3050"/>
                    </a:cubicBezTo>
                    <a:cubicBezTo>
                      <a:pt x="9598" y="2984"/>
                      <a:pt x="9399" y="2950"/>
                      <a:pt x="9199" y="2950"/>
                    </a:cubicBezTo>
                    <a:cubicBezTo>
                      <a:pt x="9015" y="2934"/>
                      <a:pt x="8832" y="2867"/>
                      <a:pt x="8682" y="2784"/>
                    </a:cubicBezTo>
                    <a:cubicBezTo>
                      <a:pt x="8615" y="2650"/>
                      <a:pt x="8599" y="2517"/>
                      <a:pt x="8632" y="2384"/>
                    </a:cubicBezTo>
                    <a:cubicBezTo>
                      <a:pt x="8665" y="2050"/>
                      <a:pt x="8682" y="1717"/>
                      <a:pt x="8715" y="1367"/>
                    </a:cubicBezTo>
                    <a:cubicBezTo>
                      <a:pt x="8715" y="1301"/>
                      <a:pt x="8749" y="1217"/>
                      <a:pt x="8649" y="1167"/>
                    </a:cubicBezTo>
                    <a:cubicBezTo>
                      <a:pt x="8515" y="1217"/>
                      <a:pt x="8349" y="1267"/>
                      <a:pt x="8199" y="1301"/>
                    </a:cubicBezTo>
                    <a:cubicBezTo>
                      <a:pt x="8049" y="1351"/>
                      <a:pt x="7849" y="1384"/>
                      <a:pt x="7682" y="1434"/>
                    </a:cubicBezTo>
                    <a:cubicBezTo>
                      <a:pt x="7449" y="1517"/>
                      <a:pt x="7199" y="1634"/>
                      <a:pt x="6949" y="1734"/>
                    </a:cubicBezTo>
                    <a:cubicBezTo>
                      <a:pt x="6749" y="1851"/>
                      <a:pt x="6483" y="1767"/>
                      <a:pt x="6383" y="1534"/>
                    </a:cubicBezTo>
                    <a:cubicBezTo>
                      <a:pt x="6249" y="1284"/>
                      <a:pt x="6116" y="1017"/>
                      <a:pt x="6016" y="751"/>
                    </a:cubicBezTo>
                    <a:cubicBezTo>
                      <a:pt x="5983" y="617"/>
                      <a:pt x="5916" y="501"/>
                      <a:pt x="5799" y="418"/>
                    </a:cubicBezTo>
                    <a:cubicBezTo>
                      <a:pt x="5199" y="884"/>
                      <a:pt x="4666" y="1434"/>
                      <a:pt x="4233" y="2067"/>
                    </a:cubicBezTo>
                    <a:cubicBezTo>
                      <a:pt x="4150" y="2017"/>
                      <a:pt x="4083" y="1967"/>
                      <a:pt x="4016" y="1917"/>
                    </a:cubicBezTo>
                    <a:cubicBezTo>
                      <a:pt x="3900" y="1801"/>
                      <a:pt x="3816" y="1684"/>
                      <a:pt x="3717" y="1567"/>
                    </a:cubicBezTo>
                    <a:lnTo>
                      <a:pt x="3517" y="1334"/>
                    </a:lnTo>
                    <a:lnTo>
                      <a:pt x="3333" y="1117"/>
                    </a:lnTo>
                    <a:cubicBezTo>
                      <a:pt x="3200" y="1217"/>
                      <a:pt x="3067" y="1367"/>
                      <a:pt x="3000" y="1534"/>
                    </a:cubicBezTo>
                    <a:cubicBezTo>
                      <a:pt x="2917" y="1701"/>
                      <a:pt x="2833" y="1867"/>
                      <a:pt x="2767" y="2050"/>
                    </a:cubicBezTo>
                    <a:cubicBezTo>
                      <a:pt x="2683" y="2284"/>
                      <a:pt x="2450" y="2434"/>
                      <a:pt x="2200" y="2417"/>
                    </a:cubicBezTo>
                    <a:cubicBezTo>
                      <a:pt x="1867" y="2434"/>
                      <a:pt x="1534" y="2417"/>
                      <a:pt x="1184" y="2417"/>
                    </a:cubicBezTo>
                    <a:cubicBezTo>
                      <a:pt x="1134" y="2417"/>
                      <a:pt x="1067" y="2434"/>
                      <a:pt x="1000" y="2450"/>
                    </a:cubicBezTo>
                    <a:cubicBezTo>
                      <a:pt x="1134" y="2700"/>
                      <a:pt x="1367" y="2767"/>
                      <a:pt x="1517" y="2950"/>
                    </a:cubicBezTo>
                    <a:cubicBezTo>
                      <a:pt x="1650" y="3117"/>
                      <a:pt x="1917" y="3167"/>
                      <a:pt x="2000" y="3433"/>
                    </a:cubicBezTo>
                    <a:cubicBezTo>
                      <a:pt x="1550" y="4017"/>
                      <a:pt x="984" y="4500"/>
                      <a:pt x="467" y="5050"/>
                    </a:cubicBezTo>
                    <a:cubicBezTo>
                      <a:pt x="584" y="5100"/>
                      <a:pt x="684" y="5150"/>
                      <a:pt x="801" y="5200"/>
                    </a:cubicBezTo>
                    <a:cubicBezTo>
                      <a:pt x="1084" y="5366"/>
                      <a:pt x="1400" y="5466"/>
                      <a:pt x="1734" y="5483"/>
                    </a:cubicBezTo>
                    <a:cubicBezTo>
                      <a:pt x="1967" y="5516"/>
                      <a:pt x="2184" y="5600"/>
                      <a:pt x="2400" y="5733"/>
                    </a:cubicBezTo>
                    <a:cubicBezTo>
                      <a:pt x="2333" y="6233"/>
                      <a:pt x="2217" y="6716"/>
                      <a:pt x="2150" y="7216"/>
                    </a:cubicBezTo>
                    <a:cubicBezTo>
                      <a:pt x="2267" y="7249"/>
                      <a:pt x="2400" y="7216"/>
                      <a:pt x="2483" y="7133"/>
                    </a:cubicBezTo>
                    <a:cubicBezTo>
                      <a:pt x="2750" y="6933"/>
                      <a:pt x="3067" y="6883"/>
                      <a:pt x="3333" y="6716"/>
                    </a:cubicBezTo>
                    <a:cubicBezTo>
                      <a:pt x="3383" y="6699"/>
                      <a:pt x="3433" y="6683"/>
                      <a:pt x="3483" y="6666"/>
                    </a:cubicBezTo>
                    <a:cubicBezTo>
                      <a:pt x="3650" y="6599"/>
                      <a:pt x="3850" y="6699"/>
                      <a:pt x="3916" y="6866"/>
                    </a:cubicBezTo>
                    <a:cubicBezTo>
                      <a:pt x="3966" y="6966"/>
                      <a:pt x="4016" y="7066"/>
                      <a:pt x="4050" y="7183"/>
                    </a:cubicBezTo>
                    <a:cubicBezTo>
                      <a:pt x="4100" y="7366"/>
                      <a:pt x="4150" y="7533"/>
                      <a:pt x="4250" y="77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654" name="Google Shape;1654;p42"/>
            <p:cNvGrpSpPr/>
            <p:nvPr/>
          </p:nvGrpSpPr>
          <p:grpSpPr>
            <a:xfrm>
              <a:off x="1016004" y="3097804"/>
              <a:ext cx="1228843" cy="868187"/>
              <a:chOff x="390675" y="534475"/>
              <a:chExt cx="1051371" cy="742802"/>
            </a:xfrm>
          </p:grpSpPr>
          <p:sp>
            <p:nvSpPr>
              <p:cNvPr id="1655" name="Google Shape;1655;p42"/>
              <p:cNvSpPr/>
              <p:nvPr/>
            </p:nvSpPr>
            <p:spPr>
              <a:xfrm>
                <a:off x="416650" y="551925"/>
                <a:ext cx="1007575" cy="708650"/>
              </a:xfrm>
              <a:custGeom>
                <a:rect b="b" l="l" r="r" t="t"/>
                <a:pathLst>
                  <a:path extrusionOk="0" h="28346" w="40303">
                    <a:moveTo>
                      <a:pt x="0" y="17317"/>
                    </a:moveTo>
                    <a:lnTo>
                      <a:pt x="5669" y="11854"/>
                    </a:lnTo>
                    <a:lnTo>
                      <a:pt x="1752" y="7731"/>
                    </a:lnTo>
                    <a:lnTo>
                      <a:pt x="8349" y="7421"/>
                    </a:lnTo>
                    <a:lnTo>
                      <a:pt x="11235" y="2577"/>
                    </a:lnTo>
                    <a:lnTo>
                      <a:pt x="14637" y="5875"/>
                    </a:lnTo>
                    <a:lnTo>
                      <a:pt x="20718" y="0"/>
                    </a:lnTo>
                    <a:lnTo>
                      <a:pt x="23913" y="5463"/>
                    </a:lnTo>
                    <a:lnTo>
                      <a:pt x="31953" y="2886"/>
                    </a:lnTo>
                    <a:lnTo>
                      <a:pt x="31850" y="8968"/>
                    </a:lnTo>
                    <a:lnTo>
                      <a:pt x="40199" y="11132"/>
                    </a:lnTo>
                    <a:lnTo>
                      <a:pt x="38035" y="12988"/>
                    </a:lnTo>
                    <a:lnTo>
                      <a:pt x="35355" y="14121"/>
                    </a:lnTo>
                    <a:lnTo>
                      <a:pt x="40303" y="19378"/>
                    </a:lnTo>
                    <a:lnTo>
                      <a:pt x="31438" y="21027"/>
                    </a:lnTo>
                    <a:lnTo>
                      <a:pt x="31541" y="25460"/>
                    </a:lnTo>
                    <a:lnTo>
                      <a:pt x="24635" y="22471"/>
                    </a:lnTo>
                    <a:lnTo>
                      <a:pt x="23089" y="27727"/>
                    </a:lnTo>
                    <a:lnTo>
                      <a:pt x="18141" y="24841"/>
                    </a:lnTo>
                    <a:lnTo>
                      <a:pt x="14843" y="28346"/>
                    </a:lnTo>
                    <a:lnTo>
                      <a:pt x="12575" y="24120"/>
                    </a:lnTo>
                    <a:lnTo>
                      <a:pt x="6287" y="26284"/>
                    </a:lnTo>
                    <a:lnTo>
                      <a:pt x="7112" y="20306"/>
                    </a:lnTo>
                    <a:lnTo>
                      <a:pt x="1237" y="185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56" name="Google Shape;1656;p42"/>
              <p:cNvSpPr/>
              <p:nvPr/>
            </p:nvSpPr>
            <p:spPr>
              <a:xfrm>
                <a:off x="390675" y="534475"/>
                <a:ext cx="1051371" cy="742802"/>
              </a:xfrm>
              <a:custGeom>
                <a:rect b="b" l="l" r="r" t="t"/>
                <a:pathLst>
                  <a:path extrusionOk="0" h="8233" w="11349">
                    <a:moveTo>
                      <a:pt x="2367" y="2117"/>
                    </a:moveTo>
                    <a:cubicBezTo>
                      <a:pt x="2467" y="1934"/>
                      <a:pt x="2567" y="1751"/>
                      <a:pt x="2633" y="1567"/>
                    </a:cubicBezTo>
                    <a:cubicBezTo>
                      <a:pt x="2717" y="1351"/>
                      <a:pt x="2850" y="1134"/>
                      <a:pt x="3017" y="967"/>
                    </a:cubicBezTo>
                    <a:cubicBezTo>
                      <a:pt x="3233" y="701"/>
                      <a:pt x="3467" y="717"/>
                      <a:pt x="3650" y="1001"/>
                    </a:cubicBezTo>
                    <a:cubicBezTo>
                      <a:pt x="3717" y="1101"/>
                      <a:pt x="3800" y="1201"/>
                      <a:pt x="3883" y="1301"/>
                    </a:cubicBezTo>
                    <a:cubicBezTo>
                      <a:pt x="3950" y="1384"/>
                      <a:pt x="4050" y="1501"/>
                      <a:pt x="4166" y="1617"/>
                    </a:cubicBezTo>
                    <a:cubicBezTo>
                      <a:pt x="4283" y="1551"/>
                      <a:pt x="4333" y="1417"/>
                      <a:pt x="4416" y="1334"/>
                    </a:cubicBezTo>
                    <a:cubicBezTo>
                      <a:pt x="4500" y="1251"/>
                      <a:pt x="4583" y="1151"/>
                      <a:pt x="4666" y="1051"/>
                    </a:cubicBezTo>
                    <a:cubicBezTo>
                      <a:pt x="4816" y="901"/>
                      <a:pt x="4950" y="734"/>
                      <a:pt x="5116" y="601"/>
                    </a:cubicBezTo>
                    <a:cubicBezTo>
                      <a:pt x="5283" y="468"/>
                      <a:pt x="5433" y="301"/>
                      <a:pt x="5566" y="134"/>
                    </a:cubicBezTo>
                    <a:cubicBezTo>
                      <a:pt x="5616" y="34"/>
                      <a:pt x="5766" y="1"/>
                      <a:pt x="5849" y="68"/>
                    </a:cubicBezTo>
                    <a:cubicBezTo>
                      <a:pt x="6049" y="184"/>
                      <a:pt x="6199" y="368"/>
                      <a:pt x="6266" y="584"/>
                    </a:cubicBezTo>
                    <a:cubicBezTo>
                      <a:pt x="6349" y="801"/>
                      <a:pt x="6433" y="1001"/>
                      <a:pt x="6533" y="1217"/>
                    </a:cubicBezTo>
                    <a:cubicBezTo>
                      <a:pt x="6583" y="1301"/>
                      <a:pt x="6649" y="1384"/>
                      <a:pt x="6716" y="1467"/>
                    </a:cubicBezTo>
                    <a:cubicBezTo>
                      <a:pt x="6782" y="1434"/>
                      <a:pt x="6849" y="1417"/>
                      <a:pt x="6899" y="1401"/>
                    </a:cubicBezTo>
                    <a:cubicBezTo>
                      <a:pt x="7299" y="1201"/>
                      <a:pt x="7716" y="1067"/>
                      <a:pt x="8149" y="984"/>
                    </a:cubicBezTo>
                    <a:cubicBezTo>
                      <a:pt x="8249" y="951"/>
                      <a:pt x="8332" y="917"/>
                      <a:pt x="8432" y="867"/>
                    </a:cubicBezTo>
                    <a:cubicBezTo>
                      <a:pt x="8565" y="817"/>
                      <a:pt x="8715" y="801"/>
                      <a:pt x="8865" y="834"/>
                    </a:cubicBezTo>
                    <a:cubicBezTo>
                      <a:pt x="8965" y="851"/>
                      <a:pt x="9032" y="917"/>
                      <a:pt x="9032" y="1017"/>
                    </a:cubicBezTo>
                    <a:cubicBezTo>
                      <a:pt x="9032" y="1101"/>
                      <a:pt x="9032" y="1184"/>
                      <a:pt x="9032" y="1284"/>
                    </a:cubicBezTo>
                    <a:cubicBezTo>
                      <a:pt x="9015" y="1584"/>
                      <a:pt x="8982" y="1901"/>
                      <a:pt x="8949" y="2217"/>
                    </a:cubicBezTo>
                    <a:lnTo>
                      <a:pt x="8949" y="2500"/>
                    </a:lnTo>
                    <a:cubicBezTo>
                      <a:pt x="9015" y="2584"/>
                      <a:pt x="9132" y="2634"/>
                      <a:pt x="9249" y="2634"/>
                    </a:cubicBezTo>
                    <a:cubicBezTo>
                      <a:pt x="9482" y="2650"/>
                      <a:pt x="9715" y="2684"/>
                      <a:pt x="9948" y="2767"/>
                    </a:cubicBezTo>
                    <a:cubicBezTo>
                      <a:pt x="10098" y="2800"/>
                      <a:pt x="10265" y="2834"/>
                      <a:pt x="10415" y="2884"/>
                    </a:cubicBezTo>
                    <a:cubicBezTo>
                      <a:pt x="10648" y="2950"/>
                      <a:pt x="10865" y="3034"/>
                      <a:pt x="11098" y="3134"/>
                    </a:cubicBezTo>
                    <a:cubicBezTo>
                      <a:pt x="11265" y="3184"/>
                      <a:pt x="11298" y="3433"/>
                      <a:pt x="11148" y="3550"/>
                    </a:cubicBezTo>
                    <a:cubicBezTo>
                      <a:pt x="10981" y="3683"/>
                      <a:pt x="10782" y="3800"/>
                      <a:pt x="10565" y="3900"/>
                    </a:cubicBezTo>
                    <a:cubicBezTo>
                      <a:pt x="10382" y="3950"/>
                      <a:pt x="10198" y="4050"/>
                      <a:pt x="9998" y="4133"/>
                    </a:cubicBezTo>
                    <a:cubicBezTo>
                      <a:pt x="10048" y="4267"/>
                      <a:pt x="10165" y="4333"/>
                      <a:pt x="10248" y="4417"/>
                    </a:cubicBezTo>
                    <a:cubicBezTo>
                      <a:pt x="10315" y="4533"/>
                      <a:pt x="10398" y="4617"/>
                      <a:pt x="10498" y="4717"/>
                    </a:cubicBezTo>
                    <a:cubicBezTo>
                      <a:pt x="10682" y="4900"/>
                      <a:pt x="10865" y="5083"/>
                      <a:pt x="11081" y="5233"/>
                    </a:cubicBezTo>
                    <a:cubicBezTo>
                      <a:pt x="11181" y="5300"/>
                      <a:pt x="11248" y="5383"/>
                      <a:pt x="11315" y="5483"/>
                    </a:cubicBezTo>
                    <a:cubicBezTo>
                      <a:pt x="11348" y="5583"/>
                      <a:pt x="11315" y="5700"/>
                      <a:pt x="11215" y="5733"/>
                    </a:cubicBezTo>
                    <a:cubicBezTo>
                      <a:pt x="11198" y="5733"/>
                      <a:pt x="11181" y="5733"/>
                      <a:pt x="11181" y="5733"/>
                    </a:cubicBezTo>
                    <a:cubicBezTo>
                      <a:pt x="10515" y="5816"/>
                      <a:pt x="9882" y="6050"/>
                      <a:pt x="9215" y="6100"/>
                    </a:cubicBezTo>
                    <a:lnTo>
                      <a:pt x="8865" y="6116"/>
                    </a:lnTo>
                    <a:cubicBezTo>
                      <a:pt x="8832" y="6433"/>
                      <a:pt x="8865" y="6749"/>
                      <a:pt x="8965" y="7049"/>
                    </a:cubicBezTo>
                    <a:cubicBezTo>
                      <a:pt x="8982" y="7099"/>
                      <a:pt x="8999" y="7149"/>
                      <a:pt x="8999" y="7199"/>
                    </a:cubicBezTo>
                    <a:cubicBezTo>
                      <a:pt x="8999" y="7299"/>
                      <a:pt x="8949" y="7383"/>
                      <a:pt x="8849" y="7399"/>
                    </a:cubicBezTo>
                    <a:cubicBezTo>
                      <a:pt x="8699" y="7416"/>
                      <a:pt x="8549" y="7383"/>
                      <a:pt x="8415" y="7316"/>
                    </a:cubicBezTo>
                    <a:lnTo>
                      <a:pt x="7066" y="6616"/>
                    </a:lnTo>
                    <a:cubicBezTo>
                      <a:pt x="6949" y="6733"/>
                      <a:pt x="6866" y="6883"/>
                      <a:pt x="6832" y="7066"/>
                    </a:cubicBezTo>
                    <a:cubicBezTo>
                      <a:pt x="6782" y="7299"/>
                      <a:pt x="6732" y="7549"/>
                      <a:pt x="6649" y="7782"/>
                    </a:cubicBezTo>
                    <a:cubicBezTo>
                      <a:pt x="6616" y="7932"/>
                      <a:pt x="6449" y="8016"/>
                      <a:pt x="6316" y="7932"/>
                    </a:cubicBezTo>
                    <a:cubicBezTo>
                      <a:pt x="6016" y="7799"/>
                      <a:pt x="5733" y="7633"/>
                      <a:pt x="5483" y="7416"/>
                    </a:cubicBezTo>
                    <a:cubicBezTo>
                      <a:pt x="5383" y="7316"/>
                      <a:pt x="5266" y="7233"/>
                      <a:pt x="5150" y="7166"/>
                    </a:cubicBezTo>
                    <a:cubicBezTo>
                      <a:pt x="5000" y="7316"/>
                      <a:pt x="4866" y="7499"/>
                      <a:pt x="4733" y="7683"/>
                    </a:cubicBezTo>
                    <a:cubicBezTo>
                      <a:pt x="4633" y="7832"/>
                      <a:pt x="4516" y="7982"/>
                      <a:pt x="4400" y="8116"/>
                    </a:cubicBezTo>
                    <a:cubicBezTo>
                      <a:pt x="4316" y="8232"/>
                      <a:pt x="4133" y="8216"/>
                      <a:pt x="4083" y="8099"/>
                    </a:cubicBezTo>
                    <a:cubicBezTo>
                      <a:pt x="3916" y="7849"/>
                      <a:pt x="3800" y="7583"/>
                      <a:pt x="3717" y="7299"/>
                    </a:cubicBezTo>
                    <a:cubicBezTo>
                      <a:pt x="3683" y="7233"/>
                      <a:pt x="3667" y="7166"/>
                      <a:pt x="3633" y="7099"/>
                    </a:cubicBezTo>
                    <a:cubicBezTo>
                      <a:pt x="3617" y="7066"/>
                      <a:pt x="3583" y="7033"/>
                      <a:pt x="3550" y="6999"/>
                    </a:cubicBezTo>
                    <a:cubicBezTo>
                      <a:pt x="3250" y="7116"/>
                      <a:pt x="2967" y="7233"/>
                      <a:pt x="2700" y="7383"/>
                    </a:cubicBezTo>
                    <a:cubicBezTo>
                      <a:pt x="2517" y="7516"/>
                      <a:pt x="2300" y="7583"/>
                      <a:pt x="2067" y="7599"/>
                    </a:cubicBezTo>
                    <a:cubicBezTo>
                      <a:pt x="1867" y="7599"/>
                      <a:pt x="1784" y="7516"/>
                      <a:pt x="1800" y="7333"/>
                    </a:cubicBezTo>
                    <a:cubicBezTo>
                      <a:pt x="1800" y="7183"/>
                      <a:pt x="1817" y="7049"/>
                      <a:pt x="1850" y="6916"/>
                    </a:cubicBezTo>
                    <a:cubicBezTo>
                      <a:pt x="1900" y="6583"/>
                      <a:pt x="1967" y="6266"/>
                      <a:pt x="2034" y="5966"/>
                    </a:cubicBezTo>
                    <a:cubicBezTo>
                      <a:pt x="1950" y="5866"/>
                      <a:pt x="1817" y="5800"/>
                      <a:pt x="1684" y="5783"/>
                    </a:cubicBezTo>
                    <a:cubicBezTo>
                      <a:pt x="1317" y="5750"/>
                      <a:pt x="967" y="5650"/>
                      <a:pt x="651" y="5483"/>
                    </a:cubicBezTo>
                    <a:cubicBezTo>
                      <a:pt x="534" y="5416"/>
                      <a:pt x="384" y="5400"/>
                      <a:pt x="251" y="5333"/>
                    </a:cubicBezTo>
                    <a:cubicBezTo>
                      <a:pt x="84" y="5300"/>
                      <a:pt x="1" y="5083"/>
                      <a:pt x="117" y="4950"/>
                    </a:cubicBezTo>
                    <a:cubicBezTo>
                      <a:pt x="167" y="4850"/>
                      <a:pt x="234" y="4783"/>
                      <a:pt x="317" y="4717"/>
                    </a:cubicBezTo>
                    <a:cubicBezTo>
                      <a:pt x="734" y="4300"/>
                      <a:pt x="1167" y="3900"/>
                      <a:pt x="1617" y="3483"/>
                    </a:cubicBezTo>
                    <a:cubicBezTo>
                      <a:pt x="1417" y="3300"/>
                      <a:pt x="1250" y="3150"/>
                      <a:pt x="1084" y="3000"/>
                    </a:cubicBezTo>
                    <a:cubicBezTo>
                      <a:pt x="950" y="2884"/>
                      <a:pt x="801" y="2784"/>
                      <a:pt x="667" y="2650"/>
                    </a:cubicBezTo>
                    <a:cubicBezTo>
                      <a:pt x="584" y="2584"/>
                      <a:pt x="534" y="2484"/>
                      <a:pt x="484" y="2384"/>
                    </a:cubicBezTo>
                    <a:cubicBezTo>
                      <a:pt x="401" y="2267"/>
                      <a:pt x="501" y="2117"/>
                      <a:pt x="634" y="2117"/>
                    </a:cubicBezTo>
                    <a:cubicBezTo>
                      <a:pt x="684" y="2117"/>
                      <a:pt x="717" y="2117"/>
                      <a:pt x="751" y="2117"/>
                    </a:cubicBezTo>
                    <a:close/>
                    <a:moveTo>
                      <a:pt x="4250" y="7749"/>
                    </a:moveTo>
                    <a:cubicBezTo>
                      <a:pt x="4533" y="7466"/>
                      <a:pt x="4683" y="7166"/>
                      <a:pt x="4900" y="6949"/>
                    </a:cubicBezTo>
                    <a:cubicBezTo>
                      <a:pt x="5199" y="6866"/>
                      <a:pt x="5516" y="6966"/>
                      <a:pt x="5716" y="7199"/>
                    </a:cubicBezTo>
                    <a:cubicBezTo>
                      <a:pt x="5833" y="7299"/>
                      <a:pt x="5949" y="7399"/>
                      <a:pt x="6083" y="7466"/>
                    </a:cubicBezTo>
                    <a:cubicBezTo>
                      <a:pt x="6166" y="7533"/>
                      <a:pt x="6283" y="7566"/>
                      <a:pt x="6399" y="7549"/>
                    </a:cubicBezTo>
                    <a:cubicBezTo>
                      <a:pt x="6449" y="7416"/>
                      <a:pt x="6499" y="7266"/>
                      <a:pt x="6516" y="7116"/>
                    </a:cubicBezTo>
                    <a:cubicBezTo>
                      <a:pt x="6549" y="6866"/>
                      <a:pt x="6632" y="6649"/>
                      <a:pt x="6749" y="6433"/>
                    </a:cubicBezTo>
                    <a:cubicBezTo>
                      <a:pt x="6866" y="6183"/>
                      <a:pt x="6999" y="6150"/>
                      <a:pt x="7232" y="6283"/>
                    </a:cubicBezTo>
                    <a:cubicBezTo>
                      <a:pt x="7266" y="6316"/>
                      <a:pt x="7316" y="6333"/>
                      <a:pt x="7349" y="6366"/>
                    </a:cubicBezTo>
                    <a:cubicBezTo>
                      <a:pt x="7716" y="6649"/>
                      <a:pt x="8149" y="6783"/>
                      <a:pt x="8565" y="7016"/>
                    </a:cubicBezTo>
                    <a:cubicBezTo>
                      <a:pt x="8582" y="6949"/>
                      <a:pt x="8599" y="6883"/>
                      <a:pt x="8599" y="6816"/>
                    </a:cubicBezTo>
                    <a:cubicBezTo>
                      <a:pt x="8599" y="6616"/>
                      <a:pt x="8582" y="6433"/>
                      <a:pt x="8565" y="6250"/>
                    </a:cubicBezTo>
                    <a:cubicBezTo>
                      <a:pt x="8549" y="6100"/>
                      <a:pt x="8565" y="5966"/>
                      <a:pt x="8632" y="5850"/>
                    </a:cubicBezTo>
                    <a:cubicBezTo>
                      <a:pt x="8999" y="5816"/>
                      <a:pt x="9365" y="5800"/>
                      <a:pt x="9732" y="5733"/>
                    </a:cubicBezTo>
                    <a:cubicBezTo>
                      <a:pt x="10082" y="5683"/>
                      <a:pt x="10448" y="5566"/>
                      <a:pt x="10848" y="5466"/>
                    </a:cubicBezTo>
                    <a:cubicBezTo>
                      <a:pt x="10765" y="5383"/>
                      <a:pt x="10715" y="5300"/>
                      <a:pt x="10632" y="5233"/>
                    </a:cubicBezTo>
                    <a:cubicBezTo>
                      <a:pt x="10332" y="4916"/>
                      <a:pt x="10015" y="4600"/>
                      <a:pt x="9698" y="4317"/>
                    </a:cubicBezTo>
                    <a:cubicBezTo>
                      <a:pt x="9582" y="4233"/>
                      <a:pt x="9532" y="4100"/>
                      <a:pt x="9582" y="3967"/>
                    </a:cubicBezTo>
                    <a:cubicBezTo>
                      <a:pt x="9965" y="3767"/>
                      <a:pt x="10415" y="3700"/>
                      <a:pt x="10765" y="3417"/>
                    </a:cubicBezTo>
                    <a:cubicBezTo>
                      <a:pt x="10665" y="3284"/>
                      <a:pt x="10498" y="3200"/>
                      <a:pt x="10332" y="3184"/>
                    </a:cubicBezTo>
                    <a:cubicBezTo>
                      <a:pt x="10148" y="3134"/>
                      <a:pt x="9965" y="3117"/>
                      <a:pt x="9782" y="3050"/>
                    </a:cubicBezTo>
                    <a:cubicBezTo>
                      <a:pt x="9598" y="2984"/>
                      <a:pt x="9399" y="2950"/>
                      <a:pt x="9199" y="2950"/>
                    </a:cubicBezTo>
                    <a:cubicBezTo>
                      <a:pt x="9015" y="2934"/>
                      <a:pt x="8832" y="2867"/>
                      <a:pt x="8682" y="2784"/>
                    </a:cubicBezTo>
                    <a:cubicBezTo>
                      <a:pt x="8615" y="2650"/>
                      <a:pt x="8599" y="2517"/>
                      <a:pt x="8632" y="2384"/>
                    </a:cubicBezTo>
                    <a:cubicBezTo>
                      <a:pt x="8665" y="2050"/>
                      <a:pt x="8682" y="1717"/>
                      <a:pt x="8715" y="1367"/>
                    </a:cubicBezTo>
                    <a:cubicBezTo>
                      <a:pt x="8715" y="1301"/>
                      <a:pt x="8749" y="1217"/>
                      <a:pt x="8649" y="1167"/>
                    </a:cubicBezTo>
                    <a:cubicBezTo>
                      <a:pt x="8515" y="1217"/>
                      <a:pt x="8349" y="1267"/>
                      <a:pt x="8199" y="1301"/>
                    </a:cubicBezTo>
                    <a:cubicBezTo>
                      <a:pt x="8049" y="1351"/>
                      <a:pt x="7849" y="1384"/>
                      <a:pt x="7682" y="1434"/>
                    </a:cubicBezTo>
                    <a:cubicBezTo>
                      <a:pt x="7449" y="1517"/>
                      <a:pt x="7199" y="1634"/>
                      <a:pt x="6949" y="1734"/>
                    </a:cubicBezTo>
                    <a:cubicBezTo>
                      <a:pt x="6749" y="1851"/>
                      <a:pt x="6483" y="1767"/>
                      <a:pt x="6383" y="1534"/>
                    </a:cubicBezTo>
                    <a:cubicBezTo>
                      <a:pt x="6249" y="1284"/>
                      <a:pt x="6116" y="1017"/>
                      <a:pt x="6016" y="751"/>
                    </a:cubicBezTo>
                    <a:cubicBezTo>
                      <a:pt x="5983" y="617"/>
                      <a:pt x="5916" y="501"/>
                      <a:pt x="5799" y="418"/>
                    </a:cubicBezTo>
                    <a:cubicBezTo>
                      <a:pt x="5199" y="884"/>
                      <a:pt x="4666" y="1434"/>
                      <a:pt x="4233" y="2067"/>
                    </a:cubicBezTo>
                    <a:cubicBezTo>
                      <a:pt x="4150" y="2017"/>
                      <a:pt x="4083" y="1967"/>
                      <a:pt x="4016" y="1917"/>
                    </a:cubicBezTo>
                    <a:cubicBezTo>
                      <a:pt x="3900" y="1801"/>
                      <a:pt x="3816" y="1684"/>
                      <a:pt x="3717" y="1567"/>
                    </a:cubicBezTo>
                    <a:lnTo>
                      <a:pt x="3517" y="1334"/>
                    </a:lnTo>
                    <a:lnTo>
                      <a:pt x="3333" y="1117"/>
                    </a:lnTo>
                    <a:cubicBezTo>
                      <a:pt x="3200" y="1217"/>
                      <a:pt x="3067" y="1367"/>
                      <a:pt x="3000" y="1534"/>
                    </a:cubicBezTo>
                    <a:cubicBezTo>
                      <a:pt x="2917" y="1701"/>
                      <a:pt x="2833" y="1867"/>
                      <a:pt x="2767" y="2050"/>
                    </a:cubicBezTo>
                    <a:cubicBezTo>
                      <a:pt x="2683" y="2284"/>
                      <a:pt x="2450" y="2434"/>
                      <a:pt x="2200" y="2417"/>
                    </a:cubicBezTo>
                    <a:cubicBezTo>
                      <a:pt x="1867" y="2434"/>
                      <a:pt x="1534" y="2417"/>
                      <a:pt x="1184" y="2417"/>
                    </a:cubicBezTo>
                    <a:cubicBezTo>
                      <a:pt x="1134" y="2417"/>
                      <a:pt x="1067" y="2434"/>
                      <a:pt x="1000" y="2450"/>
                    </a:cubicBezTo>
                    <a:cubicBezTo>
                      <a:pt x="1134" y="2700"/>
                      <a:pt x="1367" y="2767"/>
                      <a:pt x="1517" y="2950"/>
                    </a:cubicBezTo>
                    <a:cubicBezTo>
                      <a:pt x="1650" y="3117"/>
                      <a:pt x="1917" y="3167"/>
                      <a:pt x="2000" y="3433"/>
                    </a:cubicBezTo>
                    <a:cubicBezTo>
                      <a:pt x="1550" y="4017"/>
                      <a:pt x="984" y="4500"/>
                      <a:pt x="467" y="5050"/>
                    </a:cubicBezTo>
                    <a:cubicBezTo>
                      <a:pt x="584" y="5100"/>
                      <a:pt x="684" y="5150"/>
                      <a:pt x="801" y="5200"/>
                    </a:cubicBezTo>
                    <a:cubicBezTo>
                      <a:pt x="1084" y="5366"/>
                      <a:pt x="1400" y="5466"/>
                      <a:pt x="1734" y="5483"/>
                    </a:cubicBezTo>
                    <a:cubicBezTo>
                      <a:pt x="1967" y="5516"/>
                      <a:pt x="2184" y="5600"/>
                      <a:pt x="2400" y="5733"/>
                    </a:cubicBezTo>
                    <a:cubicBezTo>
                      <a:pt x="2333" y="6233"/>
                      <a:pt x="2217" y="6716"/>
                      <a:pt x="2150" y="7216"/>
                    </a:cubicBezTo>
                    <a:cubicBezTo>
                      <a:pt x="2267" y="7249"/>
                      <a:pt x="2400" y="7216"/>
                      <a:pt x="2483" y="7133"/>
                    </a:cubicBezTo>
                    <a:cubicBezTo>
                      <a:pt x="2750" y="6933"/>
                      <a:pt x="3067" y="6883"/>
                      <a:pt x="3333" y="6716"/>
                    </a:cubicBezTo>
                    <a:cubicBezTo>
                      <a:pt x="3383" y="6699"/>
                      <a:pt x="3433" y="6683"/>
                      <a:pt x="3483" y="6666"/>
                    </a:cubicBezTo>
                    <a:cubicBezTo>
                      <a:pt x="3650" y="6599"/>
                      <a:pt x="3850" y="6699"/>
                      <a:pt x="3916" y="6866"/>
                    </a:cubicBezTo>
                    <a:cubicBezTo>
                      <a:pt x="3966" y="6966"/>
                      <a:pt x="4016" y="7066"/>
                      <a:pt x="4050" y="7183"/>
                    </a:cubicBezTo>
                    <a:cubicBezTo>
                      <a:pt x="4100" y="7366"/>
                      <a:pt x="4150" y="7533"/>
                      <a:pt x="4250" y="774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657" name="Google Shape;1657;p42"/>
            <p:cNvGrpSpPr/>
            <p:nvPr/>
          </p:nvGrpSpPr>
          <p:grpSpPr>
            <a:xfrm rot="10800000">
              <a:off x="1016004" y="4004066"/>
              <a:ext cx="1228843" cy="868187"/>
              <a:chOff x="390675" y="534475"/>
              <a:chExt cx="1051371" cy="742802"/>
            </a:xfrm>
          </p:grpSpPr>
          <p:sp>
            <p:nvSpPr>
              <p:cNvPr id="1658" name="Google Shape;1658;p42"/>
              <p:cNvSpPr/>
              <p:nvPr/>
            </p:nvSpPr>
            <p:spPr>
              <a:xfrm>
                <a:off x="416650" y="551925"/>
                <a:ext cx="1007575" cy="708650"/>
              </a:xfrm>
              <a:custGeom>
                <a:rect b="b" l="l" r="r" t="t"/>
                <a:pathLst>
                  <a:path extrusionOk="0" h="28346" w="40303">
                    <a:moveTo>
                      <a:pt x="0" y="17317"/>
                    </a:moveTo>
                    <a:lnTo>
                      <a:pt x="5669" y="11854"/>
                    </a:lnTo>
                    <a:lnTo>
                      <a:pt x="1752" y="7731"/>
                    </a:lnTo>
                    <a:lnTo>
                      <a:pt x="8349" y="7421"/>
                    </a:lnTo>
                    <a:lnTo>
                      <a:pt x="11235" y="2577"/>
                    </a:lnTo>
                    <a:lnTo>
                      <a:pt x="14637" y="5875"/>
                    </a:lnTo>
                    <a:lnTo>
                      <a:pt x="20718" y="0"/>
                    </a:lnTo>
                    <a:lnTo>
                      <a:pt x="23913" y="5463"/>
                    </a:lnTo>
                    <a:lnTo>
                      <a:pt x="31953" y="2886"/>
                    </a:lnTo>
                    <a:lnTo>
                      <a:pt x="31850" y="8968"/>
                    </a:lnTo>
                    <a:lnTo>
                      <a:pt x="40199" y="11132"/>
                    </a:lnTo>
                    <a:lnTo>
                      <a:pt x="38035" y="12988"/>
                    </a:lnTo>
                    <a:lnTo>
                      <a:pt x="35355" y="14121"/>
                    </a:lnTo>
                    <a:lnTo>
                      <a:pt x="40303" y="19378"/>
                    </a:lnTo>
                    <a:lnTo>
                      <a:pt x="31438" y="21027"/>
                    </a:lnTo>
                    <a:lnTo>
                      <a:pt x="31541" y="25460"/>
                    </a:lnTo>
                    <a:lnTo>
                      <a:pt x="24635" y="22471"/>
                    </a:lnTo>
                    <a:lnTo>
                      <a:pt x="23089" y="27727"/>
                    </a:lnTo>
                    <a:lnTo>
                      <a:pt x="18141" y="24841"/>
                    </a:lnTo>
                    <a:lnTo>
                      <a:pt x="14843" y="28346"/>
                    </a:lnTo>
                    <a:lnTo>
                      <a:pt x="12575" y="24120"/>
                    </a:lnTo>
                    <a:lnTo>
                      <a:pt x="6287" y="26284"/>
                    </a:lnTo>
                    <a:lnTo>
                      <a:pt x="7112" y="20306"/>
                    </a:lnTo>
                    <a:lnTo>
                      <a:pt x="1237" y="185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59" name="Google Shape;1659;p42"/>
              <p:cNvSpPr/>
              <p:nvPr/>
            </p:nvSpPr>
            <p:spPr>
              <a:xfrm>
                <a:off x="390675" y="534475"/>
                <a:ext cx="1051371" cy="742802"/>
              </a:xfrm>
              <a:custGeom>
                <a:rect b="b" l="l" r="r" t="t"/>
                <a:pathLst>
                  <a:path extrusionOk="0" h="8233" w="11349">
                    <a:moveTo>
                      <a:pt x="2367" y="2117"/>
                    </a:moveTo>
                    <a:cubicBezTo>
                      <a:pt x="2467" y="1934"/>
                      <a:pt x="2567" y="1751"/>
                      <a:pt x="2633" y="1567"/>
                    </a:cubicBezTo>
                    <a:cubicBezTo>
                      <a:pt x="2717" y="1351"/>
                      <a:pt x="2850" y="1134"/>
                      <a:pt x="3017" y="967"/>
                    </a:cubicBezTo>
                    <a:cubicBezTo>
                      <a:pt x="3233" y="701"/>
                      <a:pt x="3467" y="717"/>
                      <a:pt x="3650" y="1001"/>
                    </a:cubicBezTo>
                    <a:cubicBezTo>
                      <a:pt x="3717" y="1101"/>
                      <a:pt x="3800" y="1201"/>
                      <a:pt x="3883" y="1301"/>
                    </a:cubicBezTo>
                    <a:cubicBezTo>
                      <a:pt x="3950" y="1384"/>
                      <a:pt x="4050" y="1501"/>
                      <a:pt x="4166" y="1617"/>
                    </a:cubicBezTo>
                    <a:cubicBezTo>
                      <a:pt x="4283" y="1551"/>
                      <a:pt x="4333" y="1417"/>
                      <a:pt x="4416" y="1334"/>
                    </a:cubicBezTo>
                    <a:cubicBezTo>
                      <a:pt x="4500" y="1251"/>
                      <a:pt x="4583" y="1151"/>
                      <a:pt x="4666" y="1051"/>
                    </a:cubicBezTo>
                    <a:cubicBezTo>
                      <a:pt x="4816" y="901"/>
                      <a:pt x="4950" y="734"/>
                      <a:pt x="5116" y="601"/>
                    </a:cubicBezTo>
                    <a:cubicBezTo>
                      <a:pt x="5283" y="468"/>
                      <a:pt x="5433" y="301"/>
                      <a:pt x="5566" y="134"/>
                    </a:cubicBezTo>
                    <a:cubicBezTo>
                      <a:pt x="5616" y="34"/>
                      <a:pt x="5766" y="1"/>
                      <a:pt x="5849" y="68"/>
                    </a:cubicBezTo>
                    <a:cubicBezTo>
                      <a:pt x="6049" y="184"/>
                      <a:pt x="6199" y="368"/>
                      <a:pt x="6266" y="584"/>
                    </a:cubicBezTo>
                    <a:cubicBezTo>
                      <a:pt x="6349" y="801"/>
                      <a:pt x="6433" y="1001"/>
                      <a:pt x="6533" y="1217"/>
                    </a:cubicBezTo>
                    <a:cubicBezTo>
                      <a:pt x="6583" y="1301"/>
                      <a:pt x="6649" y="1384"/>
                      <a:pt x="6716" y="1467"/>
                    </a:cubicBezTo>
                    <a:cubicBezTo>
                      <a:pt x="6782" y="1434"/>
                      <a:pt x="6849" y="1417"/>
                      <a:pt x="6899" y="1401"/>
                    </a:cubicBezTo>
                    <a:cubicBezTo>
                      <a:pt x="7299" y="1201"/>
                      <a:pt x="7716" y="1067"/>
                      <a:pt x="8149" y="984"/>
                    </a:cubicBezTo>
                    <a:cubicBezTo>
                      <a:pt x="8249" y="951"/>
                      <a:pt x="8332" y="917"/>
                      <a:pt x="8432" y="867"/>
                    </a:cubicBezTo>
                    <a:cubicBezTo>
                      <a:pt x="8565" y="817"/>
                      <a:pt x="8715" y="801"/>
                      <a:pt x="8865" y="834"/>
                    </a:cubicBezTo>
                    <a:cubicBezTo>
                      <a:pt x="8965" y="851"/>
                      <a:pt x="9032" y="917"/>
                      <a:pt x="9032" y="1017"/>
                    </a:cubicBezTo>
                    <a:cubicBezTo>
                      <a:pt x="9032" y="1101"/>
                      <a:pt x="9032" y="1184"/>
                      <a:pt x="9032" y="1284"/>
                    </a:cubicBezTo>
                    <a:cubicBezTo>
                      <a:pt x="9015" y="1584"/>
                      <a:pt x="8982" y="1901"/>
                      <a:pt x="8949" y="2217"/>
                    </a:cubicBezTo>
                    <a:lnTo>
                      <a:pt x="8949" y="2500"/>
                    </a:lnTo>
                    <a:cubicBezTo>
                      <a:pt x="9015" y="2584"/>
                      <a:pt x="9132" y="2634"/>
                      <a:pt x="9249" y="2634"/>
                    </a:cubicBezTo>
                    <a:cubicBezTo>
                      <a:pt x="9482" y="2650"/>
                      <a:pt x="9715" y="2684"/>
                      <a:pt x="9948" y="2767"/>
                    </a:cubicBezTo>
                    <a:cubicBezTo>
                      <a:pt x="10098" y="2800"/>
                      <a:pt x="10265" y="2834"/>
                      <a:pt x="10415" y="2884"/>
                    </a:cubicBezTo>
                    <a:cubicBezTo>
                      <a:pt x="10648" y="2950"/>
                      <a:pt x="10865" y="3034"/>
                      <a:pt x="11098" y="3134"/>
                    </a:cubicBezTo>
                    <a:cubicBezTo>
                      <a:pt x="11265" y="3184"/>
                      <a:pt x="11298" y="3433"/>
                      <a:pt x="11148" y="3550"/>
                    </a:cubicBezTo>
                    <a:cubicBezTo>
                      <a:pt x="10981" y="3683"/>
                      <a:pt x="10782" y="3800"/>
                      <a:pt x="10565" y="3900"/>
                    </a:cubicBezTo>
                    <a:cubicBezTo>
                      <a:pt x="10382" y="3950"/>
                      <a:pt x="10198" y="4050"/>
                      <a:pt x="9998" y="4133"/>
                    </a:cubicBezTo>
                    <a:cubicBezTo>
                      <a:pt x="10048" y="4267"/>
                      <a:pt x="10165" y="4333"/>
                      <a:pt x="10248" y="4417"/>
                    </a:cubicBezTo>
                    <a:cubicBezTo>
                      <a:pt x="10315" y="4533"/>
                      <a:pt x="10398" y="4617"/>
                      <a:pt x="10498" y="4717"/>
                    </a:cubicBezTo>
                    <a:cubicBezTo>
                      <a:pt x="10682" y="4900"/>
                      <a:pt x="10865" y="5083"/>
                      <a:pt x="11081" y="5233"/>
                    </a:cubicBezTo>
                    <a:cubicBezTo>
                      <a:pt x="11181" y="5300"/>
                      <a:pt x="11248" y="5383"/>
                      <a:pt x="11315" y="5483"/>
                    </a:cubicBezTo>
                    <a:cubicBezTo>
                      <a:pt x="11348" y="5583"/>
                      <a:pt x="11315" y="5700"/>
                      <a:pt x="11215" y="5733"/>
                    </a:cubicBezTo>
                    <a:cubicBezTo>
                      <a:pt x="11198" y="5733"/>
                      <a:pt x="11181" y="5733"/>
                      <a:pt x="11181" y="5733"/>
                    </a:cubicBezTo>
                    <a:cubicBezTo>
                      <a:pt x="10515" y="5816"/>
                      <a:pt x="9882" y="6050"/>
                      <a:pt x="9215" y="6100"/>
                    </a:cubicBezTo>
                    <a:lnTo>
                      <a:pt x="8865" y="6116"/>
                    </a:lnTo>
                    <a:cubicBezTo>
                      <a:pt x="8832" y="6433"/>
                      <a:pt x="8865" y="6749"/>
                      <a:pt x="8965" y="7049"/>
                    </a:cubicBezTo>
                    <a:cubicBezTo>
                      <a:pt x="8982" y="7099"/>
                      <a:pt x="8999" y="7149"/>
                      <a:pt x="8999" y="7199"/>
                    </a:cubicBezTo>
                    <a:cubicBezTo>
                      <a:pt x="8999" y="7299"/>
                      <a:pt x="8949" y="7383"/>
                      <a:pt x="8849" y="7399"/>
                    </a:cubicBezTo>
                    <a:cubicBezTo>
                      <a:pt x="8699" y="7416"/>
                      <a:pt x="8549" y="7383"/>
                      <a:pt x="8415" y="7316"/>
                    </a:cubicBezTo>
                    <a:lnTo>
                      <a:pt x="7066" y="6616"/>
                    </a:lnTo>
                    <a:cubicBezTo>
                      <a:pt x="6949" y="6733"/>
                      <a:pt x="6866" y="6883"/>
                      <a:pt x="6832" y="7066"/>
                    </a:cubicBezTo>
                    <a:cubicBezTo>
                      <a:pt x="6782" y="7299"/>
                      <a:pt x="6732" y="7549"/>
                      <a:pt x="6649" y="7782"/>
                    </a:cubicBezTo>
                    <a:cubicBezTo>
                      <a:pt x="6616" y="7932"/>
                      <a:pt x="6449" y="8016"/>
                      <a:pt x="6316" y="7932"/>
                    </a:cubicBezTo>
                    <a:cubicBezTo>
                      <a:pt x="6016" y="7799"/>
                      <a:pt x="5733" y="7633"/>
                      <a:pt x="5483" y="7416"/>
                    </a:cubicBezTo>
                    <a:cubicBezTo>
                      <a:pt x="5383" y="7316"/>
                      <a:pt x="5266" y="7233"/>
                      <a:pt x="5150" y="7166"/>
                    </a:cubicBezTo>
                    <a:cubicBezTo>
                      <a:pt x="5000" y="7316"/>
                      <a:pt x="4866" y="7499"/>
                      <a:pt x="4733" y="7683"/>
                    </a:cubicBezTo>
                    <a:cubicBezTo>
                      <a:pt x="4633" y="7832"/>
                      <a:pt x="4516" y="7982"/>
                      <a:pt x="4400" y="8116"/>
                    </a:cubicBezTo>
                    <a:cubicBezTo>
                      <a:pt x="4316" y="8232"/>
                      <a:pt x="4133" y="8216"/>
                      <a:pt x="4083" y="8099"/>
                    </a:cubicBezTo>
                    <a:cubicBezTo>
                      <a:pt x="3916" y="7849"/>
                      <a:pt x="3800" y="7583"/>
                      <a:pt x="3717" y="7299"/>
                    </a:cubicBezTo>
                    <a:cubicBezTo>
                      <a:pt x="3683" y="7233"/>
                      <a:pt x="3667" y="7166"/>
                      <a:pt x="3633" y="7099"/>
                    </a:cubicBezTo>
                    <a:cubicBezTo>
                      <a:pt x="3617" y="7066"/>
                      <a:pt x="3583" y="7033"/>
                      <a:pt x="3550" y="6999"/>
                    </a:cubicBezTo>
                    <a:cubicBezTo>
                      <a:pt x="3250" y="7116"/>
                      <a:pt x="2967" y="7233"/>
                      <a:pt x="2700" y="7383"/>
                    </a:cubicBezTo>
                    <a:cubicBezTo>
                      <a:pt x="2517" y="7516"/>
                      <a:pt x="2300" y="7583"/>
                      <a:pt x="2067" y="7599"/>
                    </a:cubicBezTo>
                    <a:cubicBezTo>
                      <a:pt x="1867" y="7599"/>
                      <a:pt x="1784" y="7516"/>
                      <a:pt x="1800" y="7333"/>
                    </a:cubicBezTo>
                    <a:cubicBezTo>
                      <a:pt x="1800" y="7183"/>
                      <a:pt x="1817" y="7049"/>
                      <a:pt x="1850" y="6916"/>
                    </a:cubicBezTo>
                    <a:cubicBezTo>
                      <a:pt x="1900" y="6583"/>
                      <a:pt x="1967" y="6266"/>
                      <a:pt x="2034" y="5966"/>
                    </a:cubicBezTo>
                    <a:cubicBezTo>
                      <a:pt x="1950" y="5866"/>
                      <a:pt x="1817" y="5800"/>
                      <a:pt x="1684" y="5783"/>
                    </a:cubicBezTo>
                    <a:cubicBezTo>
                      <a:pt x="1317" y="5750"/>
                      <a:pt x="967" y="5650"/>
                      <a:pt x="651" y="5483"/>
                    </a:cubicBezTo>
                    <a:cubicBezTo>
                      <a:pt x="534" y="5416"/>
                      <a:pt x="384" y="5400"/>
                      <a:pt x="251" y="5333"/>
                    </a:cubicBezTo>
                    <a:cubicBezTo>
                      <a:pt x="84" y="5300"/>
                      <a:pt x="1" y="5083"/>
                      <a:pt x="117" y="4950"/>
                    </a:cubicBezTo>
                    <a:cubicBezTo>
                      <a:pt x="167" y="4850"/>
                      <a:pt x="234" y="4783"/>
                      <a:pt x="317" y="4717"/>
                    </a:cubicBezTo>
                    <a:cubicBezTo>
                      <a:pt x="734" y="4300"/>
                      <a:pt x="1167" y="3900"/>
                      <a:pt x="1617" y="3483"/>
                    </a:cubicBezTo>
                    <a:cubicBezTo>
                      <a:pt x="1417" y="3300"/>
                      <a:pt x="1250" y="3150"/>
                      <a:pt x="1084" y="3000"/>
                    </a:cubicBezTo>
                    <a:cubicBezTo>
                      <a:pt x="950" y="2884"/>
                      <a:pt x="801" y="2784"/>
                      <a:pt x="667" y="2650"/>
                    </a:cubicBezTo>
                    <a:cubicBezTo>
                      <a:pt x="584" y="2584"/>
                      <a:pt x="534" y="2484"/>
                      <a:pt x="484" y="2384"/>
                    </a:cubicBezTo>
                    <a:cubicBezTo>
                      <a:pt x="401" y="2267"/>
                      <a:pt x="501" y="2117"/>
                      <a:pt x="634" y="2117"/>
                    </a:cubicBezTo>
                    <a:cubicBezTo>
                      <a:pt x="684" y="2117"/>
                      <a:pt x="717" y="2117"/>
                      <a:pt x="751" y="2117"/>
                    </a:cubicBezTo>
                    <a:close/>
                    <a:moveTo>
                      <a:pt x="4250" y="7749"/>
                    </a:moveTo>
                    <a:cubicBezTo>
                      <a:pt x="4533" y="7466"/>
                      <a:pt x="4683" y="7166"/>
                      <a:pt x="4900" y="6949"/>
                    </a:cubicBezTo>
                    <a:cubicBezTo>
                      <a:pt x="5199" y="6866"/>
                      <a:pt x="5516" y="6966"/>
                      <a:pt x="5716" y="7199"/>
                    </a:cubicBezTo>
                    <a:cubicBezTo>
                      <a:pt x="5833" y="7299"/>
                      <a:pt x="5949" y="7399"/>
                      <a:pt x="6083" y="7466"/>
                    </a:cubicBezTo>
                    <a:cubicBezTo>
                      <a:pt x="6166" y="7533"/>
                      <a:pt x="6283" y="7566"/>
                      <a:pt x="6399" y="7549"/>
                    </a:cubicBezTo>
                    <a:cubicBezTo>
                      <a:pt x="6449" y="7416"/>
                      <a:pt x="6499" y="7266"/>
                      <a:pt x="6516" y="7116"/>
                    </a:cubicBezTo>
                    <a:cubicBezTo>
                      <a:pt x="6549" y="6866"/>
                      <a:pt x="6632" y="6649"/>
                      <a:pt x="6749" y="6433"/>
                    </a:cubicBezTo>
                    <a:cubicBezTo>
                      <a:pt x="6866" y="6183"/>
                      <a:pt x="6999" y="6150"/>
                      <a:pt x="7232" y="6283"/>
                    </a:cubicBezTo>
                    <a:cubicBezTo>
                      <a:pt x="7266" y="6316"/>
                      <a:pt x="7316" y="6333"/>
                      <a:pt x="7349" y="6366"/>
                    </a:cubicBezTo>
                    <a:cubicBezTo>
                      <a:pt x="7716" y="6649"/>
                      <a:pt x="8149" y="6783"/>
                      <a:pt x="8565" y="7016"/>
                    </a:cubicBezTo>
                    <a:cubicBezTo>
                      <a:pt x="8582" y="6949"/>
                      <a:pt x="8599" y="6883"/>
                      <a:pt x="8599" y="6816"/>
                    </a:cubicBezTo>
                    <a:cubicBezTo>
                      <a:pt x="8599" y="6616"/>
                      <a:pt x="8582" y="6433"/>
                      <a:pt x="8565" y="6250"/>
                    </a:cubicBezTo>
                    <a:cubicBezTo>
                      <a:pt x="8549" y="6100"/>
                      <a:pt x="8565" y="5966"/>
                      <a:pt x="8632" y="5850"/>
                    </a:cubicBezTo>
                    <a:cubicBezTo>
                      <a:pt x="8999" y="5816"/>
                      <a:pt x="9365" y="5800"/>
                      <a:pt x="9732" y="5733"/>
                    </a:cubicBezTo>
                    <a:cubicBezTo>
                      <a:pt x="10082" y="5683"/>
                      <a:pt x="10448" y="5566"/>
                      <a:pt x="10848" y="5466"/>
                    </a:cubicBezTo>
                    <a:cubicBezTo>
                      <a:pt x="10765" y="5383"/>
                      <a:pt x="10715" y="5300"/>
                      <a:pt x="10632" y="5233"/>
                    </a:cubicBezTo>
                    <a:cubicBezTo>
                      <a:pt x="10332" y="4916"/>
                      <a:pt x="10015" y="4600"/>
                      <a:pt x="9698" y="4317"/>
                    </a:cubicBezTo>
                    <a:cubicBezTo>
                      <a:pt x="9582" y="4233"/>
                      <a:pt x="9532" y="4100"/>
                      <a:pt x="9582" y="3967"/>
                    </a:cubicBezTo>
                    <a:cubicBezTo>
                      <a:pt x="9965" y="3767"/>
                      <a:pt x="10415" y="3700"/>
                      <a:pt x="10765" y="3417"/>
                    </a:cubicBezTo>
                    <a:cubicBezTo>
                      <a:pt x="10665" y="3284"/>
                      <a:pt x="10498" y="3200"/>
                      <a:pt x="10332" y="3184"/>
                    </a:cubicBezTo>
                    <a:cubicBezTo>
                      <a:pt x="10148" y="3134"/>
                      <a:pt x="9965" y="3117"/>
                      <a:pt x="9782" y="3050"/>
                    </a:cubicBezTo>
                    <a:cubicBezTo>
                      <a:pt x="9598" y="2984"/>
                      <a:pt x="9399" y="2950"/>
                      <a:pt x="9199" y="2950"/>
                    </a:cubicBezTo>
                    <a:cubicBezTo>
                      <a:pt x="9015" y="2934"/>
                      <a:pt x="8832" y="2867"/>
                      <a:pt x="8682" y="2784"/>
                    </a:cubicBezTo>
                    <a:cubicBezTo>
                      <a:pt x="8615" y="2650"/>
                      <a:pt x="8599" y="2517"/>
                      <a:pt x="8632" y="2384"/>
                    </a:cubicBezTo>
                    <a:cubicBezTo>
                      <a:pt x="8665" y="2050"/>
                      <a:pt x="8682" y="1717"/>
                      <a:pt x="8715" y="1367"/>
                    </a:cubicBezTo>
                    <a:cubicBezTo>
                      <a:pt x="8715" y="1301"/>
                      <a:pt x="8749" y="1217"/>
                      <a:pt x="8649" y="1167"/>
                    </a:cubicBezTo>
                    <a:cubicBezTo>
                      <a:pt x="8515" y="1217"/>
                      <a:pt x="8349" y="1267"/>
                      <a:pt x="8199" y="1301"/>
                    </a:cubicBezTo>
                    <a:cubicBezTo>
                      <a:pt x="8049" y="1351"/>
                      <a:pt x="7849" y="1384"/>
                      <a:pt x="7682" y="1434"/>
                    </a:cubicBezTo>
                    <a:cubicBezTo>
                      <a:pt x="7449" y="1517"/>
                      <a:pt x="7199" y="1634"/>
                      <a:pt x="6949" y="1734"/>
                    </a:cubicBezTo>
                    <a:cubicBezTo>
                      <a:pt x="6749" y="1851"/>
                      <a:pt x="6483" y="1767"/>
                      <a:pt x="6383" y="1534"/>
                    </a:cubicBezTo>
                    <a:cubicBezTo>
                      <a:pt x="6249" y="1284"/>
                      <a:pt x="6116" y="1017"/>
                      <a:pt x="6016" y="751"/>
                    </a:cubicBezTo>
                    <a:cubicBezTo>
                      <a:pt x="5983" y="617"/>
                      <a:pt x="5916" y="501"/>
                      <a:pt x="5799" y="418"/>
                    </a:cubicBezTo>
                    <a:cubicBezTo>
                      <a:pt x="5199" y="884"/>
                      <a:pt x="4666" y="1434"/>
                      <a:pt x="4233" y="2067"/>
                    </a:cubicBezTo>
                    <a:cubicBezTo>
                      <a:pt x="4150" y="2017"/>
                      <a:pt x="4083" y="1967"/>
                      <a:pt x="4016" y="1917"/>
                    </a:cubicBezTo>
                    <a:cubicBezTo>
                      <a:pt x="3900" y="1801"/>
                      <a:pt x="3816" y="1684"/>
                      <a:pt x="3717" y="1567"/>
                    </a:cubicBezTo>
                    <a:lnTo>
                      <a:pt x="3517" y="1334"/>
                    </a:lnTo>
                    <a:lnTo>
                      <a:pt x="3333" y="1117"/>
                    </a:lnTo>
                    <a:cubicBezTo>
                      <a:pt x="3200" y="1217"/>
                      <a:pt x="3067" y="1367"/>
                      <a:pt x="3000" y="1534"/>
                    </a:cubicBezTo>
                    <a:cubicBezTo>
                      <a:pt x="2917" y="1701"/>
                      <a:pt x="2833" y="1867"/>
                      <a:pt x="2767" y="2050"/>
                    </a:cubicBezTo>
                    <a:cubicBezTo>
                      <a:pt x="2683" y="2284"/>
                      <a:pt x="2450" y="2434"/>
                      <a:pt x="2200" y="2417"/>
                    </a:cubicBezTo>
                    <a:cubicBezTo>
                      <a:pt x="1867" y="2434"/>
                      <a:pt x="1534" y="2417"/>
                      <a:pt x="1184" y="2417"/>
                    </a:cubicBezTo>
                    <a:cubicBezTo>
                      <a:pt x="1134" y="2417"/>
                      <a:pt x="1067" y="2434"/>
                      <a:pt x="1000" y="2450"/>
                    </a:cubicBezTo>
                    <a:cubicBezTo>
                      <a:pt x="1134" y="2700"/>
                      <a:pt x="1367" y="2767"/>
                      <a:pt x="1517" y="2950"/>
                    </a:cubicBezTo>
                    <a:cubicBezTo>
                      <a:pt x="1650" y="3117"/>
                      <a:pt x="1917" y="3167"/>
                      <a:pt x="2000" y="3433"/>
                    </a:cubicBezTo>
                    <a:cubicBezTo>
                      <a:pt x="1550" y="4017"/>
                      <a:pt x="984" y="4500"/>
                      <a:pt x="467" y="5050"/>
                    </a:cubicBezTo>
                    <a:cubicBezTo>
                      <a:pt x="584" y="5100"/>
                      <a:pt x="684" y="5150"/>
                      <a:pt x="801" y="5200"/>
                    </a:cubicBezTo>
                    <a:cubicBezTo>
                      <a:pt x="1084" y="5366"/>
                      <a:pt x="1400" y="5466"/>
                      <a:pt x="1734" y="5483"/>
                    </a:cubicBezTo>
                    <a:cubicBezTo>
                      <a:pt x="1967" y="5516"/>
                      <a:pt x="2184" y="5600"/>
                      <a:pt x="2400" y="5733"/>
                    </a:cubicBezTo>
                    <a:cubicBezTo>
                      <a:pt x="2333" y="6233"/>
                      <a:pt x="2217" y="6716"/>
                      <a:pt x="2150" y="7216"/>
                    </a:cubicBezTo>
                    <a:cubicBezTo>
                      <a:pt x="2267" y="7249"/>
                      <a:pt x="2400" y="7216"/>
                      <a:pt x="2483" y="7133"/>
                    </a:cubicBezTo>
                    <a:cubicBezTo>
                      <a:pt x="2750" y="6933"/>
                      <a:pt x="3067" y="6883"/>
                      <a:pt x="3333" y="6716"/>
                    </a:cubicBezTo>
                    <a:cubicBezTo>
                      <a:pt x="3383" y="6699"/>
                      <a:pt x="3433" y="6683"/>
                      <a:pt x="3483" y="6666"/>
                    </a:cubicBezTo>
                    <a:cubicBezTo>
                      <a:pt x="3650" y="6599"/>
                      <a:pt x="3850" y="6699"/>
                      <a:pt x="3916" y="6866"/>
                    </a:cubicBezTo>
                    <a:cubicBezTo>
                      <a:pt x="3966" y="6966"/>
                      <a:pt x="4016" y="7066"/>
                      <a:pt x="4050" y="7183"/>
                    </a:cubicBezTo>
                    <a:cubicBezTo>
                      <a:pt x="4100" y="7366"/>
                      <a:pt x="4150" y="7533"/>
                      <a:pt x="4250" y="774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1660" name="Google Shape;1660;p42"/>
          <p:cNvSpPr txBox="1"/>
          <p:nvPr/>
        </p:nvSpPr>
        <p:spPr>
          <a:xfrm>
            <a:off x="4584650" y="1499850"/>
            <a:ext cx="26202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name, but also a poisonous atmosphere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1" name="Google Shape;1661;p42"/>
          <p:cNvSpPr txBox="1"/>
          <p:nvPr/>
        </p:nvSpPr>
        <p:spPr>
          <a:xfrm>
            <a:off x="2636132" y="1522188"/>
            <a:ext cx="13542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Venus</a:t>
            </a:r>
            <a:endParaRPr b="1" sz="18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62" name="Google Shape;1662;p42"/>
          <p:cNvSpPr txBox="1"/>
          <p:nvPr/>
        </p:nvSpPr>
        <p:spPr>
          <a:xfrm>
            <a:off x="1330578" y="2349238"/>
            <a:ext cx="5937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b="1" sz="18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63" name="Google Shape;1663;p42"/>
          <p:cNvSpPr txBox="1"/>
          <p:nvPr/>
        </p:nvSpPr>
        <p:spPr>
          <a:xfrm>
            <a:off x="4591906" y="2406100"/>
            <a:ext cx="26202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the smallest and innermost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4" name="Google Shape;1664;p42"/>
          <p:cNvSpPr txBox="1"/>
          <p:nvPr/>
        </p:nvSpPr>
        <p:spPr>
          <a:xfrm>
            <a:off x="2643694" y="2428438"/>
            <a:ext cx="13542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8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65" name="Google Shape;1665;p42"/>
          <p:cNvSpPr txBox="1"/>
          <p:nvPr/>
        </p:nvSpPr>
        <p:spPr>
          <a:xfrm>
            <a:off x="1330578" y="3255488"/>
            <a:ext cx="5937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03</a:t>
            </a:r>
            <a:endParaRPr b="1" sz="18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66" name="Google Shape;1666;p42"/>
          <p:cNvSpPr txBox="1"/>
          <p:nvPr/>
        </p:nvSpPr>
        <p:spPr>
          <a:xfrm>
            <a:off x="4591906" y="3312350"/>
            <a:ext cx="26202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the sixth planet from the Sun and the second-largest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7" name="Google Shape;1667;p42"/>
          <p:cNvSpPr txBox="1"/>
          <p:nvPr/>
        </p:nvSpPr>
        <p:spPr>
          <a:xfrm>
            <a:off x="2643694" y="3334688"/>
            <a:ext cx="13542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b="1" sz="18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68" name="Google Shape;1668;p42"/>
          <p:cNvSpPr txBox="1"/>
          <p:nvPr/>
        </p:nvSpPr>
        <p:spPr>
          <a:xfrm>
            <a:off x="1330578" y="4161738"/>
            <a:ext cx="5937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04</a:t>
            </a:r>
            <a:endParaRPr b="1" sz="18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69" name="Google Shape;1669;p42"/>
          <p:cNvSpPr txBox="1"/>
          <p:nvPr/>
        </p:nvSpPr>
        <p:spPr>
          <a:xfrm>
            <a:off x="4591906" y="4218600"/>
            <a:ext cx="26202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the fifth planet from the Sun and the largest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0" name="Google Shape;1670;p42"/>
          <p:cNvSpPr txBox="1"/>
          <p:nvPr/>
        </p:nvSpPr>
        <p:spPr>
          <a:xfrm>
            <a:off x="2643694" y="4240938"/>
            <a:ext cx="13542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Jupiter</a:t>
            </a:r>
            <a:endParaRPr b="1" sz="18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71" name="Google Shape;1671;p42"/>
          <p:cNvSpPr txBox="1"/>
          <p:nvPr/>
        </p:nvSpPr>
        <p:spPr>
          <a:xfrm>
            <a:off x="1323015" y="1442988"/>
            <a:ext cx="5937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b="1" sz="18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6" name="Google Shape;1676;p43"/>
          <p:cNvGrpSpPr/>
          <p:nvPr/>
        </p:nvGrpSpPr>
        <p:grpSpPr>
          <a:xfrm>
            <a:off x="889042" y="1271062"/>
            <a:ext cx="7365920" cy="3220293"/>
            <a:chOff x="889042" y="1271062"/>
            <a:chExt cx="7365920" cy="3220293"/>
          </a:xfrm>
        </p:grpSpPr>
        <p:sp>
          <p:nvSpPr>
            <p:cNvPr id="1677" name="Google Shape;1677;p43"/>
            <p:cNvSpPr/>
            <p:nvPr/>
          </p:nvSpPr>
          <p:spPr>
            <a:xfrm>
              <a:off x="974788" y="1271062"/>
              <a:ext cx="1906852" cy="1217793"/>
            </a:xfrm>
            <a:custGeom>
              <a:rect b="b" l="l" r="r" t="t"/>
              <a:pathLst>
                <a:path extrusionOk="0" h="24412" w="37696">
                  <a:moveTo>
                    <a:pt x="8639" y="590"/>
                  </a:moveTo>
                  <a:lnTo>
                    <a:pt x="13155" y="786"/>
                  </a:lnTo>
                  <a:lnTo>
                    <a:pt x="17736" y="983"/>
                  </a:lnTo>
                  <a:lnTo>
                    <a:pt x="22513" y="1113"/>
                  </a:lnTo>
                  <a:lnTo>
                    <a:pt x="27290" y="1048"/>
                  </a:lnTo>
                  <a:lnTo>
                    <a:pt x="31937" y="983"/>
                  </a:lnTo>
                  <a:lnTo>
                    <a:pt x="32657" y="917"/>
                  </a:lnTo>
                  <a:lnTo>
                    <a:pt x="33377" y="983"/>
                  </a:lnTo>
                  <a:lnTo>
                    <a:pt x="34031" y="1048"/>
                  </a:lnTo>
                  <a:lnTo>
                    <a:pt x="34685" y="1179"/>
                  </a:lnTo>
                  <a:lnTo>
                    <a:pt x="35209" y="1441"/>
                  </a:lnTo>
                  <a:lnTo>
                    <a:pt x="35536" y="1571"/>
                  </a:lnTo>
                  <a:lnTo>
                    <a:pt x="35732" y="1768"/>
                  </a:lnTo>
                  <a:lnTo>
                    <a:pt x="35994" y="2030"/>
                  </a:lnTo>
                  <a:lnTo>
                    <a:pt x="36191" y="2291"/>
                  </a:lnTo>
                  <a:lnTo>
                    <a:pt x="36321" y="2619"/>
                  </a:lnTo>
                  <a:lnTo>
                    <a:pt x="36518" y="3011"/>
                  </a:lnTo>
                  <a:lnTo>
                    <a:pt x="36714" y="3927"/>
                  </a:lnTo>
                  <a:lnTo>
                    <a:pt x="36845" y="4844"/>
                  </a:lnTo>
                  <a:lnTo>
                    <a:pt x="36910" y="6742"/>
                  </a:lnTo>
                  <a:lnTo>
                    <a:pt x="37041" y="11192"/>
                  </a:lnTo>
                  <a:lnTo>
                    <a:pt x="37041" y="12370"/>
                  </a:lnTo>
                  <a:lnTo>
                    <a:pt x="37041" y="12959"/>
                  </a:lnTo>
                  <a:lnTo>
                    <a:pt x="36976" y="13548"/>
                  </a:lnTo>
                  <a:lnTo>
                    <a:pt x="36910" y="14137"/>
                  </a:lnTo>
                  <a:lnTo>
                    <a:pt x="36714" y="14660"/>
                  </a:lnTo>
                  <a:lnTo>
                    <a:pt x="36452" y="15184"/>
                  </a:lnTo>
                  <a:lnTo>
                    <a:pt x="36125" y="15707"/>
                  </a:lnTo>
                  <a:lnTo>
                    <a:pt x="35732" y="16035"/>
                  </a:lnTo>
                  <a:lnTo>
                    <a:pt x="35209" y="16362"/>
                  </a:lnTo>
                  <a:lnTo>
                    <a:pt x="34685" y="16558"/>
                  </a:lnTo>
                  <a:lnTo>
                    <a:pt x="34162" y="16754"/>
                  </a:lnTo>
                  <a:lnTo>
                    <a:pt x="33638" y="16885"/>
                  </a:lnTo>
                  <a:lnTo>
                    <a:pt x="33049" y="16951"/>
                  </a:lnTo>
                  <a:lnTo>
                    <a:pt x="26570" y="16951"/>
                  </a:lnTo>
                  <a:lnTo>
                    <a:pt x="21204" y="16885"/>
                  </a:lnTo>
                  <a:lnTo>
                    <a:pt x="15903" y="16754"/>
                  </a:lnTo>
                  <a:lnTo>
                    <a:pt x="10537" y="16623"/>
                  </a:lnTo>
                  <a:lnTo>
                    <a:pt x="10406" y="16689"/>
                  </a:lnTo>
                  <a:lnTo>
                    <a:pt x="10275" y="16558"/>
                  </a:lnTo>
                  <a:lnTo>
                    <a:pt x="10079" y="16558"/>
                  </a:lnTo>
                  <a:lnTo>
                    <a:pt x="9948" y="16623"/>
                  </a:lnTo>
                  <a:lnTo>
                    <a:pt x="9817" y="16754"/>
                  </a:lnTo>
                  <a:lnTo>
                    <a:pt x="9686" y="17605"/>
                  </a:lnTo>
                  <a:lnTo>
                    <a:pt x="9621" y="18456"/>
                  </a:lnTo>
                  <a:lnTo>
                    <a:pt x="9621" y="19372"/>
                  </a:lnTo>
                  <a:lnTo>
                    <a:pt x="9686" y="20223"/>
                  </a:lnTo>
                  <a:lnTo>
                    <a:pt x="9882" y="21074"/>
                  </a:lnTo>
                  <a:lnTo>
                    <a:pt x="10079" y="21859"/>
                  </a:lnTo>
                  <a:lnTo>
                    <a:pt x="10537" y="23561"/>
                  </a:lnTo>
                  <a:lnTo>
                    <a:pt x="9686" y="23102"/>
                  </a:lnTo>
                  <a:lnTo>
                    <a:pt x="8835" y="22448"/>
                  </a:lnTo>
                  <a:lnTo>
                    <a:pt x="8181" y="21794"/>
                  </a:lnTo>
                  <a:lnTo>
                    <a:pt x="7592" y="21008"/>
                  </a:lnTo>
                  <a:lnTo>
                    <a:pt x="7068" y="20157"/>
                  </a:lnTo>
                  <a:lnTo>
                    <a:pt x="6676" y="19241"/>
                  </a:lnTo>
                  <a:lnTo>
                    <a:pt x="6414" y="18260"/>
                  </a:lnTo>
                  <a:lnTo>
                    <a:pt x="6348" y="17212"/>
                  </a:lnTo>
                  <a:lnTo>
                    <a:pt x="6283" y="17082"/>
                  </a:lnTo>
                  <a:lnTo>
                    <a:pt x="6152" y="17016"/>
                  </a:lnTo>
                  <a:lnTo>
                    <a:pt x="6021" y="17016"/>
                  </a:lnTo>
                  <a:lnTo>
                    <a:pt x="5890" y="17147"/>
                  </a:lnTo>
                  <a:lnTo>
                    <a:pt x="5170" y="17016"/>
                  </a:lnTo>
                  <a:lnTo>
                    <a:pt x="4451" y="16951"/>
                  </a:lnTo>
                  <a:lnTo>
                    <a:pt x="3731" y="17016"/>
                  </a:lnTo>
                  <a:lnTo>
                    <a:pt x="3011" y="16951"/>
                  </a:lnTo>
                  <a:lnTo>
                    <a:pt x="2618" y="16885"/>
                  </a:lnTo>
                  <a:lnTo>
                    <a:pt x="2291" y="16820"/>
                  </a:lnTo>
                  <a:lnTo>
                    <a:pt x="1964" y="16623"/>
                  </a:lnTo>
                  <a:lnTo>
                    <a:pt x="1702" y="16427"/>
                  </a:lnTo>
                  <a:lnTo>
                    <a:pt x="1506" y="16231"/>
                  </a:lnTo>
                  <a:lnTo>
                    <a:pt x="1309" y="15969"/>
                  </a:lnTo>
                  <a:lnTo>
                    <a:pt x="1048" y="15380"/>
                  </a:lnTo>
                  <a:lnTo>
                    <a:pt x="851" y="14660"/>
                  </a:lnTo>
                  <a:lnTo>
                    <a:pt x="786" y="14006"/>
                  </a:lnTo>
                  <a:lnTo>
                    <a:pt x="655" y="12631"/>
                  </a:lnTo>
                  <a:lnTo>
                    <a:pt x="524" y="10341"/>
                  </a:lnTo>
                  <a:lnTo>
                    <a:pt x="459" y="9097"/>
                  </a:lnTo>
                  <a:lnTo>
                    <a:pt x="459" y="7920"/>
                  </a:lnTo>
                  <a:lnTo>
                    <a:pt x="524" y="6676"/>
                  </a:lnTo>
                  <a:lnTo>
                    <a:pt x="720" y="5498"/>
                  </a:lnTo>
                  <a:lnTo>
                    <a:pt x="982" y="4386"/>
                  </a:lnTo>
                  <a:lnTo>
                    <a:pt x="1178" y="3862"/>
                  </a:lnTo>
                  <a:lnTo>
                    <a:pt x="1440" y="3338"/>
                  </a:lnTo>
                  <a:lnTo>
                    <a:pt x="1702" y="2880"/>
                  </a:lnTo>
                  <a:lnTo>
                    <a:pt x="2029" y="2488"/>
                  </a:lnTo>
                  <a:lnTo>
                    <a:pt x="2356" y="2095"/>
                  </a:lnTo>
                  <a:lnTo>
                    <a:pt x="2749" y="1768"/>
                  </a:lnTo>
                  <a:lnTo>
                    <a:pt x="3142" y="1506"/>
                  </a:lnTo>
                  <a:lnTo>
                    <a:pt x="3600" y="1310"/>
                  </a:lnTo>
                  <a:lnTo>
                    <a:pt x="4058" y="1113"/>
                  </a:lnTo>
                  <a:lnTo>
                    <a:pt x="4581" y="917"/>
                  </a:lnTo>
                  <a:lnTo>
                    <a:pt x="5563" y="721"/>
                  </a:lnTo>
                  <a:lnTo>
                    <a:pt x="6545" y="590"/>
                  </a:lnTo>
                  <a:close/>
                  <a:moveTo>
                    <a:pt x="7461" y="1"/>
                  </a:moveTo>
                  <a:lnTo>
                    <a:pt x="6545" y="66"/>
                  </a:lnTo>
                  <a:lnTo>
                    <a:pt x="5629" y="132"/>
                  </a:lnTo>
                  <a:lnTo>
                    <a:pt x="4712" y="328"/>
                  </a:lnTo>
                  <a:lnTo>
                    <a:pt x="3796" y="590"/>
                  </a:lnTo>
                  <a:lnTo>
                    <a:pt x="3011" y="983"/>
                  </a:lnTo>
                  <a:lnTo>
                    <a:pt x="2226" y="1441"/>
                  </a:lnTo>
                  <a:lnTo>
                    <a:pt x="1898" y="1768"/>
                  </a:lnTo>
                  <a:lnTo>
                    <a:pt x="1571" y="2095"/>
                  </a:lnTo>
                  <a:lnTo>
                    <a:pt x="1309" y="2488"/>
                  </a:lnTo>
                  <a:lnTo>
                    <a:pt x="1048" y="2880"/>
                  </a:lnTo>
                  <a:lnTo>
                    <a:pt x="786" y="3404"/>
                  </a:lnTo>
                  <a:lnTo>
                    <a:pt x="524" y="3927"/>
                  </a:lnTo>
                  <a:lnTo>
                    <a:pt x="393" y="4516"/>
                  </a:lnTo>
                  <a:lnTo>
                    <a:pt x="262" y="5105"/>
                  </a:lnTo>
                  <a:lnTo>
                    <a:pt x="131" y="6283"/>
                  </a:lnTo>
                  <a:lnTo>
                    <a:pt x="66" y="7461"/>
                  </a:lnTo>
                  <a:lnTo>
                    <a:pt x="0" y="9097"/>
                  </a:lnTo>
                  <a:lnTo>
                    <a:pt x="0" y="10734"/>
                  </a:lnTo>
                  <a:lnTo>
                    <a:pt x="66" y="12370"/>
                  </a:lnTo>
                  <a:lnTo>
                    <a:pt x="197" y="14006"/>
                  </a:lnTo>
                  <a:lnTo>
                    <a:pt x="328" y="14857"/>
                  </a:lnTo>
                  <a:lnTo>
                    <a:pt x="524" y="15707"/>
                  </a:lnTo>
                  <a:lnTo>
                    <a:pt x="720" y="16100"/>
                  </a:lnTo>
                  <a:lnTo>
                    <a:pt x="917" y="16427"/>
                  </a:lnTo>
                  <a:lnTo>
                    <a:pt x="1178" y="16754"/>
                  </a:lnTo>
                  <a:lnTo>
                    <a:pt x="1506" y="17082"/>
                  </a:lnTo>
                  <a:lnTo>
                    <a:pt x="2029" y="17343"/>
                  </a:lnTo>
                  <a:lnTo>
                    <a:pt x="2553" y="17474"/>
                  </a:lnTo>
                  <a:lnTo>
                    <a:pt x="3076" y="17540"/>
                  </a:lnTo>
                  <a:lnTo>
                    <a:pt x="3665" y="17540"/>
                  </a:lnTo>
                  <a:lnTo>
                    <a:pt x="4778" y="17474"/>
                  </a:lnTo>
                  <a:lnTo>
                    <a:pt x="5367" y="17474"/>
                  </a:lnTo>
                  <a:lnTo>
                    <a:pt x="5890" y="17540"/>
                  </a:lnTo>
                  <a:lnTo>
                    <a:pt x="5890" y="18129"/>
                  </a:lnTo>
                  <a:lnTo>
                    <a:pt x="6021" y="18718"/>
                  </a:lnTo>
                  <a:lnTo>
                    <a:pt x="6152" y="19241"/>
                  </a:lnTo>
                  <a:lnTo>
                    <a:pt x="6283" y="19765"/>
                  </a:lnTo>
                  <a:lnTo>
                    <a:pt x="6545" y="20288"/>
                  </a:lnTo>
                  <a:lnTo>
                    <a:pt x="6741" y="20812"/>
                  </a:lnTo>
                  <a:lnTo>
                    <a:pt x="7068" y="21270"/>
                  </a:lnTo>
                  <a:lnTo>
                    <a:pt x="7396" y="21728"/>
                  </a:lnTo>
                  <a:lnTo>
                    <a:pt x="7723" y="22186"/>
                  </a:lnTo>
                  <a:lnTo>
                    <a:pt x="8115" y="22579"/>
                  </a:lnTo>
                  <a:lnTo>
                    <a:pt x="8508" y="22972"/>
                  </a:lnTo>
                  <a:lnTo>
                    <a:pt x="8966" y="23299"/>
                  </a:lnTo>
                  <a:lnTo>
                    <a:pt x="9424" y="23626"/>
                  </a:lnTo>
                  <a:lnTo>
                    <a:pt x="9948" y="23953"/>
                  </a:lnTo>
                  <a:lnTo>
                    <a:pt x="10471" y="24149"/>
                  </a:lnTo>
                  <a:lnTo>
                    <a:pt x="10995" y="24411"/>
                  </a:lnTo>
                  <a:lnTo>
                    <a:pt x="11126" y="24411"/>
                  </a:lnTo>
                  <a:lnTo>
                    <a:pt x="11257" y="24280"/>
                  </a:lnTo>
                  <a:lnTo>
                    <a:pt x="11388" y="24149"/>
                  </a:lnTo>
                  <a:lnTo>
                    <a:pt x="11388" y="24019"/>
                  </a:lnTo>
                  <a:lnTo>
                    <a:pt x="10799" y="22317"/>
                  </a:lnTo>
                  <a:lnTo>
                    <a:pt x="10602" y="21466"/>
                  </a:lnTo>
                  <a:lnTo>
                    <a:pt x="10406" y="20616"/>
                  </a:lnTo>
                  <a:lnTo>
                    <a:pt x="10275" y="19765"/>
                  </a:lnTo>
                  <a:lnTo>
                    <a:pt x="10210" y="18914"/>
                  </a:lnTo>
                  <a:lnTo>
                    <a:pt x="10275" y="18063"/>
                  </a:lnTo>
                  <a:lnTo>
                    <a:pt x="10406" y="17147"/>
                  </a:lnTo>
                  <a:lnTo>
                    <a:pt x="10537" y="17212"/>
                  </a:lnTo>
                  <a:lnTo>
                    <a:pt x="22644" y="17409"/>
                  </a:lnTo>
                  <a:lnTo>
                    <a:pt x="28599" y="17540"/>
                  </a:lnTo>
                  <a:lnTo>
                    <a:pt x="31021" y="17605"/>
                  </a:lnTo>
                  <a:lnTo>
                    <a:pt x="32264" y="17605"/>
                  </a:lnTo>
                  <a:lnTo>
                    <a:pt x="33507" y="17474"/>
                  </a:lnTo>
                  <a:lnTo>
                    <a:pt x="33966" y="17409"/>
                  </a:lnTo>
                  <a:lnTo>
                    <a:pt x="34489" y="17278"/>
                  </a:lnTo>
                  <a:lnTo>
                    <a:pt x="34947" y="17082"/>
                  </a:lnTo>
                  <a:lnTo>
                    <a:pt x="35340" y="16951"/>
                  </a:lnTo>
                  <a:lnTo>
                    <a:pt x="35732" y="16689"/>
                  </a:lnTo>
                  <a:lnTo>
                    <a:pt x="36060" y="16493"/>
                  </a:lnTo>
                  <a:lnTo>
                    <a:pt x="36321" y="16165"/>
                  </a:lnTo>
                  <a:lnTo>
                    <a:pt x="36649" y="15904"/>
                  </a:lnTo>
                  <a:lnTo>
                    <a:pt x="36845" y="15576"/>
                  </a:lnTo>
                  <a:lnTo>
                    <a:pt x="37107" y="15184"/>
                  </a:lnTo>
                  <a:lnTo>
                    <a:pt x="37238" y="14791"/>
                  </a:lnTo>
                  <a:lnTo>
                    <a:pt x="37369" y="14398"/>
                  </a:lnTo>
                  <a:lnTo>
                    <a:pt x="37565" y="13482"/>
                  </a:lnTo>
                  <a:lnTo>
                    <a:pt x="37696" y="12501"/>
                  </a:lnTo>
                  <a:lnTo>
                    <a:pt x="37630" y="9883"/>
                  </a:lnTo>
                  <a:lnTo>
                    <a:pt x="37565" y="7265"/>
                  </a:lnTo>
                  <a:lnTo>
                    <a:pt x="37499" y="6153"/>
                  </a:lnTo>
                  <a:lnTo>
                    <a:pt x="37499" y="5040"/>
                  </a:lnTo>
                  <a:lnTo>
                    <a:pt x="37369" y="3927"/>
                  </a:lnTo>
                  <a:lnTo>
                    <a:pt x="37238" y="3338"/>
                  </a:lnTo>
                  <a:lnTo>
                    <a:pt x="37107" y="2815"/>
                  </a:lnTo>
                  <a:lnTo>
                    <a:pt x="36910" y="2291"/>
                  </a:lnTo>
                  <a:lnTo>
                    <a:pt x="36649" y="1833"/>
                  </a:lnTo>
                  <a:lnTo>
                    <a:pt x="36321" y="1441"/>
                  </a:lnTo>
                  <a:lnTo>
                    <a:pt x="35994" y="1179"/>
                  </a:lnTo>
                  <a:lnTo>
                    <a:pt x="35602" y="917"/>
                  </a:lnTo>
                  <a:lnTo>
                    <a:pt x="35209" y="721"/>
                  </a:lnTo>
                  <a:lnTo>
                    <a:pt x="34816" y="524"/>
                  </a:lnTo>
                  <a:lnTo>
                    <a:pt x="34358" y="459"/>
                  </a:lnTo>
                  <a:lnTo>
                    <a:pt x="33377" y="328"/>
                  </a:lnTo>
                  <a:lnTo>
                    <a:pt x="32395" y="328"/>
                  </a:lnTo>
                  <a:lnTo>
                    <a:pt x="30432" y="394"/>
                  </a:lnTo>
                  <a:lnTo>
                    <a:pt x="24476" y="459"/>
                  </a:lnTo>
                  <a:lnTo>
                    <a:pt x="18521" y="459"/>
                  </a:lnTo>
                  <a:lnTo>
                    <a:pt x="15772" y="328"/>
                  </a:lnTo>
                  <a:lnTo>
                    <a:pt x="12958" y="197"/>
                  </a:lnTo>
                  <a:lnTo>
                    <a:pt x="10210" y="66"/>
                  </a:lnTo>
                  <a:lnTo>
                    <a:pt x="746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43"/>
            <p:cNvSpPr/>
            <p:nvPr/>
          </p:nvSpPr>
          <p:spPr>
            <a:xfrm>
              <a:off x="1531733" y="2488841"/>
              <a:ext cx="812509" cy="784703"/>
            </a:xfrm>
            <a:custGeom>
              <a:rect b="b" l="l" r="r" t="t"/>
              <a:pathLst>
                <a:path extrusionOk="0" h="18456" w="19110">
                  <a:moveTo>
                    <a:pt x="8442" y="590"/>
                  </a:moveTo>
                  <a:lnTo>
                    <a:pt x="8573" y="786"/>
                  </a:lnTo>
                  <a:lnTo>
                    <a:pt x="8769" y="786"/>
                  </a:lnTo>
                  <a:lnTo>
                    <a:pt x="9489" y="655"/>
                  </a:lnTo>
                  <a:lnTo>
                    <a:pt x="10929" y="655"/>
                  </a:lnTo>
                  <a:lnTo>
                    <a:pt x="11584" y="786"/>
                  </a:lnTo>
                  <a:lnTo>
                    <a:pt x="12303" y="917"/>
                  </a:lnTo>
                  <a:lnTo>
                    <a:pt x="12958" y="1113"/>
                  </a:lnTo>
                  <a:lnTo>
                    <a:pt x="13612" y="1310"/>
                  </a:lnTo>
                  <a:lnTo>
                    <a:pt x="14201" y="1637"/>
                  </a:lnTo>
                  <a:lnTo>
                    <a:pt x="14856" y="1964"/>
                  </a:lnTo>
                  <a:lnTo>
                    <a:pt x="15379" y="2422"/>
                  </a:lnTo>
                  <a:lnTo>
                    <a:pt x="15903" y="2815"/>
                  </a:lnTo>
                  <a:lnTo>
                    <a:pt x="16426" y="3339"/>
                  </a:lnTo>
                  <a:lnTo>
                    <a:pt x="16884" y="3862"/>
                  </a:lnTo>
                  <a:lnTo>
                    <a:pt x="17277" y="4451"/>
                  </a:lnTo>
                  <a:lnTo>
                    <a:pt x="17604" y="5105"/>
                  </a:lnTo>
                  <a:lnTo>
                    <a:pt x="17932" y="5760"/>
                  </a:lnTo>
                  <a:lnTo>
                    <a:pt x="18128" y="6414"/>
                  </a:lnTo>
                  <a:lnTo>
                    <a:pt x="18324" y="7069"/>
                  </a:lnTo>
                  <a:lnTo>
                    <a:pt x="18455" y="7789"/>
                  </a:lnTo>
                  <a:lnTo>
                    <a:pt x="18521" y="8443"/>
                  </a:lnTo>
                  <a:lnTo>
                    <a:pt x="18521" y="9163"/>
                  </a:lnTo>
                  <a:lnTo>
                    <a:pt x="18455" y="9817"/>
                  </a:lnTo>
                  <a:lnTo>
                    <a:pt x="18324" y="10537"/>
                  </a:lnTo>
                  <a:lnTo>
                    <a:pt x="18193" y="11192"/>
                  </a:lnTo>
                  <a:lnTo>
                    <a:pt x="17997" y="11846"/>
                  </a:lnTo>
                  <a:lnTo>
                    <a:pt x="17735" y="12435"/>
                  </a:lnTo>
                  <a:lnTo>
                    <a:pt x="17473" y="13090"/>
                  </a:lnTo>
                  <a:lnTo>
                    <a:pt x="17081" y="13679"/>
                  </a:lnTo>
                  <a:lnTo>
                    <a:pt x="16688" y="14268"/>
                  </a:lnTo>
                  <a:lnTo>
                    <a:pt x="16295" y="14791"/>
                  </a:lnTo>
                  <a:lnTo>
                    <a:pt x="15772" y="15249"/>
                  </a:lnTo>
                  <a:lnTo>
                    <a:pt x="15248" y="15707"/>
                  </a:lnTo>
                  <a:lnTo>
                    <a:pt x="14659" y="16165"/>
                  </a:lnTo>
                  <a:lnTo>
                    <a:pt x="14005" y="16558"/>
                  </a:lnTo>
                  <a:lnTo>
                    <a:pt x="13351" y="16951"/>
                  </a:lnTo>
                  <a:lnTo>
                    <a:pt x="12696" y="17213"/>
                  </a:lnTo>
                  <a:lnTo>
                    <a:pt x="11976" y="17474"/>
                  </a:lnTo>
                  <a:lnTo>
                    <a:pt x="11256" y="17605"/>
                  </a:lnTo>
                  <a:lnTo>
                    <a:pt x="10536" y="17736"/>
                  </a:lnTo>
                  <a:lnTo>
                    <a:pt x="9817" y="17802"/>
                  </a:lnTo>
                  <a:lnTo>
                    <a:pt x="9031" y="17867"/>
                  </a:lnTo>
                  <a:lnTo>
                    <a:pt x="8311" y="17802"/>
                  </a:lnTo>
                  <a:lnTo>
                    <a:pt x="7591" y="17671"/>
                  </a:lnTo>
                  <a:lnTo>
                    <a:pt x="6872" y="17474"/>
                  </a:lnTo>
                  <a:lnTo>
                    <a:pt x="6152" y="17278"/>
                  </a:lnTo>
                  <a:lnTo>
                    <a:pt x="5497" y="16951"/>
                  </a:lnTo>
                  <a:lnTo>
                    <a:pt x="4843" y="16624"/>
                  </a:lnTo>
                  <a:lnTo>
                    <a:pt x="4188" y="16165"/>
                  </a:lnTo>
                  <a:lnTo>
                    <a:pt x="3730" y="15773"/>
                  </a:lnTo>
                  <a:lnTo>
                    <a:pt x="3272" y="15315"/>
                  </a:lnTo>
                  <a:lnTo>
                    <a:pt x="2814" y="14857"/>
                  </a:lnTo>
                  <a:lnTo>
                    <a:pt x="2421" y="14333"/>
                  </a:lnTo>
                  <a:lnTo>
                    <a:pt x="2029" y="13809"/>
                  </a:lnTo>
                  <a:lnTo>
                    <a:pt x="1702" y="13220"/>
                  </a:lnTo>
                  <a:lnTo>
                    <a:pt x="1440" y="12697"/>
                  </a:lnTo>
                  <a:lnTo>
                    <a:pt x="1178" y="12042"/>
                  </a:lnTo>
                  <a:lnTo>
                    <a:pt x="982" y="11454"/>
                  </a:lnTo>
                  <a:lnTo>
                    <a:pt x="785" y="10799"/>
                  </a:lnTo>
                  <a:lnTo>
                    <a:pt x="720" y="10210"/>
                  </a:lnTo>
                  <a:lnTo>
                    <a:pt x="655" y="9556"/>
                  </a:lnTo>
                  <a:lnTo>
                    <a:pt x="655" y="8901"/>
                  </a:lnTo>
                  <a:lnTo>
                    <a:pt x="655" y="8247"/>
                  </a:lnTo>
                  <a:lnTo>
                    <a:pt x="785" y="7592"/>
                  </a:lnTo>
                  <a:lnTo>
                    <a:pt x="916" y="7003"/>
                  </a:lnTo>
                  <a:lnTo>
                    <a:pt x="1113" y="6283"/>
                  </a:lnTo>
                  <a:lnTo>
                    <a:pt x="1374" y="5694"/>
                  </a:lnTo>
                  <a:lnTo>
                    <a:pt x="1702" y="5105"/>
                  </a:lnTo>
                  <a:lnTo>
                    <a:pt x="2029" y="4582"/>
                  </a:lnTo>
                  <a:lnTo>
                    <a:pt x="2421" y="4058"/>
                  </a:lnTo>
                  <a:lnTo>
                    <a:pt x="2814" y="3600"/>
                  </a:lnTo>
                  <a:lnTo>
                    <a:pt x="3272" y="3142"/>
                  </a:lnTo>
                  <a:lnTo>
                    <a:pt x="3796" y="2750"/>
                  </a:lnTo>
                  <a:lnTo>
                    <a:pt x="4254" y="2357"/>
                  </a:lnTo>
                  <a:lnTo>
                    <a:pt x="4843" y="2030"/>
                  </a:lnTo>
                  <a:lnTo>
                    <a:pt x="5955" y="1441"/>
                  </a:lnTo>
                  <a:lnTo>
                    <a:pt x="7133" y="983"/>
                  </a:lnTo>
                  <a:lnTo>
                    <a:pt x="8442" y="590"/>
                  </a:lnTo>
                  <a:close/>
                  <a:moveTo>
                    <a:pt x="10536" y="1"/>
                  </a:moveTo>
                  <a:lnTo>
                    <a:pt x="9751" y="66"/>
                  </a:lnTo>
                  <a:lnTo>
                    <a:pt x="8900" y="132"/>
                  </a:lnTo>
                  <a:lnTo>
                    <a:pt x="8246" y="132"/>
                  </a:lnTo>
                  <a:lnTo>
                    <a:pt x="7591" y="197"/>
                  </a:lnTo>
                  <a:lnTo>
                    <a:pt x="6937" y="328"/>
                  </a:lnTo>
                  <a:lnTo>
                    <a:pt x="6348" y="524"/>
                  </a:lnTo>
                  <a:lnTo>
                    <a:pt x="5694" y="721"/>
                  </a:lnTo>
                  <a:lnTo>
                    <a:pt x="5105" y="1048"/>
                  </a:lnTo>
                  <a:lnTo>
                    <a:pt x="4516" y="1375"/>
                  </a:lnTo>
                  <a:lnTo>
                    <a:pt x="3927" y="1768"/>
                  </a:lnTo>
                  <a:lnTo>
                    <a:pt x="3403" y="2161"/>
                  </a:lnTo>
                  <a:lnTo>
                    <a:pt x="2880" y="2619"/>
                  </a:lnTo>
                  <a:lnTo>
                    <a:pt x="2421" y="3142"/>
                  </a:lnTo>
                  <a:lnTo>
                    <a:pt x="1963" y="3600"/>
                  </a:lnTo>
                  <a:lnTo>
                    <a:pt x="1571" y="4189"/>
                  </a:lnTo>
                  <a:lnTo>
                    <a:pt x="1243" y="4713"/>
                  </a:lnTo>
                  <a:lnTo>
                    <a:pt x="916" y="5302"/>
                  </a:lnTo>
                  <a:lnTo>
                    <a:pt x="655" y="5891"/>
                  </a:lnTo>
                  <a:lnTo>
                    <a:pt x="393" y="6545"/>
                  </a:lnTo>
                  <a:lnTo>
                    <a:pt x="196" y="7265"/>
                  </a:lnTo>
                  <a:lnTo>
                    <a:pt x="66" y="7920"/>
                  </a:lnTo>
                  <a:lnTo>
                    <a:pt x="0" y="8639"/>
                  </a:lnTo>
                  <a:lnTo>
                    <a:pt x="0" y="9359"/>
                  </a:lnTo>
                  <a:lnTo>
                    <a:pt x="66" y="10014"/>
                  </a:lnTo>
                  <a:lnTo>
                    <a:pt x="196" y="10734"/>
                  </a:lnTo>
                  <a:lnTo>
                    <a:pt x="327" y="11454"/>
                  </a:lnTo>
                  <a:lnTo>
                    <a:pt x="524" y="12108"/>
                  </a:lnTo>
                  <a:lnTo>
                    <a:pt x="785" y="12762"/>
                  </a:lnTo>
                  <a:lnTo>
                    <a:pt x="1113" y="13417"/>
                  </a:lnTo>
                  <a:lnTo>
                    <a:pt x="1440" y="14006"/>
                  </a:lnTo>
                  <a:lnTo>
                    <a:pt x="1832" y="14595"/>
                  </a:lnTo>
                  <a:lnTo>
                    <a:pt x="2225" y="15184"/>
                  </a:lnTo>
                  <a:lnTo>
                    <a:pt x="2749" y="15707"/>
                  </a:lnTo>
                  <a:lnTo>
                    <a:pt x="3272" y="16165"/>
                  </a:lnTo>
                  <a:lnTo>
                    <a:pt x="3861" y="16689"/>
                  </a:lnTo>
                  <a:lnTo>
                    <a:pt x="4516" y="17147"/>
                  </a:lnTo>
                  <a:lnTo>
                    <a:pt x="5170" y="17474"/>
                  </a:lnTo>
                  <a:lnTo>
                    <a:pt x="5890" y="17802"/>
                  </a:lnTo>
                  <a:lnTo>
                    <a:pt x="6610" y="18063"/>
                  </a:lnTo>
                  <a:lnTo>
                    <a:pt x="7330" y="18260"/>
                  </a:lnTo>
                  <a:lnTo>
                    <a:pt x="8050" y="18391"/>
                  </a:lnTo>
                  <a:lnTo>
                    <a:pt x="8835" y="18456"/>
                  </a:lnTo>
                  <a:lnTo>
                    <a:pt x="9555" y="18456"/>
                  </a:lnTo>
                  <a:lnTo>
                    <a:pt x="10340" y="18391"/>
                  </a:lnTo>
                  <a:lnTo>
                    <a:pt x="11125" y="18325"/>
                  </a:lnTo>
                  <a:lnTo>
                    <a:pt x="11845" y="18129"/>
                  </a:lnTo>
                  <a:lnTo>
                    <a:pt x="12565" y="17932"/>
                  </a:lnTo>
                  <a:lnTo>
                    <a:pt x="13285" y="17605"/>
                  </a:lnTo>
                  <a:lnTo>
                    <a:pt x="14005" y="17278"/>
                  </a:lnTo>
                  <a:lnTo>
                    <a:pt x="14659" y="16885"/>
                  </a:lnTo>
                  <a:lnTo>
                    <a:pt x="15314" y="16493"/>
                  </a:lnTo>
                  <a:lnTo>
                    <a:pt x="15903" y="15969"/>
                  </a:lnTo>
                  <a:lnTo>
                    <a:pt x="16426" y="15511"/>
                  </a:lnTo>
                  <a:lnTo>
                    <a:pt x="16950" y="14922"/>
                  </a:lnTo>
                  <a:lnTo>
                    <a:pt x="17408" y="14333"/>
                  </a:lnTo>
                  <a:lnTo>
                    <a:pt x="17801" y="13744"/>
                  </a:lnTo>
                  <a:lnTo>
                    <a:pt x="18128" y="13090"/>
                  </a:lnTo>
                  <a:lnTo>
                    <a:pt x="18455" y="12370"/>
                  </a:lnTo>
                  <a:lnTo>
                    <a:pt x="18717" y="11715"/>
                  </a:lnTo>
                  <a:lnTo>
                    <a:pt x="18913" y="10995"/>
                  </a:lnTo>
                  <a:lnTo>
                    <a:pt x="19044" y="10276"/>
                  </a:lnTo>
                  <a:lnTo>
                    <a:pt x="19110" y="9490"/>
                  </a:lnTo>
                  <a:lnTo>
                    <a:pt x="19110" y="8770"/>
                  </a:lnTo>
                  <a:lnTo>
                    <a:pt x="19110" y="8050"/>
                  </a:lnTo>
                  <a:lnTo>
                    <a:pt x="18979" y="7265"/>
                  </a:lnTo>
                  <a:lnTo>
                    <a:pt x="18848" y="6545"/>
                  </a:lnTo>
                  <a:lnTo>
                    <a:pt x="18586" y="5694"/>
                  </a:lnTo>
                  <a:lnTo>
                    <a:pt x="18259" y="4975"/>
                  </a:lnTo>
                  <a:lnTo>
                    <a:pt x="17866" y="4255"/>
                  </a:lnTo>
                  <a:lnTo>
                    <a:pt x="17408" y="3600"/>
                  </a:lnTo>
                  <a:lnTo>
                    <a:pt x="16884" y="2946"/>
                  </a:lnTo>
                  <a:lnTo>
                    <a:pt x="16361" y="2422"/>
                  </a:lnTo>
                  <a:lnTo>
                    <a:pt x="15706" y="1899"/>
                  </a:lnTo>
                  <a:lnTo>
                    <a:pt x="15052" y="1441"/>
                  </a:lnTo>
                  <a:lnTo>
                    <a:pt x="14398" y="1048"/>
                  </a:lnTo>
                  <a:lnTo>
                    <a:pt x="13678" y="721"/>
                  </a:lnTo>
                  <a:lnTo>
                    <a:pt x="12958" y="459"/>
                  </a:lnTo>
                  <a:lnTo>
                    <a:pt x="12173" y="197"/>
                  </a:lnTo>
                  <a:lnTo>
                    <a:pt x="11387" y="66"/>
                  </a:lnTo>
                  <a:lnTo>
                    <a:pt x="105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43"/>
            <p:cNvSpPr/>
            <p:nvPr/>
          </p:nvSpPr>
          <p:spPr>
            <a:xfrm>
              <a:off x="3276945" y="2488841"/>
              <a:ext cx="812509" cy="784703"/>
            </a:xfrm>
            <a:custGeom>
              <a:rect b="b" l="l" r="r" t="t"/>
              <a:pathLst>
                <a:path extrusionOk="0" h="18456" w="19110">
                  <a:moveTo>
                    <a:pt x="8442" y="590"/>
                  </a:moveTo>
                  <a:lnTo>
                    <a:pt x="8573" y="786"/>
                  </a:lnTo>
                  <a:lnTo>
                    <a:pt x="8769" y="786"/>
                  </a:lnTo>
                  <a:lnTo>
                    <a:pt x="9489" y="655"/>
                  </a:lnTo>
                  <a:lnTo>
                    <a:pt x="10929" y="655"/>
                  </a:lnTo>
                  <a:lnTo>
                    <a:pt x="11584" y="786"/>
                  </a:lnTo>
                  <a:lnTo>
                    <a:pt x="12303" y="917"/>
                  </a:lnTo>
                  <a:lnTo>
                    <a:pt x="12958" y="1113"/>
                  </a:lnTo>
                  <a:lnTo>
                    <a:pt x="13612" y="1310"/>
                  </a:lnTo>
                  <a:lnTo>
                    <a:pt x="14201" y="1637"/>
                  </a:lnTo>
                  <a:lnTo>
                    <a:pt x="14856" y="1964"/>
                  </a:lnTo>
                  <a:lnTo>
                    <a:pt x="15379" y="2422"/>
                  </a:lnTo>
                  <a:lnTo>
                    <a:pt x="15903" y="2815"/>
                  </a:lnTo>
                  <a:lnTo>
                    <a:pt x="16426" y="3339"/>
                  </a:lnTo>
                  <a:lnTo>
                    <a:pt x="16884" y="3862"/>
                  </a:lnTo>
                  <a:lnTo>
                    <a:pt x="17277" y="4451"/>
                  </a:lnTo>
                  <a:lnTo>
                    <a:pt x="17604" y="5105"/>
                  </a:lnTo>
                  <a:lnTo>
                    <a:pt x="17932" y="5760"/>
                  </a:lnTo>
                  <a:lnTo>
                    <a:pt x="18128" y="6414"/>
                  </a:lnTo>
                  <a:lnTo>
                    <a:pt x="18324" y="7069"/>
                  </a:lnTo>
                  <a:lnTo>
                    <a:pt x="18455" y="7789"/>
                  </a:lnTo>
                  <a:lnTo>
                    <a:pt x="18521" y="8443"/>
                  </a:lnTo>
                  <a:lnTo>
                    <a:pt x="18521" y="9163"/>
                  </a:lnTo>
                  <a:lnTo>
                    <a:pt x="18455" y="9817"/>
                  </a:lnTo>
                  <a:lnTo>
                    <a:pt x="18324" y="10537"/>
                  </a:lnTo>
                  <a:lnTo>
                    <a:pt x="18193" y="11192"/>
                  </a:lnTo>
                  <a:lnTo>
                    <a:pt x="17997" y="11846"/>
                  </a:lnTo>
                  <a:lnTo>
                    <a:pt x="17735" y="12435"/>
                  </a:lnTo>
                  <a:lnTo>
                    <a:pt x="17473" y="13090"/>
                  </a:lnTo>
                  <a:lnTo>
                    <a:pt x="17081" y="13679"/>
                  </a:lnTo>
                  <a:lnTo>
                    <a:pt x="16688" y="14268"/>
                  </a:lnTo>
                  <a:lnTo>
                    <a:pt x="16295" y="14791"/>
                  </a:lnTo>
                  <a:lnTo>
                    <a:pt x="15772" y="15249"/>
                  </a:lnTo>
                  <a:lnTo>
                    <a:pt x="15248" y="15707"/>
                  </a:lnTo>
                  <a:lnTo>
                    <a:pt x="14659" y="16165"/>
                  </a:lnTo>
                  <a:lnTo>
                    <a:pt x="14005" y="16558"/>
                  </a:lnTo>
                  <a:lnTo>
                    <a:pt x="13351" y="16951"/>
                  </a:lnTo>
                  <a:lnTo>
                    <a:pt x="12696" y="17213"/>
                  </a:lnTo>
                  <a:lnTo>
                    <a:pt x="11976" y="17474"/>
                  </a:lnTo>
                  <a:lnTo>
                    <a:pt x="11256" y="17605"/>
                  </a:lnTo>
                  <a:lnTo>
                    <a:pt x="10536" y="17736"/>
                  </a:lnTo>
                  <a:lnTo>
                    <a:pt x="9817" y="17802"/>
                  </a:lnTo>
                  <a:lnTo>
                    <a:pt x="9031" y="17867"/>
                  </a:lnTo>
                  <a:lnTo>
                    <a:pt x="8311" y="17802"/>
                  </a:lnTo>
                  <a:lnTo>
                    <a:pt x="7591" y="17671"/>
                  </a:lnTo>
                  <a:lnTo>
                    <a:pt x="6872" y="17474"/>
                  </a:lnTo>
                  <a:lnTo>
                    <a:pt x="6152" y="17278"/>
                  </a:lnTo>
                  <a:lnTo>
                    <a:pt x="5497" y="16951"/>
                  </a:lnTo>
                  <a:lnTo>
                    <a:pt x="4843" y="16624"/>
                  </a:lnTo>
                  <a:lnTo>
                    <a:pt x="4188" y="16165"/>
                  </a:lnTo>
                  <a:lnTo>
                    <a:pt x="3730" y="15773"/>
                  </a:lnTo>
                  <a:lnTo>
                    <a:pt x="3272" y="15315"/>
                  </a:lnTo>
                  <a:lnTo>
                    <a:pt x="2814" y="14857"/>
                  </a:lnTo>
                  <a:lnTo>
                    <a:pt x="2421" y="14333"/>
                  </a:lnTo>
                  <a:lnTo>
                    <a:pt x="2029" y="13809"/>
                  </a:lnTo>
                  <a:lnTo>
                    <a:pt x="1702" y="13220"/>
                  </a:lnTo>
                  <a:lnTo>
                    <a:pt x="1440" y="12697"/>
                  </a:lnTo>
                  <a:lnTo>
                    <a:pt x="1178" y="12042"/>
                  </a:lnTo>
                  <a:lnTo>
                    <a:pt x="982" y="11454"/>
                  </a:lnTo>
                  <a:lnTo>
                    <a:pt x="785" y="10799"/>
                  </a:lnTo>
                  <a:lnTo>
                    <a:pt x="720" y="10210"/>
                  </a:lnTo>
                  <a:lnTo>
                    <a:pt x="655" y="9556"/>
                  </a:lnTo>
                  <a:lnTo>
                    <a:pt x="655" y="8901"/>
                  </a:lnTo>
                  <a:lnTo>
                    <a:pt x="655" y="8247"/>
                  </a:lnTo>
                  <a:lnTo>
                    <a:pt x="785" y="7592"/>
                  </a:lnTo>
                  <a:lnTo>
                    <a:pt x="916" y="7003"/>
                  </a:lnTo>
                  <a:lnTo>
                    <a:pt x="1113" y="6283"/>
                  </a:lnTo>
                  <a:lnTo>
                    <a:pt x="1374" y="5694"/>
                  </a:lnTo>
                  <a:lnTo>
                    <a:pt x="1702" y="5105"/>
                  </a:lnTo>
                  <a:lnTo>
                    <a:pt x="2029" y="4582"/>
                  </a:lnTo>
                  <a:lnTo>
                    <a:pt x="2421" y="4058"/>
                  </a:lnTo>
                  <a:lnTo>
                    <a:pt x="2814" y="3600"/>
                  </a:lnTo>
                  <a:lnTo>
                    <a:pt x="3272" y="3142"/>
                  </a:lnTo>
                  <a:lnTo>
                    <a:pt x="3796" y="2750"/>
                  </a:lnTo>
                  <a:lnTo>
                    <a:pt x="4254" y="2357"/>
                  </a:lnTo>
                  <a:lnTo>
                    <a:pt x="4843" y="2030"/>
                  </a:lnTo>
                  <a:lnTo>
                    <a:pt x="5955" y="1441"/>
                  </a:lnTo>
                  <a:lnTo>
                    <a:pt x="7133" y="983"/>
                  </a:lnTo>
                  <a:lnTo>
                    <a:pt x="8442" y="590"/>
                  </a:lnTo>
                  <a:close/>
                  <a:moveTo>
                    <a:pt x="10536" y="1"/>
                  </a:moveTo>
                  <a:lnTo>
                    <a:pt x="9751" y="66"/>
                  </a:lnTo>
                  <a:lnTo>
                    <a:pt x="8900" y="132"/>
                  </a:lnTo>
                  <a:lnTo>
                    <a:pt x="8246" y="132"/>
                  </a:lnTo>
                  <a:lnTo>
                    <a:pt x="7591" y="197"/>
                  </a:lnTo>
                  <a:lnTo>
                    <a:pt x="6937" y="328"/>
                  </a:lnTo>
                  <a:lnTo>
                    <a:pt x="6348" y="524"/>
                  </a:lnTo>
                  <a:lnTo>
                    <a:pt x="5694" y="721"/>
                  </a:lnTo>
                  <a:lnTo>
                    <a:pt x="5105" y="1048"/>
                  </a:lnTo>
                  <a:lnTo>
                    <a:pt x="4516" y="1375"/>
                  </a:lnTo>
                  <a:lnTo>
                    <a:pt x="3927" y="1768"/>
                  </a:lnTo>
                  <a:lnTo>
                    <a:pt x="3403" y="2161"/>
                  </a:lnTo>
                  <a:lnTo>
                    <a:pt x="2880" y="2619"/>
                  </a:lnTo>
                  <a:lnTo>
                    <a:pt x="2421" y="3142"/>
                  </a:lnTo>
                  <a:lnTo>
                    <a:pt x="1963" y="3600"/>
                  </a:lnTo>
                  <a:lnTo>
                    <a:pt x="1571" y="4189"/>
                  </a:lnTo>
                  <a:lnTo>
                    <a:pt x="1243" y="4713"/>
                  </a:lnTo>
                  <a:lnTo>
                    <a:pt x="916" y="5302"/>
                  </a:lnTo>
                  <a:lnTo>
                    <a:pt x="655" y="5891"/>
                  </a:lnTo>
                  <a:lnTo>
                    <a:pt x="393" y="6545"/>
                  </a:lnTo>
                  <a:lnTo>
                    <a:pt x="196" y="7265"/>
                  </a:lnTo>
                  <a:lnTo>
                    <a:pt x="66" y="7920"/>
                  </a:lnTo>
                  <a:lnTo>
                    <a:pt x="0" y="8639"/>
                  </a:lnTo>
                  <a:lnTo>
                    <a:pt x="0" y="9359"/>
                  </a:lnTo>
                  <a:lnTo>
                    <a:pt x="66" y="10014"/>
                  </a:lnTo>
                  <a:lnTo>
                    <a:pt x="196" y="10734"/>
                  </a:lnTo>
                  <a:lnTo>
                    <a:pt x="327" y="11454"/>
                  </a:lnTo>
                  <a:lnTo>
                    <a:pt x="524" y="12108"/>
                  </a:lnTo>
                  <a:lnTo>
                    <a:pt x="785" y="12762"/>
                  </a:lnTo>
                  <a:lnTo>
                    <a:pt x="1113" y="13417"/>
                  </a:lnTo>
                  <a:lnTo>
                    <a:pt x="1440" y="14006"/>
                  </a:lnTo>
                  <a:lnTo>
                    <a:pt x="1832" y="14595"/>
                  </a:lnTo>
                  <a:lnTo>
                    <a:pt x="2225" y="15184"/>
                  </a:lnTo>
                  <a:lnTo>
                    <a:pt x="2749" y="15707"/>
                  </a:lnTo>
                  <a:lnTo>
                    <a:pt x="3272" y="16165"/>
                  </a:lnTo>
                  <a:lnTo>
                    <a:pt x="3861" y="16689"/>
                  </a:lnTo>
                  <a:lnTo>
                    <a:pt x="4516" y="17147"/>
                  </a:lnTo>
                  <a:lnTo>
                    <a:pt x="5170" y="17474"/>
                  </a:lnTo>
                  <a:lnTo>
                    <a:pt x="5890" y="17802"/>
                  </a:lnTo>
                  <a:lnTo>
                    <a:pt x="6610" y="18063"/>
                  </a:lnTo>
                  <a:lnTo>
                    <a:pt x="7330" y="18260"/>
                  </a:lnTo>
                  <a:lnTo>
                    <a:pt x="8050" y="18391"/>
                  </a:lnTo>
                  <a:lnTo>
                    <a:pt x="8835" y="18456"/>
                  </a:lnTo>
                  <a:lnTo>
                    <a:pt x="9555" y="18456"/>
                  </a:lnTo>
                  <a:lnTo>
                    <a:pt x="10340" y="18391"/>
                  </a:lnTo>
                  <a:lnTo>
                    <a:pt x="11125" y="18325"/>
                  </a:lnTo>
                  <a:lnTo>
                    <a:pt x="11845" y="18129"/>
                  </a:lnTo>
                  <a:lnTo>
                    <a:pt x="12565" y="17932"/>
                  </a:lnTo>
                  <a:lnTo>
                    <a:pt x="13285" y="17605"/>
                  </a:lnTo>
                  <a:lnTo>
                    <a:pt x="14005" y="17278"/>
                  </a:lnTo>
                  <a:lnTo>
                    <a:pt x="14659" y="16885"/>
                  </a:lnTo>
                  <a:lnTo>
                    <a:pt x="15314" y="16493"/>
                  </a:lnTo>
                  <a:lnTo>
                    <a:pt x="15903" y="15969"/>
                  </a:lnTo>
                  <a:lnTo>
                    <a:pt x="16426" y="15511"/>
                  </a:lnTo>
                  <a:lnTo>
                    <a:pt x="16950" y="14922"/>
                  </a:lnTo>
                  <a:lnTo>
                    <a:pt x="17408" y="14333"/>
                  </a:lnTo>
                  <a:lnTo>
                    <a:pt x="17801" y="13744"/>
                  </a:lnTo>
                  <a:lnTo>
                    <a:pt x="18128" y="13090"/>
                  </a:lnTo>
                  <a:lnTo>
                    <a:pt x="18455" y="12370"/>
                  </a:lnTo>
                  <a:lnTo>
                    <a:pt x="18717" y="11715"/>
                  </a:lnTo>
                  <a:lnTo>
                    <a:pt x="18913" y="10995"/>
                  </a:lnTo>
                  <a:lnTo>
                    <a:pt x="19044" y="10276"/>
                  </a:lnTo>
                  <a:lnTo>
                    <a:pt x="19110" y="9490"/>
                  </a:lnTo>
                  <a:lnTo>
                    <a:pt x="19110" y="8770"/>
                  </a:lnTo>
                  <a:lnTo>
                    <a:pt x="19110" y="8050"/>
                  </a:lnTo>
                  <a:lnTo>
                    <a:pt x="18979" y="7265"/>
                  </a:lnTo>
                  <a:lnTo>
                    <a:pt x="18848" y="6545"/>
                  </a:lnTo>
                  <a:lnTo>
                    <a:pt x="18586" y="5694"/>
                  </a:lnTo>
                  <a:lnTo>
                    <a:pt x="18259" y="4975"/>
                  </a:lnTo>
                  <a:lnTo>
                    <a:pt x="17866" y="4255"/>
                  </a:lnTo>
                  <a:lnTo>
                    <a:pt x="17408" y="3600"/>
                  </a:lnTo>
                  <a:lnTo>
                    <a:pt x="16884" y="2946"/>
                  </a:lnTo>
                  <a:lnTo>
                    <a:pt x="16361" y="2422"/>
                  </a:lnTo>
                  <a:lnTo>
                    <a:pt x="15706" y="1899"/>
                  </a:lnTo>
                  <a:lnTo>
                    <a:pt x="15052" y="1441"/>
                  </a:lnTo>
                  <a:lnTo>
                    <a:pt x="14398" y="1048"/>
                  </a:lnTo>
                  <a:lnTo>
                    <a:pt x="13678" y="721"/>
                  </a:lnTo>
                  <a:lnTo>
                    <a:pt x="12958" y="459"/>
                  </a:lnTo>
                  <a:lnTo>
                    <a:pt x="12173" y="197"/>
                  </a:lnTo>
                  <a:lnTo>
                    <a:pt x="11387" y="66"/>
                  </a:lnTo>
                  <a:lnTo>
                    <a:pt x="105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43"/>
            <p:cNvSpPr/>
            <p:nvPr/>
          </p:nvSpPr>
          <p:spPr>
            <a:xfrm>
              <a:off x="5044770" y="2488841"/>
              <a:ext cx="812509" cy="784703"/>
            </a:xfrm>
            <a:custGeom>
              <a:rect b="b" l="l" r="r" t="t"/>
              <a:pathLst>
                <a:path extrusionOk="0" h="18456" w="19110">
                  <a:moveTo>
                    <a:pt x="8442" y="590"/>
                  </a:moveTo>
                  <a:lnTo>
                    <a:pt x="8573" y="786"/>
                  </a:lnTo>
                  <a:lnTo>
                    <a:pt x="8769" y="786"/>
                  </a:lnTo>
                  <a:lnTo>
                    <a:pt x="9489" y="655"/>
                  </a:lnTo>
                  <a:lnTo>
                    <a:pt x="10929" y="655"/>
                  </a:lnTo>
                  <a:lnTo>
                    <a:pt x="11584" y="786"/>
                  </a:lnTo>
                  <a:lnTo>
                    <a:pt x="12303" y="917"/>
                  </a:lnTo>
                  <a:lnTo>
                    <a:pt x="12958" y="1113"/>
                  </a:lnTo>
                  <a:lnTo>
                    <a:pt x="13612" y="1310"/>
                  </a:lnTo>
                  <a:lnTo>
                    <a:pt x="14201" y="1637"/>
                  </a:lnTo>
                  <a:lnTo>
                    <a:pt x="14856" y="1964"/>
                  </a:lnTo>
                  <a:lnTo>
                    <a:pt x="15379" y="2422"/>
                  </a:lnTo>
                  <a:lnTo>
                    <a:pt x="15903" y="2815"/>
                  </a:lnTo>
                  <a:lnTo>
                    <a:pt x="16426" y="3339"/>
                  </a:lnTo>
                  <a:lnTo>
                    <a:pt x="16884" y="3862"/>
                  </a:lnTo>
                  <a:lnTo>
                    <a:pt x="17277" y="4451"/>
                  </a:lnTo>
                  <a:lnTo>
                    <a:pt x="17604" y="5105"/>
                  </a:lnTo>
                  <a:lnTo>
                    <a:pt x="17932" y="5760"/>
                  </a:lnTo>
                  <a:lnTo>
                    <a:pt x="18128" y="6414"/>
                  </a:lnTo>
                  <a:lnTo>
                    <a:pt x="18324" y="7069"/>
                  </a:lnTo>
                  <a:lnTo>
                    <a:pt x="18455" y="7789"/>
                  </a:lnTo>
                  <a:lnTo>
                    <a:pt x="18521" y="8443"/>
                  </a:lnTo>
                  <a:lnTo>
                    <a:pt x="18521" y="9163"/>
                  </a:lnTo>
                  <a:lnTo>
                    <a:pt x="18455" y="9817"/>
                  </a:lnTo>
                  <a:lnTo>
                    <a:pt x="18324" y="10537"/>
                  </a:lnTo>
                  <a:lnTo>
                    <a:pt x="18193" y="11192"/>
                  </a:lnTo>
                  <a:lnTo>
                    <a:pt x="17997" y="11846"/>
                  </a:lnTo>
                  <a:lnTo>
                    <a:pt x="17735" y="12435"/>
                  </a:lnTo>
                  <a:lnTo>
                    <a:pt x="17473" y="13090"/>
                  </a:lnTo>
                  <a:lnTo>
                    <a:pt x="17081" y="13679"/>
                  </a:lnTo>
                  <a:lnTo>
                    <a:pt x="16688" y="14268"/>
                  </a:lnTo>
                  <a:lnTo>
                    <a:pt x="16295" y="14791"/>
                  </a:lnTo>
                  <a:lnTo>
                    <a:pt x="15772" y="15249"/>
                  </a:lnTo>
                  <a:lnTo>
                    <a:pt x="15248" y="15707"/>
                  </a:lnTo>
                  <a:lnTo>
                    <a:pt x="14659" y="16165"/>
                  </a:lnTo>
                  <a:lnTo>
                    <a:pt x="14005" y="16558"/>
                  </a:lnTo>
                  <a:lnTo>
                    <a:pt x="13351" y="16951"/>
                  </a:lnTo>
                  <a:lnTo>
                    <a:pt x="12696" y="17213"/>
                  </a:lnTo>
                  <a:lnTo>
                    <a:pt x="11976" y="17474"/>
                  </a:lnTo>
                  <a:lnTo>
                    <a:pt x="11256" y="17605"/>
                  </a:lnTo>
                  <a:lnTo>
                    <a:pt x="10536" y="17736"/>
                  </a:lnTo>
                  <a:lnTo>
                    <a:pt x="9817" y="17802"/>
                  </a:lnTo>
                  <a:lnTo>
                    <a:pt x="9031" y="17867"/>
                  </a:lnTo>
                  <a:lnTo>
                    <a:pt x="8311" y="17802"/>
                  </a:lnTo>
                  <a:lnTo>
                    <a:pt x="7591" y="17671"/>
                  </a:lnTo>
                  <a:lnTo>
                    <a:pt x="6872" y="17474"/>
                  </a:lnTo>
                  <a:lnTo>
                    <a:pt x="6152" y="17278"/>
                  </a:lnTo>
                  <a:lnTo>
                    <a:pt x="5497" y="16951"/>
                  </a:lnTo>
                  <a:lnTo>
                    <a:pt x="4843" y="16624"/>
                  </a:lnTo>
                  <a:lnTo>
                    <a:pt x="4188" y="16165"/>
                  </a:lnTo>
                  <a:lnTo>
                    <a:pt x="3730" y="15773"/>
                  </a:lnTo>
                  <a:lnTo>
                    <a:pt x="3272" y="15315"/>
                  </a:lnTo>
                  <a:lnTo>
                    <a:pt x="2814" y="14857"/>
                  </a:lnTo>
                  <a:lnTo>
                    <a:pt x="2421" y="14333"/>
                  </a:lnTo>
                  <a:lnTo>
                    <a:pt x="2029" y="13809"/>
                  </a:lnTo>
                  <a:lnTo>
                    <a:pt x="1702" y="13220"/>
                  </a:lnTo>
                  <a:lnTo>
                    <a:pt x="1440" y="12697"/>
                  </a:lnTo>
                  <a:lnTo>
                    <a:pt x="1178" y="12042"/>
                  </a:lnTo>
                  <a:lnTo>
                    <a:pt x="982" y="11454"/>
                  </a:lnTo>
                  <a:lnTo>
                    <a:pt x="785" y="10799"/>
                  </a:lnTo>
                  <a:lnTo>
                    <a:pt x="720" y="10210"/>
                  </a:lnTo>
                  <a:lnTo>
                    <a:pt x="655" y="9556"/>
                  </a:lnTo>
                  <a:lnTo>
                    <a:pt x="655" y="8901"/>
                  </a:lnTo>
                  <a:lnTo>
                    <a:pt x="655" y="8247"/>
                  </a:lnTo>
                  <a:lnTo>
                    <a:pt x="785" y="7592"/>
                  </a:lnTo>
                  <a:lnTo>
                    <a:pt x="916" y="7003"/>
                  </a:lnTo>
                  <a:lnTo>
                    <a:pt x="1113" y="6283"/>
                  </a:lnTo>
                  <a:lnTo>
                    <a:pt x="1374" y="5694"/>
                  </a:lnTo>
                  <a:lnTo>
                    <a:pt x="1702" y="5105"/>
                  </a:lnTo>
                  <a:lnTo>
                    <a:pt x="2029" y="4582"/>
                  </a:lnTo>
                  <a:lnTo>
                    <a:pt x="2421" y="4058"/>
                  </a:lnTo>
                  <a:lnTo>
                    <a:pt x="2814" y="3600"/>
                  </a:lnTo>
                  <a:lnTo>
                    <a:pt x="3272" y="3142"/>
                  </a:lnTo>
                  <a:lnTo>
                    <a:pt x="3796" y="2750"/>
                  </a:lnTo>
                  <a:lnTo>
                    <a:pt x="4254" y="2357"/>
                  </a:lnTo>
                  <a:lnTo>
                    <a:pt x="4843" y="2030"/>
                  </a:lnTo>
                  <a:lnTo>
                    <a:pt x="5955" y="1441"/>
                  </a:lnTo>
                  <a:lnTo>
                    <a:pt x="7133" y="983"/>
                  </a:lnTo>
                  <a:lnTo>
                    <a:pt x="8442" y="590"/>
                  </a:lnTo>
                  <a:close/>
                  <a:moveTo>
                    <a:pt x="10536" y="1"/>
                  </a:moveTo>
                  <a:lnTo>
                    <a:pt x="9751" y="66"/>
                  </a:lnTo>
                  <a:lnTo>
                    <a:pt x="8900" y="132"/>
                  </a:lnTo>
                  <a:lnTo>
                    <a:pt x="8246" y="132"/>
                  </a:lnTo>
                  <a:lnTo>
                    <a:pt x="7591" y="197"/>
                  </a:lnTo>
                  <a:lnTo>
                    <a:pt x="6937" y="328"/>
                  </a:lnTo>
                  <a:lnTo>
                    <a:pt x="6348" y="524"/>
                  </a:lnTo>
                  <a:lnTo>
                    <a:pt x="5694" y="721"/>
                  </a:lnTo>
                  <a:lnTo>
                    <a:pt x="5105" y="1048"/>
                  </a:lnTo>
                  <a:lnTo>
                    <a:pt x="4516" y="1375"/>
                  </a:lnTo>
                  <a:lnTo>
                    <a:pt x="3927" y="1768"/>
                  </a:lnTo>
                  <a:lnTo>
                    <a:pt x="3403" y="2161"/>
                  </a:lnTo>
                  <a:lnTo>
                    <a:pt x="2880" y="2619"/>
                  </a:lnTo>
                  <a:lnTo>
                    <a:pt x="2421" y="3142"/>
                  </a:lnTo>
                  <a:lnTo>
                    <a:pt x="1963" y="3600"/>
                  </a:lnTo>
                  <a:lnTo>
                    <a:pt x="1571" y="4189"/>
                  </a:lnTo>
                  <a:lnTo>
                    <a:pt x="1243" y="4713"/>
                  </a:lnTo>
                  <a:lnTo>
                    <a:pt x="916" y="5302"/>
                  </a:lnTo>
                  <a:lnTo>
                    <a:pt x="655" y="5891"/>
                  </a:lnTo>
                  <a:lnTo>
                    <a:pt x="393" y="6545"/>
                  </a:lnTo>
                  <a:lnTo>
                    <a:pt x="196" y="7265"/>
                  </a:lnTo>
                  <a:lnTo>
                    <a:pt x="66" y="7920"/>
                  </a:lnTo>
                  <a:lnTo>
                    <a:pt x="0" y="8639"/>
                  </a:lnTo>
                  <a:lnTo>
                    <a:pt x="0" y="9359"/>
                  </a:lnTo>
                  <a:lnTo>
                    <a:pt x="66" y="10014"/>
                  </a:lnTo>
                  <a:lnTo>
                    <a:pt x="196" y="10734"/>
                  </a:lnTo>
                  <a:lnTo>
                    <a:pt x="327" y="11454"/>
                  </a:lnTo>
                  <a:lnTo>
                    <a:pt x="524" y="12108"/>
                  </a:lnTo>
                  <a:lnTo>
                    <a:pt x="785" y="12762"/>
                  </a:lnTo>
                  <a:lnTo>
                    <a:pt x="1113" y="13417"/>
                  </a:lnTo>
                  <a:lnTo>
                    <a:pt x="1440" y="14006"/>
                  </a:lnTo>
                  <a:lnTo>
                    <a:pt x="1832" y="14595"/>
                  </a:lnTo>
                  <a:lnTo>
                    <a:pt x="2225" y="15184"/>
                  </a:lnTo>
                  <a:lnTo>
                    <a:pt x="2749" y="15707"/>
                  </a:lnTo>
                  <a:lnTo>
                    <a:pt x="3272" y="16165"/>
                  </a:lnTo>
                  <a:lnTo>
                    <a:pt x="3861" y="16689"/>
                  </a:lnTo>
                  <a:lnTo>
                    <a:pt x="4516" y="17147"/>
                  </a:lnTo>
                  <a:lnTo>
                    <a:pt x="5170" y="17474"/>
                  </a:lnTo>
                  <a:lnTo>
                    <a:pt x="5890" y="17802"/>
                  </a:lnTo>
                  <a:lnTo>
                    <a:pt x="6610" y="18063"/>
                  </a:lnTo>
                  <a:lnTo>
                    <a:pt x="7330" y="18260"/>
                  </a:lnTo>
                  <a:lnTo>
                    <a:pt x="8050" y="18391"/>
                  </a:lnTo>
                  <a:lnTo>
                    <a:pt x="8835" y="18456"/>
                  </a:lnTo>
                  <a:lnTo>
                    <a:pt x="9555" y="18456"/>
                  </a:lnTo>
                  <a:lnTo>
                    <a:pt x="10340" y="18391"/>
                  </a:lnTo>
                  <a:lnTo>
                    <a:pt x="11125" y="18325"/>
                  </a:lnTo>
                  <a:lnTo>
                    <a:pt x="11845" y="18129"/>
                  </a:lnTo>
                  <a:lnTo>
                    <a:pt x="12565" y="17932"/>
                  </a:lnTo>
                  <a:lnTo>
                    <a:pt x="13285" y="17605"/>
                  </a:lnTo>
                  <a:lnTo>
                    <a:pt x="14005" y="17278"/>
                  </a:lnTo>
                  <a:lnTo>
                    <a:pt x="14659" y="16885"/>
                  </a:lnTo>
                  <a:lnTo>
                    <a:pt x="15314" y="16493"/>
                  </a:lnTo>
                  <a:lnTo>
                    <a:pt x="15903" y="15969"/>
                  </a:lnTo>
                  <a:lnTo>
                    <a:pt x="16426" y="15511"/>
                  </a:lnTo>
                  <a:lnTo>
                    <a:pt x="16950" y="14922"/>
                  </a:lnTo>
                  <a:lnTo>
                    <a:pt x="17408" y="14333"/>
                  </a:lnTo>
                  <a:lnTo>
                    <a:pt x="17801" y="13744"/>
                  </a:lnTo>
                  <a:lnTo>
                    <a:pt x="18128" y="13090"/>
                  </a:lnTo>
                  <a:lnTo>
                    <a:pt x="18455" y="12370"/>
                  </a:lnTo>
                  <a:lnTo>
                    <a:pt x="18717" y="11715"/>
                  </a:lnTo>
                  <a:lnTo>
                    <a:pt x="18913" y="10995"/>
                  </a:lnTo>
                  <a:lnTo>
                    <a:pt x="19044" y="10276"/>
                  </a:lnTo>
                  <a:lnTo>
                    <a:pt x="19110" y="9490"/>
                  </a:lnTo>
                  <a:lnTo>
                    <a:pt x="19110" y="8770"/>
                  </a:lnTo>
                  <a:lnTo>
                    <a:pt x="19110" y="8050"/>
                  </a:lnTo>
                  <a:lnTo>
                    <a:pt x="18979" y="7265"/>
                  </a:lnTo>
                  <a:lnTo>
                    <a:pt x="18848" y="6545"/>
                  </a:lnTo>
                  <a:lnTo>
                    <a:pt x="18586" y="5694"/>
                  </a:lnTo>
                  <a:lnTo>
                    <a:pt x="18259" y="4975"/>
                  </a:lnTo>
                  <a:lnTo>
                    <a:pt x="17866" y="4255"/>
                  </a:lnTo>
                  <a:lnTo>
                    <a:pt x="17408" y="3600"/>
                  </a:lnTo>
                  <a:lnTo>
                    <a:pt x="16884" y="2946"/>
                  </a:lnTo>
                  <a:lnTo>
                    <a:pt x="16361" y="2422"/>
                  </a:lnTo>
                  <a:lnTo>
                    <a:pt x="15706" y="1899"/>
                  </a:lnTo>
                  <a:lnTo>
                    <a:pt x="15052" y="1441"/>
                  </a:lnTo>
                  <a:lnTo>
                    <a:pt x="14398" y="1048"/>
                  </a:lnTo>
                  <a:lnTo>
                    <a:pt x="13678" y="721"/>
                  </a:lnTo>
                  <a:lnTo>
                    <a:pt x="12958" y="459"/>
                  </a:lnTo>
                  <a:lnTo>
                    <a:pt x="12173" y="197"/>
                  </a:lnTo>
                  <a:lnTo>
                    <a:pt x="11387" y="66"/>
                  </a:lnTo>
                  <a:lnTo>
                    <a:pt x="1053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43"/>
            <p:cNvSpPr/>
            <p:nvPr/>
          </p:nvSpPr>
          <p:spPr>
            <a:xfrm>
              <a:off x="6806195" y="2488841"/>
              <a:ext cx="812509" cy="784703"/>
            </a:xfrm>
            <a:custGeom>
              <a:rect b="b" l="l" r="r" t="t"/>
              <a:pathLst>
                <a:path extrusionOk="0" h="18456" w="19110">
                  <a:moveTo>
                    <a:pt x="8442" y="590"/>
                  </a:moveTo>
                  <a:lnTo>
                    <a:pt x="8573" y="786"/>
                  </a:lnTo>
                  <a:lnTo>
                    <a:pt x="8769" y="786"/>
                  </a:lnTo>
                  <a:lnTo>
                    <a:pt x="9489" y="655"/>
                  </a:lnTo>
                  <a:lnTo>
                    <a:pt x="10929" y="655"/>
                  </a:lnTo>
                  <a:lnTo>
                    <a:pt x="11584" y="786"/>
                  </a:lnTo>
                  <a:lnTo>
                    <a:pt x="12303" y="917"/>
                  </a:lnTo>
                  <a:lnTo>
                    <a:pt x="12958" y="1113"/>
                  </a:lnTo>
                  <a:lnTo>
                    <a:pt x="13612" y="1310"/>
                  </a:lnTo>
                  <a:lnTo>
                    <a:pt x="14201" y="1637"/>
                  </a:lnTo>
                  <a:lnTo>
                    <a:pt x="14856" y="1964"/>
                  </a:lnTo>
                  <a:lnTo>
                    <a:pt x="15379" y="2422"/>
                  </a:lnTo>
                  <a:lnTo>
                    <a:pt x="15903" y="2815"/>
                  </a:lnTo>
                  <a:lnTo>
                    <a:pt x="16426" y="3339"/>
                  </a:lnTo>
                  <a:lnTo>
                    <a:pt x="16884" y="3862"/>
                  </a:lnTo>
                  <a:lnTo>
                    <a:pt x="17277" y="4451"/>
                  </a:lnTo>
                  <a:lnTo>
                    <a:pt x="17604" y="5105"/>
                  </a:lnTo>
                  <a:lnTo>
                    <a:pt x="17932" y="5760"/>
                  </a:lnTo>
                  <a:lnTo>
                    <a:pt x="18128" y="6414"/>
                  </a:lnTo>
                  <a:lnTo>
                    <a:pt x="18324" y="7069"/>
                  </a:lnTo>
                  <a:lnTo>
                    <a:pt x="18455" y="7789"/>
                  </a:lnTo>
                  <a:lnTo>
                    <a:pt x="18521" y="8443"/>
                  </a:lnTo>
                  <a:lnTo>
                    <a:pt x="18521" y="9163"/>
                  </a:lnTo>
                  <a:lnTo>
                    <a:pt x="18455" y="9817"/>
                  </a:lnTo>
                  <a:lnTo>
                    <a:pt x="18324" y="10537"/>
                  </a:lnTo>
                  <a:lnTo>
                    <a:pt x="18193" y="11192"/>
                  </a:lnTo>
                  <a:lnTo>
                    <a:pt x="17997" y="11846"/>
                  </a:lnTo>
                  <a:lnTo>
                    <a:pt x="17735" y="12435"/>
                  </a:lnTo>
                  <a:lnTo>
                    <a:pt x="17473" y="13090"/>
                  </a:lnTo>
                  <a:lnTo>
                    <a:pt x="17081" y="13679"/>
                  </a:lnTo>
                  <a:lnTo>
                    <a:pt x="16688" y="14268"/>
                  </a:lnTo>
                  <a:lnTo>
                    <a:pt x="16295" y="14791"/>
                  </a:lnTo>
                  <a:lnTo>
                    <a:pt x="15772" y="15249"/>
                  </a:lnTo>
                  <a:lnTo>
                    <a:pt x="15248" y="15707"/>
                  </a:lnTo>
                  <a:lnTo>
                    <a:pt x="14659" y="16165"/>
                  </a:lnTo>
                  <a:lnTo>
                    <a:pt x="14005" y="16558"/>
                  </a:lnTo>
                  <a:lnTo>
                    <a:pt x="13351" y="16951"/>
                  </a:lnTo>
                  <a:lnTo>
                    <a:pt x="12696" y="17213"/>
                  </a:lnTo>
                  <a:lnTo>
                    <a:pt x="11976" y="17474"/>
                  </a:lnTo>
                  <a:lnTo>
                    <a:pt x="11256" y="17605"/>
                  </a:lnTo>
                  <a:lnTo>
                    <a:pt x="10536" y="17736"/>
                  </a:lnTo>
                  <a:lnTo>
                    <a:pt x="9817" y="17802"/>
                  </a:lnTo>
                  <a:lnTo>
                    <a:pt x="9031" y="17867"/>
                  </a:lnTo>
                  <a:lnTo>
                    <a:pt x="8311" y="17802"/>
                  </a:lnTo>
                  <a:lnTo>
                    <a:pt x="7591" y="17671"/>
                  </a:lnTo>
                  <a:lnTo>
                    <a:pt x="6872" y="17474"/>
                  </a:lnTo>
                  <a:lnTo>
                    <a:pt x="6152" y="17278"/>
                  </a:lnTo>
                  <a:lnTo>
                    <a:pt x="5497" y="16951"/>
                  </a:lnTo>
                  <a:lnTo>
                    <a:pt x="4843" y="16624"/>
                  </a:lnTo>
                  <a:lnTo>
                    <a:pt x="4188" y="16165"/>
                  </a:lnTo>
                  <a:lnTo>
                    <a:pt x="3730" y="15773"/>
                  </a:lnTo>
                  <a:lnTo>
                    <a:pt x="3272" y="15315"/>
                  </a:lnTo>
                  <a:lnTo>
                    <a:pt x="2814" y="14857"/>
                  </a:lnTo>
                  <a:lnTo>
                    <a:pt x="2421" y="14333"/>
                  </a:lnTo>
                  <a:lnTo>
                    <a:pt x="2029" y="13809"/>
                  </a:lnTo>
                  <a:lnTo>
                    <a:pt x="1702" y="13220"/>
                  </a:lnTo>
                  <a:lnTo>
                    <a:pt x="1440" y="12697"/>
                  </a:lnTo>
                  <a:lnTo>
                    <a:pt x="1178" y="12042"/>
                  </a:lnTo>
                  <a:lnTo>
                    <a:pt x="982" y="11454"/>
                  </a:lnTo>
                  <a:lnTo>
                    <a:pt x="785" y="10799"/>
                  </a:lnTo>
                  <a:lnTo>
                    <a:pt x="720" y="10210"/>
                  </a:lnTo>
                  <a:lnTo>
                    <a:pt x="655" y="9556"/>
                  </a:lnTo>
                  <a:lnTo>
                    <a:pt x="655" y="8901"/>
                  </a:lnTo>
                  <a:lnTo>
                    <a:pt x="655" y="8247"/>
                  </a:lnTo>
                  <a:lnTo>
                    <a:pt x="785" y="7592"/>
                  </a:lnTo>
                  <a:lnTo>
                    <a:pt x="916" y="7003"/>
                  </a:lnTo>
                  <a:lnTo>
                    <a:pt x="1113" y="6283"/>
                  </a:lnTo>
                  <a:lnTo>
                    <a:pt x="1374" y="5694"/>
                  </a:lnTo>
                  <a:lnTo>
                    <a:pt x="1702" y="5105"/>
                  </a:lnTo>
                  <a:lnTo>
                    <a:pt x="2029" y="4582"/>
                  </a:lnTo>
                  <a:lnTo>
                    <a:pt x="2421" y="4058"/>
                  </a:lnTo>
                  <a:lnTo>
                    <a:pt x="2814" y="3600"/>
                  </a:lnTo>
                  <a:lnTo>
                    <a:pt x="3272" y="3142"/>
                  </a:lnTo>
                  <a:lnTo>
                    <a:pt x="3796" y="2750"/>
                  </a:lnTo>
                  <a:lnTo>
                    <a:pt x="4254" y="2357"/>
                  </a:lnTo>
                  <a:lnTo>
                    <a:pt x="4843" y="2030"/>
                  </a:lnTo>
                  <a:lnTo>
                    <a:pt x="5955" y="1441"/>
                  </a:lnTo>
                  <a:lnTo>
                    <a:pt x="7133" y="983"/>
                  </a:lnTo>
                  <a:lnTo>
                    <a:pt x="8442" y="590"/>
                  </a:lnTo>
                  <a:close/>
                  <a:moveTo>
                    <a:pt x="10536" y="1"/>
                  </a:moveTo>
                  <a:lnTo>
                    <a:pt x="9751" y="66"/>
                  </a:lnTo>
                  <a:lnTo>
                    <a:pt x="8900" y="132"/>
                  </a:lnTo>
                  <a:lnTo>
                    <a:pt x="8246" y="132"/>
                  </a:lnTo>
                  <a:lnTo>
                    <a:pt x="7591" y="197"/>
                  </a:lnTo>
                  <a:lnTo>
                    <a:pt x="6937" y="328"/>
                  </a:lnTo>
                  <a:lnTo>
                    <a:pt x="6348" y="524"/>
                  </a:lnTo>
                  <a:lnTo>
                    <a:pt x="5694" y="721"/>
                  </a:lnTo>
                  <a:lnTo>
                    <a:pt x="5105" y="1048"/>
                  </a:lnTo>
                  <a:lnTo>
                    <a:pt x="4516" y="1375"/>
                  </a:lnTo>
                  <a:lnTo>
                    <a:pt x="3927" y="1768"/>
                  </a:lnTo>
                  <a:lnTo>
                    <a:pt x="3403" y="2161"/>
                  </a:lnTo>
                  <a:lnTo>
                    <a:pt x="2880" y="2619"/>
                  </a:lnTo>
                  <a:lnTo>
                    <a:pt x="2421" y="3142"/>
                  </a:lnTo>
                  <a:lnTo>
                    <a:pt x="1963" y="3600"/>
                  </a:lnTo>
                  <a:lnTo>
                    <a:pt x="1571" y="4189"/>
                  </a:lnTo>
                  <a:lnTo>
                    <a:pt x="1243" y="4713"/>
                  </a:lnTo>
                  <a:lnTo>
                    <a:pt x="916" y="5302"/>
                  </a:lnTo>
                  <a:lnTo>
                    <a:pt x="655" y="5891"/>
                  </a:lnTo>
                  <a:lnTo>
                    <a:pt x="393" y="6545"/>
                  </a:lnTo>
                  <a:lnTo>
                    <a:pt x="196" y="7265"/>
                  </a:lnTo>
                  <a:lnTo>
                    <a:pt x="66" y="7920"/>
                  </a:lnTo>
                  <a:lnTo>
                    <a:pt x="0" y="8639"/>
                  </a:lnTo>
                  <a:lnTo>
                    <a:pt x="0" y="9359"/>
                  </a:lnTo>
                  <a:lnTo>
                    <a:pt x="66" y="10014"/>
                  </a:lnTo>
                  <a:lnTo>
                    <a:pt x="196" y="10734"/>
                  </a:lnTo>
                  <a:lnTo>
                    <a:pt x="327" y="11454"/>
                  </a:lnTo>
                  <a:lnTo>
                    <a:pt x="524" y="12108"/>
                  </a:lnTo>
                  <a:lnTo>
                    <a:pt x="785" y="12762"/>
                  </a:lnTo>
                  <a:lnTo>
                    <a:pt x="1113" y="13417"/>
                  </a:lnTo>
                  <a:lnTo>
                    <a:pt x="1440" y="14006"/>
                  </a:lnTo>
                  <a:lnTo>
                    <a:pt x="1832" y="14595"/>
                  </a:lnTo>
                  <a:lnTo>
                    <a:pt x="2225" y="15184"/>
                  </a:lnTo>
                  <a:lnTo>
                    <a:pt x="2749" y="15707"/>
                  </a:lnTo>
                  <a:lnTo>
                    <a:pt x="3272" y="16165"/>
                  </a:lnTo>
                  <a:lnTo>
                    <a:pt x="3861" y="16689"/>
                  </a:lnTo>
                  <a:lnTo>
                    <a:pt x="4516" y="17147"/>
                  </a:lnTo>
                  <a:lnTo>
                    <a:pt x="5170" y="17474"/>
                  </a:lnTo>
                  <a:lnTo>
                    <a:pt x="5890" y="17802"/>
                  </a:lnTo>
                  <a:lnTo>
                    <a:pt x="6610" y="18063"/>
                  </a:lnTo>
                  <a:lnTo>
                    <a:pt x="7330" y="18260"/>
                  </a:lnTo>
                  <a:lnTo>
                    <a:pt x="8050" y="18391"/>
                  </a:lnTo>
                  <a:lnTo>
                    <a:pt x="8835" y="18456"/>
                  </a:lnTo>
                  <a:lnTo>
                    <a:pt x="9555" y="18456"/>
                  </a:lnTo>
                  <a:lnTo>
                    <a:pt x="10340" y="18391"/>
                  </a:lnTo>
                  <a:lnTo>
                    <a:pt x="11125" y="18325"/>
                  </a:lnTo>
                  <a:lnTo>
                    <a:pt x="11845" y="18129"/>
                  </a:lnTo>
                  <a:lnTo>
                    <a:pt x="12565" y="17932"/>
                  </a:lnTo>
                  <a:lnTo>
                    <a:pt x="13285" y="17605"/>
                  </a:lnTo>
                  <a:lnTo>
                    <a:pt x="14005" y="17278"/>
                  </a:lnTo>
                  <a:lnTo>
                    <a:pt x="14659" y="16885"/>
                  </a:lnTo>
                  <a:lnTo>
                    <a:pt x="15314" y="16493"/>
                  </a:lnTo>
                  <a:lnTo>
                    <a:pt x="15903" y="15969"/>
                  </a:lnTo>
                  <a:lnTo>
                    <a:pt x="16426" y="15511"/>
                  </a:lnTo>
                  <a:lnTo>
                    <a:pt x="16950" y="14922"/>
                  </a:lnTo>
                  <a:lnTo>
                    <a:pt x="17408" y="14333"/>
                  </a:lnTo>
                  <a:lnTo>
                    <a:pt x="17801" y="13744"/>
                  </a:lnTo>
                  <a:lnTo>
                    <a:pt x="18128" y="13090"/>
                  </a:lnTo>
                  <a:lnTo>
                    <a:pt x="18455" y="12370"/>
                  </a:lnTo>
                  <a:lnTo>
                    <a:pt x="18717" y="11715"/>
                  </a:lnTo>
                  <a:lnTo>
                    <a:pt x="18913" y="10995"/>
                  </a:lnTo>
                  <a:lnTo>
                    <a:pt x="19044" y="10276"/>
                  </a:lnTo>
                  <a:lnTo>
                    <a:pt x="19110" y="9490"/>
                  </a:lnTo>
                  <a:lnTo>
                    <a:pt x="19110" y="8770"/>
                  </a:lnTo>
                  <a:lnTo>
                    <a:pt x="19110" y="8050"/>
                  </a:lnTo>
                  <a:lnTo>
                    <a:pt x="18979" y="7265"/>
                  </a:lnTo>
                  <a:lnTo>
                    <a:pt x="18848" y="6545"/>
                  </a:lnTo>
                  <a:lnTo>
                    <a:pt x="18586" y="5694"/>
                  </a:lnTo>
                  <a:lnTo>
                    <a:pt x="18259" y="4975"/>
                  </a:lnTo>
                  <a:lnTo>
                    <a:pt x="17866" y="4255"/>
                  </a:lnTo>
                  <a:lnTo>
                    <a:pt x="17408" y="3600"/>
                  </a:lnTo>
                  <a:lnTo>
                    <a:pt x="16884" y="2946"/>
                  </a:lnTo>
                  <a:lnTo>
                    <a:pt x="16361" y="2422"/>
                  </a:lnTo>
                  <a:lnTo>
                    <a:pt x="15706" y="1899"/>
                  </a:lnTo>
                  <a:lnTo>
                    <a:pt x="15052" y="1441"/>
                  </a:lnTo>
                  <a:lnTo>
                    <a:pt x="14398" y="1048"/>
                  </a:lnTo>
                  <a:lnTo>
                    <a:pt x="13678" y="721"/>
                  </a:lnTo>
                  <a:lnTo>
                    <a:pt x="12958" y="459"/>
                  </a:lnTo>
                  <a:lnTo>
                    <a:pt x="12173" y="197"/>
                  </a:lnTo>
                  <a:lnTo>
                    <a:pt x="11387" y="66"/>
                  </a:lnTo>
                  <a:lnTo>
                    <a:pt x="105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43"/>
            <p:cNvSpPr/>
            <p:nvPr/>
          </p:nvSpPr>
          <p:spPr>
            <a:xfrm>
              <a:off x="4497613" y="1271062"/>
              <a:ext cx="1906852" cy="1217793"/>
            </a:xfrm>
            <a:custGeom>
              <a:rect b="b" l="l" r="r" t="t"/>
              <a:pathLst>
                <a:path extrusionOk="0" h="24412" w="37696">
                  <a:moveTo>
                    <a:pt x="8639" y="590"/>
                  </a:moveTo>
                  <a:lnTo>
                    <a:pt x="13155" y="786"/>
                  </a:lnTo>
                  <a:lnTo>
                    <a:pt x="17736" y="983"/>
                  </a:lnTo>
                  <a:lnTo>
                    <a:pt x="22513" y="1113"/>
                  </a:lnTo>
                  <a:lnTo>
                    <a:pt x="27290" y="1048"/>
                  </a:lnTo>
                  <a:lnTo>
                    <a:pt x="31937" y="983"/>
                  </a:lnTo>
                  <a:lnTo>
                    <a:pt x="32657" y="917"/>
                  </a:lnTo>
                  <a:lnTo>
                    <a:pt x="33377" y="983"/>
                  </a:lnTo>
                  <a:lnTo>
                    <a:pt x="34031" y="1048"/>
                  </a:lnTo>
                  <a:lnTo>
                    <a:pt x="34685" y="1179"/>
                  </a:lnTo>
                  <a:lnTo>
                    <a:pt x="35209" y="1441"/>
                  </a:lnTo>
                  <a:lnTo>
                    <a:pt x="35536" y="1571"/>
                  </a:lnTo>
                  <a:lnTo>
                    <a:pt x="35732" y="1768"/>
                  </a:lnTo>
                  <a:lnTo>
                    <a:pt x="35994" y="2030"/>
                  </a:lnTo>
                  <a:lnTo>
                    <a:pt x="36191" y="2291"/>
                  </a:lnTo>
                  <a:lnTo>
                    <a:pt x="36321" y="2619"/>
                  </a:lnTo>
                  <a:lnTo>
                    <a:pt x="36518" y="3011"/>
                  </a:lnTo>
                  <a:lnTo>
                    <a:pt x="36714" y="3927"/>
                  </a:lnTo>
                  <a:lnTo>
                    <a:pt x="36845" y="4844"/>
                  </a:lnTo>
                  <a:lnTo>
                    <a:pt x="36910" y="6742"/>
                  </a:lnTo>
                  <a:lnTo>
                    <a:pt x="37041" y="11192"/>
                  </a:lnTo>
                  <a:lnTo>
                    <a:pt x="37041" y="12370"/>
                  </a:lnTo>
                  <a:lnTo>
                    <a:pt x="37041" y="12959"/>
                  </a:lnTo>
                  <a:lnTo>
                    <a:pt x="36976" y="13548"/>
                  </a:lnTo>
                  <a:lnTo>
                    <a:pt x="36910" y="14137"/>
                  </a:lnTo>
                  <a:lnTo>
                    <a:pt x="36714" y="14660"/>
                  </a:lnTo>
                  <a:lnTo>
                    <a:pt x="36452" y="15184"/>
                  </a:lnTo>
                  <a:lnTo>
                    <a:pt x="36125" y="15707"/>
                  </a:lnTo>
                  <a:lnTo>
                    <a:pt x="35732" y="16035"/>
                  </a:lnTo>
                  <a:lnTo>
                    <a:pt x="35209" y="16362"/>
                  </a:lnTo>
                  <a:lnTo>
                    <a:pt x="34685" y="16558"/>
                  </a:lnTo>
                  <a:lnTo>
                    <a:pt x="34162" y="16754"/>
                  </a:lnTo>
                  <a:lnTo>
                    <a:pt x="33638" y="16885"/>
                  </a:lnTo>
                  <a:lnTo>
                    <a:pt x="33049" y="16951"/>
                  </a:lnTo>
                  <a:lnTo>
                    <a:pt x="26570" y="16951"/>
                  </a:lnTo>
                  <a:lnTo>
                    <a:pt x="21204" y="16885"/>
                  </a:lnTo>
                  <a:lnTo>
                    <a:pt x="15903" y="16754"/>
                  </a:lnTo>
                  <a:lnTo>
                    <a:pt x="10537" y="16623"/>
                  </a:lnTo>
                  <a:lnTo>
                    <a:pt x="10406" y="16689"/>
                  </a:lnTo>
                  <a:lnTo>
                    <a:pt x="10275" y="16558"/>
                  </a:lnTo>
                  <a:lnTo>
                    <a:pt x="10079" y="16558"/>
                  </a:lnTo>
                  <a:lnTo>
                    <a:pt x="9948" y="16623"/>
                  </a:lnTo>
                  <a:lnTo>
                    <a:pt x="9817" y="16754"/>
                  </a:lnTo>
                  <a:lnTo>
                    <a:pt x="9686" y="17605"/>
                  </a:lnTo>
                  <a:lnTo>
                    <a:pt x="9621" y="18456"/>
                  </a:lnTo>
                  <a:lnTo>
                    <a:pt x="9621" y="19372"/>
                  </a:lnTo>
                  <a:lnTo>
                    <a:pt x="9686" y="20223"/>
                  </a:lnTo>
                  <a:lnTo>
                    <a:pt x="9882" y="21074"/>
                  </a:lnTo>
                  <a:lnTo>
                    <a:pt x="10079" y="21859"/>
                  </a:lnTo>
                  <a:lnTo>
                    <a:pt x="10537" y="23561"/>
                  </a:lnTo>
                  <a:lnTo>
                    <a:pt x="9686" y="23102"/>
                  </a:lnTo>
                  <a:lnTo>
                    <a:pt x="8835" y="22448"/>
                  </a:lnTo>
                  <a:lnTo>
                    <a:pt x="8181" y="21794"/>
                  </a:lnTo>
                  <a:lnTo>
                    <a:pt x="7592" y="21008"/>
                  </a:lnTo>
                  <a:lnTo>
                    <a:pt x="7068" y="20157"/>
                  </a:lnTo>
                  <a:lnTo>
                    <a:pt x="6676" y="19241"/>
                  </a:lnTo>
                  <a:lnTo>
                    <a:pt x="6414" y="18260"/>
                  </a:lnTo>
                  <a:lnTo>
                    <a:pt x="6348" y="17212"/>
                  </a:lnTo>
                  <a:lnTo>
                    <a:pt x="6283" y="17082"/>
                  </a:lnTo>
                  <a:lnTo>
                    <a:pt x="6152" y="17016"/>
                  </a:lnTo>
                  <a:lnTo>
                    <a:pt x="6021" y="17016"/>
                  </a:lnTo>
                  <a:lnTo>
                    <a:pt x="5890" y="17147"/>
                  </a:lnTo>
                  <a:lnTo>
                    <a:pt x="5170" y="17016"/>
                  </a:lnTo>
                  <a:lnTo>
                    <a:pt x="4451" y="16951"/>
                  </a:lnTo>
                  <a:lnTo>
                    <a:pt x="3731" y="17016"/>
                  </a:lnTo>
                  <a:lnTo>
                    <a:pt x="3011" y="16951"/>
                  </a:lnTo>
                  <a:lnTo>
                    <a:pt x="2618" y="16885"/>
                  </a:lnTo>
                  <a:lnTo>
                    <a:pt x="2291" y="16820"/>
                  </a:lnTo>
                  <a:lnTo>
                    <a:pt x="1964" y="16623"/>
                  </a:lnTo>
                  <a:lnTo>
                    <a:pt x="1702" y="16427"/>
                  </a:lnTo>
                  <a:lnTo>
                    <a:pt x="1506" y="16231"/>
                  </a:lnTo>
                  <a:lnTo>
                    <a:pt x="1309" y="15969"/>
                  </a:lnTo>
                  <a:lnTo>
                    <a:pt x="1048" y="15380"/>
                  </a:lnTo>
                  <a:lnTo>
                    <a:pt x="851" y="14660"/>
                  </a:lnTo>
                  <a:lnTo>
                    <a:pt x="786" y="14006"/>
                  </a:lnTo>
                  <a:lnTo>
                    <a:pt x="655" y="12631"/>
                  </a:lnTo>
                  <a:lnTo>
                    <a:pt x="524" y="10341"/>
                  </a:lnTo>
                  <a:lnTo>
                    <a:pt x="459" y="9097"/>
                  </a:lnTo>
                  <a:lnTo>
                    <a:pt x="459" y="7920"/>
                  </a:lnTo>
                  <a:lnTo>
                    <a:pt x="524" y="6676"/>
                  </a:lnTo>
                  <a:lnTo>
                    <a:pt x="720" y="5498"/>
                  </a:lnTo>
                  <a:lnTo>
                    <a:pt x="982" y="4386"/>
                  </a:lnTo>
                  <a:lnTo>
                    <a:pt x="1178" y="3862"/>
                  </a:lnTo>
                  <a:lnTo>
                    <a:pt x="1440" y="3338"/>
                  </a:lnTo>
                  <a:lnTo>
                    <a:pt x="1702" y="2880"/>
                  </a:lnTo>
                  <a:lnTo>
                    <a:pt x="2029" y="2488"/>
                  </a:lnTo>
                  <a:lnTo>
                    <a:pt x="2356" y="2095"/>
                  </a:lnTo>
                  <a:lnTo>
                    <a:pt x="2749" y="1768"/>
                  </a:lnTo>
                  <a:lnTo>
                    <a:pt x="3142" y="1506"/>
                  </a:lnTo>
                  <a:lnTo>
                    <a:pt x="3600" y="1310"/>
                  </a:lnTo>
                  <a:lnTo>
                    <a:pt x="4058" y="1113"/>
                  </a:lnTo>
                  <a:lnTo>
                    <a:pt x="4581" y="917"/>
                  </a:lnTo>
                  <a:lnTo>
                    <a:pt x="5563" y="721"/>
                  </a:lnTo>
                  <a:lnTo>
                    <a:pt x="6545" y="590"/>
                  </a:lnTo>
                  <a:close/>
                  <a:moveTo>
                    <a:pt x="7461" y="1"/>
                  </a:moveTo>
                  <a:lnTo>
                    <a:pt x="6545" y="66"/>
                  </a:lnTo>
                  <a:lnTo>
                    <a:pt x="5629" y="132"/>
                  </a:lnTo>
                  <a:lnTo>
                    <a:pt x="4712" y="328"/>
                  </a:lnTo>
                  <a:lnTo>
                    <a:pt x="3796" y="590"/>
                  </a:lnTo>
                  <a:lnTo>
                    <a:pt x="3011" y="983"/>
                  </a:lnTo>
                  <a:lnTo>
                    <a:pt x="2226" y="1441"/>
                  </a:lnTo>
                  <a:lnTo>
                    <a:pt x="1898" y="1768"/>
                  </a:lnTo>
                  <a:lnTo>
                    <a:pt x="1571" y="2095"/>
                  </a:lnTo>
                  <a:lnTo>
                    <a:pt x="1309" y="2488"/>
                  </a:lnTo>
                  <a:lnTo>
                    <a:pt x="1048" y="2880"/>
                  </a:lnTo>
                  <a:lnTo>
                    <a:pt x="786" y="3404"/>
                  </a:lnTo>
                  <a:lnTo>
                    <a:pt x="524" y="3927"/>
                  </a:lnTo>
                  <a:lnTo>
                    <a:pt x="393" y="4516"/>
                  </a:lnTo>
                  <a:lnTo>
                    <a:pt x="262" y="5105"/>
                  </a:lnTo>
                  <a:lnTo>
                    <a:pt x="131" y="6283"/>
                  </a:lnTo>
                  <a:lnTo>
                    <a:pt x="66" y="7461"/>
                  </a:lnTo>
                  <a:lnTo>
                    <a:pt x="0" y="9097"/>
                  </a:lnTo>
                  <a:lnTo>
                    <a:pt x="0" y="10734"/>
                  </a:lnTo>
                  <a:lnTo>
                    <a:pt x="66" y="12370"/>
                  </a:lnTo>
                  <a:lnTo>
                    <a:pt x="197" y="14006"/>
                  </a:lnTo>
                  <a:lnTo>
                    <a:pt x="328" y="14857"/>
                  </a:lnTo>
                  <a:lnTo>
                    <a:pt x="524" y="15707"/>
                  </a:lnTo>
                  <a:lnTo>
                    <a:pt x="720" y="16100"/>
                  </a:lnTo>
                  <a:lnTo>
                    <a:pt x="917" y="16427"/>
                  </a:lnTo>
                  <a:lnTo>
                    <a:pt x="1178" y="16754"/>
                  </a:lnTo>
                  <a:lnTo>
                    <a:pt x="1506" y="17082"/>
                  </a:lnTo>
                  <a:lnTo>
                    <a:pt x="2029" y="17343"/>
                  </a:lnTo>
                  <a:lnTo>
                    <a:pt x="2553" y="17474"/>
                  </a:lnTo>
                  <a:lnTo>
                    <a:pt x="3076" y="17540"/>
                  </a:lnTo>
                  <a:lnTo>
                    <a:pt x="3665" y="17540"/>
                  </a:lnTo>
                  <a:lnTo>
                    <a:pt x="4778" y="17474"/>
                  </a:lnTo>
                  <a:lnTo>
                    <a:pt x="5367" y="17474"/>
                  </a:lnTo>
                  <a:lnTo>
                    <a:pt x="5890" y="17540"/>
                  </a:lnTo>
                  <a:lnTo>
                    <a:pt x="5890" y="18129"/>
                  </a:lnTo>
                  <a:lnTo>
                    <a:pt x="6021" y="18718"/>
                  </a:lnTo>
                  <a:lnTo>
                    <a:pt x="6152" y="19241"/>
                  </a:lnTo>
                  <a:lnTo>
                    <a:pt x="6283" y="19765"/>
                  </a:lnTo>
                  <a:lnTo>
                    <a:pt x="6545" y="20288"/>
                  </a:lnTo>
                  <a:lnTo>
                    <a:pt x="6741" y="20812"/>
                  </a:lnTo>
                  <a:lnTo>
                    <a:pt x="7068" y="21270"/>
                  </a:lnTo>
                  <a:lnTo>
                    <a:pt x="7396" y="21728"/>
                  </a:lnTo>
                  <a:lnTo>
                    <a:pt x="7723" y="22186"/>
                  </a:lnTo>
                  <a:lnTo>
                    <a:pt x="8115" y="22579"/>
                  </a:lnTo>
                  <a:lnTo>
                    <a:pt x="8508" y="22972"/>
                  </a:lnTo>
                  <a:lnTo>
                    <a:pt x="8966" y="23299"/>
                  </a:lnTo>
                  <a:lnTo>
                    <a:pt x="9424" y="23626"/>
                  </a:lnTo>
                  <a:lnTo>
                    <a:pt x="9948" y="23953"/>
                  </a:lnTo>
                  <a:lnTo>
                    <a:pt x="10471" y="24149"/>
                  </a:lnTo>
                  <a:lnTo>
                    <a:pt x="10995" y="24411"/>
                  </a:lnTo>
                  <a:lnTo>
                    <a:pt x="11126" y="24411"/>
                  </a:lnTo>
                  <a:lnTo>
                    <a:pt x="11257" y="24280"/>
                  </a:lnTo>
                  <a:lnTo>
                    <a:pt x="11388" y="24149"/>
                  </a:lnTo>
                  <a:lnTo>
                    <a:pt x="11388" y="24019"/>
                  </a:lnTo>
                  <a:lnTo>
                    <a:pt x="10799" y="22317"/>
                  </a:lnTo>
                  <a:lnTo>
                    <a:pt x="10602" y="21466"/>
                  </a:lnTo>
                  <a:lnTo>
                    <a:pt x="10406" y="20616"/>
                  </a:lnTo>
                  <a:lnTo>
                    <a:pt x="10275" y="19765"/>
                  </a:lnTo>
                  <a:lnTo>
                    <a:pt x="10210" y="18914"/>
                  </a:lnTo>
                  <a:lnTo>
                    <a:pt x="10275" y="18063"/>
                  </a:lnTo>
                  <a:lnTo>
                    <a:pt x="10406" y="17147"/>
                  </a:lnTo>
                  <a:lnTo>
                    <a:pt x="10537" y="17212"/>
                  </a:lnTo>
                  <a:lnTo>
                    <a:pt x="22644" y="17409"/>
                  </a:lnTo>
                  <a:lnTo>
                    <a:pt x="28599" y="17540"/>
                  </a:lnTo>
                  <a:lnTo>
                    <a:pt x="31021" y="17605"/>
                  </a:lnTo>
                  <a:lnTo>
                    <a:pt x="32264" y="17605"/>
                  </a:lnTo>
                  <a:lnTo>
                    <a:pt x="33507" y="17474"/>
                  </a:lnTo>
                  <a:lnTo>
                    <a:pt x="33966" y="17409"/>
                  </a:lnTo>
                  <a:lnTo>
                    <a:pt x="34489" y="17278"/>
                  </a:lnTo>
                  <a:lnTo>
                    <a:pt x="34947" y="17082"/>
                  </a:lnTo>
                  <a:lnTo>
                    <a:pt x="35340" y="16951"/>
                  </a:lnTo>
                  <a:lnTo>
                    <a:pt x="35732" y="16689"/>
                  </a:lnTo>
                  <a:lnTo>
                    <a:pt x="36060" y="16493"/>
                  </a:lnTo>
                  <a:lnTo>
                    <a:pt x="36321" y="16165"/>
                  </a:lnTo>
                  <a:lnTo>
                    <a:pt x="36649" y="15904"/>
                  </a:lnTo>
                  <a:lnTo>
                    <a:pt x="36845" y="15576"/>
                  </a:lnTo>
                  <a:lnTo>
                    <a:pt x="37107" y="15184"/>
                  </a:lnTo>
                  <a:lnTo>
                    <a:pt x="37238" y="14791"/>
                  </a:lnTo>
                  <a:lnTo>
                    <a:pt x="37369" y="14398"/>
                  </a:lnTo>
                  <a:lnTo>
                    <a:pt x="37565" y="13482"/>
                  </a:lnTo>
                  <a:lnTo>
                    <a:pt x="37696" y="12501"/>
                  </a:lnTo>
                  <a:lnTo>
                    <a:pt x="37630" y="9883"/>
                  </a:lnTo>
                  <a:lnTo>
                    <a:pt x="37565" y="7265"/>
                  </a:lnTo>
                  <a:lnTo>
                    <a:pt x="37499" y="6153"/>
                  </a:lnTo>
                  <a:lnTo>
                    <a:pt x="37499" y="5040"/>
                  </a:lnTo>
                  <a:lnTo>
                    <a:pt x="37369" y="3927"/>
                  </a:lnTo>
                  <a:lnTo>
                    <a:pt x="37238" y="3338"/>
                  </a:lnTo>
                  <a:lnTo>
                    <a:pt x="37107" y="2815"/>
                  </a:lnTo>
                  <a:lnTo>
                    <a:pt x="36910" y="2291"/>
                  </a:lnTo>
                  <a:lnTo>
                    <a:pt x="36649" y="1833"/>
                  </a:lnTo>
                  <a:lnTo>
                    <a:pt x="36321" y="1441"/>
                  </a:lnTo>
                  <a:lnTo>
                    <a:pt x="35994" y="1179"/>
                  </a:lnTo>
                  <a:lnTo>
                    <a:pt x="35602" y="917"/>
                  </a:lnTo>
                  <a:lnTo>
                    <a:pt x="35209" y="721"/>
                  </a:lnTo>
                  <a:lnTo>
                    <a:pt x="34816" y="524"/>
                  </a:lnTo>
                  <a:lnTo>
                    <a:pt x="34358" y="459"/>
                  </a:lnTo>
                  <a:lnTo>
                    <a:pt x="33377" y="328"/>
                  </a:lnTo>
                  <a:lnTo>
                    <a:pt x="32395" y="328"/>
                  </a:lnTo>
                  <a:lnTo>
                    <a:pt x="30432" y="394"/>
                  </a:lnTo>
                  <a:lnTo>
                    <a:pt x="24476" y="459"/>
                  </a:lnTo>
                  <a:lnTo>
                    <a:pt x="18521" y="459"/>
                  </a:lnTo>
                  <a:lnTo>
                    <a:pt x="15772" y="328"/>
                  </a:lnTo>
                  <a:lnTo>
                    <a:pt x="12958" y="197"/>
                  </a:lnTo>
                  <a:lnTo>
                    <a:pt x="10210" y="66"/>
                  </a:lnTo>
                  <a:lnTo>
                    <a:pt x="746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43"/>
            <p:cNvSpPr/>
            <p:nvPr/>
          </p:nvSpPr>
          <p:spPr>
            <a:xfrm rot="10800000">
              <a:off x="6259025" y="3273562"/>
              <a:ext cx="1906852" cy="1217793"/>
            </a:xfrm>
            <a:custGeom>
              <a:rect b="b" l="l" r="r" t="t"/>
              <a:pathLst>
                <a:path extrusionOk="0" h="24412" w="37696">
                  <a:moveTo>
                    <a:pt x="8639" y="590"/>
                  </a:moveTo>
                  <a:lnTo>
                    <a:pt x="13155" y="786"/>
                  </a:lnTo>
                  <a:lnTo>
                    <a:pt x="17736" y="983"/>
                  </a:lnTo>
                  <a:lnTo>
                    <a:pt x="22513" y="1113"/>
                  </a:lnTo>
                  <a:lnTo>
                    <a:pt x="27290" y="1048"/>
                  </a:lnTo>
                  <a:lnTo>
                    <a:pt x="31937" y="983"/>
                  </a:lnTo>
                  <a:lnTo>
                    <a:pt x="32657" y="917"/>
                  </a:lnTo>
                  <a:lnTo>
                    <a:pt x="33377" y="983"/>
                  </a:lnTo>
                  <a:lnTo>
                    <a:pt x="34031" y="1048"/>
                  </a:lnTo>
                  <a:lnTo>
                    <a:pt x="34685" y="1179"/>
                  </a:lnTo>
                  <a:lnTo>
                    <a:pt x="35209" y="1441"/>
                  </a:lnTo>
                  <a:lnTo>
                    <a:pt x="35536" y="1571"/>
                  </a:lnTo>
                  <a:lnTo>
                    <a:pt x="35732" y="1768"/>
                  </a:lnTo>
                  <a:lnTo>
                    <a:pt x="35994" y="2030"/>
                  </a:lnTo>
                  <a:lnTo>
                    <a:pt x="36191" y="2291"/>
                  </a:lnTo>
                  <a:lnTo>
                    <a:pt x="36321" y="2619"/>
                  </a:lnTo>
                  <a:lnTo>
                    <a:pt x="36518" y="3011"/>
                  </a:lnTo>
                  <a:lnTo>
                    <a:pt x="36714" y="3927"/>
                  </a:lnTo>
                  <a:lnTo>
                    <a:pt x="36845" y="4844"/>
                  </a:lnTo>
                  <a:lnTo>
                    <a:pt x="36910" y="6742"/>
                  </a:lnTo>
                  <a:lnTo>
                    <a:pt x="37041" y="11192"/>
                  </a:lnTo>
                  <a:lnTo>
                    <a:pt x="37041" y="12370"/>
                  </a:lnTo>
                  <a:lnTo>
                    <a:pt x="37041" y="12959"/>
                  </a:lnTo>
                  <a:lnTo>
                    <a:pt x="36976" y="13548"/>
                  </a:lnTo>
                  <a:lnTo>
                    <a:pt x="36910" y="14137"/>
                  </a:lnTo>
                  <a:lnTo>
                    <a:pt x="36714" y="14660"/>
                  </a:lnTo>
                  <a:lnTo>
                    <a:pt x="36452" y="15184"/>
                  </a:lnTo>
                  <a:lnTo>
                    <a:pt x="36125" y="15707"/>
                  </a:lnTo>
                  <a:lnTo>
                    <a:pt x="35732" y="16035"/>
                  </a:lnTo>
                  <a:lnTo>
                    <a:pt x="35209" y="16362"/>
                  </a:lnTo>
                  <a:lnTo>
                    <a:pt x="34685" y="16558"/>
                  </a:lnTo>
                  <a:lnTo>
                    <a:pt x="34162" y="16754"/>
                  </a:lnTo>
                  <a:lnTo>
                    <a:pt x="33638" y="16885"/>
                  </a:lnTo>
                  <a:lnTo>
                    <a:pt x="33049" y="16951"/>
                  </a:lnTo>
                  <a:lnTo>
                    <a:pt x="26570" y="16951"/>
                  </a:lnTo>
                  <a:lnTo>
                    <a:pt x="21204" y="16885"/>
                  </a:lnTo>
                  <a:lnTo>
                    <a:pt x="15903" y="16754"/>
                  </a:lnTo>
                  <a:lnTo>
                    <a:pt x="10537" y="16623"/>
                  </a:lnTo>
                  <a:lnTo>
                    <a:pt x="10406" y="16689"/>
                  </a:lnTo>
                  <a:lnTo>
                    <a:pt x="10275" y="16558"/>
                  </a:lnTo>
                  <a:lnTo>
                    <a:pt x="10079" y="16558"/>
                  </a:lnTo>
                  <a:lnTo>
                    <a:pt x="9948" y="16623"/>
                  </a:lnTo>
                  <a:lnTo>
                    <a:pt x="9817" y="16754"/>
                  </a:lnTo>
                  <a:lnTo>
                    <a:pt x="9686" y="17605"/>
                  </a:lnTo>
                  <a:lnTo>
                    <a:pt x="9621" y="18456"/>
                  </a:lnTo>
                  <a:lnTo>
                    <a:pt x="9621" y="19372"/>
                  </a:lnTo>
                  <a:lnTo>
                    <a:pt x="9686" y="20223"/>
                  </a:lnTo>
                  <a:lnTo>
                    <a:pt x="9882" y="21074"/>
                  </a:lnTo>
                  <a:lnTo>
                    <a:pt x="10079" y="21859"/>
                  </a:lnTo>
                  <a:lnTo>
                    <a:pt x="10537" y="23561"/>
                  </a:lnTo>
                  <a:lnTo>
                    <a:pt x="9686" y="23102"/>
                  </a:lnTo>
                  <a:lnTo>
                    <a:pt x="8835" y="22448"/>
                  </a:lnTo>
                  <a:lnTo>
                    <a:pt x="8181" y="21794"/>
                  </a:lnTo>
                  <a:lnTo>
                    <a:pt x="7592" y="21008"/>
                  </a:lnTo>
                  <a:lnTo>
                    <a:pt x="7068" y="20157"/>
                  </a:lnTo>
                  <a:lnTo>
                    <a:pt x="6676" y="19241"/>
                  </a:lnTo>
                  <a:lnTo>
                    <a:pt x="6414" y="18260"/>
                  </a:lnTo>
                  <a:lnTo>
                    <a:pt x="6348" y="17212"/>
                  </a:lnTo>
                  <a:lnTo>
                    <a:pt x="6283" y="17082"/>
                  </a:lnTo>
                  <a:lnTo>
                    <a:pt x="6152" y="17016"/>
                  </a:lnTo>
                  <a:lnTo>
                    <a:pt x="6021" y="17016"/>
                  </a:lnTo>
                  <a:lnTo>
                    <a:pt x="5890" y="17147"/>
                  </a:lnTo>
                  <a:lnTo>
                    <a:pt x="5170" y="17016"/>
                  </a:lnTo>
                  <a:lnTo>
                    <a:pt x="4451" y="16951"/>
                  </a:lnTo>
                  <a:lnTo>
                    <a:pt x="3731" y="17016"/>
                  </a:lnTo>
                  <a:lnTo>
                    <a:pt x="3011" y="16951"/>
                  </a:lnTo>
                  <a:lnTo>
                    <a:pt x="2618" y="16885"/>
                  </a:lnTo>
                  <a:lnTo>
                    <a:pt x="2291" y="16820"/>
                  </a:lnTo>
                  <a:lnTo>
                    <a:pt x="1964" y="16623"/>
                  </a:lnTo>
                  <a:lnTo>
                    <a:pt x="1702" y="16427"/>
                  </a:lnTo>
                  <a:lnTo>
                    <a:pt x="1506" y="16231"/>
                  </a:lnTo>
                  <a:lnTo>
                    <a:pt x="1309" y="15969"/>
                  </a:lnTo>
                  <a:lnTo>
                    <a:pt x="1048" y="15380"/>
                  </a:lnTo>
                  <a:lnTo>
                    <a:pt x="851" y="14660"/>
                  </a:lnTo>
                  <a:lnTo>
                    <a:pt x="786" y="14006"/>
                  </a:lnTo>
                  <a:lnTo>
                    <a:pt x="655" y="12631"/>
                  </a:lnTo>
                  <a:lnTo>
                    <a:pt x="524" y="10341"/>
                  </a:lnTo>
                  <a:lnTo>
                    <a:pt x="459" y="9097"/>
                  </a:lnTo>
                  <a:lnTo>
                    <a:pt x="459" y="7920"/>
                  </a:lnTo>
                  <a:lnTo>
                    <a:pt x="524" y="6676"/>
                  </a:lnTo>
                  <a:lnTo>
                    <a:pt x="720" y="5498"/>
                  </a:lnTo>
                  <a:lnTo>
                    <a:pt x="982" y="4386"/>
                  </a:lnTo>
                  <a:lnTo>
                    <a:pt x="1178" y="3862"/>
                  </a:lnTo>
                  <a:lnTo>
                    <a:pt x="1440" y="3338"/>
                  </a:lnTo>
                  <a:lnTo>
                    <a:pt x="1702" y="2880"/>
                  </a:lnTo>
                  <a:lnTo>
                    <a:pt x="2029" y="2488"/>
                  </a:lnTo>
                  <a:lnTo>
                    <a:pt x="2356" y="2095"/>
                  </a:lnTo>
                  <a:lnTo>
                    <a:pt x="2749" y="1768"/>
                  </a:lnTo>
                  <a:lnTo>
                    <a:pt x="3142" y="1506"/>
                  </a:lnTo>
                  <a:lnTo>
                    <a:pt x="3600" y="1310"/>
                  </a:lnTo>
                  <a:lnTo>
                    <a:pt x="4058" y="1113"/>
                  </a:lnTo>
                  <a:lnTo>
                    <a:pt x="4581" y="917"/>
                  </a:lnTo>
                  <a:lnTo>
                    <a:pt x="5563" y="721"/>
                  </a:lnTo>
                  <a:lnTo>
                    <a:pt x="6545" y="590"/>
                  </a:lnTo>
                  <a:close/>
                  <a:moveTo>
                    <a:pt x="7461" y="1"/>
                  </a:moveTo>
                  <a:lnTo>
                    <a:pt x="6545" y="66"/>
                  </a:lnTo>
                  <a:lnTo>
                    <a:pt x="5629" y="132"/>
                  </a:lnTo>
                  <a:lnTo>
                    <a:pt x="4712" y="328"/>
                  </a:lnTo>
                  <a:lnTo>
                    <a:pt x="3796" y="590"/>
                  </a:lnTo>
                  <a:lnTo>
                    <a:pt x="3011" y="983"/>
                  </a:lnTo>
                  <a:lnTo>
                    <a:pt x="2226" y="1441"/>
                  </a:lnTo>
                  <a:lnTo>
                    <a:pt x="1898" y="1768"/>
                  </a:lnTo>
                  <a:lnTo>
                    <a:pt x="1571" y="2095"/>
                  </a:lnTo>
                  <a:lnTo>
                    <a:pt x="1309" y="2488"/>
                  </a:lnTo>
                  <a:lnTo>
                    <a:pt x="1048" y="2880"/>
                  </a:lnTo>
                  <a:lnTo>
                    <a:pt x="786" y="3404"/>
                  </a:lnTo>
                  <a:lnTo>
                    <a:pt x="524" y="3927"/>
                  </a:lnTo>
                  <a:lnTo>
                    <a:pt x="393" y="4516"/>
                  </a:lnTo>
                  <a:lnTo>
                    <a:pt x="262" y="5105"/>
                  </a:lnTo>
                  <a:lnTo>
                    <a:pt x="131" y="6283"/>
                  </a:lnTo>
                  <a:lnTo>
                    <a:pt x="66" y="7461"/>
                  </a:lnTo>
                  <a:lnTo>
                    <a:pt x="0" y="9097"/>
                  </a:lnTo>
                  <a:lnTo>
                    <a:pt x="0" y="10734"/>
                  </a:lnTo>
                  <a:lnTo>
                    <a:pt x="66" y="12370"/>
                  </a:lnTo>
                  <a:lnTo>
                    <a:pt x="197" y="14006"/>
                  </a:lnTo>
                  <a:lnTo>
                    <a:pt x="328" y="14857"/>
                  </a:lnTo>
                  <a:lnTo>
                    <a:pt x="524" y="15707"/>
                  </a:lnTo>
                  <a:lnTo>
                    <a:pt x="720" y="16100"/>
                  </a:lnTo>
                  <a:lnTo>
                    <a:pt x="917" y="16427"/>
                  </a:lnTo>
                  <a:lnTo>
                    <a:pt x="1178" y="16754"/>
                  </a:lnTo>
                  <a:lnTo>
                    <a:pt x="1506" y="17082"/>
                  </a:lnTo>
                  <a:lnTo>
                    <a:pt x="2029" y="17343"/>
                  </a:lnTo>
                  <a:lnTo>
                    <a:pt x="2553" y="17474"/>
                  </a:lnTo>
                  <a:lnTo>
                    <a:pt x="3076" y="17540"/>
                  </a:lnTo>
                  <a:lnTo>
                    <a:pt x="3665" y="17540"/>
                  </a:lnTo>
                  <a:lnTo>
                    <a:pt x="4778" y="17474"/>
                  </a:lnTo>
                  <a:lnTo>
                    <a:pt x="5367" y="17474"/>
                  </a:lnTo>
                  <a:lnTo>
                    <a:pt x="5890" y="17540"/>
                  </a:lnTo>
                  <a:lnTo>
                    <a:pt x="5890" y="18129"/>
                  </a:lnTo>
                  <a:lnTo>
                    <a:pt x="6021" y="18718"/>
                  </a:lnTo>
                  <a:lnTo>
                    <a:pt x="6152" y="19241"/>
                  </a:lnTo>
                  <a:lnTo>
                    <a:pt x="6283" y="19765"/>
                  </a:lnTo>
                  <a:lnTo>
                    <a:pt x="6545" y="20288"/>
                  </a:lnTo>
                  <a:lnTo>
                    <a:pt x="6741" y="20812"/>
                  </a:lnTo>
                  <a:lnTo>
                    <a:pt x="7068" y="21270"/>
                  </a:lnTo>
                  <a:lnTo>
                    <a:pt x="7396" y="21728"/>
                  </a:lnTo>
                  <a:lnTo>
                    <a:pt x="7723" y="22186"/>
                  </a:lnTo>
                  <a:lnTo>
                    <a:pt x="8115" y="22579"/>
                  </a:lnTo>
                  <a:lnTo>
                    <a:pt x="8508" y="22972"/>
                  </a:lnTo>
                  <a:lnTo>
                    <a:pt x="8966" y="23299"/>
                  </a:lnTo>
                  <a:lnTo>
                    <a:pt x="9424" y="23626"/>
                  </a:lnTo>
                  <a:lnTo>
                    <a:pt x="9948" y="23953"/>
                  </a:lnTo>
                  <a:lnTo>
                    <a:pt x="10471" y="24149"/>
                  </a:lnTo>
                  <a:lnTo>
                    <a:pt x="10995" y="24411"/>
                  </a:lnTo>
                  <a:lnTo>
                    <a:pt x="11126" y="24411"/>
                  </a:lnTo>
                  <a:lnTo>
                    <a:pt x="11257" y="24280"/>
                  </a:lnTo>
                  <a:lnTo>
                    <a:pt x="11388" y="24149"/>
                  </a:lnTo>
                  <a:lnTo>
                    <a:pt x="11388" y="24019"/>
                  </a:lnTo>
                  <a:lnTo>
                    <a:pt x="10799" y="22317"/>
                  </a:lnTo>
                  <a:lnTo>
                    <a:pt x="10602" y="21466"/>
                  </a:lnTo>
                  <a:lnTo>
                    <a:pt x="10406" y="20616"/>
                  </a:lnTo>
                  <a:lnTo>
                    <a:pt x="10275" y="19765"/>
                  </a:lnTo>
                  <a:lnTo>
                    <a:pt x="10210" y="18914"/>
                  </a:lnTo>
                  <a:lnTo>
                    <a:pt x="10275" y="18063"/>
                  </a:lnTo>
                  <a:lnTo>
                    <a:pt x="10406" y="17147"/>
                  </a:lnTo>
                  <a:lnTo>
                    <a:pt x="10537" y="17212"/>
                  </a:lnTo>
                  <a:lnTo>
                    <a:pt x="22644" y="17409"/>
                  </a:lnTo>
                  <a:lnTo>
                    <a:pt x="28599" y="17540"/>
                  </a:lnTo>
                  <a:lnTo>
                    <a:pt x="31021" y="17605"/>
                  </a:lnTo>
                  <a:lnTo>
                    <a:pt x="32264" y="17605"/>
                  </a:lnTo>
                  <a:lnTo>
                    <a:pt x="33507" y="17474"/>
                  </a:lnTo>
                  <a:lnTo>
                    <a:pt x="33966" y="17409"/>
                  </a:lnTo>
                  <a:lnTo>
                    <a:pt x="34489" y="17278"/>
                  </a:lnTo>
                  <a:lnTo>
                    <a:pt x="34947" y="17082"/>
                  </a:lnTo>
                  <a:lnTo>
                    <a:pt x="35340" y="16951"/>
                  </a:lnTo>
                  <a:lnTo>
                    <a:pt x="35732" y="16689"/>
                  </a:lnTo>
                  <a:lnTo>
                    <a:pt x="36060" y="16493"/>
                  </a:lnTo>
                  <a:lnTo>
                    <a:pt x="36321" y="16165"/>
                  </a:lnTo>
                  <a:lnTo>
                    <a:pt x="36649" y="15904"/>
                  </a:lnTo>
                  <a:lnTo>
                    <a:pt x="36845" y="15576"/>
                  </a:lnTo>
                  <a:lnTo>
                    <a:pt x="37107" y="15184"/>
                  </a:lnTo>
                  <a:lnTo>
                    <a:pt x="37238" y="14791"/>
                  </a:lnTo>
                  <a:lnTo>
                    <a:pt x="37369" y="14398"/>
                  </a:lnTo>
                  <a:lnTo>
                    <a:pt x="37565" y="13482"/>
                  </a:lnTo>
                  <a:lnTo>
                    <a:pt x="37696" y="12501"/>
                  </a:lnTo>
                  <a:lnTo>
                    <a:pt x="37630" y="9883"/>
                  </a:lnTo>
                  <a:lnTo>
                    <a:pt x="37565" y="7265"/>
                  </a:lnTo>
                  <a:lnTo>
                    <a:pt x="37499" y="6153"/>
                  </a:lnTo>
                  <a:lnTo>
                    <a:pt x="37499" y="5040"/>
                  </a:lnTo>
                  <a:lnTo>
                    <a:pt x="37369" y="3927"/>
                  </a:lnTo>
                  <a:lnTo>
                    <a:pt x="37238" y="3338"/>
                  </a:lnTo>
                  <a:lnTo>
                    <a:pt x="37107" y="2815"/>
                  </a:lnTo>
                  <a:lnTo>
                    <a:pt x="36910" y="2291"/>
                  </a:lnTo>
                  <a:lnTo>
                    <a:pt x="36649" y="1833"/>
                  </a:lnTo>
                  <a:lnTo>
                    <a:pt x="36321" y="1441"/>
                  </a:lnTo>
                  <a:lnTo>
                    <a:pt x="35994" y="1179"/>
                  </a:lnTo>
                  <a:lnTo>
                    <a:pt x="35602" y="917"/>
                  </a:lnTo>
                  <a:lnTo>
                    <a:pt x="35209" y="721"/>
                  </a:lnTo>
                  <a:lnTo>
                    <a:pt x="34816" y="524"/>
                  </a:lnTo>
                  <a:lnTo>
                    <a:pt x="34358" y="459"/>
                  </a:lnTo>
                  <a:lnTo>
                    <a:pt x="33377" y="328"/>
                  </a:lnTo>
                  <a:lnTo>
                    <a:pt x="32395" y="328"/>
                  </a:lnTo>
                  <a:lnTo>
                    <a:pt x="30432" y="394"/>
                  </a:lnTo>
                  <a:lnTo>
                    <a:pt x="24476" y="459"/>
                  </a:lnTo>
                  <a:lnTo>
                    <a:pt x="18521" y="459"/>
                  </a:lnTo>
                  <a:lnTo>
                    <a:pt x="15772" y="328"/>
                  </a:lnTo>
                  <a:lnTo>
                    <a:pt x="12958" y="197"/>
                  </a:lnTo>
                  <a:lnTo>
                    <a:pt x="10210" y="66"/>
                  </a:lnTo>
                  <a:lnTo>
                    <a:pt x="746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43"/>
            <p:cNvSpPr/>
            <p:nvPr/>
          </p:nvSpPr>
          <p:spPr>
            <a:xfrm rot="10800000">
              <a:off x="2736188" y="3273562"/>
              <a:ext cx="1906852" cy="1217793"/>
            </a:xfrm>
            <a:custGeom>
              <a:rect b="b" l="l" r="r" t="t"/>
              <a:pathLst>
                <a:path extrusionOk="0" h="24412" w="37696">
                  <a:moveTo>
                    <a:pt x="8639" y="590"/>
                  </a:moveTo>
                  <a:lnTo>
                    <a:pt x="13155" y="786"/>
                  </a:lnTo>
                  <a:lnTo>
                    <a:pt x="17736" y="983"/>
                  </a:lnTo>
                  <a:lnTo>
                    <a:pt x="22513" y="1113"/>
                  </a:lnTo>
                  <a:lnTo>
                    <a:pt x="27290" y="1048"/>
                  </a:lnTo>
                  <a:lnTo>
                    <a:pt x="31937" y="983"/>
                  </a:lnTo>
                  <a:lnTo>
                    <a:pt x="32657" y="917"/>
                  </a:lnTo>
                  <a:lnTo>
                    <a:pt x="33377" y="983"/>
                  </a:lnTo>
                  <a:lnTo>
                    <a:pt x="34031" y="1048"/>
                  </a:lnTo>
                  <a:lnTo>
                    <a:pt x="34685" y="1179"/>
                  </a:lnTo>
                  <a:lnTo>
                    <a:pt x="35209" y="1441"/>
                  </a:lnTo>
                  <a:lnTo>
                    <a:pt x="35536" y="1571"/>
                  </a:lnTo>
                  <a:lnTo>
                    <a:pt x="35732" y="1768"/>
                  </a:lnTo>
                  <a:lnTo>
                    <a:pt x="35994" y="2030"/>
                  </a:lnTo>
                  <a:lnTo>
                    <a:pt x="36191" y="2291"/>
                  </a:lnTo>
                  <a:lnTo>
                    <a:pt x="36321" y="2619"/>
                  </a:lnTo>
                  <a:lnTo>
                    <a:pt x="36518" y="3011"/>
                  </a:lnTo>
                  <a:lnTo>
                    <a:pt x="36714" y="3927"/>
                  </a:lnTo>
                  <a:lnTo>
                    <a:pt x="36845" y="4844"/>
                  </a:lnTo>
                  <a:lnTo>
                    <a:pt x="36910" y="6742"/>
                  </a:lnTo>
                  <a:lnTo>
                    <a:pt x="37041" y="11192"/>
                  </a:lnTo>
                  <a:lnTo>
                    <a:pt x="37041" y="12370"/>
                  </a:lnTo>
                  <a:lnTo>
                    <a:pt x="37041" y="12959"/>
                  </a:lnTo>
                  <a:lnTo>
                    <a:pt x="36976" y="13548"/>
                  </a:lnTo>
                  <a:lnTo>
                    <a:pt x="36910" y="14137"/>
                  </a:lnTo>
                  <a:lnTo>
                    <a:pt x="36714" y="14660"/>
                  </a:lnTo>
                  <a:lnTo>
                    <a:pt x="36452" y="15184"/>
                  </a:lnTo>
                  <a:lnTo>
                    <a:pt x="36125" y="15707"/>
                  </a:lnTo>
                  <a:lnTo>
                    <a:pt x="35732" y="16035"/>
                  </a:lnTo>
                  <a:lnTo>
                    <a:pt x="35209" y="16362"/>
                  </a:lnTo>
                  <a:lnTo>
                    <a:pt x="34685" y="16558"/>
                  </a:lnTo>
                  <a:lnTo>
                    <a:pt x="34162" y="16754"/>
                  </a:lnTo>
                  <a:lnTo>
                    <a:pt x="33638" y="16885"/>
                  </a:lnTo>
                  <a:lnTo>
                    <a:pt x="33049" y="16951"/>
                  </a:lnTo>
                  <a:lnTo>
                    <a:pt x="26570" y="16951"/>
                  </a:lnTo>
                  <a:lnTo>
                    <a:pt x="21204" y="16885"/>
                  </a:lnTo>
                  <a:lnTo>
                    <a:pt x="15903" y="16754"/>
                  </a:lnTo>
                  <a:lnTo>
                    <a:pt x="10537" y="16623"/>
                  </a:lnTo>
                  <a:lnTo>
                    <a:pt x="10406" y="16689"/>
                  </a:lnTo>
                  <a:lnTo>
                    <a:pt x="10275" y="16558"/>
                  </a:lnTo>
                  <a:lnTo>
                    <a:pt x="10079" y="16558"/>
                  </a:lnTo>
                  <a:lnTo>
                    <a:pt x="9948" y="16623"/>
                  </a:lnTo>
                  <a:lnTo>
                    <a:pt x="9817" y="16754"/>
                  </a:lnTo>
                  <a:lnTo>
                    <a:pt x="9686" y="17605"/>
                  </a:lnTo>
                  <a:lnTo>
                    <a:pt x="9621" y="18456"/>
                  </a:lnTo>
                  <a:lnTo>
                    <a:pt x="9621" y="19372"/>
                  </a:lnTo>
                  <a:lnTo>
                    <a:pt x="9686" y="20223"/>
                  </a:lnTo>
                  <a:lnTo>
                    <a:pt x="9882" y="21074"/>
                  </a:lnTo>
                  <a:lnTo>
                    <a:pt x="10079" y="21859"/>
                  </a:lnTo>
                  <a:lnTo>
                    <a:pt x="10537" y="23561"/>
                  </a:lnTo>
                  <a:lnTo>
                    <a:pt x="9686" y="23102"/>
                  </a:lnTo>
                  <a:lnTo>
                    <a:pt x="8835" y="22448"/>
                  </a:lnTo>
                  <a:lnTo>
                    <a:pt x="8181" y="21794"/>
                  </a:lnTo>
                  <a:lnTo>
                    <a:pt x="7592" y="21008"/>
                  </a:lnTo>
                  <a:lnTo>
                    <a:pt x="7068" y="20157"/>
                  </a:lnTo>
                  <a:lnTo>
                    <a:pt x="6676" y="19241"/>
                  </a:lnTo>
                  <a:lnTo>
                    <a:pt x="6414" y="18260"/>
                  </a:lnTo>
                  <a:lnTo>
                    <a:pt x="6348" y="17212"/>
                  </a:lnTo>
                  <a:lnTo>
                    <a:pt x="6283" y="17082"/>
                  </a:lnTo>
                  <a:lnTo>
                    <a:pt x="6152" y="17016"/>
                  </a:lnTo>
                  <a:lnTo>
                    <a:pt x="6021" y="17016"/>
                  </a:lnTo>
                  <a:lnTo>
                    <a:pt x="5890" y="17147"/>
                  </a:lnTo>
                  <a:lnTo>
                    <a:pt x="5170" y="17016"/>
                  </a:lnTo>
                  <a:lnTo>
                    <a:pt x="4451" y="16951"/>
                  </a:lnTo>
                  <a:lnTo>
                    <a:pt x="3731" y="17016"/>
                  </a:lnTo>
                  <a:lnTo>
                    <a:pt x="3011" y="16951"/>
                  </a:lnTo>
                  <a:lnTo>
                    <a:pt x="2618" y="16885"/>
                  </a:lnTo>
                  <a:lnTo>
                    <a:pt x="2291" y="16820"/>
                  </a:lnTo>
                  <a:lnTo>
                    <a:pt x="1964" y="16623"/>
                  </a:lnTo>
                  <a:lnTo>
                    <a:pt x="1702" y="16427"/>
                  </a:lnTo>
                  <a:lnTo>
                    <a:pt x="1506" y="16231"/>
                  </a:lnTo>
                  <a:lnTo>
                    <a:pt x="1309" y="15969"/>
                  </a:lnTo>
                  <a:lnTo>
                    <a:pt x="1048" y="15380"/>
                  </a:lnTo>
                  <a:lnTo>
                    <a:pt x="851" y="14660"/>
                  </a:lnTo>
                  <a:lnTo>
                    <a:pt x="786" y="14006"/>
                  </a:lnTo>
                  <a:lnTo>
                    <a:pt x="655" y="12631"/>
                  </a:lnTo>
                  <a:lnTo>
                    <a:pt x="524" y="10341"/>
                  </a:lnTo>
                  <a:lnTo>
                    <a:pt x="459" y="9097"/>
                  </a:lnTo>
                  <a:lnTo>
                    <a:pt x="459" y="7920"/>
                  </a:lnTo>
                  <a:lnTo>
                    <a:pt x="524" y="6676"/>
                  </a:lnTo>
                  <a:lnTo>
                    <a:pt x="720" y="5498"/>
                  </a:lnTo>
                  <a:lnTo>
                    <a:pt x="982" y="4386"/>
                  </a:lnTo>
                  <a:lnTo>
                    <a:pt x="1178" y="3862"/>
                  </a:lnTo>
                  <a:lnTo>
                    <a:pt x="1440" y="3338"/>
                  </a:lnTo>
                  <a:lnTo>
                    <a:pt x="1702" y="2880"/>
                  </a:lnTo>
                  <a:lnTo>
                    <a:pt x="2029" y="2488"/>
                  </a:lnTo>
                  <a:lnTo>
                    <a:pt x="2356" y="2095"/>
                  </a:lnTo>
                  <a:lnTo>
                    <a:pt x="2749" y="1768"/>
                  </a:lnTo>
                  <a:lnTo>
                    <a:pt x="3142" y="1506"/>
                  </a:lnTo>
                  <a:lnTo>
                    <a:pt x="3600" y="1310"/>
                  </a:lnTo>
                  <a:lnTo>
                    <a:pt x="4058" y="1113"/>
                  </a:lnTo>
                  <a:lnTo>
                    <a:pt x="4581" y="917"/>
                  </a:lnTo>
                  <a:lnTo>
                    <a:pt x="5563" y="721"/>
                  </a:lnTo>
                  <a:lnTo>
                    <a:pt x="6545" y="590"/>
                  </a:lnTo>
                  <a:close/>
                  <a:moveTo>
                    <a:pt x="7461" y="1"/>
                  </a:moveTo>
                  <a:lnTo>
                    <a:pt x="6545" y="66"/>
                  </a:lnTo>
                  <a:lnTo>
                    <a:pt x="5629" y="132"/>
                  </a:lnTo>
                  <a:lnTo>
                    <a:pt x="4712" y="328"/>
                  </a:lnTo>
                  <a:lnTo>
                    <a:pt x="3796" y="590"/>
                  </a:lnTo>
                  <a:lnTo>
                    <a:pt x="3011" y="983"/>
                  </a:lnTo>
                  <a:lnTo>
                    <a:pt x="2226" y="1441"/>
                  </a:lnTo>
                  <a:lnTo>
                    <a:pt x="1898" y="1768"/>
                  </a:lnTo>
                  <a:lnTo>
                    <a:pt x="1571" y="2095"/>
                  </a:lnTo>
                  <a:lnTo>
                    <a:pt x="1309" y="2488"/>
                  </a:lnTo>
                  <a:lnTo>
                    <a:pt x="1048" y="2880"/>
                  </a:lnTo>
                  <a:lnTo>
                    <a:pt x="786" y="3404"/>
                  </a:lnTo>
                  <a:lnTo>
                    <a:pt x="524" y="3927"/>
                  </a:lnTo>
                  <a:lnTo>
                    <a:pt x="393" y="4516"/>
                  </a:lnTo>
                  <a:lnTo>
                    <a:pt x="262" y="5105"/>
                  </a:lnTo>
                  <a:lnTo>
                    <a:pt x="131" y="6283"/>
                  </a:lnTo>
                  <a:lnTo>
                    <a:pt x="66" y="7461"/>
                  </a:lnTo>
                  <a:lnTo>
                    <a:pt x="0" y="9097"/>
                  </a:lnTo>
                  <a:lnTo>
                    <a:pt x="0" y="10734"/>
                  </a:lnTo>
                  <a:lnTo>
                    <a:pt x="66" y="12370"/>
                  </a:lnTo>
                  <a:lnTo>
                    <a:pt x="197" y="14006"/>
                  </a:lnTo>
                  <a:lnTo>
                    <a:pt x="328" y="14857"/>
                  </a:lnTo>
                  <a:lnTo>
                    <a:pt x="524" y="15707"/>
                  </a:lnTo>
                  <a:lnTo>
                    <a:pt x="720" y="16100"/>
                  </a:lnTo>
                  <a:lnTo>
                    <a:pt x="917" y="16427"/>
                  </a:lnTo>
                  <a:lnTo>
                    <a:pt x="1178" y="16754"/>
                  </a:lnTo>
                  <a:lnTo>
                    <a:pt x="1506" y="17082"/>
                  </a:lnTo>
                  <a:lnTo>
                    <a:pt x="2029" y="17343"/>
                  </a:lnTo>
                  <a:lnTo>
                    <a:pt x="2553" y="17474"/>
                  </a:lnTo>
                  <a:lnTo>
                    <a:pt x="3076" y="17540"/>
                  </a:lnTo>
                  <a:lnTo>
                    <a:pt x="3665" y="17540"/>
                  </a:lnTo>
                  <a:lnTo>
                    <a:pt x="4778" y="17474"/>
                  </a:lnTo>
                  <a:lnTo>
                    <a:pt x="5367" y="17474"/>
                  </a:lnTo>
                  <a:lnTo>
                    <a:pt x="5890" y="17540"/>
                  </a:lnTo>
                  <a:lnTo>
                    <a:pt x="5890" y="18129"/>
                  </a:lnTo>
                  <a:lnTo>
                    <a:pt x="6021" y="18718"/>
                  </a:lnTo>
                  <a:lnTo>
                    <a:pt x="6152" y="19241"/>
                  </a:lnTo>
                  <a:lnTo>
                    <a:pt x="6283" y="19765"/>
                  </a:lnTo>
                  <a:lnTo>
                    <a:pt x="6545" y="20288"/>
                  </a:lnTo>
                  <a:lnTo>
                    <a:pt x="6741" y="20812"/>
                  </a:lnTo>
                  <a:lnTo>
                    <a:pt x="7068" y="21270"/>
                  </a:lnTo>
                  <a:lnTo>
                    <a:pt x="7396" y="21728"/>
                  </a:lnTo>
                  <a:lnTo>
                    <a:pt x="7723" y="22186"/>
                  </a:lnTo>
                  <a:lnTo>
                    <a:pt x="8115" y="22579"/>
                  </a:lnTo>
                  <a:lnTo>
                    <a:pt x="8508" y="22972"/>
                  </a:lnTo>
                  <a:lnTo>
                    <a:pt x="8966" y="23299"/>
                  </a:lnTo>
                  <a:lnTo>
                    <a:pt x="9424" y="23626"/>
                  </a:lnTo>
                  <a:lnTo>
                    <a:pt x="9948" y="23953"/>
                  </a:lnTo>
                  <a:lnTo>
                    <a:pt x="10471" y="24149"/>
                  </a:lnTo>
                  <a:lnTo>
                    <a:pt x="10995" y="24411"/>
                  </a:lnTo>
                  <a:lnTo>
                    <a:pt x="11126" y="24411"/>
                  </a:lnTo>
                  <a:lnTo>
                    <a:pt x="11257" y="24280"/>
                  </a:lnTo>
                  <a:lnTo>
                    <a:pt x="11388" y="24149"/>
                  </a:lnTo>
                  <a:lnTo>
                    <a:pt x="11388" y="24019"/>
                  </a:lnTo>
                  <a:lnTo>
                    <a:pt x="10799" y="22317"/>
                  </a:lnTo>
                  <a:lnTo>
                    <a:pt x="10602" y="21466"/>
                  </a:lnTo>
                  <a:lnTo>
                    <a:pt x="10406" y="20616"/>
                  </a:lnTo>
                  <a:lnTo>
                    <a:pt x="10275" y="19765"/>
                  </a:lnTo>
                  <a:lnTo>
                    <a:pt x="10210" y="18914"/>
                  </a:lnTo>
                  <a:lnTo>
                    <a:pt x="10275" y="18063"/>
                  </a:lnTo>
                  <a:lnTo>
                    <a:pt x="10406" y="17147"/>
                  </a:lnTo>
                  <a:lnTo>
                    <a:pt x="10537" y="17212"/>
                  </a:lnTo>
                  <a:lnTo>
                    <a:pt x="22644" y="17409"/>
                  </a:lnTo>
                  <a:lnTo>
                    <a:pt x="28599" y="17540"/>
                  </a:lnTo>
                  <a:lnTo>
                    <a:pt x="31021" y="17605"/>
                  </a:lnTo>
                  <a:lnTo>
                    <a:pt x="32264" y="17605"/>
                  </a:lnTo>
                  <a:lnTo>
                    <a:pt x="33507" y="17474"/>
                  </a:lnTo>
                  <a:lnTo>
                    <a:pt x="33966" y="17409"/>
                  </a:lnTo>
                  <a:lnTo>
                    <a:pt x="34489" y="17278"/>
                  </a:lnTo>
                  <a:lnTo>
                    <a:pt x="34947" y="17082"/>
                  </a:lnTo>
                  <a:lnTo>
                    <a:pt x="35340" y="16951"/>
                  </a:lnTo>
                  <a:lnTo>
                    <a:pt x="35732" y="16689"/>
                  </a:lnTo>
                  <a:lnTo>
                    <a:pt x="36060" y="16493"/>
                  </a:lnTo>
                  <a:lnTo>
                    <a:pt x="36321" y="16165"/>
                  </a:lnTo>
                  <a:lnTo>
                    <a:pt x="36649" y="15904"/>
                  </a:lnTo>
                  <a:lnTo>
                    <a:pt x="36845" y="15576"/>
                  </a:lnTo>
                  <a:lnTo>
                    <a:pt x="37107" y="15184"/>
                  </a:lnTo>
                  <a:lnTo>
                    <a:pt x="37238" y="14791"/>
                  </a:lnTo>
                  <a:lnTo>
                    <a:pt x="37369" y="14398"/>
                  </a:lnTo>
                  <a:lnTo>
                    <a:pt x="37565" y="13482"/>
                  </a:lnTo>
                  <a:lnTo>
                    <a:pt x="37696" y="12501"/>
                  </a:lnTo>
                  <a:lnTo>
                    <a:pt x="37630" y="9883"/>
                  </a:lnTo>
                  <a:lnTo>
                    <a:pt x="37565" y="7265"/>
                  </a:lnTo>
                  <a:lnTo>
                    <a:pt x="37499" y="6153"/>
                  </a:lnTo>
                  <a:lnTo>
                    <a:pt x="37499" y="5040"/>
                  </a:lnTo>
                  <a:lnTo>
                    <a:pt x="37369" y="3927"/>
                  </a:lnTo>
                  <a:lnTo>
                    <a:pt x="37238" y="3338"/>
                  </a:lnTo>
                  <a:lnTo>
                    <a:pt x="37107" y="2815"/>
                  </a:lnTo>
                  <a:lnTo>
                    <a:pt x="36910" y="2291"/>
                  </a:lnTo>
                  <a:lnTo>
                    <a:pt x="36649" y="1833"/>
                  </a:lnTo>
                  <a:lnTo>
                    <a:pt x="36321" y="1441"/>
                  </a:lnTo>
                  <a:lnTo>
                    <a:pt x="35994" y="1179"/>
                  </a:lnTo>
                  <a:lnTo>
                    <a:pt x="35602" y="917"/>
                  </a:lnTo>
                  <a:lnTo>
                    <a:pt x="35209" y="721"/>
                  </a:lnTo>
                  <a:lnTo>
                    <a:pt x="34816" y="524"/>
                  </a:lnTo>
                  <a:lnTo>
                    <a:pt x="34358" y="459"/>
                  </a:lnTo>
                  <a:lnTo>
                    <a:pt x="33377" y="328"/>
                  </a:lnTo>
                  <a:lnTo>
                    <a:pt x="32395" y="328"/>
                  </a:lnTo>
                  <a:lnTo>
                    <a:pt x="30432" y="394"/>
                  </a:lnTo>
                  <a:lnTo>
                    <a:pt x="24476" y="459"/>
                  </a:lnTo>
                  <a:lnTo>
                    <a:pt x="18521" y="459"/>
                  </a:lnTo>
                  <a:lnTo>
                    <a:pt x="15772" y="328"/>
                  </a:lnTo>
                  <a:lnTo>
                    <a:pt x="12958" y="197"/>
                  </a:lnTo>
                  <a:lnTo>
                    <a:pt x="10210" y="66"/>
                  </a:lnTo>
                  <a:lnTo>
                    <a:pt x="746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43"/>
            <p:cNvSpPr/>
            <p:nvPr/>
          </p:nvSpPr>
          <p:spPr>
            <a:xfrm>
              <a:off x="889042" y="2873863"/>
              <a:ext cx="642745" cy="36174"/>
            </a:xfrm>
            <a:custGeom>
              <a:rect b="b" l="l" r="r" t="t"/>
              <a:pathLst>
                <a:path extrusionOk="0" h="944" w="56742">
                  <a:moveTo>
                    <a:pt x="21596" y="0"/>
                  </a:moveTo>
                  <a:cubicBezTo>
                    <a:pt x="14471" y="0"/>
                    <a:pt x="7353" y="49"/>
                    <a:pt x="272" y="147"/>
                  </a:cubicBezTo>
                  <a:cubicBezTo>
                    <a:pt x="122" y="151"/>
                    <a:pt x="0" y="273"/>
                    <a:pt x="0" y="429"/>
                  </a:cubicBezTo>
                  <a:cubicBezTo>
                    <a:pt x="0" y="576"/>
                    <a:pt x="123" y="702"/>
                    <a:pt x="260" y="702"/>
                  </a:cubicBezTo>
                  <a:cubicBezTo>
                    <a:pt x="267" y="702"/>
                    <a:pt x="274" y="701"/>
                    <a:pt x="281" y="701"/>
                  </a:cubicBezTo>
                  <a:cubicBezTo>
                    <a:pt x="7359" y="603"/>
                    <a:pt x="14474" y="554"/>
                    <a:pt x="21597" y="554"/>
                  </a:cubicBezTo>
                  <a:cubicBezTo>
                    <a:pt x="33235" y="554"/>
                    <a:pt x="44896" y="684"/>
                    <a:pt x="56454" y="943"/>
                  </a:cubicBezTo>
                  <a:lnTo>
                    <a:pt x="56460" y="943"/>
                  </a:lnTo>
                  <a:cubicBezTo>
                    <a:pt x="56610" y="943"/>
                    <a:pt x="56732" y="827"/>
                    <a:pt x="56736" y="676"/>
                  </a:cubicBezTo>
                  <a:cubicBezTo>
                    <a:pt x="56741" y="521"/>
                    <a:pt x="56620" y="394"/>
                    <a:pt x="56465" y="389"/>
                  </a:cubicBezTo>
                  <a:cubicBezTo>
                    <a:pt x="44903" y="130"/>
                    <a:pt x="33239" y="0"/>
                    <a:pt x="2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43"/>
            <p:cNvSpPr/>
            <p:nvPr/>
          </p:nvSpPr>
          <p:spPr>
            <a:xfrm>
              <a:off x="2344135" y="2873869"/>
              <a:ext cx="932838" cy="36150"/>
            </a:xfrm>
            <a:custGeom>
              <a:rect b="b" l="l" r="r" t="t"/>
              <a:pathLst>
                <a:path extrusionOk="0" h="944" w="56742">
                  <a:moveTo>
                    <a:pt x="21596" y="0"/>
                  </a:moveTo>
                  <a:cubicBezTo>
                    <a:pt x="14471" y="0"/>
                    <a:pt x="7353" y="49"/>
                    <a:pt x="272" y="147"/>
                  </a:cubicBezTo>
                  <a:cubicBezTo>
                    <a:pt x="122" y="151"/>
                    <a:pt x="0" y="273"/>
                    <a:pt x="0" y="429"/>
                  </a:cubicBezTo>
                  <a:cubicBezTo>
                    <a:pt x="0" y="576"/>
                    <a:pt x="123" y="702"/>
                    <a:pt x="260" y="702"/>
                  </a:cubicBezTo>
                  <a:cubicBezTo>
                    <a:pt x="267" y="702"/>
                    <a:pt x="274" y="701"/>
                    <a:pt x="281" y="701"/>
                  </a:cubicBezTo>
                  <a:cubicBezTo>
                    <a:pt x="7359" y="603"/>
                    <a:pt x="14474" y="554"/>
                    <a:pt x="21597" y="554"/>
                  </a:cubicBezTo>
                  <a:cubicBezTo>
                    <a:pt x="33235" y="554"/>
                    <a:pt x="44896" y="684"/>
                    <a:pt x="56454" y="943"/>
                  </a:cubicBezTo>
                  <a:lnTo>
                    <a:pt x="56460" y="943"/>
                  </a:lnTo>
                  <a:cubicBezTo>
                    <a:pt x="56610" y="943"/>
                    <a:pt x="56732" y="827"/>
                    <a:pt x="56736" y="676"/>
                  </a:cubicBezTo>
                  <a:cubicBezTo>
                    <a:pt x="56741" y="521"/>
                    <a:pt x="56620" y="394"/>
                    <a:pt x="56465" y="389"/>
                  </a:cubicBezTo>
                  <a:cubicBezTo>
                    <a:pt x="44903" y="130"/>
                    <a:pt x="33239" y="0"/>
                    <a:pt x="2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43"/>
            <p:cNvSpPr/>
            <p:nvPr/>
          </p:nvSpPr>
          <p:spPr>
            <a:xfrm>
              <a:off x="4089412" y="2863133"/>
              <a:ext cx="955393" cy="46900"/>
            </a:xfrm>
            <a:custGeom>
              <a:rect b="b" l="l" r="r" t="t"/>
              <a:pathLst>
                <a:path extrusionOk="0" h="944" w="56742">
                  <a:moveTo>
                    <a:pt x="21596" y="0"/>
                  </a:moveTo>
                  <a:cubicBezTo>
                    <a:pt x="14471" y="0"/>
                    <a:pt x="7353" y="49"/>
                    <a:pt x="272" y="147"/>
                  </a:cubicBezTo>
                  <a:cubicBezTo>
                    <a:pt x="122" y="151"/>
                    <a:pt x="0" y="273"/>
                    <a:pt x="0" y="429"/>
                  </a:cubicBezTo>
                  <a:cubicBezTo>
                    <a:pt x="0" y="576"/>
                    <a:pt x="123" y="702"/>
                    <a:pt x="260" y="702"/>
                  </a:cubicBezTo>
                  <a:cubicBezTo>
                    <a:pt x="267" y="702"/>
                    <a:pt x="274" y="701"/>
                    <a:pt x="281" y="701"/>
                  </a:cubicBezTo>
                  <a:cubicBezTo>
                    <a:pt x="7359" y="603"/>
                    <a:pt x="14474" y="554"/>
                    <a:pt x="21597" y="554"/>
                  </a:cubicBezTo>
                  <a:cubicBezTo>
                    <a:pt x="33235" y="554"/>
                    <a:pt x="44896" y="684"/>
                    <a:pt x="56454" y="943"/>
                  </a:cubicBezTo>
                  <a:lnTo>
                    <a:pt x="56460" y="943"/>
                  </a:lnTo>
                  <a:cubicBezTo>
                    <a:pt x="56610" y="943"/>
                    <a:pt x="56732" y="827"/>
                    <a:pt x="56736" y="676"/>
                  </a:cubicBezTo>
                  <a:cubicBezTo>
                    <a:pt x="56741" y="521"/>
                    <a:pt x="56620" y="394"/>
                    <a:pt x="56465" y="389"/>
                  </a:cubicBezTo>
                  <a:cubicBezTo>
                    <a:pt x="44903" y="130"/>
                    <a:pt x="33239" y="0"/>
                    <a:pt x="2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43"/>
            <p:cNvSpPr/>
            <p:nvPr/>
          </p:nvSpPr>
          <p:spPr>
            <a:xfrm>
              <a:off x="5857262" y="2857758"/>
              <a:ext cx="955393" cy="46900"/>
            </a:xfrm>
            <a:custGeom>
              <a:rect b="b" l="l" r="r" t="t"/>
              <a:pathLst>
                <a:path extrusionOk="0" h="944" w="56742">
                  <a:moveTo>
                    <a:pt x="21596" y="0"/>
                  </a:moveTo>
                  <a:cubicBezTo>
                    <a:pt x="14471" y="0"/>
                    <a:pt x="7353" y="49"/>
                    <a:pt x="272" y="147"/>
                  </a:cubicBezTo>
                  <a:cubicBezTo>
                    <a:pt x="122" y="151"/>
                    <a:pt x="0" y="273"/>
                    <a:pt x="0" y="429"/>
                  </a:cubicBezTo>
                  <a:cubicBezTo>
                    <a:pt x="0" y="576"/>
                    <a:pt x="123" y="702"/>
                    <a:pt x="260" y="702"/>
                  </a:cubicBezTo>
                  <a:cubicBezTo>
                    <a:pt x="267" y="702"/>
                    <a:pt x="274" y="701"/>
                    <a:pt x="281" y="701"/>
                  </a:cubicBezTo>
                  <a:cubicBezTo>
                    <a:pt x="7359" y="603"/>
                    <a:pt x="14474" y="554"/>
                    <a:pt x="21597" y="554"/>
                  </a:cubicBezTo>
                  <a:cubicBezTo>
                    <a:pt x="33235" y="554"/>
                    <a:pt x="44896" y="684"/>
                    <a:pt x="56454" y="943"/>
                  </a:cubicBezTo>
                  <a:lnTo>
                    <a:pt x="56460" y="943"/>
                  </a:lnTo>
                  <a:cubicBezTo>
                    <a:pt x="56610" y="943"/>
                    <a:pt x="56732" y="827"/>
                    <a:pt x="56736" y="676"/>
                  </a:cubicBezTo>
                  <a:cubicBezTo>
                    <a:pt x="56741" y="521"/>
                    <a:pt x="56620" y="394"/>
                    <a:pt x="56465" y="389"/>
                  </a:cubicBezTo>
                  <a:cubicBezTo>
                    <a:pt x="44903" y="130"/>
                    <a:pt x="33239" y="0"/>
                    <a:pt x="2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43"/>
            <p:cNvSpPr/>
            <p:nvPr/>
          </p:nvSpPr>
          <p:spPr>
            <a:xfrm>
              <a:off x="7612217" y="2873863"/>
              <a:ext cx="642745" cy="36174"/>
            </a:xfrm>
            <a:custGeom>
              <a:rect b="b" l="l" r="r" t="t"/>
              <a:pathLst>
                <a:path extrusionOk="0" h="944" w="56742">
                  <a:moveTo>
                    <a:pt x="21596" y="0"/>
                  </a:moveTo>
                  <a:cubicBezTo>
                    <a:pt x="14471" y="0"/>
                    <a:pt x="7353" y="49"/>
                    <a:pt x="272" y="147"/>
                  </a:cubicBezTo>
                  <a:cubicBezTo>
                    <a:pt x="122" y="151"/>
                    <a:pt x="0" y="273"/>
                    <a:pt x="0" y="429"/>
                  </a:cubicBezTo>
                  <a:cubicBezTo>
                    <a:pt x="0" y="576"/>
                    <a:pt x="123" y="702"/>
                    <a:pt x="260" y="702"/>
                  </a:cubicBezTo>
                  <a:cubicBezTo>
                    <a:pt x="267" y="702"/>
                    <a:pt x="274" y="701"/>
                    <a:pt x="281" y="701"/>
                  </a:cubicBezTo>
                  <a:cubicBezTo>
                    <a:pt x="7359" y="603"/>
                    <a:pt x="14474" y="554"/>
                    <a:pt x="21597" y="554"/>
                  </a:cubicBezTo>
                  <a:cubicBezTo>
                    <a:pt x="33235" y="554"/>
                    <a:pt x="44896" y="684"/>
                    <a:pt x="56454" y="943"/>
                  </a:cubicBezTo>
                  <a:lnTo>
                    <a:pt x="56460" y="943"/>
                  </a:lnTo>
                  <a:cubicBezTo>
                    <a:pt x="56610" y="943"/>
                    <a:pt x="56732" y="827"/>
                    <a:pt x="56736" y="676"/>
                  </a:cubicBezTo>
                  <a:cubicBezTo>
                    <a:pt x="56741" y="521"/>
                    <a:pt x="56620" y="394"/>
                    <a:pt x="56465" y="389"/>
                  </a:cubicBezTo>
                  <a:cubicBezTo>
                    <a:pt x="44903" y="130"/>
                    <a:pt x="33239" y="0"/>
                    <a:pt x="2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0" name="Google Shape;1690;p43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Doodle Banner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91" name="Google Shape;1691;p43"/>
          <p:cNvSpPr/>
          <p:nvPr/>
        </p:nvSpPr>
        <p:spPr>
          <a:xfrm>
            <a:off x="1129504" y="1400658"/>
            <a:ext cx="15819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92" name="Google Shape;1692;p43"/>
          <p:cNvSpPr txBox="1"/>
          <p:nvPr/>
        </p:nvSpPr>
        <p:spPr>
          <a:xfrm>
            <a:off x="1073612" y="1598200"/>
            <a:ext cx="1693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3" name="Google Shape;1693;p43"/>
          <p:cNvSpPr/>
          <p:nvPr/>
        </p:nvSpPr>
        <p:spPr>
          <a:xfrm>
            <a:off x="4660087" y="1400056"/>
            <a:ext cx="15819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Jupiter</a:t>
            </a:r>
            <a:endParaRPr sz="16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694" name="Google Shape;1694;p43"/>
          <p:cNvSpPr txBox="1"/>
          <p:nvPr/>
        </p:nvSpPr>
        <p:spPr>
          <a:xfrm>
            <a:off x="4604163" y="1598825"/>
            <a:ext cx="1693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Jupiter is a gas giant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latin typeface="Roboto"/>
                <a:ea typeface="Roboto"/>
                <a:cs typeface="Roboto"/>
                <a:sym typeface="Roboto"/>
              </a:rPr>
              <a:t>and the biggest planet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5" name="Google Shape;1695;p43"/>
          <p:cNvSpPr/>
          <p:nvPr/>
        </p:nvSpPr>
        <p:spPr>
          <a:xfrm>
            <a:off x="2898126" y="3694127"/>
            <a:ext cx="15819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Neptune</a:t>
            </a:r>
            <a:endParaRPr sz="16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696" name="Google Shape;1696;p43"/>
          <p:cNvSpPr txBox="1"/>
          <p:nvPr/>
        </p:nvSpPr>
        <p:spPr>
          <a:xfrm>
            <a:off x="2842375" y="3892225"/>
            <a:ext cx="1693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the farthest planet from the Sun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7" name="Google Shape;1697;p43"/>
          <p:cNvSpPr/>
          <p:nvPr/>
        </p:nvSpPr>
        <p:spPr>
          <a:xfrm>
            <a:off x="6422204" y="3694730"/>
            <a:ext cx="14139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6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698" name="Google Shape;1698;p43"/>
          <p:cNvSpPr txBox="1"/>
          <p:nvPr/>
        </p:nvSpPr>
        <p:spPr>
          <a:xfrm>
            <a:off x="6338263" y="3892250"/>
            <a:ext cx="1581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9" name="Google Shape;1699;p43"/>
          <p:cNvSpPr/>
          <p:nvPr/>
        </p:nvSpPr>
        <p:spPr>
          <a:xfrm>
            <a:off x="1725110" y="2751142"/>
            <a:ext cx="4257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01</a:t>
            </a:r>
            <a:endParaRPr sz="20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700" name="Google Shape;1700;p43"/>
          <p:cNvSpPr/>
          <p:nvPr/>
        </p:nvSpPr>
        <p:spPr>
          <a:xfrm>
            <a:off x="3470360" y="2751142"/>
            <a:ext cx="4257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02</a:t>
            </a:r>
            <a:endParaRPr sz="20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701" name="Google Shape;1701;p43"/>
          <p:cNvSpPr/>
          <p:nvPr/>
        </p:nvSpPr>
        <p:spPr>
          <a:xfrm>
            <a:off x="5215610" y="2751142"/>
            <a:ext cx="4257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03</a:t>
            </a:r>
            <a:endParaRPr sz="20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702" name="Google Shape;1702;p43"/>
          <p:cNvSpPr/>
          <p:nvPr/>
        </p:nvSpPr>
        <p:spPr>
          <a:xfrm>
            <a:off x="6912890" y="2751142"/>
            <a:ext cx="5991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04</a:t>
            </a:r>
            <a:endParaRPr sz="20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7" name="Google Shape;1707;p44"/>
          <p:cNvGrpSpPr/>
          <p:nvPr/>
        </p:nvGrpSpPr>
        <p:grpSpPr>
          <a:xfrm>
            <a:off x="718948" y="1130973"/>
            <a:ext cx="7706112" cy="3803216"/>
            <a:chOff x="718948" y="1130973"/>
            <a:chExt cx="7706112" cy="3803216"/>
          </a:xfrm>
        </p:grpSpPr>
        <p:grpSp>
          <p:nvGrpSpPr>
            <p:cNvPr id="1708" name="Google Shape;1708;p44"/>
            <p:cNvGrpSpPr/>
            <p:nvPr/>
          </p:nvGrpSpPr>
          <p:grpSpPr>
            <a:xfrm>
              <a:off x="718948" y="1130973"/>
              <a:ext cx="2954280" cy="1836270"/>
              <a:chOff x="718948" y="1130973"/>
              <a:chExt cx="2954280" cy="1836270"/>
            </a:xfrm>
          </p:grpSpPr>
          <p:grpSp>
            <p:nvGrpSpPr>
              <p:cNvPr id="1709" name="Google Shape;1709;p44"/>
              <p:cNvGrpSpPr/>
              <p:nvPr/>
            </p:nvGrpSpPr>
            <p:grpSpPr>
              <a:xfrm>
                <a:off x="931279" y="1628178"/>
                <a:ext cx="2741949" cy="1339065"/>
                <a:chOff x="5446495" y="1296275"/>
                <a:chExt cx="1883336" cy="884689"/>
              </a:xfrm>
            </p:grpSpPr>
            <p:sp>
              <p:nvSpPr>
                <p:cNvPr id="1710" name="Google Shape;1710;p44"/>
                <p:cNvSpPr/>
                <p:nvPr/>
              </p:nvSpPr>
              <p:spPr>
                <a:xfrm>
                  <a:off x="5476025" y="1296275"/>
                  <a:ext cx="1853807" cy="825354"/>
                </a:xfrm>
                <a:custGeom>
                  <a:rect b="b" l="l" r="r" t="t"/>
                  <a:pathLst>
                    <a:path extrusionOk="0" h="8916" w="20026">
                      <a:moveTo>
                        <a:pt x="9032" y="153"/>
                      </a:moveTo>
                      <a:cubicBezTo>
                        <a:pt x="10532" y="153"/>
                        <a:pt x="12029" y="266"/>
                        <a:pt x="13502" y="563"/>
                      </a:cubicBezTo>
                      <a:cubicBezTo>
                        <a:pt x="15001" y="865"/>
                        <a:pt x="16578" y="1327"/>
                        <a:pt x="17875" y="2157"/>
                      </a:cubicBezTo>
                      <a:cubicBezTo>
                        <a:pt x="18550" y="2588"/>
                        <a:pt x="19144" y="3199"/>
                        <a:pt x="19371" y="3987"/>
                      </a:cubicBezTo>
                      <a:cubicBezTo>
                        <a:pt x="19625" y="4866"/>
                        <a:pt x="19284" y="5694"/>
                        <a:pt x="18673" y="6332"/>
                      </a:cubicBezTo>
                      <a:cubicBezTo>
                        <a:pt x="17631" y="7419"/>
                        <a:pt x="16109" y="7868"/>
                        <a:pt x="14675" y="8159"/>
                      </a:cubicBezTo>
                      <a:cubicBezTo>
                        <a:pt x="12991" y="8501"/>
                        <a:pt x="11274" y="8697"/>
                        <a:pt x="9557" y="8751"/>
                      </a:cubicBezTo>
                      <a:cubicBezTo>
                        <a:pt x="9224" y="8762"/>
                        <a:pt x="8890" y="8767"/>
                        <a:pt x="8556" y="8767"/>
                      </a:cubicBezTo>
                      <a:cubicBezTo>
                        <a:pt x="7152" y="8767"/>
                        <a:pt x="5743" y="8671"/>
                        <a:pt x="4359" y="8449"/>
                      </a:cubicBezTo>
                      <a:cubicBezTo>
                        <a:pt x="2894" y="8216"/>
                        <a:pt x="1462" y="7680"/>
                        <a:pt x="751" y="6284"/>
                      </a:cubicBezTo>
                      <a:cubicBezTo>
                        <a:pt x="1" y="4808"/>
                        <a:pt x="295" y="3068"/>
                        <a:pt x="1474" y="1915"/>
                      </a:cubicBezTo>
                      <a:cubicBezTo>
                        <a:pt x="2502" y="911"/>
                        <a:pt x="3882" y="498"/>
                        <a:pt x="5280" y="346"/>
                      </a:cubicBezTo>
                      <a:cubicBezTo>
                        <a:pt x="5422" y="333"/>
                        <a:pt x="5561" y="321"/>
                        <a:pt x="5703" y="308"/>
                      </a:cubicBezTo>
                      <a:cubicBezTo>
                        <a:pt x="6010" y="287"/>
                        <a:pt x="6316" y="275"/>
                        <a:pt x="6618" y="273"/>
                      </a:cubicBezTo>
                      <a:cubicBezTo>
                        <a:pt x="6639" y="273"/>
                        <a:pt x="6647" y="254"/>
                        <a:pt x="6645" y="237"/>
                      </a:cubicBezTo>
                      <a:cubicBezTo>
                        <a:pt x="7440" y="185"/>
                        <a:pt x="8236" y="153"/>
                        <a:pt x="9032" y="153"/>
                      </a:cubicBezTo>
                      <a:close/>
                      <a:moveTo>
                        <a:pt x="9099" y="0"/>
                      </a:moveTo>
                      <a:cubicBezTo>
                        <a:pt x="7401" y="0"/>
                        <a:pt x="5697" y="154"/>
                        <a:pt x="4032" y="377"/>
                      </a:cubicBezTo>
                      <a:cubicBezTo>
                        <a:pt x="3994" y="383"/>
                        <a:pt x="3982" y="419"/>
                        <a:pt x="3990" y="444"/>
                      </a:cubicBezTo>
                      <a:cubicBezTo>
                        <a:pt x="3198" y="631"/>
                        <a:pt x="2444" y="946"/>
                        <a:pt x="1783" y="1461"/>
                      </a:cubicBezTo>
                      <a:cubicBezTo>
                        <a:pt x="695" y="2305"/>
                        <a:pt x="53" y="3572"/>
                        <a:pt x="205" y="4962"/>
                      </a:cubicBezTo>
                      <a:cubicBezTo>
                        <a:pt x="353" y="6311"/>
                        <a:pt x="1166" y="7480"/>
                        <a:pt x="2398" y="8055"/>
                      </a:cubicBezTo>
                      <a:cubicBezTo>
                        <a:pt x="3142" y="8403"/>
                        <a:pt x="3961" y="8553"/>
                        <a:pt x="4769" y="8662"/>
                      </a:cubicBezTo>
                      <a:cubicBezTo>
                        <a:pt x="5676" y="8785"/>
                        <a:pt x="6589" y="8860"/>
                        <a:pt x="7504" y="8895"/>
                      </a:cubicBezTo>
                      <a:cubicBezTo>
                        <a:pt x="7872" y="8909"/>
                        <a:pt x="8241" y="8916"/>
                        <a:pt x="8610" y="8916"/>
                      </a:cubicBezTo>
                      <a:cubicBezTo>
                        <a:pt x="10180" y="8916"/>
                        <a:pt x="11749" y="8791"/>
                        <a:pt x="13302" y="8553"/>
                      </a:cubicBezTo>
                      <a:cubicBezTo>
                        <a:pt x="14882" y="8309"/>
                        <a:pt x="16570" y="8020"/>
                        <a:pt x="17931" y="7130"/>
                      </a:cubicBezTo>
                      <a:cubicBezTo>
                        <a:pt x="19129" y="6348"/>
                        <a:pt x="20026" y="5031"/>
                        <a:pt x="19384" y="3593"/>
                      </a:cubicBezTo>
                      <a:cubicBezTo>
                        <a:pt x="18744" y="2157"/>
                        <a:pt x="17099" y="1490"/>
                        <a:pt x="15709" y="1007"/>
                      </a:cubicBezTo>
                      <a:cubicBezTo>
                        <a:pt x="13582" y="270"/>
                        <a:pt x="11345" y="0"/>
                        <a:pt x="90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1" name="Google Shape;1711;p44"/>
                <p:cNvSpPr/>
                <p:nvPr/>
              </p:nvSpPr>
              <p:spPr>
                <a:xfrm>
                  <a:off x="5446495" y="1527605"/>
                  <a:ext cx="1711527" cy="653359"/>
                </a:xfrm>
                <a:custGeom>
                  <a:rect b="b" l="l" r="r" t="t"/>
                  <a:pathLst>
                    <a:path extrusionOk="0" h="7058" w="18489">
                      <a:moveTo>
                        <a:pt x="1227" y="0"/>
                      </a:moveTo>
                      <a:cubicBezTo>
                        <a:pt x="1223" y="0"/>
                        <a:pt x="1218" y="2"/>
                        <a:pt x="1214" y="6"/>
                      </a:cubicBezTo>
                      <a:cubicBezTo>
                        <a:pt x="699" y="492"/>
                        <a:pt x="432" y="1186"/>
                        <a:pt x="228" y="1848"/>
                      </a:cubicBezTo>
                      <a:cubicBezTo>
                        <a:pt x="1" y="2582"/>
                        <a:pt x="49" y="3259"/>
                        <a:pt x="372" y="3956"/>
                      </a:cubicBezTo>
                      <a:cubicBezTo>
                        <a:pt x="670" y="4602"/>
                        <a:pt x="1076" y="5277"/>
                        <a:pt x="1550" y="5810"/>
                      </a:cubicBezTo>
                      <a:cubicBezTo>
                        <a:pt x="2035" y="6359"/>
                        <a:pt x="2696" y="6619"/>
                        <a:pt x="3398" y="6763"/>
                      </a:cubicBezTo>
                      <a:cubicBezTo>
                        <a:pt x="4196" y="6925"/>
                        <a:pt x="5018" y="6940"/>
                        <a:pt x="5826" y="6975"/>
                      </a:cubicBezTo>
                      <a:cubicBezTo>
                        <a:pt x="6756" y="7015"/>
                        <a:pt x="7685" y="7053"/>
                        <a:pt x="8617" y="7057"/>
                      </a:cubicBezTo>
                      <a:cubicBezTo>
                        <a:pt x="8681" y="7057"/>
                        <a:pt x="8745" y="7057"/>
                        <a:pt x="8808" y="7057"/>
                      </a:cubicBezTo>
                      <a:cubicBezTo>
                        <a:pt x="10452" y="7057"/>
                        <a:pt x="12106" y="6951"/>
                        <a:pt x="13713" y="6590"/>
                      </a:cubicBezTo>
                      <a:cubicBezTo>
                        <a:pt x="15415" y="6206"/>
                        <a:pt x="17068" y="5544"/>
                        <a:pt x="18446" y="4460"/>
                      </a:cubicBezTo>
                      <a:cubicBezTo>
                        <a:pt x="18489" y="4426"/>
                        <a:pt x="18460" y="4360"/>
                        <a:pt x="18417" y="4360"/>
                      </a:cubicBezTo>
                      <a:cubicBezTo>
                        <a:pt x="18407" y="4360"/>
                        <a:pt x="18397" y="4363"/>
                        <a:pt x="18388" y="4370"/>
                      </a:cubicBezTo>
                      <a:cubicBezTo>
                        <a:pt x="15928" y="6146"/>
                        <a:pt x="12952" y="6784"/>
                        <a:pt x="9965" y="6888"/>
                      </a:cubicBezTo>
                      <a:cubicBezTo>
                        <a:pt x="9569" y="6902"/>
                        <a:pt x="9172" y="6908"/>
                        <a:pt x="8776" y="6908"/>
                      </a:cubicBezTo>
                      <a:cubicBezTo>
                        <a:pt x="7569" y="6908"/>
                        <a:pt x="6362" y="6852"/>
                        <a:pt x="5157" y="6794"/>
                      </a:cubicBezTo>
                      <a:cubicBezTo>
                        <a:pt x="4378" y="6759"/>
                        <a:pt x="3584" y="6709"/>
                        <a:pt x="2840" y="6461"/>
                      </a:cubicBezTo>
                      <a:cubicBezTo>
                        <a:pt x="2029" y="6192"/>
                        <a:pt x="1550" y="5637"/>
                        <a:pt x="1101" y="4937"/>
                      </a:cubicBezTo>
                      <a:cubicBezTo>
                        <a:pt x="614" y="4176"/>
                        <a:pt x="103" y="3353"/>
                        <a:pt x="232" y="2407"/>
                      </a:cubicBezTo>
                      <a:cubicBezTo>
                        <a:pt x="341" y="1605"/>
                        <a:pt x="691" y="635"/>
                        <a:pt x="1243" y="33"/>
                      </a:cubicBezTo>
                      <a:cubicBezTo>
                        <a:pt x="1256" y="17"/>
                        <a:pt x="1242" y="0"/>
                        <a:pt x="122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2" name="Google Shape;1712;p44"/>
                <p:cNvSpPr/>
                <p:nvPr/>
              </p:nvSpPr>
              <p:spPr>
                <a:xfrm>
                  <a:off x="5479264" y="1630819"/>
                  <a:ext cx="34899" cy="43508"/>
                </a:xfrm>
                <a:custGeom>
                  <a:rect b="b" l="l" r="r" t="t"/>
                  <a:pathLst>
                    <a:path extrusionOk="0" h="470" w="377">
                      <a:moveTo>
                        <a:pt x="350" y="1"/>
                      </a:moveTo>
                      <a:cubicBezTo>
                        <a:pt x="344" y="1"/>
                        <a:pt x="339" y="3"/>
                        <a:pt x="335" y="8"/>
                      </a:cubicBezTo>
                      <a:cubicBezTo>
                        <a:pt x="320" y="27"/>
                        <a:pt x="303" y="46"/>
                        <a:pt x="289" y="66"/>
                      </a:cubicBezTo>
                      <a:cubicBezTo>
                        <a:pt x="289" y="69"/>
                        <a:pt x="289" y="69"/>
                        <a:pt x="289" y="69"/>
                      </a:cubicBezTo>
                      <a:cubicBezTo>
                        <a:pt x="256" y="117"/>
                        <a:pt x="222" y="164"/>
                        <a:pt x="187" y="208"/>
                      </a:cubicBezTo>
                      <a:cubicBezTo>
                        <a:pt x="137" y="275"/>
                        <a:pt x="76" y="335"/>
                        <a:pt x="24" y="402"/>
                      </a:cubicBezTo>
                      <a:cubicBezTo>
                        <a:pt x="1" y="433"/>
                        <a:pt x="26" y="469"/>
                        <a:pt x="55" y="469"/>
                      </a:cubicBezTo>
                      <a:cubicBezTo>
                        <a:pt x="65" y="469"/>
                        <a:pt x="75" y="466"/>
                        <a:pt x="85" y="456"/>
                      </a:cubicBezTo>
                      <a:cubicBezTo>
                        <a:pt x="199" y="344"/>
                        <a:pt x="316" y="177"/>
                        <a:pt x="372" y="27"/>
                      </a:cubicBezTo>
                      <a:cubicBezTo>
                        <a:pt x="377" y="12"/>
                        <a:pt x="363" y="1"/>
                        <a:pt x="35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3" name="Google Shape;1713;p44"/>
                <p:cNvSpPr/>
                <p:nvPr/>
              </p:nvSpPr>
              <p:spPr>
                <a:xfrm>
                  <a:off x="5467879" y="1654054"/>
                  <a:ext cx="42397" cy="51376"/>
                </a:xfrm>
                <a:custGeom>
                  <a:rect b="b" l="l" r="r" t="t"/>
                  <a:pathLst>
                    <a:path extrusionOk="0" h="555" w="458">
                      <a:moveTo>
                        <a:pt x="430" y="1"/>
                      </a:moveTo>
                      <a:cubicBezTo>
                        <a:pt x="423" y="1"/>
                        <a:pt x="417" y="4"/>
                        <a:pt x="412" y="11"/>
                      </a:cubicBezTo>
                      <a:cubicBezTo>
                        <a:pt x="304" y="180"/>
                        <a:pt x="178" y="337"/>
                        <a:pt x="33" y="476"/>
                      </a:cubicBezTo>
                      <a:cubicBezTo>
                        <a:pt x="1" y="508"/>
                        <a:pt x="34" y="554"/>
                        <a:pt x="70" y="554"/>
                      </a:cubicBezTo>
                      <a:cubicBezTo>
                        <a:pt x="81" y="554"/>
                        <a:pt x="92" y="550"/>
                        <a:pt x="101" y="539"/>
                      </a:cubicBezTo>
                      <a:cubicBezTo>
                        <a:pt x="239" y="382"/>
                        <a:pt x="354" y="216"/>
                        <a:pt x="449" y="30"/>
                      </a:cubicBezTo>
                      <a:cubicBezTo>
                        <a:pt x="458" y="15"/>
                        <a:pt x="444" y="1"/>
                        <a:pt x="43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4" name="Google Shape;1714;p44"/>
                <p:cNvSpPr/>
                <p:nvPr/>
              </p:nvSpPr>
              <p:spPr>
                <a:xfrm>
                  <a:off x="5462510" y="1676363"/>
                  <a:ext cx="41101" cy="51006"/>
                </a:xfrm>
                <a:custGeom>
                  <a:rect b="b" l="l" r="r" t="t"/>
                  <a:pathLst>
                    <a:path extrusionOk="0" h="551" w="444">
                      <a:moveTo>
                        <a:pt x="410" y="0"/>
                      </a:moveTo>
                      <a:cubicBezTo>
                        <a:pt x="404" y="0"/>
                        <a:pt x="398" y="2"/>
                        <a:pt x="393" y="8"/>
                      </a:cubicBezTo>
                      <a:cubicBezTo>
                        <a:pt x="312" y="100"/>
                        <a:pt x="234" y="198"/>
                        <a:pt x="155" y="296"/>
                      </a:cubicBezTo>
                      <a:cubicBezTo>
                        <a:pt x="111" y="350"/>
                        <a:pt x="1" y="435"/>
                        <a:pt x="11" y="512"/>
                      </a:cubicBezTo>
                      <a:cubicBezTo>
                        <a:pt x="15" y="536"/>
                        <a:pt x="36" y="551"/>
                        <a:pt x="57" y="551"/>
                      </a:cubicBezTo>
                      <a:cubicBezTo>
                        <a:pt x="74" y="551"/>
                        <a:pt x="90" y="541"/>
                        <a:pt x="95" y="519"/>
                      </a:cubicBezTo>
                      <a:cubicBezTo>
                        <a:pt x="103" y="477"/>
                        <a:pt x="155" y="427"/>
                        <a:pt x="180" y="391"/>
                      </a:cubicBezTo>
                      <a:cubicBezTo>
                        <a:pt x="211" y="348"/>
                        <a:pt x="243" y="304"/>
                        <a:pt x="274" y="260"/>
                      </a:cubicBezTo>
                      <a:cubicBezTo>
                        <a:pt x="328" y="185"/>
                        <a:pt x="382" y="110"/>
                        <a:pt x="432" y="35"/>
                      </a:cubicBezTo>
                      <a:cubicBezTo>
                        <a:pt x="443" y="18"/>
                        <a:pt x="427" y="0"/>
                        <a:pt x="4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5" name="Google Shape;1715;p44"/>
                <p:cNvSpPr/>
                <p:nvPr/>
              </p:nvSpPr>
              <p:spPr>
                <a:xfrm>
                  <a:off x="5458437" y="1700986"/>
                  <a:ext cx="39157" cy="46100"/>
                </a:xfrm>
                <a:custGeom>
                  <a:rect b="b" l="l" r="r" t="t"/>
                  <a:pathLst>
                    <a:path extrusionOk="0" h="498" w="423">
                      <a:moveTo>
                        <a:pt x="395" y="0"/>
                      </a:moveTo>
                      <a:cubicBezTo>
                        <a:pt x="370" y="0"/>
                        <a:pt x="372" y="0"/>
                        <a:pt x="353" y="15"/>
                      </a:cubicBezTo>
                      <a:cubicBezTo>
                        <a:pt x="345" y="21"/>
                        <a:pt x="345" y="34"/>
                        <a:pt x="351" y="38"/>
                      </a:cubicBezTo>
                      <a:cubicBezTo>
                        <a:pt x="241" y="163"/>
                        <a:pt x="141" y="296"/>
                        <a:pt x="28" y="421"/>
                      </a:cubicBezTo>
                      <a:cubicBezTo>
                        <a:pt x="0" y="454"/>
                        <a:pt x="32" y="498"/>
                        <a:pt x="65" y="498"/>
                      </a:cubicBezTo>
                      <a:cubicBezTo>
                        <a:pt x="75" y="498"/>
                        <a:pt x="86" y="493"/>
                        <a:pt x="95" y="482"/>
                      </a:cubicBezTo>
                      <a:cubicBezTo>
                        <a:pt x="208" y="338"/>
                        <a:pt x="326" y="192"/>
                        <a:pt x="414" y="32"/>
                      </a:cubicBezTo>
                      <a:cubicBezTo>
                        <a:pt x="422" y="17"/>
                        <a:pt x="410" y="0"/>
                        <a:pt x="39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6" name="Google Shape;1716;p44"/>
                <p:cNvSpPr/>
                <p:nvPr/>
              </p:nvSpPr>
              <p:spPr>
                <a:xfrm>
                  <a:off x="5456030" y="1712927"/>
                  <a:ext cx="39805" cy="44619"/>
                </a:xfrm>
                <a:custGeom>
                  <a:rect b="b" l="l" r="r" t="t"/>
                  <a:pathLst>
                    <a:path extrusionOk="0" h="482" w="430">
                      <a:moveTo>
                        <a:pt x="400" y="1"/>
                      </a:moveTo>
                      <a:cubicBezTo>
                        <a:pt x="395" y="1"/>
                        <a:pt x="390" y="3"/>
                        <a:pt x="386" y="9"/>
                      </a:cubicBezTo>
                      <a:cubicBezTo>
                        <a:pt x="275" y="153"/>
                        <a:pt x="154" y="284"/>
                        <a:pt x="27" y="413"/>
                      </a:cubicBezTo>
                      <a:cubicBezTo>
                        <a:pt x="0" y="442"/>
                        <a:pt x="30" y="481"/>
                        <a:pt x="59" y="481"/>
                      </a:cubicBezTo>
                      <a:cubicBezTo>
                        <a:pt x="69" y="481"/>
                        <a:pt x="78" y="477"/>
                        <a:pt x="86" y="467"/>
                      </a:cubicBezTo>
                      <a:cubicBezTo>
                        <a:pt x="198" y="326"/>
                        <a:pt x="306" y="180"/>
                        <a:pt x="417" y="36"/>
                      </a:cubicBezTo>
                      <a:cubicBezTo>
                        <a:pt x="429" y="21"/>
                        <a:pt x="415" y="1"/>
                        <a:pt x="40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7" name="Google Shape;1717;p44"/>
                <p:cNvSpPr/>
                <p:nvPr/>
              </p:nvSpPr>
              <p:spPr>
                <a:xfrm>
                  <a:off x="5455937" y="1726535"/>
                  <a:ext cx="47211" cy="53320"/>
                </a:xfrm>
                <a:custGeom>
                  <a:rect b="b" l="l" r="r" t="t"/>
                  <a:pathLst>
                    <a:path extrusionOk="0" h="576" w="510">
                      <a:moveTo>
                        <a:pt x="470" y="0"/>
                      </a:moveTo>
                      <a:cubicBezTo>
                        <a:pt x="462" y="0"/>
                        <a:pt x="454" y="3"/>
                        <a:pt x="447" y="10"/>
                      </a:cubicBezTo>
                      <a:cubicBezTo>
                        <a:pt x="416" y="39"/>
                        <a:pt x="391" y="66"/>
                        <a:pt x="372" y="104"/>
                      </a:cubicBezTo>
                      <a:cubicBezTo>
                        <a:pt x="370" y="106"/>
                        <a:pt x="370" y="110"/>
                        <a:pt x="370" y="112"/>
                      </a:cubicBezTo>
                      <a:cubicBezTo>
                        <a:pt x="266" y="248"/>
                        <a:pt x="155" y="377"/>
                        <a:pt x="32" y="500"/>
                      </a:cubicBezTo>
                      <a:cubicBezTo>
                        <a:pt x="0" y="533"/>
                        <a:pt x="32" y="575"/>
                        <a:pt x="68" y="575"/>
                      </a:cubicBezTo>
                      <a:cubicBezTo>
                        <a:pt x="79" y="575"/>
                        <a:pt x="91" y="571"/>
                        <a:pt x="101" y="562"/>
                      </a:cubicBezTo>
                      <a:cubicBezTo>
                        <a:pt x="257" y="416"/>
                        <a:pt x="397" y="233"/>
                        <a:pt x="497" y="43"/>
                      </a:cubicBezTo>
                      <a:cubicBezTo>
                        <a:pt x="509" y="21"/>
                        <a:pt x="491" y="0"/>
                        <a:pt x="4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8" name="Google Shape;1718;p44"/>
                <p:cNvSpPr/>
                <p:nvPr/>
              </p:nvSpPr>
              <p:spPr>
                <a:xfrm>
                  <a:off x="5460103" y="1747085"/>
                  <a:ext cx="39713" cy="49155"/>
                </a:xfrm>
                <a:custGeom>
                  <a:rect b="b" l="l" r="r" t="t"/>
                  <a:pathLst>
                    <a:path extrusionOk="0" h="531" w="429">
                      <a:moveTo>
                        <a:pt x="394" y="1"/>
                      </a:moveTo>
                      <a:cubicBezTo>
                        <a:pt x="386" y="1"/>
                        <a:pt x="378" y="5"/>
                        <a:pt x="373" y="13"/>
                      </a:cubicBezTo>
                      <a:cubicBezTo>
                        <a:pt x="275" y="176"/>
                        <a:pt x="158" y="324"/>
                        <a:pt x="29" y="461"/>
                      </a:cubicBezTo>
                      <a:cubicBezTo>
                        <a:pt x="0" y="490"/>
                        <a:pt x="30" y="531"/>
                        <a:pt x="62" y="531"/>
                      </a:cubicBezTo>
                      <a:cubicBezTo>
                        <a:pt x="71" y="531"/>
                        <a:pt x="81" y="527"/>
                        <a:pt x="89" y="517"/>
                      </a:cubicBezTo>
                      <a:cubicBezTo>
                        <a:pt x="217" y="369"/>
                        <a:pt x="327" y="209"/>
                        <a:pt x="419" y="38"/>
                      </a:cubicBezTo>
                      <a:cubicBezTo>
                        <a:pt x="429" y="18"/>
                        <a:pt x="411" y="1"/>
                        <a:pt x="39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9" name="Google Shape;1719;p44"/>
                <p:cNvSpPr/>
                <p:nvPr/>
              </p:nvSpPr>
              <p:spPr>
                <a:xfrm>
                  <a:off x="5457974" y="1758008"/>
                  <a:ext cx="43323" cy="50728"/>
                </a:xfrm>
                <a:custGeom>
                  <a:rect b="b" l="l" r="r" t="t"/>
                  <a:pathLst>
                    <a:path extrusionOk="0" h="548" w="468">
                      <a:moveTo>
                        <a:pt x="434" y="0"/>
                      </a:moveTo>
                      <a:cubicBezTo>
                        <a:pt x="429" y="0"/>
                        <a:pt x="423" y="2"/>
                        <a:pt x="419" y="8"/>
                      </a:cubicBezTo>
                      <a:cubicBezTo>
                        <a:pt x="296" y="170"/>
                        <a:pt x="165" y="326"/>
                        <a:pt x="27" y="477"/>
                      </a:cubicBezTo>
                      <a:cubicBezTo>
                        <a:pt x="0" y="506"/>
                        <a:pt x="31" y="547"/>
                        <a:pt x="62" y="547"/>
                      </a:cubicBezTo>
                      <a:cubicBezTo>
                        <a:pt x="71" y="547"/>
                        <a:pt x="81" y="543"/>
                        <a:pt x="90" y="533"/>
                      </a:cubicBezTo>
                      <a:cubicBezTo>
                        <a:pt x="219" y="372"/>
                        <a:pt x="342" y="206"/>
                        <a:pt x="456" y="35"/>
                      </a:cubicBezTo>
                      <a:cubicBezTo>
                        <a:pt x="467" y="19"/>
                        <a:pt x="450" y="0"/>
                        <a:pt x="43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0" name="Google Shape;1720;p44"/>
                <p:cNvSpPr/>
                <p:nvPr/>
              </p:nvSpPr>
              <p:spPr>
                <a:xfrm>
                  <a:off x="5467786" y="1771431"/>
                  <a:ext cx="37676" cy="45730"/>
                </a:xfrm>
                <a:custGeom>
                  <a:rect b="b" l="l" r="r" t="t"/>
                  <a:pathLst>
                    <a:path extrusionOk="0" h="494" w="407">
                      <a:moveTo>
                        <a:pt x="371" y="1"/>
                      </a:moveTo>
                      <a:cubicBezTo>
                        <a:pt x="365" y="1"/>
                        <a:pt x="359" y="4"/>
                        <a:pt x="355" y="11"/>
                      </a:cubicBezTo>
                      <a:cubicBezTo>
                        <a:pt x="246" y="150"/>
                        <a:pt x="140" y="292"/>
                        <a:pt x="27" y="427"/>
                      </a:cubicBezTo>
                      <a:cubicBezTo>
                        <a:pt x="1" y="458"/>
                        <a:pt x="29" y="494"/>
                        <a:pt x="59" y="494"/>
                      </a:cubicBezTo>
                      <a:cubicBezTo>
                        <a:pt x="71" y="494"/>
                        <a:pt x="84" y="488"/>
                        <a:pt x="94" y="473"/>
                      </a:cubicBezTo>
                      <a:cubicBezTo>
                        <a:pt x="188" y="327"/>
                        <a:pt x="292" y="188"/>
                        <a:pt x="392" y="46"/>
                      </a:cubicBezTo>
                      <a:cubicBezTo>
                        <a:pt x="406" y="26"/>
                        <a:pt x="389" y="1"/>
                        <a:pt x="37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1" name="Google Shape;1721;p44"/>
                <p:cNvSpPr/>
                <p:nvPr/>
              </p:nvSpPr>
              <p:spPr>
                <a:xfrm>
                  <a:off x="5471859" y="1779670"/>
                  <a:ext cx="38879" cy="45267"/>
                </a:xfrm>
                <a:custGeom>
                  <a:rect b="b" l="l" r="r" t="t"/>
                  <a:pathLst>
                    <a:path extrusionOk="0" h="489" w="420">
                      <a:moveTo>
                        <a:pt x="378" y="1"/>
                      </a:moveTo>
                      <a:cubicBezTo>
                        <a:pt x="371" y="1"/>
                        <a:pt x="363" y="4"/>
                        <a:pt x="356" y="11"/>
                      </a:cubicBezTo>
                      <a:cubicBezTo>
                        <a:pt x="242" y="145"/>
                        <a:pt x="131" y="282"/>
                        <a:pt x="25" y="422"/>
                      </a:cubicBezTo>
                      <a:cubicBezTo>
                        <a:pt x="0" y="455"/>
                        <a:pt x="26" y="489"/>
                        <a:pt x="55" y="489"/>
                      </a:cubicBezTo>
                      <a:cubicBezTo>
                        <a:pt x="67" y="489"/>
                        <a:pt x="80" y="483"/>
                        <a:pt x="90" y="468"/>
                      </a:cubicBezTo>
                      <a:cubicBezTo>
                        <a:pt x="188" y="324"/>
                        <a:pt x="290" y="184"/>
                        <a:pt x="402" y="51"/>
                      </a:cubicBezTo>
                      <a:cubicBezTo>
                        <a:pt x="420" y="29"/>
                        <a:pt x="400" y="1"/>
                        <a:pt x="37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2" name="Google Shape;1722;p44"/>
                <p:cNvSpPr/>
                <p:nvPr/>
              </p:nvSpPr>
              <p:spPr>
                <a:xfrm>
                  <a:off x="5469823" y="1789204"/>
                  <a:ext cx="43230" cy="50821"/>
                </a:xfrm>
                <a:custGeom>
                  <a:rect b="b" l="l" r="r" t="t"/>
                  <a:pathLst>
                    <a:path extrusionOk="0" h="549" w="467">
                      <a:moveTo>
                        <a:pt x="434" y="0"/>
                      </a:moveTo>
                      <a:cubicBezTo>
                        <a:pt x="428" y="0"/>
                        <a:pt x="422" y="3"/>
                        <a:pt x="418" y="8"/>
                      </a:cubicBezTo>
                      <a:cubicBezTo>
                        <a:pt x="293" y="171"/>
                        <a:pt x="153" y="323"/>
                        <a:pt x="24" y="481"/>
                      </a:cubicBezTo>
                      <a:cubicBezTo>
                        <a:pt x="0" y="511"/>
                        <a:pt x="26" y="548"/>
                        <a:pt x="55" y="548"/>
                      </a:cubicBezTo>
                      <a:cubicBezTo>
                        <a:pt x="64" y="548"/>
                        <a:pt x="74" y="545"/>
                        <a:pt x="82" y="536"/>
                      </a:cubicBezTo>
                      <a:cubicBezTo>
                        <a:pt x="222" y="383"/>
                        <a:pt x="341" y="204"/>
                        <a:pt x="456" y="33"/>
                      </a:cubicBezTo>
                      <a:cubicBezTo>
                        <a:pt x="466" y="18"/>
                        <a:pt x="450" y="0"/>
                        <a:pt x="43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3" name="Google Shape;1723;p44"/>
                <p:cNvSpPr/>
                <p:nvPr/>
              </p:nvSpPr>
              <p:spPr>
                <a:xfrm>
                  <a:off x="5473433" y="1804571"/>
                  <a:ext cx="40453" cy="50080"/>
                </a:xfrm>
                <a:custGeom>
                  <a:rect b="b" l="l" r="r" t="t"/>
                  <a:pathLst>
                    <a:path extrusionOk="0" h="541" w="437">
                      <a:moveTo>
                        <a:pt x="395" y="0"/>
                      </a:moveTo>
                      <a:cubicBezTo>
                        <a:pt x="384" y="0"/>
                        <a:pt x="374" y="5"/>
                        <a:pt x="366" y="15"/>
                      </a:cubicBezTo>
                      <a:cubicBezTo>
                        <a:pt x="264" y="172"/>
                        <a:pt x="154" y="326"/>
                        <a:pt x="29" y="465"/>
                      </a:cubicBezTo>
                      <a:cubicBezTo>
                        <a:pt x="1" y="498"/>
                        <a:pt x="32" y="540"/>
                        <a:pt x="64" y="540"/>
                      </a:cubicBezTo>
                      <a:cubicBezTo>
                        <a:pt x="74" y="540"/>
                        <a:pt x="85" y="535"/>
                        <a:pt x="93" y="524"/>
                      </a:cubicBezTo>
                      <a:cubicBezTo>
                        <a:pt x="210" y="367"/>
                        <a:pt x="323" y="211"/>
                        <a:pt x="423" y="44"/>
                      </a:cubicBezTo>
                      <a:cubicBezTo>
                        <a:pt x="437" y="20"/>
                        <a:pt x="416" y="0"/>
                        <a:pt x="39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4" name="Google Shape;1724;p44"/>
                <p:cNvSpPr/>
                <p:nvPr/>
              </p:nvSpPr>
              <p:spPr>
                <a:xfrm>
                  <a:off x="5474358" y="1818456"/>
                  <a:ext cx="42767" cy="50358"/>
                </a:xfrm>
                <a:custGeom>
                  <a:rect b="b" l="l" r="r" t="t"/>
                  <a:pathLst>
                    <a:path extrusionOk="0" h="544" w="462">
                      <a:moveTo>
                        <a:pt x="419" y="0"/>
                      </a:moveTo>
                      <a:cubicBezTo>
                        <a:pt x="412" y="0"/>
                        <a:pt x="404" y="3"/>
                        <a:pt x="398" y="11"/>
                      </a:cubicBezTo>
                      <a:cubicBezTo>
                        <a:pt x="275" y="165"/>
                        <a:pt x="152" y="317"/>
                        <a:pt x="27" y="470"/>
                      </a:cubicBezTo>
                      <a:cubicBezTo>
                        <a:pt x="1" y="502"/>
                        <a:pt x="31" y="543"/>
                        <a:pt x="63" y="543"/>
                      </a:cubicBezTo>
                      <a:cubicBezTo>
                        <a:pt x="73" y="543"/>
                        <a:pt x="83" y="539"/>
                        <a:pt x="92" y="528"/>
                      </a:cubicBezTo>
                      <a:cubicBezTo>
                        <a:pt x="209" y="370"/>
                        <a:pt x="325" y="209"/>
                        <a:pt x="444" y="53"/>
                      </a:cubicBezTo>
                      <a:cubicBezTo>
                        <a:pt x="461" y="29"/>
                        <a:pt x="441" y="0"/>
                        <a:pt x="41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5" name="Google Shape;1725;p44"/>
                <p:cNvSpPr/>
                <p:nvPr/>
              </p:nvSpPr>
              <p:spPr>
                <a:xfrm>
                  <a:off x="5481023" y="1827342"/>
                  <a:ext cx="39342" cy="53783"/>
                </a:xfrm>
                <a:custGeom>
                  <a:rect b="b" l="l" r="r" t="t"/>
                  <a:pathLst>
                    <a:path extrusionOk="0" h="581" w="425">
                      <a:moveTo>
                        <a:pt x="398" y="1"/>
                      </a:moveTo>
                      <a:cubicBezTo>
                        <a:pt x="392" y="1"/>
                        <a:pt x="386" y="3"/>
                        <a:pt x="382" y="9"/>
                      </a:cubicBezTo>
                      <a:cubicBezTo>
                        <a:pt x="274" y="186"/>
                        <a:pt x="153" y="355"/>
                        <a:pt x="24" y="517"/>
                      </a:cubicBezTo>
                      <a:cubicBezTo>
                        <a:pt x="0" y="548"/>
                        <a:pt x="26" y="580"/>
                        <a:pt x="54" y="580"/>
                      </a:cubicBezTo>
                      <a:cubicBezTo>
                        <a:pt x="65" y="580"/>
                        <a:pt x="77" y="575"/>
                        <a:pt x="87" y="561"/>
                      </a:cubicBezTo>
                      <a:cubicBezTo>
                        <a:pt x="199" y="384"/>
                        <a:pt x="310" y="207"/>
                        <a:pt x="416" y="28"/>
                      </a:cubicBezTo>
                      <a:cubicBezTo>
                        <a:pt x="424" y="13"/>
                        <a:pt x="411" y="1"/>
                        <a:pt x="39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6" name="Google Shape;1726;p44"/>
                <p:cNvSpPr/>
                <p:nvPr/>
              </p:nvSpPr>
              <p:spPr>
                <a:xfrm>
                  <a:off x="5482875" y="1842709"/>
                  <a:ext cx="36473" cy="51469"/>
                </a:xfrm>
                <a:custGeom>
                  <a:rect b="b" l="l" r="r" t="t"/>
                  <a:pathLst>
                    <a:path extrusionOk="0" h="556" w="394">
                      <a:moveTo>
                        <a:pt x="359" y="0"/>
                      </a:moveTo>
                      <a:cubicBezTo>
                        <a:pt x="352" y="0"/>
                        <a:pt x="346" y="3"/>
                        <a:pt x="342" y="10"/>
                      </a:cubicBezTo>
                      <a:cubicBezTo>
                        <a:pt x="229" y="166"/>
                        <a:pt x="106" y="326"/>
                        <a:pt x="16" y="499"/>
                      </a:cubicBezTo>
                      <a:cubicBezTo>
                        <a:pt x="1" y="531"/>
                        <a:pt x="28" y="556"/>
                        <a:pt x="55" y="556"/>
                      </a:cubicBezTo>
                      <a:cubicBezTo>
                        <a:pt x="68" y="556"/>
                        <a:pt x="81" y="550"/>
                        <a:pt x="89" y="537"/>
                      </a:cubicBezTo>
                      <a:cubicBezTo>
                        <a:pt x="194" y="374"/>
                        <a:pt x="281" y="201"/>
                        <a:pt x="383" y="39"/>
                      </a:cubicBezTo>
                      <a:cubicBezTo>
                        <a:pt x="394" y="21"/>
                        <a:pt x="376" y="0"/>
                        <a:pt x="35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7" name="Google Shape;1727;p44"/>
                <p:cNvSpPr/>
                <p:nvPr/>
              </p:nvSpPr>
              <p:spPr>
                <a:xfrm>
                  <a:off x="5490373" y="1855576"/>
                  <a:ext cx="32770" cy="47766"/>
                </a:xfrm>
                <a:custGeom>
                  <a:rect b="b" l="l" r="r" t="t"/>
                  <a:pathLst>
                    <a:path extrusionOk="0" h="516" w="354">
                      <a:moveTo>
                        <a:pt x="313" y="0"/>
                      </a:moveTo>
                      <a:cubicBezTo>
                        <a:pt x="306" y="0"/>
                        <a:pt x="299" y="3"/>
                        <a:pt x="294" y="10"/>
                      </a:cubicBezTo>
                      <a:cubicBezTo>
                        <a:pt x="190" y="150"/>
                        <a:pt x="100" y="298"/>
                        <a:pt x="19" y="452"/>
                      </a:cubicBezTo>
                      <a:cubicBezTo>
                        <a:pt x="1" y="486"/>
                        <a:pt x="32" y="516"/>
                        <a:pt x="62" y="516"/>
                      </a:cubicBezTo>
                      <a:cubicBezTo>
                        <a:pt x="76" y="516"/>
                        <a:pt x="89" y="509"/>
                        <a:pt x="96" y="492"/>
                      </a:cubicBezTo>
                      <a:cubicBezTo>
                        <a:pt x="161" y="333"/>
                        <a:pt x="244" y="185"/>
                        <a:pt x="340" y="42"/>
                      </a:cubicBezTo>
                      <a:cubicBezTo>
                        <a:pt x="354" y="23"/>
                        <a:pt x="332" y="0"/>
                        <a:pt x="31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8" name="Google Shape;1728;p44"/>
                <p:cNvSpPr/>
                <p:nvPr/>
              </p:nvSpPr>
              <p:spPr>
                <a:xfrm>
                  <a:off x="5493983" y="1862889"/>
                  <a:ext cx="36380" cy="53876"/>
                </a:xfrm>
                <a:custGeom>
                  <a:rect b="b" l="l" r="r" t="t"/>
                  <a:pathLst>
                    <a:path extrusionOk="0" h="582" w="393">
                      <a:moveTo>
                        <a:pt x="390" y="0"/>
                      </a:moveTo>
                      <a:cubicBezTo>
                        <a:pt x="263" y="171"/>
                        <a:pt x="147" y="346"/>
                        <a:pt x="24" y="517"/>
                      </a:cubicBezTo>
                      <a:cubicBezTo>
                        <a:pt x="0" y="549"/>
                        <a:pt x="27" y="581"/>
                        <a:pt x="54" y="581"/>
                      </a:cubicBezTo>
                      <a:cubicBezTo>
                        <a:pt x="65" y="581"/>
                        <a:pt x="77" y="575"/>
                        <a:pt x="84" y="561"/>
                      </a:cubicBezTo>
                      <a:cubicBezTo>
                        <a:pt x="186" y="373"/>
                        <a:pt x="292" y="190"/>
                        <a:pt x="390" y="2"/>
                      </a:cubicBezTo>
                      <a:cubicBezTo>
                        <a:pt x="393" y="0"/>
                        <a:pt x="390" y="0"/>
                        <a:pt x="39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9" name="Google Shape;1729;p44"/>
                <p:cNvSpPr/>
                <p:nvPr/>
              </p:nvSpPr>
              <p:spPr>
                <a:xfrm>
                  <a:off x="5501481" y="1872424"/>
                  <a:ext cx="38602" cy="48784"/>
                </a:xfrm>
                <a:custGeom>
                  <a:rect b="b" l="l" r="r" t="t"/>
                  <a:pathLst>
                    <a:path extrusionOk="0" h="527" w="417">
                      <a:moveTo>
                        <a:pt x="376" y="1"/>
                      </a:moveTo>
                      <a:cubicBezTo>
                        <a:pt x="369" y="1"/>
                        <a:pt x="362" y="4"/>
                        <a:pt x="355" y="12"/>
                      </a:cubicBezTo>
                      <a:cubicBezTo>
                        <a:pt x="276" y="114"/>
                        <a:pt x="199" y="218"/>
                        <a:pt x="122" y="322"/>
                      </a:cubicBezTo>
                      <a:cubicBezTo>
                        <a:pt x="89" y="368"/>
                        <a:pt x="1" y="445"/>
                        <a:pt x="47" y="508"/>
                      </a:cubicBezTo>
                      <a:cubicBezTo>
                        <a:pt x="54" y="517"/>
                        <a:pt x="67" y="527"/>
                        <a:pt x="82" y="527"/>
                      </a:cubicBezTo>
                      <a:cubicBezTo>
                        <a:pt x="84" y="527"/>
                        <a:pt x="85" y="527"/>
                        <a:pt x="86" y="526"/>
                      </a:cubicBezTo>
                      <a:lnTo>
                        <a:pt x="97" y="524"/>
                      </a:lnTo>
                      <a:cubicBezTo>
                        <a:pt x="128" y="520"/>
                        <a:pt x="145" y="485"/>
                        <a:pt x="132" y="462"/>
                      </a:cubicBezTo>
                      <a:cubicBezTo>
                        <a:pt x="134" y="458"/>
                        <a:pt x="139" y="449"/>
                        <a:pt x="141" y="439"/>
                      </a:cubicBezTo>
                      <a:cubicBezTo>
                        <a:pt x="153" y="420"/>
                        <a:pt x="166" y="401"/>
                        <a:pt x="176" y="383"/>
                      </a:cubicBezTo>
                      <a:cubicBezTo>
                        <a:pt x="199" y="349"/>
                        <a:pt x="220" y="316"/>
                        <a:pt x="241" y="283"/>
                      </a:cubicBezTo>
                      <a:cubicBezTo>
                        <a:pt x="293" y="205"/>
                        <a:pt x="347" y="128"/>
                        <a:pt x="401" y="53"/>
                      </a:cubicBezTo>
                      <a:cubicBezTo>
                        <a:pt x="417" y="30"/>
                        <a:pt x="397" y="1"/>
                        <a:pt x="37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0" name="Google Shape;1730;p44"/>
                <p:cNvSpPr/>
                <p:nvPr/>
              </p:nvSpPr>
              <p:spPr>
                <a:xfrm>
                  <a:off x="5509997" y="1882791"/>
                  <a:ext cx="34899" cy="45174"/>
                </a:xfrm>
                <a:custGeom>
                  <a:rect b="b" l="l" r="r" t="t"/>
                  <a:pathLst>
                    <a:path extrusionOk="0" h="488" w="377">
                      <a:moveTo>
                        <a:pt x="347" y="0"/>
                      </a:moveTo>
                      <a:cubicBezTo>
                        <a:pt x="341" y="0"/>
                        <a:pt x="336" y="2"/>
                        <a:pt x="332" y="8"/>
                      </a:cubicBezTo>
                      <a:cubicBezTo>
                        <a:pt x="230" y="141"/>
                        <a:pt x="132" y="283"/>
                        <a:pt x="22" y="410"/>
                      </a:cubicBezTo>
                      <a:cubicBezTo>
                        <a:pt x="1" y="435"/>
                        <a:pt x="9" y="479"/>
                        <a:pt x="44" y="485"/>
                      </a:cubicBezTo>
                      <a:cubicBezTo>
                        <a:pt x="52" y="486"/>
                        <a:pt x="59" y="487"/>
                        <a:pt x="65" y="487"/>
                      </a:cubicBezTo>
                      <a:cubicBezTo>
                        <a:pt x="80" y="487"/>
                        <a:pt x="93" y="483"/>
                        <a:pt x="109" y="471"/>
                      </a:cubicBezTo>
                      <a:cubicBezTo>
                        <a:pt x="130" y="454"/>
                        <a:pt x="132" y="431"/>
                        <a:pt x="122" y="414"/>
                      </a:cubicBezTo>
                      <a:cubicBezTo>
                        <a:pt x="199" y="285"/>
                        <a:pt x="284" y="160"/>
                        <a:pt x="367" y="31"/>
                      </a:cubicBezTo>
                      <a:cubicBezTo>
                        <a:pt x="377" y="17"/>
                        <a:pt x="361" y="0"/>
                        <a:pt x="34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1" name="Google Shape;1731;p44"/>
                <p:cNvSpPr/>
                <p:nvPr/>
              </p:nvSpPr>
              <p:spPr>
                <a:xfrm>
                  <a:off x="5512867" y="1894547"/>
                  <a:ext cx="37676" cy="48507"/>
                </a:xfrm>
                <a:custGeom>
                  <a:rect b="b" l="l" r="r" t="t"/>
                  <a:pathLst>
                    <a:path extrusionOk="0" h="524" w="407">
                      <a:moveTo>
                        <a:pt x="358" y="1"/>
                      </a:moveTo>
                      <a:cubicBezTo>
                        <a:pt x="350" y="1"/>
                        <a:pt x="342" y="4"/>
                        <a:pt x="334" y="12"/>
                      </a:cubicBezTo>
                      <a:cubicBezTo>
                        <a:pt x="259" y="102"/>
                        <a:pt x="186" y="194"/>
                        <a:pt x="118" y="287"/>
                      </a:cubicBezTo>
                      <a:cubicBezTo>
                        <a:pt x="78" y="344"/>
                        <a:pt x="1" y="415"/>
                        <a:pt x="24" y="490"/>
                      </a:cubicBezTo>
                      <a:cubicBezTo>
                        <a:pt x="28" y="504"/>
                        <a:pt x="43" y="519"/>
                        <a:pt x="59" y="521"/>
                      </a:cubicBezTo>
                      <a:cubicBezTo>
                        <a:pt x="63" y="521"/>
                        <a:pt x="68" y="523"/>
                        <a:pt x="72" y="523"/>
                      </a:cubicBezTo>
                      <a:cubicBezTo>
                        <a:pt x="74" y="523"/>
                        <a:pt x="76" y="523"/>
                        <a:pt x="77" y="523"/>
                      </a:cubicBezTo>
                      <a:cubicBezTo>
                        <a:pt x="116" y="523"/>
                        <a:pt x="140" y="482"/>
                        <a:pt x="120" y="452"/>
                      </a:cubicBezTo>
                      <a:cubicBezTo>
                        <a:pt x="124" y="450"/>
                        <a:pt x="128" y="442"/>
                        <a:pt x="130" y="427"/>
                      </a:cubicBezTo>
                      <a:cubicBezTo>
                        <a:pt x="141" y="408"/>
                        <a:pt x="153" y="392"/>
                        <a:pt x="164" y="375"/>
                      </a:cubicBezTo>
                      <a:cubicBezTo>
                        <a:pt x="184" y="340"/>
                        <a:pt x="207" y="306"/>
                        <a:pt x="230" y="273"/>
                      </a:cubicBezTo>
                      <a:cubicBezTo>
                        <a:pt x="278" y="200"/>
                        <a:pt x="332" y="129"/>
                        <a:pt x="387" y="58"/>
                      </a:cubicBezTo>
                      <a:cubicBezTo>
                        <a:pt x="407" y="33"/>
                        <a:pt x="383" y="1"/>
                        <a:pt x="35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2" name="Google Shape;1732;p44"/>
                <p:cNvSpPr/>
                <p:nvPr/>
              </p:nvSpPr>
              <p:spPr>
                <a:xfrm>
                  <a:off x="5522957" y="1909451"/>
                  <a:ext cx="35362" cy="44341"/>
                </a:xfrm>
                <a:custGeom>
                  <a:rect b="b" l="l" r="r" t="t"/>
                  <a:pathLst>
                    <a:path extrusionOk="0" h="479" w="382">
                      <a:moveTo>
                        <a:pt x="334" y="0"/>
                      </a:moveTo>
                      <a:cubicBezTo>
                        <a:pt x="326" y="0"/>
                        <a:pt x="318" y="4"/>
                        <a:pt x="311" y="12"/>
                      </a:cubicBezTo>
                      <a:cubicBezTo>
                        <a:pt x="207" y="133"/>
                        <a:pt x="88" y="268"/>
                        <a:pt x="19" y="412"/>
                      </a:cubicBezTo>
                      <a:cubicBezTo>
                        <a:pt x="1" y="450"/>
                        <a:pt x="29" y="478"/>
                        <a:pt x="59" y="478"/>
                      </a:cubicBezTo>
                      <a:cubicBezTo>
                        <a:pt x="74" y="478"/>
                        <a:pt x="89" y="471"/>
                        <a:pt x="100" y="456"/>
                      </a:cubicBezTo>
                      <a:cubicBezTo>
                        <a:pt x="190" y="324"/>
                        <a:pt x="263" y="185"/>
                        <a:pt x="361" y="58"/>
                      </a:cubicBezTo>
                      <a:cubicBezTo>
                        <a:pt x="381" y="33"/>
                        <a:pt x="359" y="0"/>
                        <a:pt x="33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3" name="Google Shape;1733;p44"/>
                <p:cNvSpPr/>
                <p:nvPr/>
              </p:nvSpPr>
              <p:spPr>
                <a:xfrm>
                  <a:off x="5526567" y="1916949"/>
                  <a:ext cx="36380" cy="44896"/>
                </a:xfrm>
                <a:custGeom>
                  <a:rect b="b" l="l" r="r" t="t"/>
                  <a:pathLst>
                    <a:path extrusionOk="0" h="485" w="393">
                      <a:moveTo>
                        <a:pt x="357" y="0"/>
                      </a:moveTo>
                      <a:cubicBezTo>
                        <a:pt x="351" y="0"/>
                        <a:pt x="344" y="3"/>
                        <a:pt x="339" y="10"/>
                      </a:cubicBezTo>
                      <a:cubicBezTo>
                        <a:pt x="232" y="139"/>
                        <a:pt x="126" y="273"/>
                        <a:pt x="20" y="404"/>
                      </a:cubicBezTo>
                      <a:cubicBezTo>
                        <a:pt x="1" y="425"/>
                        <a:pt x="5" y="458"/>
                        <a:pt x="32" y="473"/>
                      </a:cubicBezTo>
                      <a:cubicBezTo>
                        <a:pt x="47" y="481"/>
                        <a:pt x="61" y="485"/>
                        <a:pt x="75" y="485"/>
                      </a:cubicBezTo>
                      <a:cubicBezTo>
                        <a:pt x="90" y="485"/>
                        <a:pt x="105" y="480"/>
                        <a:pt x="122" y="469"/>
                      </a:cubicBezTo>
                      <a:cubicBezTo>
                        <a:pt x="149" y="450"/>
                        <a:pt x="145" y="419"/>
                        <a:pt x="128" y="400"/>
                      </a:cubicBezTo>
                      <a:cubicBezTo>
                        <a:pt x="207" y="279"/>
                        <a:pt x="293" y="162"/>
                        <a:pt x="378" y="45"/>
                      </a:cubicBezTo>
                      <a:cubicBezTo>
                        <a:pt x="392" y="25"/>
                        <a:pt x="376" y="0"/>
                        <a:pt x="3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4" name="Google Shape;1734;p44"/>
                <p:cNvSpPr/>
                <p:nvPr/>
              </p:nvSpPr>
              <p:spPr>
                <a:xfrm>
                  <a:off x="5537027" y="1933149"/>
                  <a:ext cx="31937" cy="41842"/>
                </a:xfrm>
                <a:custGeom>
                  <a:rect b="b" l="l" r="r" t="t"/>
                  <a:pathLst>
                    <a:path extrusionOk="0" h="452" w="345">
                      <a:moveTo>
                        <a:pt x="329" y="0"/>
                      </a:moveTo>
                      <a:cubicBezTo>
                        <a:pt x="327" y="0"/>
                        <a:pt x="324" y="1"/>
                        <a:pt x="321" y="4"/>
                      </a:cubicBezTo>
                      <a:cubicBezTo>
                        <a:pt x="203" y="121"/>
                        <a:pt x="105" y="252"/>
                        <a:pt x="19" y="394"/>
                      </a:cubicBezTo>
                      <a:cubicBezTo>
                        <a:pt x="1" y="424"/>
                        <a:pt x="31" y="452"/>
                        <a:pt x="58" y="452"/>
                      </a:cubicBezTo>
                      <a:cubicBezTo>
                        <a:pt x="70" y="452"/>
                        <a:pt x="82" y="446"/>
                        <a:pt x="88" y="431"/>
                      </a:cubicBezTo>
                      <a:cubicBezTo>
                        <a:pt x="153" y="281"/>
                        <a:pt x="236" y="146"/>
                        <a:pt x="338" y="18"/>
                      </a:cubicBezTo>
                      <a:cubicBezTo>
                        <a:pt x="344" y="11"/>
                        <a:pt x="338" y="0"/>
                        <a:pt x="32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5" name="Google Shape;1735;p44"/>
                <p:cNvSpPr/>
                <p:nvPr/>
              </p:nvSpPr>
              <p:spPr>
                <a:xfrm>
                  <a:off x="5547210" y="1940184"/>
                  <a:ext cx="28974" cy="39342"/>
                </a:xfrm>
                <a:custGeom>
                  <a:rect b="b" l="l" r="r" t="t"/>
                  <a:pathLst>
                    <a:path extrusionOk="0" h="425" w="313">
                      <a:moveTo>
                        <a:pt x="289" y="1"/>
                      </a:moveTo>
                      <a:cubicBezTo>
                        <a:pt x="283" y="1"/>
                        <a:pt x="278" y="3"/>
                        <a:pt x="274" y="9"/>
                      </a:cubicBezTo>
                      <a:cubicBezTo>
                        <a:pt x="199" y="130"/>
                        <a:pt x="120" y="247"/>
                        <a:pt x="28" y="355"/>
                      </a:cubicBezTo>
                      <a:cubicBezTo>
                        <a:pt x="0" y="389"/>
                        <a:pt x="33" y="425"/>
                        <a:pt x="63" y="425"/>
                      </a:cubicBezTo>
                      <a:cubicBezTo>
                        <a:pt x="76" y="425"/>
                        <a:pt x="88" y="418"/>
                        <a:pt x="95" y="403"/>
                      </a:cubicBezTo>
                      <a:cubicBezTo>
                        <a:pt x="155" y="272"/>
                        <a:pt x="228" y="147"/>
                        <a:pt x="305" y="24"/>
                      </a:cubicBezTo>
                      <a:cubicBezTo>
                        <a:pt x="312" y="12"/>
                        <a:pt x="301" y="1"/>
                        <a:pt x="28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6" name="Google Shape;1736;p44"/>
                <p:cNvSpPr/>
                <p:nvPr/>
              </p:nvSpPr>
              <p:spPr>
                <a:xfrm>
                  <a:off x="5544340" y="1945368"/>
                  <a:ext cx="40823" cy="56931"/>
                </a:xfrm>
                <a:custGeom>
                  <a:rect b="b" l="l" r="r" t="t"/>
                  <a:pathLst>
                    <a:path extrusionOk="0" h="615" w="441">
                      <a:moveTo>
                        <a:pt x="404" y="1"/>
                      </a:moveTo>
                      <a:cubicBezTo>
                        <a:pt x="396" y="1"/>
                        <a:pt x="388" y="3"/>
                        <a:pt x="382" y="9"/>
                      </a:cubicBezTo>
                      <a:cubicBezTo>
                        <a:pt x="374" y="20"/>
                        <a:pt x="363" y="30"/>
                        <a:pt x="353" y="39"/>
                      </a:cubicBezTo>
                      <a:cubicBezTo>
                        <a:pt x="345" y="47"/>
                        <a:pt x="345" y="57"/>
                        <a:pt x="349" y="66"/>
                      </a:cubicBezTo>
                      <a:cubicBezTo>
                        <a:pt x="280" y="180"/>
                        <a:pt x="207" y="293"/>
                        <a:pt x="132" y="407"/>
                      </a:cubicBezTo>
                      <a:cubicBezTo>
                        <a:pt x="94" y="462"/>
                        <a:pt x="1" y="591"/>
                        <a:pt x="117" y="614"/>
                      </a:cubicBezTo>
                      <a:cubicBezTo>
                        <a:pt x="121" y="615"/>
                        <a:pt x="125" y="615"/>
                        <a:pt x="128" y="615"/>
                      </a:cubicBezTo>
                      <a:cubicBezTo>
                        <a:pt x="186" y="615"/>
                        <a:pt x="201" y="524"/>
                        <a:pt x="140" y="514"/>
                      </a:cubicBezTo>
                      <a:lnTo>
                        <a:pt x="140" y="514"/>
                      </a:lnTo>
                      <a:cubicBezTo>
                        <a:pt x="142" y="514"/>
                        <a:pt x="144" y="514"/>
                        <a:pt x="146" y="514"/>
                      </a:cubicBezTo>
                      <a:cubicBezTo>
                        <a:pt x="209" y="514"/>
                        <a:pt x="289" y="333"/>
                        <a:pt x="317" y="285"/>
                      </a:cubicBezTo>
                      <a:cubicBezTo>
                        <a:pt x="365" y="207"/>
                        <a:pt x="411" y="126"/>
                        <a:pt x="434" y="36"/>
                      </a:cubicBezTo>
                      <a:cubicBezTo>
                        <a:pt x="440" y="16"/>
                        <a:pt x="422" y="1"/>
                        <a:pt x="40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7" name="Google Shape;1737;p44"/>
                <p:cNvSpPr/>
                <p:nvPr/>
              </p:nvSpPr>
              <p:spPr>
                <a:xfrm>
                  <a:off x="5564613" y="1961938"/>
                  <a:ext cx="38787" cy="49432"/>
                </a:xfrm>
                <a:custGeom>
                  <a:rect b="b" l="l" r="r" t="t"/>
                  <a:pathLst>
                    <a:path extrusionOk="0" h="534" w="419">
                      <a:moveTo>
                        <a:pt x="381" y="0"/>
                      </a:moveTo>
                      <a:cubicBezTo>
                        <a:pt x="374" y="0"/>
                        <a:pt x="367" y="3"/>
                        <a:pt x="361" y="10"/>
                      </a:cubicBezTo>
                      <a:cubicBezTo>
                        <a:pt x="284" y="97"/>
                        <a:pt x="209" y="189"/>
                        <a:pt x="132" y="281"/>
                      </a:cubicBezTo>
                      <a:cubicBezTo>
                        <a:pt x="84" y="339"/>
                        <a:pt x="0" y="406"/>
                        <a:pt x="5" y="489"/>
                      </a:cubicBezTo>
                      <a:cubicBezTo>
                        <a:pt x="7" y="520"/>
                        <a:pt x="29" y="534"/>
                        <a:pt x="51" y="534"/>
                      </a:cubicBezTo>
                      <a:cubicBezTo>
                        <a:pt x="79" y="534"/>
                        <a:pt x="109" y="512"/>
                        <a:pt x="101" y="472"/>
                      </a:cubicBezTo>
                      <a:cubicBezTo>
                        <a:pt x="94" y="443"/>
                        <a:pt x="173" y="358"/>
                        <a:pt x="192" y="333"/>
                      </a:cubicBezTo>
                      <a:lnTo>
                        <a:pt x="265" y="233"/>
                      </a:lnTo>
                      <a:cubicBezTo>
                        <a:pt x="313" y="170"/>
                        <a:pt x="361" y="106"/>
                        <a:pt x="405" y="41"/>
                      </a:cubicBezTo>
                      <a:cubicBezTo>
                        <a:pt x="419" y="21"/>
                        <a:pt x="400" y="0"/>
                        <a:pt x="38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8" name="Google Shape;1738;p44"/>
                <p:cNvSpPr/>
                <p:nvPr/>
              </p:nvSpPr>
              <p:spPr>
                <a:xfrm>
                  <a:off x="5565538" y="1973324"/>
                  <a:ext cx="42490" cy="53135"/>
                </a:xfrm>
                <a:custGeom>
                  <a:rect b="b" l="l" r="r" t="t"/>
                  <a:pathLst>
                    <a:path extrusionOk="0" h="574" w="459">
                      <a:moveTo>
                        <a:pt x="425" y="1"/>
                      </a:moveTo>
                      <a:cubicBezTo>
                        <a:pt x="419" y="1"/>
                        <a:pt x="413" y="3"/>
                        <a:pt x="407" y="10"/>
                      </a:cubicBezTo>
                      <a:cubicBezTo>
                        <a:pt x="276" y="168"/>
                        <a:pt x="149" y="331"/>
                        <a:pt x="28" y="497"/>
                      </a:cubicBezTo>
                      <a:cubicBezTo>
                        <a:pt x="0" y="535"/>
                        <a:pt x="30" y="573"/>
                        <a:pt x="62" y="573"/>
                      </a:cubicBezTo>
                      <a:cubicBezTo>
                        <a:pt x="76" y="573"/>
                        <a:pt x="90" y="566"/>
                        <a:pt x="101" y="549"/>
                      </a:cubicBezTo>
                      <a:cubicBezTo>
                        <a:pt x="209" y="376"/>
                        <a:pt x="324" y="208"/>
                        <a:pt x="445" y="43"/>
                      </a:cubicBezTo>
                      <a:cubicBezTo>
                        <a:pt x="459" y="24"/>
                        <a:pt x="442" y="1"/>
                        <a:pt x="4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9" name="Google Shape;1739;p44"/>
                <p:cNvSpPr/>
                <p:nvPr/>
              </p:nvSpPr>
              <p:spPr>
                <a:xfrm>
                  <a:off x="5570907" y="1983691"/>
                  <a:ext cx="45359" cy="56283"/>
                </a:xfrm>
                <a:custGeom>
                  <a:rect b="b" l="l" r="r" t="t"/>
                  <a:pathLst>
                    <a:path extrusionOk="0" h="608" w="490">
                      <a:moveTo>
                        <a:pt x="463" y="1"/>
                      </a:moveTo>
                      <a:cubicBezTo>
                        <a:pt x="459" y="1"/>
                        <a:pt x="454" y="3"/>
                        <a:pt x="449" y="8"/>
                      </a:cubicBezTo>
                      <a:cubicBezTo>
                        <a:pt x="314" y="185"/>
                        <a:pt x="176" y="367"/>
                        <a:pt x="28" y="535"/>
                      </a:cubicBezTo>
                      <a:cubicBezTo>
                        <a:pt x="0" y="566"/>
                        <a:pt x="26" y="608"/>
                        <a:pt x="61" y="608"/>
                      </a:cubicBezTo>
                      <a:cubicBezTo>
                        <a:pt x="65" y="608"/>
                        <a:pt x="68" y="607"/>
                        <a:pt x="72" y="606"/>
                      </a:cubicBezTo>
                      <a:cubicBezTo>
                        <a:pt x="83" y="604"/>
                        <a:pt x="93" y="600"/>
                        <a:pt x="103" y="598"/>
                      </a:cubicBezTo>
                      <a:cubicBezTo>
                        <a:pt x="128" y="592"/>
                        <a:pt x="135" y="562"/>
                        <a:pt x="126" y="542"/>
                      </a:cubicBezTo>
                      <a:cubicBezTo>
                        <a:pt x="237" y="369"/>
                        <a:pt x="358" y="200"/>
                        <a:pt x="479" y="33"/>
                      </a:cubicBezTo>
                      <a:cubicBezTo>
                        <a:pt x="489" y="19"/>
                        <a:pt x="477" y="1"/>
                        <a:pt x="46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0" name="Google Shape;1740;p44"/>
                <p:cNvSpPr/>
                <p:nvPr/>
              </p:nvSpPr>
              <p:spPr>
                <a:xfrm>
                  <a:off x="5585255" y="1988968"/>
                  <a:ext cx="45359" cy="57023"/>
                </a:xfrm>
                <a:custGeom>
                  <a:rect b="b" l="l" r="r" t="t"/>
                  <a:pathLst>
                    <a:path extrusionOk="0" h="616" w="490">
                      <a:moveTo>
                        <a:pt x="451" y="1"/>
                      </a:moveTo>
                      <a:cubicBezTo>
                        <a:pt x="445" y="1"/>
                        <a:pt x="438" y="4"/>
                        <a:pt x="432" y="11"/>
                      </a:cubicBezTo>
                      <a:cubicBezTo>
                        <a:pt x="353" y="114"/>
                        <a:pt x="271" y="216"/>
                        <a:pt x="190" y="318"/>
                      </a:cubicBezTo>
                      <a:cubicBezTo>
                        <a:pt x="134" y="389"/>
                        <a:pt x="34" y="468"/>
                        <a:pt x="7" y="555"/>
                      </a:cubicBezTo>
                      <a:cubicBezTo>
                        <a:pt x="1" y="574"/>
                        <a:pt x="13" y="599"/>
                        <a:pt x="30" y="608"/>
                      </a:cubicBezTo>
                      <a:cubicBezTo>
                        <a:pt x="32" y="608"/>
                        <a:pt x="34" y="610"/>
                        <a:pt x="36" y="610"/>
                      </a:cubicBezTo>
                      <a:cubicBezTo>
                        <a:pt x="43" y="613"/>
                        <a:pt x="50" y="615"/>
                        <a:pt x="58" y="615"/>
                      </a:cubicBezTo>
                      <a:cubicBezTo>
                        <a:pt x="70" y="615"/>
                        <a:pt x="83" y="610"/>
                        <a:pt x="92" y="599"/>
                      </a:cubicBezTo>
                      <a:cubicBezTo>
                        <a:pt x="94" y="599"/>
                        <a:pt x="94" y="597"/>
                        <a:pt x="96" y="597"/>
                      </a:cubicBezTo>
                      <a:cubicBezTo>
                        <a:pt x="107" y="585"/>
                        <a:pt x="109" y="570"/>
                        <a:pt x="107" y="558"/>
                      </a:cubicBezTo>
                      <a:cubicBezTo>
                        <a:pt x="128" y="518"/>
                        <a:pt x="165" y="474"/>
                        <a:pt x="190" y="441"/>
                      </a:cubicBezTo>
                      <a:cubicBezTo>
                        <a:pt x="224" y="393"/>
                        <a:pt x="257" y="345"/>
                        <a:pt x="292" y="299"/>
                      </a:cubicBezTo>
                      <a:cubicBezTo>
                        <a:pt x="353" y="216"/>
                        <a:pt x="413" y="132"/>
                        <a:pt x="474" y="49"/>
                      </a:cubicBezTo>
                      <a:cubicBezTo>
                        <a:pt x="489" y="27"/>
                        <a:pt x="471" y="1"/>
                        <a:pt x="45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1" name="Google Shape;1741;p44"/>
                <p:cNvSpPr/>
                <p:nvPr/>
              </p:nvSpPr>
              <p:spPr>
                <a:xfrm>
                  <a:off x="5583126" y="2000539"/>
                  <a:ext cx="46100" cy="56283"/>
                </a:xfrm>
                <a:custGeom>
                  <a:rect b="b" l="l" r="r" t="t"/>
                  <a:pathLst>
                    <a:path extrusionOk="0" h="608" w="498">
                      <a:moveTo>
                        <a:pt x="460" y="1"/>
                      </a:moveTo>
                      <a:cubicBezTo>
                        <a:pt x="453" y="1"/>
                        <a:pt x="446" y="4"/>
                        <a:pt x="440" y="12"/>
                      </a:cubicBezTo>
                      <a:cubicBezTo>
                        <a:pt x="361" y="107"/>
                        <a:pt x="282" y="205"/>
                        <a:pt x="201" y="301"/>
                      </a:cubicBezTo>
                      <a:cubicBezTo>
                        <a:pt x="138" y="376"/>
                        <a:pt x="57" y="449"/>
                        <a:pt x="17" y="541"/>
                      </a:cubicBezTo>
                      <a:cubicBezTo>
                        <a:pt x="0" y="579"/>
                        <a:pt x="30" y="607"/>
                        <a:pt x="60" y="607"/>
                      </a:cubicBezTo>
                      <a:cubicBezTo>
                        <a:pt x="78" y="607"/>
                        <a:pt x="95" y="597"/>
                        <a:pt x="103" y="574"/>
                      </a:cubicBezTo>
                      <a:cubicBezTo>
                        <a:pt x="134" y="474"/>
                        <a:pt x="228" y="383"/>
                        <a:pt x="290" y="301"/>
                      </a:cubicBezTo>
                      <a:cubicBezTo>
                        <a:pt x="353" y="218"/>
                        <a:pt x="417" y="132"/>
                        <a:pt x="482" y="49"/>
                      </a:cubicBezTo>
                      <a:cubicBezTo>
                        <a:pt x="498" y="27"/>
                        <a:pt x="480" y="1"/>
                        <a:pt x="46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2" name="Google Shape;1742;p44"/>
                <p:cNvSpPr/>
                <p:nvPr/>
              </p:nvSpPr>
              <p:spPr>
                <a:xfrm>
                  <a:off x="5601547" y="2008870"/>
                  <a:ext cx="45915" cy="50728"/>
                </a:xfrm>
                <a:custGeom>
                  <a:rect b="b" l="l" r="r" t="t"/>
                  <a:pathLst>
                    <a:path extrusionOk="0" h="548" w="496">
                      <a:moveTo>
                        <a:pt x="445" y="1"/>
                      </a:moveTo>
                      <a:cubicBezTo>
                        <a:pt x="438" y="1"/>
                        <a:pt x="430" y="4"/>
                        <a:pt x="423" y="11"/>
                      </a:cubicBezTo>
                      <a:cubicBezTo>
                        <a:pt x="285" y="159"/>
                        <a:pt x="154" y="311"/>
                        <a:pt x="29" y="468"/>
                      </a:cubicBezTo>
                      <a:cubicBezTo>
                        <a:pt x="1" y="503"/>
                        <a:pt x="33" y="547"/>
                        <a:pt x="66" y="547"/>
                      </a:cubicBezTo>
                      <a:cubicBezTo>
                        <a:pt x="77" y="547"/>
                        <a:pt x="89" y="542"/>
                        <a:pt x="98" y="530"/>
                      </a:cubicBezTo>
                      <a:cubicBezTo>
                        <a:pt x="214" y="368"/>
                        <a:pt x="341" y="211"/>
                        <a:pt x="473" y="59"/>
                      </a:cubicBezTo>
                      <a:cubicBezTo>
                        <a:pt x="495" y="34"/>
                        <a:pt x="471" y="1"/>
                        <a:pt x="44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3" name="Google Shape;1743;p44"/>
                <p:cNvSpPr/>
                <p:nvPr/>
              </p:nvSpPr>
              <p:spPr>
                <a:xfrm>
                  <a:off x="5615803" y="2007204"/>
                  <a:ext cx="49895" cy="57671"/>
                </a:xfrm>
                <a:custGeom>
                  <a:rect b="b" l="l" r="r" t="t"/>
                  <a:pathLst>
                    <a:path extrusionOk="0" h="623" w="539">
                      <a:moveTo>
                        <a:pt x="492" y="1"/>
                      </a:moveTo>
                      <a:cubicBezTo>
                        <a:pt x="484" y="1"/>
                        <a:pt x="476" y="4"/>
                        <a:pt x="469" y="12"/>
                      </a:cubicBezTo>
                      <a:cubicBezTo>
                        <a:pt x="315" y="183"/>
                        <a:pt x="146" y="358"/>
                        <a:pt x="21" y="554"/>
                      </a:cubicBezTo>
                      <a:cubicBezTo>
                        <a:pt x="1" y="587"/>
                        <a:pt x="34" y="622"/>
                        <a:pt x="66" y="622"/>
                      </a:cubicBezTo>
                      <a:cubicBezTo>
                        <a:pt x="77" y="622"/>
                        <a:pt x="89" y="618"/>
                        <a:pt x="98" y="606"/>
                      </a:cubicBezTo>
                      <a:cubicBezTo>
                        <a:pt x="242" y="425"/>
                        <a:pt x="362" y="231"/>
                        <a:pt x="517" y="56"/>
                      </a:cubicBezTo>
                      <a:cubicBezTo>
                        <a:pt x="539" y="33"/>
                        <a:pt x="517" y="1"/>
                        <a:pt x="49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4" name="Google Shape;1744;p44"/>
                <p:cNvSpPr/>
                <p:nvPr/>
              </p:nvSpPr>
              <p:spPr>
                <a:xfrm>
                  <a:off x="5616358" y="2019701"/>
                  <a:ext cx="53876" cy="61466"/>
                </a:xfrm>
                <a:custGeom>
                  <a:rect b="b" l="l" r="r" t="t"/>
                  <a:pathLst>
                    <a:path extrusionOk="0" h="664" w="582">
                      <a:moveTo>
                        <a:pt x="563" y="0"/>
                      </a:moveTo>
                      <a:cubicBezTo>
                        <a:pt x="560" y="0"/>
                        <a:pt x="557" y="2"/>
                        <a:pt x="554" y="5"/>
                      </a:cubicBezTo>
                      <a:cubicBezTo>
                        <a:pt x="384" y="207"/>
                        <a:pt x="194" y="394"/>
                        <a:pt x="27" y="599"/>
                      </a:cubicBezTo>
                      <a:cubicBezTo>
                        <a:pt x="1" y="629"/>
                        <a:pt x="30" y="663"/>
                        <a:pt x="58" y="663"/>
                      </a:cubicBezTo>
                      <a:cubicBezTo>
                        <a:pt x="70" y="663"/>
                        <a:pt x="82" y="657"/>
                        <a:pt x="90" y="642"/>
                      </a:cubicBezTo>
                      <a:cubicBezTo>
                        <a:pt x="146" y="528"/>
                        <a:pt x="244" y="428"/>
                        <a:pt x="323" y="328"/>
                      </a:cubicBezTo>
                      <a:cubicBezTo>
                        <a:pt x="404" y="226"/>
                        <a:pt x="488" y="123"/>
                        <a:pt x="573" y="23"/>
                      </a:cubicBezTo>
                      <a:cubicBezTo>
                        <a:pt x="581" y="12"/>
                        <a:pt x="572" y="0"/>
                        <a:pt x="5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5" name="Google Shape;1745;p44"/>
                <p:cNvSpPr/>
                <p:nvPr/>
              </p:nvSpPr>
              <p:spPr>
                <a:xfrm>
                  <a:off x="5624967" y="2026458"/>
                  <a:ext cx="56931" cy="62300"/>
                </a:xfrm>
                <a:custGeom>
                  <a:rect b="b" l="l" r="r" t="t"/>
                  <a:pathLst>
                    <a:path extrusionOk="0" h="673" w="615">
                      <a:moveTo>
                        <a:pt x="588" y="0"/>
                      </a:moveTo>
                      <a:cubicBezTo>
                        <a:pt x="583" y="0"/>
                        <a:pt x="578" y="2"/>
                        <a:pt x="574" y="7"/>
                      </a:cubicBezTo>
                      <a:cubicBezTo>
                        <a:pt x="441" y="157"/>
                        <a:pt x="307" y="305"/>
                        <a:pt x="172" y="455"/>
                      </a:cubicBezTo>
                      <a:cubicBezTo>
                        <a:pt x="126" y="505"/>
                        <a:pt x="1" y="601"/>
                        <a:pt x="93" y="665"/>
                      </a:cubicBezTo>
                      <a:cubicBezTo>
                        <a:pt x="100" y="670"/>
                        <a:pt x="107" y="672"/>
                        <a:pt x="114" y="672"/>
                      </a:cubicBezTo>
                      <a:cubicBezTo>
                        <a:pt x="153" y="672"/>
                        <a:pt x="180" y="607"/>
                        <a:pt x="134" y="582"/>
                      </a:cubicBezTo>
                      <a:lnTo>
                        <a:pt x="134" y="582"/>
                      </a:lnTo>
                      <a:cubicBezTo>
                        <a:pt x="137" y="583"/>
                        <a:pt x="140" y="584"/>
                        <a:pt x="143" y="584"/>
                      </a:cubicBezTo>
                      <a:cubicBezTo>
                        <a:pt x="200" y="584"/>
                        <a:pt x="344" y="361"/>
                        <a:pt x="374" y="323"/>
                      </a:cubicBezTo>
                      <a:cubicBezTo>
                        <a:pt x="449" y="228"/>
                        <a:pt x="526" y="130"/>
                        <a:pt x="603" y="34"/>
                      </a:cubicBezTo>
                      <a:cubicBezTo>
                        <a:pt x="614" y="18"/>
                        <a:pt x="602" y="0"/>
                        <a:pt x="58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6" name="Google Shape;1746;p44"/>
                <p:cNvSpPr/>
                <p:nvPr/>
              </p:nvSpPr>
              <p:spPr>
                <a:xfrm>
                  <a:off x="5646443" y="2026180"/>
                  <a:ext cx="56005" cy="65447"/>
                </a:xfrm>
                <a:custGeom>
                  <a:rect b="b" l="l" r="r" t="t"/>
                  <a:pathLst>
                    <a:path extrusionOk="0" h="707" w="605">
                      <a:moveTo>
                        <a:pt x="564" y="0"/>
                      </a:moveTo>
                      <a:cubicBezTo>
                        <a:pt x="557" y="0"/>
                        <a:pt x="550" y="3"/>
                        <a:pt x="544" y="10"/>
                      </a:cubicBezTo>
                      <a:cubicBezTo>
                        <a:pt x="438" y="128"/>
                        <a:pt x="332" y="247"/>
                        <a:pt x="225" y="366"/>
                      </a:cubicBezTo>
                      <a:cubicBezTo>
                        <a:pt x="175" y="422"/>
                        <a:pt x="125" y="479"/>
                        <a:pt x="73" y="535"/>
                      </a:cubicBezTo>
                      <a:cubicBezTo>
                        <a:pt x="46" y="566"/>
                        <a:pt x="13" y="591"/>
                        <a:pt x="4" y="633"/>
                      </a:cubicBezTo>
                      <a:cubicBezTo>
                        <a:pt x="0" y="652"/>
                        <a:pt x="4" y="672"/>
                        <a:pt x="19" y="685"/>
                      </a:cubicBezTo>
                      <a:cubicBezTo>
                        <a:pt x="23" y="687"/>
                        <a:pt x="27" y="689"/>
                        <a:pt x="29" y="693"/>
                      </a:cubicBezTo>
                      <a:cubicBezTo>
                        <a:pt x="41" y="702"/>
                        <a:pt x="53" y="706"/>
                        <a:pt x="66" y="706"/>
                      </a:cubicBezTo>
                      <a:cubicBezTo>
                        <a:pt x="80" y="706"/>
                        <a:pt x="94" y="700"/>
                        <a:pt x="106" y="689"/>
                      </a:cubicBezTo>
                      <a:lnTo>
                        <a:pt x="113" y="681"/>
                      </a:lnTo>
                      <a:cubicBezTo>
                        <a:pt x="131" y="666"/>
                        <a:pt x="131" y="643"/>
                        <a:pt x="121" y="624"/>
                      </a:cubicBezTo>
                      <a:cubicBezTo>
                        <a:pt x="144" y="585"/>
                        <a:pt x="196" y="537"/>
                        <a:pt x="217" y="512"/>
                      </a:cubicBezTo>
                      <a:cubicBezTo>
                        <a:pt x="259" y="458"/>
                        <a:pt x="302" y="404"/>
                        <a:pt x="344" y="351"/>
                      </a:cubicBezTo>
                      <a:cubicBezTo>
                        <a:pt x="425" y="251"/>
                        <a:pt x="507" y="149"/>
                        <a:pt x="586" y="49"/>
                      </a:cubicBezTo>
                      <a:cubicBezTo>
                        <a:pt x="605" y="27"/>
                        <a:pt x="585" y="0"/>
                        <a:pt x="56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7" name="Google Shape;1747;p44"/>
                <p:cNvSpPr/>
                <p:nvPr/>
              </p:nvSpPr>
              <p:spPr>
                <a:xfrm>
                  <a:off x="5654682" y="2035437"/>
                  <a:ext cx="56283" cy="69057"/>
                </a:xfrm>
                <a:custGeom>
                  <a:rect b="b" l="l" r="r" t="t"/>
                  <a:pathLst>
                    <a:path extrusionOk="0" h="746" w="608">
                      <a:moveTo>
                        <a:pt x="567" y="1"/>
                      </a:moveTo>
                      <a:cubicBezTo>
                        <a:pt x="559" y="1"/>
                        <a:pt x="552" y="4"/>
                        <a:pt x="545" y="12"/>
                      </a:cubicBezTo>
                      <a:cubicBezTo>
                        <a:pt x="441" y="135"/>
                        <a:pt x="334" y="260"/>
                        <a:pt x="228" y="383"/>
                      </a:cubicBezTo>
                      <a:cubicBezTo>
                        <a:pt x="153" y="472"/>
                        <a:pt x="40" y="564"/>
                        <a:pt x="9" y="681"/>
                      </a:cubicBezTo>
                      <a:cubicBezTo>
                        <a:pt x="0" y="716"/>
                        <a:pt x="33" y="745"/>
                        <a:pt x="65" y="745"/>
                      </a:cubicBezTo>
                      <a:cubicBezTo>
                        <a:pt x="78" y="745"/>
                        <a:pt x="91" y="740"/>
                        <a:pt x="101" y="729"/>
                      </a:cubicBezTo>
                      <a:cubicBezTo>
                        <a:pt x="107" y="722"/>
                        <a:pt x="111" y="716"/>
                        <a:pt x="115" y="710"/>
                      </a:cubicBezTo>
                      <a:cubicBezTo>
                        <a:pt x="128" y="695"/>
                        <a:pt x="130" y="679"/>
                        <a:pt x="126" y="664"/>
                      </a:cubicBezTo>
                      <a:cubicBezTo>
                        <a:pt x="168" y="558"/>
                        <a:pt x="288" y="445"/>
                        <a:pt x="353" y="364"/>
                      </a:cubicBezTo>
                      <a:cubicBezTo>
                        <a:pt x="432" y="260"/>
                        <a:pt x="511" y="156"/>
                        <a:pt x="591" y="53"/>
                      </a:cubicBezTo>
                      <a:cubicBezTo>
                        <a:pt x="608" y="30"/>
                        <a:pt x="589" y="1"/>
                        <a:pt x="56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8" name="Google Shape;1748;p44"/>
                <p:cNvSpPr/>
                <p:nvPr/>
              </p:nvSpPr>
              <p:spPr>
                <a:xfrm>
                  <a:off x="5668752" y="2045990"/>
                  <a:ext cx="53691" cy="64151"/>
                </a:xfrm>
                <a:custGeom>
                  <a:rect b="b" l="l" r="r" t="t"/>
                  <a:pathLst>
                    <a:path extrusionOk="0" h="693" w="580">
                      <a:moveTo>
                        <a:pt x="571" y="1"/>
                      </a:moveTo>
                      <a:cubicBezTo>
                        <a:pt x="570" y="1"/>
                        <a:pt x="569" y="1"/>
                        <a:pt x="568" y="2"/>
                      </a:cubicBezTo>
                      <a:cubicBezTo>
                        <a:pt x="387" y="204"/>
                        <a:pt x="157" y="398"/>
                        <a:pt x="20" y="633"/>
                      </a:cubicBezTo>
                      <a:cubicBezTo>
                        <a:pt x="1" y="666"/>
                        <a:pt x="30" y="693"/>
                        <a:pt x="59" y="693"/>
                      </a:cubicBezTo>
                      <a:cubicBezTo>
                        <a:pt x="62" y="693"/>
                        <a:pt x="65" y="692"/>
                        <a:pt x="68" y="692"/>
                      </a:cubicBezTo>
                      <a:cubicBezTo>
                        <a:pt x="97" y="686"/>
                        <a:pt x="103" y="681"/>
                        <a:pt x="124" y="658"/>
                      </a:cubicBezTo>
                      <a:cubicBezTo>
                        <a:pt x="141" y="638"/>
                        <a:pt x="134" y="617"/>
                        <a:pt x="120" y="602"/>
                      </a:cubicBezTo>
                      <a:cubicBezTo>
                        <a:pt x="174" y="496"/>
                        <a:pt x="266" y="400"/>
                        <a:pt x="336" y="310"/>
                      </a:cubicBezTo>
                      <a:cubicBezTo>
                        <a:pt x="416" y="208"/>
                        <a:pt x="495" y="108"/>
                        <a:pt x="576" y="8"/>
                      </a:cubicBezTo>
                      <a:cubicBezTo>
                        <a:pt x="579" y="5"/>
                        <a:pt x="575" y="1"/>
                        <a:pt x="57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9" name="Google Shape;1749;p44"/>
                <p:cNvSpPr/>
                <p:nvPr/>
              </p:nvSpPr>
              <p:spPr>
                <a:xfrm>
                  <a:off x="5678935" y="2050248"/>
                  <a:ext cx="55635" cy="61652"/>
                </a:xfrm>
                <a:custGeom>
                  <a:rect b="b" l="l" r="r" t="t"/>
                  <a:pathLst>
                    <a:path extrusionOk="0" h="666" w="601">
                      <a:moveTo>
                        <a:pt x="599" y="1"/>
                      </a:moveTo>
                      <a:cubicBezTo>
                        <a:pt x="599" y="1"/>
                        <a:pt x="598" y="1"/>
                        <a:pt x="597" y="2"/>
                      </a:cubicBezTo>
                      <a:cubicBezTo>
                        <a:pt x="412" y="202"/>
                        <a:pt x="218" y="400"/>
                        <a:pt x="29" y="600"/>
                      </a:cubicBezTo>
                      <a:cubicBezTo>
                        <a:pt x="0" y="628"/>
                        <a:pt x="30" y="666"/>
                        <a:pt x="61" y="666"/>
                      </a:cubicBezTo>
                      <a:cubicBezTo>
                        <a:pt x="73" y="666"/>
                        <a:pt x="86" y="660"/>
                        <a:pt x="95" y="646"/>
                      </a:cubicBezTo>
                      <a:cubicBezTo>
                        <a:pt x="247" y="423"/>
                        <a:pt x="416" y="202"/>
                        <a:pt x="600" y="2"/>
                      </a:cubicBezTo>
                      <a:cubicBezTo>
                        <a:pt x="601" y="2"/>
                        <a:pt x="600" y="1"/>
                        <a:pt x="59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0" name="Google Shape;1750;p44"/>
                <p:cNvSpPr/>
                <p:nvPr/>
              </p:nvSpPr>
              <p:spPr>
                <a:xfrm>
                  <a:off x="5684859" y="2051729"/>
                  <a:ext cx="66095" cy="70538"/>
                </a:xfrm>
                <a:custGeom>
                  <a:rect b="b" l="l" r="r" t="t"/>
                  <a:pathLst>
                    <a:path extrusionOk="0" h="762" w="714">
                      <a:moveTo>
                        <a:pt x="673" y="0"/>
                      </a:moveTo>
                      <a:cubicBezTo>
                        <a:pt x="666" y="0"/>
                        <a:pt x="659" y="3"/>
                        <a:pt x="652" y="11"/>
                      </a:cubicBezTo>
                      <a:cubicBezTo>
                        <a:pt x="458" y="236"/>
                        <a:pt x="258" y="465"/>
                        <a:pt x="37" y="667"/>
                      </a:cubicBezTo>
                      <a:cubicBezTo>
                        <a:pt x="0" y="703"/>
                        <a:pt x="38" y="762"/>
                        <a:pt x="82" y="762"/>
                      </a:cubicBezTo>
                      <a:cubicBezTo>
                        <a:pt x="87" y="762"/>
                        <a:pt x="93" y="761"/>
                        <a:pt x="98" y="759"/>
                      </a:cubicBezTo>
                      <a:cubicBezTo>
                        <a:pt x="110" y="755"/>
                        <a:pt x="123" y="751"/>
                        <a:pt x="133" y="747"/>
                      </a:cubicBezTo>
                      <a:cubicBezTo>
                        <a:pt x="165" y="738"/>
                        <a:pt x="175" y="711"/>
                        <a:pt x="169" y="686"/>
                      </a:cubicBezTo>
                      <a:cubicBezTo>
                        <a:pt x="348" y="478"/>
                        <a:pt x="529" y="269"/>
                        <a:pt x="696" y="50"/>
                      </a:cubicBezTo>
                      <a:cubicBezTo>
                        <a:pt x="713" y="27"/>
                        <a:pt x="694" y="0"/>
                        <a:pt x="67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1" name="Google Shape;1751;p44"/>
                <p:cNvSpPr/>
                <p:nvPr/>
              </p:nvSpPr>
              <p:spPr>
                <a:xfrm>
                  <a:off x="5705224" y="2061264"/>
                  <a:ext cx="60911" cy="69242"/>
                </a:xfrm>
                <a:custGeom>
                  <a:rect b="b" l="l" r="r" t="t"/>
                  <a:pathLst>
                    <a:path extrusionOk="0" h="748" w="658">
                      <a:moveTo>
                        <a:pt x="600" y="0"/>
                      </a:moveTo>
                      <a:cubicBezTo>
                        <a:pt x="591" y="0"/>
                        <a:pt x="581" y="4"/>
                        <a:pt x="572" y="14"/>
                      </a:cubicBezTo>
                      <a:cubicBezTo>
                        <a:pt x="384" y="223"/>
                        <a:pt x="186" y="435"/>
                        <a:pt x="28" y="666"/>
                      </a:cubicBezTo>
                      <a:cubicBezTo>
                        <a:pt x="0" y="705"/>
                        <a:pt x="40" y="748"/>
                        <a:pt x="80" y="748"/>
                      </a:cubicBezTo>
                      <a:cubicBezTo>
                        <a:pt x="94" y="748"/>
                        <a:pt x="109" y="742"/>
                        <a:pt x="120" y="729"/>
                      </a:cubicBezTo>
                      <a:cubicBezTo>
                        <a:pt x="295" y="514"/>
                        <a:pt x="453" y="285"/>
                        <a:pt x="632" y="70"/>
                      </a:cubicBezTo>
                      <a:cubicBezTo>
                        <a:pt x="658" y="39"/>
                        <a:pt x="630" y="0"/>
                        <a:pt x="60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2" name="Google Shape;1752;p44"/>
                <p:cNvSpPr/>
                <p:nvPr/>
              </p:nvSpPr>
              <p:spPr>
                <a:xfrm>
                  <a:off x="5719943" y="2060338"/>
                  <a:ext cx="63688" cy="70909"/>
                </a:xfrm>
                <a:custGeom>
                  <a:rect b="b" l="l" r="r" t="t"/>
                  <a:pathLst>
                    <a:path extrusionOk="0" h="766" w="688">
                      <a:moveTo>
                        <a:pt x="642" y="1"/>
                      </a:moveTo>
                      <a:cubicBezTo>
                        <a:pt x="634" y="1"/>
                        <a:pt x="626" y="4"/>
                        <a:pt x="619" y="12"/>
                      </a:cubicBezTo>
                      <a:cubicBezTo>
                        <a:pt x="509" y="130"/>
                        <a:pt x="398" y="249"/>
                        <a:pt x="290" y="368"/>
                      </a:cubicBezTo>
                      <a:cubicBezTo>
                        <a:pt x="205" y="460"/>
                        <a:pt x="65" y="566"/>
                        <a:pt x="13" y="681"/>
                      </a:cubicBezTo>
                      <a:cubicBezTo>
                        <a:pt x="0" y="706"/>
                        <a:pt x="7" y="743"/>
                        <a:pt x="36" y="756"/>
                      </a:cubicBezTo>
                      <a:lnTo>
                        <a:pt x="46" y="760"/>
                      </a:lnTo>
                      <a:cubicBezTo>
                        <a:pt x="54" y="763"/>
                        <a:pt x="63" y="765"/>
                        <a:pt x="72" y="765"/>
                      </a:cubicBezTo>
                      <a:cubicBezTo>
                        <a:pt x="86" y="765"/>
                        <a:pt x="100" y="760"/>
                        <a:pt x="109" y="747"/>
                      </a:cubicBezTo>
                      <a:lnTo>
                        <a:pt x="115" y="741"/>
                      </a:lnTo>
                      <a:cubicBezTo>
                        <a:pt x="123" y="733"/>
                        <a:pt x="125" y="718"/>
                        <a:pt x="125" y="706"/>
                      </a:cubicBezTo>
                      <a:cubicBezTo>
                        <a:pt x="154" y="656"/>
                        <a:pt x="207" y="608"/>
                        <a:pt x="242" y="566"/>
                      </a:cubicBezTo>
                      <a:cubicBezTo>
                        <a:pt x="290" y="508"/>
                        <a:pt x="340" y="449"/>
                        <a:pt x="390" y="389"/>
                      </a:cubicBezTo>
                      <a:cubicBezTo>
                        <a:pt x="482" y="278"/>
                        <a:pt x="575" y="168"/>
                        <a:pt x="667" y="55"/>
                      </a:cubicBezTo>
                      <a:cubicBezTo>
                        <a:pt x="688" y="32"/>
                        <a:pt x="666" y="1"/>
                        <a:pt x="64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3" name="Google Shape;1753;p44"/>
                <p:cNvSpPr/>
                <p:nvPr/>
              </p:nvSpPr>
              <p:spPr>
                <a:xfrm>
                  <a:off x="5738364" y="2068207"/>
                  <a:ext cx="52672" cy="62577"/>
                </a:xfrm>
                <a:custGeom>
                  <a:rect b="b" l="l" r="r" t="t"/>
                  <a:pathLst>
                    <a:path extrusionOk="0" h="676" w="569">
                      <a:moveTo>
                        <a:pt x="530" y="1"/>
                      </a:moveTo>
                      <a:cubicBezTo>
                        <a:pt x="522" y="1"/>
                        <a:pt x="514" y="4"/>
                        <a:pt x="508" y="10"/>
                      </a:cubicBezTo>
                      <a:cubicBezTo>
                        <a:pt x="508" y="8"/>
                        <a:pt x="508" y="8"/>
                        <a:pt x="508" y="8"/>
                      </a:cubicBezTo>
                      <a:cubicBezTo>
                        <a:pt x="424" y="102"/>
                        <a:pt x="354" y="208"/>
                        <a:pt x="274" y="306"/>
                      </a:cubicBezTo>
                      <a:cubicBezTo>
                        <a:pt x="195" y="404"/>
                        <a:pt x="108" y="498"/>
                        <a:pt x="28" y="596"/>
                      </a:cubicBezTo>
                      <a:cubicBezTo>
                        <a:pt x="0" y="632"/>
                        <a:pt x="31" y="675"/>
                        <a:pt x="66" y="675"/>
                      </a:cubicBezTo>
                      <a:cubicBezTo>
                        <a:pt x="78" y="675"/>
                        <a:pt x="89" y="671"/>
                        <a:pt x="99" y="660"/>
                      </a:cubicBezTo>
                      <a:cubicBezTo>
                        <a:pt x="270" y="485"/>
                        <a:pt x="445" y="260"/>
                        <a:pt x="558" y="41"/>
                      </a:cubicBezTo>
                      <a:cubicBezTo>
                        <a:pt x="568" y="19"/>
                        <a:pt x="550" y="1"/>
                        <a:pt x="53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4" name="Google Shape;1754;p44"/>
                <p:cNvSpPr/>
                <p:nvPr/>
              </p:nvSpPr>
              <p:spPr>
                <a:xfrm>
                  <a:off x="5745584" y="2069873"/>
                  <a:ext cx="59337" cy="67206"/>
                </a:xfrm>
                <a:custGeom>
                  <a:rect b="b" l="l" r="r" t="t"/>
                  <a:pathLst>
                    <a:path extrusionOk="0" h="726" w="641">
                      <a:moveTo>
                        <a:pt x="609" y="1"/>
                      </a:moveTo>
                      <a:cubicBezTo>
                        <a:pt x="603" y="1"/>
                        <a:pt x="597" y="3"/>
                        <a:pt x="592" y="9"/>
                      </a:cubicBezTo>
                      <a:cubicBezTo>
                        <a:pt x="399" y="213"/>
                        <a:pt x="221" y="434"/>
                        <a:pt x="32" y="642"/>
                      </a:cubicBezTo>
                      <a:cubicBezTo>
                        <a:pt x="0" y="679"/>
                        <a:pt x="34" y="726"/>
                        <a:pt x="72" y="726"/>
                      </a:cubicBezTo>
                      <a:cubicBezTo>
                        <a:pt x="84" y="726"/>
                        <a:pt x="96" y="721"/>
                        <a:pt x="107" y="709"/>
                      </a:cubicBezTo>
                      <a:cubicBezTo>
                        <a:pt x="292" y="501"/>
                        <a:pt x="484" y="273"/>
                        <a:pt x="630" y="34"/>
                      </a:cubicBezTo>
                      <a:cubicBezTo>
                        <a:pt x="640" y="17"/>
                        <a:pt x="625" y="1"/>
                        <a:pt x="60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5" name="Google Shape;1755;p44"/>
                <p:cNvSpPr/>
                <p:nvPr/>
              </p:nvSpPr>
              <p:spPr>
                <a:xfrm>
                  <a:off x="5758544" y="2077001"/>
                  <a:ext cx="61837" cy="67391"/>
                </a:xfrm>
                <a:custGeom>
                  <a:rect b="b" l="l" r="r" t="t"/>
                  <a:pathLst>
                    <a:path extrusionOk="0" h="728" w="668">
                      <a:moveTo>
                        <a:pt x="627" y="0"/>
                      </a:moveTo>
                      <a:cubicBezTo>
                        <a:pt x="620" y="0"/>
                        <a:pt x="613" y="3"/>
                        <a:pt x="607" y="9"/>
                      </a:cubicBezTo>
                      <a:cubicBezTo>
                        <a:pt x="402" y="207"/>
                        <a:pt x="198" y="415"/>
                        <a:pt x="27" y="644"/>
                      </a:cubicBezTo>
                      <a:cubicBezTo>
                        <a:pt x="1" y="682"/>
                        <a:pt x="32" y="727"/>
                        <a:pt x="66" y="727"/>
                      </a:cubicBezTo>
                      <a:cubicBezTo>
                        <a:pt x="78" y="727"/>
                        <a:pt x="90" y="722"/>
                        <a:pt x="100" y="709"/>
                      </a:cubicBezTo>
                      <a:cubicBezTo>
                        <a:pt x="277" y="482"/>
                        <a:pt x="450" y="257"/>
                        <a:pt x="648" y="46"/>
                      </a:cubicBezTo>
                      <a:cubicBezTo>
                        <a:pt x="667" y="26"/>
                        <a:pt x="649" y="0"/>
                        <a:pt x="62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6" name="Google Shape;1756;p44"/>
                <p:cNvSpPr/>
                <p:nvPr/>
              </p:nvSpPr>
              <p:spPr>
                <a:xfrm>
                  <a:off x="5770485" y="2075890"/>
                  <a:ext cx="68132" cy="72482"/>
                </a:xfrm>
                <a:custGeom>
                  <a:rect b="b" l="l" r="r" t="t"/>
                  <a:pathLst>
                    <a:path extrusionOk="0" h="783" w="736">
                      <a:moveTo>
                        <a:pt x="703" y="0"/>
                      </a:moveTo>
                      <a:cubicBezTo>
                        <a:pt x="697" y="0"/>
                        <a:pt x="691" y="3"/>
                        <a:pt x="686" y="8"/>
                      </a:cubicBezTo>
                      <a:cubicBezTo>
                        <a:pt x="469" y="235"/>
                        <a:pt x="215" y="448"/>
                        <a:pt x="29" y="702"/>
                      </a:cubicBezTo>
                      <a:cubicBezTo>
                        <a:pt x="0" y="742"/>
                        <a:pt x="33" y="783"/>
                        <a:pt x="68" y="783"/>
                      </a:cubicBezTo>
                      <a:cubicBezTo>
                        <a:pt x="83" y="783"/>
                        <a:pt x="98" y="775"/>
                        <a:pt x="109" y="756"/>
                      </a:cubicBezTo>
                      <a:cubicBezTo>
                        <a:pt x="188" y="621"/>
                        <a:pt x="307" y="506"/>
                        <a:pt x="409" y="388"/>
                      </a:cubicBezTo>
                      <a:cubicBezTo>
                        <a:pt x="511" y="271"/>
                        <a:pt x="615" y="154"/>
                        <a:pt x="719" y="40"/>
                      </a:cubicBezTo>
                      <a:cubicBezTo>
                        <a:pt x="735" y="22"/>
                        <a:pt x="720" y="0"/>
                        <a:pt x="70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7" name="Google Shape;1757;p44"/>
                <p:cNvSpPr/>
                <p:nvPr/>
              </p:nvSpPr>
              <p:spPr>
                <a:xfrm>
                  <a:off x="5782241" y="2078111"/>
                  <a:ext cx="71557" cy="73038"/>
                </a:xfrm>
                <a:custGeom>
                  <a:rect b="b" l="l" r="r" t="t"/>
                  <a:pathLst>
                    <a:path extrusionOk="0" h="789" w="773">
                      <a:moveTo>
                        <a:pt x="736" y="0"/>
                      </a:moveTo>
                      <a:cubicBezTo>
                        <a:pt x="730" y="0"/>
                        <a:pt x="723" y="3"/>
                        <a:pt x="717" y="9"/>
                      </a:cubicBezTo>
                      <a:cubicBezTo>
                        <a:pt x="488" y="239"/>
                        <a:pt x="255" y="466"/>
                        <a:pt x="34" y="705"/>
                      </a:cubicBezTo>
                      <a:cubicBezTo>
                        <a:pt x="1" y="742"/>
                        <a:pt x="36" y="789"/>
                        <a:pt x="73" y="789"/>
                      </a:cubicBezTo>
                      <a:cubicBezTo>
                        <a:pt x="86" y="789"/>
                        <a:pt x="98" y="784"/>
                        <a:pt x="109" y="772"/>
                      </a:cubicBezTo>
                      <a:cubicBezTo>
                        <a:pt x="332" y="537"/>
                        <a:pt x="542" y="289"/>
                        <a:pt x="755" y="45"/>
                      </a:cubicBezTo>
                      <a:cubicBezTo>
                        <a:pt x="772" y="24"/>
                        <a:pt x="755" y="0"/>
                        <a:pt x="7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8" name="Google Shape;1758;p44"/>
                <p:cNvSpPr/>
                <p:nvPr/>
              </p:nvSpPr>
              <p:spPr>
                <a:xfrm>
                  <a:off x="5800385" y="2081074"/>
                  <a:ext cx="67113" cy="72390"/>
                </a:xfrm>
                <a:custGeom>
                  <a:rect b="b" l="l" r="r" t="t"/>
                  <a:pathLst>
                    <a:path extrusionOk="0" h="782" w="725">
                      <a:moveTo>
                        <a:pt x="685" y="0"/>
                      </a:moveTo>
                      <a:cubicBezTo>
                        <a:pt x="678" y="0"/>
                        <a:pt x="671" y="3"/>
                        <a:pt x="665" y="9"/>
                      </a:cubicBezTo>
                      <a:lnTo>
                        <a:pt x="290" y="398"/>
                      </a:lnTo>
                      <a:cubicBezTo>
                        <a:pt x="203" y="488"/>
                        <a:pt x="46" y="598"/>
                        <a:pt x="7" y="717"/>
                      </a:cubicBezTo>
                      <a:cubicBezTo>
                        <a:pt x="0" y="736"/>
                        <a:pt x="15" y="763"/>
                        <a:pt x="32" y="771"/>
                      </a:cubicBezTo>
                      <a:lnTo>
                        <a:pt x="44" y="778"/>
                      </a:lnTo>
                      <a:cubicBezTo>
                        <a:pt x="50" y="781"/>
                        <a:pt x="57" y="782"/>
                        <a:pt x="63" y="782"/>
                      </a:cubicBezTo>
                      <a:cubicBezTo>
                        <a:pt x="98" y="782"/>
                        <a:pt x="131" y="743"/>
                        <a:pt x="107" y="711"/>
                      </a:cubicBezTo>
                      <a:cubicBezTo>
                        <a:pt x="107" y="711"/>
                        <a:pt x="651" y="109"/>
                        <a:pt x="707" y="44"/>
                      </a:cubicBezTo>
                      <a:cubicBezTo>
                        <a:pt x="724" y="25"/>
                        <a:pt x="706" y="0"/>
                        <a:pt x="6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9" name="Google Shape;1759;p44"/>
                <p:cNvSpPr/>
                <p:nvPr/>
              </p:nvSpPr>
              <p:spPr>
                <a:xfrm>
                  <a:off x="5810104" y="2085332"/>
                  <a:ext cx="69520" cy="71649"/>
                </a:xfrm>
                <a:custGeom>
                  <a:rect b="b" l="l" r="r" t="t"/>
                  <a:pathLst>
                    <a:path extrusionOk="0" h="774" w="751">
                      <a:moveTo>
                        <a:pt x="714" y="1"/>
                      </a:moveTo>
                      <a:cubicBezTo>
                        <a:pt x="707" y="1"/>
                        <a:pt x="701" y="4"/>
                        <a:pt x="696" y="10"/>
                      </a:cubicBezTo>
                      <a:cubicBezTo>
                        <a:pt x="500" y="254"/>
                        <a:pt x="266" y="471"/>
                        <a:pt x="37" y="684"/>
                      </a:cubicBezTo>
                      <a:cubicBezTo>
                        <a:pt x="0" y="719"/>
                        <a:pt x="40" y="774"/>
                        <a:pt x="81" y="774"/>
                      </a:cubicBezTo>
                      <a:cubicBezTo>
                        <a:pt x="93" y="774"/>
                        <a:pt x="106" y="769"/>
                        <a:pt x="116" y="757"/>
                      </a:cubicBezTo>
                      <a:cubicBezTo>
                        <a:pt x="325" y="521"/>
                        <a:pt x="552" y="302"/>
                        <a:pt x="735" y="48"/>
                      </a:cubicBezTo>
                      <a:cubicBezTo>
                        <a:pt x="751" y="26"/>
                        <a:pt x="733" y="1"/>
                        <a:pt x="71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0" name="Google Shape;1760;p44"/>
                <p:cNvSpPr/>
                <p:nvPr/>
              </p:nvSpPr>
              <p:spPr>
                <a:xfrm>
                  <a:off x="5830469" y="2083295"/>
                  <a:ext cx="73038" cy="77296"/>
                </a:xfrm>
                <a:custGeom>
                  <a:rect b="b" l="l" r="r" t="t"/>
                  <a:pathLst>
                    <a:path extrusionOk="0" h="835" w="789">
                      <a:moveTo>
                        <a:pt x="751" y="0"/>
                      </a:moveTo>
                      <a:cubicBezTo>
                        <a:pt x="744" y="0"/>
                        <a:pt x="738" y="3"/>
                        <a:pt x="732" y="10"/>
                      </a:cubicBezTo>
                      <a:cubicBezTo>
                        <a:pt x="511" y="270"/>
                        <a:pt x="282" y="524"/>
                        <a:pt x="34" y="756"/>
                      </a:cubicBezTo>
                      <a:cubicBezTo>
                        <a:pt x="1" y="787"/>
                        <a:pt x="35" y="835"/>
                        <a:pt x="70" y="835"/>
                      </a:cubicBezTo>
                      <a:cubicBezTo>
                        <a:pt x="82" y="835"/>
                        <a:pt x="93" y="830"/>
                        <a:pt x="103" y="818"/>
                      </a:cubicBezTo>
                      <a:cubicBezTo>
                        <a:pt x="321" y="558"/>
                        <a:pt x="551" y="306"/>
                        <a:pt x="772" y="47"/>
                      </a:cubicBezTo>
                      <a:cubicBezTo>
                        <a:pt x="789" y="27"/>
                        <a:pt x="771" y="0"/>
                        <a:pt x="75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1" name="Google Shape;1761;p44"/>
                <p:cNvSpPr/>
                <p:nvPr/>
              </p:nvSpPr>
              <p:spPr>
                <a:xfrm>
                  <a:off x="5846576" y="2086072"/>
                  <a:ext cx="76000" cy="74519"/>
                </a:xfrm>
                <a:custGeom>
                  <a:rect b="b" l="l" r="r" t="t"/>
                  <a:pathLst>
                    <a:path extrusionOk="0" h="805" w="821">
                      <a:moveTo>
                        <a:pt x="780" y="0"/>
                      </a:moveTo>
                      <a:cubicBezTo>
                        <a:pt x="773" y="0"/>
                        <a:pt x="766" y="3"/>
                        <a:pt x="760" y="9"/>
                      </a:cubicBezTo>
                      <a:cubicBezTo>
                        <a:pt x="514" y="244"/>
                        <a:pt x="275" y="484"/>
                        <a:pt x="35" y="722"/>
                      </a:cubicBezTo>
                      <a:cubicBezTo>
                        <a:pt x="1" y="756"/>
                        <a:pt x="34" y="804"/>
                        <a:pt x="73" y="804"/>
                      </a:cubicBezTo>
                      <a:cubicBezTo>
                        <a:pt x="82" y="804"/>
                        <a:pt x="91" y="802"/>
                        <a:pt x="100" y="797"/>
                      </a:cubicBezTo>
                      <a:lnTo>
                        <a:pt x="131" y="778"/>
                      </a:lnTo>
                      <a:cubicBezTo>
                        <a:pt x="145" y="769"/>
                        <a:pt x="150" y="757"/>
                        <a:pt x="152" y="742"/>
                      </a:cubicBezTo>
                      <a:cubicBezTo>
                        <a:pt x="364" y="507"/>
                        <a:pt x="581" y="276"/>
                        <a:pt x="802" y="46"/>
                      </a:cubicBezTo>
                      <a:cubicBezTo>
                        <a:pt x="821" y="26"/>
                        <a:pt x="801" y="0"/>
                        <a:pt x="78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2" name="Google Shape;1762;p44"/>
                <p:cNvSpPr/>
                <p:nvPr/>
              </p:nvSpPr>
              <p:spPr>
                <a:xfrm>
                  <a:off x="5863331" y="2087091"/>
                  <a:ext cx="72112" cy="75630"/>
                </a:xfrm>
                <a:custGeom>
                  <a:rect b="b" l="l" r="r" t="t"/>
                  <a:pathLst>
                    <a:path extrusionOk="0" h="817" w="779">
                      <a:moveTo>
                        <a:pt x="752" y="1"/>
                      </a:moveTo>
                      <a:cubicBezTo>
                        <a:pt x="748" y="1"/>
                        <a:pt x="744" y="2"/>
                        <a:pt x="740" y="6"/>
                      </a:cubicBezTo>
                      <a:cubicBezTo>
                        <a:pt x="517" y="256"/>
                        <a:pt x="287" y="510"/>
                        <a:pt x="37" y="736"/>
                      </a:cubicBezTo>
                      <a:cubicBezTo>
                        <a:pt x="0" y="769"/>
                        <a:pt x="36" y="817"/>
                        <a:pt x="77" y="817"/>
                      </a:cubicBezTo>
                      <a:cubicBezTo>
                        <a:pt x="89" y="817"/>
                        <a:pt x="101" y="812"/>
                        <a:pt x="112" y="802"/>
                      </a:cubicBezTo>
                      <a:cubicBezTo>
                        <a:pt x="133" y="788"/>
                        <a:pt x="152" y="769"/>
                        <a:pt x="169" y="748"/>
                      </a:cubicBezTo>
                      <a:cubicBezTo>
                        <a:pt x="175" y="742"/>
                        <a:pt x="177" y="736"/>
                        <a:pt x="179" y="727"/>
                      </a:cubicBezTo>
                      <a:cubicBezTo>
                        <a:pt x="379" y="498"/>
                        <a:pt x="579" y="271"/>
                        <a:pt x="769" y="31"/>
                      </a:cubicBezTo>
                      <a:cubicBezTo>
                        <a:pt x="778" y="18"/>
                        <a:pt x="766" y="1"/>
                        <a:pt x="75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3" name="Google Shape;1763;p44"/>
                <p:cNvSpPr/>
                <p:nvPr/>
              </p:nvSpPr>
              <p:spPr>
                <a:xfrm>
                  <a:off x="5877864" y="2090053"/>
                  <a:ext cx="72760" cy="77203"/>
                </a:xfrm>
                <a:custGeom>
                  <a:rect b="b" l="l" r="r" t="t"/>
                  <a:pathLst>
                    <a:path extrusionOk="0" h="834" w="786">
                      <a:moveTo>
                        <a:pt x="743" y="0"/>
                      </a:moveTo>
                      <a:cubicBezTo>
                        <a:pt x="736" y="0"/>
                        <a:pt x="729" y="3"/>
                        <a:pt x="722" y="10"/>
                      </a:cubicBezTo>
                      <a:cubicBezTo>
                        <a:pt x="491" y="251"/>
                        <a:pt x="247" y="489"/>
                        <a:pt x="32" y="747"/>
                      </a:cubicBezTo>
                      <a:cubicBezTo>
                        <a:pt x="1" y="785"/>
                        <a:pt x="35" y="833"/>
                        <a:pt x="73" y="833"/>
                      </a:cubicBezTo>
                      <a:cubicBezTo>
                        <a:pt x="85" y="833"/>
                        <a:pt x="98" y="828"/>
                        <a:pt x="110" y="816"/>
                      </a:cubicBezTo>
                      <a:cubicBezTo>
                        <a:pt x="341" y="574"/>
                        <a:pt x="549" y="305"/>
                        <a:pt x="766" y="51"/>
                      </a:cubicBezTo>
                      <a:cubicBezTo>
                        <a:pt x="785" y="29"/>
                        <a:pt x="765" y="0"/>
                        <a:pt x="74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4" name="Google Shape;1764;p44"/>
                <p:cNvSpPr/>
                <p:nvPr/>
              </p:nvSpPr>
              <p:spPr>
                <a:xfrm>
                  <a:off x="5906283" y="2095885"/>
                  <a:ext cx="58412" cy="67021"/>
                </a:xfrm>
                <a:custGeom>
                  <a:rect b="b" l="l" r="r" t="t"/>
                  <a:pathLst>
                    <a:path extrusionOk="0" h="724" w="631">
                      <a:moveTo>
                        <a:pt x="588" y="1"/>
                      </a:moveTo>
                      <a:cubicBezTo>
                        <a:pt x="581" y="1"/>
                        <a:pt x="574" y="4"/>
                        <a:pt x="567" y="11"/>
                      </a:cubicBezTo>
                      <a:cubicBezTo>
                        <a:pt x="463" y="122"/>
                        <a:pt x="363" y="234"/>
                        <a:pt x="261" y="347"/>
                      </a:cubicBezTo>
                      <a:cubicBezTo>
                        <a:pt x="182" y="434"/>
                        <a:pt x="61" y="534"/>
                        <a:pt x="9" y="643"/>
                      </a:cubicBezTo>
                      <a:cubicBezTo>
                        <a:pt x="1" y="661"/>
                        <a:pt x="3" y="691"/>
                        <a:pt x="21" y="705"/>
                      </a:cubicBezTo>
                      <a:cubicBezTo>
                        <a:pt x="23" y="707"/>
                        <a:pt x="26" y="709"/>
                        <a:pt x="28" y="711"/>
                      </a:cubicBezTo>
                      <a:cubicBezTo>
                        <a:pt x="39" y="720"/>
                        <a:pt x="51" y="724"/>
                        <a:pt x="63" y="724"/>
                      </a:cubicBezTo>
                      <a:cubicBezTo>
                        <a:pt x="72" y="724"/>
                        <a:pt x="81" y="721"/>
                        <a:pt x="90" y="716"/>
                      </a:cubicBezTo>
                      <a:lnTo>
                        <a:pt x="99" y="711"/>
                      </a:lnTo>
                      <a:cubicBezTo>
                        <a:pt x="117" y="701"/>
                        <a:pt x="121" y="680"/>
                        <a:pt x="117" y="659"/>
                      </a:cubicBezTo>
                      <a:cubicBezTo>
                        <a:pt x="171" y="555"/>
                        <a:pt x="284" y="451"/>
                        <a:pt x="353" y="365"/>
                      </a:cubicBezTo>
                      <a:cubicBezTo>
                        <a:pt x="438" y="259"/>
                        <a:pt x="524" y="155"/>
                        <a:pt x="611" y="51"/>
                      </a:cubicBezTo>
                      <a:cubicBezTo>
                        <a:pt x="630" y="29"/>
                        <a:pt x="610" y="1"/>
                        <a:pt x="58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5" name="Google Shape;1765;p44"/>
                <p:cNvSpPr/>
                <p:nvPr/>
              </p:nvSpPr>
              <p:spPr>
                <a:xfrm>
                  <a:off x="5933591" y="2095885"/>
                  <a:ext cx="52209" cy="60356"/>
                </a:xfrm>
                <a:custGeom>
                  <a:rect b="b" l="l" r="r" t="t"/>
                  <a:pathLst>
                    <a:path extrusionOk="0" h="652" w="564">
                      <a:moveTo>
                        <a:pt x="523" y="0"/>
                      </a:moveTo>
                      <a:cubicBezTo>
                        <a:pt x="516" y="0"/>
                        <a:pt x="510" y="3"/>
                        <a:pt x="504" y="11"/>
                      </a:cubicBezTo>
                      <a:cubicBezTo>
                        <a:pt x="358" y="207"/>
                        <a:pt x="202" y="388"/>
                        <a:pt x="35" y="563"/>
                      </a:cubicBezTo>
                      <a:cubicBezTo>
                        <a:pt x="0" y="601"/>
                        <a:pt x="37" y="651"/>
                        <a:pt x="76" y="651"/>
                      </a:cubicBezTo>
                      <a:cubicBezTo>
                        <a:pt x="88" y="651"/>
                        <a:pt x="100" y="646"/>
                        <a:pt x="110" y="634"/>
                      </a:cubicBezTo>
                      <a:cubicBezTo>
                        <a:pt x="264" y="447"/>
                        <a:pt x="408" y="251"/>
                        <a:pt x="548" y="53"/>
                      </a:cubicBezTo>
                      <a:cubicBezTo>
                        <a:pt x="563" y="29"/>
                        <a:pt x="544" y="0"/>
                        <a:pt x="5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6" name="Google Shape;1766;p44"/>
                <p:cNvSpPr/>
                <p:nvPr/>
              </p:nvSpPr>
              <p:spPr>
                <a:xfrm>
                  <a:off x="5945439" y="2101531"/>
                  <a:ext cx="53505" cy="61281"/>
                </a:xfrm>
                <a:custGeom>
                  <a:rect b="b" l="l" r="r" t="t"/>
                  <a:pathLst>
                    <a:path extrusionOk="0" h="662" w="578">
                      <a:moveTo>
                        <a:pt x="555" y="0"/>
                      </a:moveTo>
                      <a:cubicBezTo>
                        <a:pt x="532" y="0"/>
                        <a:pt x="524" y="15"/>
                        <a:pt x="507" y="29"/>
                      </a:cubicBezTo>
                      <a:cubicBezTo>
                        <a:pt x="447" y="81"/>
                        <a:pt x="399" y="150"/>
                        <a:pt x="347" y="211"/>
                      </a:cubicBezTo>
                      <a:cubicBezTo>
                        <a:pt x="242" y="334"/>
                        <a:pt x="136" y="457"/>
                        <a:pt x="32" y="580"/>
                      </a:cubicBezTo>
                      <a:cubicBezTo>
                        <a:pt x="1" y="616"/>
                        <a:pt x="35" y="661"/>
                        <a:pt x="70" y="661"/>
                      </a:cubicBezTo>
                      <a:cubicBezTo>
                        <a:pt x="82" y="661"/>
                        <a:pt x="93" y="656"/>
                        <a:pt x="103" y="644"/>
                      </a:cubicBezTo>
                      <a:cubicBezTo>
                        <a:pt x="182" y="540"/>
                        <a:pt x="265" y="434"/>
                        <a:pt x="347" y="329"/>
                      </a:cubicBezTo>
                      <a:cubicBezTo>
                        <a:pt x="382" y="282"/>
                        <a:pt x="417" y="236"/>
                        <a:pt x="455" y="190"/>
                      </a:cubicBezTo>
                      <a:cubicBezTo>
                        <a:pt x="476" y="161"/>
                        <a:pt x="503" y="131"/>
                        <a:pt x="520" y="100"/>
                      </a:cubicBezTo>
                      <a:cubicBezTo>
                        <a:pt x="522" y="98"/>
                        <a:pt x="540" y="73"/>
                        <a:pt x="555" y="50"/>
                      </a:cubicBezTo>
                      <a:lnTo>
                        <a:pt x="559" y="50"/>
                      </a:lnTo>
                      <a:cubicBezTo>
                        <a:pt x="570" y="50"/>
                        <a:pt x="578" y="38"/>
                        <a:pt x="578" y="27"/>
                      </a:cubicBezTo>
                      <a:cubicBezTo>
                        <a:pt x="578" y="25"/>
                        <a:pt x="578" y="23"/>
                        <a:pt x="578" y="21"/>
                      </a:cubicBezTo>
                      <a:cubicBezTo>
                        <a:pt x="578" y="8"/>
                        <a:pt x="568" y="0"/>
                        <a:pt x="5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7" name="Google Shape;1767;p44"/>
                <p:cNvSpPr/>
                <p:nvPr/>
              </p:nvSpPr>
              <p:spPr>
                <a:xfrm>
                  <a:off x="5964508" y="2099680"/>
                  <a:ext cx="66558" cy="63966"/>
                </a:xfrm>
                <a:custGeom>
                  <a:rect b="b" l="l" r="r" t="t"/>
                  <a:pathLst>
                    <a:path extrusionOk="0" h="691" w="719">
                      <a:moveTo>
                        <a:pt x="675" y="1"/>
                      </a:moveTo>
                      <a:cubicBezTo>
                        <a:pt x="668" y="1"/>
                        <a:pt x="660" y="3"/>
                        <a:pt x="653" y="10"/>
                      </a:cubicBezTo>
                      <a:cubicBezTo>
                        <a:pt x="447" y="208"/>
                        <a:pt x="245" y="410"/>
                        <a:pt x="38" y="606"/>
                      </a:cubicBezTo>
                      <a:cubicBezTo>
                        <a:pt x="0" y="642"/>
                        <a:pt x="39" y="691"/>
                        <a:pt x="81" y="691"/>
                      </a:cubicBezTo>
                      <a:cubicBezTo>
                        <a:pt x="89" y="691"/>
                        <a:pt x="97" y="689"/>
                        <a:pt x="105" y="685"/>
                      </a:cubicBezTo>
                      <a:lnTo>
                        <a:pt x="143" y="666"/>
                      </a:lnTo>
                      <a:cubicBezTo>
                        <a:pt x="161" y="656"/>
                        <a:pt x="166" y="639"/>
                        <a:pt x="164" y="625"/>
                      </a:cubicBezTo>
                      <a:cubicBezTo>
                        <a:pt x="341" y="433"/>
                        <a:pt x="522" y="243"/>
                        <a:pt x="699" y="49"/>
                      </a:cubicBezTo>
                      <a:cubicBezTo>
                        <a:pt x="718" y="29"/>
                        <a:pt x="698" y="1"/>
                        <a:pt x="67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8" name="Google Shape;1768;p44"/>
                <p:cNvSpPr/>
                <p:nvPr/>
              </p:nvSpPr>
              <p:spPr>
                <a:xfrm>
                  <a:off x="5983022" y="2101254"/>
                  <a:ext cx="58227" cy="61929"/>
                </a:xfrm>
                <a:custGeom>
                  <a:rect b="b" l="l" r="r" t="t"/>
                  <a:pathLst>
                    <a:path extrusionOk="0" h="669" w="629">
                      <a:moveTo>
                        <a:pt x="597" y="0"/>
                      </a:moveTo>
                      <a:cubicBezTo>
                        <a:pt x="591" y="0"/>
                        <a:pt x="585" y="2"/>
                        <a:pt x="580" y="7"/>
                      </a:cubicBezTo>
                      <a:cubicBezTo>
                        <a:pt x="399" y="201"/>
                        <a:pt x="212" y="393"/>
                        <a:pt x="32" y="589"/>
                      </a:cubicBezTo>
                      <a:cubicBezTo>
                        <a:pt x="1" y="624"/>
                        <a:pt x="34" y="668"/>
                        <a:pt x="70" y="668"/>
                      </a:cubicBezTo>
                      <a:cubicBezTo>
                        <a:pt x="82" y="668"/>
                        <a:pt x="93" y="664"/>
                        <a:pt x="103" y="653"/>
                      </a:cubicBezTo>
                      <a:cubicBezTo>
                        <a:pt x="289" y="464"/>
                        <a:pt x="462" y="251"/>
                        <a:pt x="616" y="39"/>
                      </a:cubicBezTo>
                      <a:cubicBezTo>
                        <a:pt x="629" y="21"/>
                        <a:pt x="614" y="0"/>
                        <a:pt x="59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9" name="Google Shape;1769;p44"/>
                <p:cNvSpPr/>
                <p:nvPr/>
              </p:nvSpPr>
              <p:spPr>
                <a:xfrm>
                  <a:off x="6000980" y="2104586"/>
                  <a:ext cx="58227" cy="57486"/>
                </a:xfrm>
                <a:custGeom>
                  <a:rect b="b" l="l" r="r" t="t"/>
                  <a:pathLst>
                    <a:path extrusionOk="0" h="621" w="629">
                      <a:moveTo>
                        <a:pt x="588" y="0"/>
                      </a:moveTo>
                      <a:cubicBezTo>
                        <a:pt x="581" y="0"/>
                        <a:pt x="574" y="3"/>
                        <a:pt x="568" y="9"/>
                      </a:cubicBezTo>
                      <a:cubicBezTo>
                        <a:pt x="470" y="105"/>
                        <a:pt x="372" y="198"/>
                        <a:pt x="274" y="294"/>
                      </a:cubicBezTo>
                      <a:cubicBezTo>
                        <a:pt x="195" y="371"/>
                        <a:pt x="84" y="449"/>
                        <a:pt x="22" y="536"/>
                      </a:cubicBezTo>
                      <a:cubicBezTo>
                        <a:pt x="1" y="565"/>
                        <a:pt x="7" y="611"/>
                        <a:pt x="47" y="617"/>
                      </a:cubicBezTo>
                      <a:cubicBezTo>
                        <a:pt x="49" y="619"/>
                        <a:pt x="51" y="619"/>
                        <a:pt x="53" y="619"/>
                      </a:cubicBezTo>
                      <a:cubicBezTo>
                        <a:pt x="57" y="620"/>
                        <a:pt x="60" y="620"/>
                        <a:pt x="64" y="620"/>
                      </a:cubicBezTo>
                      <a:cubicBezTo>
                        <a:pt x="83" y="620"/>
                        <a:pt x="96" y="610"/>
                        <a:pt x="105" y="594"/>
                      </a:cubicBezTo>
                      <a:cubicBezTo>
                        <a:pt x="286" y="434"/>
                        <a:pt x="445" y="226"/>
                        <a:pt x="609" y="46"/>
                      </a:cubicBezTo>
                      <a:cubicBezTo>
                        <a:pt x="628" y="26"/>
                        <a:pt x="610" y="0"/>
                        <a:pt x="58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0" name="Google Shape;1770;p44"/>
                <p:cNvSpPr/>
                <p:nvPr/>
              </p:nvSpPr>
              <p:spPr>
                <a:xfrm>
                  <a:off x="6011996" y="2107456"/>
                  <a:ext cx="59985" cy="60726"/>
                </a:xfrm>
                <a:custGeom>
                  <a:rect b="b" l="l" r="r" t="t"/>
                  <a:pathLst>
                    <a:path extrusionOk="0" h="656" w="648">
                      <a:moveTo>
                        <a:pt x="605" y="1"/>
                      </a:moveTo>
                      <a:cubicBezTo>
                        <a:pt x="599" y="1"/>
                        <a:pt x="592" y="3"/>
                        <a:pt x="586" y="9"/>
                      </a:cubicBezTo>
                      <a:cubicBezTo>
                        <a:pt x="480" y="109"/>
                        <a:pt x="374" y="209"/>
                        <a:pt x="270" y="309"/>
                      </a:cubicBezTo>
                      <a:cubicBezTo>
                        <a:pt x="182" y="393"/>
                        <a:pt x="67" y="474"/>
                        <a:pt x="17" y="584"/>
                      </a:cubicBezTo>
                      <a:cubicBezTo>
                        <a:pt x="1" y="622"/>
                        <a:pt x="35" y="655"/>
                        <a:pt x="66" y="655"/>
                      </a:cubicBezTo>
                      <a:cubicBezTo>
                        <a:pt x="81" y="655"/>
                        <a:pt x="95" y="647"/>
                        <a:pt x="103" y="628"/>
                      </a:cubicBezTo>
                      <a:cubicBezTo>
                        <a:pt x="153" y="516"/>
                        <a:pt x="274" y="422"/>
                        <a:pt x="357" y="332"/>
                      </a:cubicBezTo>
                      <a:lnTo>
                        <a:pt x="628" y="47"/>
                      </a:lnTo>
                      <a:cubicBezTo>
                        <a:pt x="647" y="27"/>
                        <a:pt x="627" y="1"/>
                        <a:pt x="60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1" name="Google Shape;1771;p44"/>
                <p:cNvSpPr/>
                <p:nvPr/>
              </p:nvSpPr>
              <p:spPr>
                <a:xfrm>
                  <a:off x="6026992" y="2113843"/>
                  <a:ext cx="55357" cy="59800"/>
                </a:xfrm>
                <a:custGeom>
                  <a:rect b="b" l="l" r="r" t="t"/>
                  <a:pathLst>
                    <a:path extrusionOk="0" h="646" w="598">
                      <a:moveTo>
                        <a:pt x="553" y="0"/>
                      </a:moveTo>
                      <a:cubicBezTo>
                        <a:pt x="550" y="0"/>
                        <a:pt x="546" y="2"/>
                        <a:pt x="543" y="5"/>
                      </a:cubicBezTo>
                      <a:cubicBezTo>
                        <a:pt x="541" y="7"/>
                        <a:pt x="541" y="7"/>
                        <a:pt x="539" y="9"/>
                      </a:cubicBezTo>
                      <a:cubicBezTo>
                        <a:pt x="537" y="11"/>
                        <a:pt x="537" y="15"/>
                        <a:pt x="539" y="19"/>
                      </a:cubicBezTo>
                      <a:cubicBezTo>
                        <a:pt x="538" y="17"/>
                        <a:pt x="536" y="16"/>
                        <a:pt x="533" y="16"/>
                      </a:cubicBezTo>
                      <a:cubicBezTo>
                        <a:pt x="515" y="16"/>
                        <a:pt x="464" y="78"/>
                        <a:pt x="451" y="92"/>
                      </a:cubicBezTo>
                      <a:cubicBezTo>
                        <a:pt x="401" y="146"/>
                        <a:pt x="353" y="201"/>
                        <a:pt x="303" y="255"/>
                      </a:cubicBezTo>
                      <a:cubicBezTo>
                        <a:pt x="212" y="359"/>
                        <a:pt x="116" y="461"/>
                        <a:pt x="28" y="570"/>
                      </a:cubicBezTo>
                      <a:cubicBezTo>
                        <a:pt x="0" y="602"/>
                        <a:pt x="30" y="646"/>
                        <a:pt x="63" y="646"/>
                      </a:cubicBezTo>
                      <a:cubicBezTo>
                        <a:pt x="74" y="646"/>
                        <a:pt x="85" y="641"/>
                        <a:pt x="95" y="630"/>
                      </a:cubicBezTo>
                      <a:cubicBezTo>
                        <a:pt x="203" y="511"/>
                        <a:pt x="303" y="382"/>
                        <a:pt x="406" y="259"/>
                      </a:cubicBezTo>
                      <a:cubicBezTo>
                        <a:pt x="445" y="211"/>
                        <a:pt x="597" y="80"/>
                        <a:pt x="568" y="11"/>
                      </a:cubicBezTo>
                      <a:cubicBezTo>
                        <a:pt x="566" y="4"/>
                        <a:pt x="560" y="0"/>
                        <a:pt x="55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2" name="Google Shape;1772;p44"/>
                <p:cNvSpPr/>
                <p:nvPr/>
              </p:nvSpPr>
              <p:spPr>
                <a:xfrm>
                  <a:off x="6047265" y="2113380"/>
                  <a:ext cx="56468" cy="58227"/>
                </a:xfrm>
                <a:custGeom>
                  <a:rect b="b" l="l" r="r" t="t"/>
                  <a:pathLst>
                    <a:path extrusionOk="0" h="629" w="610">
                      <a:moveTo>
                        <a:pt x="579" y="0"/>
                      </a:moveTo>
                      <a:cubicBezTo>
                        <a:pt x="574" y="0"/>
                        <a:pt x="568" y="3"/>
                        <a:pt x="564" y="8"/>
                      </a:cubicBezTo>
                      <a:cubicBezTo>
                        <a:pt x="401" y="199"/>
                        <a:pt x="226" y="385"/>
                        <a:pt x="34" y="552"/>
                      </a:cubicBezTo>
                      <a:cubicBezTo>
                        <a:pt x="1" y="581"/>
                        <a:pt x="36" y="628"/>
                        <a:pt x="74" y="628"/>
                      </a:cubicBezTo>
                      <a:cubicBezTo>
                        <a:pt x="85" y="628"/>
                        <a:pt x="96" y="624"/>
                        <a:pt x="105" y="614"/>
                      </a:cubicBezTo>
                      <a:cubicBezTo>
                        <a:pt x="276" y="429"/>
                        <a:pt x="443" y="239"/>
                        <a:pt x="597" y="37"/>
                      </a:cubicBezTo>
                      <a:cubicBezTo>
                        <a:pt x="610" y="21"/>
                        <a:pt x="595" y="0"/>
                        <a:pt x="57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3" name="Google Shape;1773;p44"/>
                <p:cNvSpPr/>
                <p:nvPr/>
              </p:nvSpPr>
              <p:spPr>
                <a:xfrm>
                  <a:off x="6067352" y="2110603"/>
                  <a:ext cx="52580" cy="59615"/>
                </a:xfrm>
                <a:custGeom>
                  <a:rect b="b" l="l" r="r" t="t"/>
                  <a:pathLst>
                    <a:path extrusionOk="0" h="644" w="568">
                      <a:moveTo>
                        <a:pt x="539" y="1"/>
                      </a:moveTo>
                      <a:cubicBezTo>
                        <a:pt x="534" y="1"/>
                        <a:pt x="529" y="2"/>
                        <a:pt x="524" y="6"/>
                      </a:cubicBezTo>
                      <a:cubicBezTo>
                        <a:pt x="338" y="169"/>
                        <a:pt x="180" y="371"/>
                        <a:pt x="30" y="565"/>
                      </a:cubicBezTo>
                      <a:cubicBezTo>
                        <a:pt x="1" y="603"/>
                        <a:pt x="32" y="643"/>
                        <a:pt x="68" y="643"/>
                      </a:cubicBezTo>
                      <a:cubicBezTo>
                        <a:pt x="82" y="643"/>
                        <a:pt x="98" y="636"/>
                        <a:pt x="109" y="619"/>
                      </a:cubicBezTo>
                      <a:cubicBezTo>
                        <a:pt x="247" y="415"/>
                        <a:pt x="407" y="231"/>
                        <a:pt x="555" y="36"/>
                      </a:cubicBezTo>
                      <a:cubicBezTo>
                        <a:pt x="568" y="18"/>
                        <a:pt x="555" y="1"/>
                        <a:pt x="53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4" name="Google Shape;1774;p44"/>
                <p:cNvSpPr/>
                <p:nvPr/>
              </p:nvSpPr>
              <p:spPr>
                <a:xfrm>
                  <a:off x="6082070" y="2112084"/>
                  <a:ext cx="56468" cy="54616"/>
                </a:xfrm>
                <a:custGeom>
                  <a:rect b="b" l="l" r="r" t="t"/>
                  <a:pathLst>
                    <a:path extrusionOk="0" h="590" w="610">
                      <a:moveTo>
                        <a:pt x="566" y="1"/>
                      </a:moveTo>
                      <a:cubicBezTo>
                        <a:pt x="560" y="1"/>
                        <a:pt x="553" y="3"/>
                        <a:pt x="546" y="9"/>
                      </a:cubicBezTo>
                      <a:cubicBezTo>
                        <a:pt x="371" y="170"/>
                        <a:pt x="198" y="334"/>
                        <a:pt x="31" y="505"/>
                      </a:cubicBezTo>
                      <a:cubicBezTo>
                        <a:pt x="0" y="537"/>
                        <a:pt x="29" y="589"/>
                        <a:pt x="68" y="589"/>
                      </a:cubicBezTo>
                      <a:cubicBezTo>
                        <a:pt x="73" y="589"/>
                        <a:pt x="78" y="588"/>
                        <a:pt x="84" y="586"/>
                      </a:cubicBezTo>
                      <a:cubicBezTo>
                        <a:pt x="94" y="582"/>
                        <a:pt x="107" y="578"/>
                        <a:pt x="117" y="574"/>
                      </a:cubicBezTo>
                      <a:cubicBezTo>
                        <a:pt x="138" y="568"/>
                        <a:pt x="148" y="547"/>
                        <a:pt x="148" y="526"/>
                      </a:cubicBezTo>
                      <a:cubicBezTo>
                        <a:pt x="292" y="365"/>
                        <a:pt x="438" y="205"/>
                        <a:pt x="590" y="49"/>
                      </a:cubicBezTo>
                      <a:cubicBezTo>
                        <a:pt x="609" y="28"/>
                        <a:pt x="589" y="1"/>
                        <a:pt x="56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5" name="Google Shape;1775;p44"/>
                <p:cNvSpPr/>
                <p:nvPr/>
              </p:nvSpPr>
              <p:spPr>
                <a:xfrm>
                  <a:off x="6102065" y="2110603"/>
                  <a:ext cx="55079" cy="55727"/>
                </a:xfrm>
                <a:custGeom>
                  <a:rect b="b" l="l" r="r" t="t"/>
                  <a:pathLst>
                    <a:path extrusionOk="0" h="602" w="595">
                      <a:moveTo>
                        <a:pt x="553" y="0"/>
                      </a:moveTo>
                      <a:cubicBezTo>
                        <a:pt x="546" y="0"/>
                        <a:pt x="539" y="3"/>
                        <a:pt x="532" y="8"/>
                      </a:cubicBezTo>
                      <a:cubicBezTo>
                        <a:pt x="355" y="169"/>
                        <a:pt x="182" y="336"/>
                        <a:pt x="30" y="521"/>
                      </a:cubicBezTo>
                      <a:cubicBezTo>
                        <a:pt x="1" y="555"/>
                        <a:pt x="34" y="601"/>
                        <a:pt x="68" y="601"/>
                      </a:cubicBezTo>
                      <a:cubicBezTo>
                        <a:pt x="80" y="601"/>
                        <a:pt x="92" y="596"/>
                        <a:pt x="101" y="584"/>
                      </a:cubicBezTo>
                      <a:cubicBezTo>
                        <a:pt x="247" y="394"/>
                        <a:pt x="399" y="211"/>
                        <a:pt x="574" y="46"/>
                      </a:cubicBezTo>
                      <a:cubicBezTo>
                        <a:pt x="595" y="27"/>
                        <a:pt x="575" y="0"/>
                        <a:pt x="55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6" name="Google Shape;1776;p44"/>
                <p:cNvSpPr/>
                <p:nvPr/>
              </p:nvSpPr>
              <p:spPr>
                <a:xfrm>
                  <a:off x="6120949" y="2107178"/>
                  <a:ext cx="53135" cy="58227"/>
                </a:xfrm>
                <a:custGeom>
                  <a:rect b="b" l="l" r="r" t="t"/>
                  <a:pathLst>
                    <a:path extrusionOk="0" h="629" w="574">
                      <a:moveTo>
                        <a:pt x="538" y="0"/>
                      </a:moveTo>
                      <a:cubicBezTo>
                        <a:pt x="532" y="0"/>
                        <a:pt x="526" y="3"/>
                        <a:pt x="520" y="8"/>
                      </a:cubicBezTo>
                      <a:cubicBezTo>
                        <a:pt x="349" y="183"/>
                        <a:pt x="187" y="364"/>
                        <a:pt x="28" y="550"/>
                      </a:cubicBezTo>
                      <a:cubicBezTo>
                        <a:pt x="0" y="584"/>
                        <a:pt x="33" y="628"/>
                        <a:pt x="67" y="628"/>
                      </a:cubicBezTo>
                      <a:cubicBezTo>
                        <a:pt x="77" y="628"/>
                        <a:pt x="88" y="624"/>
                        <a:pt x="97" y="612"/>
                      </a:cubicBezTo>
                      <a:cubicBezTo>
                        <a:pt x="243" y="416"/>
                        <a:pt x="397" y="227"/>
                        <a:pt x="558" y="43"/>
                      </a:cubicBezTo>
                      <a:cubicBezTo>
                        <a:pt x="574" y="24"/>
                        <a:pt x="557" y="0"/>
                        <a:pt x="53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7" name="Google Shape;1777;p44"/>
                <p:cNvSpPr/>
                <p:nvPr/>
              </p:nvSpPr>
              <p:spPr>
                <a:xfrm>
                  <a:off x="6135853" y="2117083"/>
                  <a:ext cx="45359" cy="51747"/>
                </a:xfrm>
                <a:custGeom>
                  <a:rect b="b" l="l" r="r" t="t"/>
                  <a:pathLst>
                    <a:path extrusionOk="0" h="559" w="490">
                      <a:moveTo>
                        <a:pt x="438" y="0"/>
                      </a:moveTo>
                      <a:cubicBezTo>
                        <a:pt x="429" y="0"/>
                        <a:pt x="420" y="4"/>
                        <a:pt x="411" y="13"/>
                      </a:cubicBezTo>
                      <a:cubicBezTo>
                        <a:pt x="286" y="166"/>
                        <a:pt x="159" y="320"/>
                        <a:pt x="32" y="472"/>
                      </a:cubicBezTo>
                      <a:cubicBezTo>
                        <a:pt x="1" y="510"/>
                        <a:pt x="37" y="558"/>
                        <a:pt x="72" y="558"/>
                      </a:cubicBezTo>
                      <a:cubicBezTo>
                        <a:pt x="84" y="558"/>
                        <a:pt x="96" y="553"/>
                        <a:pt x="105" y="541"/>
                      </a:cubicBezTo>
                      <a:cubicBezTo>
                        <a:pt x="226" y="382"/>
                        <a:pt x="347" y="222"/>
                        <a:pt x="468" y="63"/>
                      </a:cubicBezTo>
                      <a:cubicBezTo>
                        <a:pt x="489" y="35"/>
                        <a:pt x="466" y="0"/>
                        <a:pt x="43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8" name="Google Shape;1778;p44"/>
                <p:cNvSpPr/>
                <p:nvPr/>
              </p:nvSpPr>
              <p:spPr>
                <a:xfrm>
                  <a:off x="6145572" y="2109955"/>
                  <a:ext cx="54524" cy="59893"/>
                </a:xfrm>
                <a:custGeom>
                  <a:rect b="b" l="l" r="r" t="t"/>
                  <a:pathLst>
                    <a:path extrusionOk="0" h="647" w="589">
                      <a:moveTo>
                        <a:pt x="544" y="0"/>
                      </a:moveTo>
                      <a:cubicBezTo>
                        <a:pt x="533" y="0"/>
                        <a:pt x="522" y="5"/>
                        <a:pt x="515" y="15"/>
                      </a:cubicBezTo>
                      <a:cubicBezTo>
                        <a:pt x="373" y="218"/>
                        <a:pt x="210" y="393"/>
                        <a:pt x="35" y="566"/>
                      </a:cubicBezTo>
                      <a:cubicBezTo>
                        <a:pt x="0" y="599"/>
                        <a:pt x="35" y="647"/>
                        <a:pt x="74" y="647"/>
                      </a:cubicBezTo>
                      <a:cubicBezTo>
                        <a:pt x="86" y="647"/>
                        <a:pt x="98" y="642"/>
                        <a:pt x="108" y="632"/>
                      </a:cubicBezTo>
                      <a:cubicBezTo>
                        <a:pt x="285" y="459"/>
                        <a:pt x="438" y="253"/>
                        <a:pt x="573" y="45"/>
                      </a:cubicBezTo>
                      <a:cubicBezTo>
                        <a:pt x="589" y="21"/>
                        <a:pt x="567" y="0"/>
                        <a:pt x="54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9" name="Google Shape;1779;p44"/>
                <p:cNvSpPr/>
                <p:nvPr/>
              </p:nvSpPr>
              <p:spPr>
                <a:xfrm>
                  <a:off x="6162327" y="2115972"/>
                  <a:ext cx="45730" cy="55542"/>
                </a:xfrm>
                <a:custGeom>
                  <a:rect b="b" l="l" r="r" t="t"/>
                  <a:pathLst>
                    <a:path extrusionOk="0" h="600" w="494">
                      <a:moveTo>
                        <a:pt x="459" y="0"/>
                      </a:moveTo>
                      <a:cubicBezTo>
                        <a:pt x="452" y="0"/>
                        <a:pt x="445" y="3"/>
                        <a:pt x="440" y="9"/>
                      </a:cubicBezTo>
                      <a:cubicBezTo>
                        <a:pt x="440" y="7"/>
                        <a:pt x="440" y="7"/>
                        <a:pt x="440" y="7"/>
                      </a:cubicBezTo>
                      <a:cubicBezTo>
                        <a:pt x="286" y="153"/>
                        <a:pt x="163" y="344"/>
                        <a:pt x="27" y="509"/>
                      </a:cubicBezTo>
                      <a:cubicBezTo>
                        <a:pt x="0" y="542"/>
                        <a:pt x="17" y="582"/>
                        <a:pt x="52" y="594"/>
                      </a:cubicBezTo>
                      <a:cubicBezTo>
                        <a:pt x="63" y="598"/>
                        <a:pt x="72" y="600"/>
                        <a:pt x="80" y="600"/>
                      </a:cubicBezTo>
                      <a:cubicBezTo>
                        <a:pt x="95" y="600"/>
                        <a:pt x="108" y="594"/>
                        <a:pt x="127" y="584"/>
                      </a:cubicBezTo>
                      <a:cubicBezTo>
                        <a:pt x="154" y="572"/>
                        <a:pt x="157" y="542"/>
                        <a:pt x="144" y="521"/>
                      </a:cubicBezTo>
                      <a:cubicBezTo>
                        <a:pt x="263" y="367"/>
                        <a:pt x="396" y="209"/>
                        <a:pt x="482" y="38"/>
                      </a:cubicBezTo>
                      <a:cubicBezTo>
                        <a:pt x="494" y="17"/>
                        <a:pt x="477" y="0"/>
                        <a:pt x="45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0" name="Google Shape;1780;p44"/>
                <p:cNvSpPr/>
                <p:nvPr/>
              </p:nvSpPr>
              <p:spPr>
                <a:xfrm>
                  <a:off x="6179823" y="2118194"/>
                  <a:ext cx="44804" cy="52765"/>
                </a:xfrm>
                <a:custGeom>
                  <a:rect b="b" l="l" r="r" t="t"/>
                  <a:pathLst>
                    <a:path extrusionOk="0" h="570" w="484">
                      <a:moveTo>
                        <a:pt x="460" y="1"/>
                      </a:moveTo>
                      <a:cubicBezTo>
                        <a:pt x="455" y="1"/>
                        <a:pt x="451" y="2"/>
                        <a:pt x="447" y="6"/>
                      </a:cubicBezTo>
                      <a:cubicBezTo>
                        <a:pt x="372" y="83"/>
                        <a:pt x="307" y="170"/>
                        <a:pt x="239" y="252"/>
                      </a:cubicBezTo>
                      <a:cubicBezTo>
                        <a:pt x="168" y="333"/>
                        <a:pt x="93" y="410"/>
                        <a:pt x="26" y="495"/>
                      </a:cubicBezTo>
                      <a:cubicBezTo>
                        <a:pt x="1" y="528"/>
                        <a:pt x="29" y="569"/>
                        <a:pt x="61" y="569"/>
                      </a:cubicBezTo>
                      <a:cubicBezTo>
                        <a:pt x="72" y="569"/>
                        <a:pt x="83" y="565"/>
                        <a:pt x="93" y="554"/>
                      </a:cubicBezTo>
                      <a:cubicBezTo>
                        <a:pt x="234" y="400"/>
                        <a:pt x="376" y="212"/>
                        <a:pt x="476" y="26"/>
                      </a:cubicBezTo>
                      <a:cubicBezTo>
                        <a:pt x="484" y="13"/>
                        <a:pt x="472" y="1"/>
                        <a:pt x="46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1" name="Google Shape;1781;p44"/>
                <p:cNvSpPr/>
                <p:nvPr/>
              </p:nvSpPr>
              <p:spPr>
                <a:xfrm>
                  <a:off x="6197411" y="2115509"/>
                  <a:ext cx="56838" cy="56653"/>
                </a:xfrm>
                <a:custGeom>
                  <a:rect b="b" l="l" r="r" t="t"/>
                  <a:pathLst>
                    <a:path extrusionOk="0" h="612" w="614">
                      <a:moveTo>
                        <a:pt x="586" y="1"/>
                      </a:moveTo>
                      <a:cubicBezTo>
                        <a:pt x="582" y="1"/>
                        <a:pt x="577" y="2"/>
                        <a:pt x="574" y="5"/>
                      </a:cubicBezTo>
                      <a:cubicBezTo>
                        <a:pt x="472" y="97"/>
                        <a:pt x="367" y="191"/>
                        <a:pt x="267" y="285"/>
                      </a:cubicBezTo>
                      <a:cubicBezTo>
                        <a:pt x="184" y="362"/>
                        <a:pt x="74" y="441"/>
                        <a:pt x="11" y="537"/>
                      </a:cubicBezTo>
                      <a:cubicBezTo>
                        <a:pt x="1" y="554"/>
                        <a:pt x="5" y="583"/>
                        <a:pt x="19" y="593"/>
                      </a:cubicBezTo>
                      <a:cubicBezTo>
                        <a:pt x="23" y="595"/>
                        <a:pt x="26" y="597"/>
                        <a:pt x="28" y="599"/>
                      </a:cubicBezTo>
                      <a:cubicBezTo>
                        <a:pt x="37" y="607"/>
                        <a:pt x="48" y="611"/>
                        <a:pt x="60" y="611"/>
                      </a:cubicBezTo>
                      <a:cubicBezTo>
                        <a:pt x="68" y="611"/>
                        <a:pt x="76" y="609"/>
                        <a:pt x="84" y="604"/>
                      </a:cubicBezTo>
                      <a:cubicBezTo>
                        <a:pt x="86" y="602"/>
                        <a:pt x="88" y="602"/>
                        <a:pt x="90" y="599"/>
                      </a:cubicBezTo>
                      <a:cubicBezTo>
                        <a:pt x="109" y="585"/>
                        <a:pt x="113" y="566"/>
                        <a:pt x="109" y="549"/>
                      </a:cubicBezTo>
                      <a:cubicBezTo>
                        <a:pt x="132" y="508"/>
                        <a:pt x="188" y="466"/>
                        <a:pt x="217" y="435"/>
                      </a:cubicBezTo>
                      <a:cubicBezTo>
                        <a:pt x="259" y="389"/>
                        <a:pt x="301" y="343"/>
                        <a:pt x="342" y="297"/>
                      </a:cubicBezTo>
                      <a:cubicBezTo>
                        <a:pt x="428" y="208"/>
                        <a:pt x="513" y="118"/>
                        <a:pt x="601" y="30"/>
                      </a:cubicBezTo>
                      <a:cubicBezTo>
                        <a:pt x="614" y="18"/>
                        <a:pt x="600" y="1"/>
                        <a:pt x="58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2" name="Google Shape;1782;p44"/>
                <p:cNvSpPr/>
                <p:nvPr/>
              </p:nvSpPr>
              <p:spPr>
                <a:xfrm>
                  <a:off x="6209537" y="2116805"/>
                  <a:ext cx="55449" cy="56375"/>
                </a:xfrm>
                <a:custGeom>
                  <a:rect b="b" l="l" r="r" t="t"/>
                  <a:pathLst>
                    <a:path extrusionOk="0" h="609" w="599">
                      <a:moveTo>
                        <a:pt x="562" y="0"/>
                      </a:moveTo>
                      <a:cubicBezTo>
                        <a:pt x="555" y="0"/>
                        <a:pt x="548" y="3"/>
                        <a:pt x="543" y="8"/>
                      </a:cubicBezTo>
                      <a:cubicBezTo>
                        <a:pt x="374" y="181"/>
                        <a:pt x="218" y="365"/>
                        <a:pt x="34" y="525"/>
                      </a:cubicBezTo>
                      <a:cubicBezTo>
                        <a:pt x="0" y="556"/>
                        <a:pt x="34" y="609"/>
                        <a:pt x="73" y="609"/>
                      </a:cubicBezTo>
                      <a:cubicBezTo>
                        <a:pt x="82" y="609"/>
                        <a:pt x="90" y="606"/>
                        <a:pt x="99" y="600"/>
                      </a:cubicBezTo>
                      <a:cubicBezTo>
                        <a:pt x="107" y="596"/>
                        <a:pt x="116" y="590"/>
                        <a:pt x="122" y="583"/>
                      </a:cubicBezTo>
                      <a:cubicBezTo>
                        <a:pt x="132" y="577"/>
                        <a:pt x="138" y="567"/>
                        <a:pt x="141" y="558"/>
                      </a:cubicBezTo>
                      <a:cubicBezTo>
                        <a:pt x="297" y="392"/>
                        <a:pt x="457" y="225"/>
                        <a:pt x="584" y="37"/>
                      </a:cubicBezTo>
                      <a:cubicBezTo>
                        <a:pt x="598" y="19"/>
                        <a:pt x="580" y="0"/>
                        <a:pt x="56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3" name="Google Shape;1783;p44"/>
                <p:cNvSpPr/>
                <p:nvPr/>
              </p:nvSpPr>
              <p:spPr>
                <a:xfrm>
                  <a:off x="6230087" y="2111159"/>
                  <a:ext cx="55912" cy="57023"/>
                </a:xfrm>
                <a:custGeom>
                  <a:rect b="b" l="l" r="r" t="t"/>
                  <a:pathLst>
                    <a:path extrusionOk="0" h="616" w="604">
                      <a:moveTo>
                        <a:pt x="559" y="1"/>
                      </a:moveTo>
                      <a:cubicBezTo>
                        <a:pt x="552" y="1"/>
                        <a:pt x="544" y="4"/>
                        <a:pt x="538" y="11"/>
                      </a:cubicBezTo>
                      <a:cubicBezTo>
                        <a:pt x="373" y="188"/>
                        <a:pt x="208" y="365"/>
                        <a:pt x="35" y="532"/>
                      </a:cubicBezTo>
                      <a:cubicBezTo>
                        <a:pt x="0" y="565"/>
                        <a:pt x="38" y="615"/>
                        <a:pt x="75" y="615"/>
                      </a:cubicBezTo>
                      <a:cubicBezTo>
                        <a:pt x="87" y="615"/>
                        <a:pt x="99" y="610"/>
                        <a:pt x="108" y="599"/>
                      </a:cubicBezTo>
                      <a:cubicBezTo>
                        <a:pt x="260" y="411"/>
                        <a:pt x="423" y="232"/>
                        <a:pt x="583" y="52"/>
                      </a:cubicBezTo>
                      <a:cubicBezTo>
                        <a:pt x="604" y="30"/>
                        <a:pt x="582" y="1"/>
                        <a:pt x="55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4" name="Google Shape;1784;p44"/>
                <p:cNvSpPr/>
                <p:nvPr/>
              </p:nvSpPr>
              <p:spPr>
                <a:xfrm>
                  <a:off x="6243325" y="2113750"/>
                  <a:ext cx="58689" cy="60726"/>
                </a:xfrm>
                <a:custGeom>
                  <a:rect b="b" l="l" r="r" t="t"/>
                  <a:pathLst>
                    <a:path extrusionOk="0" h="656" w="634">
                      <a:moveTo>
                        <a:pt x="599" y="1"/>
                      </a:moveTo>
                      <a:cubicBezTo>
                        <a:pt x="594" y="1"/>
                        <a:pt x="589" y="3"/>
                        <a:pt x="584" y="8"/>
                      </a:cubicBezTo>
                      <a:cubicBezTo>
                        <a:pt x="397" y="195"/>
                        <a:pt x="215" y="387"/>
                        <a:pt x="32" y="577"/>
                      </a:cubicBezTo>
                      <a:cubicBezTo>
                        <a:pt x="0" y="610"/>
                        <a:pt x="37" y="656"/>
                        <a:pt x="71" y="656"/>
                      </a:cubicBezTo>
                      <a:cubicBezTo>
                        <a:pt x="82" y="656"/>
                        <a:pt x="92" y="651"/>
                        <a:pt x="101" y="639"/>
                      </a:cubicBezTo>
                      <a:cubicBezTo>
                        <a:pt x="257" y="427"/>
                        <a:pt x="432" y="229"/>
                        <a:pt x="618" y="39"/>
                      </a:cubicBezTo>
                      <a:cubicBezTo>
                        <a:pt x="634" y="23"/>
                        <a:pt x="616" y="1"/>
                        <a:pt x="59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5" name="Google Shape;1785;p44"/>
                <p:cNvSpPr/>
                <p:nvPr/>
              </p:nvSpPr>
              <p:spPr>
                <a:xfrm>
                  <a:off x="6266189" y="2112917"/>
                  <a:ext cx="57393" cy="59337"/>
                </a:xfrm>
                <a:custGeom>
                  <a:rect b="b" l="l" r="r" t="t"/>
                  <a:pathLst>
                    <a:path extrusionOk="0" h="641" w="620">
                      <a:moveTo>
                        <a:pt x="573" y="1"/>
                      </a:moveTo>
                      <a:cubicBezTo>
                        <a:pt x="565" y="1"/>
                        <a:pt x="557" y="4"/>
                        <a:pt x="550" y="11"/>
                      </a:cubicBezTo>
                      <a:lnTo>
                        <a:pt x="248" y="304"/>
                      </a:lnTo>
                      <a:cubicBezTo>
                        <a:pt x="168" y="382"/>
                        <a:pt x="54" y="461"/>
                        <a:pt x="14" y="567"/>
                      </a:cubicBezTo>
                      <a:cubicBezTo>
                        <a:pt x="0" y="606"/>
                        <a:pt x="34" y="641"/>
                        <a:pt x="65" y="641"/>
                      </a:cubicBezTo>
                      <a:cubicBezTo>
                        <a:pt x="80" y="641"/>
                        <a:pt x="94" y="633"/>
                        <a:pt x="102" y="613"/>
                      </a:cubicBezTo>
                      <a:cubicBezTo>
                        <a:pt x="148" y="504"/>
                        <a:pt x="260" y="417"/>
                        <a:pt x="339" y="331"/>
                      </a:cubicBezTo>
                      <a:cubicBezTo>
                        <a:pt x="425" y="240"/>
                        <a:pt x="512" y="146"/>
                        <a:pt x="598" y="54"/>
                      </a:cubicBezTo>
                      <a:cubicBezTo>
                        <a:pt x="620" y="30"/>
                        <a:pt x="597" y="1"/>
                        <a:pt x="57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6" name="Google Shape;1786;p44"/>
                <p:cNvSpPr/>
                <p:nvPr/>
              </p:nvSpPr>
              <p:spPr>
                <a:xfrm>
                  <a:off x="6279612" y="2110140"/>
                  <a:ext cx="59800" cy="61096"/>
                </a:xfrm>
                <a:custGeom>
                  <a:rect b="b" l="l" r="r" t="t"/>
                  <a:pathLst>
                    <a:path extrusionOk="0" h="660" w="646">
                      <a:moveTo>
                        <a:pt x="611" y="0"/>
                      </a:moveTo>
                      <a:cubicBezTo>
                        <a:pt x="605" y="0"/>
                        <a:pt x="598" y="3"/>
                        <a:pt x="592" y="9"/>
                      </a:cubicBezTo>
                      <a:cubicBezTo>
                        <a:pt x="413" y="207"/>
                        <a:pt x="228" y="397"/>
                        <a:pt x="34" y="580"/>
                      </a:cubicBezTo>
                      <a:cubicBezTo>
                        <a:pt x="0" y="612"/>
                        <a:pt x="34" y="659"/>
                        <a:pt x="71" y="659"/>
                      </a:cubicBezTo>
                      <a:cubicBezTo>
                        <a:pt x="82" y="659"/>
                        <a:pt x="93" y="655"/>
                        <a:pt x="103" y="645"/>
                      </a:cubicBezTo>
                      <a:cubicBezTo>
                        <a:pt x="286" y="451"/>
                        <a:pt x="461" y="251"/>
                        <a:pt x="630" y="43"/>
                      </a:cubicBezTo>
                      <a:cubicBezTo>
                        <a:pt x="645" y="24"/>
                        <a:pt x="629" y="0"/>
                        <a:pt x="61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7" name="Google Shape;1787;p44"/>
                <p:cNvSpPr/>
                <p:nvPr/>
              </p:nvSpPr>
              <p:spPr>
                <a:xfrm>
                  <a:off x="6296181" y="2111344"/>
                  <a:ext cx="62207" cy="59800"/>
                </a:xfrm>
                <a:custGeom>
                  <a:rect b="b" l="l" r="r" t="t"/>
                  <a:pathLst>
                    <a:path extrusionOk="0" h="646" w="672">
                      <a:moveTo>
                        <a:pt x="631" y="1"/>
                      </a:moveTo>
                      <a:cubicBezTo>
                        <a:pt x="624" y="1"/>
                        <a:pt x="616" y="4"/>
                        <a:pt x="609" y="11"/>
                      </a:cubicBezTo>
                      <a:cubicBezTo>
                        <a:pt x="428" y="207"/>
                        <a:pt x="236" y="392"/>
                        <a:pt x="36" y="567"/>
                      </a:cubicBezTo>
                      <a:cubicBezTo>
                        <a:pt x="1" y="598"/>
                        <a:pt x="36" y="646"/>
                        <a:pt x="74" y="646"/>
                      </a:cubicBezTo>
                      <a:cubicBezTo>
                        <a:pt x="86" y="646"/>
                        <a:pt x="97" y="642"/>
                        <a:pt x="107" y="632"/>
                      </a:cubicBezTo>
                      <a:cubicBezTo>
                        <a:pt x="297" y="446"/>
                        <a:pt x="478" y="251"/>
                        <a:pt x="653" y="50"/>
                      </a:cubicBezTo>
                      <a:cubicBezTo>
                        <a:pt x="672" y="28"/>
                        <a:pt x="653" y="1"/>
                        <a:pt x="63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8" name="Google Shape;1788;p44"/>
                <p:cNvSpPr/>
                <p:nvPr/>
              </p:nvSpPr>
              <p:spPr>
                <a:xfrm>
                  <a:off x="6319416" y="2111344"/>
                  <a:ext cx="55542" cy="54616"/>
                </a:xfrm>
                <a:custGeom>
                  <a:rect b="b" l="l" r="r" t="t"/>
                  <a:pathLst>
                    <a:path extrusionOk="0" h="590" w="600">
                      <a:moveTo>
                        <a:pt x="565" y="1"/>
                      </a:moveTo>
                      <a:cubicBezTo>
                        <a:pt x="559" y="1"/>
                        <a:pt x="553" y="3"/>
                        <a:pt x="548" y="9"/>
                      </a:cubicBezTo>
                      <a:cubicBezTo>
                        <a:pt x="379" y="182"/>
                        <a:pt x="204" y="348"/>
                        <a:pt x="31" y="517"/>
                      </a:cubicBezTo>
                      <a:cubicBezTo>
                        <a:pt x="1" y="547"/>
                        <a:pt x="32" y="590"/>
                        <a:pt x="66" y="590"/>
                      </a:cubicBezTo>
                      <a:cubicBezTo>
                        <a:pt x="76" y="590"/>
                        <a:pt x="87" y="586"/>
                        <a:pt x="96" y="576"/>
                      </a:cubicBezTo>
                      <a:cubicBezTo>
                        <a:pt x="256" y="396"/>
                        <a:pt x="417" y="215"/>
                        <a:pt x="583" y="42"/>
                      </a:cubicBezTo>
                      <a:cubicBezTo>
                        <a:pt x="599" y="23"/>
                        <a:pt x="583" y="1"/>
                        <a:pt x="56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9" name="Google Shape;1789;p44"/>
                <p:cNvSpPr/>
                <p:nvPr/>
              </p:nvSpPr>
              <p:spPr>
                <a:xfrm>
                  <a:off x="6325988" y="2110696"/>
                  <a:ext cx="61652" cy="62300"/>
                </a:xfrm>
                <a:custGeom>
                  <a:rect b="b" l="l" r="r" t="t"/>
                  <a:pathLst>
                    <a:path extrusionOk="0" h="673" w="666">
                      <a:moveTo>
                        <a:pt x="639" y="1"/>
                      </a:moveTo>
                      <a:cubicBezTo>
                        <a:pt x="635" y="1"/>
                        <a:pt x="631" y="2"/>
                        <a:pt x="627" y="5"/>
                      </a:cubicBezTo>
                      <a:cubicBezTo>
                        <a:pt x="429" y="205"/>
                        <a:pt x="235" y="412"/>
                        <a:pt x="29" y="601"/>
                      </a:cubicBezTo>
                      <a:cubicBezTo>
                        <a:pt x="0" y="626"/>
                        <a:pt x="26" y="672"/>
                        <a:pt x="60" y="672"/>
                      </a:cubicBezTo>
                      <a:cubicBezTo>
                        <a:pt x="61" y="672"/>
                        <a:pt x="61" y="672"/>
                        <a:pt x="62" y="672"/>
                      </a:cubicBezTo>
                      <a:cubicBezTo>
                        <a:pt x="100" y="670"/>
                        <a:pt x="106" y="668"/>
                        <a:pt x="137" y="643"/>
                      </a:cubicBezTo>
                      <a:cubicBezTo>
                        <a:pt x="156" y="629"/>
                        <a:pt x="156" y="608"/>
                        <a:pt x="148" y="591"/>
                      </a:cubicBezTo>
                      <a:cubicBezTo>
                        <a:pt x="312" y="399"/>
                        <a:pt x="485" y="216"/>
                        <a:pt x="654" y="30"/>
                      </a:cubicBezTo>
                      <a:cubicBezTo>
                        <a:pt x="665" y="17"/>
                        <a:pt x="653" y="1"/>
                        <a:pt x="63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0" name="Google Shape;1790;p44"/>
                <p:cNvSpPr/>
                <p:nvPr/>
              </p:nvSpPr>
              <p:spPr>
                <a:xfrm>
                  <a:off x="6349223" y="2109029"/>
                  <a:ext cx="61096" cy="65262"/>
                </a:xfrm>
                <a:custGeom>
                  <a:rect b="b" l="l" r="r" t="t"/>
                  <a:pathLst>
                    <a:path extrusionOk="0" h="705" w="660">
                      <a:moveTo>
                        <a:pt x="632" y="0"/>
                      </a:moveTo>
                      <a:cubicBezTo>
                        <a:pt x="627" y="0"/>
                        <a:pt x="622" y="2"/>
                        <a:pt x="618" y="7"/>
                      </a:cubicBezTo>
                      <a:cubicBezTo>
                        <a:pt x="493" y="134"/>
                        <a:pt x="370" y="261"/>
                        <a:pt x="243" y="386"/>
                      </a:cubicBezTo>
                      <a:cubicBezTo>
                        <a:pt x="184" y="442"/>
                        <a:pt x="126" y="499"/>
                        <a:pt x="68" y="555"/>
                      </a:cubicBezTo>
                      <a:cubicBezTo>
                        <a:pt x="38" y="584"/>
                        <a:pt x="1" y="611"/>
                        <a:pt x="7" y="657"/>
                      </a:cubicBezTo>
                      <a:cubicBezTo>
                        <a:pt x="9" y="672"/>
                        <a:pt x="17" y="690"/>
                        <a:pt x="32" y="697"/>
                      </a:cubicBezTo>
                      <a:cubicBezTo>
                        <a:pt x="36" y="699"/>
                        <a:pt x="40" y="699"/>
                        <a:pt x="45" y="701"/>
                      </a:cubicBezTo>
                      <a:cubicBezTo>
                        <a:pt x="51" y="703"/>
                        <a:pt x="58" y="705"/>
                        <a:pt x="64" y="705"/>
                      </a:cubicBezTo>
                      <a:cubicBezTo>
                        <a:pt x="110" y="705"/>
                        <a:pt x="138" y="637"/>
                        <a:pt x="88" y="615"/>
                      </a:cubicBezTo>
                      <a:lnTo>
                        <a:pt x="88" y="615"/>
                      </a:lnTo>
                      <a:cubicBezTo>
                        <a:pt x="91" y="616"/>
                        <a:pt x="94" y="617"/>
                        <a:pt x="97" y="617"/>
                      </a:cubicBezTo>
                      <a:cubicBezTo>
                        <a:pt x="165" y="617"/>
                        <a:pt x="334" y="378"/>
                        <a:pt x="370" y="338"/>
                      </a:cubicBezTo>
                      <a:cubicBezTo>
                        <a:pt x="459" y="234"/>
                        <a:pt x="555" y="134"/>
                        <a:pt x="647" y="32"/>
                      </a:cubicBezTo>
                      <a:cubicBezTo>
                        <a:pt x="660" y="19"/>
                        <a:pt x="647" y="0"/>
                        <a:pt x="63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1" name="Google Shape;1791;p44"/>
                <p:cNvSpPr/>
                <p:nvPr/>
              </p:nvSpPr>
              <p:spPr>
                <a:xfrm>
                  <a:off x="6363108" y="2105790"/>
                  <a:ext cx="67113" cy="69520"/>
                </a:xfrm>
                <a:custGeom>
                  <a:rect b="b" l="l" r="r" t="t"/>
                  <a:pathLst>
                    <a:path extrusionOk="0" h="751" w="725">
                      <a:moveTo>
                        <a:pt x="680" y="1"/>
                      </a:moveTo>
                      <a:cubicBezTo>
                        <a:pt x="672" y="1"/>
                        <a:pt x="664" y="4"/>
                        <a:pt x="657" y="12"/>
                      </a:cubicBezTo>
                      <a:cubicBezTo>
                        <a:pt x="461" y="238"/>
                        <a:pt x="257" y="454"/>
                        <a:pt x="40" y="659"/>
                      </a:cubicBezTo>
                      <a:cubicBezTo>
                        <a:pt x="1" y="697"/>
                        <a:pt x="41" y="751"/>
                        <a:pt x="85" y="751"/>
                      </a:cubicBezTo>
                      <a:cubicBezTo>
                        <a:pt x="98" y="751"/>
                        <a:pt x="112" y="746"/>
                        <a:pt x="124" y="734"/>
                      </a:cubicBezTo>
                      <a:cubicBezTo>
                        <a:pt x="328" y="517"/>
                        <a:pt x="522" y="292"/>
                        <a:pt x="705" y="56"/>
                      </a:cubicBezTo>
                      <a:cubicBezTo>
                        <a:pt x="724" y="31"/>
                        <a:pt x="703" y="1"/>
                        <a:pt x="68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2" name="Google Shape;1792;p44"/>
                <p:cNvSpPr/>
                <p:nvPr/>
              </p:nvSpPr>
              <p:spPr>
                <a:xfrm>
                  <a:off x="6394211" y="2107734"/>
                  <a:ext cx="50914" cy="59337"/>
                </a:xfrm>
                <a:custGeom>
                  <a:rect b="b" l="l" r="r" t="t"/>
                  <a:pathLst>
                    <a:path extrusionOk="0" h="641" w="550">
                      <a:moveTo>
                        <a:pt x="513" y="0"/>
                      </a:moveTo>
                      <a:cubicBezTo>
                        <a:pt x="510" y="0"/>
                        <a:pt x="507" y="1"/>
                        <a:pt x="505" y="2"/>
                      </a:cubicBezTo>
                      <a:cubicBezTo>
                        <a:pt x="488" y="8"/>
                        <a:pt x="482" y="12"/>
                        <a:pt x="478" y="25"/>
                      </a:cubicBezTo>
                      <a:cubicBezTo>
                        <a:pt x="382" y="106"/>
                        <a:pt x="301" y="208"/>
                        <a:pt x="215" y="300"/>
                      </a:cubicBezTo>
                      <a:cubicBezTo>
                        <a:pt x="144" y="377"/>
                        <a:pt x="17" y="471"/>
                        <a:pt x="5" y="581"/>
                      </a:cubicBezTo>
                      <a:cubicBezTo>
                        <a:pt x="1" y="618"/>
                        <a:pt x="30" y="641"/>
                        <a:pt x="58" y="641"/>
                      </a:cubicBezTo>
                      <a:cubicBezTo>
                        <a:pt x="77" y="641"/>
                        <a:pt x="96" y="629"/>
                        <a:pt x="103" y="602"/>
                      </a:cubicBezTo>
                      <a:cubicBezTo>
                        <a:pt x="117" y="542"/>
                        <a:pt x="175" y="490"/>
                        <a:pt x="215" y="442"/>
                      </a:cubicBezTo>
                      <a:lnTo>
                        <a:pt x="336" y="296"/>
                      </a:lnTo>
                      <a:cubicBezTo>
                        <a:pt x="405" y="215"/>
                        <a:pt x="480" y="133"/>
                        <a:pt x="538" y="44"/>
                      </a:cubicBezTo>
                      <a:cubicBezTo>
                        <a:pt x="549" y="24"/>
                        <a:pt x="531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3" name="Google Shape;1793;p44"/>
                <p:cNvSpPr/>
                <p:nvPr/>
              </p:nvSpPr>
              <p:spPr>
                <a:xfrm>
                  <a:off x="6405042" y="2108937"/>
                  <a:ext cx="61281" cy="59523"/>
                </a:xfrm>
                <a:custGeom>
                  <a:rect b="b" l="l" r="r" t="t"/>
                  <a:pathLst>
                    <a:path extrusionOk="0" h="643" w="662">
                      <a:moveTo>
                        <a:pt x="631" y="0"/>
                      </a:moveTo>
                      <a:cubicBezTo>
                        <a:pt x="626" y="0"/>
                        <a:pt x="622" y="2"/>
                        <a:pt x="617" y="6"/>
                      </a:cubicBezTo>
                      <a:cubicBezTo>
                        <a:pt x="411" y="172"/>
                        <a:pt x="223" y="370"/>
                        <a:pt x="36" y="556"/>
                      </a:cubicBezTo>
                      <a:cubicBezTo>
                        <a:pt x="0" y="593"/>
                        <a:pt x="37" y="643"/>
                        <a:pt x="77" y="643"/>
                      </a:cubicBezTo>
                      <a:cubicBezTo>
                        <a:pt x="89" y="643"/>
                        <a:pt x="102" y="638"/>
                        <a:pt x="113" y="627"/>
                      </a:cubicBezTo>
                      <a:cubicBezTo>
                        <a:pt x="288" y="431"/>
                        <a:pt x="479" y="245"/>
                        <a:pt x="648" y="43"/>
                      </a:cubicBezTo>
                      <a:cubicBezTo>
                        <a:pt x="662" y="26"/>
                        <a:pt x="648" y="0"/>
                        <a:pt x="6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4" name="Google Shape;1794;p44"/>
                <p:cNvSpPr/>
                <p:nvPr/>
              </p:nvSpPr>
              <p:spPr>
                <a:xfrm>
                  <a:off x="6423185" y="2103013"/>
                  <a:ext cx="60541" cy="64058"/>
                </a:xfrm>
                <a:custGeom>
                  <a:rect b="b" l="l" r="r" t="t"/>
                  <a:pathLst>
                    <a:path extrusionOk="0" h="692" w="654">
                      <a:moveTo>
                        <a:pt x="614" y="1"/>
                      </a:moveTo>
                      <a:cubicBezTo>
                        <a:pt x="608" y="1"/>
                        <a:pt x="602" y="3"/>
                        <a:pt x="596" y="9"/>
                      </a:cubicBezTo>
                      <a:cubicBezTo>
                        <a:pt x="406" y="207"/>
                        <a:pt x="223" y="407"/>
                        <a:pt x="33" y="605"/>
                      </a:cubicBezTo>
                      <a:cubicBezTo>
                        <a:pt x="0" y="642"/>
                        <a:pt x="38" y="691"/>
                        <a:pt x="75" y="691"/>
                      </a:cubicBezTo>
                      <a:cubicBezTo>
                        <a:pt x="87" y="691"/>
                        <a:pt x="99" y="686"/>
                        <a:pt x="108" y="674"/>
                      </a:cubicBezTo>
                      <a:cubicBezTo>
                        <a:pt x="281" y="461"/>
                        <a:pt x="459" y="253"/>
                        <a:pt x="636" y="47"/>
                      </a:cubicBezTo>
                      <a:cubicBezTo>
                        <a:pt x="653" y="26"/>
                        <a:pt x="634" y="1"/>
                        <a:pt x="61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5" name="Google Shape;1795;p44"/>
                <p:cNvSpPr/>
                <p:nvPr/>
              </p:nvSpPr>
              <p:spPr>
                <a:xfrm>
                  <a:off x="6435867" y="2106993"/>
                  <a:ext cx="57856" cy="61281"/>
                </a:xfrm>
                <a:custGeom>
                  <a:rect b="b" l="l" r="r" t="t"/>
                  <a:pathLst>
                    <a:path extrusionOk="0" h="662" w="625">
                      <a:moveTo>
                        <a:pt x="585" y="1"/>
                      </a:moveTo>
                      <a:cubicBezTo>
                        <a:pt x="579" y="1"/>
                        <a:pt x="572" y="3"/>
                        <a:pt x="565" y="10"/>
                      </a:cubicBezTo>
                      <a:cubicBezTo>
                        <a:pt x="467" y="112"/>
                        <a:pt x="367" y="212"/>
                        <a:pt x="267" y="312"/>
                      </a:cubicBezTo>
                      <a:cubicBezTo>
                        <a:pt x="188" y="391"/>
                        <a:pt x="63" y="479"/>
                        <a:pt x="11" y="579"/>
                      </a:cubicBezTo>
                      <a:cubicBezTo>
                        <a:pt x="1" y="600"/>
                        <a:pt x="5" y="625"/>
                        <a:pt x="21" y="639"/>
                      </a:cubicBezTo>
                      <a:lnTo>
                        <a:pt x="32" y="650"/>
                      </a:lnTo>
                      <a:cubicBezTo>
                        <a:pt x="40" y="658"/>
                        <a:pt x="51" y="661"/>
                        <a:pt x="61" y="661"/>
                      </a:cubicBezTo>
                      <a:cubicBezTo>
                        <a:pt x="91" y="661"/>
                        <a:pt x="121" y="632"/>
                        <a:pt x="109" y="600"/>
                      </a:cubicBezTo>
                      <a:cubicBezTo>
                        <a:pt x="105" y="593"/>
                        <a:pt x="209" y="491"/>
                        <a:pt x="219" y="481"/>
                      </a:cubicBezTo>
                      <a:lnTo>
                        <a:pt x="353" y="329"/>
                      </a:lnTo>
                      <a:cubicBezTo>
                        <a:pt x="436" y="233"/>
                        <a:pt x="520" y="139"/>
                        <a:pt x="607" y="45"/>
                      </a:cubicBezTo>
                      <a:cubicBezTo>
                        <a:pt x="624" y="26"/>
                        <a:pt x="606" y="1"/>
                        <a:pt x="58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6" name="Google Shape;1796;p44"/>
                <p:cNvSpPr/>
                <p:nvPr/>
              </p:nvSpPr>
              <p:spPr>
                <a:xfrm>
                  <a:off x="6457898" y="2101254"/>
                  <a:ext cx="61466" cy="62485"/>
                </a:xfrm>
                <a:custGeom>
                  <a:rect b="b" l="l" r="r" t="t"/>
                  <a:pathLst>
                    <a:path extrusionOk="0" h="675" w="664">
                      <a:moveTo>
                        <a:pt x="621" y="1"/>
                      </a:moveTo>
                      <a:cubicBezTo>
                        <a:pt x="614" y="1"/>
                        <a:pt x="607" y="3"/>
                        <a:pt x="600" y="9"/>
                      </a:cubicBezTo>
                      <a:cubicBezTo>
                        <a:pt x="405" y="195"/>
                        <a:pt x="200" y="385"/>
                        <a:pt x="29" y="595"/>
                      </a:cubicBezTo>
                      <a:cubicBezTo>
                        <a:pt x="1" y="631"/>
                        <a:pt x="32" y="675"/>
                        <a:pt x="66" y="675"/>
                      </a:cubicBezTo>
                      <a:cubicBezTo>
                        <a:pt x="77" y="675"/>
                        <a:pt x="89" y="670"/>
                        <a:pt x="98" y="660"/>
                      </a:cubicBezTo>
                      <a:cubicBezTo>
                        <a:pt x="284" y="457"/>
                        <a:pt x="455" y="245"/>
                        <a:pt x="644" y="47"/>
                      </a:cubicBezTo>
                      <a:cubicBezTo>
                        <a:pt x="663" y="26"/>
                        <a:pt x="644" y="1"/>
                        <a:pt x="62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7" name="Google Shape;1797;p44"/>
                <p:cNvSpPr/>
                <p:nvPr/>
              </p:nvSpPr>
              <p:spPr>
                <a:xfrm>
                  <a:off x="6471228" y="2096070"/>
                  <a:ext cx="69150" cy="70631"/>
                </a:xfrm>
                <a:custGeom>
                  <a:rect b="b" l="l" r="r" t="t"/>
                  <a:pathLst>
                    <a:path extrusionOk="0" h="763" w="747">
                      <a:moveTo>
                        <a:pt x="707" y="1"/>
                      </a:moveTo>
                      <a:cubicBezTo>
                        <a:pt x="701" y="1"/>
                        <a:pt x="694" y="3"/>
                        <a:pt x="688" y="9"/>
                      </a:cubicBezTo>
                      <a:cubicBezTo>
                        <a:pt x="565" y="128"/>
                        <a:pt x="442" y="247"/>
                        <a:pt x="319" y="366"/>
                      </a:cubicBezTo>
                      <a:cubicBezTo>
                        <a:pt x="217" y="466"/>
                        <a:pt x="83" y="561"/>
                        <a:pt x="19" y="691"/>
                      </a:cubicBezTo>
                      <a:cubicBezTo>
                        <a:pt x="1" y="730"/>
                        <a:pt x="33" y="763"/>
                        <a:pt x="66" y="763"/>
                      </a:cubicBezTo>
                      <a:cubicBezTo>
                        <a:pt x="82" y="763"/>
                        <a:pt x="98" y="755"/>
                        <a:pt x="108" y="736"/>
                      </a:cubicBezTo>
                      <a:cubicBezTo>
                        <a:pt x="179" y="601"/>
                        <a:pt x="308" y="493"/>
                        <a:pt x="413" y="382"/>
                      </a:cubicBezTo>
                      <a:cubicBezTo>
                        <a:pt x="517" y="270"/>
                        <a:pt x="623" y="157"/>
                        <a:pt x="729" y="47"/>
                      </a:cubicBezTo>
                      <a:cubicBezTo>
                        <a:pt x="747" y="26"/>
                        <a:pt x="728" y="1"/>
                        <a:pt x="70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8" name="Google Shape;1798;p44"/>
                <p:cNvSpPr/>
                <p:nvPr/>
              </p:nvSpPr>
              <p:spPr>
                <a:xfrm>
                  <a:off x="6494648" y="2099680"/>
                  <a:ext cx="58967" cy="62300"/>
                </a:xfrm>
                <a:custGeom>
                  <a:rect b="b" l="l" r="r" t="t"/>
                  <a:pathLst>
                    <a:path extrusionOk="0" h="673" w="637">
                      <a:moveTo>
                        <a:pt x="615" y="1"/>
                      </a:moveTo>
                      <a:cubicBezTo>
                        <a:pt x="611" y="1"/>
                        <a:pt x="607" y="2"/>
                        <a:pt x="604" y="6"/>
                      </a:cubicBezTo>
                      <a:cubicBezTo>
                        <a:pt x="416" y="206"/>
                        <a:pt x="226" y="406"/>
                        <a:pt x="30" y="600"/>
                      </a:cubicBezTo>
                      <a:cubicBezTo>
                        <a:pt x="0" y="630"/>
                        <a:pt x="33" y="673"/>
                        <a:pt x="66" y="673"/>
                      </a:cubicBezTo>
                      <a:cubicBezTo>
                        <a:pt x="76" y="673"/>
                        <a:pt x="87" y="668"/>
                        <a:pt x="95" y="658"/>
                      </a:cubicBezTo>
                      <a:cubicBezTo>
                        <a:pt x="268" y="443"/>
                        <a:pt x="445" y="233"/>
                        <a:pt x="627" y="26"/>
                      </a:cubicBezTo>
                      <a:cubicBezTo>
                        <a:pt x="636" y="15"/>
                        <a:pt x="626" y="1"/>
                        <a:pt x="61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9" name="Google Shape;1799;p44"/>
                <p:cNvSpPr/>
                <p:nvPr/>
              </p:nvSpPr>
              <p:spPr>
                <a:xfrm>
                  <a:off x="6510755" y="2094774"/>
                  <a:ext cx="64984" cy="69428"/>
                </a:xfrm>
                <a:custGeom>
                  <a:rect b="b" l="l" r="r" t="t"/>
                  <a:pathLst>
                    <a:path extrusionOk="0" h="750" w="702">
                      <a:moveTo>
                        <a:pt x="677" y="0"/>
                      </a:moveTo>
                      <a:cubicBezTo>
                        <a:pt x="673" y="0"/>
                        <a:pt x="668" y="2"/>
                        <a:pt x="665" y="6"/>
                      </a:cubicBezTo>
                      <a:cubicBezTo>
                        <a:pt x="484" y="257"/>
                        <a:pt x="236" y="448"/>
                        <a:pt x="23" y="669"/>
                      </a:cubicBezTo>
                      <a:cubicBezTo>
                        <a:pt x="0" y="690"/>
                        <a:pt x="13" y="721"/>
                        <a:pt x="36" y="738"/>
                      </a:cubicBezTo>
                      <a:lnTo>
                        <a:pt x="44" y="744"/>
                      </a:lnTo>
                      <a:cubicBezTo>
                        <a:pt x="50" y="748"/>
                        <a:pt x="57" y="750"/>
                        <a:pt x="64" y="750"/>
                      </a:cubicBezTo>
                      <a:cubicBezTo>
                        <a:pt x="73" y="750"/>
                        <a:pt x="83" y="747"/>
                        <a:pt x="90" y="742"/>
                      </a:cubicBezTo>
                      <a:cubicBezTo>
                        <a:pt x="92" y="740"/>
                        <a:pt x="96" y="738"/>
                        <a:pt x="100" y="736"/>
                      </a:cubicBezTo>
                      <a:cubicBezTo>
                        <a:pt x="115" y="725"/>
                        <a:pt x="119" y="707"/>
                        <a:pt x="117" y="692"/>
                      </a:cubicBezTo>
                      <a:cubicBezTo>
                        <a:pt x="294" y="459"/>
                        <a:pt x="525" y="269"/>
                        <a:pt x="694" y="27"/>
                      </a:cubicBezTo>
                      <a:cubicBezTo>
                        <a:pt x="702" y="15"/>
                        <a:pt x="689" y="0"/>
                        <a:pt x="67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00" name="Google Shape;1800;p44"/>
                <p:cNvSpPr/>
                <p:nvPr/>
              </p:nvSpPr>
              <p:spPr>
                <a:xfrm>
                  <a:off x="6533805" y="2096810"/>
                  <a:ext cx="58875" cy="66465"/>
                </a:xfrm>
                <a:custGeom>
                  <a:rect b="b" l="l" r="r" t="t"/>
                  <a:pathLst>
                    <a:path extrusionOk="0" h="718" w="636">
                      <a:moveTo>
                        <a:pt x="595" y="0"/>
                      </a:moveTo>
                      <a:cubicBezTo>
                        <a:pt x="588" y="0"/>
                        <a:pt x="581" y="3"/>
                        <a:pt x="575" y="9"/>
                      </a:cubicBezTo>
                      <a:cubicBezTo>
                        <a:pt x="389" y="216"/>
                        <a:pt x="197" y="420"/>
                        <a:pt x="28" y="639"/>
                      </a:cubicBezTo>
                      <a:cubicBezTo>
                        <a:pt x="0" y="673"/>
                        <a:pt x="31" y="717"/>
                        <a:pt x="65" y="717"/>
                      </a:cubicBezTo>
                      <a:cubicBezTo>
                        <a:pt x="76" y="717"/>
                        <a:pt x="87" y="713"/>
                        <a:pt x="97" y="701"/>
                      </a:cubicBezTo>
                      <a:cubicBezTo>
                        <a:pt x="276" y="489"/>
                        <a:pt x="441" y="264"/>
                        <a:pt x="618" y="49"/>
                      </a:cubicBezTo>
                      <a:cubicBezTo>
                        <a:pt x="636" y="27"/>
                        <a:pt x="616" y="0"/>
                        <a:pt x="59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01" name="Google Shape;1801;p44"/>
                <p:cNvSpPr/>
                <p:nvPr/>
              </p:nvSpPr>
              <p:spPr>
                <a:xfrm>
                  <a:off x="6555836" y="2093293"/>
                  <a:ext cx="54246" cy="56838"/>
                </a:xfrm>
                <a:custGeom>
                  <a:rect b="b" l="l" r="r" t="t"/>
                  <a:pathLst>
                    <a:path extrusionOk="0" h="614" w="586">
                      <a:moveTo>
                        <a:pt x="545" y="1"/>
                      </a:moveTo>
                      <a:cubicBezTo>
                        <a:pt x="538" y="1"/>
                        <a:pt x="531" y="3"/>
                        <a:pt x="524" y="10"/>
                      </a:cubicBezTo>
                      <a:cubicBezTo>
                        <a:pt x="359" y="185"/>
                        <a:pt x="195" y="362"/>
                        <a:pt x="30" y="537"/>
                      </a:cubicBezTo>
                      <a:cubicBezTo>
                        <a:pt x="0" y="570"/>
                        <a:pt x="32" y="614"/>
                        <a:pt x="65" y="614"/>
                      </a:cubicBezTo>
                      <a:cubicBezTo>
                        <a:pt x="76" y="614"/>
                        <a:pt x="88" y="609"/>
                        <a:pt x="97" y="598"/>
                      </a:cubicBezTo>
                      <a:cubicBezTo>
                        <a:pt x="253" y="414"/>
                        <a:pt x="409" y="231"/>
                        <a:pt x="568" y="47"/>
                      </a:cubicBezTo>
                      <a:cubicBezTo>
                        <a:pt x="585" y="27"/>
                        <a:pt x="567" y="1"/>
                        <a:pt x="54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02" name="Google Shape;1802;p44"/>
                <p:cNvSpPr/>
                <p:nvPr/>
              </p:nvSpPr>
              <p:spPr>
                <a:xfrm>
                  <a:off x="6568795" y="2097736"/>
                  <a:ext cx="53691" cy="54987"/>
                </a:xfrm>
                <a:custGeom>
                  <a:rect b="b" l="l" r="r" t="t"/>
                  <a:pathLst>
                    <a:path extrusionOk="0" h="594" w="580">
                      <a:moveTo>
                        <a:pt x="544" y="1"/>
                      </a:moveTo>
                      <a:cubicBezTo>
                        <a:pt x="537" y="1"/>
                        <a:pt x="531" y="3"/>
                        <a:pt x="526" y="8"/>
                      </a:cubicBezTo>
                      <a:cubicBezTo>
                        <a:pt x="507" y="22"/>
                        <a:pt x="488" y="39"/>
                        <a:pt x="472" y="58"/>
                      </a:cubicBezTo>
                      <a:cubicBezTo>
                        <a:pt x="470" y="60"/>
                        <a:pt x="470" y="64"/>
                        <a:pt x="470" y="66"/>
                      </a:cubicBezTo>
                      <a:cubicBezTo>
                        <a:pt x="326" y="218"/>
                        <a:pt x="188" y="375"/>
                        <a:pt x="34" y="518"/>
                      </a:cubicBezTo>
                      <a:cubicBezTo>
                        <a:pt x="1" y="549"/>
                        <a:pt x="33" y="593"/>
                        <a:pt x="68" y="593"/>
                      </a:cubicBezTo>
                      <a:cubicBezTo>
                        <a:pt x="79" y="593"/>
                        <a:pt x="91" y="589"/>
                        <a:pt x="101" y="579"/>
                      </a:cubicBezTo>
                      <a:cubicBezTo>
                        <a:pt x="267" y="412"/>
                        <a:pt x="436" y="233"/>
                        <a:pt x="565" y="35"/>
                      </a:cubicBezTo>
                      <a:cubicBezTo>
                        <a:pt x="579" y="17"/>
                        <a:pt x="562" y="1"/>
                        <a:pt x="54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03" name="Google Shape;1803;p44"/>
                <p:cNvSpPr/>
                <p:nvPr/>
              </p:nvSpPr>
              <p:spPr>
                <a:xfrm>
                  <a:off x="6592400" y="2094774"/>
                  <a:ext cx="46007" cy="58227"/>
                </a:xfrm>
                <a:custGeom>
                  <a:rect b="b" l="l" r="r" t="t"/>
                  <a:pathLst>
                    <a:path extrusionOk="0" h="629" w="497">
                      <a:moveTo>
                        <a:pt x="470" y="0"/>
                      </a:moveTo>
                      <a:cubicBezTo>
                        <a:pt x="465" y="0"/>
                        <a:pt x="460" y="2"/>
                        <a:pt x="456" y="6"/>
                      </a:cubicBezTo>
                      <a:cubicBezTo>
                        <a:pt x="369" y="113"/>
                        <a:pt x="281" y="217"/>
                        <a:pt x="194" y="323"/>
                      </a:cubicBezTo>
                      <a:cubicBezTo>
                        <a:pt x="152" y="375"/>
                        <a:pt x="112" y="425"/>
                        <a:pt x="71" y="475"/>
                      </a:cubicBezTo>
                      <a:cubicBezTo>
                        <a:pt x="46" y="505"/>
                        <a:pt x="6" y="536"/>
                        <a:pt x="2" y="575"/>
                      </a:cubicBezTo>
                      <a:cubicBezTo>
                        <a:pt x="0" y="600"/>
                        <a:pt x="18" y="629"/>
                        <a:pt x="43" y="629"/>
                      </a:cubicBezTo>
                      <a:cubicBezTo>
                        <a:pt x="48" y="629"/>
                        <a:pt x="53" y="628"/>
                        <a:pt x="58" y="625"/>
                      </a:cubicBezTo>
                      <a:cubicBezTo>
                        <a:pt x="60" y="625"/>
                        <a:pt x="62" y="625"/>
                        <a:pt x="64" y="623"/>
                      </a:cubicBezTo>
                      <a:cubicBezTo>
                        <a:pt x="79" y="617"/>
                        <a:pt x="94" y="600"/>
                        <a:pt x="94" y="582"/>
                      </a:cubicBezTo>
                      <a:cubicBezTo>
                        <a:pt x="117" y="530"/>
                        <a:pt x="177" y="469"/>
                        <a:pt x="208" y="423"/>
                      </a:cubicBezTo>
                      <a:lnTo>
                        <a:pt x="308" y="282"/>
                      </a:lnTo>
                      <a:cubicBezTo>
                        <a:pt x="369" y="198"/>
                        <a:pt x="429" y="113"/>
                        <a:pt x="488" y="27"/>
                      </a:cubicBezTo>
                      <a:cubicBezTo>
                        <a:pt x="497" y="15"/>
                        <a:pt x="483" y="0"/>
                        <a:pt x="4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04" name="Google Shape;1804;p44"/>
                <p:cNvSpPr/>
                <p:nvPr/>
              </p:nvSpPr>
              <p:spPr>
                <a:xfrm>
                  <a:off x="6607952" y="2093848"/>
                  <a:ext cx="47026" cy="51654"/>
                </a:xfrm>
                <a:custGeom>
                  <a:rect b="b" l="l" r="r" t="t"/>
                  <a:pathLst>
                    <a:path extrusionOk="0" h="558" w="508">
                      <a:moveTo>
                        <a:pt x="481" y="0"/>
                      </a:moveTo>
                      <a:cubicBezTo>
                        <a:pt x="476" y="0"/>
                        <a:pt x="472" y="2"/>
                        <a:pt x="468" y="6"/>
                      </a:cubicBezTo>
                      <a:cubicBezTo>
                        <a:pt x="317" y="164"/>
                        <a:pt x="169" y="327"/>
                        <a:pt x="26" y="492"/>
                      </a:cubicBezTo>
                      <a:cubicBezTo>
                        <a:pt x="1" y="520"/>
                        <a:pt x="30" y="558"/>
                        <a:pt x="58" y="558"/>
                      </a:cubicBezTo>
                      <a:cubicBezTo>
                        <a:pt x="68" y="558"/>
                        <a:pt x="77" y="554"/>
                        <a:pt x="84" y="544"/>
                      </a:cubicBezTo>
                      <a:cubicBezTo>
                        <a:pt x="215" y="367"/>
                        <a:pt x="351" y="196"/>
                        <a:pt x="497" y="31"/>
                      </a:cubicBezTo>
                      <a:cubicBezTo>
                        <a:pt x="508" y="17"/>
                        <a:pt x="495" y="0"/>
                        <a:pt x="48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05" name="Google Shape;1805;p44"/>
                <p:cNvSpPr/>
                <p:nvPr/>
              </p:nvSpPr>
              <p:spPr>
                <a:xfrm>
                  <a:off x="6614524" y="2093663"/>
                  <a:ext cx="56190" cy="61374"/>
                </a:xfrm>
                <a:custGeom>
                  <a:rect b="b" l="l" r="r" t="t"/>
                  <a:pathLst>
                    <a:path extrusionOk="0" h="663" w="607">
                      <a:moveTo>
                        <a:pt x="573" y="1"/>
                      </a:moveTo>
                      <a:cubicBezTo>
                        <a:pt x="568" y="1"/>
                        <a:pt x="562" y="3"/>
                        <a:pt x="557" y="8"/>
                      </a:cubicBezTo>
                      <a:cubicBezTo>
                        <a:pt x="374" y="194"/>
                        <a:pt x="194" y="385"/>
                        <a:pt x="30" y="590"/>
                      </a:cubicBezTo>
                      <a:cubicBezTo>
                        <a:pt x="0" y="625"/>
                        <a:pt x="30" y="663"/>
                        <a:pt x="63" y="663"/>
                      </a:cubicBezTo>
                      <a:cubicBezTo>
                        <a:pt x="77" y="663"/>
                        <a:pt x="92" y="656"/>
                        <a:pt x="103" y="640"/>
                      </a:cubicBezTo>
                      <a:cubicBezTo>
                        <a:pt x="253" y="427"/>
                        <a:pt x="413" y="227"/>
                        <a:pt x="590" y="37"/>
                      </a:cubicBezTo>
                      <a:cubicBezTo>
                        <a:pt x="606" y="21"/>
                        <a:pt x="591" y="1"/>
                        <a:pt x="57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06" name="Google Shape;1806;p44"/>
                <p:cNvSpPr/>
                <p:nvPr/>
              </p:nvSpPr>
              <p:spPr>
                <a:xfrm>
                  <a:off x="6636648" y="2081907"/>
                  <a:ext cx="56283" cy="60078"/>
                </a:xfrm>
                <a:custGeom>
                  <a:rect b="b" l="l" r="r" t="t"/>
                  <a:pathLst>
                    <a:path extrusionOk="0" h="649" w="608">
                      <a:moveTo>
                        <a:pt x="577" y="1"/>
                      </a:moveTo>
                      <a:cubicBezTo>
                        <a:pt x="572" y="1"/>
                        <a:pt x="566" y="3"/>
                        <a:pt x="562" y="8"/>
                      </a:cubicBezTo>
                      <a:cubicBezTo>
                        <a:pt x="391" y="200"/>
                        <a:pt x="216" y="387"/>
                        <a:pt x="32" y="571"/>
                      </a:cubicBezTo>
                      <a:cubicBezTo>
                        <a:pt x="1" y="602"/>
                        <a:pt x="35" y="649"/>
                        <a:pt x="70" y="649"/>
                      </a:cubicBezTo>
                      <a:cubicBezTo>
                        <a:pt x="81" y="649"/>
                        <a:pt x="92" y="644"/>
                        <a:pt x="101" y="633"/>
                      </a:cubicBezTo>
                      <a:cubicBezTo>
                        <a:pt x="270" y="437"/>
                        <a:pt x="435" y="239"/>
                        <a:pt x="593" y="37"/>
                      </a:cubicBezTo>
                      <a:cubicBezTo>
                        <a:pt x="607" y="21"/>
                        <a:pt x="593" y="1"/>
                        <a:pt x="57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07" name="Google Shape;1807;p44"/>
                <p:cNvSpPr/>
                <p:nvPr/>
              </p:nvSpPr>
              <p:spPr>
                <a:xfrm>
                  <a:off x="6654144" y="2081537"/>
                  <a:ext cx="56653" cy="59245"/>
                </a:xfrm>
                <a:custGeom>
                  <a:rect b="b" l="l" r="r" t="t"/>
                  <a:pathLst>
                    <a:path extrusionOk="0" h="640" w="612">
                      <a:moveTo>
                        <a:pt x="572" y="0"/>
                      </a:moveTo>
                      <a:cubicBezTo>
                        <a:pt x="565" y="0"/>
                        <a:pt x="558" y="3"/>
                        <a:pt x="552" y="10"/>
                      </a:cubicBezTo>
                      <a:cubicBezTo>
                        <a:pt x="379" y="193"/>
                        <a:pt x="198" y="372"/>
                        <a:pt x="31" y="560"/>
                      </a:cubicBezTo>
                      <a:cubicBezTo>
                        <a:pt x="1" y="595"/>
                        <a:pt x="34" y="639"/>
                        <a:pt x="68" y="639"/>
                      </a:cubicBezTo>
                      <a:cubicBezTo>
                        <a:pt x="79" y="639"/>
                        <a:pt x="90" y="635"/>
                        <a:pt x="100" y="625"/>
                      </a:cubicBezTo>
                      <a:cubicBezTo>
                        <a:pt x="271" y="437"/>
                        <a:pt x="429" y="239"/>
                        <a:pt x="594" y="47"/>
                      </a:cubicBezTo>
                      <a:cubicBezTo>
                        <a:pt x="611" y="27"/>
                        <a:pt x="593" y="0"/>
                        <a:pt x="57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08" name="Google Shape;1808;p44"/>
                <p:cNvSpPr/>
                <p:nvPr/>
              </p:nvSpPr>
              <p:spPr>
                <a:xfrm>
                  <a:off x="6674046" y="2073576"/>
                  <a:ext cx="52765" cy="62114"/>
                </a:xfrm>
                <a:custGeom>
                  <a:rect b="b" l="l" r="r" t="t"/>
                  <a:pathLst>
                    <a:path extrusionOk="0" h="671" w="570">
                      <a:moveTo>
                        <a:pt x="533" y="1"/>
                      </a:moveTo>
                      <a:cubicBezTo>
                        <a:pt x="527" y="1"/>
                        <a:pt x="520" y="4"/>
                        <a:pt x="514" y="10"/>
                      </a:cubicBezTo>
                      <a:cubicBezTo>
                        <a:pt x="352" y="204"/>
                        <a:pt x="181" y="394"/>
                        <a:pt x="27" y="592"/>
                      </a:cubicBezTo>
                      <a:cubicBezTo>
                        <a:pt x="0" y="628"/>
                        <a:pt x="31" y="671"/>
                        <a:pt x="64" y="671"/>
                      </a:cubicBezTo>
                      <a:cubicBezTo>
                        <a:pt x="75" y="671"/>
                        <a:pt x="86" y="666"/>
                        <a:pt x="95" y="654"/>
                      </a:cubicBezTo>
                      <a:cubicBezTo>
                        <a:pt x="256" y="458"/>
                        <a:pt x="402" y="250"/>
                        <a:pt x="554" y="48"/>
                      </a:cubicBezTo>
                      <a:cubicBezTo>
                        <a:pt x="569" y="26"/>
                        <a:pt x="552" y="1"/>
                        <a:pt x="53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09" name="Google Shape;1809;p44"/>
                <p:cNvSpPr/>
                <p:nvPr/>
              </p:nvSpPr>
              <p:spPr>
                <a:xfrm>
                  <a:off x="6691819" y="2073853"/>
                  <a:ext cx="54616" cy="55449"/>
                </a:xfrm>
                <a:custGeom>
                  <a:rect b="b" l="l" r="r" t="t"/>
                  <a:pathLst>
                    <a:path extrusionOk="0" h="599" w="590">
                      <a:moveTo>
                        <a:pt x="553" y="1"/>
                      </a:moveTo>
                      <a:cubicBezTo>
                        <a:pt x="547" y="1"/>
                        <a:pt x="540" y="3"/>
                        <a:pt x="535" y="9"/>
                      </a:cubicBezTo>
                      <a:cubicBezTo>
                        <a:pt x="368" y="180"/>
                        <a:pt x="203" y="353"/>
                        <a:pt x="33" y="522"/>
                      </a:cubicBezTo>
                      <a:cubicBezTo>
                        <a:pt x="1" y="552"/>
                        <a:pt x="35" y="598"/>
                        <a:pt x="69" y="598"/>
                      </a:cubicBezTo>
                      <a:cubicBezTo>
                        <a:pt x="80" y="598"/>
                        <a:pt x="91" y="594"/>
                        <a:pt x="99" y="583"/>
                      </a:cubicBezTo>
                      <a:cubicBezTo>
                        <a:pt x="251" y="397"/>
                        <a:pt x="412" y="220"/>
                        <a:pt x="572" y="45"/>
                      </a:cubicBezTo>
                      <a:cubicBezTo>
                        <a:pt x="590" y="26"/>
                        <a:pt x="572" y="1"/>
                        <a:pt x="55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10" name="Google Shape;1810;p44"/>
                <p:cNvSpPr/>
                <p:nvPr/>
              </p:nvSpPr>
              <p:spPr>
                <a:xfrm>
                  <a:off x="6706537" y="2070706"/>
                  <a:ext cx="54431" cy="55079"/>
                </a:xfrm>
                <a:custGeom>
                  <a:rect b="b" l="l" r="r" t="t"/>
                  <a:pathLst>
                    <a:path extrusionOk="0" h="595" w="588">
                      <a:moveTo>
                        <a:pt x="555" y="1"/>
                      </a:moveTo>
                      <a:cubicBezTo>
                        <a:pt x="549" y="1"/>
                        <a:pt x="543" y="3"/>
                        <a:pt x="538" y="8"/>
                      </a:cubicBezTo>
                      <a:cubicBezTo>
                        <a:pt x="372" y="179"/>
                        <a:pt x="205" y="352"/>
                        <a:pt x="32" y="519"/>
                      </a:cubicBezTo>
                      <a:cubicBezTo>
                        <a:pt x="0" y="549"/>
                        <a:pt x="35" y="595"/>
                        <a:pt x="70" y="595"/>
                      </a:cubicBezTo>
                      <a:cubicBezTo>
                        <a:pt x="81" y="595"/>
                        <a:pt x="92" y="590"/>
                        <a:pt x="101" y="579"/>
                      </a:cubicBezTo>
                      <a:cubicBezTo>
                        <a:pt x="253" y="396"/>
                        <a:pt x="413" y="219"/>
                        <a:pt x="572" y="39"/>
                      </a:cubicBezTo>
                      <a:cubicBezTo>
                        <a:pt x="588" y="22"/>
                        <a:pt x="572" y="1"/>
                        <a:pt x="55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11" name="Google Shape;1811;p44"/>
                <p:cNvSpPr/>
                <p:nvPr/>
              </p:nvSpPr>
              <p:spPr>
                <a:xfrm>
                  <a:off x="6724958" y="2067651"/>
                  <a:ext cx="53320" cy="53505"/>
                </a:xfrm>
                <a:custGeom>
                  <a:rect b="b" l="l" r="r" t="t"/>
                  <a:pathLst>
                    <a:path extrusionOk="0" h="578" w="576">
                      <a:moveTo>
                        <a:pt x="534" y="0"/>
                      </a:moveTo>
                      <a:cubicBezTo>
                        <a:pt x="527" y="0"/>
                        <a:pt x="521" y="2"/>
                        <a:pt x="514" y="8"/>
                      </a:cubicBezTo>
                      <a:cubicBezTo>
                        <a:pt x="348" y="164"/>
                        <a:pt x="189" y="329"/>
                        <a:pt x="33" y="493"/>
                      </a:cubicBezTo>
                      <a:cubicBezTo>
                        <a:pt x="0" y="529"/>
                        <a:pt x="36" y="577"/>
                        <a:pt x="72" y="577"/>
                      </a:cubicBezTo>
                      <a:cubicBezTo>
                        <a:pt x="84" y="577"/>
                        <a:pt x="96" y="572"/>
                        <a:pt x="106" y="560"/>
                      </a:cubicBezTo>
                      <a:cubicBezTo>
                        <a:pt x="246" y="381"/>
                        <a:pt x="400" y="212"/>
                        <a:pt x="556" y="45"/>
                      </a:cubicBezTo>
                      <a:cubicBezTo>
                        <a:pt x="576" y="26"/>
                        <a:pt x="556" y="0"/>
                        <a:pt x="53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12" name="Google Shape;1812;p44"/>
                <p:cNvSpPr/>
                <p:nvPr/>
              </p:nvSpPr>
              <p:spPr>
                <a:xfrm>
                  <a:off x="6740695" y="2068855"/>
                  <a:ext cx="48784" cy="56005"/>
                </a:xfrm>
                <a:custGeom>
                  <a:rect b="b" l="l" r="r" t="t"/>
                  <a:pathLst>
                    <a:path extrusionOk="0" h="605" w="527">
                      <a:moveTo>
                        <a:pt x="489" y="1"/>
                      </a:moveTo>
                      <a:cubicBezTo>
                        <a:pt x="482" y="1"/>
                        <a:pt x="475" y="4"/>
                        <a:pt x="470" y="11"/>
                      </a:cubicBezTo>
                      <a:cubicBezTo>
                        <a:pt x="305" y="159"/>
                        <a:pt x="155" y="349"/>
                        <a:pt x="26" y="528"/>
                      </a:cubicBezTo>
                      <a:cubicBezTo>
                        <a:pt x="1" y="563"/>
                        <a:pt x="29" y="605"/>
                        <a:pt x="60" y="605"/>
                      </a:cubicBezTo>
                      <a:cubicBezTo>
                        <a:pt x="71" y="605"/>
                        <a:pt x="81" y="600"/>
                        <a:pt x="90" y="589"/>
                      </a:cubicBezTo>
                      <a:cubicBezTo>
                        <a:pt x="230" y="409"/>
                        <a:pt x="382" y="234"/>
                        <a:pt x="511" y="49"/>
                      </a:cubicBezTo>
                      <a:cubicBezTo>
                        <a:pt x="527" y="27"/>
                        <a:pt x="509" y="1"/>
                        <a:pt x="48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13" name="Google Shape;1813;p44"/>
                <p:cNvSpPr/>
                <p:nvPr/>
              </p:nvSpPr>
              <p:spPr>
                <a:xfrm>
                  <a:off x="6765411" y="2070613"/>
                  <a:ext cx="41564" cy="49062"/>
                </a:xfrm>
                <a:custGeom>
                  <a:rect b="b" l="l" r="r" t="t"/>
                  <a:pathLst>
                    <a:path extrusionOk="0" h="530" w="449">
                      <a:moveTo>
                        <a:pt x="417" y="1"/>
                      </a:moveTo>
                      <a:cubicBezTo>
                        <a:pt x="412" y="1"/>
                        <a:pt x="406" y="2"/>
                        <a:pt x="401" y="7"/>
                      </a:cubicBezTo>
                      <a:lnTo>
                        <a:pt x="376" y="28"/>
                      </a:lnTo>
                      <a:cubicBezTo>
                        <a:pt x="373" y="32"/>
                        <a:pt x="371" y="34"/>
                        <a:pt x="371" y="38"/>
                      </a:cubicBezTo>
                      <a:cubicBezTo>
                        <a:pt x="250" y="169"/>
                        <a:pt x="142" y="315"/>
                        <a:pt x="27" y="453"/>
                      </a:cubicBezTo>
                      <a:cubicBezTo>
                        <a:pt x="1" y="487"/>
                        <a:pt x="33" y="530"/>
                        <a:pt x="64" y="530"/>
                      </a:cubicBezTo>
                      <a:cubicBezTo>
                        <a:pt x="75" y="530"/>
                        <a:pt x="86" y="525"/>
                        <a:pt x="94" y="513"/>
                      </a:cubicBezTo>
                      <a:cubicBezTo>
                        <a:pt x="209" y="355"/>
                        <a:pt x="334" y="199"/>
                        <a:pt x="438" y="32"/>
                      </a:cubicBezTo>
                      <a:cubicBezTo>
                        <a:pt x="449" y="15"/>
                        <a:pt x="434" y="1"/>
                        <a:pt x="41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14" name="Google Shape;1814;p44"/>
                <p:cNvSpPr/>
                <p:nvPr/>
              </p:nvSpPr>
              <p:spPr>
                <a:xfrm>
                  <a:off x="6784387" y="2069225"/>
                  <a:ext cx="44248" cy="45544"/>
                </a:xfrm>
                <a:custGeom>
                  <a:rect b="b" l="l" r="r" t="t"/>
                  <a:pathLst>
                    <a:path extrusionOk="0" h="492" w="478">
                      <a:moveTo>
                        <a:pt x="441" y="0"/>
                      </a:moveTo>
                      <a:cubicBezTo>
                        <a:pt x="435" y="0"/>
                        <a:pt x="430" y="3"/>
                        <a:pt x="425" y="7"/>
                      </a:cubicBezTo>
                      <a:cubicBezTo>
                        <a:pt x="291" y="143"/>
                        <a:pt x="162" y="282"/>
                        <a:pt x="31" y="420"/>
                      </a:cubicBezTo>
                      <a:cubicBezTo>
                        <a:pt x="1" y="451"/>
                        <a:pt x="32" y="491"/>
                        <a:pt x="66" y="491"/>
                      </a:cubicBezTo>
                      <a:cubicBezTo>
                        <a:pt x="80" y="491"/>
                        <a:pt x="93" y="485"/>
                        <a:pt x="104" y="470"/>
                      </a:cubicBezTo>
                      <a:cubicBezTo>
                        <a:pt x="208" y="318"/>
                        <a:pt x="331" y="174"/>
                        <a:pt x="460" y="41"/>
                      </a:cubicBezTo>
                      <a:cubicBezTo>
                        <a:pt x="478" y="23"/>
                        <a:pt x="460" y="0"/>
                        <a:pt x="4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15" name="Google Shape;1815;p44"/>
                <p:cNvSpPr/>
                <p:nvPr/>
              </p:nvSpPr>
              <p:spPr>
                <a:xfrm>
                  <a:off x="6803642" y="2057839"/>
                  <a:ext cx="44619" cy="51099"/>
                </a:xfrm>
                <a:custGeom>
                  <a:rect b="b" l="l" r="r" t="t"/>
                  <a:pathLst>
                    <a:path extrusionOk="0" h="552" w="482">
                      <a:moveTo>
                        <a:pt x="456" y="1"/>
                      </a:moveTo>
                      <a:cubicBezTo>
                        <a:pt x="451" y="1"/>
                        <a:pt x="446" y="3"/>
                        <a:pt x="442" y="7"/>
                      </a:cubicBezTo>
                      <a:cubicBezTo>
                        <a:pt x="304" y="166"/>
                        <a:pt x="165" y="322"/>
                        <a:pt x="27" y="480"/>
                      </a:cubicBezTo>
                      <a:cubicBezTo>
                        <a:pt x="0" y="512"/>
                        <a:pt x="30" y="551"/>
                        <a:pt x="61" y="551"/>
                      </a:cubicBezTo>
                      <a:cubicBezTo>
                        <a:pt x="71" y="551"/>
                        <a:pt x="81" y="547"/>
                        <a:pt x="90" y="537"/>
                      </a:cubicBezTo>
                      <a:lnTo>
                        <a:pt x="471" y="32"/>
                      </a:lnTo>
                      <a:cubicBezTo>
                        <a:pt x="482" y="18"/>
                        <a:pt x="469" y="1"/>
                        <a:pt x="45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16" name="Google Shape;1816;p44"/>
                <p:cNvSpPr/>
                <p:nvPr/>
              </p:nvSpPr>
              <p:spPr>
                <a:xfrm>
                  <a:off x="6831597" y="2050989"/>
                  <a:ext cx="40361" cy="44896"/>
                </a:xfrm>
                <a:custGeom>
                  <a:rect b="b" l="l" r="r" t="t"/>
                  <a:pathLst>
                    <a:path extrusionOk="0" h="485" w="436">
                      <a:moveTo>
                        <a:pt x="399" y="1"/>
                      </a:moveTo>
                      <a:cubicBezTo>
                        <a:pt x="393" y="1"/>
                        <a:pt x="387" y="3"/>
                        <a:pt x="382" y="8"/>
                      </a:cubicBezTo>
                      <a:cubicBezTo>
                        <a:pt x="261" y="142"/>
                        <a:pt x="142" y="277"/>
                        <a:pt x="25" y="415"/>
                      </a:cubicBezTo>
                      <a:cubicBezTo>
                        <a:pt x="0" y="446"/>
                        <a:pt x="29" y="484"/>
                        <a:pt x="58" y="484"/>
                      </a:cubicBezTo>
                      <a:cubicBezTo>
                        <a:pt x="68" y="484"/>
                        <a:pt x="78" y="480"/>
                        <a:pt x="86" y="469"/>
                      </a:cubicBezTo>
                      <a:cubicBezTo>
                        <a:pt x="192" y="323"/>
                        <a:pt x="305" y="181"/>
                        <a:pt x="419" y="42"/>
                      </a:cubicBezTo>
                      <a:cubicBezTo>
                        <a:pt x="435" y="24"/>
                        <a:pt x="418" y="1"/>
                        <a:pt x="39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17" name="Google Shape;1817;p44"/>
                <p:cNvSpPr/>
                <p:nvPr/>
              </p:nvSpPr>
              <p:spPr>
                <a:xfrm>
                  <a:off x="6847519" y="2040991"/>
                  <a:ext cx="43415" cy="48322"/>
                </a:xfrm>
                <a:custGeom>
                  <a:rect b="b" l="l" r="r" t="t"/>
                  <a:pathLst>
                    <a:path extrusionOk="0" h="522" w="469">
                      <a:moveTo>
                        <a:pt x="444" y="0"/>
                      </a:moveTo>
                      <a:cubicBezTo>
                        <a:pt x="439" y="0"/>
                        <a:pt x="435" y="2"/>
                        <a:pt x="431" y="6"/>
                      </a:cubicBezTo>
                      <a:cubicBezTo>
                        <a:pt x="297" y="154"/>
                        <a:pt x="168" y="304"/>
                        <a:pt x="30" y="448"/>
                      </a:cubicBezTo>
                      <a:cubicBezTo>
                        <a:pt x="1" y="479"/>
                        <a:pt x="34" y="521"/>
                        <a:pt x="66" y="521"/>
                      </a:cubicBezTo>
                      <a:cubicBezTo>
                        <a:pt x="76" y="521"/>
                        <a:pt x="87" y="517"/>
                        <a:pt x="95" y="506"/>
                      </a:cubicBezTo>
                      <a:cubicBezTo>
                        <a:pt x="212" y="344"/>
                        <a:pt x="337" y="189"/>
                        <a:pt x="458" y="31"/>
                      </a:cubicBezTo>
                      <a:cubicBezTo>
                        <a:pt x="469" y="17"/>
                        <a:pt x="457" y="0"/>
                        <a:pt x="44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18" name="Google Shape;1818;p44"/>
                <p:cNvSpPr/>
                <p:nvPr/>
              </p:nvSpPr>
              <p:spPr>
                <a:xfrm>
                  <a:off x="6877326" y="2036641"/>
                  <a:ext cx="39527" cy="40546"/>
                </a:xfrm>
                <a:custGeom>
                  <a:rect b="b" l="l" r="r" t="t"/>
                  <a:pathLst>
                    <a:path extrusionOk="0" h="438" w="427">
                      <a:moveTo>
                        <a:pt x="378" y="0"/>
                      </a:moveTo>
                      <a:cubicBezTo>
                        <a:pt x="372" y="0"/>
                        <a:pt x="366" y="2"/>
                        <a:pt x="361" y="7"/>
                      </a:cubicBezTo>
                      <a:cubicBezTo>
                        <a:pt x="238" y="111"/>
                        <a:pt x="125" y="226"/>
                        <a:pt x="29" y="357"/>
                      </a:cubicBezTo>
                      <a:cubicBezTo>
                        <a:pt x="0" y="397"/>
                        <a:pt x="32" y="437"/>
                        <a:pt x="67" y="437"/>
                      </a:cubicBezTo>
                      <a:cubicBezTo>
                        <a:pt x="82" y="437"/>
                        <a:pt x="97" y="430"/>
                        <a:pt x="109" y="411"/>
                      </a:cubicBezTo>
                      <a:cubicBezTo>
                        <a:pt x="190" y="280"/>
                        <a:pt x="288" y="159"/>
                        <a:pt x="405" y="57"/>
                      </a:cubicBezTo>
                      <a:cubicBezTo>
                        <a:pt x="426" y="37"/>
                        <a:pt x="403" y="0"/>
                        <a:pt x="3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19" name="Google Shape;1819;p44"/>
                <p:cNvSpPr/>
                <p:nvPr/>
              </p:nvSpPr>
              <p:spPr>
                <a:xfrm>
                  <a:off x="6904171" y="2028957"/>
                  <a:ext cx="37398" cy="37213"/>
                </a:xfrm>
                <a:custGeom>
                  <a:rect b="b" l="l" r="r" t="t"/>
                  <a:pathLst>
                    <a:path extrusionOk="0" h="402" w="404">
                      <a:moveTo>
                        <a:pt x="363" y="0"/>
                      </a:moveTo>
                      <a:cubicBezTo>
                        <a:pt x="356" y="0"/>
                        <a:pt x="348" y="3"/>
                        <a:pt x="342" y="9"/>
                      </a:cubicBezTo>
                      <a:cubicBezTo>
                        <a:pt x="229" y="107"/>
                        <a:pt x="125" y="213"/>
                        <a:pt x="27" y="326"/>
                      </a:cubicBezTo>
                      <a:cubicBezTo>
                        <a:pt x="0" y="359"/>
                        <a:pt x="32" y="401"/>
                        <a:pt x="63" y="401"/>
                      </a:cubicBezTo>
                      <a:cubicBezTo>
                        <a:pt x="73" y="401"/>
                        <a:pt x="83" y="397"/>
                        <a:pt x="92" y="386"/>
                      </a:cubicBezTo>
                      <a:cubicBezTo>
                        <a:pt x="181" y="265"/>
                        <a:pt x="277" y="153"/>
                        <a:pt x="383" y="46"/>
                      </a:cubicBezTo>
                      <a:cubicBezTo>
                        <a:pt x="404" y="26"/>
                        <a:pt x="385" y="0"/>
                        <a:pt x="3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20" name="Google Shape;1820;p44"/>
                <p:cNvSpPr/>
                <p:nvPr/>
              </p:nvSpPr>
              <p:spPr>
                <a:xfrm>
                  <a:off x="6926017" y="2031734"/>
                  <a:ext cx="26660" cy="23698"/>
                </a:xfrm>
                <a:custGeom>
                  <a:rect b="b" l="l" r="r" t="t"/>
                  <a:pathLst>
                    <a:path extrusionOk="0" h="256" w="288">
                      <a:moveTo>
                        <a:pt x="260" y="0"/>
                      </a:moveTo>
                      <a:cubicBezTo>
                        <a:pt x="256" y="0"/>
                        <a:pt x="251" y="2"/>
                        <a:pt x="247" y="6"/>
                      </a:cubicBezTo>
                      <a:cubicBezTo>
                        <a:pt x="177" y="71"/>
                        <a:pt x="108" y="133"/>
                        <a:pt x="31" y="191"/>
                      </a:cubicBezTo>
                      <a:cubicBezTo>
                        <a:pt x="0" y="216"/>
                        <a:pt x="24" y="256"/>
                        <a:pt x="51" y="256"/>
                      </a:cubicBezTo>
                      <a:cubicBezTo>
                        <a:pt x="59" y="256"/>
                        <a:pt x="67" y="252"/>
                        <a:pt x="74" y="244"/>
                      </a:cubicBezTo>
                      <a:cubicBezTo>
                        <a:pt x="137" y="168"/>
                        <a:pt x="206" y="100"/>
                        <a:pt x="275" y="31"/>
                      </a:cubicBezTo>
                      <a:cubicBezTo>
                        <a:pt x="287" y="18"/>
                        <a:pt x="274" y="0"/>
                        <a:pt x="26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21" name="Google Shape;1821;p44"/>
                <p:cNvSpPr/>
                <p:nvPr/>
              </p:nvSpPr>
              <p:spPr>
                <a:xfrm>
                  <a:off x="6945642" y="2025718"/>
                  <a:ext cx="25827" cy="21754"/>
                </a:xfrm>
                <a:custGeom>
                  <a:rect b="b" l="l" r="r" t="t"/>
                  <a:pathLst>
                    <a:path extrusionOk="0" h="235" w="279">
                      <a:moveTo>
                        <a:pt x="237" y="1"/>
                      </a:moveTo>
                      <a:cubicBezTo>
                        <a:pt x="233" y="1"/>
                        <a:pt x="228" y="2"/>
                        <a:pt x="223" y="4"/>
                      </a:cubicBezTo>
                      <a:cubicBezTo>
                        <a:pt x="148" y="48"/>
                        <a:pt x="81" y="104"/>
                        <a:pt x="25" y="171"/>
                      </a:cubicBezTo>
                      <a:cubicBezTo>
                        <a:pt x="0" y="202"/>
                        <a:pt x="25" y="235"/>
                        <a:pt x="53" y="235"/>
                      </a:cubicBezTo>
                      <a:cubicBezTo>
                        <a:pt x="65" y="235"/>
                        <a:pt x="78" y="229"/>
                        <a:pt x="88" y="215"/>
                      </a:cubicBezTo>
                      <a:cubicBezTo>
                        <a:pt x="133" y="150"/>
                        <a:pt x="190" y="96"/>
                        <a:pt x="254" y="52"/>
                      </a:cubicBezTo>
                      <a:cubicBezTo>
                        <a:pt x="279" y="35"/>
                        <a:pt x="262" y="1"/>
                        <a:pt x="23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22" name="Google Shape;1822;p44"/>
                <p:cNvSpPr/>
                <p:nvPr/>
              </p:nvSpPr>
              <p:spPr>
                <a:xfrm>
                  <a:off x="6966470" y="2023403"/>
                  <a:ext cx="22217" cy="20180"/>
                </a:xfrm>
                <a:custGeom>
                  <a:rect b="b" l="l" r="r" t="t"/>
                  <a:pathLst>
                    <a:path extrusionOk="0" h="218" w="240">
                      <a:moveTo>
                        <a:pt x="192" y="1"/>
                      </a:moveTo>
                      <a:cubicBezTo>
                        <a:pt x="185" y="1"/>
                        <a:pt x="176" y="4"/>
                        <a:pt x="169" y="10"/>
                      </a:cubicBezTo>
                      <a:cubicBezTo>
                        <a:pt x="125" y="56"/>
                        <a:pt x="79" y="102"/>
                        <a:pt x="33" y="144"/>
                      </a:cubicBezTo>
                      <a:cubicBezTo>
                        <a:pt x="0" y="172"/>
                        <a:pt x="36" y="218"/>
                        <a:pt x="69" y="218"/>
                      </a:cubicBezTo>
                      <a:cubicBezTo>
                        <a:pt x="80" y="218"/>
                        <a:pt x="90" y="213"/>
                        <a:pt x="98" y="202"/>
                      </a:cubicBezTo>
                      <a:cubicBezTo>
                        <a:pt x="136" y="152"/>
                        <a:pt x="177" y="104"/>
                        <a:pt x="219" y="56"/>
                      </a:cubicBezTo>
                      <a:cubicBezTo>
                        <a:pt x="240" y="31"/>
                        <a:pt x="218" y="1"/>
                        <a:pt x="19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823" name="Google Shape;1823;p44"/>
              <p:cNvSpPr/>
              <p:nvPr/>
            </p:nvSpPr>
            <p:spPr>
              <a:xfrm>
                <a:off x="728725" y="1130975"/>
                <a:ext cx="1393050" cy="842950"/>
              </a:xfrm>
              <a:custGeom>
                <a:rect b="b" l="l" r="r" t="t"/>
                <a:pathLst>
                  <a:path extrusionOk="0" h="33718" w="55722">
                    <a:moveTo>
                      <a:pt x="3239" y="3334"/>
                    </a:moveTo>
                    <a:lnTo>
                      <a:pt x="0" y="25146"/>
                    </a:lnTo>
                    <a:lnTo>
                      <a:pt x="2858" y="24860"/>
                    </a:lnTo>
                    <a:lnTo>
                      <a:pt x="15431" y="24003"/>
                    </a:lnTo>
                    <a:lnTo>
                      <a:pt x="31623" y="24955"/>
                    </a:lnTo>
                    <a:lnTo>
                      <a:pt x="30957" y="30289"/>
                    </a:lnTo>
                    <a:lnTo>
                      <a:pt x="31147" y="33623"/>
                    </a:lnTo>
                    <a:lnTo>
                      <a:pt x="32100" y="33718"/>
                    </a:lnTo>
                    <a:lnTo>
                      <a:pt x="53531" y="23241"/>
                    </a:lnTo>
                    <a:lnTo>
                      <a:pt x="55722" y="18097"/>
                    </a:lnTo>
                    <a:lnTo>
                      <a:pt x="38100" y="2381"/>
                    </a:lnTo>
                    <a:lnTo>
                      <a:pt x="33624" y="4096"/>
                    </a:lnTo>
                    <a:lnTo>
                      <a:pt x="32862" y="7810"/>
                    </a:lnTo>
                    <a:lnTo>
                      <a:pt x="743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24" name="Google Shape;1824;p44"/>
              <p:cNvSpPr/>
              <p:nvPr/>
            </p:nvSpPr>
            <p:spPr>
              <a:xfrm rot="127566">
                <a:off x="733616" y="1156351"/>
                <a:ext cx="1383288" cy="817000"/>
              </a:xfrm>
              <a:custGeom>
                <a:rect b="b" l="l" r="r" t="t"/>
                <a:pathLst>
                  <a:path extrusionOk="0" h="20092" w="30366">
                    <a:moveTo>
                      <a:pt x="19044" y="589"/>
                    </a:moveTo>
                    <a:lnTo>
                      <a:pt x="18913" y="1375"/>
                    </a:lnTo>
                    <a:lnTo>
                      <a:pt x="18521" y="1571"/>
                    </a:lnTo>
                    <a:lnTo>
                      <a:pt x="18128" y="1833"/>
                    </a:lnTo>
                    <a:lnTo>
                      <a:pt x="17801" y="2029"/>
                    </a:lnTo>
                    <a:lnTo>
                      <a:pt x="17474" y="2356"/>
                    </a:lnTo>
                    <a:lnTo>
                      <a:pt x="17474" y="1702"/>
                    </a:lnTo>
                    <a:lnTo>
                      <a:pt x="18259" y="1178"/>
                    </a:lnTo>
                    <a:lnTo>
                      <a:pt x="19044" y="589"/>
                    </a:lnTo>
                    <a:close/>
                    <a:moveTo>
                      <a:pt x="18913" y="1571"/>
                    </a:moveTo>
                    <a:lnTo>
                      <a:pt x="18848" y="2226"/>
                    </a:lnTo>
                    <a:lnTo>
                      <a:pt x="18782" y="2226"/>
                    </a:lnTo>
                    <a:lnTo>
                      <a:pt x="18455" y="2487"/>
                    </a:lnTo>
                    <a:lnTo>
                      <a:pt x="18063" y="2749"/>
                    </a:lnTo>
                    <a:lnTo>
                      <a:pt x="17408" y="3404"/>
                    </a:lnTo>
                    <a:lnTo>
                      <a:pt x="17408" y="3469"/>
                    </a:lnTo>
                    <a:lnTo>
                      <a:pt x="17474" y="3469"/>
                    </a:lnTo>
                    <a:lnTo>
                      <a:pt x="18193" y="2945"/>
                    </a:lnTo>
                    <a:lnTo>
                      <a:pt x="18848" y="2422"/>
                    </a:lnTo>
                    <a:lnTo>
                      <a:pt x="18913" y="4189"/>
                    </a:lnTo>
                    <a:lnTo>
                      <a:pt x="18128" y="3927"/>
                    </a:lnTo>
                    <a:lnTo>
                      <a:pt x="17343" y="3665"/>
                    </a:lnTo>
                    <a:lnTo>
                      <a:pt x="17408" y="3142"/>
                    </a:lnTo>
                    <a:lnTo>
                      <a:pt x="17474" y="2553"/>
                    </a:lnTo>
                    <a:lnTo>
                      <a:pt x="18128" y="2029"/>
                    </a:lnTo>
                    <a:lnTo>
                      <a:pt x="18913" y="1571"/>
                    </a:lnTo>
                    <a:close/>
                    <a:moveTo>
                      <a:pt x="2422" y="1702"/>
                    </a:moveTo>
                    <a:lnTo>
                      <a:pt x="2225" y="5301"/>
                    </a:lnTo>
                    <a:lnTo>
                      <a:pt x="2029" y="8835"/>
                    </a:lnTo>
                    <a:lnTo>
                      <a:pt x="1963" y="8901"/>
                    </a:lnTo>
                    <a:lnTo>
                      <a:pt x="1505" y="9817"/>
                    </a:lnTo>
                    <a:lnTo>
                      <a:pt x="1113" y="10733"/>
                    </a:lnTo>
                    <a:lnTo>
                      <a:pt x="785" y="11715"/>
                    </a:lnTo>
                    <a:lnTo>
                      <a:pt x="524" y="12697"/>
                    </a:lnTo>
                    <a:lnTo>
                      <a:pt x="589" y="10013"/>
                    </a:lnTo>
                    <a:lnTo>
                      <a:pt x="982" y="9097"/>
                    </a:lnTo>
                    <a:lnTo>
                      <a:pt x="1309" y="8115"/>
                    </a:lnTo>
                    <a:lnTo>
                      <a:pt x="1636" y="7134"/>
                    </a:lnTo>
                    <a:lnTo>
                      <a:pt x="1898" y="6152"/>
                    </a:lnTo>
                    <a:lnTo>
                      <a:pt x="1898" y="6087"/>
                    </a:lnTo>
                    <a:lnTo>
                      <a:pt x="1833" y="6087"/>
                    </a:lnTo>
                    <a:lnTo>
                      <a:pt x="1767" y="6152"/>
                    </a:lnTo>
                    <a:lnTo>
                      <a:pt x="1178" y="7919"/>
                    </a:lnTo>
                    <a:lnTo>
                      <a:pt x="589" y="9686"/>
                    </a:lnTo>
                    <a:lnTo>
                      <a:pt x="589" y="9686"/>
                    </a:lnTo>
                    <a:lnTo>
                      <a:pt x="655" y="7003"/>
                    </a:lnTo>
                    <a:lnTo>
                      <a:pt x="1440" y="5040"/>
                    </a:lnTo>
                    <a:lnTo>
                      <a:pt x="2291" y="3142"/>
                    </a:lnTo>
                    <a:lnTo>
                      <a:pt x="2291" y="3076"/>
                    </a:lnTo>
                    <a:lnTo>
                      <a:pt x="2225" y="3076"/>
                    </a:lnTo>
                    <a:lnTo>
                      <a:pt x="2160" y="3011"/>
                    </a:lnTo>
                    <a:lnTo>
                      <a:pt x="2160" y="3076"/>
                    </a:lnTo>
                    <a:lnTo>
                      <a:pt x="1702" y="3927"/>
                    </a:lnTo>
                    <a:lnTo>
                      <a:pt x="1309" y="4778"/>
                    </a:lnTo>
                    <a:lnTo>
                      <a:pt x="655" y="6610"/>
                    </a:lnTo>
                    <a:lnTo>
                      <a:pt x="720" y="3796"/>
                    </a:lnTo>
                    <a:lnTo>
                      <a:pt x="785" y="3731"/>
                    </a:lnTo>
                    <a:lnTo>
                      <a:pt x="1047" y="3469"/>
                    </a:lnTo>
                    <a:lnTo>
                      <a:pt x="1309" y="3142"/>
                    </a:lnTo>
                    <a:lnTo>
                      <a:pt x="1833" y="2487"/>
                    </a:lnTo>
                    <a:lnTo>
                      <a:pt x="2422" y="1702"/>
                    </a:lnTo>
                    <a:close/>
                    <a:moveTo>
                      <a:pt x="29842" y="9097"/>
                    </a:moveTo>
                    <a:lnTo>
                      <a:pt x="29384" y="10406"/>
                    </a:lnTo>
                    <a:lnTo>
                      <a:pt x="28992" y="11715"/>
                    </a:lnTo>
                    <a:lnTo>
                      <a:pt x="26505" y="13678"/>
                    </a:lnTo>
                    <a:lnTo>
                      <a:pt x="26505" y="13678"/>
                    </a:lnTo>
                    <a:lnTo>
                      <a:pt x="27552" y="12042"/>
                    </a:lnTo>
                    <a:lnTo>
                      <a:pt x="28533" y="10406"/>
                    </a:lnTo>
                    <a:lnTo>
                      <a:pt x="28533" y="10275"/>
                    </a:lnTo>
                    <a:lnTo>
                      <a:pt x="29842" y="9097"/>
                    </a:lnTo>
                    <a:close/>
                    <a:moveTo>
                      <a:pt x="18455" y="12827"/>
                    </a:moveTo>
                    <a:lnTo>
                      <a:pt x="17932" y="13547"/>
                    </a:lnTo>
                    <a:lnTo>
                      <a:pt x="17343" y="14202"/>
                    </a:lnTo>
                    <a:lnTo>
                      <a:pt x="15707" y="14333"/>
                    </a:lnTo>
                    <a:lnTo>
                      <a:pt x="16230" y="13678"/>
                    </a:lnTo>
                    <a:lnTo>
                      <a:pt x="16754" y="13024"/>
                    </a:lnTo>
                    <a:lnTo>
                      <a:pt x="18455" y="12827"/>
                    </a:lnTo>
                    <a:close/>
                    <a:moveTo>
                      <a:pt x="16426" y="13089"/>
                    </a:moveTo>
                    <a:lnTo>
                      <a:pt x="15903" y="13678"/>
                    </a:lnTo>
                    <a:lnTo>
                      <a:pt x="15576" y="14333"/>
                    </a:lnTo>
                    <a:lnTo>
                      <a:pt x="14136" y="14398"/>
                    </a:lnTo>
                    <a:lnTo>
                      <a:pt x="14463" y="13809"/>
                    </a:lnTo>
                    <a:lnTo>
                      <a:pt x="14921" y="13220"/>
                    </a:lnTo>
                    <a:lnTo>
                      <a:pt x="16426" y="13089"/>
                    </a:lnTo>
                    <a:close/>
                    <a:moveTo>
                      <a:pt x="14594" y="13220"/>
                    </a:moveTo>
                    <a:lnTo>
                      <a:pt x="14398" y="13482"/>
                    </a:lnTo>
                    <a:lnTo>
                      <a:pt x="14201" y="13809"/>
                    </a:lnTo>
                    <a:lnTo>
                      <a:pt x="13940" y="14464"/>
                    </a:lnTo>
                    <a:lnTo>
                      <a:pt x="12434" y="14529"/>
                    </a:lnTo>
                    <a:lnTo>
                      <a:pt x="12827" y="13940"/>
                    </a:lnTo>
                    <a:lnTo>
                      <a:pt x="13285" y="13351"/>
                    </a:lnTo>
                    <a:lnTo>
                      <a:pt x="13285" y="13286"/>
                    </a:lnTo>
                    <a:lnTo>
                      <a:pt x="14594" y="13220"/>
                    </a:lnTo>
                    <a:close/>
                    <a:moveTo>
                      <a:pt x="2029" y="8966"/>
                    </a:moveTo>
                    <a:lnTo>
                      <a:pt x="1963" y="10995"/>
                    </a:lnTo>
                    <a:lnTo>
                      <a:pt x="1178" y="12762"/>
                    </a:lnTo>
                    <a:lnTo>
                      <a:pt x="458" y="14594"/>
                    </a:lnTo>
                    <a:lnTo>
                      <a:pt x="524" y="12827"/>
                    </a:lnTo>
                    <a:lnTo>
                      <a:pt x="524" y="12893"/>
                    </a:lnTo>
                    <a:lnTo>
                      <a:pt x="589" y="12827"/>
                    </a:lnTo>
                    <a:lnTo>
                      <a:pt x="916" y="11846"/>
                    </a:lnTo>
                    <a:lnTo>
                      <a:pt x="1244" y="10864"/>
                    </a:lnTo>
                    <a:lnTo>
                      <a:pt x="2029" y="8966"/>
                    </a:lnTo>
                    <a:close/>
                    <a:moveTo>
                      <a:pt x="13089" y="13351"/>
                    </a:moveTo>
                    <a:lnTo>
                      <a:pt x="12631" y="13940"/>
                    </a:lnTo>
                    <a:lnTo>
                      <a:pt x="12238" y="14594"/>
                    </a:lnTo>
                    <a:lnTo>
                      <a:pt x="10602" y="14725"/>
                    </a:lnTo>
                    <a:lnTo>
                      <a:pt x="11518" y="13416"/>
                    </a:lnTo>
                    <a:lnTo>
                      <a:pt x="13089" y="13351"/>
                    </a:lnTo>
                    <a:close/>
                    <a:moveTo>
                      <a:pt x="11256" y="13482"/>
                    </a:moveTo>
                    <a:lnTo>
                      <a:pt x="10471" y="14725"/>
                    </a:lnTo>
                    <a:lnTo>
                      <a:pt x="8900" y="14922"/>
                    </a:lnTo>
                    <a:lnTo>
                      <a:pt x="9293" y="14267"/>
                    </a:lnTo>
                    <a:lnTo>
                      <a:pt x="9686" y="13678"/>
                    </a:lnTo>
                    <a:lnTo>
                      <a:pt x="9686" y="13613"/>
                    </a:lnTo>
                    <a:lnTo>
                      <a:pt x="10864" y="13482"/>
                    </a:lnTo>
                    <a:close/>
                    <a:moveTo>
                      <a:pt x="19175" y="12697"/>
                    </a:moveTo>
                    <a:lnTo>
                      <a:pt x="18979" y="14071"/>
                    </a:lnTo>
                    <a:lnTo>
                      <a:pt x="18979" y="14136"/>
                    </a:lnTo>
                    <a:lnTo>
                      <a:pt x="18324" y="14922"/>
                    </a:lnTo>
                    <a:lnTo>
                      <a:pt x="17670" y="15838"/>
                    </a:lnTo>
                    <a:lnTo>
                      <a:pt x="17604" y="14529"/>
                    </a:lnTo>
                    <a:lnTo>
                      <a:pt x="17670" y="14398"/>
                    </a:lnTo>
                    <a:lnTo>
                      <a:pt x="17604" y="14267"/>
                    </a:lnTo>
                    <a:lnTo>
                      <a:pt x="17997" y="13940"/>
                    </a:lnTo>
                    <a:lnTo>
                      <a:pt x="18324" y="13547"/>
                    </a:lnTo>
                    <a:lnTo>
                      <a:pt x="18652" y="13155"/>
                    </a:lnTo>
                    <a:lnTo>
                      <a:pt x="18979" y="12762"/>
                    </a:lnTo>
                    <a:lnTo>
                      <a:pt x="19175" y="12697"/>
                    </a:lnTo>
                    <a:close/>
                    <a:moveTo>
                      <a:pt x="9489" y="13613"/>
                    </a:moveTo>
                    <a:lnTo>
                      <a:pt x="9097" y="14267"/>
                    </a:lnTo>
                    <a:lnTo>
                      <a:pt x="8704" y="14922"/>
                    </a:lnTo>
                    <a:lnTo>
                      <a:pt x="7330" y="15118"/>
                    </a:lnTo>
                    <a:lnTo>
                      <a:pt x="7330" y="15118"/>
                    </a:lnTo>
                    <a:lnTo>
                      <a:pt x="7592" y="14791"/>
                    </a:lnTo>
                    <a:lnTo>
                      <a:pt x="7919" y="14333"/>
                    </a:lnTo>
                    <a:lnTo>
                      <a:pt x="8181" y="13875"/>
                    </a:lnTo>
                    <a:lnTo>
                      <a:pt x="8181" y="13809"/>
                    </a:lnTo>
                    <a:lnTo>
                      <a:pt x="8050" y="13809"/>
                    </a:lnTo>
                    <a:lnTo>
                      <a:pt x="7592" y="14529"/>
                    </a:lnTo>
                    <a:lnTo>
                      <a:pt x="7395" y="14856"/>
                    </a:lnTo>
                    <a:lnTo>
                      <a:pt x="7133" y="15183"/>
                    </a:lnTo>
                    <a:lnTo>
                      <a:pt x="6937" y="15183"/>
                    </a:lnTo>
                    <a:lnTo>
                      <a:pt x="5301" y="15511"/>
                    </a:lnTo>
                    <a:lnTo>
                      <a:pt x="3600" y="15903"/>
                    </a:lnTo>
                    <a:lnTo>
                      <a:pt x="3796" y="15380"/>
                    </a:lnTo>
                    <a:lnTo>
                      <a:pt x="3992" y="14922"/>
                    </a:lnTo>
                    <a:lnTo>
                      <a:pt x="4516" y="14005"/>
                    </a:lnTo>
                    <a:lnTo>
                      <a:pt x="5956" y="13875"/>
                    </a:lnTo>
                    <a:lnTo>
                      <a:pt x="5432" y="14660"/>
                    </a:lnTo>
                    <a:lnTo>
                      <a:pt x="4974" y="15445"/>
                    </a:lnTo>
                    <a:lnTo>
                      <a:pt x="4974" y="15511"/>
                    </a:lnTo>
                    <a:lnTo>
                      <a:pt x="5039" y="15511"/>
                    </a:lnTo>
                    <a:lnTo>
                      <a:pt x="5628" y="14660"/>
                    </a:lnTo>
                    <a:lnTo>
                      <a:pt x="6086" y="13875"/>
                    </a:lnTo>
                    <a:lnTo>
                      <a:pt x="9489" y="13613"/>
                    </a:lnTo>
                    <a:close/>
                    <a:moveTo>
                      <a:pt x="1963" y="11453"/>
                    </a:moveTo>
                    <a:lnTo>
                      <a:pt x="1833" y="13547"/>
                    </a:lnTo>
                    <a:lnTo>
                      <a:pt x="458" y="16230"/>
                    </a:lnTo>
                    <a:lnTo>
                      <a:pt x="458" y="15053"/>
                    </a:lnTo>
                    <a:lnTo>
                      <a:pt x="1244" y="13286"/>
                    </a:lnTo>
                    <a:lnTo>
                      <a:pt x="1963" y="11453"/>
                    </a:lnTo>
                    <a:close/>
                    <a:moveTo>
                      <a:pt x="4319" y="14071"/>
                    </a:moveTo>
                    <a:lnTo>
                      <a:pt x="3992" y="14464"/>
                    </a:lnTo>
                    <a:lnTo>
                      <a:pt x="3796" y="14922"/>
                    </a:lnTo>
                    <a:lnTo>
                      <a:pt x="3600" y="15445"/>
                    </a:lnTo>
                    <a:lnTo>
                      <a:pt x="3469" y="15969"/>
                    </a:lnTo>
                    <a:lnTo>
                      <a:pt x="2094" y="16361"/>
                    </a:lnTo>
                    <a:lnTo>
                      <a:pt x="2094" y="16361"/>
                    </a:lnTo>
                    <a:lnTo>
                      <a:pt x="2291" y="15772"/>
                    </a:lnTo>
                    <a:lnTo>
                      <a:pt x="2552" y="15183"/>
                    </a:lnTo>
                    <a:lnTo>
                      <a:pt x="2880" y="14660"/>
                    </a:lnTo>
                    <a:lnTo>
                      <a:pt x="3207" y="14136"/>
                    </a:lnTo>
                    <a:lnTo>
                      <a:pt x="4319" y="14071"/>
                    </a:lnTo>
                    <a:close/>
                    <a:moveTo>
                      <a:pt x="3011" y="14136"/>
                    </a:moveTo>
                    <a:lnTo>
                      <a:pt x="2683" y="14660"/>
                    </a:lnTo>
                    <a:lnTo>
                      <a:pt x="2356" y="15249"/>
                    </a:lnTo>
                    <a:lnTo>
                      <a:pt x="2160" y="15772"/>
                    </a:lnTo>
                    <a:lnTo>
                      <a:pt x="1963" y="16361"/>
                    </a:lnTo>
                    <a:lnTo>
                      <a:pt x="589" y="16885"/>
                    </a:lnTo>
                    <a:lnTo>
                      <a:pt x="2029" y="14202"/>
                    </a:lnTo>
                    <a:lnTo>
                      <a:pt x="2094" y="14202"/>
                    </a:lnTo>
                    <a:lnTo>
                      <a:pt x="3011" y="14136"/>
                    </a:lnTo>
                    <a:close/>
                    <a:moveTo>
                      <a:pt x="19502" y="655"/>
                    </a:moveTo>
                    <a:lnTo>
                      <a:pt x="22120" y="2487"/>
                    </a:lnTo>
                    <a:lnTo>
                      <a:pt x="24672" y="4385"/>
                    </a:lnTo>
                    <a:lnTo>
                      <a:pt x="27225" y="6414"/>
                    </a:lnTo>
                    <a:lnTo>
                      <a:pt x="29711" y="8443"/>
                    </a:lnTo>
                    <a:lnTo>
                      <a:pt x="27159" y="10668"/>
                    </a:lnTo>
                    <a:lnTo>
                      <a:pt x="24607" y="12827"/>
                    </a:lnTo>
                    <a:lnTo>
                      <a:pt x="19437" y="17016"/>
                    </a:lnTo>
                    <a:lnTo>
                      <a:pt x="19502" y="15969"/>
                    </a:lnTo>
                    <a:lnTo>
                      <a:pt x="19502" y="14856"/>
                    </a:lnTo>
                    <a:lnTo>
                      <a:pt x="19502" y="12697"/>
                    </a:lnTo>
                    <a:lnTo>
                      <a:pt x="19437" y="12566"/>
                    </a:lnTo>
                    <a:lnTo>
                      <a:pt x="19306" y="12500"/>
                    </a:lnTo>
                    <a:lnTo>
                      <a:pt x="19240" y="12369"/>
                    </a:lnTo>
                    <a:lnTo>
                      <a:pt x="19175" y="12304"/>
                    </a:lnTo>
                    <a:lnTo>
                      <a:pt x="19110" y="12238"/>
                    </a:lnTo>
                    <a:lnTo>
                      <a:pt x="18782" y="12238"/>
                    </a:lnTo>
                    <a:lnTo>
                      <a:pt x="16754" y="12369"/>
                    </a:lnTo>
                    <a:lnTo>
                      <a:pt x="14659" y="12500"/>
                    </a:lnTo>
                    <a:lnTo>
                      <a:pt x="10602" y="12958"/>
                    </a:lnTo>
                    <a:lnTo>
                      <a:pt x="2422" y="13678"/>
                    </a:lnTo>
                    <a:lnTo>
                      <a:pt x="2422" y="13678"/>
                    </a:lnTo>
                    <a:lnTo>
                      <a:pt x="2683" y="7527"/>
                    </a:lnTo>
                    <a:lnTo>
                      <a:pt x="2749" y="4451"/>
                    </a:lnTo>
                    <a:lnTo>
                      <a:pt x="2814" y="1375"/>
                    </a:lnTo>
                    <a:lnTo>
                      <a:pt x="3796" y="1637"/>
                    </a:lnTo>
                    <a:lnTo>
                      <a:pt x="4778" y="1898"/>
                    </a:lnTo>
                    <a:lnTo>
                      <a:pt x="6872" y="2291"/>
                    </a:lnTo>
                    <a:lnTo>
                      <a:pt x="8900" y="2618"/>
                    </a:lnTo>
                    <a:lnTo>
                      <a:pt x="10929" y="3011"/>
                    </a:lnTo>
                    <a:lnTo>
                      <a:pt x="12892" y="3469"/>
                    </a:lnTo>
                    <a:lnTo>
                      <a:pt x="14921" y="3927"/>
                    </a:lnTo>
                    <a:lnTo>
                      <a:pt x="16885" y="4385"/>
                    </a:lnTo>
                    <a:lnTo>
                      <a:pt x="17866" y="4516"/>
                    </a:lnTo>
                    <a:lnTo>
                      <a:pt x="18848" y="4647"/>
                    </a:lnTo>
                    <a:lnTo>
                      <a:pt x="18979" y="4582"/>
                    </a:lnTo>
                    <a:lnTo>
                      <a:pt x="19044" y="4647"/>
                    </a:lnTo>
                    <a:lnTo>
                      <a:pt x="19175" y="4647"/>
                    </a:lnTo>
                    <a:lnTo>
                      <a:pt x="19240" y="4582"/>
                    </a:lnTo>
                    <a:lnTo>
                      <a:pt x="19306" y="4451"/>
                    </a:lnTo>
                    <a:lnTo>
                      <a:pt x="19502" y="2553"/>
                    </a:lnTo>
                    <a:lnTo>
                      <a:pt x="19568" y="1571"/>
                    </a:lnTo>
                    <a:lnTo>
                      <a:pt x="19502" y="655"/>
                    </a:lnTo>
                    <a:close/>
                    <a:moveTo>
                      <a:pt x="28141" y="10668"/>
                    </a:moveTo>
                    <a:lnTo>
                      <a:pt x="27094" y="12304"/>
                    </a:lnTo>
                    <a:lnTo>
                      <a:pt x="26047" y="14005"/>
                    </a:lnTo>
                    <a:lnTo>
                      <a:pt x="24345" y="15314"/>
                    </a:lnTo>
                    <a:lnTo>
                      <a:pt x="24345" y="15314"/>
                    </a:lnTo>
                    <a:lnTo>
                      <a:pt x="25196" y="14071"/>
                    </a:lnTo>
                    <a:lnTo>
                      <a:pt x="26112" y="12827"/>
                    </a:lnTo>
                    <a:lnTo>
                      <a:pt x="26112" y="12762"/>
                    </a:lnTo>
                    <a:lnTo>
                      <a:pt x="26047" y="12697"/>
                    </a:lnTo>
                    <a:lnTo>
                      <a:pt x="25981" y="12762"/>
                    </a:lnTo>
                    <a:lnTo>
                      <a:pt x="25392" y="13416"/>
                    </a:lnTo>
                    <a:lnTo>
                      <a:pt x="24934" y="14071"/>
                    </a:lnTo>
                    <a:lnTo>
                      <a:pt x="24411" y="14791"/>
                    </a:lnTo>
                    <a:lnTo>
                      <a:pt x="24018" y="15576"/>
                    </a:lnTo>
                    <a:lnTo>
                      <a:pt x="21858" y="17147"/>
                    </a:lnTo>
                    <a:lnTo>
                      <a:pt x="22382" y="16558"/>
                    </a:lnTo>
                    <a:lnTo>
                      <a:pt x="22905" y="15903"/>
                    </a:lnTo>
                    <a:lnTo>
                      <a:pt x="23298" y="15249"/>
                    </a:lnTo>
                    <a:lnTo>
                      <a:pt x="23691" y="14594"/>
                    </a:lnTo>
                    <a:lnTo>
                      <a:pt x="23691" y="14529"/>
                    </a:lnTo>
                    <a:lnTo>
                      <a:pt x="23625" y="14464"/>
                    </a:lnTo>
                    <a:lnTo>
                      <a:pt x="25916" y="12631"/>
                    </a:lnTo>
                    <a:lnTo>
                      <a:pt x="28141" y="10668"/>
                    </a:lnTo>
                    <a:close/>
                    <a:moveTo>
                      <a:pt x="18979" y="14398"/>
                    </a:moveTo>
                    <a:lnTo>
                      <a:pt x="18913" y="15838"/>
                    </a:lnTo>
                    <a:lnTo>
                      <a:pt x="18979" y="17278"/>
                    </a:lnTo>
                    <a:lnTo>
                      <a:pt x="18521" y="18194"/>
                    </a:lnTo>
                    <a:lnTo>
                      <a:pt x="17932" y="19045"/>
                    </a:lnTo>
                    <a:lnTo>
                      <a:pt x="17801" y="18194"/>
                    </a:lnTo>
                    <a:lnTo>
                      <a:pt x="17735" y="17278"/>
                    </a:lnTo>
                    <a:lnTo>
                      <a:pt x="18848" y="15772"/>
                    </a:lnTo>
                    <a:lnTo>
                      <a:pt x="18848" y="15707"/>
                    </a:lnTo>
                    <a:lnTo>
                      <a:pt x="18782" y="15641"/>
                    </a:lnTo>
                    <a:lnTo>
                      <a:pt x="18717" y="15641"/>
                    </a:lnTo>
                    <a:lnTo>
                      <a:pt x="18193" y="16361"/>
                    </a:lnTo>
                    <a:lnTo>
                      <a:pt x="17735" y="17016"/>
                    </a:lnTo>
                    <a:lnTo>
                      <a:pt x="17670" y="16100"/>
                    </a:lnTo>
                    <a:lnTo>
                      <a:pt x="18324" y="15249"/>
                    </a:lnTo>
                    <a:lnTo>
                      <a:pt x="18979" y="14398"/>
                    </a:lnTo>
                    <a:close/>
                    <a:moveTo>
                      <a:pt x="19306" y="1"/>
                    </a:moveTo>
                    <a:lnTo>
                      <a:pt x="18390" y="589"/>
                    </a:lnTo>
                    <a:lnTo>
                      <a:pt x="17474" y="1178"/>
                    </a:lnTo>
                    <a:lnTo>
                      <a:pt x="17343" y="1178"/>
                    </a:lnTo>
                    <a:lnTo>
                      <a:pt x="17277" y="1244"/>
                    </a:lnTo>
                    <a:lnTo>
                      <a:pt x="17212" y="1375"/>
                    </a:lnTo>
                    <a:lnTo>
                      <a:pt x="17146" y="1440"/>
                    </a:lnTo>
                    <a:lnTo>
                      <a:pt x="17081" y="1571"/>
                    </a:lnTo>
                    <a:lnTo>
                      <a:pt x="17146" y="1702"/>
                    </a:lnTo>
                    <a:lnTo>
                      <a:pt x="17015" y="2618"/>
                    </a:lnTo>
                    <a:lnTo>
                      <a:pt x="16885" y="3534"/>
                    </a:lnTo>
                    <a:lnTo>
                      <a:pt x="15314" y="3207"/>
                    </a:lnTo>
                    <a:lnTo>
                      <a:pt x="13743" y="2880"/>
                    </a:lnTo>
                    <a:lnTo>
                      <a:pt x="10602" y="2356"/>
                    </a:lnTo>
                    <a:lnTo>
                      <a:pt x="6675" y="1506"/>
                    </a:lnTo>
                    <a:lnTo>
                      <a:pt x="4712" y="1178"/>
                    </a:lnTo>
                    <a:lnTo>
                      <a:pt x="3665" y="1113"/>
                    </a:lnTo>
                    <a:lnTo>
                      <a:pt x="2683" y="1048"/>
                    </a:lnTo>
                    <a:lnTo>
                      <a:pt x="2552" y="1048"/>
                    </a:lnTo>
                    <a:lnTo>
                      <a:pt x="1440" y="2356"/>
                    </a:lnTo>
                    <a:lnTo>
                      <a:pt x="916" y="2945"/>
                    </a:lnTo>
                    <a:lnTo>
                      <a:pt x="720" y="3207"/>
                    </a:lnTo>
                    <a:lnTo>
                      <a:pt x="524" y="3534"/>
                    </a:lnTo>
                    <a:lnTo>
                      <a:pt x="458" y="3534"/>
                    </a:lnTo>
                    <a:lnTo>
                      <a:pt x="458" y="3665"/>
                    </a:lnTo>
                    <a:lnTo>
                      <a:pt x="262" y="5301"/>
                    </a:lnTo>
                    <a:lnTo>
                      <a:pt x="196" y="7003"/>
                    </a:lnTo>
                    <a:lnTo>
                      <a:pt x="0" y="10341"/>
                    </a:lnTo>
                    <a:lnTo>
                      <a:pt x="0" y="13744"/>
                    </a:lnTo>
                    <a:lnTo>
                      <a:pt x="0" y="17081"/>
                    </a:lnTo>
                    <a:lnTo>
                      <a:pt x="66" y="17212"/>
                    </a:lnTo>
                    <a:lnTo>
                      <a:pt x="131" y="17278"/>
                    </a:lnTo>
                    <a:lnTo>
                      <a:pt x="393" y="17278"/>
                    </a:lnTo>
                    <a:lnTo>
                      <a:pt x="2487" y="16689"/>
                    </a:lnTo>
                    <a:lnTo>
                      <a:pt x="4647" y="16165"/>
                    </a:lnTo>
                    <a:lnTo>
                      <a:pt x="6806" y="15707"/>
                    </a:lnTo>
                    <a:lnTo>
                      <a:pt x="9031" y="15380"/>
                    </a:lnTo>
                    <a:lnTo>
                      <a:pt x="11126" y="15183"/>
                    </a:lnTo>
                    <a:lnTo>
                      <a:pt x="13154" y="15053"/>
                    </a:lnTo>
                    <a:lnTo>
                      <a:pt x="15248" y="14856"/>
                    </a:lnTo>
                    <a:lnTo>
                      <a:pt x="17343" y="14660"/>
                    </a:lnTo>
                    <a:lnTo>
                      <a:pt x="17343" y="14660"/>
                    </a:lnTo>
                    <a:lnTo>
                      <a:pt x="17212" y="15380"/>
                    </a:lnTo>
                    <a:lnTo>
                      <a:pt x="17212" y="16165"/>
                    </a:lnTo>
                    <a:lnTo>
                      <a:pt x="17212" y="17016"/>
                    </a:lnTo>
                    <a:lnTo>
                      <a:pt x="17277" y="17801"/>
                    </a:lnTo>
                    <a:lnTo>
                      <a:pt x="17212" y="17867"/>
                    </a:lnTo>
                    <a:lnTo>
                      <a:pt x="17277" y="17932"/>
                    </a:lnTo>
                    <a:lnTo>
                      <a:pt x="17343" y="17932"/>
                    </a:lnTo>
                    <a:lnTo>
                      <a:pt x="17670" y="19634"/>
                    </a:lnTo>
                    <a:lnTo>
                      <a:pt x="17670" y="19699"/>
                    </a:lnTo>
                    <a:lnTo>
                      <a:pt x="17801" y="19764"/>
                    </a:lnTo>
                    <a:lnTo>
                      <a:pt x="17866" y="19764"/>
                    </a:lnTo>
                    <a:lnTo>
                      <a:pt x="17997" y="19699"/>
                    </a:lnTo>
                    <a:lnTo>
                      <a:pt x="18390" y="19175"/>
                    </a:lnTo>
                    <a:lnTo>
                      <a:pt x="18717" y="18652"/>
                    </a:lnTo>
                    <a:lnTo>
                      <a:pt x="19044" y="18063"/>
                    </a:lnTo>
                    <a:lnTo>
                      <a:pt x="19306" y="17474"/>
                    </a:lnTo>
                    <a:lnTo>
                      <a:pt x="19371" y="17343"/>
                    </a:lnTo>
                    <a:lnTo>
                      <a:pt x="19502" y="17408"/>
                    </a:lnTo>
                    <a:lnTo>
                      <a:pt x="19568" y="17408"/>
                    </a:lnTo>
                    <a:lnTo>
                      <a:pt x="21596" y="16034"/>
                    </a:lnTo>
                    <a:lnTo>
                      <a:pt x="23560" y="14529"/>
                    </a:lnTo>
                    <a:lnTo>
                      <a:pt x="22578" y="16034"/>
                    </a:lnTo>
                    <a:lnTo>
                      <a:pt x="22055" y="16754"/>
                    </a:lnTo>
                    <a:lnTo>
                      <a:pt x="21466" y="17408"/>
                    </a:lnTo>
                    <a:lnTo>
                      <a:pt x="20353" y="18194"/>
                    </a:lnTo>
                    <a:lnTo>
                      <a:pt x="21727" y="16165"/>
                    </a:lnTo>
                    <a:lnTo>
                      <a:pt x="21727" y="16100"/>
                    </a:lnTo>
                    <a:lnTo>
                      <a:pt x="21727" y="16034"/>
                    </a:lnTo>
                    <a:lnTo>
                      <a:pt x="21596" y="16034"/>
                    </a:lnTo>
                    <a:lnTo>
                      <a:pt x="20680" y="17212"/>
                    </a:lnTo>
                    <a:lnTo>
                      <a:pt x="19960" y="18521"/>
                    </a:lnTo>
                    <a:lnTo>
                      <a:pt x="18063" y="19830"/>
                    </a:lnTo>
                    <a:lnTo>
                      <a:pt x="17997" y="19961"/>
                    </a:lnTo>
                    <a:lnTo>
                      <a:pt x="18063" y="20026"/>
                    </a:lnTo>
                    <a:lnTo>
                      <a:pt x="18128" y="20092"/>
                    </a:lnTo>
                    <a:lnTo>
                      <a:pt x="18193" y="20092"/>
                    </a:lnTo>
                    <a:lnTo>
                      <a:pt x="19568" y="19241"/>
                    </a:lnTo>
                    <a:lnTo>
                      <a:pt x="19633" y="19306"/>
                    </a:lnTo>
                    <a:lnTo>
                      <a:pt x="19699" y="19306"/>
                    </a:lnTo>
                    <a:lnTo>
                      <a:pt x="19829" y="19045"/>
                    </a:lnTo>
                    <a:lnTo>
                      <a:pt x="22316" y="17408"/>
                    </a:lnTo>
                    <a:lnTo>
                      <a:pt x="24672" y="15641"/>
                    </a:lnTo>
                    <a:lnTo>
                      <a:pt x="27028" y="13875"/>
                    </a:lnTo>
                    <a:lnTo>
                      <a:pt x="29253" y="11977"/>
                    </a:lnTo>
                    <a:lnTo>
                      <a:pt x="29319" y="11911"/>
                    </a:lnTo>
                    <a:lnTo>
                      <a:pt x="29319" y="11846"/>
                    </a:lnTo>
                    <a:lnTo>
                      <a:pt x="29253" y="11715"/>
                    </a:lnTo>
                    <a:lnTo>
                      <a:pt x="29842" y="10210"/>
                    </a:lnTo>
                    <a:lnTo>
                      <a:pt x="30366" y="8704"/>
                    </a:lnTo>
                    <a:lnTo>
                      <a:pt x="30300" y="8574"/>
                    </a:lnTo>
                    <a:lnTo>
                      <a:pt x="30366" y="8377"/>
                    </a:lnTo>
                    <a:lnTo>
                      <a:pt x="30366" y="8312"/>
                    </a:lnTo>
                    <a:lnTo>
                      <a:pt x="30300" y="8181"/>
                    </a:lnTo>
                    <a:lnTo>
                      <a:pt x="27748" y="6087"/>
                    </a:lnTo>
                    <a:lnTo>
                      <a:pt x="25130" y="3993"/>
                    </a:lnTo>
                    <a:lnTo>
                      <a:pt x="22447" y="2029"/>
                    </a:lnTo>
                    <a:lnTo>
                      <a:pt x="19699" y="66"/>
                    </a:lnTo>
                    <a:lnTo>
                      <a:pt x="19502" y="66"/>
                    </a:lnTo>
                    <a:lnTo>
                      <a:pt x="19437" y="1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25" name="Google Shape;1825;p44"/>
            <p:cNvGrpSpPr/>
            <p:nvPr/>
          </p:nvGrpSpPr>
          <p:grpSpPr>
            <a:xfrm>
              <a:off x="2094441" y="3045427"/>
              <a:ext cx="2830008" cy="1888685"/>
              <a:chOff x="2094441" y="3045427"/>
              <a:chExt cx="2830008" cy="1888685"/>
            </a:xfrm>
          </p:grpSpPr>
          <p:grpSp>
            <p:nvGrpSpPr>
              <p:cNvPr id="1826" name="Google Shape;1826;p44"/>
              <p:cNvGrpSpPr/>
              <p:nvPr/>
            </p:nvGrpSpPr>
            <p:grpSpPr>
              <a:xfrm>
                <a:off x="2094441" y="3045427"/>
                <a:ext cx="2741949" cy="1443635"/>
                <a:chOff x="5446495" y="1296275"/>
                <a:chExt cx="1883336" cy="884689"/>
              </a:xfrm>
            </p:grpSpPr>
            <p:sp>
              <p:nvSpPr>
                <p:cNvPr id="1827" name="Google Shape;1827;p44"/>
                <p:cNvSpPr/>
                <p:nvPr/>
              </p:nvSpPr>
              <p:spPr>
                <a:xfrm>
                  <a:off x="5476025" y="1296275"/>
                  <a:ext cx="1853807" cy="825354"/>
                </a:xfrm>
                <a:custGeom>
                  <a:rect b="b" l="l" r="r" t="t"/>
                  <a:pathLst>
                    <a:path extrusionOk="0" h="8916" w="20026">
                      <a:moveTo>
                        <a:pt x="9032" y="153"/>
                      </a:moveTo>
                      <a:cubicBezTo>
                        <a:pt x="10532" y="153"/>
                        <a:pt x="12029" y="266"/>
                        <a:pt x="13502" y="563"/>
                      </a:cubicBezTo>
                      <a:cubicBezTo>
                        <a:pt x="15001" y="865"/>
                        <a:pt x="16578" y="1327"/>
                        <a:pt x="17875" y="2157"/>
                      </a:cubicBezTo>
                      <a:cubicBezTo>
                        <a:pt x="18550" y="2588"/>
                        <a:pt x="19144" y="3199"/>
                        <a:pt x="19371" y="3987"/>
                      </a:cubicBezTo>
                      <a:cubicBezTo>
                        <a:pt x="19625" y="4866"/>
                        <a:pt x="19284" y="5694"/>
                        <a:pt x="18673" y="6332"/>
                      </a:cubicBezTo>
                      <a:cubicBezTo>
                        <a:pt x="17631" y="7419"/>
                        <a:pt x="16109" y="7868"/>
                        <a:pt x="14675" y="8159"/>
                      </a:cubicBezTo>
                      <a:cubicBezTo>
                        <a:pt x="12991" y="8501"/>
                        <a:pt x="11274" y="8697"/>
                        <a:pt x="9557" y="8751"/>
                      </a:cubicBezTo>
                      <a:cubicBezTo>
                        <a:pt x="9224" y="8762"/>
                        <a:pt x="8890" y="8767"/>
                        <a:pt x="8556" y="8767"/>
                      </a:cubicBezTo>
                      <a:cubicBezTo>
                        <a:pt x="7152" y="8767"/>
                        <a:pt x="5743" y="8671"/>
                        <a:pt x="4359" y="8449"/>
                      </a:cubicBezTo>
                      <a:cubicBezTo>
                        <a:pt x="2894" y="8216"/>
                        <a:pt x="1462" y="7680"/>
                        <a:pt x="751" y="6284"/>
                      </a:cubicBezTo>
                      <a:cubicBezTo>
                        <a:pt x="1" y="4808"/>
                        <a:pt x="295" y="3068"/>
                        <a:pt x="1474" y="1915"/>
                      </a:cubicBezTo>
                      <a:cubicBezTo>
                        <a:pt x="2502" y="911"/>
                        <a:pt x="3882" y="498"/>
                        <a:pt x="5280" y="346"/>
                      </a:cubicBezTo>
                      <a:cubicBezTo>
                        <a:pt x="5422" y="333"/>
                        <a:pt x="5561" y="321"/>
                        <a:pt x="5703" y="308"/>
                      </a:cubicBezTo>
                      <a:cubicBezTo>
                        <a:pt x="6010" y="287"/>
                        <a:pt x="6316" y="275"/>
                        <a:pt x="6618" y="273"/>
                      </a:cubicBezTo>
                      <a:cubicBezTo>
                        <a:pt x="6639" y="273"/>
                        <a:pt x="6647" y="254"/>
                        <a:pt x="6645" y="237"/>
                      </a:cubicBezTo>
                      <a:cubicBezTo>
                        <a:pt x="7440" y="185"/>
                        <a:pt x="8236" y="153"/>
                        <a:pt x="9032" y="153"/>
                      </a:cubicBezTo>
                      <a:close/>
                      <a:moveTo>
                        <a:pt x="9099" y="0"/>
                      </a:moveTo>
                      <a:cubicBezTo>
                        <a:pt x="7401" y="0"/>
                        <a:pt x="5697" y="154"/>
                        <a:pt x="4032" y="377"/>
                      </a:cubicBezTo>
                      <a:cubicBezTo>
                        <a:pt x="3994" y="383"/>
                        <a:pt x="3982" y="419"/>
                        <a:pt x="3990" y="444"/>
                      </a:cubicBezTo>
                      <a:cubicBezTo>
                        <a:pt x="3198" y="631"/>
                        <a:pt x="2444" y="946"/>
                        <a:pt x="1783" y="1461"/>
                      </a:cubicBezTo>
                      <a:cubicBezTo>
                        <a:pt x="695" y="2305"/>
                        <a:pt x="53" y="3572"/>
                        <a:pt x="205" y="4962"/>
                      </a:cubicBezTo>
                      <a:cubicBezTo>
                        <a:pt x="353" y="6311"/>
                        <a:pt x="1166" y="7480"/>
                        <a:pt x="2398" y="8055"/>
                      </a:cubicBezTo>
                      <a:cubicBezTo>
                        <a:pt x="3142" y="8403"/>
                        <a:pt x="3961" y="8553"/>
                        <a:pt x="4769" y="8662"/>
                      </a:cubicBezTo>
                      <a:cubicBezTo>
                        <a:pt x="5676" y="8785"/>
                        <a:pt x="6589" y="8860"/>
                        <a:pt x="7504" y="8895"/>
                      </a:cubicBezTo>
                      <a:cubicBezTo>
                        <a:pt x="7872" y="8909"/>
                        <a:pt x="8241" y="8916"/>
                        <a:pt x="8610" y="8916"/>
                      </a:cubicBezTo>
                      <a:cubicBezTo>
                        <a:pt x="10180" y="8916"/>
                        <a:pt x="11749" y="8791"/>
                        <a:pt x="13302" y="8553"/>
                      </a:cubicBezTo>
                      <a:cubicBezTo>
                        <a:pt x="14882" y="8309"/>
                        <a:pt x="16570" y="8020"/>
                        <a:pt x="17931" y="7130"/>
                      </a:cubicBezTo>
                      <a:cubicBezTo>
                        <a:pt x="19129" y="6348"/>
                        <a:pt x="20026" y="5031"/>
                        <a:pt x="19384" y="3593"/>
                      </a:cubicBezTo>
                      <a:cubicBezTo>
                        <a:pt x="18744" y="2157"/>
                        <a:pt x="17099" y="1490"/>
                        <a:pt x="15709" y="1007"/>
                      </a:cubicBezTo>
                      <a:cubicBezTo>
                        <a:pt x="13582" y="270"/>
                        <a:pt x="11345" y="0"/>
                        <a:pt x="909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28" name="Google Shape;1828;p44"/>
                <p:cNvSpPr/>
                <p:nvPr/>
              </p:nvSpPr>
              <p:spPr>
                <a:xfrm>
                  <a:off x="5446495" y="1527605"/>
                  <a:ext cx="1711527" cy="653359"/>
                </a:xfrm>
                <a:custGeom>
                  <a:rect b="b" l="l" r="r" t="t"/>
                  <a:pathLst>
                    <a:path extrusionOk="0" h="7058" w="18489">
                      <a:moveTo>
                        <a:pt x="1227" y="0"/>
                      </a:moveTo>
                      <a:cubicBezTo>
                        <a:pt x="1223" y="0"/>
                        <a:pt x="1218" y="2"/>
                        <a:pt x="1214" y="6"/>
                      </a:cubicBezTo>
                      <a:cubicBezTo>
                        <a:pt x="699" y="492"/>
                        <a:pt x="432" y="1186"/>
                        <a:pt x="228" y="1848"/>
                      </a:cubicBezTo>
                      <a:cubicBezTo>
                        <a:pt x="1" y="2582"/>
                        <a:pt x="49" y="3259"/>
                        <a:pt x="372" y="3956"/>
                      </a:cubicBezTo>
                      <a:cubicBezTo>
                        <a:pt x="670" y="4602"/>
                        <a:pt x="1076" y="5277"/>
                        <a:pt x="1550" y="5810"/>
                      </a:cubicBezTo>
                      <a:cubicBezTo>
                        <a:pt x="2035" y="6359"/>
                        <a:pt x="2696" y="6619"/>
                        <a:pt x="3398" y="6763"/>
                      </a:cubicBezTo>
                      <a:cubicBezTo>
                        <a:pt x="4196" y="6925"/>
                        <a:pt x="5018" y="6940"/>
                        <a:pt x="5826" y="6975"/>
                      </a:cubicBezTo>
                      <a:cubicBezTo>
                        <a:pt x="6756" y="7015"/>
                        <a:pt x="7685" y="7053"/>
                        <a:pt x="8617" y="7057"/>
                      </a:cubicBezTo>
                      <a:cubicBezTo>
                        <a:pt x="8681" y="7057"/>
                        <a:pt x="8745" y="7057"/>
                        <a:pt x="8808" y="7057"/>
                      </a:cubicBezTo>
                      <a:cubicBezTo>
                        <a:pt x="10452" y="7057"/>
                        <a:pt x="12106" y="6951"/>
                        <a:pt x="13713" y="6590"/>
                      </a:cubicBezTo>
                      <a:cubicBezTo>
                        <a:pt x="15415" y="6206"/>
                        <a:pt x="17068" y="5544"/>
                        <a:pt x="18446" y="4460"/>
                      </a:cubicBezTo>
                      <a:cubicBezTo>
                        <a:pt x="18489" y="4426"/>
                        <a:pt x="18460" y="4360"/>
                        <a:pt x="18417" y="4360"/>
                      </a:cubicBezTo>
                      <a:cubicBezTo>
                        <a:pt x="18407" y="4360"/>
                        <a:pt x="18397" y="4363"/>
                        <a:pt x="18388" y="4370"/>
                      </a:cubicBezTo>
                      <a:cubicBezTo>
                        <a:pt x="15928" y="6146"/>
                        <a:pt x="12952" y="6784"/>
                        <a:pt x="9965" y="6888"/>
                      </a:cubicBezTo>
                      <a:cubicBezTo>
                        <a:pt x="9569" y="6902"/>
                        <a:pt x="9172" y="6908"/>
                        <a:pt x="8776" y="6908"/>
                      </a:cubicBezTo>
                      <a:cubicBezTo>
                        <a:pt x="7569" y="6908"/>
                        <a:pt x="6362" y="6852"/>
                        <a:pt x="5157" y="6794"/>
                      </a:cubicBezTo>
                      <a:cubicBezTo>
                        <a:pt x="4378" y="6759"/>
                        <a:pt x="3584" y="6709"/>
                        <a:pt x="2840" y="6461"/>
                      </a:cubicBezTo>
                      <a:cubicBezTo>
                        <a:pt x="2029" y="6192"/>
                        <a:pt x="1550" y="5637"/>
                        <a:pt x="1101" y="4937"/>
                      </a:cubicBezTo>
                      <a:cubicBezTo>
                        <a:pt x="614" y="4176"/>
                        <a:pt x="103" y="3353"/>
                        <a:pt x="232" y="2407"/>
                      </a:cubicBezTo>
                      <a:cubicBezTo>
                        <a:pt x="341" y="1605"/>
                        <a:pt x="691" y="635"/>
                        <a:pt x="1243" y="33"/>
                      </a:cubicBezTo>
                      <a:cubicBezTo>
                        <a:pt x="1256" y="17"/>
                        <a:pt x="1242" y="0"/>
                        <a:pt x="122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29" name="Google Shape;1829;p44"/>
                <p:cNvSpPr/>
                <p:nvPr/>
              </p:nvSpPr>
              <p:spPr>
                <a:xfrm>
                  <a:off x="5479264" y="1630819"/>
                  <a:ext cx="34899" cy="43508"/>
                </a:xfrm>
                <a:custGeom>
                  <a:rect b="b" l="l" r="r" t="t"/>
                  <a:pathLst>
                    <a:path extrusionOk="0" h="470" w="377">
                      <a:moveTo>
                        <a:pt x="350" y="1"/>
                      </a:moveTo>
                      <a:cubicBezTo>
                        <a:pt x="344" y="1"/>
                        <a:pt x="339" y="3"/>
                        <a:pt x="335" y="8"/>
                      </a:cubicBezTo>
                      <a:cubicBezTo>
                        <a:pt x="320" y="27"/>
                        <a:pt x="303" y="46"/>
                        <a:pt x="289" y="66"/>
                      </a:cubicBezTo>
                      <a:cubicBezTo>
                        <a:pt x="289" y="69"/>
                        <a:pt x="289" y="69"/>
                        <a:pt x="289" y="69"/>
                      </a:cubicBezTo>
                      <a:cubicBezTo>
                        <a:pt x="256" y="117"/>
                        <a:pt x="222" y="164"/>
                        <a:pt x="187" y="208"/>
                      </a:cubicBezTo>
                      <a:cubicBezTo>
                        <a:pt x="137" y="275"/>
                        <a:pt x="76" y="335"/>
                        <a:pt x="24" y="402"/>
                      </a:cubicBezTo>
                      <a:cubicBezTo>
                        <a:pt x="1" y="433"/>
                        <a:pt x="26" y="469"/>
                        <a:pt x="55" y="469"/>
                      </a:cubicBezTo>
                      <a:cubicBezTo>
                        <a:pt x="65" y="469"/>
                        <a:pt x="75" y="466"/>
                        <a:pt x="85" y="456"/>
                      </a:cubicBezTo>
                      <a:cubicBezTo>
                        <a:pt x="199" y="344"/>
                        <a:pt x="316" y="177"/>
                        <a:pt x="372" y="27"/>
                      </a:cubicBezTo>
                      <a:cubicBezTo>
                        <a:pt x="377" y="12"/>
                        <a:pt x="363" y="1"/>
                        <a:pt x="35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0" name="Google Shape;1830;p44"/>
                <p:cNvSpPr/>
                <p:nvPr/>
              </p:nvSpPr>
              <p:spPr>
                <a:xfrm>
                  <a:off x="5467879" y="1654054"/>
                  <a:ext cx="42397" cy="51376"/>
                </a:xfrm>
                <a:custGeom>
                  <a:rect b="b" l="l" r="r" t="t"/>
                  <a:pathLst>
                    <a:path extrusionOk="0" h="555" w="458">
                      <a:moveTo>
                        <a:pt x="430" y="1"/>
                      </a:moveTo>
                      <a:cubicBezTo>
                        <a:pt x="423" y="1"/>
                        <a:pt x="417" y="4"/>
                        <a:pt x="412" y="11"/>
                      </a:cubicBezTo>
                      <a:cubicBezTo>
                        <a:pt x="304" y="180"/>
                        <a:pt x="178" y="337"/>
                        <a:pt x="33" y="476"/>
                      </a:cubicBezTo>
                      <a:cubicBezTo>
                        <a:pt x="1" y="508"/>
                        <a:pt x="34" y="554"/>
                        <a:pt x="70" y="554"/>
                      </a:cubicBezTo>
                      <a:cubicBezTo>
                        <a:pt x="81" y="554"/>
                        <a:pt x="92" y="550"/>
                        <a:pt x="101" y="539"/>
                      </a:cubicBezTo>
                      <a:cubicBezTo>
                        <a:pt x="239" y="382"/>
                        <a:pt x="354" y="216"/>
                        <a:pt x="449" y="30"/>
                      </a:cubicBezTo>
                      <a:cubicBezTo>
                        <a:pt x="458" y="15"/>
                        <a:pt x="444" y="1"/>
                        <a:pt x="43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1" name="Google Shape;1831;p44"/>
                <p:cNvSpPr/>
                <p:nvPr/>
              </p:nvSpPr>
              <p:spPr>
                <a:xfrm>
                  <a:off x="5462510" y="1676363"/>
                  <a:ext cx="41101" cy="51006"/>
                </a:xfrm>
                <a:custGeom>
                  <a:rect b="b" l="l" r="r" t="t"/>
                  <a:pathLst>
                    <a:path extrusionOk="0" h="551" w="444">
                      <a:moveTo>
                        <a:pt x="410" y="0"/>
                      </a:moveTo>
                      <a:cubicBezTo>
                        <a:pt x="404" y="0"/>
                        <a:pt x="398" y="2"/>
                        <a:pt x="393" y="8"/>
                      </a:cubicBezTo>
                      <a:cubicBezTo>
                        <a:pt x="312" y="100"/>
                        <a:pt x="234" y="198"/>
                        <a:pt x="155" y="296"/>
                      </a:cubicBezTo>
                      <a:cubicBezTo>
                        <a:pt x="111" y="350"/>
                        <a:pt x="1" y="435"/>
                        <a:pt x="11" y="512"/>
                      </a:cubicBezTo>
                      <a:cubicBezTo>
                        <a:pt x="15" y="536"/>
                        <a:pt x="36" y="551"/>
                        <a:pt x="57" y="551"/>
                      </a:cubicBezTo>
                      <a:cubicBezTo>
                        <a:pt x="74" y="551"/>
                        <a:pt x="90" y="541"/>
                        <a:pt x="95" y="519"/>
                      </a:cubicBezTo>
                      <a:cubicBezTo>
                        <a:pt x="103" y="477"/>
                        <a:pt x="155" y="427"/>
                        <a:pt x="180" y="391"/>
                      </a:cubicBezTo>
                      <a:cubicBezTo>
                        <a:pt x="211" y="348"/>
                        <a:pt x="243" y="304"/>
                        <a:pt x="274" y="260"/>
                      </a:cubicBezTo>
                      <a:cubicBezTo>
                        <a:pt x="328" y="185"/>
                        <a:pt x="382" y="110"/>
                        <a:pt x="432" y="35"/>
                      </a:cubicBezTo>
                      <a:cubicBezTo>
                        <a:pt x="443" y="18"/>
                        <a:pt x="427" y="0"/>
                        <a:pt x="41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2" name="Google Shape;1832;p44"/>
                <p:cNvSpPr/>
                <p:nvPr/>
              </p:nvSpPr>
              <p:spPr>
                <a:xfrm>
                  <a:off x="5458437" y="1700986"/>
                  <a:ext cx="39157" cy="46100"/>
                </a:xfrm>
                <a:custGeom>
                  <a:rect b="b" l="l" r="r" t="t"/>
                  <a:pathLst>
                    <a:path extrusionOk="0" h="498" w="423">
                      <a:moveTo>
                        <a:pt x="395" y="0"/>
                      </a:moveTo>
                      <a:cubicBezTo>
                        <a:pt x="370" y="0"/>
                        <a:pt x="372" y="0"/>
                        <a:pt x="353" y="15"/>
                      </a:cubicBezTo>
                      <a:cubicBezTo>
                        <a:pt x="345" y="21"/>
                        <a:pt x="345" y="34"/>
                        <a:pt x="351" y="38"/>
                      </a:cubicBezTo>
                      <a:cubicBezTo>
                        <a:pt x="241" y="163"/>
                        <a:pt x="141" y="296"/>
                        <a:pt x="28" y="421"/>
                      </a:cubicBezTo>
                      <a:cubicBezTo>
                        <a:pt x="0" y="454"/>
                        <a:pt x="32" y="498"/>
                        <a:pt x="65" y="498"/>
                      </a:cubicBezTo>
                      <a:cubicBezTo>
                        <a:pt x="75" y="498"/>
                        <a:pt x="86" y="493"/>
                        <a:pt x="95" y="482"/>
                      </a:cubicBezTo>
                      <a:cubicBezTo>
                        <a:pt x="208" y="338"/>
                        <a:pt x="326" y="192"/>
                        <a:pt x="414" y="32"/>
                      </a:cubicBezTo>
                      <a:cubicBezTo>
                        <a:pt x="422" y="17"/>
                        <a:pt x="410" y="0"/>
                        <a:pt x="39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3" name="Google Shape;1833;p44"/>
                <p:cNvSpPr/>
                <p:nvPr/>
              </p:nvSpPr>
              <p:spPr>
                <a:xfrm>
                  <a:off x="5456030" y="1712927"/>
                  <a:ext cx="39805" cy="44619"/>
                </a:xfrm>
                <a:custGeom>
                  <a:rect b="b" l="l" r="r" t="t"/>
                  <a:pathLst>
                    <a:path extrusionOk="0" h="482" w="430">
                      <a:moveTo>
                        <a:pt x="400" y="1"/>
                      </a:moveTo>
                      <a:cubicBezTo>
                        <a:pt x="395" y="1"/>
                        <a:pt x="390" y="3"/>
                        <a:pt x="386" y="9"/>
                      </a:cubicBezTo>
                      <a:cubicBezTo>
                        <a:pt x="275" y="153"/>
                        <a:pt x="154" y="284"/>
                        <a:pt x="27" y="413"/>
                      </a:cubicBezTo>
                      <a:cubicBezTo>
                        <a:pt x="0" y="442"/>
                        <a:pt x="30" y="481"/>
                        <a:pt x="59" y="481"/>
                      </a:cubicBezTo>
                      <a:cubicBezTo>
                        <a:pt x="69" y="481"/>
                        <a:pt x="78" y="477"/>
                        <a:pt x="86" y="467"/>
                      </a:cubicBezTo>
                      <a:cubicBezTo>
                        <a:pt x="198" y="326"/>
                        <a:pt x="306" y="180"/>
                        <a:pt x="417" y="36"/>
                      </a:cubicBezTo>
                      <a:cubicBezTo>
                        <a:pt x="429" y="21"/>
                        <a:pt x="415" y="1"/>
                        <a:pt x="40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4" name="Google Shape;1834;p44"/>
                <p:cNvSpPr/>
                <p:nvPr/>
              </p:nvSpPr>
              <p:spPr>
                <a:xfrm>
                  <a:off x="5455937" y="1726535"/>
                  <a:ext cx="47211" cy="53320"/>
                </a:xfrm>
                <a:custGeom>
                  <a:rect b="b" l="l" r="r" t="t"/>
                  <a:pathLst>
                    <a:path extrusionOk="0" h="576" w="510">
                      <a:moveTo>
                        <a:pt x="470" y="0"/>
                      </a:moveTo>
                      <a:cubicBezTo>
                        <a:pt x="462" y="0"/>
                        <a:pt x="454" y="3"/>
                        <a:pt x="447" y="10"/>
                      </a:cubicBezTo>
                      <a:cubicBezTo>
                        <a:pt x="416" y="39"/>
                        <a:pt x="391" y="66"/>
                        <a:pt x="372" y="104"/>
                      </a:cubicBezTo>
                      <a:cubicBezTo>
                        <a:pt x="370" y="106"/>
                        <a:pt x="370" y="110"/>
                        <a:pt x="370" y="112"/>
                      </a:cubicBezTo>
                      <a:cubicBezTo>
                        <a:pt x="266" y="248"/>
                        <a:pt x="155" y="377"/>
                        <a:pt x="32" y="500"/>
                      </a:cubicBezTo>
                      <a:cubicBezTo>
                        <a:pt x="0" y="533"/>
                        <a:pt x="32" y="575"/>
                        <a:pt x="68" y="575"/>
                      </a:cubicBezTo>
                      <a:cubicBezTo>
                        <a:pt x="79" y="575"/>
                        <a:pt x="91" y="571"/>
                        <a:pt x="101" y="562"/>
                      </a:cubicBezTo>
                      <a:cubicBezTo>
                        <a:pt x="257" y="416"/>
                        <a:pt x="397" y="233"/>
                        <a:pt x="497" y="43"/>
                      </a:cubicBezTo>
                      <a:cubicBezTo>
                        <a:pt x="509" y="21"/>
                        <a:pt x="491" y="0"/>
                        <a:pt x="47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5" name="Google Shape;1835;p44"/>
                <p:cNvSpPr/>
                <p:nvPr/>
              </p:nvSpPr>
              <p:spPr>
                <a:xfrm>
                  <a:off x="5460103" y="1747085"/>
                  <a:ext cx="39713" cy="49155"/>
                </a:xfrm>
                <a:custGeom>
                  <a:rect b="b" l="l" r="r" t="t"/>
                  <a:pathLst>
                    <a:path extrusionOk="0" h="531" w="429">
                      <a:moveTo>
                        <a:pt x="394" y="1"/>
                      </a:moveTo>
                      <a:cubicBezTo>
                        <a:pt x="386" y="1"/>
                        <a:pt x="378" y="5"/>
                        <a:pt x="373" y="13"/>
                      </a:cubicBezTo>
                      <a:cubicBezTo>
                        <a:pt x="275" y="176"/>
                        <a:pt x="158" y="324"/>
                        <a:pt x="29" y="461"/>
                      </a:cubicBezTo>
                      <a:cubicBezTo>
                        <a:pt x="0" y="490"/>
                        <a:pt x="30" y="531"/>
                        <a:pt x="62" y="531"/>
                      </a:cubicBezTo>
                      <a:cubicBezTo>
                        <a:pt x="71" y="531"/>
                        <a:pt x="81" y="527"/>
                        <a:pt x="89" y="517"/>
                      </a:cubicBezTo>
                      <a:cubicBezTo>
                        <a:pt x="217" y="369"/>
                        <a:pt x="327" y="209"/>
                        <a:pt x="419" y="38"/>
                      </a:cubicBezTo>
                      <a:cubicBezTo>
                        <a:pt x="429" y="18"/>
                        <a:pt x="411" y="1"/>
                        <a:pt x="39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6" name="Google Shape;1836;p44"/>
                <p:cNvSpPr/>
                <p:nvPr/>
              </p:nvSpPr>
              <p:spPr>
                <a:xfrm>
                  <a:off x="5457974" y="1758008"/>
                  <a:ext cx="43323" cy="50728"/>
                </a:xfrm>
                <a:custGeom>
                  <a:rect b="b" l="l" r="r" t="t"/>
                  <a:pathLst>
                    <a:path extrusionOk="0" h="548" w="468">
                      <a:moveTo>
                        <a:pt x="434" y="0"/>
                      </a:moveTo>
                      <a:cubicBezTo>
                        <a:pt x="429" y="0"/>
                        <a:pt x="423" y="2"/>
                        <a:pt x="419" y="8"/>
                      </a:cubicBezTo>
                      <a:cubicBezTo>
                        <a:pt x="296" y="170"/>
                        <a:pt x="165" y="326"/>
                        <a:pt x="27" y="477"/>
                      </a:cubicBezTo>
                      <a:cubicBezTo>
                        <a:pt x="0" y="506"/>
                        <a:pt x="31" y="547"/>
                        <a:pt x="62" y="547"/>
                      </a:cubicBezTo>
                      <a:cubicBezTo>
                        <a:pt x="71" y="547"/>
                        <a:pt x="81" y="543"/>
                        <a:pt x="90" y="533"/>
                      </a:cubicBezTo>
                      <a:cubicBezTo>
                        <a:pt x="219" y="372"/>
                        <a:pt x="342" y="206"/>
                        <a:pt x="456" y="35"/>
                      </a:cubicBezTo>
                      <a:cubicBezTo>
                        <a:pt x="467" y="19"/>
                        <a:pt x="450" y="0"/>
                        <a:pt x="4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7" name="Google Shape;1837;p44"/>
                <p:cNvSpPr/>
                <p:nvPr/>
              </p:nvSpPr>
              <p:spPr>
                <a:xfrm>
                  <a:off x="5467786" y="1771431"/>
                  <a:ext cx="37676" cy="45730"/>
                </a:xfrm>
                <a:custGeom>
                  <a:rect b="b" l="l" r="r" t="t"/>
                  <a:pathLst>
                    <a:path extrusionOk="0" h="494" w="407">
                      <a:moveTo>
                        <a:pt x="371" y="1"/>
                      </a:moveTo>
                      <a:cubicBezTo>
                        <a:pt x="365" y="1"/>
                        <a:pt x="359" y="4"/>
                        <a:pt x="355" y="11"/>
                      </a:cubicBezTo>
                      <a:cubicBezTo>
                        <a:pt x="246" y="150"/>
                        <a:pt x="140" y="292"/>
                        <a:pt x="27" y="427"/>
                      </a:cubicBezTo>
                      <a:cubicBezTo>
                        <a:pt x="1" y="458"/>
                        <a:pt x="29" y="494"/>
                        <a:pt x="59" y="494"/>
                      </a:cubicBezTo>
                      <a:cubicBezTo>
                        <a:pt x="71" y="494"/>
                        <a:pt x="84" y="488"/>
                        <a:pt x="94" y="473"/>
                      </a:cubicBezTo>
                      <a:cubicBezTo>
                        <a:pt x="188" y="327"/>
                        <a:pt x="292" y="188"/>
                        <a:pt x="392" y="46"/>
                      </a:cubicBezTo>
                      <a:cubicBezTo>
                        <a:pt x="406" y="26"/>
                        <a:pt x="389" y="1"/>
                        <a:pt x="37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8" name="Google Shape;1838;p44"/>
                <p:cNvSpPr/>
                <p:nvPr/>
              </p:nvSpPr>
              <p:spPr>
                <a:xfrm>
                  <a:off x="5471859" y="1779670"/>
                  <a:ext cx="38879" cy="45267"/>
                </a:xfrm>
                <a:custGeom>
                  <a:rect b="b" l="l" r="r" t="t"/>
                  <a:pathLst>
                    <a:path extrusionOk="0" h="489" w="420">
                      <a:moveTo>
                        <a:pt x="378" y="1"/>
                      </a:moveTo>
                      <a:cubicBezTo>
                        <a:pt x="371" y="1"/>
                        <a:pt x="363" y="4"/>
                        <a:pt x="356" y="11"/>
                      </a:cubicBezTo>
                      <a:cubicBezTo>
                        <a:pt x="242" y="145"/>
                        <a:pt x="131" y="282"/>
                        <a:pt x="25" y="422"/>
                      </a:cubicBezTo>
                      <a:cubicBezTo>
                        <a:pt x="0" y="455"/>
                        <a:pt x="26" y="489"/>
                        <a:pt x="55" y="489"/>
                      </a:cubicBezTo>
                      <a:cubicBezTo>
                        <a:pt x="67" y="489"/>
                        <a:pt x="80" y="483"/>
                        <a:pt x="90" y="468"/>
                      </a:cubicBezTo>
                      <a:cubicBezTo>
                        <a:pt x="188" y="324"/>
                        <a:pt x="290" y="184"/>
                        <a:pt x="402" y="51"/>
                      </a:cubicBezTo>
                      <a:cubicBezTo>
                        <a:pt x="420" y="29"/>
                        <a:pt x="400" y="1"/>
                        <a:pt x="37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9" name="Google Shape;1839;p44"/>
                <p:cNvSpPr/>
                <p:nvPr/>
              </p:nvSpPr>
              <p:spPr>
                <a:xfrm>
                  <a:off x="5469823" y="1789204"/>
                  <a:ext cx="43230" cy="50821"/>
                </a:xfrm>
                <a:custGeom>
                  <a:rect b="b" l="l" r="r" t="t"/>
                  <a:pathLst>
                    <a:path extrusionOk="0" h="549" w="467">
                      <a:moveTo>
                        <a:pt x="434" y="0"/>
                      </a:moveTo>
                      <a:cubicBezTo>
                        <a:pt x="428" y="0"/>
                        <a:pt x="422" y="3"/>
                        <a:pt x="418" y="8"/>
                      </a:cubicBezTo>
                      <a:cubicBezTo>
                        <a:pt x="293" y="171"/>
                        <a:pt x="153" y="323"/>
                        <a:pt x="24" y="481"/>
                      </a:cubicBezTo>
                      <a:cubicBezTo>
                        <a:pt x="0" y="511"/>
                        <a:pt x="26" y="548"/>
                        <a:pt x="55" y="548"/>
                      </a:cubicBezTo>
                      <a:cubicBezTo>
                        <a:pt x="64" y="548"/>
                        <a:pt x="74" y="545"/>
                        <a:pt x="82" y="536"/>
                      </a:cubicBezTo>
                      <a:cubicBezTo>
                        <a:pt x="222" y="383"/>
                        <a:pt x="341" y="204"/>
                        <a:pt x="456" y="33"/>
                      </a:cubicBezTo>
                      <a:cubicBezTo>
                        <a:pt x="466" y="18"/>
                        <a:pt x="450" y="0"/>
                        <a:pt x="4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0" name="Google Shape;1840;p44"/>
                <p:cNvSpPr/>
                <p:nvPr/>
              </p:nvSpPr>
              <p:spPr>
                <a:xfrm>
                  <a:off x="5473433" y="1804571"/>
                  <a:ext cx="40453" cy="50080"/>
                </a:xfrm>
                <a:custGeom>
                  <a:rect b="b" l="l" r="r" t="t"/>
                  <a:pathLst>
                    <a:path extrusionOk="0" h="541" w="437">
                      <a:moveTo>
                        <a:pt x="395" y="0"/>
                      </a:moveTo>
                      <a:cubicBezTo>
                        <a:pt x="384" y="0"/>
                        <a:pt x="374" y="5"/>
                        <a:pt x="366" y="15"/>
                      </a:cubicBezTo>
                      <a:cubicBezTo>
                        <a:pt x="264" y="172"/>
                        <a:pt x="154" y="326"/>
                        <a:pt x="29" y="465"/>
                      </a:cubicBezTo>
                      <a:cubicBezTo>
                        <a:pt x="1" y="498"/>
                        <a:pt x="32" y="540"/>
                        <a:pt x="64" y="540"/>
                      </a:cubicBezTo>
                      <a:cubicBezTo>
                        <a:pt x="74" y="540"/>
                        <a:pt x="85" y="535"/>
                        <a:pt x="93" y="524"/>
                      </a:cubicBezTo>
                      <a:cubicBezTo>
                        <a:pt x="210" y="367"/>
                        <a:pt x="323" y="211"/>
                        <a:pt x="423" y="44"/>
                      </a:cubicBezTo>
                      <a:cubicBezTo>
                        <a:pt x="437" y="20"/>
                        <a:pt x="416" y="0"/>
                        <a:pt x="39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1" name="Google Shape;1841;p44"/>
                <p:cNvSpPr/>
                <p:nvPr/>
              </p:nvSpPr>
              <p:spPr>
                <a:xfrm>
                  <a:off x="5474358" y="1818456"/>
                  <a:ext cx="42767" cy="50358"/>
                </a:xfrm>
                <a:custGeom>
                  <a:rect b="b" l="l" r="r" t="t"/>
                  <a:pathLst>
                    <a:path extrusionOk="0" h="544" w="462">
                      <a:moveTo>
                        <a:pt x="419" y="0"/>
                      </a:moveTo>
                      <a:cubicBezTo>
                        <a:pt x="412" y="0"/>
                        <a:pt x="404" y="3"/>
                        <a:pt x="398" y="11"/>
                      </a:cubicBezTo>
                      <a:cubicBezTo>
                        <a:pt x="275" y="165"/>
                        <a:pt x="152" y="317"/>
                        <a:pt x="27" y="470"/>
                      </a:cubicBezTo>
                      <a:cubicBezTo>
                        <a:pt x="1" y="502"/>
                        <a:pt x="31" y="543"/>
                        <a:pt x="63" y="543"/>
                      </a:cubicBezTo>
                      <a:cubicBezTo>
                        <a:pt x="73" y="543"/>
                        <a:pt x="83" y="539"/>
                        <a:pt x="92" y="528"/>
                      </a:cubicBezTo>
                      <a:cubicBezTo>
                        <a:pt x="209" y="370"/>
                        <a:pt x="325" y="209"/>
                        <a:pt x="444" y="53"/>
                      </a:cubicBezTo>
                      <a:cubicBezTo>
                        <a:pt x="461" y="29"/>
                        <a:pt x="441" y="0"/>
                        <a:pt x="41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2" name="Google Shape;1842;p44"/>
                <p:cNvSpPr/>
                <p:nvPr/>
              </p:nvSpPr>
              <p:spPr>
                <a:xfrm>
                  <a:off x="5481023" y="1827342"/>
                  <a:ext cx="39342" cy="53783"/>
                </a:xfrm>
                <a:custGeom>
                  <a:rect b="b" l="l" r="r" t="t"/>
                  <a:pathLst>
                    <a:path extrusionOk="0" h="581" w="425">
                      <a:moveTo>
                        <a:pt x="398" y="1"/>
                      </a:moveTo>
                      <a:cubicBezTo>
                        <a:pt x="392" y="1"/>
                        <a:pt x="386" y="3"/>
                        <a:pt x="382" y="9"/>
                      </a:cubicBezTo>
                      <a:cubicBezTo>
                        <a:pt x="274" y="186"/>
                        <a:pt x="153" y="355"/>
                        <a:pt x="24" y="517"/>
                      </a:cubicBezTo>
                      <a:cubicBezTo>
                        <a:pt x="0" y="548"/>
                        <a:pt x="26" y="580"/>
                        <a:pt x="54" y="580"/>
                      </a:cubicBezTo>
                      <a:cubicBezTo>
                        <a:pt x="65" y="580"/>
                        <a:pt x="77" y="575"/>
                        <a:pt x="87" y="561"/>
                      </a:cubicBezTo>
                      <a:cubicBezTo>
                        <a:pt x="199" y="384"/>
                        <a:pt x="310" y="207"/>
                        <a:pt x="416" y="28"/>
                      </a:cubicBezTo>
                      <a:cubicBezTo>
                        <a:pt x="424" y="13"/>
                        <a:pt x="411" y="1"/>
                        <a:pt x="39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3" name="Google Shape;1843;p44"/>
                <p:cNvSpPr/>
                <p:nvPr/>
              </p:nvSpPr>
              <p:spPr>
                <a:xfrm>
                  <a:off x="5482875" y="1842709"/>
                  <a:ext cx="36473" cy="51469"/>
                </a:xfrm>
                <a:custGeom>
                  <a:rect b="b" l="l" r="r" t="t"/>
                  <a:pathLst>
                    <a:path extrusionOk="0" h="556" w="394">
                      <a:moveTo>
                        <a:pt x="359" y="0"/>
                      </a:moveTo>
                      <a:cubicBezTo>
                        <a:pt x="352" y="0"/>
                        <a:pt x="346" y="3"/>
                        <a:pt x="342" y="10"/>
                      </a:cubicBezTo>
                      <a:cubicBezTo>
                        <a:pt x="229" y="166"/>
                        <a:pt x="106" y="326"/>
                        <a:pt x="16" y="499"/>
                      </a:cubicBezTo>
                      <a:cubicBezTo>
                        <a:pt x="1" y="531"/>
                        <a:pt x="28" y="556"/>
                        <a:pt x="55" y="556"/>
                      </a:cubicBezTo>
                      <a:cubicBezTo>
                        <a:pt x="68" y="556"/>
                        <a:pt x="81" y="550"/>
                        <a:pt x="89" y="537"/>
                      </a:cubicBezTo>
                      <a:cubicBezTo>
                        <a:pt x="194" y="374"/>
                        <a:pt x="281" y="201"/>
                        <a:pt x="383" y="39"/>
                      </a:cubicBezTo>
                      <a:cubicBezTo>
                        <a:pt x="394" y="21"/>
                        <a:pt x="376" y="0"/>
                        <a:pt x="35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4" name="Google Shape;1844;p44"/>
                <p:cNvSpPr/>
                <p:nvPr/>
              </p:nvSpPr>
              <p:spPr>
                <a:xfrm>
                  <a:off x="5490373" y="1855576"/>
                  <a:ext cx="32770" cy="47766"/>
                </a:xfrm>
                <a:custGeom>
                  <a:rect b="b" l="l" r="r" t="t"/>
                  <a:pathLst>
                    <a:path extrusionOk="0" h="516" w="354">
                      <a:moveTo>
                        <a:pt x="313" y="0"/>
                      </a:moveTo>
                      <a:cubicBezTo>
                        <a:pt x="306" y="0"/>
                        <a:pt x="299" y="3"/>
                        <a:pt x="294" y="10"/>
                      </a:cubicBezTo>
                      <a:cubicBezTo>
                        <a:pt x="190" y="150"/>
                        <a:pt x="100" y="298"/>
                        <a:pt x="19" y="452"/>
                      </a:cubicBezTo>
                      <a:cubicBezTo>
                        <a:pt x="1" y="486"/>
                        <a:pt x="32" y="516"/>
                        <a:pt x="62" y="516"/>
                      </a:cubicBezTo>
                      <a:cubicBezTo>
                        <a:pt x="76" y="516"/>
                        <a:pt x="89" y="509"/>
                        <a:pt x="96" y="492"/>
                      </a:cubicBezTo>
                      <a:cubicBezTo>
                        <a:pt x="161" y="333"/>
                        <a:pt x="244" y="185"/>
                        <a:pt x="340" y="42"/>
                      </a:cubicBezTo>
                      <a:cubicBezTo>
                        <a:pt x="354" y="23"/>
                        <a:pt x="332" y="0"/>
                        <a:pt x="31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5" name="Google Shape;1845;p44"/>
                <p:cNvSpPr/>
                <p:nvPr/>
              </p:nvSpPr>
              <p:spPr>
                <a:xfrm>
                  <a:off x="5493983" y="1862889"/>
                  <a:ext cx="36380" cy="53876"/>
                </a:xfrm>
                <a:custGeom>
                  <a:rect b="b" l="l" r="r" t="t"/>
                  <a:pathLst>
                    <a:path extrusionOk="0" h="582" w="393">
                      <a:moveTo>
                        <a:pt x="390" y="0"/>
                      </a:moveTo>
                      <a:cubicBezTo>
                        <a:pt x="263" y="171"/>
                        <a:pt x="147" y="346"/>
                        <a:pt x="24" y="517"/>
                      </a:cubicBezTo>
                      <a:cubicBezTo>
                        <a:pt x="0" y="549"/>
                        <a:pt x="27" y="581"/>
                        <a:pt x="54" y="581"/>
                      </a:cubicBezTo>
                      <a:cubicBezTo>
                        <a:pt x="65" y="581"/>
                        <a:pt x="77" y="575"/>
                        <a:pt x="84" y="561"/>
                      </a:cubicBezTo>
                      <a:cubicBezTo>
                        <a:pt x="186" y="373"/>
                        <a:pt x="292" y="190"/>
                        <a:pt x="390" y="2"/>
                      </a:cubicBezTo>
                      <a:cubicBezTo>
                        <a:pt x="393" y="0"/>
                        <a:pt x="390" y="0"/>
                        <a:pt x="39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6" name="Google Shape;1846;p44"/>
                <p:cNvSpPr/>
                <p:nvPr/>
              </p:nvSpPr>
              <p:spPr>
                <a:xfrm>
                  <a:off x="5501481" y="1872424"/>
                  <a:ext cx="38602" cy="48784"/>
                </a:xfrm>
                <a:custGeom>
                  <a:rect b="b" l="l" r="r" t="t"/>
                  <a:pathLst>
                    <a:path extrusionOk="0" h="527" w="417">
                      <a:moveTo>
                        <a:pt x="376" y="1"/>
                      </a:moveTo>
                      <a:cubicBezTo>
                        <a:pt x="369" y="1"/>
                        <a:pt x="362" y="4"/>
                        <a:pt x="355" y="12"/>
                      </a:cubicBezTo>
                      <a:cubicBezTo>
                        <a:pt x="276" y="114"/>
                        <a:pt x="199" y="218"/>
                        <a:pt x="122" y="322"/>
                      </a:cubicBezTo>
                      <a:cubicBezTo>
                        <a:pt x="89" y="368"/>
                        <a:pt x="1" y="445"/>
                        <a:pt x="47" y="508"/>
                      </a:cubicBezTo>
                      <a:cubicBezTo>
                        <a:pt x="54" y="517"/>
                        <a:pt x="67" y="527"/>
                        <a:pt x="82" y="527"/>
                      </a:cubicBezTo>
                      <a:cubicBezTo>
                        <a:pt x="84" y="527"/>
                        <a:pt x="85" y="527"/>
                        <a:pt x="86" y="526"/>
                      </a:cubicBezTo>
                      <a:lnTo>
                        <a:pt x="97" y="524"/>
                      </a:lnTo>
                      <a:cubicBezTo>
                        <a:pt x="128" y="520"/>
                        <a:pt x="145" y="485"/>
                        <a:pt x="132" y="462"/>
                      </a:cubicBezTo>
                      <a:cubicBezTo>
                        <a:pt x="134" y="458"/>
                        <a:pt x="139" y="449"/>
                        <a:pt x="141" y="439"/>
                      </a:cubicBezTo>
                      <a:cubicBezTo>
                        <a:pt x="153" y="420"/>
                        <a:pt x="166" y="401"/>
                        <a:pt x="176" y="383"/>
                      </a:cubicBezTo>
                      <a:cubicBezTo>
                        <a:pt x="199" y="349"/>
                        <a:pt x="220" y="316"/>
                        <a:pt x="241" y="283"/>
                      </a:cubicBezTo>
                      <a:cubicBezTo>
                        <a:pt x="293" y="205"/>
                        <a:pt x="347" y="128"/>
                        <a:pt x="401" y="53"/>
                      </a:cubicBezTo>
                      <a:cubicBezTo>
                        <a:pt x="417" y="30"/>
                        <a:pt x="397" y="1"/>
                        <a:pt x="37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7" name="Google Shape;1847;p44"/>
                <p:cNvSpPr/>
                <p:nvPr/>
              </p:nvSpPr>
              <p:spPr>
                <a:xfrm>
                  <a:off x="5509997" y="1882791"/>
                  <a:ext cx="34899" cy="45174"/>
                </a:xfrm>
                <a:custGeom>
                  <a:rect b="b" l="l" r="r" t="t"/>
                  <a:pathLst>
                    <a:path extrusionOk="0" h="488" w="377">
                      <a:moveTo>
                        <a:pt x="347" y="0"/>
                      </a:moveTo>
                      <a:cubicBezTo>
                        <a:pt x="341" y="0"/>
                        <a:pt x="336" y="2"/>
                        <a:pt x="332" y="8"/>
                      </a:cubicBezTo>
                      <a:cubicBezTo>
                        <a:pt x="230" y="141"/>
                        <a:pt x="132" y="283"/>
                        <a:pt x="22" y="410"/>
                      </a:cubicBezTo>
                      <a:cubicBezTo>
                        <a:pt x="1" y="435"/>
                        <a:pt x="9" y="479"/>
                        <a:pt x="44" y="485"/>
                      </a:cubicBezTo>
                      <a:cubicBezTo>
                        <a:pt x="52" y="486"/>
                        <a:pt x="59" y="487"/>
                        <a:pt x="65" y="487"/>
                      </a:cubicBezTo>
                      <a:cubicBezTo>
                        <a:pt x="80" y="487"/>
                        <a:pt x="93" y="483"/>
                        <a:pt x="109" y="471"/>
                      </a:cubicBezTo>
                      <a:cubicBezTo>
                        <a:pt x="130" y="454"/>
                        <a:pt x="132" y="431"/>
                        <a:pt x="122" y="414"/>
                      </a:cubicBezTo>
                      <a:cubicBezTo>
                        <a:pt x="199" y="285"/>
                        <a:pt x="284" y="160"/>
                        <a:pt x="367" y="31"/>
                      </a:cubicBezTo>
                      <a:cubicBezTo>
                        <a:pt x="377" y="17"/>
                        <a:pt x="361" y="0"/>
                        <a:pt x="34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8" name="Google Shape;1848;p44"/>
                <p:cNvSpPr/>
                <p:nvPr/>
              </p:nvSpPr>
              <p:spPr>
                <a:xfrm>
                  <a:off x="5512867" y="1894547"/>
                  <a:ext cx="37676" cy="48507"/>
                </a:xfrm>
                <a:custGeom>
                  <a:rect b="b" l="l" r="r" t="t"/>
                  <a:pathLst>
                    <a:path extrusionOk="0" h="524" w="407">
                      <a:moveTo>
                        <a:pt x="358" y="1"/>
                      </a:moveTo>
                      <a:cubicBezTo>
                        <a:pt x="350" y="1"/>
                        <a:pt x="342" y="4"/>
                        <a:pt x="334" y="12"/>
                      </a:cubicBezTo>
                      <a:cubicBezTo>
                        <a:pt x="259" y="102"/>
                        <a:pt x="186" y="194"/>
                        <a:pt x="118" y="287"/>
                      </a:cubicBezTo>
                      <a:cubicBezTo>
                        <a:pt x="78" y="344"/>
                        <a:pt x="1" y="415"/>
                        <a:pt x="24" y="490"/>
                      </a:cubicBezTo>
                      <a:cubicBezTo>
                        <a:pt x="28" y="504"/>
                        <a:pt x="43" y="519"/>
                        <a:pt x="59" y="521"/>
                      </a:cubicBezTo>
                      <a:cubicBezTo>
                        <a:pt x="63" y="521"/>
                        <a:pt x="68" y="523"/>
                        <a:pt x="72" y="523"/>
                      </a:cubicBezTo>
                      <a:cubicBezTo>
                        <a:pt x="74" y="523"/>
                        <a:pt x="76" y="523"/>
                        <a:pt x="77" y="523"/>
                      </a:cubicBezTo>
                      <a:cubicBezTo>
                        <a:pt x="116" y="523"/>
                        <a:pt x="140" y="482"/>
                        <a:pt x="120" y="452"/>
                      </a:cubicBezTo>
                      <a:cubicBezTo>
                        <a:pt x="124" y="450"/>
                        <a:pt x="128" y="442"/>
                        <a:pt x="130" y="427"/>
                      </a:cubicBezTo>
                      <a:cubicBezTo>
                        <a:pt x="141" y="408"/>
                        <a:pt x="153" y="392"/>
                        <a:pt x="164" y="375"/>
                      </a:cubicBezTo>
                      <a:cubicBezTo>
                        <a:pt x="184" y="340"/>
                        <a:pt x="207" y="306"/>
                        <a:pt x="230" y="273"/>
                      </a:cubicBezTo>
                      <a:cubicBezTo>
                        <a:pt x="278" y="200"/>
                        <a:pt x="332" y="129"/>
                        <a:pt x="387" y="58"/>
                      </a:cubicBezTo>
                      <a:cubicBezTo>
                        <a:pt x="407" y="33"/>
                        <a:pt x="383" y="1"/>
                        <a:pt x="35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9" name="Google Shape;1849;p44"/>
                <p:cNvSpPr/>
                <p:nvPr/>
              </p:nvSpPr>
              <p:spPr>
                <a:xfrm>
                  <a:off x="5522957" y="1909451"/>
                  <a:ext cx="35362" cy="44341"/>
                </a:xfrm>
                <a:custGeom>
                  <a:rect b="b" l="l" r="r" t="t"/>
                  <a:pathLst>
                    <a:path extrusionOk="0" h="479" w="382">
                      <a:moveTo>
                        <a:pt x="334" y="0"/>
                      </a:moveTo>
                      <a:cubicBezTo>
                        <a:pt x="326" y="0"/>
                        <a:pt x="318" y="4"/>
                        <a:pt x="311" y="12"/>
                      </a:cubicBezTo>
                      <a:cubicBezTo>
                        <a:pt x="207" y="133"/>
                        <a:pt x="88" y="268"/>
                        <a:pt x="19" y="412"/>
                      </a:cubicBezTo>
                      <a:cubicBezTo>
                        <a:pt x="1" y="450"/>
                        <a:pt x="29" y="478"/>
                        <a:pt x="59" y="478"/>
                      </a:cubicBezTo>
                      <a:cubicBezTo>
                        <a:pt x="74" y="478"/>
                        <a:pt x="89" y="471"/>
                        <a:pt x="100" y="456"/>
                      </a:cubicBezTo>
                      <a:cubicBezTo>
                        <a:pt x="190" y="324"/>
                        <a:pt x="263" y="185"/>
                        <a:pt x="361" y="58"/>
                      </a:cubicBezTo>
                      <a:cubicBezTo>
                        <a:pt x="381" y="33"/>
                        <a:pt x="359" y="0"/>
                        <a:pt x="3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0" name="Google Shape;1850;p44"/>
                <p:cNvSpPr/>
                <p:nvPr/>
              </p:nvSpPr>
              <p:spPr>
                <a:xfrm>
                  <a:off x="5526567" y="1916949"/>
                  <a:ext cx="36380" cy="44896"/>
                </a:xfrm>
                <a:custGeom>
                  <a:rect b="b" l="l" r="r" t="t"/>
                  <a:pathLst>
                    <a:path extrusionOk="0" h="485" w="393">
                      <a:moveTo>
                        <a:pt x="357" y="0"/>
                      </a:moveTo>
                      <a:cubicBezTo>
                        <a:pt x="351" y="0"/>
                        <a:pt x="344" y="3"/>
                        <a:pt x="339" y="10"/>
                      </a:cubicBezTo>
                      <a:cubicBezTo>
                        <a:pt x="232" y="139"/>
                        <a:pt x="126" y="273"/>
                        <a:pt x="20" y="404"/>
                      </a:cubicBezTo>
                      <a:cubicBezTo>
                        <a:pt x="1" y="425"/>
                        <a:pt x="5" y="458"/>
                        <a:pt x="32" y="473"/>
                      </a:cubicBezTo>
                      <a:cubicBezTo>
                        <a:pt x="47" y="481"/>
                        <a:pt x="61" y="485"/>
                        <a:pt x="75" y="485"/>
                      </a:cubicBezTo>
                      <a:cubicBezTo>
                        <a:pt x="90" y="485"/>
                        <a:pt x="105" y="480"/>
                        <a:pt x="122" y="469"/>
                      </a:cubicBezTo>
                      <a:cubicBezTo>
                        <a:pt x="149" y="450"/>
                        <a:pt x="145" y="419"/>
                        <a:pt x="128" y="400"/>
                      </a:cubicBezTo>
                      <a:cubicBezTo>
                        <a:pt x="207" y="279"/>
                        <a:pt x="293" y="162"/>
                        <a:pt x="378" y="45"/>
                      </a:cubicBezTo>
                      <a:cubicBezTo>
                        <a:pt x="392" y="25"/>
                        <a:pt x="376" y="0"/>
                        <a:pt x="35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1" name="Google Shape;1851;p44"/>
                <p:cNvSpPr/>
                <p:nvPr/>
              </p:nvSpPr>
              <p:spPr>
                <a:xfrm>
                  <a:off x="5537027" y="1933149"/>
                  <a:ext cx="31937" cy="41842"/>
                </a:xfrm>
                <a:custGeom>
                  <a:rect b="b" l="l" r="r" t="t"/>
                  <a:pathLst>
                    <a:path extrusionOk="0" h="452" w="345">
                      <a:moveTo>
                        <a:pt x="329" y="0"/>
                      </a:moveTo>
                      <a:cubicBezTo>
                        <a:pt x="327" y="0"/>
                        <a:pt x="324" y="1"/>
                        <a:pt x="321" y="4"/>
                      </a:cubicBezTo>
                      <a:cubicBezTo>
                        <a:pt x="203" y="121"/>
                        <a:pt x="105" y="252"/>
                        <a:pt x="19" y="394"/>
                      </a:cubicBezTo>
                      <a:cubicBezTo>
                        <a:pt x="1" y="424"/>
                        <a:pt x="31" y="452"/>
                        <a:pt x="58" y="452"/>
                      </a:cubicBezTo>
                      <a:cubicBezTo>
                        <a:pt x="70" y="452"/>
                        <a:pt x="82" y="446"/>
                        <a:pt x="88" y="431"/>
                      </a:cubicBezTo>
                      <a:cubicBezTo>
                        <a:pt x="153" y="281"/>
                        <a:pt x="236" y="146"/>
                        <a:pt x="338" y="18"/>
                      </a:cubicBezTo>
                      <a:cubicBezTo>
                        <a:pt x="344" y="11"/>
                        <a:pt x="338" y="0"/>
                        <a:pt x="32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2" name="Google Shape;1852;p44"/>
                <p:cNvSpPr/>
                <p:nvPr/>
              </p:nvSpPr>
              <p:spPr>
                <a:xfrm>
                  <a:off x="5547210" y="1940184"/>
                  <a:ext cx="28974" cy="39342"/>
                </a:xfrm>
                <a:custGeom>
                  <a:rect b="b" l="l" r="r" t="t"/>
                  <a:pathLst>
                    <a:path extrusionOk="0" h="425" w="313">
                      <a:moveTo>
                        <a:pt x="289" y="1"/>
                      </a:moveTo>
                      <a:cubicBezTo>
                        <a:pt x="283" y="1"/>
                        <a:pt x="278" y="3"/>
                        <a:pt x="274" y="9"/>
                      </a:cubicBezTo>
                      <a:cubicBezTo>
                        <a:pt x="199" y="130"/>
                        <a:pt x="120" y="247"/>
                        <a:pt x="28" y="355"/>
                      </a:cubicBezTo>
                      <a:cubicBezTo>
                        <a:pt x="0" y="389"/>
                        <a:pt x="33" y="425"/>
                        <a:pt x="63" y="425"/>
                      </a:cubicBezTo>
                      <a:cubicBezTo>
                        <a:pt x="76" y="425"/>
                        <a:pt x="88" y="418"/>
                        <a:pt x="95" y="403"/>
                      </a:cubicBezTo>
                      <a:cubicBezTo>
                        <a:pt x="155" y="272"/>
                        <a:pt x="228" y="147"/>
                        <a:pt x="305" y="24"/>
                      </a:cubicBezTo>
                      <a:cubicBezTo>
                        <a:pt x="312" y="12"/>
                        <a:pt x="301" y="1"/>
                        <a:pt x="28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3" name="Google Shape;1853;p44"/>
                <p:cNvSpPr/>
                <p:nvPr/>
              </p:nvSpPr>
              <p:spPr>
                <a:xfrm>
                  <a:off x="5544340" y="1945368"/>
                  <a:ext cx="40823" cy="56931"/>
                </a:xfrm>
                <a:custGeom>
                  <a:rect b="b" l="l" r="r" t="t"/>
                  <a:pathLst>
                    <a:path extrusionOk="0" h="615" w="441">
                      <a:moveTo>
                        <a:pt x="404" y="1"/>
                      </a:moveTo>
                      <a:cubicBezTo>
                        <a:pt x="396" y="1"/>
                        <a:pt x="388" y="3"/>
                        <a:pt x="382" y="9"/>
                      </a:cubicBezTo>
                      <a:cubicBezTo>
                        <a:pt x="374" y="20"/>
                        <a:pt x="363" y="30"/>
                        <a:pt x="353" y="39"/>
                      </a:cubicBezTo>
                      <a:cubicBezTo>
                        <a:pt x="345" y="47"/>
                        <a:pt x="345" y="57"/>
                        <a:pt x="349" y="66"/>
                      </a:cubicBezTo>
                      <a:cubicBezTo>
                        <a:pt x="280" y="180"/>
                        <a:pt x="207" y="293"/>
                        <a:pt x="132" y="407"/>
                      </a:cubicBezTo>
                      <a:cubicBezTo>
                        <a:pt x="94" y="462"/>
                        <a:pt x="1" y="591"/>
                        <a:pt x="117" y="614"/>
                      </a:cubicBezTo>
                      <a:cubicBezTo>
                        <a:pt x="121" y="615"/>
                        <a:pt x="125" y="615"/>
                        <a:pt x="128" y="615"/>
                      </a:cubicBezTo>
                      <a:cubicBezTo>
                        <a:pt x="186" y="615"/>
                        <a:pt x="201" y="524"/>
                        <a:pt x="140" y="514"/>
                      </a:cubicBezTo>
                      <a:lnTo>
                        <a:pt x="140" y="514"/>
                      </a:lnTo>
                      <a:cubicBezTo>
                        <a:pt x="142" y="514"/>
                        <a:pt x="144" y="514"/>
                        <a:pt x="146" y="514"/>
                      </a:cubicBezTo>
                      <a:cubicBezTo>
                        <a:pt x="209" y="514"/>
                        <a:pt x="289" y="333"/>
                        <a:pt x="317" y="285"/>
                      </a:cubicBezTo>
                      <a:cubicBezTo>
                        <a:pt x="365" y="207"/>
                        <a:pt x="411" y="126"/>
                        <a:pt x="434" y="36"/>
                      </a:cubicBezTo>
                      <a:cubicBezTo>
                        <a:pt x="440" y="16"/>
                        <a:pt x="422" y="1"/>
                        <a:pt x="40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4" name="Google Shape;1854;p44"/>
                <p:cNvSpPr/>
                <p:nvPr/>
              </p:nvSpPr>
              <p:spPr>
                <a:xfrm>
                  <a:off x="5564613" y="1961938"/>
                  <a:ext cx="38787" cy="49432"/>
                </a:xfrm>
                <a:custGeom>
                  <a:rect b="b" l="l" r="r" t="t"/>
                  <a:pathLst>
                    <a:path extrusionOk="0" h="534" w="419">
                      <a:moveTo>
                        <a:pt x="381" y="0"/>
                      </a:moveTo>
                      <a:cubicBezTo>
                        <a:pt x="374" y="0"/>
                        <a:pt x="367" y="3"/>
                        <a:pt x="361" y="10"/>
                      </a:cubicBezTo>
                      <a:cubicBezTo>
                        <a:pt x="284" y="97"/>
                        <a:pt x="209" y="189"/>
                        <a:pt x="132" y="281"/>
                      </a:cubicBezTo>
                      <a:cubicBezTo>
                        <a:pt x="84" y="339"/>
                        <a:pt x="0" y="406"/>
                        <a:pt x="5" y="489"/>
                      </a:cubicBezTo>
                      <a:cubicBezTo>
                        <a:pt x="7" y="520"/>
                        <a:pt x="29" y="534"/>
                        <a:pt x="51" y="534"/>
                      </a:cubicBezTo>
                      <a:cubicBezTo>
                        <a:pt x="79" y="534"/>
                        <a:pt x="109" y="512"/>
                        <a:pt x="101" y="472"/>
                      </a:cubicBezTo>
                      <a:cubicBezTo>
                        <a:pt x="94" y="443"/>
                        <a:pt x="173" y="358"/>
                        <a:pt x="192" y="333"/>
                      </a:cubicBezTo>
                      <a:lnTo>
                        <a:pt x="265" y="233"/>
                      </a:lnTo>
                      <a:cubicBezTo>
                        <a:pt x="313" y="170"/>
                        <a:pt x="361" y="106"/>
                        <a:pt x="405" y="41"/>
                      </a:cubicBezTo>
                      <a:cubicBezTo>
                        <a:pt x="419" y="21"/>
                        <a:pt x="400" y="0"/>
                        <a:pt x="38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5" name="Google Shape;1855;p44"/>
                <p:cNvSpPr/>
                <p:nvPr/>
              </p:nvSpPr>
              <p:spPr>
                <a:xfrm>
                  <a:off x="5565538" y="1973324"/>
                  <a:ext cx="42490" cy="53135"/>
                </a:xfrm>
                <a:custGeom>
                  <a:rect b="b" l="l" r="r" t="t"/>
                  <a:pathLst>
                    <a:path extrusionOk="0" h="574" w="459">
                      <a:moveTo>
                        <a:pt x="425" y="1"/>
                      </a:moveTo>
                      <a:cubicBezTo>
                        <a:pt x="419" y="1"/>
                        <a:pt x="413" y="3"/>
                        <a:pt x="407" y="10"/>
                      </a:cubicBezTo>
                      <a:cubicBezTo>
                        <a:pt x="276" y="168"/>
                        <a:pt x="149" y="331"/>
                        <a:pt x="28" y="497"/>
                      </a:cubicBezTo>
                      <a:cubicBezTo>
                        <a:pt x="0" y="535"/>
                        <a:pt x="30" y="573"/>
                        <a:pt x="62" y="573"/>
                      </a:cubicBezTo>
                      <a:cubicBezTo>
                        <a:pt x="76" y="573"/>
                        <a:pt x="90" y="566"/>
                        <a:pt x="101" y="549"/>
                      </a:cubicBezTo>
                      <a:cubicBezTo>
                        <a:pt x="209" y="376"/>
                        <a:pt x="324" y="208"/>
                        <a:pt x="445" y="43"/>
                      </a:cubicBezTo>
                      <a:cubicBezTo>
                        <a:pt x="459" y="24"/>
                        <a:pt x="442" y="1"/>
                        <a:pt x="42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6" name="Google Shape;1856;p44"/>
                <p:cNvSpPr/>
                <p:nvPr/>
              </p:nvSpPr>
              <p:spPr>
                <a:xfrm>
                  <a:off x="5570907" y="1983691"/>
                  <a:ext cx="45359" cy="56283"/>
                </a:xfrm>
                <a:custGeom>
                  <a:rect b="b" l="l" r="r" t="t"/>
                  <a:pathLst>
                    <a:path extrusionOk="0" h="608" w="490">
                      <a:moveTo>
                        <a:pt x="463" y="1"/>
                      </a:moveTo>
                      <a:cubicBezTo>
                        <a:pt x="459" y="1"/>
                        <a:pt x="454" y="3"/>
                        <a:pt x="449" y="8"/>
                      </a:cubicBezTo>
                      <a:cubicBezTo>
                        <a:pt x="314" y="185"/>
                        <a:pt x="176" y="367"/>
                        <a:pt x="28" y="535"/>
                      </a:cubicBezTo>
                      <a:cubicBezTo>
                        <a:pt x="0" y="566"/>
                        <a:pt x="26" y="608"/>
                        <a:pt x="61" y="608"/>
                      </a:cubicBezTo>
                      <a:cubicBezTo>
                        <a:pt x="65" y="608"/>
                        <a:pt x="68" y="607"/>
                        <a:pt x="72" y="606"/>
                      </a:cubicBezTo>
                      <a:cubicBezTo>
                        <a:pt x="83" y="604"/>
                        <a:pt x="93" y="600"/>
                        <a:pt x="103" y="598"/>
                      </a:cubicBezTo>
                      <a:cubicBezTo>
                        <a:pt x="128" y="592"/>
                        <a:pt x="135" y="562"/>
                        <a:pt x="126" y="542"/>
                      </a:cubicBezTo>
                      <a:cubicBezTo>
                        <a:pt x="237" y="369"/>
                        <a:pt x="358" y="200"/>
                        <a:pt x="479" y="33"/>
                      </a:cubicBezTo>
                      <a:cubicBezTo>
                        <a:pt x="489" y="19"/>
                        <a:pt x="477" y="1"/>
                        <a:pt x="46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7" name="Google Shape;1857;p44"/>
                <p:cNvSpPr/>
                <p:nvPr/>
              </p:nvSpPr>
              <p:spPr>
                <a:xfrm>
                  <a:off x="5585255" y="1988968"/>
                  <a:ext cx="45359" cy="57023"/>
                </a:xfrm>
                <a:custGeom>
                  <a:rect b="b" l="l" r="r" t="t"/>
                  <a:pathLst>
                    <a:path extrusionOk="0" h="616" w="490">
                      <a:moveTo>
                        <a:pt x="451" y="1"/>
                      </a:moveTo>
                      <a:cubicBezTo>
                        <a:pt x="445" y="1"/>
                        <a:pt x="438" y="4"/>
                        <a:pt x="432" y="11"/>
                      </a:cubicBezTo>
                      <a:cubicBezTo>
                        <a:pt x="353" y="114"/>
                        <a:pt x="271" y="216"/>
                        <a:pt x="190" y="318"/>
                      </a:cubicBezTo>
                      <a:cubicBezTo>
                        <a:pt x="134" y="389"/>
                        <a:pt x="34" y="468"/>
                        <a:pt x="7" y="555"/>
                      </a:cubicBezTo>
                      <a:cubicBezTo>
                        <a:pt x="1" y="574"/>
                        <a:pt x="13" y="599"/>
                        <a:pt x="30" y="608"/>
                      </a:cubicBezTo>
                      <a:cubicBezTo>
                        <a:pt x="32" y="608"/>
                        <a:pt x="34" y="610"/>
                        <a:pt x="36" y="610"/>
                      </a:cubicBezTo>
                      <a:cubicBezTo>
                        <a:pt x="43" y="613"/>
                        <a:pt x="50" y="615"/>
                        <a:pt x="58" y="615"/>
                      </a:cubicBezTo>
                      <a:cubicBezTo>
                        <a:pt x="70" y="615"/>
                        <a:pt x="83" y="610"/>
                        <a:pt x="92" y="599"/>
                      </a:cubicBezTo>
                      <a:cubicBezTo>
                        <a:pt x="94" y="599"/>
                        <a:pt x="94" y="597"/>
                        <a:pt x="96" y="597"/>
                      </a:cubicBezTo>
                      <a:cubicBezTo>
                        <a:pt x="107" y="585"/>
                        <a:pt x="109" y="570"/>
                        <a:pt x="107" y="558"/>
                      </a:cubicBezTo>
                      <a:cubicBezTo>
                        <a:pt x="128" y="518"/>
                        <a:pt x="165" y="474"/>
                        <a:pt x="190" y="441"/>
                      </a:cubicBezTo>
                      <a:cubicBezTo>
                        <a:pt x="224" y="393"/>
                        <a:pt x="257" y="345"/>
                        <a:pt x="292" y="299"/>
                      </a:cubicBezTo>
                      <a:cubicBezTo>
                        <a:pt x="353" y="216"/>
                        <a:pt x="413" y="132"/>
                        <a:pt x="474" y="49"/>
                      </a:cubicBezTo>
                      <a:cubicBezTo>
                        <a:pt x="489" y="27"/>
                        <a:pt x="471" y="1"/>
                        <a:pt x="45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8" name="Google Shape;1858;p44"/>
                <p:cNvSpPr/>
                <p:nvPr/>
              </p:nvSpPr>
              <p:spPr>
                <a:xfrm>
                  <a:off x="5583126" y="2000539"/>
                  <a:ext cx="46100" cy="56283"/>
                </a:xfrm>
                <a:custGeom>
                  <a:rect b="b" l="l" r="r" t="t"/>
                  <a:pathLst>
                    <a:path extrusionOk="0" h="608" w="498">
                      <a:moveTo>
                        <a:pt x="460" y="1"/>
                      </a:moveTo>
                      <a:cubicBezTo>
                        <a:pt x="453" y="1"/>
                        <a:pt x="446" y="4"/>
                        <a:pt x="440" y="12"/>
                      </a:cubicBezTo>
                      <a:cubicBezTo>
                        <a:pt x="361" y="107"/>
                        <a:pt x="282" y="205"/>
                        <a:pt x="201" y="301"/>
                      </a:cubicBezTo>
                      <a:cubicBezTo>
                        <a:pt x="138" y="376"/>
                        <a:pt x="57" y="449"/>
                        <a:pt x="17" y="541"/>
                      </a:cubicBezTo>
                      <a:cubicBezTo>
                        <a:pt x="0" y="579"/>
                        <a:pt x="30" y="607"/>
                        <a:pt x="60" y="607"/>
                      </a:cubicBezTo>
                      <a:cubicBezTo>
                        <a:pt x="78" y="607"/>
                        <a:pt x="95" y="597"/>
                        <a:pt x="103" y="574"/>
                      </a:cubicBezTo>
                      <a:cubicBezTo>
                        <a:pt x="134" y="474"/>
                        <a:pt x="228" y="383"/>
                        <a:pt x="290" y="301"/>
                      </a:cubicBezTo>
                      <a:cubicBezTo>
                        <a:pt x="353" y="218"/>
                        <a:pt x="417" y="132"/>
                        <a:pt x="482" y="49"/>
                      </a:cubicBezTo>
                      <a:cubicBezTo>
                        <a:pt x="498" y="27"/>
                        <a:pt x="480" y="1"/>
                        <a:pt x="46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9" name="Google Shape;1859;p44"/>
                <p:cNvSpPr/>
                <p:nvPr/>
              </p:nvSpPr>
              <p:spPr>
                <a:xfrm>
                  <a:off x="5601547" y="2008870"/>
                  <a:ext cx="45915" cy="50728"/>
                </a:xfrm>
                <a:custGeom>
                  <a:rect b="b" l="l" r="r" t="t"/>
                  <a:pathLst>
                    <a:path extrusionOk="0" h="548" w="496">
                      <a:moveTo>
                        <a:pt x="445" y="1"/>
                      </a:moveTo>
                      <a:cubicBezTo>
                        <a:pt x="438" y="1"/>
                        <a:pt x="430" y="4"/>
                        <a:pt x="423" y="11"/>
                      </a:cubicBezTo>
                      <a:cubicBezTo>
                        <a:pt x="285" y="159"/>
                        <a:pt x="154" y="311"/>
                        <a:pt x="29" y="468"/>
                      </a:cubicBezTo>
                      <a:cubicBezTo>
                        <a:pt x="1" y="503"/>
                        <a:pt x="33" y="547"/>
                        <a:pt x="66" y="547"/>
                      </a:cubicBezTo>
                      <a:cubicBezTo>
                        <a:pt x="77" y="547"/>
                        <a:pt x="89" y="542"/>
                        <a:pt x="98" y="530"/>
                      </a:cubicBezTo>
                      <a:cubicBezTo>
                        <a:pt x="214" y="368"/>
                        <a:pt x="341" y="211"/>
                        <a:pt x="473" y="59"/>
                      </a:cubicBezTo>
                      <a:cubicBezTo>
                        <a:pt x="495" y="34"/>
                        <a:pt x="471" y="1"/>
                        <a:pt x="44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0" name="Google Shape;1860;p44"/>
                <p:cNvSpPr/>
                <p:nvPr/>
              </p:nvSpPr>
              <p:spPr>
                <a:xfrm>
                  <a:off x="5615803" y="2007204"/>
                  <a:ext cx="49895" cy="57671"/>
                </a:xfrm>
                <a:custGeom>
                  <a:rect b="b" l="l" r="r" t="t"/>
                  <a:pathLst>
                    <a:path extrusionOk="0" h="623" w="539">
                      <a:moveTo>
                        <a:pt x="492" y="1"/>
                      </a:moveTo>
                      <a:cubicBezTo>
                        <a:pt x="484" y="1"/>
                        <a:pt x="476" y="4"/>
                        <a:pt x="469" y="12"/>
                      </a:cubicBezTo>
                      <a:cubicBezTo>
                        <a:pt x="315" y="183"/>
                        <a:pt x="146" y="358"/>
                        <a:pt x="21" y="554"/>
                      </a:cubicBezTo>
                      <a:cubicBezTo>
                        <a:pt x="1" y="587"/>
                        <a:pt x="34" y="622"/>
                        <a:pt x="66" y="622"/>
                      </a:cubicBezTo>
                      <a:cubicBezTo>
                        <a:pt x="77" y="622"/>
                        <a:pt x="89" y="618"/>
                        <a:pt x="98" y="606"/>
                      </a:cubicBezTo>
                      <a:cubicBezTo>
                        <a:pt x="242" y="425"/>
                        <a:pt x="362" y="231"/>
                        <a:pt x="517" y="56"/>
                      </a:cubicBezTo>
                      <a:cubicBezTo>
                        <a:pt x="539" y="33"/>
                        <a:pt x="517" y="1"/>
                        <a:pt x="49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1" name="Google Shape;1861;p44"/>
                <p:cNvSpPr/>
                <p:nvPr/>
              </p:nvSpPr>
              <p:spPr>
                <a:xfrm>
                  <a:off x="5616358" y="2019701"/>
                  <a:ext cx="53876" cy="61466"/>
                </a:xfrm>
                <a:custGeom>
                  <a:rect b="b" l="l" r="r" t="t"/>
                  <a:pathLst>
                    <a:path extrusionOk="0" h="664" w="582">
                      <a:moveTo>
                        <a:pt x="563" y="0"/>
                      </a:moveTo>
                      <a:cubicBezTo>
                        <a:pt x="560" y="0"/>
                        <a:pt x="557" y="2"/>
                        <a:pt x="554" y="5"/>
                      </a:cubicBezTo>
                      <a:cubicBezTo>
                        <a:pt x="384" y="207"/>
                        <a:pt x="194" y="394"/>
                        <a:pt x="27" y="599"/>
                      </a:cubicBezTo>
                      <a:cubicBezTo>
                        <a:pt x="1" y="629"/>
                        <a:pt x="30" y="663"/>
                        <a:pt x="58" y="663"/>
                      </a:cubicBezTo>
                      <a:cubicBezTo>
                        <a:pt x="70" y="663"/>
                        <a:pt x="82" y="657"/>
                        <a:pt x="90" y="642"/>
                      </a:cubicBezTo>
                      <a:cubicBezTo>
                        <a:pt x="146" y="528"/>
                        <a:pt x="244" y="428"/>
                        <a:pt x="323" y="328"/>
                      </a:cubicBezTo>
                      <a:cubicBezTo>
                        <a:pt x="404" y="226"/>
                        <a:pt x="488" y="123"/>
                        <a:pt x="573" y="23"/>
                      </a:cubicBezTo>
                      <a:cubicBezTo>
                        <a:pt x="581" y="12"/>
                        <a:pt x="572" y="0"/>
                        <a:pt x="56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2" name="Google Shape;1862;p44"/>
                <p:cNvSpPr/>
                <p:nvPr/>
              </p:nvSpPr>
              <p:spPr>
                <a:xfrm>
                  <a:off x="5624967" y="2026458"/>
                  <a:ext cx="56931" cy="62300"/>
                </a:xfrm>
                <a:custGeom>
                  <a:rect b="b" l="l" r="r" t="t"/>
                  <a:pathLst>
                    <a:path extrusionOk="0" h="673" w="615">
                      <a:moveTo>
                        <a:pt x="588" y="0"/>
                      </a:moveTo>
                      <a:cubicBezTo>
                        <a:pt x="583" y="0"/>
                        <a:pt x="578" y="2"/>
                        <a:pt x="574" y="7"/>
                      </a:cubicBezTo>
                      <a:cubicBezTo>
                        <a:pt x="441" y="157"/>
                        <a:pt x="307" y="305"/>
                        <a:pt x="172" y="455"/>
                      </a:cubicBezTo>
                      <a:cubicBezTo>
                        <a:pt x="126" y="505"/>
                        <a:pt x="1" y="601"/>
                        <a:pt x="93" y="665"/>
                      </a:cubicBezTo>
                      <a:cubicBezTo>
                        <a:pt x="100" y="670"/>
                        <a:pt x="107" y="672"/>
                        <a:pt x="114" y="672"/>
                      </a:cubicBezTo>
                      <a:cubicBezTo>
                        <a:pt x="153" y="672"/>
                        <a:pt x="180" y="607"/>
                        <a:pt x="134" y="582"/>
                      </a:cubicBezTo>
                      <a:lnTo>
                        <a:pt x="134" y="582"/>
                      </a:lnTo>
                      <a:cubicBezTo>
                        <a:pt x="137" y="583"/>
                        <a:pt x="140" y="584"/>
                        <a:pt x="143" y="584"/>
                      </a:cubicBezTo>
                      <a:cubicBezTo>
                        <a:pt x="200" y="584"/>
                        <a:pt x="344" y="361"/>
                        <a:pt x="374" y="323"/>
                      </a:cubicBezTo>
                      <a:cubicBezTo>
                        <a:pt x="449" y="228"/>
                        <a:pt x="526" y="130"/>
                        <a:pt x="603" y="34"/>
                      </a:cubicBezTo>
                      <a:cubicBezTo>
                        <a:pt x="614" y="18"/>
                        <a:pt x="602" y="0"/>
                        <a:pt x="58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3" name="Google Shape;1863;p44"/>
                <p:cNvSpPr/>
                <p:nvPr/>
              </p:nvSpPr>
              <p:spPr>
                <a:xfrm>
                  <a:off x="5646443" y="2026180"/>
                  <a:ext cx="56005" cy="65447"/>
                </a:xfrm>
                <a:custGeom>
                  <a:rect b="b" l="l" r="r" t="t"/>
                  <a:pathLst>
                    <a:path extrusionOk="0" h="707" w="605">
                      <a:moveTo>
                        <a:pt x="564" y="0"/>
                      </a:moveTo>
                      <a:cubicBezTo>
                        <a:pt x="557" y="0"/>
                        <a:pt x="550" y="3"/>
                        <a:pt x="544" y="10"/>
                      </a:cubicBezTo>
                      <a:cubicBezTo>
                        <a:pt x="438" y="128"/>
                        <a:pt x="332" y="247"/>
                        <a:pt x="225" y="366"/>
                      </a:cubicBezTo>
                      <a:cubicBezTo>
                        <a:pt x="175" y="422"/>
                        <a:pt x="125" y="479"/>
                        <a:pt x="73" y="535"/>
                      </a:cubicBezTo>
                      <a:cubicBezTo>
                        <a:pt x="46" y="566"/>
                        <a:pt x="13" y="591"/>
                        <a:pt x="4" y="633"/>
                      </a:cubicBezTo>
                      <a:cubicBezTo>
                        <a:pt x="0" y="652"/>
                        <a:pt x="4" y="672"/>
                        <a:pt x="19" y="685"/>
                      </a:cubicBezTo>
                      <a:cubicBezTo>
                        <a:pt x="23" y="687"/>
                        <a:pt x="27" y="689"/>
                        <a:pt x="29" y="693"/>
                      </a:cubicBezTo>
                      <a:cubicBezTo>
                        <a:pt x="41" y="702"/>
                        <a:pt x="53" y="706"/>
                        <a:pt x="66" y="706"/>
                      </a:cubicBezTo>
                      <a:cubicBezTo>
                        <a:pt x="80" y="706"/>
                        <a:pt x="94" y="700"/>
                        <a:pt x="106" y="689"/>
                      </a:cubicBezTo>
                      <a:lnTo>
                        <a:pt x="113" y="681"/>
                      </a:lnTo>
                      <a:cubicBezTo>
                        <a:pt x="131" y="666"/>
                        <a:pt x="131" y="643"/>
                        <a:pt x="121" y="624"/>
                      </a:cubicBezTo>
                      <a:cubicBezTo>
                        <a:pt x="144" y="585"/>
                        <a:pt x="196" y="537"/>
                        <a:pt x="217" y="512"/>
                      </a:cubicBezTo>
                      <a:cubicBezTo>
                        <a:pt x="259" y="458"/>
                        <a:pt x="302" y="404"/>
                        <a:pt x="344" y="351"/>
                      </a:cubicBezTo>
                      <a:cubicBezTo>
                        <a:pt x="425" y="251"/>
                        <a:pt x="507" y="149"/>
                        <a:pt x="586" y="49"/>
                      </a:cubicBezTo>
                      <a:cubicBezTo>
                        <a:pt x="605" y="27"/>
                        <a:pt x="585" y="0"/>
                        <a:pt x="56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4" name="Google Shape;1864;p44"/>
                <p:cNvSpPr/>
                <p:nvPr/>
              </p:nvSpPr>
              <p:spPr>
                <a:xfrm>
                  <a:off x="5654682" y="2035437"/>
                  <a:ext cx="56283" cy="69057"/>
                </a:xfrm>
                <a:custGeom>
                  <a:rect b="b" l="l" r="r" t="t"/>
                  <a:pathLst>
                    <a:path extrusionOk="0" h="746" w="608">
                      <a:moveTo>
                        <a:pt x="567" y="1"/>
                      </a:moveTo>
                      <a:cubicBezTo>
                        <a:pt x="559" y="1"/>
                        <a:pt x="552" y="4"/>
                        <a:pt x="545" y="12"/>
                      </a:cubicBezTo>
                      <a:cubicBezTo>
                        <a:pt x="441" y="135"/>
                        <a:pt x="334" y="260"/>
                        <a:pt x="228" y="383"/>
                      </a:cubicBezTo>
                      <a:cubicBezTo>
                        <a:pt x="153" y="472"/>
                        <a:pt x="40" y="564"/>
                        <a:pt x="9" y="681"/>
                      </a:cubicBezTo>
                      <a:cubicBezTo>
                        <a:pt x="0" y="716"/>
                        <a:pt x="33" y="745"/>
                        <a:pt x="65" y="745"/>
                      </a:cubicBezTo>
                      <a:cubicBezTo>
                        <a:pt x="78" y="745"/>
                        <a:pt x="91" y="740"/>
                        <a:pt x="101" y="729"/>
                      </a:cubicBezTo>
                      <a:cubicBezTo>
                        <a:pt x="107" y="722"/>
                        <a:pt x="111" y="716"/>
                        <a:pt x="115" y="710"/>
                      </a:cubicBezTo>
                      <a:cubicBezTo>
                        <a:pt x="128" y="695"/>
                        <a:pt x="130" y="679"/>
                        <a:pt x="126" y="664"/>
                      </a:cubicBezTo>
                      <a:cubicBezTo>
                        <a:pt x="168" y="558"/>
                        <a:pt x="288" y="445"/>
                        <a:pt x="353" y="364"/>
                      </a:cubicBezTo>
                      <a:cubicBezTo>
                        <a:pt x="432" y="260"/>
                        <a:pt x="511" y="156"/>
                        <a:pt x="591" y="53"/>
                      </a:cubicBezTo>
                      <a:cubicBezTo>
                        <a:pt x="608" y="30"/>
                        <a:pt x="589" y="1"/>
                        <a:pt x="56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5" name="Google Shape;1865;p44"/>
                <p:cNvSpPr/>
                <p:nvPr/>
              </p:nvSpPr>
              <p:spPr>
                <a:xfrm>
                  <a:off x="5668752" y="2045990"/>
                  <a:ext cx="53691" cy="64151"/>
                </a:xfrm>
                <a:custGeom>
                  <a:rect b="b" l="l" r="r" t="t"/>
                  <a:pathLst>
                    <a:path extrusionOk="0" h="693" w="580">
                      <a:moveTo>
                        <a:pt x="571" y="1"/>
                      </a:moveTo>
                      <a:cubicBezTo>
                        <a:pt x="570" y="1"/>
                        <a:pt x="569" y="1"/>
                        <a:pt x="568" y="2"/>
                      </a:cubicBezTo>
                      <a:cubicBezTo>
                        <a:pt x="387" y="204"/>
                        <a:pt x="157" y="398"/>
                        <a:pt x="20" y="633"/>
                      </a:cubicBezTo>
                      <a:cubicBezTo>
                        <a:pt x="1" y="666"/>
                        <a:pt x="30" y="693"/>
                        <a:pt x="59" y="693"/>
                      </a:cubicBezTo>
                      <a:cubicBezTo>
                        <a:pt x="62" y="693"/>
                        <a:pt x="65" y="692"/>
                        <a:pt x="68" y="692"/>
                      </a:cubicBezTo>
                      <a:cubicBezTo>
                        <a:pt x="97" y="686"/>
                        <a:pt x="103" y="681"/>
                        <a:pt x="124" y="658"/>
                      </a:cubicBezTo>
                      <a:cubicBezTo>
                        <a:pt x="141" y="638"/>
                        <a:pt x="134" y="617"/>
                        <a:pt x="120" y="602"/>
                      </a:cubicBezTo>
                      <a:cubicBezTo>
                        <a:pt x="174" y="496"/>
                        <a:pt x="266" y="400"/>
                        <a:pt x="336" y="310"/>
                      </a:cubicBezTo>
                      <a:cubicBezTo>
                        <a:pt x="416" y="208"/>
                        <a:pt x="495" y="108"/>
                        <a:pt x="576" y="8"/>
                      </a:cubicBezTo>
                      <a:cubicBezTo>
                        <a:pt x="579" y="5"/>
                        <a:pt x="575" y="1"/>
                        <a:pt x="57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6" name="Google Shape;1866;p44"/>
                <p:cNvSpPr/>
                <p:nvPr/>
              </p:nvSpPr>
              <p:spPr>
                <a:xfrm>
                  <a:off x="5678935" y="2050248"/>
                  <a:ext cx="55635" cy="61652"/>
                </a:xfrm>
                <a:custGeom>
                  <a:rect b="b" l="l" r="r" t="t"/>
                  <a:pathLst>
                    <a:path extrusionOk="0" h="666" w="601">
                      <a:moveTo>
                        <a:pt x="599" y="1"/>
                      </a:moveTo>
                      <a:cubicBezTo>
                        <a:pt x="599" y="1"/>
                        <a:pt x="598" y="1"/>
                        <a:pt x="597" y="2"/>
                      </a:cubicBezTo>
                      <a:cubicBezTo>
                        <a:pt x="412" y="202"/>
                        <a:pt x="218" y="400"/>
                        <a:pt x="29" y="600"/>
                      </a:cubicBezTo>
                      <a:cubicBezTo>
                        <a:pt x="0" y="628"/>
                        <a:pt x="30" y="666"/>
                        <a:pt x="61" y="666"/>
                      </a:cubicBezTo>
                      <a:cubicBezTo>
                        <a:pt x="73" y="666"/>
                        <a:pt x="86" y="660"/>
                        <a:pt x="95" y="646"/>
                      </a:cubicBezTo>
                      <a:cubicBezTo>
                        <a:pt x="247" y="423"/>
                        <a:pt x="416" y="202"/>
                        <a:pt x="600" y="2"/>
                      </a:cubicBezTo>
                      <a:cubicBezTo>
                        <a:pt x="601" y="2"/>
                        <a:pt x="600" y="1"/>
                        <a:pt x="59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7" name="Google Shape;1867;p44"/>
                <p:cNvSpPr/>
                <p:nvPr/>
              </p:nvSpPr>
              <p:spPr>
                <a:xfrm>
                  <a:off x="5684859" y="2051729"/>
                  <a:ext cx="66095" cy="70538"/>
                </a:xfrm>
                <a:custGeom>
                  <a:rect b="b" l="l" r="r" t="t"/>
                  <a:pathLst>
                    <a:path extrusionOk="0" h="762" w="714">
                      <a:moveTo>
                        <a:pt x="673" y="0"/>
                      </a:moveTo>
                      <a:cubicBezTo>
                        <a:pt x="666" y="0"/>
                        <a:pt x="659" y="3"/>
                        <a:pt x="652" y="11"/>
                      </a:cubicBezTo>
                      <a:cubicBezTo>
                        <a:pt x="458" y="236"/>
                        <a:pt x="258" y="465"/>
                        <a:pt x="37" y="667"/>
                      </a:cubicBezTo>
                      <a:cubicBezTo>
                        <a:pt x="0" y="703"/>
                        <a:pt x="38" y="762"/>
                        <a:pt x="82" y="762"/>
                      </a:cubicBezTo>
                      <a:cubicBezTo>
                        <a:pt x="87" y="762"/>
                        <a:pt x="93" y="761"/>
                        <a:pt x="98" y="759"/>
                      </a:cubicBezTo>
                      <a:cubicBezTo>
                        <a:pt x="110" y="755"/>
                        <a:pt x="123" y="751"/>
                        <a:pt x="133" y="747"/>
                      </a:cubicBezTo>
                      <a:cubicBezTo>
                        <a:pt x="165" y="738"/>
                        <a:pt x="175" y="711"/>
                        <a:pt x="169" y="686"/>
                      </a:cubicBezTo>
                      <a:cubicBezTo>
                        <a:pt x="348" y="478"/>
                        <a:pt x="529" y="269"/>
                        <a:pt x="696" y="50"/>
                      </a:cubicBezTo>
                      <a:cubicBezTo>
                        <a:pt x="713" y="27"/>
                        <a:pt x="694" y="0"/>
                        <a:pt x="67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8" name="Google Shape;1868;p44"/>
                <p:cNvSpPr/>
                <p:nvPr/>
              </p:nvSpPr>
              <p:spPr>
                <a:xfrm>
                  <a:off x="5705224" y="2061264"/>
                  <a:ext cx="60911" cy="69242"/>
                </a:xfrm>
                <a:custGeom>
                  <a:rect b="b" l="l" r="r" t="t"/>
                  <a:pathLst>
                    <a:path extrusionOk="0" h="748" w="658">
                      <a:moveTo>
                        <a:pt x="600" y="0"/>
                      </a:moveTo>
                      <a:cubicBezTo>
                        <a:pt x="591" y="0"/>
                        <a:pt x="581" y="4"/>
                        <a:pt x="572" y="14"/>
                      </a:cubicBezTo>
                      <a:cubicBezTo>
                        <a:pt x="384" y="223"/>
                        <a:pt x="186" y="435"/>
                        <a:pt x="28" y="666"/>
                      </a:cubicBezTo>
                      <a:cubicBezTo>
                        <a:pt x="0" y="705"/>
                        <a:pt x="40" y="748"/>
                        <a:pt x="80" y="748"/>
                      </a:cubicBezTo>
                      <a:cubicBezTo>
                        <a:pt x="94" y="748"/>
                        <a:pt x="109" y="742"/>
                        <a:pt x="120" y="729"/>
                      </a:cubicBezTo>
                      <a:cubicBezTo>
                        <a:pt x="295" y="514"/>
                        <a:pt x="453" y="285"/>
                        <a:pt x="632" y="70"/>
                      </a:cubicBezTo>
                      <a:cubicBezTo>
                        <a:pt x="658" y="39"/>
                        <a:pt x="630" y="0"/>
                        <a:pt x="60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9" name="Google Shape;1869;p44"/>
                <p:cNvSpPr/>
                <p:nvPr/>
              </p:nvSpPr>
              <p:spPr>
                <a:xfrm>
                  <a:off x="5719943" y="2060338"/>
                  <a:ext cx="63688" cy="70909"/>
                </a:xfrm>
                <a:custGeom>
                  <a:rect b="b" l="l" r="r" t="t"/>
                  <a:pathLst>
                    <a:path extrusionOk="0" h="766" w="688">
                      <a:moveTo>
                        <a:pt x="642" y="1"/>
                      </a:moveTo>
                      <a:cubicBezTo>
                        <a:pt x="634" y="1"/>
                        <a:pt x="626" y="4"/>
                        <a:pt x="619" y="12"/>
                      </a:cubicBezTo>
                      <a:cubicBezTo>
                        <a:pt x="509" y="130"/>
                        <a:pt x="398" y="249"/>
                        <a:pt x="290" y="368"/>
                      </a:cubicBezTo>
                      <a:cubicBezTo>
                        <a:pt x="205" y="460"/>
                        <a:pt x="65" y="566"/>
                        <a:pt x="13" y="681"/>
                      </a:cubicBezTo>
                      <a:cubicBezTo>
                        <a:pt x="0" y="706"/>
                        <a:pt x="7" y="743"/>
                        <a:pt x="36" y="756"/>
                      </a:cubicBezTo>
                      <a:lnTo>
                        <a:pt x="46" y="760"/>
                      </a:lnTo>
                      <a:cubicBezTo>
                        <a:pt x="54" y="763"/>
                        <a:pt x="63" y="765"/>
                        <a:pt x="72" y="765"/>
                      </a:cubicBezTo>
                      <a:cubicBezTo>
                        <a:pt x="86" y="765"/>
                        <a:pt x="100" y="760"/>
                        <a:pt x="109" y="747"/>
                      </a:cubicBezTo>
                      <a:lnTo>
                        <a:pt x="115" y="741"/>
                      </a:lnTo>
                      <a:cubicBezTo>
                        <a:pt x="123" y="733"/>
                        <a:pt x="125" y="718"/>
                        <a:pt x="125" y="706"/>
                      </a:cubicBezTo>
                      <a:cubicBezTo>
                        <a:pt x="154" y="656"/>
                        <a:pt x="207" y="608"/>
                        <a:pt x="242" y="566"/>
                      </a:cubicBezTo>
                      <a:cubicBezTo>
                        <a:pt x="290" y="508"/>
                        <a:pt x="340" y="449"/>
                        <a:pt x="390" y="389"/>
                      </a:cubicBezTo>
                      <a:cubicBezTo>
                        <a:pt x="482" y="278"/>
                        <a:pt x="575" y="168"/>
                        <a:pt x="667" y="55"/>
                      </a:cubicBezTo>
                      <a:cubicBezTo>
                        <a:pt x="688" y="32"/>
                        <a:pt x="666" y="1"/>
                        <a:pt x="64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0" name="Google Shape;1870;p44"/>
                <p:cNvSpPr/>
                <p:nvPr/>
              </p:nvSpPr>
              <p:spPr>
                <a:xfrm>
                  <a:off x="5738364" y="2068207"/>
                  <a:ext cx="52672" cy="62577"/>
                </a:xfrm>
                <a:custGeom>
                  <a:rect b="b" l="l" r="r" t="t"/>
                  <a:pathLst>
                    <a:path extrusionOk="0" h="676" w="569">
                      <a:moveTo>
                        <a:pt x="530" y="1"/>
                      </a:moveTo>
                      <a:cubicBezTo>
                        <a:pt x="522" y="1"/>
                        <a:pt x="514" y="4"/>
                        <a:pt x="508" y="10"/>
                      </a:cubicBezTo>
                      <a:cubicBezTo>
                        <a:pt x="508" y="8"/>
                        <a:pt x="508" y="8"/>
                        <a:pt x="508" y="8"/>
                      </a:cubicBezTo>
                      <a:cubicBezTo>
                        <a:pt x="424" y="102"/>
                        <a:pt x="354" y="208"/>
                        <a:pt x="274" y="306"/>
                      </a:cubicBezTo>
                      <a:cubicBezTo>
                        <a:pt x="195" y="404"/>
                        <a:pt x="108" y="498"/>
                        <a:pt x="28" y="596"/>
                      </a:cubicBezTo>
                      <a:cubicBezTo>
                        <a:pt x="0" y="632"/>
                        <a:pt x="31" y="675"/>
                        <a:pt x="66" y="675"/>
                      </a:cubicBezTo>
                      <a:cubicBezTo>
                        <a:pt x="78" y="675"/>
                        <a:pt x="89" y="671"/>
                        <a:pt x="99" y="660"/>
                      </a:cubicBezTo>
                      <a:cubicBezTo>
                        <a:pt x="270" y="485"/>
                        <a:pt x="445" y="260"/>
                        <a:pt x="558" y="41"/>
                      </a:cubicBezTo>
                      <a:cubicBezTo>
                        <a:pt x="568" y="19"/>
                        <a:pt x="550" y="1"/>
                        <a:pt x="53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1" name="Google Shape;1871;p44"/>
                <p:cNvSpPr/>
                <p:nvPr/>
              </p:nvSpPr>
              <p:spPr>
                <a:xfrm>
                  <a:off x="5745584" y="2069873"/>
                  <a:ext cx="59337" cy="67206"/>
                </a:xfrm>
                <a:custGeom>
                  <a:rect b="b" l="l" r="r" t="t"/>
                  <a:pathLst>
                    <a:path extrusionOk="0" h="726" w="641">
                      <a:moveTo>
                        <a:pt x="609" y="1"/>
                      </a:moveTo>
                      <a:cubicBezTo>
                        <a:pt x="603" y="1"/>
                        <a:pt x="597" y="3"/>
                        <a:pt x="592" y="9"/>
                      </a:cubicBezTo>
                      <a:cubicBezTo>
                        <a:pt x="399" y="213"/>
                        <a:pt x="221" y="434"/>
                        <a:pt x="32" y="642"/>
                      </a:cubicBezTo>
                      <a:cubicBezTo>
                        <a:pt x="0" y="679"/>
                        <a:pt x="34" y="726"/>
                        <a:pt x="72" y="726"/>
                      </a:cubicBezTo>
                      <a:cubicBezTo>
                        <a:pt x="84" y="726"/>
                        <a:pt x="96" y="721"/>
                        <a:pt x="107" y="709"/>
                      </a:cubicBezTo>
                      <a:cubicBezTo>
                        <a:pt x="292" y="501"/>
                        <a:pt x="484" y="273"/>
                        <a:pt x="630" y="34"/>
                      </a:cubicBezTo>
                      <a:cubicBezTo>
                        <a:pt x="640" y="17"/>
                        <a:pt x="625" y="1"/>
                        <a:pt x="60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2" name="Google Shape;1872;p44"/>
                <p:cNvSpPr/>
                <p:nvPr/>
              </p:nvSpPr>
              <p:spPr>
                <a:xfrm>
                  <a:off x="5758544" y="2077001"/>
                  <a:ext cx="61837" cy="67391"/>
                </a:xfrm>
                <a:custGeom>
                  <a:rect b="b" l="l" r="r" t="t"/>
                  <a:pathLst>
                    <a:path extrusionOk="0" h="728" w="668">
                      <a:moveTo>
                        <a:pt x="627" y="0"/>
                      </a:moveTo>
                      <a:cubicBezTo>
                        <a:pt x="620" y="0"/>
                        <a:pt x="613" y="3"/>
                        <a:pt x="607" y="9"/>
                      </a:cubicBezTo>
                      <a:cubicBezTo>
                        <a:pt x="402" y="207"/>
                        <a:pt x="198" y="415"/>
                        <a:pt x="27" y="644"/>
                      </a:cubicBezTo>
                      <a:cubicBezTo>
                        <a:pt x="1" y="682"/>
                        <a:pt x="32" y="727"/>
                        <a:pt x="66" y="727"/>
                      </a:cubicBezTo>
                      <a:cubicBezTo>
                        <a:pt x="78" y="727"/>
                        <a:pt x="90" y="722"/>
                        <a:pt x="100" y="709"/>
                      </a:cubicBezTo>
                      <a:cubicBezTo>
                        <a:pt x="277" y="482"/>
                        <a:pt x="450" y="257"/>
                        <a:pt x="648" y="46"/>
                      </a:cubicBezTo>
                      <a:cubicBezTo>
                        <a:pt x="667" y="26"/>
                        <a:pt x="649" y="0"/>
                        <a:pt x="62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3" name="Google Shape;1873;p44"/>
                <p:cNvSpPr/>
                <p:nvPr/>
              </p:nvSpPr>
              <p:spPr>
                <a:xfrm>
                  <a:off x="5770485" y="2075890"/>
                  <a:ext cx="68132" cy="72482"/>
                </a:xfrm>
                <a:custGeom>
                  <a:rect b="b" l="l" r="r" t="t"/>
                  <a:pathLst>
                    <a:path extrusionOk="0" h="783" w="736">
                      <a:moveTo>
                        <a:pt x="703" y="0"/>
                      </a:moveTo>
                      <a:cubicBezTo>
                        <a:pt x="697" y="0"/>
                        <a:pt x="691" y="3"/>
                        <a:pt x="686" y="8"/>
                      </a:cubicBezTo>
                      <a:cubicBezTo>
                        <a:pt x="469" y="235"/>
                        <a:pt x="215" y="448"/>
                        <a:pt x="29" y="702"/>
                      </a:cubicBezTo>
                      <a:cubicBezTo>
                        <a:pt x="0" y="742"/>
                        <a:pt x="33" y="783"/>
                        <a:pt x="68" y="783"/>
                      </a:cubicBezTo>
                      <a:cubicBezTo>
                        <a:pt x="83" y="783"/>
                        <a:pt x="98" y="775"/>
                        <a:pt x="109" y="756"/>
                      </a:cubicBezTo>
                      <a:cubicBezTo>
                        <a:pt x="188" y="621"/>
                        <a:pt x="307" y="506"/>
                        <a:pt x="409" y="388"/>
                      </a:cubicBezTo>
                      <a:cubicBezTo>
                        <a:pt x="511" y="271"/>
                        <a:pt x="615" y="154"/>
                        <a:pt x="719" y="40"/>
                      </a:cubicBezTo>
                      <a:cubicBezTo>
                        <a:pt x="735" y="22"/>
                        <a:pt x="720" y="0"/>
                        <a:pt x="70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4" name="Google Shape;1874;p44"/>
                <p:cNvSpPr/>
                <p:nvPr/>
              </p:nvSpPr>
              <p:spPr>
                <a:xfrm>
                  <a:off x="5782241" y="2078111"/>
                  <a:ext cx="71557" cy="73038"/>
                </a:xfrm>
                <a:custGeom>
                  <a:rect b="b" l="l" r="r" t="t"/>
                  <a:pathLst>
                    <a:path extrusionOk="0" h="789" w="773">
                      <a:moveTo>
                        <a:pt x="736" y="0"/>
                      </a:moveTo>
                      <a:cubicBezTo>
                        <a:pt x="730" y="0"/>
                        <a:pt x="723" y="3"/>
                        <a:pt x="717" y="9"/>
                      </a:cubicBezTo>
                      <a:cubicBezTo>
                        <a:pt x="488" y="239"/>
                        <a:pt x="255" y="466"/>
                        <a:pt x="34" y="705"/>
                      </a:cubicBezTo>
                      <a:cubicBezTo>
                        <a:pt x="1" y="742"/>
                        <a:pt x="36" y="789"/>
                        <a:pt x="73" y="789"/>
                      </a:cubicBezTo>
                      <a:cubicBezTo>
                        <a:pt x="86" y="789"/>
                        <a:pt x="98" y="784"/>
                        <a:pt x="109" y="772"/>
                      </a:cubicBezTo>
                      <a:cubicBezTo>
                        <a:pt x="332" y="537"/>
                        <a:pt x="542" y="289"/>
                        <a:pt x="755" y="45"/>
                      </a:cubicBezTo>
                      <a:cubicBezTo>
                        <a:pt x="772" y="24"/>
                        <a:pt x="755" y="0"/>
                        <a:pt x="73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5" name="Google Shape;1875;p44"/>
                <p:cNvSpPr/>
                <p:nvPr/>
              </p:nvSpPr>
              <p:spPr>
                <a:xfrm>
                  <a:off x="5800385" y="2081074"/>
                  <a:ext cx="67113" cy="72390"/>
                </a:xfrm>
                <a:custGeom>
                  <a:rect b="b" l="l" r="r" t="t"/>
                  <a:pathLst>
                    <a:path extrusionOk="0" h="782" w="725">
                      <a:moveTo>
                        <a:pt x="685" y="0"/>
                      </a:moveTo>
                      <a:cubicBezTo>
                        <a:pt x="678" y="0"/>
                        <a:pt x="671" y="3"/>
                        <a:pt x="665" y="9"/>
                      </a:cubicBezTo>
                      <a:lnTo>
                        <a:pt x="290" y="398"/>
                      </a:lnTo>
                      <a:cubicBezTo>
                        <a:pt x="203" y="488"/>
                        <a:pt x="46" y="598"/>
                        <a:pt x="7" y="717"/>
                      </a:cubicBezTo>
                      <a:cubicBezTo>
                        <a:pt x="0" y="736"/>
                        <a:pt x="15" y="763"/>
                        <a:pt x="32" y="771"/>
                      </a:cubicBezTo>
                      <a:lnTo>
                        <a:pt x="44" y="778"/>
                      </a:lnTo>
                      <a:cubicBezTo>
                        <a:pt x="50" y="781"/>
                        <a:pt x="57" y="782"/>
                        <a:pt x="63" y="782"/>
                      </a:cubicBezTo>
                      <a:cubicBezTo>
                        <a:pt x="98" y="782"/>
                        <a:pt x="131" y="743"/>
                        <a:pt x="107" y="711"/>
                      </a:cubicBezTo>
                      <a:cubicBezTo>
                        <a:pt x="107" y="711"/>
                        <a:pt x="651" y="109"/>
                        <a:pt x="707" y="44"/>
                      </a:cubicBezTo>
                      <a:cubicBezTo>
                        <a:pt x="724" y="25"/>
                        <a:pt x="706" y="0"/>
                        <a:pt x="68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6" name="Google Shape;1876;p44"/>
                <p:cNvSpPr/>
                <p:nvPr/>
              </p:nvSpPr>
              <p:spPr>
                <a:xfrm>
                  <a:off x="5810104" y="2085332"/>
                  <a:ext cx="69520" cy="71649"/>
                </a:xfrm>
                <a:custGeom>
                  <a:rect b="b" l="l" r="r" t="t"/>
                  <a:pathLst>
                    <a:path extrusionOk="0" h="774" w="751">
                      <a:moveTo>
                        <a:pt x="714" y="1"/>
                      </a:moveTo>
                      <a:cubicBezTo>
                        <a:pt x="707" y="1"/>
                        <a:pt x="701" y="4"/>
                        <a:pt x="696" y="10"/>
                      </a:cubicBezTo>
                      <a:cubicBezTo>
                        <a:pt x="500" y="254"/>
                        <a:pt x="266" y="471"/>
                        <a:pt x="37" y="684"/>
                      </a:cubicBezTo>
                      <a:cubicBezTo>
                        <a:pt x="0" y="719"/>
                        <a:pt x="40" y="774"/>
                        <a:pt x="81" y="774"/>
                      </a:cubicBezTo>
                      <a:cubicBezTo>
                        <a:pt x="93" y="774"/>
                        <a:pt x="106" y="769"/>
                        <a:pt x="116" y="757"/>
                      </a:cubicBezTo>
                      <a:cubicBezTo>
                        <a:pt x="325" y="521"/>
                        <a:pt x="552" y="302"/>
                        <a:pt x="735" y="48"/>
                      </a:cubicBezTo>
                      <a:cubicBezTo>
                        <a:pt x="751" y="26"/>
                        <a:pt x="733" y="1"/>
                        <a:pt x="71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7" name="Google Shape;1877;p44"/>
                <p:cNvSpPr/>
                <p:nvPr/>
              </p:nvSpPr>
              <p:spPr>
                <a:xfrm>
                  <a:off x="5830469" y="2083295"/>
                  <a:ext cx="73038" cy="77296"/>
                </a:xfrm>
                <a:custGeom>
                  <a:rect b="b" l="l" r="r" t="t"/>
                  <a:pathLst>
                    <a:path extrusionOk="0" h="835" w="789">
                      <a:moveTo>
                        <a:pt x="751" y="0"/>
                      </a:moveTo>
                      <a:cubicBezTo>
                        <a:pt x="744" y="0"/>
                        <a:pt x="738" y="3"/>
                        <a:pt x="732" y="10"/>
                      </a:cubicBezTo>
                      <a:cubicBezTo>
                        <a:pt x="511" y="270"/>
                        <a:pt x="282" y="524"/>
                        <a:pt x="34" y="756"/>
                      </a:cubicBezTo>
                      <a:cubicBezTo>
                        <a:pt x="1" y="787"/>
                        <a:pt x="35" y="835"/>
                        <a:pt x="70" y="835"/>
                      </a:cubicBezTo>
                      <a:cubicBezTo>
                        <a:pt x="82" y="835"/>
                        <a:pt x="93" y="830"/>
                        <a:pt x="103" y="818"/>
                      </a:cubicBezTo>
                      <a:cubicBezTo>
                        <a:pt x="321" y="558"/>
                        <a:pt x="551" y="306"/>
                        <a:pt x="772" y="47"/>
                      </a:cubicBezTo>
                      <a:cubicBezTo>
                        <a:pt x="789" y="27"/>
                        <a:pt x="771" y="0"/>
                        <a:pt x="75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8" name="Google Shape;1878;p44"/>
                <p:cNvSpPr/>
                <p:nvPr/>
              </p:nvSpPr>
              <p:spPr>
                <a:xfrm>
                  <a:off x="5846576" y="2086072"/>
                  <a:ext cx="76000" cy="74519"/>
                </a:xfrm>
                <a:custGeom>
                  <a:rect b="b" l="l" r="r" t="t"/>
                  <a:pathLst>
                    <a:path extrusionOk="0" h="805" w="821">
                      <a:moveTo>
                        <a:pt x="780" y="0"/>
                      </a:moveTo>
                      <a:cubicBezTo>
                        <a:pt x="773" y="0"/>
                        <a:pt x="766" y="3"/>
                        <a:pt x="760" y="9"/>
                      </a:cubicBezTo>
                      <a:cubicBezTo>
                        <a:pt x="514" y="244"/>
                        <a:pt x="275" y="484"/>
                        <a:pt x="35" y="722"/>
                      </a:cubicBezTo>
                      <a:cubicBezTo>
                        <a:pt x="1" y="756"/>
                        <a:pt x="34" y="804"/>
                        <a:pt x="73" y="804"/>
                      </a:cubicBezTo>
                      <a:cubicBezTo>
                        <a:pt x="82" y="804"/>
                        <a:pt x="91" y="802"/>
                        <a:pt x="100" y="797"/>
                      </a:cubicBezTo>
                      <a:lnTo>
                        <a:pt x="131" y="778"/>
                      </a:lnTo>
                      <a:cubicBezTo>
                        <a:pt x="145" y="769"/>
                        <a:pt x="150" y="757"/>
                        <a:pt x="152" y="742"/>
                      </a:cubicBezTo>
                      <a:cubicBezTo>
                        <a:pt x="364" y="507"/>
                        <a:pt x="581" y="276"/>
                        <a:pt x="802" y="46"/>
                      </a:cubicBezTo>
                      <a:cubicBezTo>
                        <a:pt x="821" y="26"/>
                        <a:pt x="801" y="0"/>
                        <a:pt x="78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9" name="Google Shape;1879;p44"/>
                <p:cNvSpPr/>
                <p:nvPr/>
              </p:nvSpPr>
              <p:spPr>
                <a:xfrm>
                  <a:off x="5863331" y="2087091"/>
                  <a:ext cx="72112" cy="75630"/>
                </a:xfrm>
                <a:custGeom>
                  <a:rect b="b" l="l" r="r" t="t"/>
                  <a:pathLst>
                    <a:path extrusionOk="0" h="817" w="779">
                      <a:moveTo>
                        <a:pt x="752" y="1"/>
                      </a:moveTo>
                      <a:cubicBezTo>
                        <a:pt x="748" y="1"/>
                        <a:pt x="744" y="2"/>
                        <a:pt x="740" y="6"/>
                      </a:cubicBezTo>
                      <a:cubicBezTo>
                        <a:pt x="517" y="256"/>
                        <a:pt x="287" y="510"/>
                        <a:pt x="37" y="736"/>
                      </a:cubicBezTo>
                      <a:cubicBezTo>
                        <a:pt x="0" y="769"/>
                        <a:pt x="36" y="817"/>
                        <a:pt x="77" y="817"/>
                      </a:cubicBezTo>
                      <a:cubicBezTo>
                        <a:pt x="89" y="817"/>
                        <a:pt x="101" y="812"/>
                        <a:pt x="112" y="802"/>
                      </a:cubicBezTo>
                      <a:cubicBezTo>
                        <a:pt x="133" y="788"/>
                        <a:pt x="152" y="769"/>
                        <a:pt x="169" y="748"/>
                      </a:cubicBezTo>
                      <a:cubicBezTo>
                        <a:pt x="175" y="742"/>
                        <a:pt x="177" y="736"/>
                        <a:pt x="179" y="727"/>
                      </a:cubicBezTo>
                      <a:cubicBezTo>
                        <a:pt x="379" y="498"/>
                        <a:pt x="579" y="271"/>
                        <a:pt x="769" y="31"/>
                      </a:cubicBezTo>
                      <a:cubicBezTo>
                        <a:pt x="778" y="18"/>
                        <a:pt x="766" y="1"/>
                        <a:pt x="75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0" name="Google Shape;1880;p44"/>
                <p:cNvSpPr/>
                <p:nvPr/>
              </p:nvSpPr>
              <p:spPr>
                <a:xfrm>
                  <a:off x="5877864" y="2090053"/>
                  <a:ext cx="72760" cy="77203"/>
                </a:xfrm>
                <a:custGeom>
                  <a:rect b="b" l="l" r="r" t="t"/>
                  <a:pathLst>
                    <a:path extrusionOk="0" h="834" w="786">
                      <a:moveTo>
                        <a:pt x="743" y="0"/>
                      </a:moveTo>
                      <a:cubicBezTo>
                        <a:pt x="736" y="0"/>
                        <a:pt x="729" y="3"/>
                        <a:pt x="722" y="10"/>
                      </a:cubicBezTo>
                      <a:cubicBezTo>
                        <a:pt x="491" y="251"/>
                        <a:pt x="247" y="489"/>
                        <a:pt x="32" y="747"/>
                      </a:cubicBezTo>
                      <a:cubicBezTo>
                        <a:pt x="1" y="785"/>
                        <a:pt x="35" y="833"/>
                        <a:pt x="73" y="833"/>
                      </a:cubicBezTo>
                      <a:cubicBezTo>
                        <a:pt x="85" y="833"/>
                        <a:pt x="98" y="828"/>
                        <a:pt x="110" y="816"/>
                      </a:cubicBezTo>
                      <a:cubicBezTo>
                        <a:pt x="341" y="574"/>
                        <a:pt x="549" y="305"/>
                        <a:pt x="766" y="51"/>
                      </a:cubicBezTo>
                      <a:cubicBezTo>
                        <a:pt x="785" y="29"/>
                        <a:pt x="765" y="0"/>
                        <a:pt x="74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1" name="Google Shape;1881;p44"/>
                <p:cNvSpPr/>
                <p:nvPr/>
              </p:nvSpPr>
              <p:spPr>
                <a:xfrm>
                  <a:off x="5906283" y="2095885"/>
                  <a:ext cx="58412" cy="67021"/>
                </a:xfrm>
                <a:custGeom>
                  <a:rect b="b" l="l" r="r" t="t"/>
                  <a:pathLst>
                    <a:path extrusionOk="0" h="724" w="631">
                      <a:moveTo>
                        <a:pt x="588" y="1"/>
                      </a:moveTo>
                      <a:cubicBezTo>
                        <a:pt x="581" y="1"/>
                        <a:pt x="574" y="4"/>
                        <a:pt x="567" y="11"/>
                      </a:cubicBezTo>
                      <a:cubicBezTo>
                        <a:pt x="463" y="122"/>
                        <a:pt x="363" y="234"/>
                        <a:pt x="261" y="347"/>
                      </a:cubicBezTo>
                      <a:cubicBezTo>
                        <a:pt x="182" y="434"/>
                        <a:pt x="61" y="534"/>
                        <a:pt x="9" y="643"/>
                      </a:cubicBezTo>
                      <a:cubicBezTo>
                        <a:pt x="1" y="661"/>
                        <a:pt x="3" y="691"/>
                        <a:pt x="21" y="705"/>
                      </a:cubicBezTo>
                      <a:cubicBezTo>
                        <a:pt x="23" y="707"/>
                        <a:pt x="26" y="709"/>
                        <a:pt x="28" y="711"/>
                      </a:cubicBezTo>
                      <a:cubicBezTo>
                        <a:pt x="39" y="720"/>
                        <a:pt x="51" y="724"/>
                        <a:pt x="63" y="724"/>
                      </a:cubicBezTo>
                      <a:cubicBezTo>
                        <a:pt x="72" y="724"/>
                        <a:pt x="81" y="721"/>
                        <a:pt x="90" y="716"/>
                      </a:cubicBezTo>
                      <a:lnTo>
                        <a:pt x="99" y="711"/>
                      </a:lnTo>
                      <a:cubicBezTo>
                        <a:pt x="117" y="701"/>
                        <a:pt x="121" y="680"/>
                        <a:pt x="117" y="659"/>
                      </a:cubicBezTo>
                      <a:cubicBezTo>
                        <a:pt x="171" y="555"/>
                        <a:pt x="284" y="451"/>
                        <a:pt x="353" y="365"/>
                      </a:cubicBezTo>
                      <a:cubicBezTo>
                        <a:pt x="438" y="259"/>
                        <a:pt x="524" y="155"/>
                        <a:pt x="611" y="51"/>
                      </a:cubicBezTo>
                      <a:cubicBezTo>
                        <a:pt x="630" y="29"/>
                        <a:pt x="610" y="1"/>
                        <a:pt x="58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2" name="Google Shape;1882;p44"/>
                <p:cNvSpPr/>
                <p:nvPr/>
              </p:nvSpPr>
              <p:spPr>
                <a:xfrm>
                  <a:off x="5933591" y="2095885"/>
                  <a:ext cx="52209" cy="60356"/>
                </a:xfrm>
                <a:custGeom>
                  <a:rect b="b" l="l" r="r" t="t"/>
                  <a:pathLst>
                    <a:path extrusionOk="0" h="652" w="564">
                      <a:moveTo>
                        <a:pt x="523" y="0"/>
                      </a:moveTo>
                      <a:cubicBezTo>
                        <a:pt x="516" y="0"/>
                        <a:pt x="510" y="3"/>
                        <a:pt x="504" y="11"/>
                      </a:cubicBezTo>
                      <a:cubicBezTo>
                        <a:pt x="358" y="207"/>
                        <a:pt x="202" y="388"/>
                        <a:pt x="35" y="563"/>
                      </a:cubicBezTo>
                      <a:cubicBezTo>
                        <a:pt x="0" y="601"/>
                        <a:pt x="37" y="651"/>
                        <a:pt x="76" y="651"/>
                      </a:cubicBezTo>
                      <a:cubicBezTo>
                        <a:pt x="88" y="651"/>
                        <a:pt x="100" y="646"/>
                        <a:pt x="110" y="634"/>
                      </a:cubicBezTo>
                      <a:cubicBezTo>
                        <a:pt x="264" y="447"/>
                        <a:pt x="408" y="251"/>
                        <a:pt x="548" y="53"/>
                      </a:cubicBezTo>
                      <a:cubicBezTo>
                        <a:pt x="563" y="29"/>
                        <a:pt x="544" y="0"/>
                        <a:pt x="52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3" name="Google Shape;1883;p44"/>
                <p:cNvSpPr/>
                <p:nvPr/>
              </p:nvSpPr>
              <p:spPr>
                <a:xfrm>
                  <a:off x="5945439" y="2101531"/>
                  <a:ext cx="53505" cy="61281"/>
                </a:xfrm>
                <a:custGeom>
                  <a:rect b="b" l="l" r="r" t="t"/>
                  <a:pathLst>
                    <a:path extrusionOk="0" h="662" w="578">
                      <a:moveTo>
                        <a:pt x="555" y="0"/>
                      </a:moveTo>
                      <a:cubicBezTo>
                        <a:pt x="532" y="0"/>
                        <a:pt x="524" y="15"/>
                        <a:pt x="507" y="29"/>
                      </a:cubicBezTo>
                      <a:cubicBezTo>
                        <a:pt x="447" y="81"/>
                        <a:pt x="399" y="150"/>
                        <a:pt x="347" y="211"/>
                      </a:cubicBezTo>
                      <a:cubicBezTo>
                        <a:pt x="242" y="334"/>
                        <a:pt x="136" y="457"/>
                        <a:pt x="32" y="580"/>
                      </a:cubicBezTo>
                      <a:cubicBezTo>
                        <a:pt x="1" y="616"/>
                        <a:pt x="35" y="661"/>
                        <a:pt x="70" y="661"/>
                      </a:cubicBezTo>
                      <a:cubicBezTo>
                        <a:pt x="82" y="661"/>
                        <a:pt x="93" y="656"/>
                        <a:pt x="103" y="644"/>
                      </a:cubicBezTo>
                      <a:cubicBezTo>
                        <a:pt x="182" y="540"/>
                        <a:pt x="265" y="434"/>
                        <a:pt x="347" y="329"/>
                      </a:cubicBezTo>
                      <a:cubicBezTo>
                        <a:pt x="382" y="282"/>
                        <a:pt x="417" y="236"/>
                        <a:pt x="455" y="190"/>
                      </a:cubicBezTo>
                      <a:cubicBezTo>
                        <a:pt x="476" y="161"/>
                        <a:pt x="503" y="131"/>
                        <a:pt x="520" y="100"/>
                      </a:cubicBezTo>
                      <a:cubicBezTo>
                        <a:pt x="522" y="98"/>
                        <a:pt x="540" y="73"/>
                        <a:pt x="555" y="50"/>
                      </a:cubicBezTo>
                      <a:lnTo>
                        <a:pt x="559" y="50"/>
                      </a:lnTo>
                      <a:cubicBezTo>
                        <a:pt x="570" y="50"/>
                        <a:pt x="578" y="38"/>
                        <a:pt x="578" y="27"/>
                      </a:cubicBezTo>
                      <a:cubicBezTo>
                        <a:pt x="578" y="25"/>
                        <a:pt x="578" y="23"/>
                        <a:pt x="578" y="21"/>
                      </a:cubicBezTo>
                      <a:cubicBezTo>
                        <a:pt x="578" y="8"/>
                        <a:pt x="568" y="0"/>
                        <a:pt x="55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4" name="Google Shape;1884;p44"/>
                <p:cNvSpPr/>
                <p:nvPr/>
              </p:nvSpPr>
              <p:spPr>
                <a:xfrm>
                  <a:off x="5964508" y="2099680"/>
                  <a:ext cx="66558" cy="63966"/>
                </a:xfrm>
                <a:custGeom>
                  <a:rect b="b" l="l" r="r" t="t"/>
                  <a:pathLst>
                    <a:path extrusionOk="0" h="691" w="719">
                      <a:moveTo>
                        <a:pt x="675" y="1"/>
                      </a:moveTo>
                      <a:cubicBezTo>
                        <a:pt x="668" y="1"/>
                        <a:pt x="660" y="3"/>
                        <a:pt x="653" y="10"/>
                      </a:cubicBezTo>
                      <a:cubicBezTo>
                        <a:pt x="447" y="208"/>
                        <a:pt x="245" y="410"/>
                        <a:pt x="38" y="606"/>
                      </a:cubicBezTo>
                      <a:cubicBezTo>
                        <a:pt x="0" y="642"/>
                        <a:pt x="39" y="691"/>
                        <a:pt x="81" y="691"/>
                      </a:cubicBezTo>
                      <a:cubicBezTo>
                        <a:pt x="89" y="691"/>
                        <a:pt x="97" y="689"/>
                        <a:pt x="105" y="685"/>
                      </a:cubicBezTo>
                      <a:lnTo>
                        <a:pt x="143" y="666"/>
                      </a:lnTo>
                      <a:cubicBezTo>
                        <a:pt x="161" y="656"/>
                        <a:pt x="166" y="639"/>
                        <a:pt x="164" y="625"/>
                      </a:cubicBezTo>
                      <a:cubicBezTo>
                        <a:pt x="341" y="433"/>
                        <a:pt x="522" y="243"/>
                        <a:pt x="699" y="49"/>
                      </a:cubicBezTo>
                      <a:cubicBezTo>
                        <a:pt x="718" y="29"/>
                        <a:pt x="698" y="1"/>
                        <a:pt x="67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5" name="Google Shape;1885;p44"/>
                <p:cNvSpPr/>
                <p:nvPr/>
              </p:nvSpPr>
              <p:spPr>
                <a:xfrm>
                  <a:off x="5983022" y="2101254"/>
                  <a:ext cx="58227" cy="61929"/>
                </a:xfrm>
                <a:custGeom>
                  <a:rect b="b" l="l" r="r" t="t"/>
                  <a:pathLst>
                    <a:path extrusionOk="0" h="669" w="629">
                      <a:moveTo>
                        <a:pt x="597" y="0"/>
                      </a:moveTo>
                      <a:cubicBezTo>
                        <a:pt x="591" y="0"/>
                        <a:pt x="585" y="2"/>
                        <a:pt x="580" y="7"/>
                      </a:cubicBezTo>
                      <a:cubicBezTo>
                        <a:pt x="399" y="201"/>
                        <a:pt x="212" y="393"/>
                        <a:pt x="32" y="589"/>
                      </a:cubicBezTo>
                      <a:cubicBezTo>
                        <a:pt x="1" y="624"/>
                        <a:pt x="34" y="668"/>
                        <a:pt x="70" y="668"/>
                      </a:cubicBezTo>
                      <a:cubicBezTo>
                        <a:pt x="82" y="668"/>
                        <a:pt x="93" y="664"/>
                        <a:pt x="103" y="653"/>
                      </a:cubicBezTo>
                      <a:cubicBezTo>
                        <a:pt x="289" y="464"/>
                        <a:pt x="462" y="251"/>
                        <a:pt x="616" y="39"/>
                      </a:cubicBezTo>
                      <a:cubicBezTo>
                        <a:pt x="629" y="21"/>
                        <a:pt x="614" y="0"/>
                        <a:pt x="59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6" name="Google Shape;1886;p44"/>
                <p:cNvSpPr/>
                <p:nvPr/>
              </p:nvSpPr>
              <p:spPr>
                <a:xfrm>
                  <a:off x="6000980" y="2104586"/>
                  <a:ext cx="58227" cy="57486"/>
                </a:xfrm>
                <a:custGeom>
                  <a:rect b="b" l="l" r="r" t="t"/>
                  <a:pathLst>
                    <a:path extrusionOk="0" h="621" w="629">
                      <a:moveTo>
                        <a:pt x="588" y="0"/>
                      </a:moveTo>
                      <a:cubicBezTo>
                        <a:pt x="581" y="0"/>
                        <a:pt x="574" y="3"/>
                        <a:pt x="568" y="9"/>
                      </a:cubicBezTo>
                      <a:cubicBezTo>
                        <a:pt x="470" y="105"/>
                        <a:pt x="372" y="198"/>
                        <a:pt x="274" y="294"/>
                      </a:cubicBezTo>
                      <a:cubicBezTo>
                        <a:pt x="195" y="371"/>
                        <a:pt x="84" y="449"/>
                        <a:pt x="22" y="536"/>
                      </a:cubicBezTo>
                      <a:cubicBezTo>
                        <a:pt x="1" y="565"/>
                        <a:pt x="7" y="611"/>
                        <a:pt x="47" y="617"/>
                      </a:cubicBezTo>
                      <a:cubicBezTo>
                        <a:pt x="49" y="619"/>
                        <a:pt x="51" y="619"/>
                        <a:pt x="53" y="619"/>
                      </a:cubicBezTo>
                      <a:cubicBezTo>
                        <a:pt x="57" y="620"/>
                        <a:pt x="60" y="620"/>
                        <a:pt x="64" y="620"/>
                      </a:cubicBezTo>
                      <a:cubicBezTo>
                        <a:pt x="83" y="620"/>
                        <a:pt x="96" y="610"/>
                        <a:pt x="105" y="594"/>
                      </a:cubicBezTo>
                      <a:cubicBezTo>
                        <a:pt x="286" y="434"/>
                        <a:pt x="445" y="226"/>
                        <a:pt x="609" y="46"/>
                      </a:cubicBezTo>
                      <a:cubicBezTo>
                        <a:pt x="628" y="26"/>
                        <a:pt x="610" y="0"/>
                        <a:pt x="58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7" name="Google Shape;1887;p44"/>
                <p:cNvSpPr/>
                <p:nvPr/>
              </p:nvSpPr>
              <p:spPr>
                <a:xfrm>
                  <a:off x="6011996" y="2107456"/>
                  <a:ext cx="59985" cy="60726"/>
                </a:xfrm>
                <a:custGeom>
                  <a:rect b="b" l="l" r="r" t="t"/>
                  <a:pathLst>
                    <a:path extrusionOk="0" h="656" w="648">
                      <a:moveTo>
                        <a:pt x="605" y="1"/>
                      </a:moveTo>
                      <a:cubicBezTo>
                        <a:pt x="599" y="1"/>
                        <a:pt x="592" y="3"/>
                        <a:pt x="586" y="9"/>
                      </a:cubicBezTo>
                      <a:cubicBezTo>
                        <a:pt x="480" y="109"/>
                        <a:pt x="374" y="209"/>
                        <a:pt x="270" y="309"/>
                      </a:cubicBezTo>
                      <a:cubicBezTo>
                        <a:pt x="182" y="393"/>
                        <a:pt x="67" y="474"/>
                        <a:pt x="17" y="584"/>
                      </a:cubicBezTo>
                      <a:cubicBezTo>
                        <a:pt x="1" y="622"/>
                        <a:pt x="35" y="655"/>
                        <a:pt x="66" y="655"/>
                      </a:cubicBezTo>
                      <a:cubicBezTo>
                        <a:pt x="81" y="655"/>
                        <a:pt x="95" y="647"/>
                        <a:pt x="103" y="628"/>
                      </a:cubicBezTo>
                      <a:cubicBezTo>
                        <a:pt x="153" y="516"/>
                        <a:pt x="274" y="422"/>
                        <a:pt x="357" y="332"/>
                      </a:cubicBezTo>
                      <a:lnTo>
                        <a:pt x="628" y="47"/>
                      </a:lnTo>
                      <a:cubicBezTo>
                        <a:pt x="647" y="27"/>
                        <a:pt x="627" y="1"/>
                        <a:pt x="60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8" name="Google Shape;1888;p44"/>
                <p:cNvSpPr/>
                <p:nvPr/>
              </p:nvSpPr>
              <p:spPr>
                <a:xfrm>
                  <a:off x="6026992" y="2113843"/>
                  <a:ext cx="55357" cy="59800"/>
                </a:xfrm>
                <a:custGeom>
                  <a:rect b="b" l="l" r="r" t="t"/>
                  <a:pathLst>
                    <a:path extrusionOk="0" h="646" w="598">
                      <a:moveTo>
                        <a:pt x="553" y="0"/>
                      </a:moveTo>
                      <a:cubicBezTo>
                        <a:pt x="550" y="0"/>
                        <a:pt x="546" y="2"/>
                        <a:pt x="543" y="5"/>
                      </a:cubicBezTo>
                      <a:cubicBezTo>
                        <a:pt x="541" y="7"/>
                        <a:pt x="541" y="7"/>
                        <a:pt x="539" y="9"/>
                      </a:cubicBezTo>
                      <a:cubicBezTo>
                        <a:pt x="537" y="11"/>
                        <a:pt x="537" y="15"/>
                        <a:pt x="539" y="19"/>
                      </a:cubicBezTo>
                      <a:cubicBezTo>
                        <a:pt x="538" y="17"/>
                        <a:pt x="536" y="16"/>
                        <a:pt x="533" y="16"/>
                      </a:cubicBezTo>
                      <a:cubicBezTo>
                        <a:pt x="515" y="16"/>
                        <a:pt x="464" y="78"/>
                        <a:pt x="451" y="92"/>
                      </a:cubicBezTo>
                      <a:cubicBezTo>
                        <a:pt x="401" y="146"/>
                        <a:pt x="353" y="201"/>
                        <a:pt x="303" y="255"/>
                      </a:cubicBezTo>
                      <a:cubicBezTo>
                        <a:pt x="212" y="359"/>
                        <a:pt x="116" y="461"/>
                        <a:pt x="28" y="570"/>
                      </a:cubicBezTo>
                      <a:cubicBezTo>
                        <a:pt x="0" y="602"/>
                        <a:pt x="30" y="646"/>
                        <a:pt x="63" y="646"/>
                      </a:cubicBezTo>
                      <a:cubicBezTo>
                        <a:pt x="74" y="646"/>
                        <a:pt x="85" y="641"/>
                        <a:pt x="95" y="630"/>
                      </a:cubicBezTo>
                      <a:cubicBezTo>
                        <a:pt x="203" y="511"/>
                        <a:pt x="303" y="382"/>
                        <a:pt x="406" y="259"/>
                      </a:cubicBezTo>
                      <a:cubicBezTo>
                        <a:pt x="445" y="211"/>
                        <a:pt x="597" y="80"/>
                        <a:pt x="568" y="11"/>
                      </a:cubicBezTo>
                      <a:cubicBezTo>
                        <a:pt x="566" y="4"/>
                        <a:pt x="560" y="0"/>
                        <a:pt x="55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9" name="Google Shape;1889;p44"/>
                <p:cNvSpPr/>
                <p:nvPr/>
              </p:nvSpPr>
              <p:spPr>
                <a:xfrm>
                  <a:off x="6047265" y="2113380"/>
                  <a:ext cx="56468" cy="58227"/>
                </a:xfrm>
                <a:custGeom>
                  <a:rect b="b" l="l" r="r" t="t"/>
                  <a:pathLst>
                    <a:path extrusionOk="0" h="629" w="610">
                      <a:moveTo>
                        <a:pt x="579" y="0"/>
                      </a:moveTo>
                      <a:cubicBezTo>
                        <a:pt x="574" y="0"/>
                        <a:pt x="568" y="3"/>
                        <a:pt x="564" y="8"/>
                      </a:cubicBezTo>
                      <a:cubicBezTo>
                        <a:pt x="401" y="199"/>
                        <a:pt x="226" y="385"/>
                        <a:pt x="34" y="552"/>
                      </a:cubicBezTo>
                      <a:cubicBezTo>
                        <a:pt x="1" y="581"/>
                        <a:pt x="36" y="628"/>
                        <a:pt x="74" y="628"/>
                      </a:cubicBezTo>
                      <a:cubicBezTo>
                        <a:pt x="85" y="628"/>
                        <a:pt x="96" y="624"/>
                        <a:pt x="105" y="614"/>
                      </a:cubicBezTo>
                      <a:cubicBezTo>
                        <a:pt x="276" y="429"/>
                        <a:pt x="443" y="239"/>
                        <a:pt x="597" y="37"/>
                      </a:cubicBezTo>
                      <a:cubicBezTo>
                        <a:pt x="610" y="21"/>
                        <a:pt x="595" y="0"/>
                        <a:pt x="57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0" name="Google Shape;1890;p44"/>
                <p:cNvSpPr/>
                <p:nvPr/>
              </p:nvSpPr>
              <p:spPr>
                <a:xfrm>
                  <a:off x="6067352" y="2110603"/>
                  <a:ext cx="52580" cy="59615"/>
                </a:xfrm>
                <a:custGeom>
                  <a:rect b="b" l="l" r="r" t="t"/>
                  <a:pathLst>
                    <a:path extrusionOk="0" h="644" w="568">
                      <a:moveTo>
                        <a:pt x="539" y="1"/>
                      </a:moveTo>
                      <a:cubicBezTo>
                        <a:pt x="534" y="1"/>
                        <a:pt x="529" y="2"/>
                        <a:pt x="524" y="6"/>
                      </a:cubicBezTo>
                      <a:cubicBezTo>
                        <a:pt x="338" y="169"/>
                        <a:pt x="180" y="371"/>
                        <a:pt x="30" y="565"/>
                      </a:cubicBezTo>
                      <a:cubicBezTo>
                        <a:pt x="1" y="603"/>
                        <a:pt x="32" y="643"/>
                        <a:pt x="68" y="643"/>
                      </a:cubicBezTo>
                      <a:cubicBezTo>
                        <a:pt x="82" y="643"/>
                        <a:pt x="98" y="636"/>
                        <a:pt x="109" y="619"/>
                      </a:cubicBezTo>
                      <a:cubicBezTo>
                        <a:pt x="247" y="415"/>
                        <a:pt x="407" y="231"/>
                        <a:pt x="555" y="36"/>
                      </a:cubicBezTo>
                      <a:cubicBezTo>
                        <a:pt x="568" y="18"/>
                        <a:pt x="555" y="1"/>
                        <a:pt x="53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1" name="Google Shape;1891;p44"/>
                <p:cNvSpPr/>
                <p:nvPr/>
              </p:nvSpPr>
              <p:spPr>
                <a:xfrm>
                  <a:off x="6082070" y="2112084"/>
                  <a:ext cx="56468" cy="54616"/>
                </a:xfrm>
                <a:custGeom>
                  <a:rect b="b" l="l" r="r" t="t"/>
                  <a:pathLst>
                    <a:path extrusionOk="0" h="590" w="610">
                      <a:moveTo>
                        <a:pt x="566" y="1"/>
                      </a:moveTo>
                      <a:cubicBezTo>
                        <a:pt x="560" y="1"/>
                        <a:pt x="553" y="3"/>
                        <a:pt x="546" y="9"/>
                      </a:cubicBezTo>
                      <a:cubicBezTo>
                        <a:pt x="371" y="170"/>
                        <a:pt x="198" y="334"/>
                        <a:pt x="31" y="505"/>
                      </a:cubicBezTo>
                      <a:cubicBezTo>
                        <a:pt x="0" y="537"/>
                        <a:pt x="29" y="589"/>
                        <a:pt x="68" y="589"/>
                      </a:cubicBezTo>
                      <a:cubicBezTo>
                        <a:pt x="73" y="589"/>
                        <a:pt x="78" y="588"/>
                        <a:pt x="84" y="586"/>
                      </a:cubicBezTo>
                      <a:cubicBezTo>
                        <a:pt x="94" y="582"/>
                        <a:pt x="107" y="578"/>
                        <a:pt x="117" y="574"/>
                      </a:cubicBezTo>
                      <a:cubicBezTo>
                        <a:pt x="138" y="568"/>
                        <a:pt x="148" y="547"/>
                        <a:pt x="148" y="526"/>
                      </a:cubicBezTo>
                      <a:cubicBezTo>
                        <a:pt x="292" y="365"/>
                        <a:pt x="438" y="205"/>
                        <a:pt x="590" y="49"/>
                      </a:cubicBezTo>
                      <a:cubicBezTo>
                        <a:pt x="609" y="28"/>
                        <a:pt x="589" y="1"/>
                        <a:pt x="56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2" name="Google Shape;1892;p44"/>
                <p:cNvSpPr/>
                <p:nvPr/>
              </p:nvSpPr>
              <p:spPr>
                <a:xfrm>
                  <a:off x="6102065" y="2110603"/>
                  <a:ext cx="55079" cy="55727"/>
                </a:xfrm>
                <a:custGeom>
                  <a:rect b="b" l="l" r="r" t="t"/>
                  <a:pathLst>
                    <a:path extrusionOk="0" h="602" w="595">
                      <a:moveTo>
                        <a:pt x="553" y="0"/>
                      </a:moveTo>
                      <a:cubicBezTo>
                        <a:pt x="546" y="0"/>
                        <a:pt x="539" y="3"/>
                        <a:pt x="532" y="8"/>
                      </a:cubicBezTo>
                      <a:cubicBezTo>
                        <a:pt x="355" y="169"/>
                        <a:pt x="182" y="336"/>
                        <a:pt x="30" y="521"/>
                      </a:cubicBezTo>
                      <a:cubicBezTo>
                        <a:pt x="1" y="555"/>
                        <a:pt x="34" y="601"/>
                        <a:pt x="68" y="601"/>
                      </a:cubicBezTo>
                      <a:cubicBezTo>
                        <a:pt x="80" y="601"/>
                        <a:pt x="92" y="596"/>
                        <a:pt x="101" y="584"/>
                      </a:cubicBezTo>
                      <a:cubicBezTo>
                        <a:pt x="247" y="394"/>
                        <a:pt x="399" y="211"/>
                        <a:pt x="574" y="46"/>
                      </a:cubicBezTo>
                      <a:cubicBezTo>
                        <a:pt x="595" y="27"/>
                        <a:pt x="575" y="0"/>
                        <a:pt x="55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3" name="Google Shape;1893;p44"/>
                <p:cNvSpPr/>
                <p:nvPr/>
              </p:nvSpPr>
              <p:spPr>
                <a:xfrm>
                  <a:off x="6120949" y="2107178"/>
                  <a:ext cx="53135" cy="58227"/>
                </a:xfrm>
                <a:custGeom>
                  <a:rect b="b" l="l" r="r" t="t"/>
                  <a:pathLst>
                    <a:path extrusionOk="0" h="629" w="574">
                      <a:moveTo>
                        <a:pt x="538" y="0"/>
                      </a:moveTo>
                      <a:cubicBezTo>
                        <a:pt x="532" y="0"/>
                        <a:pt x="526" y="3"/>
                        <a:pt x="520" y="8"/>
                      </a:cubicBezTo>
                      <a:cubicBezTo>
                        <a:pt x="349" y="183"/>
                        <a:pt x="187" y="364"/>
                        <a:pt x="28" y="550"/>
                      </a:cubicBezTo>
                      <a:cubicBezTo>
                        <a:pt x="0" y="584"/>
                        <a:pt x="33" y="628"/>
                        <a:pt x="67" y="628"/>
                      </a:cubicBezTo>
                      <a:cubicBezTo>
                        <a:pt x="77" y="628"/>
                        <a:pt x="88" y="624"/>
                        <a:pt x="97" y="612"/>
                      </a:cubicBezTo>
                      <a:cubicBezTo>
                        <a:pt x="243" y="416"/>
                        <a:pt x="397" y="227"/>
                        <a:pt x="558" y="43"/>
                      </a:cubicBezTo>
                      <a:cubicBezTo>
                        <a:pt x="574" y="24"/>
                        <a:pt x="557" y="0"/>
                        <a:pt x="53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4" name="Google Shape;1894;p44"/>
                <p:cNvSpPr/>
                <p:nvPr/>
              </p:nvSpPr>
              <p:spPr>
                <a:xfrm>
                  <a:off x="6135853" y="2117083"/>
                  <a:ext cx="45359" cy="51747"/>
                </a:xfrm>
                <a:custGeom>
                  <a:rect b="b" l="l" r="r" t="t"/>
                  <a:pathLst>
                    <a:path extrusionOk="0" h="559" w="490">
                      <a:moveTo>
                        <a:pt x="438" y="0"/>
                      </a:moveTo>
                      <a:cubicBezTo>
                        <a:pt x="429" y="0"/>
                        <a:pt x="420" y="4"/>
                        <a:pt x="411" y="13"/>
                      </a:cubicBezTo>
                      <a:cubicBezTo>
                        <a:pt x="286" y="166"/>
                        <a:pt x="159" y="320"/>
                        <a:pt x="32" y="472"/>
                      </a:cubicBezTo>
                      <a:cubicBezTo>
                        <a:pt x="1" y="510"/>
                        <a:pt x="37" y="558"/>
                        <a:pt x="72" y="558"/>
                      </a:cubicBezTo>
                      <a:cubicBezTo>
                        <a:pt x="84" y="558"/>
                        <a:pt x="96" y="553"/>
                        <a:pt x="105" y="541"/>
                      </a:cubicBezTo>
                      <a:cubicBezTo>
                        <a:pt x="226" y="382"/>
                        <a:pt x="347" y="222"/>
                        <a:pt x="468" y="63"/>
                      </a:cubicBezTo>
                      <a:cubicBezTo>
                        <a:pt x="489" y="35"/>
                        <a:pt x="466" y="0"/>
                        <a:pt x="43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5" name="Google Shape;1895;p44"/>
                <p:cNvSpPr/>
                <p:nvPr/>
              </p:nvSpPr>
              <p:spPr>
                <a:xfrm>
                  <a:off x="6145572" y="2109955"/>
                  <a:ext cx="54524" cy="59893"/>
                </a:xfrm>
                <a:custGeom>
                  <a:rect b="b" l="l" r="r" t="t"/>
                  <a:pathLst>
                    <a:path extrusionOk="0" h="647" w="589">
                      <a:moveTo>
                        <a:pt x="544" y="0"/>
                      </a:moveTo>
                      <a:cubicBezTo>
                        <a:pt x="533" y="0"/>
                        <a:pt x="522" y="5"/>
                        <a:pt x="515" y="15"/>
                      </a:cubicBezTo>
                      <a:cubicBezTo>
                        <a:pt x="373" y="218"/>
                        <a:pt x="210" y="393"/>
                        <a:pt x="35" y="566"/>
                      </a:cubicBezTo>
                      <a:cubicBezTo>
                        <a:pt x="0" y="599"/>
                        <a:pt x="35" y="647"/>
                        <a:pt x="74" y="647"/>
                      </a:cubicBezTo>
                      <a:cubicBezTo>
                        <a:pt x="86" y="647"/>
                        <a:pt x="98" y="642"/>
                        <a:pt x="108" y="632"/>
                      </a:cubicBezTo>
                      <a:cubicBezTo>
                        <a:pt x="285" y="459"/>
                        <a:pt x="438" y="253"/>
                        <a:pt x="573" y="45"/>
                      </a:cubicBezTo>
                      <a:cubicBezTo>
                        <a:pt x="589" y="21"/>
                        <a:pt x="567" y="0"/>
                        <a:pt x="54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6" name="Google Shape;1896;p44"/>
                <p:cNvSpPr/>
                <p:nvPr/>
              </p:nvSpPr>
              <p:spPr>
                <a:xfrm>
                  <a:off x="6162327" y="2115972"/>
                  <a:ext cx="45730" cy="55542"/>
                </a:xfrm>
                <a:custGeom>
                  <a:rect b="b" l="l" r="r" t="t"/>
                  <a:pathLst>
                    <a:path extrusionOk="0" h="600" w="494">
                      <a:moveTo>
                        <a:pt x="459" y="0"/>
                      </a:moveTo>
                      <a:cubicBezTo>
                        <a:pt x="452" y="0"/>
                        <a:pt x="445" y="3"/>
                        <a:pt x="440" y="9"/>
                      </a:cubicBezTo>
                      <a:cubicBezTo>
                        <a:pt x="440" y="7"/>
                        <a:pt x="440" y="7"/>
                        <a:pt x="440" y="7"/>
                      </a:cubicBezTo>
                      <a:cubicBezTo>
                        <a:pt x="286" y="153"/>
                        <a:pt x="163" y="344"/>
                        <a:pt x="27" y="509"/>
                      </a:cubicBezTo>
                      <a:cubicBezTo>
                        <a:pt x="0" y="542"/>
                        <a:pt x="17" y="582"/>
                        <a:pt x="52" y="594"/>
                      </a:cubicBezTo>
                      <a:cubicBezTo>
                        <a:pt x="63" y="598"/>
                        <a:pt x="72" y="600"/>
                        <a:pt x="80" y="600"/>
                      </a:cubicBezTo>
                      <a:cubicBezTo>
                        <a:pt x="95" y="600"/>
                        <a:pt x="108" y="594"/>
                        <a:pt x="127" y="584"/>
                      </a:cubicBezTo>
                      <a:cubicBezTo>
                        <a:pt x="154" y="572"/>
                        <a:pt x="157" y="542"/>
                        <a:pt x="144" y="521"/>
                      </a:cubicBezTo>
                      <a:cubicBezTo>
                        <a:pt x="263" y="367"/>
                        <a:pt x="396" y="209"/>
                        <a:pt x="482" y="38"/>
                      </a:cubicBezTo>
                      <a:cubicBezTo>
                        <a:pt x="494" y="17"/>
                        <a:pt x="477" y="0"/>
                        <a:pt x="45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7" name="Google Shape;1897;p44"/>
                <p:cNvSpPr/>
                <p:nvPr/>
              </p:nvSpPr>
              <p:spPr>
                <a:xfrm>
                  <a:off x="6179823" y="2118194"/>
                  <a:ext cx="44804" cy="52765"/>
                </a:xfrm>
                <a:custGeom>
                  <a:rect b="b" l="l" r="r" t="t"/>
                  <a:pathLst>
                    <a:path extrusionOk="0" h="570" w="484">
                      <a:moveTo>
                        <a:pt x="460" y="1"/>
                      </a:moveTo>
                      <a:cubicBezTo>
                        <a:pt x="455" y="1"/>
                        <a:pt x="451" y="2"/>
                        <a:pt x="447" y="6"/>
                      </a:cubicBezTo>
                      <a:cubicBezTo>
                        <a:pt x="372" y="83"/>
                        <a:pt x="307" y="170"/>
                        <a:pt x="239" y="252"/>
                      </a:cubicBezTo>
                      <a:cubicBezTo>
                        <a:pt x="168" y="333"/>
                        <a:pt x="93" y="410"/>
                        <a:pt x="26" y="495"/>
                      </a:cubicBezTo>
                      <a:cubicBezTo>
                        <a:pt x="1" y="528"/>
                        <a:pt x="29" y="569"/>
                        <a:pt x="61" y="569"/>
                      </a:cubicBezTo>
                      <a:cubicBezTo>
                        <a:pt x="72" y="569"/>
                        <a:pt x="83" y="565"/>
                        <a:pt x="93" y="554"/>
                      </a:cubicBezTo>
                      <a:cubicBezTo>
                        <a:pt x="234" y="400"/>
                        <a:pt x="376" y="212"/>
                        <a:pt x="476" y="26"/>
                      </a:cubicBezTo>
                      <a:cubicBezTo>
                        <a:pt x="484" y="13"/>
                        <a:pt x="472" y="1"/>
                        <a:pt x="46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8" name="Google Shape;1898;p44"/>
                <p:cNvSpPr/>
                <p:nvPr/>
              </p:nvSpPr>
              <p:spPr>
                <a:xfrm>
                  <a:off x="6197411" y="2115509"/>
                  <a:ext cx="56838" cy="56653"/>
                </a:xfrm>
                <a:custGeom>
                  <a:rect b="b" l="l" r="r" t="t"/>
                  <a:pathLst>
                    <a:path extrusionOk="0" h="612" w="614">
                      <a:moveTo>
                        <a:pt x="586" y="1"/>
                      </a:moveTo>
                      <a:cubicBezTo>
                        <a:pt x="582" y="1"/>
                        <a:pt x="577" y="2"/>
                        <a:pt x="574" y="5"/>
                      </a:cubicBezTo>
                      <a:cubicBezTo>
                        <a:pt x="472" y="97"/>
                        <a:pt x="367" y="191"/>
                        <a:pt x="267" y="285"/>
                      </a:cubicBezTo>
                      <a:cubicBezTo>
                        <a:pt x="184" y="362"/>
                        <a:pt x="74" y="441"/>
                        <a:pt x="11" y="537"/>
                      </a:cubicBezTo>
                      <a:cubicBezTo>
                        <a:pt x="1" y="554"/>
                        <a:pt x="5" y="583"/>
                        <a:pt x="19" y="593"/>
                      </a:cubicBezTo>
                      <a:cubicBezTo>
                        <a:pt x="23" y="595"/>
                        <a:pt x="26" y="597"/>
                        <a:pt x="28" y="599"/>
                      </a:cubicBezTo>
                      <a:cubicBezTo>
                        <a:pt x="37" y="607"/>
                        <a:pt x="48" y="611"/>
                        <a:pt x="60" y="611"/>
                      </a:cubicBezTo>
                      <a:cubicBezTo>
                        <a:pt x="68" y="611"/>
                        <a:pt x="76" y="609"/>
                        <a:pt x="84" y="604"/>
                      </a:cubicBezTo>
                      <a:cubicBezTo>
                        <a:pt x="86" y="602"/>
                        <a:pt x="88" y="602"/>
                        <a:pt x="90" y="599"/>
                      </a:cubicBezTo>
                      <a:cubicBezTo>
                        <a:pt x="109" y="585"/>
                        <a:pt x="113" y="566"/>
                        <a:pt x="109" y="549"/>
                      </a:cubicBezTo>
                      <a:cubicBezTo>
                        <a:pt x="132" y="508"/>
                        <a:pt x="188" y="466"/>
                        <a:pt x="217" y="435"/>
                      </a:cubicBezTo>
                      <a:cubicBezTo>
                        <a:pt x="259" y="389"/>
                        <a:pt x="301" y="343"/>
                        <a:pt x="342" y="297"/>
                      </a:cubicBezTo>
                      <a:cubicBezTo>
                        <a:pt x="428" y="208"/>
                        <a:pt x="513" y="118"/>
                        <a:pt x="601" y="30"/>
                      </a:cubicBezTo>
                      <a:cubicBezTo>
                        <a:pt x="614" y="18"/>
                        <a:pt x="600" y="1"/>
                        <a:pt x="58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9" name="Google Shape;1899;p44"/>
                <p:cNvSpPr/>
                <p:nvPr/>
              </p:nvSpPr>
              <p:spPr>
                <a:xfrm>
                  <a:off x="6209537" y="2116805"/>
                  <a:ext cx="55449" cy="56375"/>
                </a:xfrm>
                <a:custGeom>
                  <a:rect b="b" l="l" r="r" t="t"/>
                  <a:pathLst>
                    <a:path extrusionOk="0" h="609" w="599">
                      <a:moveTo>
                        <a:pt x="562" y="0"/>
                      </a:moveTo>
                      <a:cubicBezTo>
                        <a:pt x="555" y="0"/>
                        <a:pt x="548" y="3"/>
                        <a:pt x="543" y="8"/>
                      </a:cubicBezTo>
                      <a:cubicBezTo>
                        <a:pt x="374" y="181"/>
                        <a:pt x="218" y="365"/>
                        <a:pt x="34" y="525"/>
                      </a:cubicBezTo>
                      <a:cubicBezTo>
                        <a:pt x="0" y="556"/>
                        <a:pt x="34" y="609"/>
                        <a:pt x="73" y="609"/>
                      </a:cubicBezTo>
                      <a:cubicBezTo>
                        <a:pt x="82" y="609"/>
                        <a:pt x="90" y="606"/>
                        <a:pt x="99" y="600"/>
                      </a:cubicBezTo>
                      <a:cubicBezTo>
                        <a:pt x="107" y="596"/>
                        <a:pt x="116" y="590"/>
                        <a:pt x="122" y="583"/>
                      </a:cubicBezTo>
                      <a:cubicBezTo>
                        <a:pt x="132" y="577"/>
                        <a:pt x="138" y="567"/>
                        <a:pt x="141" y="558"/>
                      </a:cubicBezTo>
                      <a:cubicBezTo>
                        <a:pt x="297" y="392"/>
                        <a:pt x="457" y="225"/>
                        <a:pt x="584" y="37"/>
                      </a:cubicBezTo>
                      <a:cubicBezTo>
                        <a:pt x="598" y="19"/>
                        <a:pt x="580" y="0"/>
                        <a:pt x="56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0" name="Google Shape;1900;p44"/>
                <p:cNvSpPr/>
                <p:nvPr/>
              </p:nvSpPr>
              <p:spPr>
                <a:xfrm>
                  <a:off x="6230087" y="2111159"/>
                  <a:ext cx="55912" cy="57023"/>
                </a:xfrm>
                <a:custGeom>
                  <a:rect b="b" l="l" r="r" t="t"/>
                  <a:pathLst>
                    <a:path extrusionOk="0" h="616" w="604">
                      <a:moveTo>
                        <a:pt x="559" y="1"/>
                      </a:moveTo>
                      <a:cubicBezTo>
                        <a:pt x="552" y="1"/>
                        <a:pt x="544" y="4"/>
                        <a:pt x="538" y="11"/>
                      </a:cubicBezTo>
                      <a:cubicBezTo>
                        <a:pt x="373" y="188"/>
                        <a:pt x="208" y="365"/>
                        <a:pt x="35" y="532"/>
                      </a:cubicBezTo>
                      <a:cubicBezTo>
                        <a:pt x="0" y="565"/>
                        <a:pt x="38" y="615"/>
                        <a:pt x="75" y="615"/>
                      </a:cubicBezTo>
                      <a:cubicBezTo>
                        <a:pt x="87" y="615"/>
                        <a:pt x="99" y="610"/>
                        <a:pt x="108" y="599"/>
                      </a:cubicBezTo>
                      <a:cubicBezTo>
                        <a:pt x="260" y="411"/>
                        <a:pt x="423" y="232"/>
                        <a:pt x="583" y="52"/>
                      </a:cubicBezTo>
                      <a:cubicBezTo>
                        <a:pt x="604" y="30"/>
                        <a:pt x="582" y="1"/>
                        <a:pt x="55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1" name="Google Shape;1901;p44"/>
                <p:cNvSpPr/>
                <p:nvPr/>
              </p:nvSpPr>
              <p:spPr>
                <a:xfrm>
                  <a:off x="6243325" y="2113750"/>
                  <a:ext cx="58689" cy="60726"/>
                </a:xfrm>
                <a:custGeom>
                  <a:rect b="b" l="l" r="r" t="t"/>
                  <a:pathLst>
                    <a:path extrusionOk="0" h="656" w="634">
                      <a:moveTo>
                        <a:pt x="599" y="1"/>
                      </a:moveTo>
                      <a:cubicBezTo>
                        <a:pt x="594" y="1"/>
                        <a:pt x="589" y="3"/>
                        <a:pt x="584" y="8"/>
                      </a:cubicBezTo>
                      <a:cubicBezTo>
                        <a:pt x="397" y="195"/>
                        <a:pt x="215" y="387"/>
                        <a:pt x="32" y="577"/>
                      </a:cubicBezTo>
                      <a:cubicBezTo>
                        <a:pt x="0" y="610"/>
                        <a:pt x="37" y="656"/>
                        <a:pt x="71" y="656"/>
                      </a:cubicBezTo>
                      <a:cubicBezTo>
                        <a:pt x="82" y="656"/>
                        <a:pt x="92" y="651"/>
                        <a:pt x="101" y="639"/>
                      </a:cubicBezTo>
                      <a:cubicBezTo>
                        <a:pt x="257" y="427"/>
                        <a:pt x="432" y="229"/>
                        <a:pt x="618" y="39"/>
                      </a:cubicBezTo>
                      <a:cubicBezTo>
                        <a:pt x="634" y="23"/>
                        <a:pt x="616" y="1"/>
                        <a:pt x="59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2" name="Google Shape;1902;p44"/>
                <p:cNvSpPr/>
                <p:nvPr/>
              </p:nvSpPr>
              <p:spPr>
                <a:xfrm>
                  <a:off x="6266189" y="2112917"/>
                  <a:ext cx="57393" cy="59337"/>
                </a:xfrm>
                <a:custGeom>
                  <a:rect b="b" l="l" r="r" t="t"/>
                  <a:pathLst>
                    <a:path extrusionOk="0" h="641" w="620">
                      <a:moveTo>
                        <a:pt x="573" y="1"/>
                      </a:moveTo>
                      <a:cubicBezTo>
                        <a:pt x="565" y="1"/>
                        <a:pt x="557" y="4"/>
                        <a:pt x="550" y="11"/>
                      </a:cubicBezTo>
                      <a:lnTo>
                        <a:pt x="248" y="304"/>
                      </a:lnTo>
                      <a:cubicBezTo>
                        <a:pt x="168" y="382"/>
                        <a:pt x="54" y="461"/>
                        <a:pt x="14" y="567"/>
                      </a:cubicBezTo>
                      <a:cubicBezTo>
                        <a:pt x="0" y="606"/>
                        <a:pt x="34" y="641"/>
                        <a:pt x="65" y="641"/>
                      </a:cubicBezTo>
                      <a:cubicBezTo>
                        <a:pt x="80" y="641"/>
                        <a:pt x="94" y="633"/>
                        <a:pt x="102" y="613"/>
                      </a:cubicBezTo>
                      <a:cubicBezTo>
                        <a:pt x="148" y="504"/>
                        <a:pt x="260" y="417"/>
                        <a:pt x="339" y="331"/>
                      </a:cubicBezTo>
                      <a:cubicBezTo>
                        <a:pt x="425" y="240"/>
                        <a:pt x="512" y="146"/>
                        <a:pt x="598" y="54"/>
                      </a:cubicBezTo>
                      <a:cubicBezTo>
                        <a:pt x="620" y="30"/>
                        <a:pt x="597" y="1"/>
                        <a:pt x="57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3" name="Google Shape;1903;p44"/>
                <p:cNvSpPr/>
                <p:nvPr/>
              </p:nvSpPr>
              <p:spPr>
                <a:xfrm>
                  <a:off x="6279612" y="2110140"/>
                  <a:ext cx="59800" cy="61096"/>
                </a:xfrm>
                <a:custGeom>
                  <a:rect b="b" l="l" r="r" t="t"/>
                  <a:pathLst>
                    <a:path extrusionOk="0" h="660" w="646">
                      <a:moveTo>
                        <a:pt x="611" y="0"/>
                      </a:moveTo>
                      <a:cubicBezTo>
                        <a:pt x="605" y="0"/>
                        <a:pt x="598" y="3"/>
                        <a:pt x="592" y="9"/>
                      </a:cubicBezTo>
                      <a:cubicBezTo>
                        <a:pt x="413" y="207"/>
                        <a:pt x="228" y="397"/>
                        <a:pt x="34" y="580"/>
                      </a:cubicBezTo>
                      <a:cubicBezTo>
                        <a:pt x="0" y="612"/>
                        <a:pt x="34" y="659"/>
                        <a:pt x="71" y="659"/>
                      </a:cubicBezTo>
                      <a:cubicBezTo>
                        <a:pt x="82" y="659"/>
                        <a:pt x="93" y="655"/>
                        <a:pt x="103" y="645"/>
                      </a:cubicBezTo>
                      <a:cubicBezTo>
                        <a:pt x="286" y="451"/>
                        <a:pt x="461" y="251"/>
                        <a:pt x="630" y="43"/>
                      </a:cubicBezTo>
                      <a:cubicBezTo>
                        <a:pt x="645" y="24"/>
                        <a:pt x="629" y="0"/>
                        <a:pt x="61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4" name="Google Shape;1904;p44"/>
                <p:cNvSpPr/>
                <p:nvPr/>
              </p:nvSpPr>
              <p:spPr>
                <a:xfrm>
                  <a:off x="6296181" y="2111344"/>
                  <a:ext cx="62207" cy="59800"/>
                </a:xfrm>
                <a:custGeom>
                  <a:rect b="b" l="l" r="r" t="t"/>
                  <a:pathLst>
                    <a:path extrusionOk="0" h="646" w="672">
                      <a:moveTo>
                        <a:pt x="631" y="1"/>
                      </a:moveTo>
                      <a:cubicBezTo>
                        <a:pt x="624" y="1"/>
                        <a:pt x="616" y="4"/>
                        <a:pt x="609" y="11"/>
                      </a:cubicBezTo>
                      <a:cubicBezTo>
                        <a:pt x="428" y="207"/>
                        <a:pt x="236" y="392"/>
                        <a:pt x="36" y="567"/>
                      </a:cubicBezTo>
                      <a:cubicBezTo>
                        <a:pt x="1" y="598"/>
                        <a:pt x="36" y="646"/>
                        <a:pt x="74" y="646"/>
                      </a:cubicBezTo>
                      <a:cubicBezTo>
                        <a:pt x="86" y="646"/>
                        <a:pt x="97" y="642"/>
                        <a:pt x="107" y="632"/>
                      </a:cubicBezTo>
                      <a:cubicBezTo>
                        <a:pt x="297" y="446"/>
                        <a:pt x="478" y="251"/>
                        <a:pt x="653" y="50"/>
                      </a:cubicBezTo>
                      <a:cubicBezTo>
                        <a:pt x="672" y="28"/>
                        <a:pt x="653" y="1"/>
                        <a:pt x="63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5" name="Google Shape;1905;p44"/>
                <p:cNvSpPr/>
                <p:nvPr/>
              </p:nvSpPr>
              <p:spPr>
                <a:xfrm>
                  <a:off x="6319416" y="2111344"/>
                  <a:ext cx="55542" cy="54616"/>
                </a:xfrm>
                <a:custGeom>
                  <a:rect b="b" l="l" r="r" t="t"/>
                  <a:pathLst>
                    <a:path extrusionOk="0" h="590" w="600">
                      <a:moveTo>
                        <a:pt x="565" y="1"/>
                      </a:moveTo>
                      <a:cubicBezTo>
                        <a:pt x="559" y="1"/>
                        <a:pt x="553" y="3"/>
                        <a:pt x="548" y="9"/>
                      </a:cubicBezTo>
                      <a:cubicBezTo>
                        <a:pt x="379" y="182"/>
                        <a:pt x="204" y="348"/>
                        <a:pt x="31" y="517"/>
                      </a:cubicBezTo>
                      <a:cubicBezTo>
                        <a:pt x="1" y="547"/>
                        <a:pt x="32" y="590"/>
                        <a:pt x="66" y="590"/>
                      </a:cubicBezTo>
                      <a:cubicBezTo>
                        <a:pt x="76" y="590"/>
                        <a:pt x="87" y="586"/>
                        <a:pt x="96" y="576"/>
                      </a:cubicBezTo>
                      <a:cubicBezTo>
                        <a:pt x="256" y="396"/>
                        <a:pt x="417" y="215"/>
                        <a:pt x="583" y="42"/>
                      </a:cubicBezTo>
                      <a:cubicBezTo>
                        <a:pt x="599" y="23"/>
                        <a:pt x="583" y="1"/>
                        <a:pt x="56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6" name="Google Shape;1906;p44"/>
                <p:cNvSpPr/>
                <p:nvPr/>
              </p:nvSpPr>
              <p:spPr>
                <a:xfrm>
                  <a:off x="6325988" y="2110696"/>
                  <a:ext cx="61652" cy="62300"/>
                </a:xfrm>
                <a:custGeom>
                  <a:rect b="b" l="l" r="r" t="t"/>
                  <a:pathLst>
                    <a:path extrusionOk="0" h="673" w="666">
                      <a:moveTo>
                        <a:pt x="639" y="1"/>
                      </a:moveTo>
                      <a:cubicBezTo>
                        <a:pt x="635" y="1"/>
                        <a:pt x="631" y="2"/>
                        <a:pt x="627" y="5"/>
                      </a:cubicBezTo>
                      <a:cubicBezTo>
                        <a:pt x="429" y="205"/>
                        <a:pt x="235" y="412"/>
                        <a:pt x="29" y="601"/>
                      </a:cubicBezTo>
                      <a:cubicBezTo>
                        <a:pt x="0" y="626"/>
                        <a:pt x="26" y="672"/>
                        <a:pt x="60" y="672"/>
                      </a:cubicBezTo>
                      <a:cubicBezTo>
                        <a:pt x="61" y="672"/>
                        <a:pt x="61" y="672"/>
                        <a:pt x="62" y="672"/>
                      </a:cubicBezTo>
                      <a:cubicBezTo>
                        <a:pt x="100" y="670"/>
                        <a:pt x="106" y="668"/>
                        <a:pt x="137" y="643"/>
                      </a:cubicBezTo>
                      <a:cubicBezTo>
                        <a:pt x="156" y="629"/>
                        <a:pt x="156" y="608"/>
                        <a:pt x="148" y="591"/>
                      </a:cubicBezTo>
                      <a:cubicBezTo>
                        <a:pt x="312" y="399"/>
                        <a:pt x="485" y="216"/>
                        <a:pt x="654" y="30"/>
                      </a:cubicBezTo>
                      <a:cubicBezTo>
                        <a:pt x="665" y="17"/>
                        <a:pt x="653" y="1"/>
                        <a:pt x="63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7" name="Google Shape;1907;p44"/>
                <p:cNvSpPr/>
                <p:nvPr/>
              </p:nvSpPr>
              <p:spPr>
                <a:xfrm>
                  <a:off x="6349223" y="2109029"/>
                  <a:ext cx="61096" cy="65262"/>
                </a:xfrm>
                <a:custGeom>
                  <a:rect b="b" l="l" r="r" t="t"/>
                  <a:pathLst>
                    <a:path extrusionOk="0" h="705" w="660">
                      <a:moveTo>
                        <a:pt x="632" y="0"/>
                      </a:moveTo>
                      <a:cubicBezTo>
                        <a:pt x="627" y="0"/>
                        <a:pt x="622" y="2"/>
                        <a:pt x="618" y="7"/>
                      </a:cubicBezTo>
                      <a:cubicBezTo>
                        <a:pt x="493" y="134"/>
                        <a:pt x="370" y="261"/>
                        <a:pt x="243" y="386"/>
                      </a:cubicBezTo>
                      <a:cubicBezTo>
                        <a:pt x="184" y="442"/>
                        <a:pt x="126" y="499"/>
                        <a:pt x="68" y="555"/>
                      </a:cubicBezTo>
                      <a:cubicBezTo>
                        <a:pt x="38" y="584"/>
                        <a:pt x="1" y="611"/>
                        <a:pt x="7" y="657"/>
                      </a:cubicBezTo>
                      <a:cubicBezTo>
                        <a:pt x="9" y="672"/>
                        <a:pt x="17" y="690"/>
                        <a:pt x="32" y="697"/>
                      </a:cubicBezTo>
                      <a:cubicBezTo>
                        <a:pt x="36" y="699"/>
                        <a:pt x="40" y="699"/>
                        <a:pt x="45" y="701"/>
                      </a:cubicBezTo>
                      <a:cubicBezTo>
                        <a:pt x="51" y="703"/>
                        <a:pt x="58" y="705"/>
                        <a:pt x="64" y="705"/>
                      </a:cubicBezTo>
                      <a:cubicBezTo>
                        <a:pt x="110" y="705"/>
                        <a:pt x="138" y="637"/>
                        <a:pt x="88" y="615"/>
                      </a:cubicBezTo>
                      <a:lnTo>
                        <a:pt x="88" y="615"/>
                      </a:lnTo>
                      <a:cubicBezTo>
                        <a:pt x="91" y="616"/>
                        <a:pt x="94" y="617"/>
                        <a:pt x="97" y="617"/>
                      </a:cubicBezTo>
                      <a:cubicBezTo>
                        <a:pt x="165" y="617"/>
                        <a:pt x="334" y="378"/>
                        <a:pt x="370" y="338"/>
                      </a:cubicBezTo>
                      <a:cubicBezTo>
                        <a:pt x="459" y="234"/>
                        <a:pt x="555" y="134"/>
                        <a:pt x="647" y="32"/>
                      </a:cubicBezTo>
                      <a:cubicBezTo>
                        <a:pt x="660" y="19"/>
                        <a:pt x="647" y="0"/>
                        <a:pt x="63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8" name="Google Shape;1908;p44"/>
                <p:cNvSpPr/>
                <p:nvPr/>
              </p:nvSpPr>
              <p:spPr>
                <a:xfrm>
                  <a:off x="6363108" y="2105790"/>
                  <a:ext cx="67113" cy="69520"/>
                </a:xfrm>
                <a:custGeom>
                  <a:rect b="b" l="l" r="r" t="t"/>
                  <a:pathLst>
                    <a:path extrusionOk="0" h="751" w="725">
                      <a:moveTo>
                        <a:pt x="680" y="1"/>
                      </a:moveTo>
                      <a:cubicBezTo>
                        <a:pt x="672" y="1"/>
                        <a:pt x="664" y="4"/>
                        <a:pt x="657" y="12"/>
                      </a:cubicBezTo>
                      <a:cubicBezTo>
                        <a:pt x="461" y="238"/>
                        <a:pt x="257" y="454"/>
                        <a:pt x="40" y="659"/>
                      </a:cubicBezTo>
                      <a:cubicBezTo>
                        <a:pt x="1" y="697"/>
                        <a:pt x="41" y="751"/>
                        <a:pt x="85" y="751"/>
                      </a:cubicBezTo>
                      <a:cubicBezTo>
                        <a:pt x="98" y="751"/>
                        <a:pt x="112" y="746"/>
                        <a:pt x="124" y="734"/>
                      </a:cubicBezTo>
                      <a:cubicBezTo>
                        <a:pt x="328" y="517"/>
                        <a:pt x="522" y="292"/>
                        <a:pt x="705" y="56"/>
                      </a:cubicBezTo>
                      <a:cubicBezTo>
                        <a:pt x="724" y="31"/>
                        <a:pt x="703" y="1"/>
                        <a:pt x="68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9" name="Google Shape;1909;p44"/>
                <p:cNvSpPr/>
                <p:nvPr/>
              </p:nvSpPr>
              <p:spPr>
                <a:xfrm>
                  <a:off x="6394211" y="2107734"/>
                  <a:ext cx="50914" cy="59337"/>
                </a:xfrm>
                <a:custGeom>
                  <a:rect b="b" l="l" r="r" t="t"/>
                  <a:pathLst>
                    <a:path extrusionOk="0" h="641" w="550">
                      <a:moveTo>
                        <a:pt x="513" y="0"/>
                      </a:moveTo>
                      <a:cubicBezTo>
                        <a:pt x="510" y="0"/>
                        <a:pt x="507" y="1"/>
                        <a:pt x="505" y="2"/>
                      </a:cubicBezTo>
                      <a:cubicBezTo>
                        <a:pt x="488" y="8"/>
                        <a:pt x="482" y="12"/>
                        <a:pt x="478" y="25"/>
                      </a:cubicBezTo>
                      <a:cubicBezTo>
                        <a:pt x="382" y="106"/>
                        <a:pt x="301" y="208"/>
                        <a:pt x="215" y="300"/>
                      </a:cubicBezTo>
                      <a:cubicBezTo>
                        <a:pt x="144" y="377"/>
                        <a:pt x="17" y="471"/>
                        <a:pt x="5" y="581"/>
                      </a:cubicBezTo>
                      <a:cubicBezTo>
                        <a:pt x="1" y="618"/>
                        <a:pt x="30" y="641"/>
                        <a:pt x="58" y="641"/>
                      </a:cubicBezTo>
                      <a:cubicBezTo>
                        <a:pt x="77" y="641"/>
                        <a:pt x="96" y="629"/>
                        <a:pt x="103" y="602"/>
                      </a:cubicBezTo>
                      <a:cubicBezTo>
                        <a:pt x="117" y="542"/>
                        <a:pt x="175" y="490"/>
                        <a:pt x="215" y="442"/>
                      </a:cubicBezTo>
                      <a:lnTo>
                        <a:pt x="336" y="296"/>
                      </a:lnTo>
                      <a:cubicBezTo>
                        <a:pt x="405" y="215"/>
                        <a:pt x="480" y="133"/>
                        <a:pt x="538" y="44"/>
                      </a:cubicBezTo>
                      <a:cubicBezTo>
                        <a:pt x="549" y="24"/>
                        <a:pt x="531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0" name="Google Shape;1910;p44"/>
                <p:cNvSpPr/>
                <p:nvPr/>
              </p:nvSpPr>
              <p:spPr>
                <a:xfrm>
                  <a:off x="6405042" y="2108937"/>
                  <a:ext cx="61281" cy="59523"/>
                </a:xfrm>
                <a:custGeom>
                  <a:rect b="b" l="l" r="r" t="t"/>
                  <a:pathLst>
                    <a:path extrusionOk="0" h="643" w="662">
                      <a:moveTo>
                        <a:pt x="631" y="0"/>
                      </a:moveTo>
                      <a:cubicBezTo>
                        <a:pt x="626" y="0"/>
                        <a:pt x="622" y="2"/>
                        <a:pt x="617" y="6"/>
                      </a:cubicBezTo>
                      <a:cubicBezTo>
                        <a:pt x="411" y="172"/>
                        <a:pt x="223" y="370"/>
                        <a:pt x="36" y="556"/>
                      </a:cubicBezTo>
                      <a:cubicBezTo>
                        <a:pt x="0" y="593"/>
                        <a:pt x="37" y="643"/>
                        <a:pt x="77" y="643"/>
                      </a:cubicBezTo>
                      <a:cubicBezTo>
                        <a:pt x="89" y="643"/>
                        <a:pt x="102" y="638"/>
                        <a:pt x="113" y="627"/>
                      </a:cubicBezTo>
                      <a:cubicBezTo>
                        <a:pt x="288" y="431"/>
                        <a:pt x="479" y="245"/>
                        <a:pt x="648" y="43"/>
                      </a:cubicBezTo>
                      <a:cubicBezTo>
                        <a:pt x="662" y="26"/>
                        <a:pt x="648" y="0"/>
                        <a:pt x="63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1" name="Google Shape;1911;p44"/>
                <p:cNvSpPr/>
                <p:nvPr/>
              </p:nvSpPr>
              <p:spPr>
                <a:xfrm>
                  <a:off x="6423185" y="2103013"/>
                  <a:ext cx="60541" cy="64058"/>
                </a:xfrm>
                <a:custGeom>
                  <a:rect b="b" l="l" r="r" t="t"/>
                  <a:pathLst>
                    <a:path extrusionOk="0" h="692" w="654">
                      <a:moveTo>
                        <a:pt x="614" y="1"/>
                      </a:moveTo>
                      <a:cubicBezTo>
                        <a:pt x="608" y="1"/>
                        <a:pt x="602" y="3"/>
                        <a:pt x="596" y="9"/>
                      </a:cubicBezTo>
                      <a:cubicBezTo>
                        <a:pt x="406" y="207"/>
                        <a:pt x="223" y="407"/>
                        <a:pt x="33" y="605"/>
                      </a:cubicBezTo>
                      <a:cubicBezTo>
                        <a:pt x="0" y="642"/>
                        <a:pt x="38" y="691"/>
                        <a:pt x="75" y="691"/>
                      </a:cubicBezTo>
                      <a:cubicBezTo>
                        <a:pt x="87" y="691"/>
                        <a:pt x="99" y="686"/>
                        <a:pt x="108" y="674"/>
                      </a:cubicBezTo>
                      <a:cubicBezTo>
                        <a:pt x="281" y="461"/>
                        <a:pt x="459" y="253"/>
                        <a:pt x="636" y="47"/>
                      </a:cubicBezTo>
                      <a:cubicBezTo>
                        <a:pt x="653" y="26"/>
                        <a:pt x="634" y="1"/>
                        <a:pt x="61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2" name="Google Shape;1912;p44"/>
                <p:cNvSpPr/>
                <p:nvPr/>
              </p:nvSpPr>
              <p:spPr>
                <a:xfrm>
                  <a:off x="6435867" y="2106993"/>
                  <a:ext cx="57856" cy="61281"/>
                </a:xfrm>
                <a:custGeom>
                  <a:rect b="b" l="l" r="r" t="t"/>
                  <a:pathLst>
                    <a:path extrusionOk="0" h="662" w="625">
                      <a:moveTo>
                        <a:pt x="585" y="1"/>
                      </a:moveTo>
                      <a:cubicBezTo>
                        <a:pt x="579" y="1"/>
                        <a:pt x="572" y="3"/>
                        <a:pt x="565" y="10"/>
                      </a:cubicBezTo>
                      <a:cubicBezTo>
                        <a:pt x="467" y="112"/>
                        <a:pt x="367" y="212"/>
                        <a:pt x="267" y="312"/>
                      </a:cubicBezTo>
                      <a:cubicBezTo>
                        <a:pt x="188" y="391"/>
                        <a:pt x="63" y="479"/>
                        <a:pt x="11" y="579"/>
                      </a:cubicBezTo>
                      <a:cubicBezTo>
                        <a:pt x="1" y="600"/>
                        <a:pt x="5" y="625"/>
                        <a:pt x="21" y="639"/>
                      </a:cubicBezTo>
                      <a:lnTo>
                        <a:pt x="32" y="650"/>
                      </a:lnTo>
                      <a:cubicBezTo>
                        <a:pt x="40" y="658"/>
                        <a:pt x="51" y="661"/>
                        <a:pt x="61" y="661"/>
                      </a:cubicBezTo>
                      <a:cubicBezTo>
                        <a:pt x="91" y="661"/>
                        <a:pt x="121" y="632"/>
                        <a:pt x="109" y="600"/>
                      </a:cubicBezTo>
                      <a:cubicBezTo>
                        <a:pt x="105" y="593"/>
                        <a:pt x="209" y="491"/>
                        <a:pt x="219" y="481"/>
                      </a:cubicBezTo>
                      <a:lnTo>
                        <a:pt x="353" y="329"/>
                      </a:lnTo>
                      <a:cubicBezTo>
                        <a:pt x="436" y="233"/>
                        <a:pt x="520" y="139"/>
                        <a:pt x="607" y="45"/>
                      </a:cubicBezTo>
                      <a:cubicBezTo>
                        <a:pt x="624" y="26"/>
                        <a:pt x="606" y="1"/>
                        <a:pt x="58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3" name="Google Shape;1913;p44"/>
                <p:cNvSpPr/>
                <p:nvPr/>
              </p:nvSpPr>
              <p:spPr>
                <a:xfrm>
                  <a:off x="6457898" y="2101254"/>
                  <a:ext cx="61466" cy="62485"/>
                </a:xfrm>
                <a:custGeom>
                  <a:rect b="b" l="l" r="r" t="t"/>
                  <a:pathLst>
                    <a:path extrusionOk="0" h="675" w="664">
                      <a:moveTo>
                        <a:pt x="621" y="1"/>
                      </a:moveTo>
                      <a:cubicBezTo>
                        <a:pt x="614" y="1"/>
                        <a:pt x="607" y="3"/>
                        <a:pt x="600" y="9"/>
                      </a:cubicBezTo>
                      <a:cubicBezTo>
                        <a:pt x="405" y="195"/>
                        <a:pt x="200" y="385"/>
                        <a:pt x="29" y="595"/>
                      </a:cubicBezTo>
                      <a:cubicBezTo>
                        <a:pt x="1" y="631"/>
                        <a:pt x="32" y="675"/>
                        <a:pt x="66" y="675"/>
                      </a:cubicBezTo>
                      <a:cubicBezTo>
                        <a:pt x="77" y="675"/>
                        <a:pt x="89" y="670"/>
                        <a:pt x="98" y="660"/>
                      </a:cubicBezTo>
                      <a:cubicBezTo>
                        <a:pt x="284" y="457"/>
                        <a:pt x="455" y="245"/>
                        <a:pt x="644" y="47"/>
                      </a:cubicBezTo>
                      <a:cubicBezTo>
                        <a:pt x="663" y="26"/>
                        <a:pt x="644" y="1"/>
                        <a:pt x="62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4" name="Google Shape;1914;p44"/>
                <p:cNvSpPr/>
                <p:nvPr/>
              </p:nvSpPr>
              <p:spPr>
                <a:xfrm>
                  <a:off x="6471228" y="2096070"/>
                  <a:ext cx="69150" cy="70631"/>
                </a:xfrm>
                <a:custGeom>
                  <a:rect b="b" l="l" r="r" t="t"/>
                  <a:pathLst>
                    <a:path extrusionOk="0" h="763" w="747">
                      <a:moveTo>
                        <a:pt x="707" y="1"/>
                      </a:moveTo>
                      <a:cubicBezTo>
                        <a:pt x="701" y="1"/>
                        <a:pt x="694" y="3"/>
                        <a:pt x="688" y="9"/>
                      </a:cubicBezTo>
                      <a:cubicBezTo>
                        <a:pt x="565" y="128"/>
                        <a:pt x="442" y="247"/>
                        <a:pt x="319" y="366"/>
                      </a:cubicBezTo>
                      <a:cubicBezTo>
                        <a:pt x="217" y="466"/>
                        <a:pt x="83" y="561"/>
                        <a:pt x="19" y="691"/>
                      </a:cubicBezTo>
                      <a:cubicBezTo>
                        <a:pt x="1" y="730"/>
                        <a:pt x="33" y="763"/>
                        <a:pt x="66" y="763"/>
                      </a:cubicBezTo>
                      <a:cubicBezTo>
                        <a:pt x="82" y="763"/>
                        <a:pt x="98" y="755"/>
                        <a:pt x="108" y="736"/>
                      </a:cubicBezTo>
                      <a:cubicBezTo>
                        <a:pt x="179" y="601"/>
                        <a:pt x="308" y="493"/>
                        <a:pt x="413" y="382"/>
                      </a:cubicBezTo>
                      <a:cubicBezTo>
                        <a:pt x="517" y="270"/>
                        <a:pt x="623" y="157"/>
                        <a:pt x="729" y="47"/>
                      </a:cubicBezTo>
                      <a:cubicBezTo>
                        <a:pt x="747" y="26"/>
                        <a:pt x="728" y="1"/>
                        <a:pt x="70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5" name="Google Shape;1915;p44"/>
                <p:cNvSpPr/>
                <p:nvPr/>
              </p:nvSpPr>
              <p:spPr>
                <a:xfrm>
                  <a:off x="6494648" y="2099680"/>
                  <a:ext cx="58967" cy="62300"/>
                </a:xfrm>
                <a:custGeom>
                  <a:rect b="b" l="l" r="r" t="t"/>
                  <a:pathLst>
                    <a:path extrusionOk="0" h="673" w="637">
                      <a:moveTo>
                        <a:pt x="615" y="1"/>
                      </a:moveTo>
                      <a:cubicBezTo>
                        <a:pt x="611" y="1"/>
                        <a:pt x="607" y="2"/>
                        <a:pt x="604" y="6"/>
                      </a:cubicBezTo>
                      <a:cubicBezTo>
                        <a:pt x="416" y="206"/>
                        <a:pt x="226" y="406"/>
                        <a:pt x="30" y="600"/>
                      </a:cubicBezTo>
                      <a:cubicBezTo>
                        <a:pt x="0" y="630"/>
                        <a:pt x="33" y="673"/>
                        <a:pt x="66" y="673"/>
                      </a:cubicBezTo>
                      <a:cubicBezTo>
                        <a:pt x="76" y="673"/>
                        <a:pt x="87" y="668"/>
                        <a:pt x="95" y="658"/>
                      </a:cubicBezTo>
                      <a:cubicBezTo>
                        <a:pt x="268" y="443"/>
                        <a:pt x="445" y="233"/>
                        <a:pt x="627" y="26"/>
                      </a:cubicBezTo>
                      <a:cubicBezTo>
                        <a:pt x="636" y="15"/>
                        <a:pt x="626" y="1"/>
                        <a:pt x="61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6" name="Google Shape;1916;p44"/>
                <p:cNvSpPr/>
                <p:nvPr/>
              </p:nvSpPr>
              <p:spPr>
                <a:xfrm>
                  <a:off x="6510755" y="2094774"/>
                  <a:ext cx="64984" cy="69428"/>
                </a:xfrm>
                <a:custGeom>
                  <a:rect b="b" l="l" r="r" t="t"/>
                  <a:pathLst>
                    <a:path extrusionOk="0" h="750" w="702">
                      <a:moveTo>
                        <a:pt x="677" y="0"/>
                      </a:moveTo>
                      <a:cubicBezTo>
                        <a:pt x="673" y="0"/>
                        <a:pt x="668" y="2"/>
                        <a:pt x="665" y="6"/>
                      </a:cubicBezTo>
                      <a:cubicBezTo>
                        <a:pt x="484" y="257"/>
                        <a:pt x="236" y="448"/>
                        <a:pt x="23" y="669"/>
                      </a:cubicBezTo>
                      <a:cubicBezTo>
                        <a:pt x="0" y="690"/>
                        <a:pt x="13" y="721"/>
                        <a:pt x="36" y="738"/>
                      </a:cubicBezTo>
                      <a:lnTo>
                        <a:pt x="44" y="744"/>
                      </a:lnTo>
                      <a:cubicBezTo>
                        <a:pt x="50" y="748"/>
                        <a:pt x="57" y="750"/>
                        <a:pt x="64" y="750"/>
                      </a:cubicBezTo>
                      <a:cubicBezTo>
                        <a:pt x="73" y="750"/>
                        <a:pt x="83" y="747"/>
                        <a:pt x="90" y="742"/>
                      </a:cubicBezTo>
                      <a:cubicBezTo>
                        <a:pt x="92" y="740"/>
                        <a:pt x="96" y="738"/>
                        <a:pt x="100" y="736"/>
                      </a:cubicBezTo>
                      <a:cubicBezTo>
                        <a:pt x="115" y="725"/>
                        <a:pt x="119" y="707"/>
                        <a:pt x="117" y="692"/>
                      </a:cubicBezTo>
                      <a:cubicBezTo>
                        <a:pt x="294" y="459"/>
                        <a:pt x="525" y="269"/>
                        <a:pt x="694" y="27"/>
                      </a:cubicBezTo>
                      <a:cubicBezTo>
                        <a:pt x="702" y="15"/>
                        <a:pt x="689" y="0"/>
                        <a:pt x="67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7" name="Google Shape;1917;p44"/>
                <p:cNvSpPr/>
                <p:nvPr/>
              </p:nvSpPr>
              <p:spPr>
                <a:xfrm>
                  <a:off x="6533805" y="2096810"/>
                  <a:ext cx="58875" cy="66465"/>
                </a:xfrm>
                <a:custGeom>
                  <a:rect b="b" l="l" r="r" t="t"/>
                  <a:pathLst>
                    <a:path extrusionOk="0" h="718" w="636">
                      <a:moveTo>
                        <a:pt x="595" y="0"/>
                      </a:moveTo>
                      <a:cubicBezTo>
                        <a:pt x="588" y="0"/>
                        <a:pt x="581" y="3"/>
                        <a:pt x="575" y="9"/>
                      </a:cubicBezTo>
                      <a:cubicBezTo>
                        <a:pt x="389" y="216"/>
                        <a:pt x="197" y="420"/>
                        <a:pt x="28" y="639"/>
                      </a:cubicBezTo>
                      <a:cubicBezTo>
                        <a:pt x="0" y="673"/>
                        <a:pt x="31" y="717"/>
                        <a:pt x="65" y="717"/>
                      </a:cubicBezTo>
                      <a:cubicBezTo>
                        <a:pt x="76" y="717"/>
                        <a:pt x="87" y="713"/>
                        <a:pt x="97" y="701"/>
                      </a:cubicBezTo>
                      <a:cubicBezTo>
                        <a:pt x="276" y="489"/>
                        <a:pt x="441" y="264"/>
                        <a:pt x="618" y="49"/>
                      </a:cubicBezTo>
                      <a:cubicBezTo>
                        <a:pt x="636" y="27"/>
                        <a:pt x="616" y="0"/>
                        <a:pt x="59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8" name="Google Shape;1918;p44"/>
                <p:cNvSpPr/>
                <p:nvPr/>
              </p:nvSpPr>
              <p:spPr>
                <a:xfrm>
                  <a:off x="6555836" y="2093293"/>
                  <a:ext cx="54246" cy="56838"/>
                </a:xfrm>
                <a:custGeom>
                  <a:rect b="b" l="l" r="r" t="t"/>
                  <a:pathLst>
                    <a:path extrusionOk="0" h="614" w="586">
                      <a:moveTo>
                        <a:pt x="545" y="1"/>
                      </a:moveTo>
                      <a:cubicBezTo>
                        <a:pt x="538" y="1"/>
                        <a:pt x="531" y="3"/>
                        <a:pt x="524" y="10"/>
                      </a:cubicBezTo>
                      <a:cubicBezTo>
                        <a:pt x="359" y="185"/>
                        <a:pt x="195" y="362"/>
                        <a:pt x="30" y="537"/>
                      </a:cubicBezTo>
                      <a:cubicBezTo>
                        <a:pt x="0" y="570"/>
                        <a:pt x="32" y="614"/>
                        <a:pt x="65" y="614"/>
                      </a:cubicBezTo>
                      <a:cubicBezTo>
                        <a:pt x="76" y="614"/>
                        <a:pt x="88" y="609"/>
                        <a:pt x="97" y="598"/>
                      </a:cubicBezTo>
                      <a:cubicBezTo>
                        <a:pt x="253" y="414"/>
                        <a:pt x="409" y="231"/>
                        <a:pt x="568" y="47"/>
                      </a:cubicBezTo>
                      <a:cubicBezTo>
                        <a:pt x="585" y="27"/>
                        <a:pt x="567" y="1"/>
                        <a:pt x="54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9" name="Google Shape;1919;p44"/>
                <p:cNvSpPr/>
                <p:nvPr/>
              </p:nvSpPr>
              <p:spPr>
                <a:xfrm>
                  <a:off x="6568795" y="2097736"/>
                  <a:ext cx="53691" cy="54987"/>
                </a:xfrm>
                <a:custGeom>
                  <a:rect b="b" l="l" r="r" t="t"/>
                  <a:pathLst>
                    <a:path extrusionOk="0" h="594" w="580">
                      <a:moveTo>
                        <a:pt x="544" y="1"/>
                      </a:moveTo>
                      <a:cubicBezTo>
                        <a:pt x="537" y="1"/>
                        <a:pt x="531" y="3"/>
                        <a:pt x="526" y="8"/>
                      </a:cubicBezTo>
                      <a:cubicBezTo>
                        <a:pt x="507" y="22"/>
                        <a:pt x="488" y="39"/>
                        <a:pt x="472" y="58"/>
                      </a:cubicBezTo>
                      <a:cubicBezTo>
                        <a:pt x="470" y="60"/>
                        <a:pt x="470" y="64"/>
                        <a:pt x="470" y="66"/>
                      </a:cubicBezTo>
                      <a:cubicBezTo>
                        <a:pt x="326" y="218"/>
                        <a:pt x="188" y="375"/>
                        <a:pt x="34" y="518"/>
                      </a:cubicBezTo>
                      <a:cubicBezTo>
                        <a:pt x="1" y="549"/>
                        <a:pt x="33" y="593"/>
                        <a:pt x="68" y="593"/>
                      </a:cubicBezTo>
                      <a:cubicBezTo>
                        <a:pt x="79" y="593"/>
                        <a:pt x="91" y="589"/>
                        <a:pt x="101" y="579"/>
                      </a:cubicBezTo>
                      <a:cubicBezTo>
                        <a:pt x="267" y="412"/>
                        <a:pt x="436" y="233"/>
                        <a:pt x="565" y="35"/>
                      </a:cubicBezTo>
                      <a:cubicBezTo>
                        <a:pt x="579" y="17"/>
                        <a:pt x="562" y="1"/>
                        <a:pt x="54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0" name="Google Shape;1920;p44"/>
                <p:cNvSpPr/>
                <p:nvPr/>
              </p:nvSpPr>
              <p:spPr>
                <a:xfrm>
                  <a:off x="6592400" y="2094774"/>
                  <a:ext cx="46007" cy="58227"/>
                </a:xfrm>
                <a:custGeom>
                  <a:rect b="b" l="l" r="r" t="t"/>
                  <a:pathLst>
                    <a:path extrusionOk="0" h="629" w="497">
                      <a:moveTo>
                        <a:pt x="470" y="0"/>
                      </a:moveTo>
                      <a:cubicBezTo>
                        <a:pt x="465" y="0"/>
                        <a:pt x="460" y="2"/>
                        <a:pt x="456" y="6"/>
                      </a:cubicBezTo>
                      <a:cubicBezTo>
                        <a:pt x="369" y="113"/>
                        <a:pt x="281" y="217"/>
                        <a:pt x="194" y="323"/>
                      </a:cubicBezTo>
                      <a:cubicBezTo>
                        <a:pt x="152" y="375"/>
                        <a:pt x="112" y="425"/>
                        <a:pt x="71" y="475"/>
                      </a:cubicBezTo>
                      <a:cubicBezTo>
                        <a:pt x="46" y="505"/>
                        <a:pt x="6" y="536"/>
                        <a:pt x="2" y="575"/>
                      </a:cubicBezTo>
                      <a:cubicBezTo>
                        <a:pt x="0" y="600"/>
                        <a:pt x="18" y="629"/>
                        <a:pt x="43" y="629"/>
                      </a:cubicBezTo>
                      <a:cubicBezTo>
                        <a:pt x="48" y="629"/>
                        <a:pt x="53" y="628"/>
                        <a:pt x="58" y="625"/>
                      </a:cubicBezTo>
                      <a:cubicBezTo>
                        <a:pt x="60" y="625"/>
                        <a:pt x="62" y="625"/>
                        <a:pt x="64" y="623"/>
                      </a:cubicBezTo>
                      <a:cubicBezTo>
                        <a:pt x="79" y="617"/>
                        <a:pt x="94" y="600"/>
                        <a:pt x="94" y="582"/>
                      </a:cubicBezTo>
                      <a:cubicBezTo>
                        <a:pt x="117" y="530"/>
                        <a:pt x="177" y="469"/>
                        <a:pt x="208" y="423"/>
                      </a:cubicBezTo>
                      <a:lnTo>
                        <a:pt x="308" y="282"/>
                      </a:lnTo>
                      <a:cubicBezTo>
                        <a:pt x="369" y="198"/>
                        <a:pt x="429" y="113"/>
                        <a:pt x="488" y="27"/>
                      </a:cubicBezTo>
                      <a:cubicBezTo>
                        <a:pt x="497" y="15"/>
                        <a:pt x="483" y="0"/>
                        <a:pt x="47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1" name="Google Shape;1921;p44"/>
                <p:cNvSpPr/>
                <p:nvPr/>
              </p:nvSpPr>
              <p:spPr>
                <a:xfrm>
                  <a:off x="6607952" y="2093848"/>
                  <a:ext cx="47026" cy="51654"/>
                </a:xfrm>
                <a:custGeom>
                  <a:rect b="b" l="l" r="r" t="t"/>
                  <a:pathLst>
                    <a:path extrusionOk="0" h="558" w="508">
                      <a:moveTo>
                        <a:pt x="481" y="0"/>
                      </a:moveTo>
                      <a:cubicBezTo>
                        <a:pt x="476" y="0"/>
                        <a:pt x="472" y="2"/>
                        <a:pt x="468" y="6"/>
                      </a:cubicBezTo>
                      <a:cubicBezTo>
                        <a:pt x="317" y="164"/>
                        <a:pt x="169" y="327"/>
                        <a:pt x="26" y="492"/>
                      </a:cubicBezTo>
                      <a:cubicBezTo>
                        <a:pt x="1" y="520"/>
                        <a:pt x="30" y="558"/>
                        <a:pt x="58" y="558"/>
                      </a:cubicBezTo>
                      <a:cubicBezTo>
                        <a:pt x="68" y="558"/>
                        <a:pt x="77" y="554"/>
                        <a:pt x="84" y="544"/>
                      </a:cubicBezTo>
                      <a:cubicBezTo>
                        <a:pt x="215" y="367"/>
                        <a:pt x="351" y="196"/>
                        <a:pt x="497" y="31"/>
                      </a:cubicBezTo>
                      <a:cubicBezTo>
                        <a:pt x="508" y="17"/>
                        <a:pt x="495" y="0"/>
                        <a:pt x="48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2" name="Google Shape;1922;p44"/>
                <p:cNvSpPr/>
                <p:nvPr/>
              </p:nvSpPr>
              <p:spPr>
                <a:xfrm>
                  <a:off x="6614524" y="2093663"/>
                  <a:ext cx="56190" cy="61374"/>
                </a:xfrm>
                <a:custGeom>
                  <a:rect b="b" l="l" r="r" t="t"/>
                  <a:pathLst>
                    <a:path extrusionOk="0" h="663" w="607">
                      <a:moveTo>
                        <a:pt x="573" y="1"/>
                      </a:moveTo>
                      <a:cubicBezTo>
                        <a:pt x="568" y="1"/>
                        <a:pt x="562" y="3"/>
                        <a:pt x="557" y="8"/>
                      </a:cubicBezTo>
                      <a:cubicBezTo>
                        <a:pt x="374" y="194"/>
                        <a:pt x="194" y="385"/>
                        <a:pt x="30" y="590"/>
                      </a:cubicBezTo>
                      <a:cubicBezTo>
                        <a:pt x="0" y="625"/>
                        <a:pt x="30" y="663"/>
                        <a:pt x="63" y="663"/>
                      </a:cubicBezTo>
                      <a:cubicBezTo>
                        <a:pt x="77" y="663"/>
                        <a:pt x="92" y="656"/>
                        <a:pt x="103" y="640"/>
                      </a:cubicBezTo>
                      <a:cubicBezTo>
                        <a:pt x="253" y="427"/>
                        <a:pt x="413" y="227"/>
                        <a:pt x="590" y="37"/>
                      </a:cubicBezTo>
                      <a:cubicBezTo>
                        <a:pt x="606" y="21"/>
                        <a:pt x="591" y="1"/>
                        <a:pt x="57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3" name="Google Shape;1923;p44"/>
                <p:cNvSpPr/>
                <p:nvPr/>
              </p:nvSpPr>
              <p:spPr>
                <a:xfrm>
                  <a:off x="6636648" y="2081907"/>
                  <a:ext cx="56283" cy="60078"/>
                </a:xfrm>
                <a:custGeom>
                  <a:rect b="b" l="l" r="r" t="t"/>
                  <a:pathLst>
                    <a:path extrusionOk="0" h="649" w="608">
                      <a:moveTo>
                        <a:pt x="577" y="1"/>
                      </a:moveTo>
                      <a:cubicBezTo>
                        <a:pt x="572" y="1"/>
                        <a:pt x="566" y="3"/>
                        <a:pt x="562" y="8"/>
                      </a:cubicBezTo>
                      <a:cubicBezTo>
                        <a:pt x="391" y="200"/>
                        <a:pt x="216" y="387"/>
                        <a:pt x="32" y="571"/>
                      </a:cubicBezTo>
                      <a:cubicBezTo>
                        <a:pt x="1" y="602"/>
                        <a:pt x="35" y="649"/>
                        <a:pt x="70" y="649"/>
                      </a:cubicBezTo>
                      <a:cubicBezTo>
                        <a:pt x="81" y="649"/>
                        <a:pt x="92" y="644"/>
                        <a:pt x="101" y="633"/>
                      </a:cubicBezTo>
                      <a:cubicBezTo>
                        <a:pt x="270" y="437"/>
                        <a:pt x="435" y="239"/>
                        <a:pt x="593" y="37"/>
                      </a:cubicBezTo>
                      <a:cubicBezTo>
                        <a:pt x="607" y="21"/>
                        <a:pt x="593" y="1"/>
                        <a:pt x="57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4" name="Google Shape;1924;p44"/>
                <p:cNvSpPr/>
                <p:nvPr/>
              </p:nvSpPr>
              <p:spPr>
                <a:xfrm>
                  <a:off x="6654144" y="2081537"/>
                  <a:ext cx="56653" cy="59245"/>
                </a:xfrm>
                <a:custGeom>
                  <a:rect b="b" l="l" r="r" t="t"/>
                  <a:pathLst>
                    <a:path extrusionOk="0" h="640" w="612">
                      <a:moveTo>
                        <a:pt x="572" y="0"/>
                      </a:moveTo>
                      <a:cubicBezTo>
                        <a:pt x="565" y="0"/>
                        <a:pt x="558" y="3"/>
                        <a:pt x="552" y="10"/>
                      </a:cubicBezTo>
                      <a:cubicBezTo>
                        <a:pt x="379" y="193"/>
                        <a:pt x="198" y="372"/>
                        <a:pt x="31" y="560"/>
                      </a:cubicBezTo>
                      <a:cubicBezTo>
                        <a:pt x="1" y="595"/>
                        <a:pt x="34" y="639"/>
                        <a:pt x="68" y="639"/>
                      </a:cubicBezTo>
                      <a:cubicBezTo>
                        <a:pt x="79" y="639"/>
                        <a:pt x="90" y="635"/>
                        <a:pt x="100" y="625"/>
                      </a:cubicBezTo>
                      <a:cubicBezTo>
                        <a:pt x="271" y="437"/>
                        <a:pt x="429" y="239"/>
                        <a:pt x="594" y="47"/>
                      </a:cubicBezTo>
                      <a:cubicBezTo>
                        <a:pt x="611" y="27"/>
                        <a:pt x="593" y="0"/>
                        <a:pt x="5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5" name="Google Shape;1925;p44"/>
                <p:cNvSpPr/>
                <p:nvPr/>
              </p:nvSpPr>
              <p:spPr>
                <a:xfrm>
                  <a:off x="6674046" y="2073576"/>
                  <a:ext cx="52765" cy="62114"/>
                </a:xfrm>
                <a:custGeom>
                  <a:rect b="b" l="l" r="r" t="t"/>
                  <a:pathLst>
                    <a:path extrusionOk="0" h="671" w="570">
                      <a:moveTo>
                        <a:pt x="533" y="1"/>
                      </a:moveTo>
                      <a:cubicBezTo>
                        <a:pt x="527" y="1"/>
                        <a:pt x="520" y="4"/>
                        <a:pt x="514" y="10"/>
                      </a:cubicBezTo>
                      <a:cubicBezTo>
                        <a:pt x="352" y="204"/>
                        <a:pt x="181" y="394"/>
                        <a:pt x="27" y="592"/>
                      </a:cubicBezTo>
                      <a:cubicBezTo>
                        <a:pt x="0" y="628"/>
                        <a:pt x="31" y="671"/>
                        <a:pt x="64" y="671"/>
                      </a:cubicBezTo>
                      <a:cubicBezTo>
                        <a:pt x="75" y="671"/>
                        <a:pt x="86" y="666"/>
                        <a:pt x="95" y="654"/>
                      </a:cubicBezTo>
                      <a:cubicBezTo>
                        <a:pt x="256" y="458"/>
                        <a:pt x="402" y="250"/>
                        <a:pt x="554" y="48"/>
                      </a:cubicBezTo>
                      <a:cubicBezTo>
                        <a:pt x="569" y="26"/>
                        <a:pt x="552" y="1"/>
                        <a:pt x="53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6" name="Google Shape;1926;p44"/>
                <p:cNvSpPr/>
                <p:nvPr/>
              </p:nvSpPr>
              <p:spPr>
                <a:xfrm>
                  <a:off x="6691819" y="2073853"/>
                  <a:ext cx="54616" cy="55449"/>
                </a:xfrm>
                <a:custGeom>
                  <a:rect b="b" l="l" r="r" t="t"/>
                  <a:pathLst>
                    <a:path extrusionOk="0" h="599" w="590">
                      <a:moveTo>
                        <a:pt x="553" y="1"/>
                      </a:moveTo>
                      <a:cubicBezTo>
                        <a:pt x="547" y="1"/>
                        <a:pt x="540" y="3"/>
                        <a:pt x="535" y="9"/>
                      </a:cubicBezTo>
                      <a:cubicBezTo>
                        <a:pt x="368" y="180"/>
                        <a:pt x="203" y="353"/>
                        <a:pt x="33" y="522"/>
                      </a:cubicBezTo>
                      <a:cubicBezTo>
                        <a:pt x="1" y="552"/>
                        <a:pt x="35" y="598"/>
                        <a:pt x="69" y="598"/>
                      </a:cubicBezTo>
                      <a:cubicBezTo>
                        <a:pt x="80" y="598"/>
                        <a:pt x="91" y="594"/>
                        <a:pt x="99" y="583"/>
                      </a:cubicBezTo>
                      <a:cubicBezTo>
                        <a:pt x="251" y="397"/>
                        <a:pt x="412" y="220"/>
                        <a:pt x="572" y="45"/>
                      </a:cubicBezTo>
                      <a:cubicBezTo>
                        <a:pt x="590" y="26"/>
                        <a:pt x="572" y="1"/>
                        <a:pt x="55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7" name="Google Shape;1927;p44"/>
                <p:cNvSpPr/>
                <p:nvPr/>
              </p:nvSpPr>
              <p:spPr>
                <a:xfrm>
                  <a:off x="6706537" y="2070706"/>
                  <a:ext cx="54431" cy="55079"/>
                </a:xfrm>
                <a:custGeom>
                  <a:rect b="b" l="l" r="r" t="t"/>
                  <a:pathLst>
                    <a:path extrusionOk="0" h="595" w="588">
                      <a:moveTo>
                        <a:pt x="555" y="1"/>
                      </a:moveTo>
                      <a:cubicBezTo>
                        <a:pt x="549" y="1"/>
                        <a:pt x="543" y="3"/>
                        <a:pt x="538" y="8"/>
                      </a:cubicBezTo>
                      <a:cubicBezTo>
                        <a:pt x="372" y="179"/>
                        <a:pt x="205" y="352"/>
                        <a:pt x="32" y="519"/>
                      </a:cubicBezTo>
                      <a:cubicBezTo>
                        <a:pt x="0" y="549"/>
                        <a:pt x="35" y="595"/>
                        <a:pt x="70" y="595"/>
                      </a:cubicBezTo>
                      <a:cubicBezTo>
                        <a:pt x="81" y="595"/>
                        <a:pt x="92" y="590"/>
                        <a:pt x="101" y="579"/>
                      </a:cubicBezTo>
                      <a:cubicBezTo>
                        <a:pt x="253" y="396"/>
                        <a:pt x="413" y="219"/>
                        <a:pt x="572" y="39"/>
                      </a:cubicBezTo>
                      <a:cubicBezTo>
                        <a:pt x="588" y="22"/>
                        <a:pt x="572" y="1"/>
                        <a:pt x="55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8" name="Google Shape;1928;p44"/>
                <p:cNvSpPr/>
                <p:nvPr/>
              </p:nvSpPr>
              <p:spPr>
                <a:xfrm>
                  <a:off x="6724958" y="2067651"/>
                  <a:ext cx="53320" cy="53505"/>
                </a:xfrm>
                <a:custGeom>
                  <a:rect b="b" l="l" r="r" t="t"/>
                  <a:pathLst>
                    <a:path extrusionOk="0" h="578" w="576">
                      <a:moveTo>
                        <a:pt x="534" y="0"/>
                      </a:moveTo>
                      <a:cubicBezTo>
                        <a:pt x="527" y="0"/>
                        <a:pt x="521" y="2"/>
                        <a:pt x="514" y="8"/>
                      </a:cubicBezTo>
                      <a:cubicBezTo>
                        <a:pt x="348" y="164"/>
                        <a:pt x="189" y="329"/>
                        <a:pt x="33" y="493"/>
                      </a:cubicBezTo>
                      <a:cubicBezTo>
                        <a:pt x="0" y="529"/>
                        <a:pt x="36" y="577"/>
                        <a:pt x="72" y="577"/>
                      </a:cubicBezTo>
                      <a:cubicBezTo>
                        <a:pt x="84" y="577"/>
                        <a:pt x="96" y="572"/>
                        <a:pt x="106" y="560"/>
                      </a:cubicBezTo>
                      <a:cubicBezTo>
                        <a:pt x="246" y="381"/>
                        <a:pt x="400" y="212"/>
                        <a:pt x="556" y="45"/>
                      </a:cubicBezTo>
                      <a:cubicBezTo>
                        <a:pt x="576" y="26"/>
                        <a:pt x="556" y="0"/>
                        <a:pt x="5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9" name="Google Shape;1929;p44"/>
                <p:cNvSpPr/>
                <p:nvPr/>
              </p:nvSpPr>
              <p:spPr>
                <a:xfrm>
                  <a:off x="6740695" y="2068855"/>
                  <a:ext cx="48784" cy="56005"/>
                </a:xfrm>
                <a:custGeom>
                  <a:rect b="b" l="l" r="r" t="t"/>
                  <a:pathLst>
                    <a:path extrusionOk="0" h="605" w="527">
                      <a:moveTo>
                        <a:pt x="489" y="1"/>
                      </a:moveTo>
                      <a:cubicBezTo>
                        <a:pt x="482" y="1"/>
                        <a:pt x="475" y="4"/>
                        <a:pt x="470" y="11"/>
                      </a:cubicBezTo>
                      <a:cubicBezTo>
                        <a:pt x="305" y="159"/>
                        <a:pt x="155" y="349"/>
                        <a:pt x="26" y="528"/>
                      </a:cubicBezTo>
                      <a:cubicBezTo>
                        <a:pt x="1" y="563"/>
                        <a:pt x="29" y="605"/>
                        <a:pt x="60" y="605"/>
                      </a:cubicBezTo>
                      <a:cubicBezTo>
                        <a:pt x="71" y="605"/>
                        <a:pt x="81" y="600"/>
                        <a:pt x="90" y="589"/>
                      </a:cubicBezTo>
                      <a:cubicBezTo>
                        <a:pt x="230" y="409"/>
                        <a:pt x="382" y="234"/>
                        <a:pt x="511" y="49"/>
                      </a:cubicBezTo>
                      <a:cubicBezTo>
                        <a:pt x="527" y="27"/>
                        <a:pt x="509" y="1"/>
                        <a:pt x="48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0" name="Google Shape;1930;p44"/>
                <p:cNvSpPr/>
                <p:nvPr/>
              </p:nvSpPr>
              <p:spPr>
                <a:xfrm>
                  <a:off x="6765411" y="2070613"/>
                  <a:ext cx="41564" cy="49062"/>
                </a:xfrm>
                <a:custGeom>
                  <a:rect b="b" l="l" r="r" t="t"/>
                  <a:pathLst>
                    <a:path extrusionOk="0" h="530" w="449">
                      <a:moveTo>
                        <a:pt x="417" y="1"/>
                      </a:moveTo>
                      <a:cubicBezTo>
                        <a:pt x="412" y="1"/>
                        <a:pt x="406" y="2"/>
                        <a:pt x="401" y="7"/>
                      </a:cubicBezTo>
                      <a:lnTo>
                        <a:pt x="376" y="28"/>
                      </a:lnTo>
                      <a:cubicBezTo>
                        <a:pt x="373" y="32"/>
                        <a:pt x="371" y="34"/>
                        <a:pt x="371" y="38"/>
                      </a:cubicBezTo>
                      <a:cubicBezTo>
                        <a:pt x="250" y="169"/>
                        <a:pt x="142" y="315"/>
                        <a:pt x="27" y="453"/>
                      </a:cubicBezTo>
                      <a:cubicBezTo>
                        <a:pt x="1" y="487"/>
                        <a:pt x="33" y="530"/>
                        <a:pt x="64" y="530"/>
                      </a:cubicBezTo>
                      <a:cubicBezTo>
                        <a:pt x="75" y="530"/>
                        <a:pt x="86" y="525"/>
                        <a:pt x="94" y="513"/>
                      </a:cubicBezTo>
                      <a:cubicBezTo>
                        <a:pt x="209" y="355"/>
                        <a:pt x="334" y="199"/>
                        <a:pt x="438" y="32"/>
                      </a:cubicBezTo>
                      <a:cubicBezTo>
                        <a:pt x="449" y="15"/>
                        <a:pt x="434" y="1"/>
                        <a:pt x="41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1" name="Google Shape;1931;p44"/>
                <p:cNvSpPr/>
                <p:nvPr/>
              </p:nvSpPr>
              <p:spPr>
                <a:xfrm>
                  <a:off x="6784387" y="2069225"/>
                  <a:ext cx="44248" cy="45544"/>
                </a:xfrm>
                <a:custGeom>
                  <a:rect b="b" l="l" r="r" t="t"/>
                  <a:pathLst>
                    <a:path extrusionOk="0" h="492" w="478">
                      <a:moveTo>
                        <a:pt x="441" y="0"/>
                      </a:moveTo>
                      <a:cubicBezTo>
                        <a:pt x="435" y="0"/>
                        <a:pt x="430" y="3"/>
                        <a:pt x="425" y="7"/>
                      </a:cubicBezTo>
                      <a:cubicBezTo>
                        <a:pt x="291" y="143"/>
                        <a:pt x="162" y="282"/>
                        <a:pt x="31" y="420"/>
                      </a:cubicBezTo>
                      <a:cubicBezTo>
                        <a:pt x="1" y="451"/>
                        <a:pt x="32" y="491"/>
                        <a:pt x="66" y="491"/>
                      </a:cubicBezTo>
                      <a:cubicBezTo>
                        <a:pt x="80" y="491"/>
                        <a:pt x="93" y="485"/>
                        <a:pt x="104" y="470"/>
                      </a:cubicBezTo>
                      <a:cubicBezTo>
                        <a:pt x="208" y="318"/>
                        <a:pt x="331" y="174"/>
                        <a:pt x="460" y="41"/>
                      </a:cubicBezTo>
                      <a:cubicBezTo>
                        <a:pt x="478" y="23"/>
                        <a:pt x="460" y="0"/>
                        <a:pt x="44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2" name="Google Shape;1932;p44"/>
                <p:cNvSpPr/>
                <p:nvPr/>
              </p:nvSpPr>
              <p:spPr>
                <a:xfrm>
                  <a:off x="6803642" y="2057839"/>
                  <a:ext cx="44619" cy="51099"/>
                </a:xfrm>
                <a:custGeom>
                  <a:rect b="b" l="l" r="r" t="t"/>
                  <a:pathLst>
                    <a:path extrusionOk="0" h="552" w="482">
                      <a:moveTo>
                        <a:pt x="456" y="1"/>
                      </a:moveTo>
                      <a:cubicBezTo>
                        <a:pt x="451" y="1"/>
                        <a:pt x="446" y="3"/>
                        <a:pt x="442" y="7"/>
                      </a:cubicBezTo>
                      <a:cubicBezTo>
                        <a:pt x="304" y="166"/>
                        <a:pt x="165" y="322"/>
                        <a:pt x="27" y="480"/>
                      </a:cubicBezTo>
                      <a:cubicBezTo>
                        <a:pt x="0" y="512"/>
                        <a:pt x="30" y="551"/>
                        <a:pt x="61" y="551"/>
                      </a:cubicBezTo>
                      <a:cubicBezTo>
                        <a:pt x="71" y="551"/>
                        <a:pt x="81" y="547"/>
                        <a:pt x="90" y="537"/>
                      </a:cubicBezTo>
                      <a:lnTo>
                        <a:pt x="471" y="32"/>
                      </a:lnTo>
                      <a:cubicBezTo>
                        <a:pt x="482" y="18"/>
                        <a:pt x="469" y="1"/>
                        <a:pt x="45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3" name="Google Shape;1933;p44"/>
                <p:cNvSpPr/>
                <p:nvPr/>
              </p:nvSpPr>
              <p:spPr>
                <a:xfrm>
                  <a:off x="6831597" y="2050989"/>
                  <a:ext cx="40361" cy="44896"/>
                </a:xfrm>
                <a:custGeom>
                  <a:rect b="b" l="l" r="r" t="t"/>
                  <a:pathLst>
                    <a:path extrusionOk="0" h="485" w="436">
                      <a:moveTo>
                        <a:pt x="399" y="1"/>
                      </a:moveTo>
                      <a:cubicBezTo>
                        <a:pt x="393" y="1"/>
                        <a:pt x="387" y="3"/>
                        <a:pt x="382" y="8"/>
                      </a:cubicBezTo>
                      <a:cubicBezTo>
                        <a:pt x="261" y="142"/>
                        <a:pt x="142" y="277"/>
                        <a:pt x="25" y="415"/>
                      </a:cubicBezTo>
                      <a:cubicBezTo>
                        <a:pt x="0" y="446"/>
                        <a:pt x="29" y="484"/>
                        <a:pt x="58" y="484"/>
                      </a:cubicBezTo>
                      <a:cubicBezTo>
                        <a:pt x="68" y="484"/>
                        <a:pt x="78" y="480"/>
                        <a:pt x="86" y="469"/>
                      </a:cubicBezTo>
                      <a:cubicBezTo>
                        <a:pt x="192" y="323"/>
                        <a:pt x="305" y="181"/>
                        <a:pt x="419" y="42"/>
                      </a:cubicBezTo>
                      <a:cubicBezTo>
                        <a:pt x="435" y="24"/>
                        <a:pt x="418" y="1"/>
                        <a:pt x="39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4" name="Google Shape;1934;p44"/>
                <p:cNvSpPr/>
                <p:nvPr/>
              </p:nvSpPr>
              <p:spPr>
                <a:xfrm>
                  <a:off x="6847519" y="2040991"/>
                  <a:ext cx="43415" cy="48322"/>
                </a:xfrm>
                <a:custGeom>
                  <a:rect b="b" l="l" r="r" t="t"/>
                  <a:pathLst>
                    <a:path extrusionOk="0" h="522" w="469">
                      <a:moveTo>
                        <a:pt x="444" y="0"/>
                      </a:moveTo>
                      <a:cubicBezTo>
                        <a:pt x="439" y="0"/>
                        <a:pt x="435" y="2"/>
                        <a:pt x="431" y="6"/>
                      </a:cubicBezTo>
                      <a:cubicBezTo>
                        <a:pt x="297" y="154"/>
                        <a:pt x="168" y="304"/>
                        <a:pt x="30" y="448"/>
                      </a:cubicBezTo>
                      <a:cubicBezTo>
                        <a:pt x="1" y="479"/>
                        <a:pt x="34" y="521"/>
                        <a:pt x="66" y="521"/>
                      </a:cubicBezTo>
                      <a:cubicBezTo>
                        <a:pt x="76" y="521"/>
                        <a:pt x="87" y="517"/>
                        <a:pt x="95" y="506"/>
                      </a:cubicBezTo>
                      <a:cubicBezTo>
                        <a:pt x="212" y="344"/>
                        <a:pt x="337" y="189"/>
                        <a:pt x="458" y="31"/>
                      </a:cubicBezTo>
                      <a:cubicBezTo>
                        <a:pt x="469" y="17"/>
                        <a:pt x="457" y="0"/>
                        <a:pt x="44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5" name="Google Shape;1935;p44"/>
                <p:cNvSpPr/>
                <p:nvPr/>
              </p:nvSpPr>
              <p:spPr>
                <a:xfrm>
                  <a:off x="6877326" y="2036641"/>
                  <a:ext cx="39527" cy="40546"/>
                </a:xfrm>
                <a:custGeom>
                  <a:rect b="b" l="l" r="r" t="t"/>
                  <a:pathLst>
                    <a:path extrusionOk="0" h="438" w="427">
                      <a:moveTo>
                        <a:pt x="378" y="0"/>
                      </a:moveTo>
                      <a:cubicBezTo>
                        <a:pt x="372" y="0"/>
                        <a:pt x="366" y="2"/>
                        <a:pt x="361" y="7"/>
                      </a:cubicBezTo>
                      <a:cubicBezTo>
                        <a:pt x="238" y="111"/>
                        <a:pt x="125" y="226"/>
                        <a:pt x="29" y="357"/>
                      </a:cubicBezTo>
                      <a:cubicBezTo>
                        <a:pt x="0" y="397"/>
                        <a:pt x="32" y="437"/>
                        <a:pt x="67" y="437"/>
                      </a:cubicBezTo>
                      <a:cubicBezTo>
                        <a:pt x="82" y="437"/>
                        <a:pt x="97" y="430"/>
                        <a:pt x="109" y="411"/>
                      </a:cubicBezTo>
                      <a:cubicBezTo>
                        <a:pt x="190" y="280"/>
                        <a:pt x="288" y="159"/>
                        <a:pt x="405" y="57"/>
                      </a:cubicBezTo>
                      <a:cubicBezTo>
                        <a:pt x="426" y="37"/>
                        <a:pt x="403" y="0"/>
                        <a:pt x="37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6" name="Google Shape;1936;p44"/>
                <p:cNvSpPr/>
                <p:nvPr/>
              </p:nvSpPr>
              <p:spPr>
                <a:xfrm>
                  <a:off x="6904171" y="2028957"/>
                  <a:ext cx="37398" cy="37213"/>
                </a:xfrm>
                <a:custGeom>
                  <a:rect b="b" l="l" r="r" t="t"/>
                  <a:pathLst>
                    <a:path extrusionOk="0" h="402" w="404">
                      <a:moveTo>
                        <a:pt x="363" y="0"/>
                      </a:moveTo>
                      <a:cubicBezTo>
                        <a:pt x="356" y="0"/>
                        <a:pt x="348" y="3"/>
                        <a:pt x="342" y="9"/>
                      </a:cubicBezTo>
                      <a:cubicBezTo>
                        <a:pt x="229" y="107"/>
                        <a:pt x="125" y="213"/>
                        <a:pt x="27" y="326"/>
                      </a:cubicBezTo>
                      <a:cubicBezTo>
                        <a:pt x="0" y="359"/>
                        <a:pt x="32" y="401"/>
                        <a:pt x="63" y="401"/>
                      </a:cubicBezTo>
                      <a:cubicBezTo>
                        <a:pt x="73" y="401"/>
                        <a:pt x="83" y="397"/>
                        <a:pt x="92" y="386"/>
                      </a:cubicBezTo>
                      <a:cubicBezTo>
                        <a:pt x="181" y="265"/>
                        <a:pt x="277" y="153"/>
                        <a:pt x="383" y="46"/>
                      </a:cubicBezTo>
                      <a:cubicBezTo>
                        <a:pt x="404" y="26"/>
                        <a:pt x="385" y="0"/>
                        <a:pt x="36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7" name="Google Shape;1937;p44"/>
                <p:cNvSpPr/>
                <p:nvPr/>
              </p:nvSpPr>
              <p:spPr>
                <a:xfrm>
                  <a:off x="6926017" y="2031734"/>
                  <a:ext cx="26660" cy="23698"/>
                </a:xfrm>
                <a:custGeom>
                  <a:rect b="b" l="l" r="r" t="t"/>
                  <a:pathLst>
                    <a:path extrusionOk="0" h="256" w="288">
                      <a:moveTo>
                        <a:pt x="260" y="0"/>
                      </a:moveTo>
                      <a:cubicBezTo>
                        <a:pt x="256" y="0"/>
                        <a:pt x="251" y="2"/>
                        <a:pt x="247" y="6"/>
                      </a:cubicBezTo>
                      <a:cubicBezTo>
                        <a:pt x="177" y="71"/>
                        <a:pt x="108" y="133"/>
                        <a:pt x="31" y="191"/>
                      </a:cubicBezTo>
                      <a:cubicBezTo>
                        <a:pt x="0" y="216"/>
                        <a:pt x="24" y="256"/>
                        <a:pt x="51" y="256"/>
                      </a:cubicBezTo>
                      <a:cubicBezTo>
                        <a:pt x="59" y="256"/>
                        <a:pt x="67" y="252"/>
                        <a:pt x="74" y="244"/>
                      </a:cubicBezTo>
                      <a:cubicBezTo>
                        <a:pt x="137" y="168"/>
                        <a:pt x="206" y="100"/>
                        <a:pt x="275" y="31"/>
                      </a:cubicBezTo>
                      <a:cubicBezTo>
                        <a:pt x="287" y="18"/>
                        <a:pt x="274" y="0"/>
                        <a:pt x="26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8" name="Google Shape;1938;p44"/>
                <p:cNvSpPr/>
                <p:nvPr/>
              </p:nvSpPr>
              <p:spPr>
                <a:xfrm>
                  <a:off x="6945642" y="2025718"/>
                  <a:ext cx="25827" cy="21754"/>
                </a:xfrm>
                <a:custGeom>
                  <a:rect b="b" l="l" r="r" t="t"/>
                  <a:pathLst>
                    <a:path extrusionOk="0" h="235" w="279">
                      <a:moveTo>
                        <a:pt x="237" y="1"/>
                      </a:moveTo>
                      <a:cubicBezTo>
                        <a:pt x="233" y="1"/>
                        <a:pt x="228" y="2"/>
                        <a:pt x="223" y="4"/>
                      </a:cubicBezTo>
                      <a:cubicBezTo>
                        <a:pt x="148" y="48"/>
                        <a:pt x="81" y="104"/>
                        <a:pt x="25" y="171"/>
                      </a:cubicBezTo>
                      <a:cubicBezTo>
                        <a:pt x="0" y="202"/>
                        <a:pt x="25" y="235"/>
                        <a:pt x="53" y="235"/>
                      </a:cubicBezTo>
                      <a:cubicBezTo>
                        <a:pt x="65" y="235"/>
                        <a:pt x="78" y="229"/>
                        <a:pt x="88" y="215"/>
                      </a:cubicBezTo>
                      <a:cubicBezTo>
                        <a:pt x="133" y="150"/>
                        <a:pt x="190" y="96"/>
                        <a:pt x="254" y="52"/>
                      </a:cubicBezTo>
                      <a:cubicBezTo>
                        <a:pt x="279" y="35"/>
                        <a:pt x="262" y="1"/>
                        <a:pt x="23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9" name="Google Shape;1939;p44"/>
                <p:cNvSpPr/>
                <p:nvPr/>
              </p:nvSpPr>
              <p:spPr>
                <a:xfrm>
                  <a:off x="6966470" y="2023403"/>
                  <a:ext cx="22217" cy="20180"/>
                </a:xfrm>
                <a:custGeom>
                  <a:rect b="b" l="l" r="r" t="t"/>
                  <a:pathLst>
                    <a:path extrusionOk="0" h="218" w="240">
                      <a:moveTo>
                        <a:pt x="192" y="1"/>
                      </a:moveTo>
                      <a:cubicBezTo>
                        <a:pt x="185" y="1"/>
                        <a:pt x="176" y="4"/>
                        <a:pt x="169" y="10"/>
                      </a:cubicBezTo>
                      <a:cubicBezTo>
                        <a:pt x="125" y="56"/>
                        <a:pt x="79" y="102"/>
                        <a:pt x="33" y="144"/>
                      </a:cubicBezTo>
                      <a:cubicBezTo>
                        <a:pt x="0" y="172"/>
                        <a:pt x="36" y="218"/>
                        <a:pt x="69" y="218"/>
                      </a:cubicBezTo>
                      <a:cubicBezTo>
                        <a:pt x="80" y="218"/>
                        <a:pt x="90" y="213"/>
                        <a:pt x="98" y="202"/>
                      </a:cubicBezTo>
                      <a:cubicBezTo>
                        <a:pt x="136" y="152"/>
                        <a:pt x="177" y="104"/>
                        <a:pt x="219" y="56"/>
                      </a:cubicBezTo>
                      <a:cubicBezTo>
                        <a:pt x="240" y="31"/>
                        <a:pt x="218" y="1"/>
                        <a:pt x="19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40" name="Google Shape;1940;p44"/>
              <p:cNvGrpSpPr/>
              <p:nvPr/>
            </p:nvGrpSpPr>
            <p:grpSpPr>
              <a:xfrm>
                <a:off x="3388691" y="3824682"/>
                <a:ext cx="1535758" cy="1109430"/>
                <a:chOff x="3312477" y="3824758"/>
                <a:chExt cx="1535758" cy="1109430"/>
              </a:xfrm>
            </p:grpSpPr>
            <p:sp>
              <p:nvSpPr>
                <p:cNvPr id="1941" name="Google Shape;1941;p44"/>
                <p:cNvSpPr/>
                <p:nvPr/>
              </p:nvSpPr>
              <p:spPr>
                <a:xfrm flipH="1" rot="706238">
                  <a:off x="3383811" y="3957986"/>
                  <a:ext cx="1393090" cy="842974"/>
                </a:xfrm>
                <a:custGeom>
                  <a:rect b="b" l="l" r="r" t="t"/>
                  <a:pathLst>
                    <a:path extrusionOk="0" h="33718" w="55722">
                      <a:moveTo>
                        <a:pt x="3239" y="3334"/>
                      </a:moveTo>
                      <a:lnTo>
                        <a:pt x="0" y="25146"/>
                      </a:lnTo>
                      <a:lnTo>
                        <a:pt x="2858" y="24860"/>
                      </a:lnTo>
                      <a:lnTo>
                        <a:pt x="15431" y="24003"/>
                      </a:lnTo>
                      <a:lnTo>
                        <a:pt x="31623" y="24955"/>
                      </a:lnTo>
                      <a:lnTo>
                        <a:pt x="30957" y="30289"/>
                      </a:lnTo>
                      <a:lnTo>
                        <a:pt x="31147" y="33623"/>
                      </a:lnTo>
                      <a:lnTo>
                        <a:pt x="32100" y="33718"/>
                      </a:lnTo>
                      <a:lnTo>
                        <a:pt x="53531" y="23241"/>
                      </a:lnTo>
                      <a:lnTo>
                        <a:pt x="55722" y="18097"/>
                      </a:lnTo>
                      <a:lnTo>
                        <a:pt x="38100" y="2381"/>
                      </a:lnTo>
                      <a:lnTo>
                        <a:pt x="33624" y="4096"/>
                      </a:lnTo>
                      <a:lnTo>
                        <a:pt x="32862" y="7810"/>
                      </a:lnTo>
                      <a:lnTo>
                        <a:pt x="743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942" name="Google Shape;1942;p44"/>
                <p:cNvSpPr/>
                <p:nvPr/>
              </p:nvSpPr>
              <p:spPr>
                <a:xfrm flipH="1" rot="578533">
                  <a:off x="3386209" y="3983134"/>
                  <a:ext cx="1383279" cy="816986"/>
                </a:xfrm>
                <a:custGeom>
                  <a:rect b="b" l="l" r="r" t="t"/>
                  <a:pathLst>
                    <a:path extrusionOk="0" h="20092" w="30366">
                      <a:moveTo>
                        <a:pt x="19044" y="589"/>
                      </a:moveTo>
                      <a:lnTo>
                        <a:pt x="18913" y="1375"/>
                      </a:lnTo>
                      <a:lnTo>
                        <a:pt x="18521" y="1571"/>
                      </a:lnTo>
                      <a:lnTo>
                        <a:pt x="18128" y="1833"/>
                      </a:lnTo>
                      <a:lnTo>
                        <a:pt x="17801" y="2029"/>
                      </a:lnTo>
                      <a:lnTo>
                        <a:pt x="17474" y="2356"/>
                      </a:lnTo>
                      <a:lnTo>
                        <a:pt x="17474" y="1702"/>
                      </a:lnTo>
                      <a:lnTo>
                        <a:pt x="18259" y="1178"/>
                      </a:lnTo>
                      <a:lnTo>
                        <a:pt x="19044" y="589"/>
                      </a:lnTo>
                      <a:close/>
                      <a:moveTo>
                        <a:pt x="18913" y="1571"/>
                      </a:moveTo>
                      <a:lnTo>
                        <a:pt x="18848" y="2226"/>
                      </a:lnTo>
                      <a:lnTo>
                        <a:pt x="18782" y="2226"/>
                      </a:lnTo>
                      <a:lnTo>
                        <a:pt x="18455" y="2487"/>
                      </a:lnTo>
                      <a:lnTo>
                        <a:pt x="18063" y="2749"/>
                      </a:lnTo>
                      <a:lnTo>
                        <a:pt x="17408" y="3404"/>
                      </a:lnTo>
                      <a:lnTo>
                        <a:pt x="17408" y="3469"/>
                      </a:lnTo>
                      <a:lnTo>
                        <a:pt x="17474" y="3469"/>
                      </a:lnTo>
                      <a:lnTo>
                        <a:pt x="18193" y="2945"/>
                      </a:lnTo>
                      <a:lnTo>
                        <a:pt x="18848" y="2422"/>
                      </a:lnTo>
                      <a:lnTo>
                        <a:pt x="18913" y="4189"/>
                      </a:lnTo>
                      <a:lnTo>
                        <a:pt x="18128" y="3927"/>
                      </a:lnTo>
                      <a:lnTo>
                        <a:pt x="17343" y="3665"/>
                      </a:lnTo>
                      <a:lnTo>
                        <a:pt x="17408" y="3142"/>
                      </a:lnTo>
                      <a:lnTo>
                        <a:pt x="17474" y="2553"/>
                      </a:lnTo>
                      <a:lnTo>
                        <a:pt x="18128" y="2029"/>
                      </a:lnTo>
                      <a:lnTo>
                        <a:pt x="18913" y="1571"/>
                      </a:lnTo>
                      <a:close/>
                      <a:moveTo>
                        <a:pt x="2422" y="1702"/>
                      </a:moveTo>
                      <a:lnTo>
                        <a:pt x="2225" y="5301"/>
                      </a:lnTo>
                      <a:lnTo>
                        <a:pt x="2029" y="8835"/>
                      </a:lnTo>
                      <a:lnTo>
                        <a:pt x="1963" y="8901"/>
                      </a:lnTo>
                      <a:lnTo>
                        <a:pt x="1505" y="9817"/>
                      </a:lnTo>
                      <a:lnTo>
                        <a:pt x="1113" y="10733"/>
                      </a:lnTo>
                      <a:lnTo>
                        <a:pt x="785" y="11715"/>
                      </a:lnTo>
                      <a:lnTo>
                        <a:pt x="524" y="12697"/>
                      </a:lnTo>
                      <a:lnTo>
                        <a:pt x="589" y="10013"/>
                      </a:lnTo>
                      <a:lnTo>
                        <a:pt x="982" y="9097"/>
                      </a:lnTo>
                      <a:lnTo>
                        <a:pt x="1309" y="8115"/>
                      </a:lnTo>
                      <a:lnTo>
                        <a:pt x="1636" y="7134"/>
                      </a:lnTo>
                      <a:lnTo>
                        <a:pt x="1898" y="6152"/>
                      </a:lnTo>
                      <a:lnTo>
                        <a:pt x="1898" y="6087"/>
                      </a:lnTo>
                      <a:lnTo>
                        <a:pt x="1833" y="6087"/>
                      </a:lnTo>
                      <a:lnTo>
                        <a:pt x="1767" y="6152"/>
                      </a:lnTo>
                      <a:lnTo>
                        <a:pt x="1178" y="7919"/>
                      </a:lnTo>
                      <a:lnTo>
                        <a:pt x="589" y="9686"/>
                      </a:lnTo>
                      <a:lnTo>
                        <a:pt x="589" y="9686"/>
                      </a:lnTo>
                      <a:lnTo>
                        <a:pt x="655" y="7003"/>
                      </a:lnTo>
                      <a:lnTo>
                        <a:pt x="1440" y="5040"/>
                      </a:lnTo>
                      <a:lnTo>
                        <a:pt x="2291" y="3142"/>
                      </a:lnTo>
                      <a:lnTo>
                        <a:pt x="2291" y="3076"/>
                      </a:lnTo>
                      <a:lnTo>
                        <a:pt x="2225" y="3076"/>
                      </a:lnTo>
                      <a:lnTo>
                        <a:pt x="2160" y="3011"/>
                      </a:lnTo>
                      <a:lnTo>
                        <a:pt x="2160" y="3076"/>
                      </a:lnTo>
                      <a:lnTo>
                        <a:pt x="1702" y="3927"/>
                      </a:lnTo>
                      <a:lnTo>
                        <a:pt x="1309" y="4778"/>
                      </a:lnTo>
                      <a:lnTo>
                        <a:pt x="655" y="6610"/>
                      </a:lnTo>
                      <a:lnTo>
                        <a:pt x="720" y="3796"/>
                      </a:lnTo>
                      <a:lnTo>
                        <a:pt x="785" y="3731"/>
                      </a:lnTo>
                      <a:lnTo>
                        <a:pt x="1047" y="3469"/>
                      </a:lnTo>
                      <a:lnTo>
                        <a:pt x="1309" y="3142"/>
                      </a:lnTo>
                      <a:lnTo>
                        <a:pt x="1833" y="2487"/>
                      </a:lnTo>
                      <a:lnTo>
                        <a:pt x="2422" y="1702"/>
                      </a:lnTo>
                      <a:close/>
                      <a:moveTo>
                        <a:pt x="29842" y="9097"/>
                      </a:moveTo>
                      <a:lnTo>
                        <a:pt x="29384" y="10406"/>
                      </a:lnTo>
                      <a:lnTo>
                        <a:pt x="28992" y="11715"/>
                      </a:lnTo>
                      <a:lnTo>
                        <a:pt x="26505" y="13678"/>
                      </a:lnTo>
                      <a:lnTo>
                        <a:pt x="26505" y="13678"/>
                      </a:lnTo>
                      <a:lnTo>
                        <a:pt x="27552" y="12042"/>
                      </a:lnTo>
                      <a:lnTo>
                        <a:pt x="28533" y="10406"/>
                      </a:lnTo>
                      <a:lnTo>
                        <a:pt x="28533" y="10275"/>
                      </a:lnTo>
                      <a:lnTo>
                        <a:pt x="29842" y="9097"/>
                      </a:lnTo>
                      <a:close/>
                      <a:moveTo>
                        <a:pt x="18455" y="12827"/>
                      </a:moveTo>
                      <a:lnTo>
                        <a:pt x="17932" y="13547"/>
                      </a:lnTo>
                      <a:lnTo>
                        <a:pt x="17343" y="14202"/>
                      </a:lnTo>
                      <a:lnTo>
                        <a:pt x="15707" y="14333"/>
                      </a:lnTo>
                      <a:lnTo>
                        <a:pt x="16230" y="13678"/>
                      </a:lnTo>
                      <a:lnTo>
                        <a:pt x="16754" y="13024"/>
                      </a:lnTo>
                      <a:lnTo>
                        <a:pt x="18455" y="12827"/>
                      </a:lnTo>
                      <a:close/>
                      <a:moveTo>
                        <a:pt x="16426" y="13089"/>
                      </a:moveTo>
                      <a:lnTo>
                        <a:pt x="15903" y="13678"/>
                      </a:lnTo>
                      <a:lnTo>
                        <a:pt x="15576" y="14333"/>
                      </a:lnTo>
                      <a:lnTo>
                        <a:pt x="14136" y="14398"/>
                      </a:lnTo>
                      <a:lnTo>
                        <a:pt x="14463" y="13809"/>
                      </a:lnTo>
                      <a:lnTo>
                        <a:pt x="14921" y="13220"/>
                      </a:lnTo>
                      <a:lnTo>
                        <a:pt x="16426" y="13089"/>
                      </a:lnTo>
                      <a:close/>
                      <a:moveTo>
                        <a:pt x="14594" y="13220"/>
                      </a:moveTo>
                      <a:lnTo>
                        <a:pt x="14398" y="13482"/>
                      </a:lnTo>
                      <a:lnTo>
                        <a:pt x="14201" y="13809"/>
                      </a:lnTo>
                      <a:lnTo>
                        <a:pt x="13940" y="14464"/>
                      </a:lnTo>
                      <a:lnTo>
                        <a:pt x="12434" y="14529"/>
                      </a:lnTo>
                      <a:lnTo>
                        <a:pt x="12827" y="13940"/>
                      </a:lnTo>
                      <a:lnTo>
                        <a:pt x="13285" y="13351"/>
                      </a:lnTo>
                      <a:lnTo>
                        <a:pt x="13285" y="13286"/>
                      </a:lnTo>
                      <a:lnTo>
                        <a:pt x="14594" y="13220"/>
                      </a:lnTo>
                      <a:close/>
                      <a:moveTo>
                        <a:pt x="2029" y="8966"/>
                      </a:moveTo>
                      <a:lnTo>
                        <a:pt x="1963" y="10995"/>
                      </a:lnTo>
                      <a:lnTo>
                        <a:pt x="1178" y="12762"/>
                      </a:lnTo>
                      <a:lnTo>
                        <a:pt x="458" y="14594"/>
                      </a:lnTo>
                      <a:lnTo>
                        <a:pt x="524" y="12827"/>
                      </a:lnTo>
                      <a:lnTo>
                        <a:pt x="524" y="12893"/>
                      </a:lnTo>
                      <a:lnTo>
                        <a:pt x="589" y="12827"/>
                      </a:lnTo>
                      <a:lnTo>
                        <a:pt x="916" y="11846"/>
                      </a:lnTo>
                      <a:lnTo>
                        <a:pt x="1244" y="10864"/>
                      </a:lnTo>
                      <a:lnTo>
                        <a:pt x="2029" y="8966"/>
                      </a:lnTo>
                      <a:close/>
                      <a:moveTo>
                        <a:pt x="13089" y="13351"/>
                      </a:moveTo>
                      <a:lnTo>
                        <a:pt x="12631" y="13940"/>
                      </a:lnTo>
                      <a:lnTo>
                        <a:pt x="12238" y="14594"/>
                      </a:lnTo>
                      <a:lnTo>
                        <a:pt x="10602" y="14725"/>
                      </a:lnTo>
                      <a:lnTo>
                        <a:pt x="11518" y="13416"/>
                      </a:lnTo>
                      <a:lnTo>
                        <a:pt x="13089" y="13351"/>
                      </a:lnTo>
                      <a:close/>
                      <a:moveTo>
                        <a:pt x="11256" y="13482"/>
                      </a:moveTo>
                      <a:lnTo>
                        <a:pt x="10471" y="14725"/>
                      </a:lnTo>
                      <a:lnTo>
                        <a:pt x="8900" y="14922"/>
                      </a:lnTo>
                      <a:lnTo>
                        <a:pt x="9293" y="14267"/>
                      </a:lnTo>
                      <a:lnTo>
                        <a:pt x="9686" y="13678"/>
                      </a:lnTo>
                      <a:lnTo>
                        <a:pt x="9686" y="13613"/>
                      </a:lnTo>
                      <a:lnTo>
                        <a:pt x="10864" y="13482"/>
                      </a:lnTo>
                      <a:close/>
                      <a:moveTo>
                        <a:pt x="19175" y="12697"/>
                      </a:moveTo>
                      <a:lnTo>
                        <a:pt x="18979" y="14071"/>
                      </a:lnTo>
                      <a:lnTo>
                        <a:pt x="18979" y="14136"/>
                      </a:lnTo>
                      <a:lnTo>
                        <a:pt x="18324" y="14922"/>
                      </a:lnTo>
                      <a:lnTo>
                        <a:pt x="17670" y="15838"/>
                      </a:lnTo>
                      <a:lnTo>
                        <a:pt x="17604" y="14529"/>
                      </a:lnTo>
                      <a:lnTo>
                        <a:pt x="17670" y="14398"/>
                      </a:lnTo>
                      <a:lnTo>
                        <a:pt x="17604" y="14267"/>
                      </a:lnTo>
                      <a:lnTo>
                        <a:pt x="17997" y="13940"/>
                      </a:lnTo>
                      <a:lnTo>
                        <a:pt x="18324" y="13547"/>
                      </a:lnTo>
                      <a:lnTo>
                        <a:pt x="18652" y="13155"/>
                      </a:lnTo>
                      <a:lnTo>
                        <a:pt x="18979" y="12762"/>
                      </a:lnTo>
                      <a:lnTo>
                        <a:pt x="19175" y="12697"/>
                      </a:lnTo>
                      <a:close/>
                      <a:moveTo>
                        <a:pt x="9489" y="13613"/>
                      </a:moveTo>
                      <a:lnTo>
                        <a:pt x="9097" y="14267"/>
                      </a:lnTo>
                      <a:lnTo>
                        <a:pt x="8704" y="14922"/>
                      </a:lnTo>
                      <a:lnTo>
                        <a:pt x="7330" y="15118"/>
                      </a:lnTo>
                      <a:lnTo>
                        <a:pt x="7330" y="15118"/>
                      </a:lnTo>
                      <a:lnTo>
                        <a:pt x="7592" y="14791"/>
                      </a:lnTo>
                      <a:lnTo>
                        <a:pt x="7919" y="14333"/>
                      </a:lnTo>
                      <a:lnTo>
                        <a:pt x="8181" y="13875"/>
                      </a:lnTo>
                      <a:lnTo>
                        <a:pt x="8181" y="13809"/>
                      </a:lnTo>
                      <a:lnTo>
                        <a:pt x="8050" y="13809"/>
                      </a:lnTo>
                      <a:lnTo>
                        <a:pt x="7592" y="14529"/>
                      </a:lnTo>
                      <a:lnTo>
                        <a:pt x="7395" y="14856"/>
                      </a:lnTo>
                      <a:lnTo>
                        <a:pt x="7133" y="15183"/>
                      </a:lnTo>
                      <a:lnTo>
                        <a:pt x="6937" y="15183"/>
                      </a:lnTo>
                      <a:lnTo>
                        <a:pt x="5301" y="15511"/>
                      </a:lnTo>
                      <a:lnTo>
                        <a:pt x="3600" y="15903"/>
                      </a:lnTo>
                      <a:lnTo>
                        <a:pt x="3796" y="15380"/>
                      </a:lnTo>
                      <a:lnTo>
                        <a:pt x="3992" y="14922"/>
                      </a:lnTo>
                      <a:lnTo>
                        <a:pt x="4516" y="14005"/>
                      </a:lnTo>
                      <a:lnTo>
                        <a:pt x="5956" y="13875"/>
                      </a:lnTo>
                      <a:lnTo>
                        <a:pt x="5432" y="14660"/>
                      </a:lnTo>
                      <a:lnTo>
                        <a:pt x="4974" y="15445"/>
                      </a:lnTo>
                      <a:lnTo>
                        <a:pt x="4974" y="15511"/>
                      </a:lnTo>
                      <a:lnTo>
                        <a:pt x="5039" y="15511"/>
                      </a:lnTo>
                      <a:lnTo>
                        <a:pt x="5628" y="14660"/>
                      </a:lnTo>
                      <a:lnTo>
                        <a:pt x="6086" y="13875"/>
                      </a:lnTo>
                      <a:lnTo>
                        <a:pt x="9489" y="13613"/>
                      </a:lnTo>
                      <a:close/>
                      <a:moveTo>
                        <a:pt x="1963" y="11453"/>
                      </a:moveTo>
                      <a:lnTo>
                        <a:pt x="1833" y="13547"/>
                      </a:lnTo>
                      <a:lnTo>
                        <a:pt x="458" y="16230"/>
                      </a:lnTo>
                      <a:lnTo>
                        <a:pt x="458" y="15053"/>
                      </a:lnTo>
                      <a:lnTo>
                        <a:pt x="1244" y="13286"/>
                      </a:lnTo>
                      <a:lnTo>
                        <a:pt x="1963" y="11453"/>
                      </a:lnTo>
                      <a:close/>
                      <a:moveTo>
                        <a:pt x="4319" y="14071"/>
                      </a:moveTo>
                      <a:lnTo>
                        <a:pt x="3992" y="14464"/>
                      </a:lnTo>
                      <a:lnTo>
                        <a:pt x="3796" y="14922"/>
                      </a:lnTo>
                      <a:lnTo>
                        <a:pt x="3600" y="15445"/>
                      </a:lnTo>
                      <a:lnTo>
                        <a:pt x="3469" y="15969"/>
                      </a:lnTo>
                      <a:lnTo>
                        <a:pt x="2094" y="16361"/>
                      </a:lnTo>
                      <a:lnTo>
                        <a:pt x="2094" y="16361"/>
                      </a:lnTo>
                      <a:lnTo>
                        <a:pt x="2291" y="15772"/>
                      </a:lnTo>
                      <a:lnTo>
                        <a:pt x="2552" y="15183"/>
                      </a:lnTo>
                      <a:lnTo>
                        <a:pt x="2880" y="14660"/>
                      </a:lnTo>
                      <a:lnTo>
                        <a:pt x="3207" y="14136"/>
                      </a:lnTo>
                      <a:lnTo>
                        <a:pt x="4319" y="14071"/>
                      </a:lnTo>
                      <a:close/>
                      <a:moveTo>
                        <a:pt x="3011" y="14136"/>
                      </a:moveTo>
                      <a:lnTo>
                        <a:pt x="2683" y="14660"/>
                      </a:lnTo>
                      <a:lnTo>
                        <a:pt x="2356" y="15249"/>
                      </a:lnTo>
                      <a:lnTo>
                        <a:pt x="2160" y="15772"/>
                      </a:lnTo>
                      <a:lnTo>
                        <a:pt x="1963" y="16361"/>
                      </a:lnTo>
                      <a:lnTo>
                        <a:pt x="589" y="16885"/>
                      </a:lnTo>
                      <a:lnTo>
                        <a:pt x="2029" y="14202"/>
                      </a:lnTo>
                      <a:lnTo>
                        <a:pt x="2094" y="14202"/>
                      </a:lnTo>
                      <a:lnTo>
                        <a:pt x="3011" y="14136"/>
                      </a:lnTo>
                      <a:close/>
                      <a:moveTo>
                        <a:pt x="19502" y="655"/>
                      </a:moveTo>
                      <a:lnTo>
                        <a:pt x="22120" y="2487"/>
                      </a:lnTo>
                      <a:lnTo>
                        <a:pt x="24672" y="4385"/>
                      </a:lnTo>
                      <a:lnTo>
                        <a:pt x="27225" y="6414"/>
                      </a:lnTo>
                      <a:lnTo>
                        <a:pt x="29711" y="8443"/>
                      </a:lnTo>
                      <a:lnTo>
                        <a:pt x="27159" y="10668"/>
                      </a:lnTo>
                      <a:lnTo>
                        <a:pt x="24607" y="12827"/>
                      </a:lnTo>
                      <a:lnTo>
                        <a:pt x="19437" y="17016"/>
                      </a:lnTo>
                      <a:lnTo>
                        <a:pt x="19502" y="15969"/>
                      </a:lnTo>
                      <a:lnTo>
                        <a:pt x="19502" y="14856"/>
                      </a:lnTo>
                      <a:lnTo>
                        <a:pt x="19502" y="12697"/>
                      </a:lnTo>
                      <a:lnTo>
                        <a:pt x="19437" y="12566"/>
                      </a:lnTo>
                      <a:lnTo>
                        <a:pt x="19306" y="12500"/>
                      </a:lnTo>
                      <a:lnTo>
                        <a:pt x="19240" y="12369"/>
                      </a:lnTo>
                      <a:lnTo>
                        <a:pt x="19175" y="12304"/>
                      </a:lnTo>
                      <a:lnTo>
                        <a:pt x="19110" y="12238"/>
                      </a:lnTo>
                      <a:lnTo>
                        <a:pt x="18782" y="12238"/>
                      </a:lnTo>
                      <a:lnTo>
                        <a:pt x="16754" y="12369"/>
                      </a:lnTo>
                      <a:lnTo>
                        <a:pt x="14659" y="12500"/>
                      </a:lnTo>
                      <a:lnTo>
                        <a:pt x="10602" y="12958"/>
                      </a:lnTo>
                      <a:lnTo>
                        <a:pt x="2422" y="13678"/>
                      </a:lnTo>
                      <a:lnTo>
                        <a:pt x="2422" y="13678"/>
                      </a:lnTo>
                      <a:lnTo>
                        <a:pt x="2683" y="7527"/>
                      </a:lnTo>
                      <a:lnTo>
                        <a:pt x="2749" y="4451"/>
                      </a:lnTo>
                      <a:lnTo>
                        <a:pt x="2814" y="1375"/>
                      </a:lnTo>
                      <a:lnTo>
                        <a:pt x="3796" y="1637"/>
                      </a:lnTo>
                      <a:lnTo>
                        <a:pt x="4778" y="1898"/>
                      </a:lnTo>
                      <a:lnTo>
                        <a:pt x="6872" y="2291"/>
                      </a:lnTo>
                      <a:lnTo>
                        <a:pt x="8900" y="2618"/>
                      </a:lnTo>
                      <a:lnTo>
                        <a:pt x="10929" y="3011"/>
                      </a:lnTo>
                      <a:lnTo>
                        <a:pt x="12892" y="3469"/>
                      </a:lnTo>
                      <a:lnTo>
                        <a:pt x="14921" y="3927"/>
                      </a:lnTo>
                      <a:lnTo>
                        <a:pt x="16885" y="4385"/>
                      </a:lnTo>
                      <a:lnTo>
                        <a:pt x="17866" y="4516"/>
                      </a:lnTo>
                      <a:lnTo>
                        <a:pt x="18848" y="4647"/>
                      </a:lnTo>
                      <a:lnTo>
                        <a:pt x="18979" y="4582"/>
                      </a:lnTo>
                      <a:lnTo>
                        <a:pt x="19044" y="4647"/>
                      </a:lnTo>
                      <a:lnTo>
                        <a:pt x="19175" y="4647"/>
                      </a:lnTo>
                      <a:lnTo>
                        <a:pt x="19240" y="4582"/>
                      </a:lnTo>
                      <a:lnTo>
                        <a:pt x="19306" y="4451"/>
                      </a:lnTo>
                      <a:lnTo>
                        <a:pt x="19502" y="2553"/>
                      </a:lnTo>
                      <a:lnTo>
                        <a:pt x="19568" y="1571"/>
                      </a:lnTo>
                      <a:lnTo>
                        <a:pt x="19502" y="655"/>
                      </a:lnTo>
                      <a:close/>
                      <a:moveTo>
                        <a:pt x="28141" y="10668"/>
                      </a:moveTo>
                      <a:lnTo>
                        <a:pt x="27094" y="12304"/>
                      </a:lnTo>
                      <a:lnTo>
                        <a:pt x="26047" y="14005"/>
                      </a:lnTo>
                      <a:lnTo>
                        <a:pt x="24345" y="15314"/>
                      </a:lnTo>
                      <a:lnTo>
                        <a:pt x="24345" y="15314"/>
                      </a:lnTo>
                      <a:lnTo>
                        <a:pt x="25196" y="14071"/>
                      </a:lnTo>
                      <a:lnTo>
                        <a:pt x="26112" y="12827"/>
                      </a:lnTo>
                      <a:lnTo>
                        <a:pt x="26112" y="12762"/>
                      </a:lnTo>
                      <a:lnTo>
                        <a:pt x="26047" y="12697"/>
                      </a:lnTo>
                      <a:lnTo>
                        <a:pt x="25981" y="12762"/>
                      </a:lnTo>
                      <a:lnTo>
                        <a:pt x="25392" y="13416"/>
                      </a:lnTo>
                      <a:lnTo>
                        <a:pt x="24934" y="14071"/>
                      </a:lnTo>
                      <a:lnTo>
                        <a:pt x="24411" y="14791"/>
                      </a:lnTo>
                      <a:lnTo>
                        <a:pt x="24018" y="15576"/>
                      </a:lnTo>
                      <a:lnTo>
                        <a:pt x="21858" y="17147"/>
                      </a:lnTo>
                      <a:lnTo>
                        <a:pt x="22382" y="16558"/>
                      </a:lnTo>
                      <a:lnTo>
                        <a:pt x="22905" y="15903"/>
                      </a:lnTo>
                      <a:lnTo>
                        <a:pt x="23298" y="15249"/>
                      </a:lnTo>
                      <a:lnTo>
                        <a:pt x="23691" y="14594"/>
                      </a:lnTo>
                      <a:lnTo>
                        <a:pt x="23691" y="14529"/>
                      </a:lnTo>
                      <a:lnTo>
                        <a:pt x="23625" y="14464"/>
                      </a:lnTo>
                      <a:lnTo>
                        <a:pt x="25916" y="12631"/>
                      </a:lnTo>
                      <a:lnTo>
                        <a:pt x="28141" y="10668"/>
                      </a:lnTo>
                      <a:close/>
                      <a:moveTo>
                        <a:pt x="18979" y="14398"/>
                      </a:moveTo>
                      <a:lnTo>
                        <a:pt x="18913" y="15838"/>
                      </a:lnTo>
                      <a:lnTo>
                        <a:pt x="18979" y="17278"/>
                      </a:lnTo>
                      <a:lnTo>
                        <a:pt x="18521" y="18194"/>
                      </a:lnTo>
                      <a:lnTo>
                        <a:pt x="17932" y="19045"/>
                      </a:lnTo>
                      <a:lnTo>
                        <a:pt x="17801" y="18194"/>
                      </a:lnTo>
                      <a:lnTo>
                        <a:pt x="17735" y="17278"/>
                      </a:lnTo>
                      <a:lnTo>
                        <a:pt x="18848" y="15772"/>
                      </a:lnTo>
                      <a:lnTo>
                        <a:pt x="18848" y="15707"/>
                      </a:lnTo>
                      <a:lnTo>
                        <a:pt x="18782" y="15641"/>
                      </a:lnTo>
                      <a:lnTo>
                        <a:pt x="18717" y="15641"/>
                      </a:lnTo>
                      <a:lnTo>
                        <a:pt x="18193" y="16361"/>
                      </a:lnTo>
                      <a:lnTo>
                        <a:pt x="17735" y="17016"/>
                      </a:lnTo>
                      <a:lnTo>
                        <a:pt x="17670" y="16100"/>
                      </a:lnTo>
                      <a:lnTo>
                        <a:pt x="18324" y="15249"/>
                      </a:lnTo>
                      <a:lnTo>
                        <a:pt x="18979" y="14398"/>
                      </a:lnTo>
                      <a:close/>
                      <a:moveTo>
                        <a:pt x="19306" y="1"/>
                      </a:moveTo>
                      <a:lnTo>
                        <a:pt x="18390" y="589"/>
                      </a:lnTo>
                      <a:lnTo>
                        <a:pt x="17474" y="1178"/>
                      </a:lnTo>
                      <a:lnTo>
                        <a:pt x="17343" y="1178"/>
                      </a:lnTo>
                      <a:lnTo>
                        <a:pt x="17277" y="1244"/>
                      </a:lnTo>
                      <a:lnTo>
                        <a:pt x="17212" y="1375"/>
                      </a:lnTo>
                      <a:lnTo>
                        <a:pt x="17146" y="1440"/>
                      </a:lnTo>
                      <a:lnTo>
                        <a:pt x="17081" y="1571"/>
                      </a:lnTo>
                      <a:lnTo>
                        <a:pt x="17146" y="1702"/>
                      </a:lnTo>
                      <a:lnTo>
                        <a:pt x="17015" y="2618"/>
                      </a:lnTo>
                      <a:lnTo>
                        <a:pt x="16885" y="3534"/>
                      </a:lnTo>
                      <a:lnTo>
                        <a:pt x="15314" y="3207"/>
                      </a:lnTo>
                      <a:lnTo>
                        <a:pt x="13743" y="2880"/>
                      </a:lnTo>
                      <a:lnTo>
                        <a:pt x="10602" y="2356"/>
                      </a:lnTo>
                      <a:lnTo>
                        <a:pt x="6675" y="1506"/>
                      </a:lnTo>
                      <a:lnTo>
                        <a:pt x="4712" y="1178"/>
                      </a:lnTo>
                      <a:lnTo>
                        <a:pt x="3665" y="1113"/>
                      </a:lnTo>
                      <a:lnTo>
                        <a:pt x="2683" y="1048"/>
                      </a:lnTo>
                      <a:lnTo>
                        <a:pt x="2552" y="1048"/>
                      </a:lnTo>
                      <a:lnTo>
                        <a:pt x="1440" y="2356"/>
                      </a:lnTo>
                      <a:lnTo>
                        <a:pt x="916" y="2945"/>
                      </a:lnTo>
                      <a:lnTo>
                        <a:pt x="720" y="3207"/>
                      </a:lnTo>
                      <a:lnTo>
                        <a:pt x="524" y="3534"/>
                      </a:lnTo>
                      <a:lnTo>
                        <a:pt x="458" y="3534"/>
                      </a:lnTo>
                      <a:lnTo>
                        <a:pt x="458" y="3665"/>
                      </a:lnTo>
                      <a:lnTo>
                        <a:pt x="262" y="5301"/>
                      </a:lnTo>
                      <a:lnTo>
                        <a:pt x="196" y="7003"/>
                      </a:lnTo>
                      <a:lnTo>
                        <a:pt x="0" y="10341"/>
                      </a:lnTo>
                      <a:lnTo>
                        <a:pt x="0" y="13744"/>
                      </a:lnTo>
                      <a:lnTo>
                        <a:pt x="0" y="17081"/>
                      </a:lnTo>
                      <a:lnTo>
                        <a:pt x="66" y="17212"/>
                      </a:lnTo>
                      <a:lnTo>
                        <a:pt x="131" y="17278"/>
                      </a:lnTo>
                      <a:lnTo>
                        <a:pt x="393" y="17278"/>
                      </a:lnTo>
                      <a:lnTo>
                        <a:pt x="2487" y="16689"/>
                      </a:lnTo>
                      <a:lnTo>
                        <a:pt x="4647" y="16165"/>
                      </a:lnTo>
                      <a:lnTo>
                        <a:pt x="6806" y="15707"/>
                      </a:lnTo>
                      <a:lnTo>
                        <a:pt x="9031" y="15380"/>
                      </a:lnTo>
                      <a:lnTo>
                        <a:pt x="11126" y="15183"/>
                      </a:lnTo>
                      <a:lnTo>
                        <a:pt x="13154" y="15053"/>
                      </a:lnTo>
                      <a:lnTo>
                        <a:pt x="15248" y="14856"/>
                      </a:lnTo>
                      <a:lnTo>
                        <a:pt x="17343" y="14660"/>
                      </a:lnTo>
                      <a:lnTo>
                        <a:pt x="17343" y="14660"/>
                      </a:lnTo>
                      <a:lnTo>
                        <a:pt x="17212" y="15380"/>
                      </a:lnTo>
                      <a:lnTo>
                        <a:pt x="17212" y="16165"/>
                      </a:lnTo>
                      <a:lnTo>
                        <a:pt x="17212" y="17016"/>
                      </a:lnTo>
                      <a:lnTo>
                        <a:pt x="17277" y="17801"/>
                      </a:lnTo>
                      <a:lnTo>
                        <a:pt x="17212" y="17867"/>
                      </a:lnTo>
                      <a:lnTo>
                        <a:pt x="17277" y="17932"/>
                      </a:lnTo>
                      <a:lnTo>
                        <a:pt x="17343" y="17932"/>
                      </a:lnTo>
                      <a:lnTo>
                        <a:pt x="17670" y="19634"/>
                      </a:lnTo>
                      <a:lnTo>
                        <a:pt x="17670" y="19699"/>
                      </a:lnTo>
                      <a:lnTo>
                        <a:pt x="17801" y="19764"/>
                      </a:lnTo>
                      <a:lnTo>
                        <a:pt x="17866" y="19764"/>
                      </a:lnTo>
                      <a:lnTo>
                        <a:pt x="17997" y="19699"/>
                      </a:lnTo>
                      <a:lnTo>
                        <a:pt x="18390" y="19175"/>
                      </a:lnTo>
                      <a:lnTo>
                        <a:pt x="18717" y="18652"/>
                      </a:lnTo>
                      <a:lnTo>
                        <a:pt x="19044" y="18063"/>
                      </a:lnTo>
                      <a:lnTo>
                        <a:pt x="19306" y="17474"/>
                      </a:lnTo>
                      <a:lnTo>
                        <a:pt x="19371" y="17343"/>
                      </a:lnTo>
                      <a:lnTo>
                        <a:pt x="19502" y="17408"/>
                      </a:lnTo>
                      <a:lnTo>
                        <a:pt x="19568" y="17408"/>
                      </a:lnTo>
                      <a:lnTo>
                        <a:pt x="21596" y="16034"/>
                      </a:lnTo>
                      <a:lnTo>
                        <a:pt x="23560" y="14529"/>
                      </a:lnTo>
                      <a:lnTo>
                        <a:pt x="22578" y="16034"/>
                      </a:lnTo>
                      <a:lnTo>
                        <a:pt x="22055" y="16754"/>
                      </a:lnTo>
                      <a:lnTo>
                        <a:pt x="21466" y="17408"/>
                      </a:lnTo>
                      <a:lnTo>
                        <a:pt x="20353" y="18194"/>
                      </a:lnTo>
                      <a:lnTo>
                        <a:pt x="21727" y="16165"/>
                      </a:lnTo>
                      <a:lnTo>
                        <a:pt x="21727" y="16100"/>
                      </a:lnTo>
                      <a:lnTo>
                        <a:pt x="21727" y="16034"/>
                      </a:lnTo>
                      <a:lnTo>
                        <a:pt x="21596" y="16034"/>
                      </a:lnTo>
                      <a:lnTo>
                        <a:pt x="20680" y="17212"/>
                      </a:lnTo>
                      <a:lnTo>
                        <a:pt x="19960" y="18521"/>
                      </a:lnTo>
                      <a:lnTo>
                        <a:pt x="18063" y="19830"/>
                      </a:lnTo>
                      <a:lnTo>
                        <a:pt x="17997" y="19961"/>
                      </a:lnTo>
                      <a:lnTo>
                        <a:pt x="18063" y="20026"/>
                      </a:lnTo>
                      <a:lnTo>
                        <a:pt x="18128" y="20092"/>
                      </a:lnTo>
                      <a:lnTo>
                        <a:pt x="18193" y="20092"/>
                      </a:lnTo>
                      <a:lnTo>
                        <a:pt x="19568" y="19241"/>
                      </a:lnTo>
                      <a:lnTo>
                        <a:pt x="19633" y="19306"/>
                      </a:lnTo>
                      <a:lnTo>
                        <a:pt x="19699" y="19306"/>
                      </a:lnTo>
                      <a:lnTo>
                        <a:pt x="19829" y="19045"/>
                      </a:lnTo>
                      <a:lnTo>
                        <a:pt x="22316" y="17408"/>
                      </a:lnTo>
                      <a:lnTo>
                        <a:pt x="24672" y="15641"/>
                      </a:lnTo>
                      <a:lnTo>
                        <a:pt x="27028" y="13875"/>
                      </a:lnTo>
                      <a:lnTo>
                        <a:pt x="29253" y="11977"/>
                      </a:lnTo>
                      <a:lnTo>
                        <a:pt x="29319" y="11911"/>
                      </a:lnTo>
                      <a:lnTo>
                        <a:pt x="29319" y="11846"/>
                      </a:lnTo>
                      <a:lnTo>
                        <a:pt x="29253" y="11715"/>
                      </a:lnTo>
                      <a:lnTo>
                        <a:pt x="29842" y="10210"/>
                      </a:lnTo>
                      <a:lnTo>
                        <a:pt x="30366" y="8704"/>
                      </a:lnTo>
                      <a:lnTo>
                        <a:pt x="30300" y="8574"/>
                      </a:lnTo>
                      <a:lnTo>
                        <a:pt x="30366" y="8377"/>
                      </a:lnTo>
                      <a:lnTo>
                        <a:pt x="30366" y="8312"/>
                      </a:lnTo>
                      <a:lnTo>
                        <a:pt x="30300" y="8181"/>
                      </a:lnTo>
                      <a:lnTo>
                        <a:pt x="27748" y="6087"/>
                      </a:lnTo>
                      <a:lnTo>
                        <a:pt x="25130" y="3993"/>
                      </a:lnTo>
                      <a:lnTo>
                        <a:pt x="22447" y="2029"/>
                      </a:lnTo>
                      <a:lnTo>
                        <a:pt x="19699" y="66"/>
                      </a:lnTo>
                      <a:lnTo>
                        <a:pt x="19502" y="66"/>
                      </a:lnTo>
                      <a:lnTo>
                        <a:pt x="19437" y="1"/>
                      </a:lnTo>
                      <a:close/>
                    </a:path>
                  </a:pathLst>
                </a:custGeom>
                <a:solidFill>
                  <a:srgbClr val="1D1D1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943" name="Google Shape;1943;p44"/>
            <p:cNvGrpSpPr/>
            <p:nvPr/>
          </p:nvGrpSpPr>
          <p:grpSpPr>
            <a:xfrm>
              <a:off x="4219573" y="1130973"/>
              <a:ext cx="2954181" cy="1820265"/>
              <a:chOff x="4219573" y="1130973"/>
              <a:chExt cx="2954181" cy="1820265"/>
            </a:xfrm>
          </p:grpSpPr>
          <p:grpSp>
            <p:nvGrpSpPr>
              <p:cNvPr id="1944" name="Google Shape;1944;p44"/>
              <p:cNvGrpSpPr/>
              <p:nvPr/>
            </p:nvGrpSpPr>
            <p:grpSpPr>
              <a:xfrm>
                <a:off x="4431804" y="1641191"/>
                <a:ext cx="2741949" cy="1310047"/>
                <a:chOff x="5446495" y="1296275"/>
                <a:chExt cx="1883336" cy="884689"/>
              </a:xfrm>
            </p:grpSpPr>
            <p:sp>
              <p:nvSpPr>
                <p:cNvPr id="1945" name="Google Shape;1945;p44"/>
                <p:cNvSpPr/>
                <p:nvPr/>
              </p:nvSpPr>
              <p:spPr>
                <a:xfrm>
                  <a:off x="5476025" y="1296275"/>
                  <a:ext cx="1853807" cy="825354"/>
                </a:xfrm>
                <a:custGeom>
                  <a:rect b="b" l="l" r="r" t="t"/>
                  <a:pathLst>
                    <a:path extrusionOk="0" h="8916" w="20026">
                      <a:moveTo>
                        <a:pt x="9032" y="153"/>
                      </a:moveTo>
                      <a:cubicBezTo>
                        <a:pt x="10532" y="153"/>
                        <a:pt x="12029" y="266"/>
                        <a:pt x="13502" y="563"/>
                      </a:cubicBezTo>
                      <a:cubicBezTo>
                        <a:pt x="15001" y="865"/>
                        <a:pt x="16578" y="1327"/>
                        <a:pt x="17875" y="2157"/>
                      </a:cubicBezTo>
                      <a:cubicBezTo>
                        <a:pt x="18550" y="2588"/>
                        <a:pt x="19144" y="3199"/>
                        <a:pt x="19371" y="3987"/>
                      </a:cubicBezTo>
                      <a:cubicBezTo>
                        <a:pt x="19625" y="4866"/>
                        <a:pt x="19284" y="5694"/>
                        <a:pt x="18673" y="6332"/>
                      </a:cubicBezTo>
                      <a:cubicBezTo>
                        <a:pt x="17631" y="7419"/>
                        <a:pt x="16109" y="7868"/>
                        <a:pt x="14675" y="8159"/>
                      </a:cubicBezTo>
                      <a:cubicBezTo>
                        <a:pt x="12991" y="8501"/>
                        <a:pt x="11274" y="8697"/>
                        <a:pt x="9557" y="8751"/>
                      </a:cubicBezTo>
                      <a:cubicBezTo>
                        <a:pt x="9224" y="8762"/>
                        <a:pt x="8890" y="8767"/>
                        <a:pt x="8556" y="8767"/>
                      </a:cubicBezTo>
                      <a:cubicBezTo>
                        <a:pt x="7152" y="8767"/>
                        <a:pt x="5743" y="8671"/>
                        <a:pt x="4359" y="8449"/>
                      </a:cubicBezTo>
                      <a:cubicBezTo>
                        <a:pt x="2894" y="8216"/>
                        <a:pt x="1462" y="7680"/>
                        <a:pt x="751" y="6284"/>
                      </a:cubicBezTo>
                      <a:cubicBezTo>
                        <a:pt x="1" y="4808"/>
                        <a:pt x="295" y="3068"/>
                        <a:pt x="1474" y="1915"/>
                      </a:cubicBezTo>
                      <a:cubicBezTo>
                        <a:pt x="2502" y="911"/>
                        <a:pt x="3882" y="498"/>
                        <a:pt x="5280" y="346"/>
                      </a:cubicBezTo>
                      <a:cubicBezTo>
                        <a:pt x="5422" y="333"/>
                        <a:pt x="5561" y="321"/>
                        <a:pt x="5703" y="308"/>
                      </a:cubicBezTo>
                      <a:cubicBezTo>
                        <a:pt x="6010" y="287"/>
                        <a:pt x="6316" y="275"/>
                        <a:pt x="6618" y="273"/>
                      </a:cubicBezTo>
                      <a:cubicBezTo>
                        <a:pt x="6639" y="273"/>
                        <a:pt x="6647" y="254"/>
                        <a:pt x="6645" y="237"/>
                      </a:cubicBezTo>
                      <a:cubicBezTo>
                        <a:pt x="7440" y="185"/>
                        <a:pt x="8236" y="153"/>
                        <a:pt x="9032" y="153"/>
                      </a:cubicBezTo>
                      <a:close/>
                      <a:moveTo>
                        <a:pt x="9099" y="0"/>
                      </a:moveTo>
                      <a:cubicBezTo>
                        <a:pt x="7401" y="0"/>
                        <a:pt x="5697" y="154"/>
                        <a:pt x="4032" y="377"/>
                      </a:cubicBezTo>
                      <a:cubicBezTo>
                        <a:pt x="3994" y="383"/>
                        <a:pt x="3982" y="419"/>
                        <a:pt x="3990" y="444"/>
                      </a:cubicBezTo>
                      <a:cubicBezTo>
                        <a:pt x="3198" y="631"/>
                        <a:pt x="2444" y="946"/>
                        <a:pt x="1783" y="1461"/>
                      </a:cubicBezTo>
                      <a:cubicBezTo>
                        <a:pt x="695" y="2305"/>
                        <a:pt x="53" y="3572"/>
                        <a:pt x="205" y="4962"/>
                      </a:cubicBezTo>
                      <a:cubicBezTo>
                        <a:pt x="353" y="6311"/>
                        <a:pt x="1166" y="7480"/>
                        <a:pt x="2398" y="8055"/>
                      </a:cubicBezTo>
                      <a:cubicBezTo>
                        <a:pt x="3142" y="8403"/>
                        <a:pt x="3961" y="8553"/>
                        <a:pt x="4769" y="8662"/>
                      </a:cubicBezTo>
                      <a:cubicBezTo>
                        <a:pt x="5676" y="8785"/>
                        <a:pt x="6589" y="8860"/>
                        <a:pt x="7504" y="8895"/>
                      </a:cubicBezTo>
                      <a:cubicBezTo>
                        <a:pt x="7872" y="8909"/>
                        <a:pt x="8241" y="8916"/>
                        <a:pt x="8610" y="8916"/>
                      </a:cubicBezTo>
                      <a:cubicBezTo>
                        <a:pt x="10180" y="8916"/>
                        <a:pt x="11749" y="8791"/>
                        <a:pt x="13302" y="8553"/>
                      </a:cubicBezTo>
                      <a:cubicBezTo>
                        <a:pt x="14882" y="8309"/>
                        <a:pt x="16570" y="8020"/>
                        <a:pt x="17931" y="7130"/>
                      </a:cubicBezTo>
                      <a:cubicBezTo>
                        <a:pt x="19129" y="6348"/>
                        <a:pt x="20026" y="5031"/>
                        <a:pt x="19384" y="3593"/>
                      </a:cubicBezTo>
                      <a:cubicBezTo>
                        <a:pt x="18744" y="2157"/>
                        <a:pt x="17099" y="1490"/>
                        <a:pt x="15709" y="1007"/>
                      </a:cubicBezTo>
                      <a:cubicBezTo>
                        <a:pt x="13582" y="270"/>
                        <a:pt x="11345" y="0"/>
                        <a:pt x="909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6" name="Google Shape;1946;p44"/>
                <p:cNvSpPr/>
                <p:nvPr/>
              </p:nvSpPr>
              <p:spPr>
                <a:xfrm>
                  <a:off x="5446495" y="1527605"/>
                  <a:ext cx="1711527" cy="653359"/>
                </a:xfrm>
                <a:custGeom>
                  <a:rect b="b" l="l" r="r" t="t"/>
                  <a:pathLst>
                    <a:path extrusionOk="0" h="7058" w="18489">
                      <a:moveTo>
                        <a:pt x="1227" y="0"/>
                      </a:moveTo>
                      <a:cubicBezTo>
                        <a:pt x="1223" y="0"/>
                        <a:pt x="1218" y="2"/>
                        <a:pt x="1214" y="6"/>
                      </a:cubicBezTo>
                      <a:cubicBezTo>
                        <a:pt x="699" y="492"/>
                        <a:pt x="432" y="1186"/>
                        <a:pt x="228" y="1848"/>
                      </a:cubicBezTo>
                      <a:cubicBezTo>
                        <a:pt x="1" y="2582"/>
                        <a:pt x="49" y="3259"/>
                        <a:pt x="372" y="3956"/>
                      </a:cubicBezTo>
                      <a:cubicBezTo>
                        <a:pt x="670" y="4602"/>
                        <a:pt x="1076" y="5277"/>
                        <a:pt x="1550" y="5810"/>
                      </a:cubicBezTo>
                      <a:cubicBezTo>
                        <a:pt x="2035" y="6359"/>
                        <a:pt x="2696" y="6619"/>
                        <a:pt x="3398" y="6763"/>
                      </a:cubicBezTo>
                      <a:cubicBezTo>
                        <a:pt x="4196" y="6925"/>
                        <a:pt x="5018" y="6940"/>
                        <a:pt x="5826" y="6975"/>
                      </a:cubicBezTo>
                      <a:cubicBezTo>
                        <a:pt x="6756" y="7015"/>
                        <a:pt x="7685" y="7053"/>
                        <a:pt x="8617" y="7057"/>
                      </a:cubicBezTo>
                      <a:cubicBezTo>
                        <a:pt x="8681" y="7057"/>
                        <a:pt x="8745" y="7057"/>
                        <a:pt x="8808" y="7057"/>
                      </a:cubicBezTo>
                      <a:cubicBezTo>
                        <a:pt x="10452" y="7057"/>
                        <a:pt x="12106" y="6951"/>
                        <a:pt x="13713" y="6590"/>
                      </a:cubicBezTo>
                      <a:cubicBezTo>
                        <a:pt x="15415" y="6206"/>
                        <a:pt x="17068" y="5544"/>
                        <a:pt x="18446" y="4460"/>
                      </a:cubicBezTo>
                      <a:cubicBezTo>
                        <a:pt x="18489" y="4426"/>
                        <a:pt x="18460" y="4360"/>
                        <a:pt x="18417" y="4360"/>
                      </a:cubicBezTo>
                      <a:cubicBezTo>
                        <a:pt x="18407" y="4360"/>
                        <a:pt x="18397" y="4363"/>
                        <a:pt x="18388" y="4370"/>
                      </a:cubicBezTo>
                      <a:cubicBezTo>
                        <a:pt x="15928" y="6146"/>
                        <a:pt x="12952" y="6784"/>
                        <a:pt x="9965" y="6888"/>
                      </a:cubicBezTo>
                      <a:cubicBezTo>
                        <a:pt x="9569" y="6902"/>
                        <a:pt x="9172" y="6908"/>
                        <a:pt x="8776" y="6908"/>
                      </a:cubicBezTo>
                      <a:cubicBezTo>
                        <a:pt x="7569" y="6908"/>
                        <a:pt x="6362" y="6852"/>
                        <a:pt x="5157" y="6794"/>
                      </a:cubicBezTo>
                      <a:cubicBezTo>
                        <a:pt x="4378" y="6759"/>
                        <a:pt x="3584" y="6709"/>
                        <a:pt x="2840" y="6461"/>
                      </a:cubicBezTo>
                      <a:cubicBezTo>
                        <a:pt x="2029" y="6192"/>
                        <a:pt x="1550" y="5637"/>
                        <a:pt x="1101" y="4937"/>
                      </a:cubicBezTo>
                      <a:cubicBezTo>
                        <a:pt x="614" y="4176"/>
                        <a:pt x="103" y="3353"/>
                        <a:pt x="232" y="2407"/>
                      </a:cubicBezTo>
                      <a:cubicBezTo>
                        <a:pt x="341" y="1605"/>
                        <a:pt x="691" y="635"/>
                        <a:pt x="1243" y="33"/>
                      </a:cubicBezTo>
                      <a:cubicBezTo>
                        <a:pt x="1256" y="17"/>
                        <a:pt x="1242" y="0"/>
                        <a:pt x="122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7" name="Google Shape;1947;p44"/>
                <p:cNvSpPr/>
                <p:nvPr/>
              </p:nvSpPr>
              <p:spPr>
                <a:xfrm>
                  <a:off x="5479264" y="1630819"/>
                  <a:ext cx="34899" cy="43508"/>
                </a:xfrm>
                <a:custGeom>
                  <a:rect b="b" l="l" r="r" t="t"/>
                  <a:pathLst>
                    <a:path extrusionOk="0" h="470" w="377">
                      <a:moveTo>
                        <a:pt x="350" y="1"/>
                      </a:moveTo>
                      <a:cubicBezTo>
                        <a:pt x="344" y="1"/>
                        <a:pt x="339" y="3"/>
                        <a:pt x="335" y="8"/>
                      </a:cubicBezTo>
                      <a:cubicBezTo>
                        <a:pt x="320" y="27"/>
                        <a:pt x="303" y="46"/>
                        <a:pt x="289" y="66"/>
                      </a:cubicBezTo>
                      <a:cubicBezTo>
                        <a:pt x="289" y="69"/>
                        <a:pt x="289" y="69"/>
                        <a:pt x="289" y="69"/>
                      </a:cubicBezTo>
                      <a:cubicBezTo>
                        <a:pt x="256" y="117"/>
                        <a:pt x="222" y="164"/>
                        <a:pt x="187" y="208"/>
                      </a:cubicBezTo>
                      <a:cubicBezTo>
                        <a:pt x="137" y="275"/>
                        <a:pt x="76" y="335"/>
                        <a:pt x="24" y="402"/>
                      </a:cubicBezTo>
                      <a:cubicBezTo>
                        <a:pt x="1" y="433"/>
                        <a:pt x="26" y="469"/>
                        <a:pt x="55" y="469"/>
                      </a:cubicBezTo>
                      <a:cubicBezTo>
                        <a:pt x="65" y="469"/>
                        <a:pt x="75" y="466"/>
                        <a:pt x="85" y="456"/>
                      </a:cubicBezTo>
                      <a:cubicBezTo>
                        <a:pt x="199" y="344"/>
                        <a:pt x="316" y="177"/>
                        <a:pt x="372" y="27"/>
                      </a:cubicBezTo>
                      <a:cubicBezTo>
                        <a:pt x="377" y="12"/>
                        <a:pt x="363" y="1"/>
                        <a:pt x="35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8" name="Google Shape;1948;p44"/>
                <p:cNvSpPr/>
                <p:nvPr/>
              </p:nvSpPr>
              <p:spPr>
                <a:xfrm>
                  <a:off x="5467879" y="1654054"/>
                  <a:ext cx="42397" cy="51376"/>
                </a:xfrm>
                <a:custGeom>
                  <a:rect b="b" l="l" r="r" t="t"/>
                  <a:pathLst>
                    <a:path extrusionOk="0" h="555" w="458">
                      <a:moveTo>
                        <a:pt x="430" y="1"/>
                      </a:moveTo>
                      <a:cubicBezTo>
                        <a:pt x="423" y="1"/>
                        <a:pt x="417" y="4"/>
                        <a:pt x="412" y="11"/>
                      </a:cubicBezTo>
                      <a:cubicBezTo>
                        <a:pt x="304" y="180"/>
                        <a:pt x="178" y="337"/>
                        <a:pt x="33" y="476"/>
                      </a:cubicBezTo>
                      <a:cubicBezTo>
                        <a:pt x="1" y="508"/>
                        <a:pt x="34" y="554"/>
                        <a:pt x="70" y="554"/>
                      </a:cubicBezTo>
                      <a:cubicBezTo>
                        <a:pt x="81" y="554"/>
                        <a:pt x="92" y="550"/>
                        <a:pt x="101" y="539"/>
                      </a:cubicBezTo>
                      <a:cubicBezTo>
                        <a:pt x="239" y="382"/>
                        <a:pt x="354" y="216"/>
                        <a:pt x="449" y="30"/>
                      </a:cubicBezTo>
                      <a:cubicBezTo>
                        <a:pt x="458" y="15"/>
                        <a:pt x="444" y="1"/>
                        <a:pt x="43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9" name="Google Shape;1949;p44"/>
                <p:cNvSpPr/>
                <p:nvPr/>
              </p:nvSpPr>
              <p:spPr>
                <a:xfrm>
                  <a:off x="5462510" y="1676363"/>
                  <a:ext cx="41101" cy="51006"/>
                </a:xfrm>
                <a:custGeom>
                  <a:rect b="b" l="l" r="r" t="t"/>
                  <a:pathLst>
                    <a:path extrusionOk="0" h="551" w="444">
                      <a:moveTo>
                        <a:pt x="410" y="0"/>
                      </a:moveTo>
                      <a:cubicBezTo>
                        <a:pt x="404" y="0"/>
                        <a:pt x="398" y="2"/>
                        <a:pt x="393" y="8"/>
                      </a:cubicBezTo>
                      <a:cubicBezTo>
                        <a:pt x="312" y="100"/>
                        <a:pt x="234" y="198"/>
                        <a:pt x="155" y="296"/>
                      </a:cubicBezTo>
                      <a:cubicBezTo>
                        <a:pt x="111" y="350"/>
                        <a:pt x="1" y="435"/>
                        <a:pt x="11" y="512"/>
                      </a:cubicBezTo>
                      <a:cubicBezTo>
                        <a:pt x="15" y="536"/>
                        <a:pt x="36" y="551"/>
                        <a:pt x="57" y="551"/>
                      </a:cubicBezTo>
                      <a:cubicBezTo>
                        <a:pt x="74" y="551"/>
                        <a:pt x="90" y="541"/>
                        <a:pt x="95" y="519"/>
                      </a:cubicBezTo>
                      <a:cubicBezTo>
                        <a:pt x="103" y="477"/>
                        <a:pt x="155" y="427"/>
                        <a:pt x="180" y="391"/>
                      </a:cubicBezTo>
                      <a:cubicBezTo>
                        <a:pt x="211" y="348"/>
                        <a:pt x="243" y="304"/>
                        <a:pt x="274" y="260"/>
                      </a:cubicBezTo>
                      <a:cubicBezTo>
                        <a:pt x="328" y="185"/>
                        <a:pt x="382" y="110"/>
                        <a:pt x="432" y="35"/>
                      </a:cubicBezTo>
                      <a:cubicBezTo>
                        <a:pt x="443" y="18"/>
                        <a:pt x="427" y="0"/>
                        <a:pt x="41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0" name="Google Shape;1950;p44"/>
                <p:cNvSpPr/>
                <p:nvPr/>
              </p:nvSpPr>
              <p:spPr>
                <a:xfrm>
                  <a:off x="5458437" y="1700986"/>
                  <a:ext cx="39157" cy="46100"/>
                </a:xfrm>
                <a:custGeom>
                  <a:rect b="b" l="l" r="r" t="t"/>
                  <a:pathLst>
                    <a:path extrusionOk="0" h="498" w="423">
                      <a:moveTo>
                        <a:pt x="395" y="0"/>
                      </a:moveTo>
                      <a:cubicBezTo>
                        <a:pt x="370" y="0"/>
                        <a:pt x="372" y="0"/>
                        <a:pt x="353" y="15"/>
                      </a:cubicBezTo>
                      <a:cubicBezTo>
                        <a:pt x="345" y="21"/>
                        <a:pt x="345" y="34"/>
                        <a:pt x="351" y="38"/>
                      </a:cubicBezTo>
                      <a:cubicBezTo>
                        <a:pt x="241" y="163"/>
                        <a:pt x="141" y="296"/>
                        <a:pt x="28" y="421"/>
                      </a:cubicBezTo>
                      <a:cubicBezTo>
                        <a:pt x="0" y="454"/>
                        <a:pt x="32" y="498"/>
                        <a:pt x="65" y="498"/>
                      </a:cubicBezTo>
                      <a:cubicBezTo>
                        <a:pt x="75" y="498"/>
                        <a:pt x="86" y="493"/>
                        <a:pt x="95" y="482"/>
                      </a:cubicBezTo>
                      <a:cubicBezTo>
                        <a:pt x="208" y="338"/>
                        <a:pt x="326" y="192"/>
                        <a:pt x="414" y="32"/>
                      </a:cubicBezTo>
                      <a:cubicBezTo>
                        <a:pt x="422" y="17"/>
                        <a:pt x="410" y="0"/>
                        <a:pt x="39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1" name="Google Shape;1951;p44"/>
                <p:cNvSpPr/>
                <p:nvPr/>
              </p:nvSpPr>
              <p:spPr>
                <a:xfrm>
                  <a:off x="5456030" y="1712927"/>
                  <a:ext cx="39805" cy="44619"/>
                </a:xfrm>
                <a:custGeom>
                  <a:rect b="b" l="l" r="r" t="t"/>
                  <a:pathLst>
                    <a:path extrusionOk="0" h="482" w="430">
                      <a:moveTo>
                        <a:pt x="400" y="1"/>
                      </a:moveTo>
                      <a:cubicBezTo>
                        <a:pt x="395" y="1"/>
                        <a:pt x="390" y="3"/>
                        <a:pt x="386" y="9"/>
                      </a:cubicBezTo>
                      <a:cubicBezTo>
                        <a:pt x="275" y="153"/>
                        <a:pt x="154" y="284"/>
                        <a:pt x="27" y="413"/>
                      </a:cubicBezTo>
                      <a:cubicBezTo>
                        <a:pt x="0" y="442"/>
                        <a:pt x="30" y="481"/>
                        <a:pt x="59" y="481"/>
                      </a:cubicBezTo>
                      <a:cubicBezTo>
                        <a:pt x="69" y="481"/>
                        <a:pt x="78" y="477"/>
                        <a:pt x="86" y="467"/>
                      </a:cubicBezTo>
                      <a:cubicBezTo>
                        <a:pt x="198" y="326"/>
                        <a:pt x="306" y="180"/>
                        <a:pt x="417" y="36"/>
                      </a:cubicBezTo>
                      <a:cubicBezTo>
                        <a:pt x="429" y="21"/>
                        <a:pt x="415" y="1"/>
                        <a:pt x="40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2" name="Google Shape;1952;p44"/>
                <p:cNvSpPr/>
                <p:nvPr/>
              </p:nvSpPr>
              <p:spPr>
                <a:xfrm>
                  <a:off x="5455937" y="1726535"/>
                  <a:ext cx="47211" cy="53320"/>
                </a:xfrm>
                <a:custGeom>
                  <a:rect b="b" l="l" r="r" t="t"/>
                  <a:pathLst>
                    <a:path extrusionOk="0" h="576" w="510">
                      <a:moveTo>
                        <a:pt x="470" y="0"/>
                      </a:moveTo>
                      <a:cubicBezTo>
                        <a:pt x="462" y="0"/>
                        <a:pt x="454" y="3"/>
                        <a:pt x="447" y="10"/>
                      </a:cubicBezTo>
                      <a:cubicBezTo>
                        <a:pt x="416" y="39"/>
                        <a:pt x="391" y="66"/>
                        <a:pt x="372" y="104"/>
                      </a:cubicBezTo>
                      <a:cubicBezTo>
                        <a:pt x="370" y="106"/>
                        <a:pt x="370" y="110"/>
                        <a:pt x="370" y="112"/>
                      </a:cubicBezTo>
                      <a:cubicBezTo>
                        <a:pt x="266" y="248"/>
                        <a:pt x="155" y="377"/>
                        <a:pt x="32" y="500"/>
                      </a:cubicBezTo>
                      <a:cubicBezTo>
                        <a:pt x="0" y="533"/>
                        <a:pt x="32" y="575"/>
                        <a:pt x="68" y="575"/>
                      </a:cubicBezTo>
                      <a:cubicBezTo>
                        <a:pt x="79" y="575"/>
                        <a:pt x="91" y="571"/>
                        <a:pt x="101" y="562"/>
                      </a:cubicBezTo>
                      <a:cubicBezTo>
                        <a:pt x="257" y="416"/>
                        <a:pt x="397" y="233"/>
                        <a:pt x="497" y="43"/>
                      </a:cubicBezTo>
                      <a:cubicBezTo>
                        <a:pt x="509" y="21"/>
                        <a:pt x="491" y="0"/>
                        <a:pt x="47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3" name="Google Shape;1953;p44"/>
                <p:cNvSpPr/>
                <p:nvPr/>
              </p:nvSpPr>
              <p:spPr>
                <a:xfrm>
                  <a:off x="5460103" y="1747085"/>
                  <a:ext cx="39713" cy="49155"/>
                </a:xfrm>
                <a:custGeom>
                  <a:rect b="b" l="l" r="r" t="t"/>
                  <a:pathLst>
                    <a:path extrusionOk="0" h="531" w="429">
                      <a:moveTo>
                        <a:pt x="394" y="1"/>
                      </a:moveTo>
                      <a:cubicBezTo>
                        <a:pt x="386" y="1"/>
                        <a:pt x="378" y="5"/>
                        <a:pt x="373" y="13"/>
                      </a:cubicBezTo>
                      <a:cubicBezTo>
                        <a:pt x="275" y="176"/>
                        <a:pt x="158" y="324"/>
                        <a:pt x="29" y="461"/>
                      </a:cubicBezTo>
                      <a:cubicBezTo>
                        <a:pt x="0" y="490"/>
                        <a:pt x="30" y="531"/>
                        <a:pt x="62" y="531"/>
                      </a:cubicBezTo>
                      <a:cubicBezTo>
                        <a:pt x="71" y="531"/>
                        <a:pt x="81" y="527"/>
                        <a:pt x="89" y="517"/>
                      </a:cubicBezTo>
                      <a:cubicBezTo>
                        <a:pt x="217" y="369"/>
                        <a:pt x="327" y="209"/>
                        <a:pt x="419" y="38"/>
                      </a:cubicBezTo>
                      <a:cubicBezTo>
                        <a:pt x="429" y="18"/>
                        <a:pt x="411" y="1"/>
                        <a:pt x="39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4" name="Google Shape;1954;p44"/>
                <p:cNvSpPr/>
                <p:nvPr/>
              </p:nvSpPr>
              <p:spPr>
                <a:xfrm>
                  <a:off x="5457974" y="1758008"/>
                  <a:ext cx="43323" cy="50728"/>
                </a:xfrm>
                <a:custGeom>
                  <a:rect b="b" l="l" r="r" t="t"/>
                  <a:pathLst>
                    <a:path extrusionOk="0" h="548" w="468">
                      <a:moveTo>
                        <a:pt x="434" y="0"/>
                      </a:moveTo>
                      <a:cubicBezTo>
                        <a:pt x="429" y="0"/>
                        <a:pt x="423" y="2"/>
                        <a:pt x="419" y="8"/>
                      </a:cubicBezTo>
                      <a:cubicBezTo>
                        <a:pt x="296" y="170"/>
                        <a:pt x="165" y="326"/>
                        <a:pt x="27" y="477"/>
                      </a:cubicBezTo>
                      <a:cubicBezTo>
                        <a:pt x="0" y="506"/>
                        <a:pt x="31" y="547"/>
                        <a:pt x="62" y="547"/>
                      </a:cubicBezTo>
                      <a:cubicBezTo>
                        <a:pt x="71" y="547"/>
                        <a:pt x="81" y="543"/>
                        <a:pt x="90" y="533"/>
                      </a:cubicBezTo>
                      <a:cubicBezTo>
                        <a:pt x="219" y="372"/>
                        <a:pt x="342" y="206"/>
                        <a:pt x="456" y="35"/>
                      </a:cubicBezTo>
                      <a:cubicBezTo>
                        <a:pt x="467" y="19"/>
                        <a:pt x="450" y="0"/>
                        <a:pt x="43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5" name="Google Shape;1955;p44"/>
                <p:cNvSpPr/>
                <p:nvPr/>
              </p:nvSpPr>
              <p:spPr>
                <a:xfrm>
                  <a:off x="5467786" y="1771431"/>
                  <a:ext cx="37676" cy="45730"/>
                </a:xfrm>
                <a:custGeom>
                  <a:rect b="b" l="l" r="r" t="t"/>
                  <a:pathLst>
                    <a:path extrusionOk="0" h="494" w="407">
                      <a:moveTo>
                        <a:pt x="371" y="1"/>
                      </a:moveTo>
                      <a:cubicBezTo>
                        <a:pt x="365" y="1"/>
                        <a:pt x="359" y="4"/>
                        <a:pt x="355" y="11"/>
                      </a:cubicBezTo>
                      <a:cubicBezTo>
                        <a:pt x="246" y="150"/>
                        <a:pt x="140" y="292"/>
                        <a:pt x="27" y="427"/>
                      </a:cubicBezTo>
                      <a:cubicBezTo>
                        <a:pt x="1" y="458"/>
                        <a:pt x="29" y="494"/>
                        <a:pt x="59" y="494"/>
                      </a:cubicBezTo>
                      <a:cubicBezTo>
                        <a:pt x="71" y="494"/>
                        <a:pt x="84" y="488"/>
                        <a:pt x="94" y="473"/>
                      </a:cubicBezTo>
                      <a:cubicBezTo>
                        <a:pt x="188" y="327"/>
                        <a:pt x="292" y="188"/>
                        <a:pt x="392" y="46"/>
                      </a:cubicBezTo>
                      <a:cubicBezTo>
                        <a:pt x="406" y="26"/>
                        <a:pt x="389" y="1"/>
                        <a:pt x="37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6" name="Google Shape;1956;p44"/>
                <p:cNvSpPr/>
                <p:nvPr/>
              </p:nvSpPr>
              <p:spPr>
                <a:xfrm>
                  <a:off x="5471859" y="1779670"/>
                  <a:ext cx="38879" cy="45267"/>
                </a:xfrm>
                <a:custGeom>
                  <a:rect b="b" l="l" r="r" t="t"/>
                  <a:pathLst>
                    <a:path extrusionOk="0" h="489" w="420">
                      <a:moveTo>
                        <a:pt x="378" y="1"/>
                      </a:moveTo>
                      <a:cubicBezTo>
                        <a:pt x="371" y="1"/>
                        <a:pt x="363" y="4"/>
                        <a:pt x="356" y="11"/>
                      </a:cubicBezTo>
                      <a:cubicBezTo>
                        <a:pt x="242" y="145"/>
                        <a:pt x="131" y="282"/>
                        <a:pt x="25" y="422"/>
                      </a:cubicBezTo>
                      <a:cubicBezTo>
                        <a:pt x="0" y="455"/>
                        <a:pt x="26" y="489"/>
                        <a:pt x="55" y="489"/>
                      </a:cubicBezTo>
                      <a:cubicBezTo>
                        <a:pt x="67" y="489"/>
                        <a:pt x="80" y="483"/>
                        <a:pt x="90" y="468"/>
                      </a:cubicBezTo>
                      <a:cubicBezTo>
                        <a:pt x="188" y="324"/>
                        <a:pt x="290" y="184"/>
                        <a:pt x="402" y="51"/>
                      </a:cubicBezTo>
                      <a:cubicBezTo>
                        <a:pt x="420" y="29"/>
                        <a:pt x="400" y="1"/>
                        <a:pt x="37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7" name="Google Shape;1957;p44"/>
                <p:cNvSpPr/>
                <p:nvPr/>
              </p:nvSpPr>
              <p:spPr>
                <a:xfrm>
                  <a:off x="5469823" y="1789204"/>
                  <a:ext cx="43230" cy="50821"/>
                </a:xfrm>
                <a:custGeom>
                  <a:rect b="b" l="l" r="r" t="t"/>
                  <a:pathLst>
                    <a:path extrusionOk="0" h="549" w="467">
                      <a:moveTo>
                        <a:pt x="434" y="0"/>
                      </a:moveTo>
                      <a:cubicBezTo>
                        <a:pt x="428" y="0"/>
                        <a:pt x="422" y="3"/>
                        <a:pt x="418" y="8"/>
                      </a:cubicBezTo>
                      <a:cubicBezTo>
                        <a:pt x="293" y="171"/>
                        <a:pt x="153" y="323"/>
                        <a:pt x="24" y="481"/>
                      </a:cubicBezTo>
                      <a:cubicBezTo>
                        <a:pt x="0" y="511"/>
                        <a:pt x="26" y="548"/>
                        <a:pt x="55" y="548"/>
                      </a:cubicBezTo>
                      <a:cubicBezTo>
                        <a:pt x="64" y="548"/>
                        <a:pt x="74" y="545"/>
                        <a:pt x="82" y="536"/>
                      </a:cubicBezTo>
                      <a:cubicBezTo>
                        <a:pt x="222" y="383"/>
                        <a:pt x="341" y="204"/>
                        <a:pt x="456" y="33"/>
                      </a:cubicBezTo>
                      <a:cubicBezTo>
                        <a:pt x="466" y="18"/>
                        <a:pt x="450" y="0"/>
                        <a:pt x="43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8" name="Google Shape;1958;p44"/>
                <p:cNvSpPr/>
                <p:nvPr/>
              </p:nvSpPr>
              <p:spPr>
                <a:xfrm>
                  <a:off x="5473433" y="1804571"/>
                  <a:ext cx="40453" cy="50080"/>
                </a:xfrm>
                <a:custGeom>
                  <a:rect b="b" l="l" r="r" t="t"/>
                  <a:pathLst>
                    <a:path extrusionOk="0" h="541" w="437">
                      <a:moveTo>
                        <a:pt x="395" y="0"/>
                      </a:moveTo>
                      <a:cubicBezTo>
                        <a:pt x="384" y="0"/>
                        <a:pt x="374" y="5"/>
                        <a:pt x="366" y="15"/>
                      </a:cubicBezTo>
                      <a:cubicBezTo>
                        <a:pt x="264" y="172"/>
                        <a:pt x="154" y="326"/>
                        <a:pt x="29" y="465"/>
                      </a:cubicBezTo>
                      <a:cubicBezTo>
                        <a:pt x="1" y="498"/>
                        <a:pt x="32" y="540"/>
                        <a:pt x="64" y="540"/>
                      </a:cubicBezTo>
                      <a:cubicBezTo>
                        <a:pt x="74" y="540"/>
                        <a:pt x="85" y="535"/>
                        <a:pt x="93" y="524"/>
                      </a:cubicBezTo>
                      <a:cubicBezTo>
                        <a:pt x="210" y="367"/>
                        <a:pt x="323" y="211"/>
                        <a:pt x="423" y="44"/>
                      </a:cubicBezTo>
                      <a:cubicBezTo>
                        <a:pt x="437" y="20"/>
                        <a:pt x="416" y="0"/>
                        <a:pt x="39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9" name="Google Shape;1959;p44"/>
                <p:cNvSpPr/>
                <p:nvPr/>
              </p:nvSpPr>
              <p:spPr>
                <a:xfrm>
                  <a:off x="5474358" y="1818456"/>
                  <a:ext cx="42767" cy="50358"/>
                </a:xfrm>
                <a:custGeom>
                  <a:rect b="b" l="l" r="r" t="t"/>
                  <a:pathLst>
                    <a:path extrusionOk="0" h="544" w="462">
                      <a:moveTo>
                        <a:pt x="419" y="0"/>
                      </a:moveTo>
                      <a:cubicBezTo>
                        <a:pt x="412" y="0"/>
                        <a:pt x="404" y="3"/>
                        <a:pt x="398" y="11"/>
                      </a:cubicBezTo>
                      <a:cubicBezTo>
                        <a:pt x="275" y="165"/>
                        <a:pt x="152" y="317"/>
                        <a:pt x="27" y="470"/>
                      </a:cubicBezTo>
                      <a:cubicBezTo>
                        <a:pt x="1" y="502"/>
                        <a:pt x="31" y="543"/>
                        <a:pt x="63" y="543"/>
                      </a:cubicBezTo>
                      <a:cubicBezTo>
                        <a:pt x="73" y="543"/>
                        <a:pt x="83" y="539"/>
                        <a:pt x="92" y="528"/>
                      </a:cubicBezTo>
                      <a:cubicBezTo>
                        <a:pt x="209" y="370"/>
                        <a:pt x="325" y="209"/>
                        <a:pt x="444" y="53"/>
                      </a:cubicBezTo>
                      <a:cubicBezTo>
                        <a:pt x="461" y="29"/>
                        <a:pt x="441" y="0"/>
                        <a:pt x="41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0" name="Google Shape;1960;p44"/>
                <p:cNvSpPr/>
                <p:nvPr/>
              </p:nvSpPr>
              <p:spPr>
                <a:xfrm>
                  <a:off x="5481023" y="1827342"/>
                  <a:ext cx="39342" cy="53783"/>
                </a:xfrm>
                <a:custGeom>
                  <a:rect b="b" l="l" r="r" t="t"/>
                  <a:pathLst>
                    <a:path extrusionOk="0" h="581" w="425">
                      <a:moveTo>
                        <a:pt x="398" y="1"/>
                      </a:moveTo>
                      <a:cubicBezTo>
                        <a:pt x="392" y="1"/>
                        <a:pt x="386" y="3"/>
                        <a:pt x="382" y="9"/>
                      </a:cubicBezTo>
                      <a:cubicBezTo>
                        <a:pt x="274" y="186"/>
                        <a:pt x="153" y="355"/>
                        <a:pt x="24" y="517"/>
                      </a:cubicBezTo>
                      <a:cubicBezTo>
                        <a:pt x="0" y="548"/>
                        <a:pt x="26" y="580"/>
                        <a:pt x="54" y="580"/>
                      </a:cubicBezTo>
                      <a:cubicBezTo>
                        <a:pt x="65" y="580"/>
                        <a:pt x="77" y="575"/>
                        <a:pt x="87" y="561"/>
                      </a:cubicBezTo>
                      <a:cubicBezTo>
                        <a:pt x="199" y="384"/>
                        <a:pt x="310" y="207"/>
                        <a:pt x="416" y="28"/>
                      </a:cubicBezTo>
                      <a:cubicBezTo>
                        <a:pt x="424" y="13"/>
                        <a:pt x="411" y="1"/>
                        <a:pt x="39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1" name="Google Shape;1961;p44"/>
                <p:cNvSpPr/>
                <p:nvPr/>
              </p:nvSpPr>
              <p:spPr>
                <a:xfrm>
                  <a:off x="5482875" y="1842709"/>
                  <a:ext cx="36473" cy="51469"/>
                </a:xfrm>
                <a:custGeom>
                  <a:rect b="b" l="l" r="r" t="t"/>
                  <a:pathLst>
                    <a:path extrusionOk="0" h="556" w="394">
                      <a:moveTo>
                        <a:pt x="359" y="0"/>
                      </a:moveTo>
                      <a:cubicBezTo>
                        <a:pt x="352" y="0"/>
                        <a:pt x="346" y="3"/>
                        <a:pt x="342" y="10"/>
                      </a:cubicBezTo>
                      <a:cubicBezTo>
                        <a:pt x="229" y="166"/>
                        <a:pt x="106" y="326"/>
                        <a:pt x="16" y="499"/>
                      </a:cubicBezTo>
                      <a:cubicBezTo>
                        <a:pt x="1" y="531"/>
                        <a:pt x="28" y="556"/>
                        <a:pt x="55" y="556"/>
                      </a:cubicBezTo>
                      <a:cubicBezTo>
                        <a:pt x="68" y="556"/>
                        <a:pt x="81" y="550"/>
                        <a:pt x="89" y="537"/>
                      </a:cubicBezTo>
                      <a:cubicBezTo>
                        <a:pt x="194" y="374"/>
                        <a:pt x="281" y="201"/>
                        <a:pt x="383" y="39"/>
                      </a:cubicBezTo>
                      <a:cubicBezTo>
                        <a:pt x="394" y="21"/>
                        <a:pt x="376" y="0"/>
                        <a:pt x="35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2" name="Google Shape;1962;p44"/>
                <p:cNvSpPr/>
                <p:nvPr/>
              </p:nvSpPr>
              <p:spPr>
                <a:xfrm>
                  <a:off x="5490373" y="1855576"/>
                  <a:ext cx="32770" cy="47766"/>
                </a:xfrm>
                <a:custGeom>
                  <a:rect b="b" l="l" r="r" t="t"/>
                  <a:pathLst>
                    <a:path extrusionOk="0" h="516" w="354">
                      <a:moveTo>
                        <a:pt x="313" y="0"/>
                      </a:moveTo>
                      <a:cubicBezTo>
                        <a:pt x="306" y="0"/>
                        <a:pt x="299" y="3"/>
                        <a:pt x="294" y="10"/>
                      </a:cubicBezTo>
                      <a:cubicBezTo>
                        <a:pt x="190" y="150"/>
                        <a:pt x="100" y="298"/>
                        <a:pt x="19" y="452"/>
                      </a:cubicBezTo>
                      <a:cubicBezTo>
                        <a:pt x="1" y="486"/>
                        <a:pt x="32" y="516"/>
                        <a:pt x="62" y="516"/>
                      </a:cubicBezTo>
                      <a:cubicBezTo>
                        <a:pt x="76" y="516"/>
                        <a:pt x="89" y="509"/>
                        <a:pt x="96" y="492"/>
                      </a:cubicBezTo>
                      <a:cubicBezTo>
                        <a:pt x="161" y="333"/>
                        <a:pt x="244" y="185"/>
                        <a:pt x="340" y="42"/>
                      </a:cubicBezTo>
                      <a:cubicBezTo>
                        <a:pt x="354" y="23"/>
                        <a:pt x="332" y="0"/>
                        <a:pt x="31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3" name="Google Shape;1963;p44"/>
                <p:cNvSpPr/>
                <p:nvPr/>
              </p:nvSpPr>
              <p:spPr>
                <a:xfrm>
                  <a:off x="5493983" y="1862889"/>
                  <a:ext cx="36380" cy="53876"/>
                </a:xfrm>
                <a:custGeom>
                  <a:rect b="b" l="l" r="r" t="t"/>
                  <a:pathLst>
                    <a:path extrusionOk="0" h="582" w="393">
                      <a:moveTo>
                        <a:pt x="390" y="0"/>
                      </a:moveTo>
                      <a:cubicBezTo>
                        <a:pt x="263" y="171"/>
                        <a:pt x="147" y="346"/>
                        <a:pt x="24" y="517"/>
                      </a:cubicBezTo>
                      <a:cubicBezTo>
                        <a:pt x="0" y="549"/>
                        <a:pt x="27" y="581"/>
                        <a:pt x="54" y="581"/>
                      </a:cubicBezTo>
                      <a:cubicBezTo>
                        <a:pt x="65" y="581"/>
                        <a:pt x="77" y="575"/>
                        <a:pt x="84" y="561"/>
                      </a:cubicBezTo>
                      <a:cubicBezTo>
                        <a:pt x="186" y="373"/>
                        <a:pt x="292" y="190"/>
                        <a:pt x="390" y="2"/>
                      </a:cubicBezTo>
                      <a:cubicBezTo>
                        <a:pt x="393" y="0"/>
                        <a:pt x="390" y="0"/>
                        <a:pt x="39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4" name="Google Shape;1964;p44"/>
                <p:cNvSpPr/>
                <p:nvPr/>
              </p:nvSpPr>
              <p:spPr>
                <a:xfrm>
                  <a:off x="5501481" y="1872424"/>
                  <a:ext cx="38602" cy="48784"/>
                </a:xfrm>
                <a:custGeom>
                  <a:rect b="b" l="l" r="r" t="t"/>
                  <a:pathLst>
                    <a:path extrusionOk="0" h="527" w="417">
                      <a:moveTo>
                        <a:pt x="376" y="1"/>
                      </a:moveTo>
                      <a:cubicBezTo>
                        <a:pt x="369" y="1"/>
                        <a:pt x="362" y="4"/>
                        <a:pt x="355" y="12"/>
                      </a:cubicBezTo>
                      <a:cubicBezTo>
                        <a:pt x="276" y="114"/>
                        <a:pt x="199" y="218"/>
                        <a:pt x="122" y="322"/>
                      </a:cubicBezTo>
                      <a:cubicBezTo>
                        <a:pt x="89" y="368"/>
                        <a:pt x="1" y="445"/>
                        <a:pt x="47" y="508"/>
                      </a:cubicBezTo>
                      <a:cubicBezTo>
                        <a:pt x="54" y="517"/>
                        <a:pt x="67" y="527"/>
                        <a:pt x="82" y="527"/>
                      </a:cubicBezTo>
                      <a:cubicBezTo>
                        <a:pt x="84" y="527"/>
                        <a:pt x="85" y="527"/>
                        <a:pt x="86" y="526"/>
                      </a:cubicBezTo>
                      <a:lnTo>
                        <a:pt x="97" y="524"/>
                      </a:lnTo>
                      <a:cubicBezTo>
                        <a:pt x="128" y="520"/>
                        <a:pt x="145" y="485"/>
                        <a:pt x="132" y="462"/>
                      </a:cubicBezTo>
                      <a:cubicBezTo>
                        <a:pt x="134" y="458"/>
                        <a:pt x="139" y="449"/>
                        <a:pt x="141" y="439"/>
                      </a:cubicBezTo>
                      <a:cubicBezTo>
                        <a:pt x="153" y="420"/>
                        <a:pt x="166" y="401"/>
                        <a:pt x="176" y="383"/>
                      </a:cubicBezTo>
                      <a:cubicBezTo>
                        <a:pt x="199" y="349"/>
                        <a:pt x="220" y="316"/>
                        <a:pt x="241" y="283"/>
                      </a:cubicBezTo>
                      <a:cubicBezTo>
                        <a:pt x="293" y="205"/>
                        <a:pt x="347" y="128"/>
                        <a:pt x="401" y="53"/>
                      </a:cubicBezTo>
                      <a:cubicBezTo>
                        <a:pt x="417" y="30"/>
                        <a:pt x="397" y="1"/>
                        <a:pt x="37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5" name="Google Shape;1965;p44"/>
                <p:cNvSpPr/>
                <p:nvPr/>
              </p:nvSpPr>
              <p:spPr>
                <a:xfrm>
                  <a:off x="5509997" y="1882791"/>
                  <a:ext cx="34899" cy="45174"/>
                </a:xfrm>
                <a:custGeom>
                  <a:rect b="b" l="l" r="r" t="t"/>
                  <a:pathLst>
                    <a:path extrusionOk="0" h="488" w="377">
                      <a:moveTo>
                        <a:pt x="347" y="0"/>
                      </a:moveTo>
                      <a:cubicBezTo>
                        <a:pt x="341" y="0"/>
                        <a:pt x="336" y="2"/>
                        <a:pt x="332" y="8"/>
                      </a:cubicBezTo>
                      <a:cubicBezTo>
                        <a:pt x="230" y="141"/>
                        <a:pt x="132" y="283"/>
                        <a:pt x="22" y="410"/>
                      </a:cubicBezTo>
                      <a:cubicBezTo>
                        <a:pt x="1" y="435"/>
                        <a:pt x="9" y="479"/>
                        <a:pt x="44" y="485"/>
                      </a:cubicBezTo>
                      <a:cubicBezTo>
                        <a:pt x="52" y="486"/>
                        <a:pt x="59" y="487"/>
                        <a:pt x="65" y="487"/>
                      </a:cubicBezTo>
                      <a:cubicBezTo>
                        <a:pt x="80" y="487"/>
                        <a:pt x="93" y="483"/>
                        <a:pt x="109" y="471"/>
                      </a:cubicBezTo>
                      <a:cubicBezTo>
                        <a:pt x="130" y="454"/>
                        <a:pt x="132" y="431"/>
                        <a:pt x="122" y="414"/>
                      </a:cubicBezTo>
                      <a:cubicBezTo>
                        <a:pt x="199" y="285"/>
                        <a:pt x="284" y="160"/>
                        <a:pt x="367" y="31"/>
                      </a:cubicBezTo>
                      <a:cubicBezTo>
                        <a:pt x="377" y="17"/>
                        <a:pt x="361" y="0"/>
                        <a:pt x="34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6" name="Google Shape;1966;p44"/>
                <p:cNvSpPr/>
                <p:nvPr/>
              </p:nvSpPr>
              <p:spPr>
                <a:xfrm>
                  <a:off x="5512867" y="1894547"/>
                  <a:ext cx="37676" cy="48507"/>
                </a:xfrm>
                <a:custGeom>
                  <a:rect b="b" l="l" r="r" t="t"/>
                  <a:pathLst>
                    <a:path extrusionOk="0" h="524" w="407">
                      <a:moveTo>
                        <a:pt x="358" y="1"/>
                      </a:moveTo>
                      <a:cubicBezTo>
                        <a:pt x="350" y="1"/>
                        <a:pt x="342" y="4"/>
                        <a:pt x="334" y="12"/>
                      </a:cubicBezTo>
                      <a:cubicBezTo>
                        <a:pt x="259" y="102"/>
                        <a:pt x="186" y="194"/>
                        <a:pt x="118" y="287"/>
                      </a:cubicBezTo>
                      <a:cubicBezTo>
                        <a:pt x="78" y="344"/>
                        <a:pt x="1" y="415"/>
                        <a:pt x="24" y="490"/>
                      </a:cubicBezTo>
                      <a:cubicBezTo>
                        <a:pt x="28" y="504"/>
                        <a:pt x="43" y="519"/>
                        <a:pt x="59" y="521"/>
                      </a:cubicBezTo>
                      <a:cubicBezTo>
                        <a:pt x="63" y="521"/>
                        <a:pt x="68" y="523"/>
                        <a:pt x="72" y="523"/>
                      </a:cubicBezTo>
                      <a:cubicBezTo>
                        <a:pt x="74" y="523"/>
                        <a:pt x="76" y="523"/>
                        <a:pt x="77" y="523"/>
                      </a:cubicBezTo>
                      <a:cubicBezTo>
                        <a:pt x="116" y="523"/>
                        <a:pt x="140" y="482"/>
                        <a:pt x="120" y="452"/>
                      </a:cubicBezTo>
                      <a:cubicBezTo>
                        <a:pt x="124" y="450"/>
                        <a:pt x="128" y="442"/>
                        <a:pt x="130" y="427"/>
                      </a:cubicBezTo>
                      <a:cubicBezTo>
                        <a:pt x="141" y="408"/>
                        <a:pt x="153" y="392"/>
                        <a:pt x="164" y="375"/>
                      </a:cubicBezTo>
                      <a:cubicBezTo>
                        <a:pt x="184" y="340"/>
                        <a:pt x="207" y="306"/>
                        <a:pt x="230" y="273"/>
                      </a:cubicBezTo>
                      <a:cubicBezTo>
                        <a:pt x="278" y="200"/>
                        <a:pt x="332" y="129"/>
                        <a:pt x="387" y="58"/>
                      </a:cubicBezTo>
                      <a:cubicBezTo>
                        <a:pt x="407" y="33"/>
                        <a:pt x="383" y="1"/>
                        <a:pt x="35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7" name="Google Shape;1967;p44"/>
                <p:cNvSpPr/>
                <p:nvPr/>
              </p:nvSpPr>
              <p:spPr>
                <a:xfrm>
                  <a:off x="5522957" y="1909451"/>
                  <a:ext cx="35362" cy="44341"/>
                </a:xfrm>
                <a:custGeom>
                  <a:rect b="b" l="l" r="r" t="t"/>
                  <a:pathLst>
                    <a:path extrusionOk="0" h="479" w="382">
                      <a:moveTo>
                        <a:pt x="334" y="0"/>
                      </a:moveTo>
                      <a:cubicBezTo>
                        <a:pt x="326" y="0"/>
                        <a:pt x="318" y="4"/>
                        <a:pt x="311" y="12"/>
                      </a:cubicBezTo>
                      <a:cubicBezTo>
                        <a:pt x="207" y="133"/>
                        <a:pt x="88" y="268"/>
                        <a:pt x="19" y="412"/>
                      </a:cubicBezTo>
                      <a:cubicBezTo>
                        <a:pt x="1" y="450"/>
                        <a:pt x="29" y="478"/>
                        <a:pt x="59" y="478"/>
                      </a:cubicBezTo>
                      <a:cubicBezTo>
                        <a:pt x="74" y="478"/>
                        <a:pt x="89" y="471"/>
                        <a:pt x="100" y="456"/>
                      </a:cubicBezTo>
                      <a:cubicBezTo>
                        <a:pt x="190" y="324"/>
                        <a:pt x="263" y="185"/>
                        <a:pt x="361" y="58"/>
                      </a:cubicBezTo>
                      <a:cubicBezTo>
                        <a:pt x="381" y="33"/>
                        <a:pt x="359" y="0"/>
                        <a:pt x="33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8" name="Google Shape;1968;p44"/>
                <p:cNvSpPr/>
                <p:nvPr/>
              </p:nvSpPr>
              <p:spPr>
                <a:xfrm>
                  <a:off x="5526567" y="1916949"/>
                  <a:ext cx="36380" cy="44896"/>
                </a:xfrm>
                <a:custGeom>
                  <a:rect b="b" l="l" r="r" t="t"/>
                  <a:pathLst>
                    <a:path extrusionOk="0" h="485" w="393">
                      <a:moveTo>
                        <a:pt x="357" y="0"/>
                      </a:moveTo>
                      <a:cubicBezTo>
                        <a:pt x="351" y="0"/>
                        <a:pt x="344" y="3"/>
                        <a:pt x="339" y="10"/>
                      </a:cubicBezTo>
                      <a:cubicBezTo>
                        <a:pt x="232" y="139"/>
                        <a:pt x="126" y="273"/>
                        <a:pt x="20" y="404"/>
                      </a:cubicBezTo>
                      <a:cubicBezTo>
                        <a:pt x="1" y="425"/>
                        <a:pt x="5" y="458"/>
                        <a:pt x="32" y="473"/>
                      </a:cubicBezTo>
                      <a:cubicBezTo>
                        <a:pt x="47" y="481"/>
                        <a:pt x="61" y="485"/>
                        <a:pt x="75" y="485"/>
                      </a:cubicBezTo>
                      <a:cubicBezTo>
                        <a:pt x="90" y="485"/>
                        <a:pt x="105" y="480"/>
                        <a:pt x="122" y="469"/>
                      </a:cubicBezTo>
                      <a:cubicBezTo>
                        <a:pt x="149" y="450"/>
                        <a:pt x="145" y="419"/>
                        <a:pt x="128" y="400"/>
                      </a:cubicBezTo>
                      <a:cubicBezTo>
                        <a:pt x="207" y="279"/>
                        <a:pt x="293" y="162"/>
                        <a:pt x="378" y="45"/>
                      </a:cubicBezTo>
                      <a:cubicBezTo>
                        <a:pt x="392" y="25"/>
                        <a:pt x="376" y="0"/>
                        <a:pt x="35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9" name="Google Shape;1969;p44"/>
                <p:cNvSpPr/>
                <p:nvPr/>
              </p:nvSpPr>
              <p:spPr>
                <a:xfrm>
                  <a:off x="5537027" y="1933149"/>
                  <a:ext cx="31937" cy="41842"/>
                </a:xfrm>
                <a:custGeom>
                  <a:rect b="b" l="l" r="r" t="t"/>
                  <a:pathLst>
                    <a:path extrusionOk="0" h="452" w="345">
                      <a:moveTo>
                        <a:pt x="329" y="0"/>
                      </a:moveTo>
                      <a:cubicBezTo>
                        <a:pt x="327" y="0"/>
                        <a:pt x="324" y="1"/>
                        <a:pt x="321" y="4"/>
                      </a:cubicBezTo>
                      <a:cubicBezTo>
                        <a:pt x="203" y="121"/>
                        <a:pt x="105" y="252"/>
                        <a:pt x="19" y="394"/>
                      </a:cubicBezTo>
                      <a:cubicBezTo>
                        <a:pt x="1" y="424"/>
                        <a:pt x="31" y="452"/>
                        <a:pt x="58" y="452"/>
                      </a:cubicBezTo>
                      <a:cubicBezTo>
                        <a:pt x="70" y="452"/>
                        <a:pt x="82" y="446"/>
                        <a:pt x="88" y="431"/>
                      </a:cubicBezTo>
                      <a:cubicBezTo>
                        <a:pt x="153" y="281"/>
                        <a:pt x="236" y="146"/>
                        <a:pt x="338" y="18"/>
                      </a:cubicBezTo>
                      <a:cubicBezTo>
                        <a:pt x="344" y="11"/>
                        <a:pt x="338" y="0"/>
                        <a:pt x="32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0" name="Google Shape;1970;p44"/>
                <p:cNvSpPr/>
                <p:nvPr/>
              </p:nvSpPr>
              <p:spPr>
                <a:xfrm>
                  <a:off x="5547210" y="1940184"/>
                  <a:ext cx="28974" cy="39342"/>
                </a:xfrm>
                <a:custGeom>
                  <a:rect b="b" l="l" r="r" t="t"/>
                  <a:pathLst>
                    <a:path extrusionOk="0" h="425" w="313">
                      <a:moveTo>
                        <a:pt x="289" y="1"/>
                      </a:moveTo>
                      <a:cubicBezTo>
                        <a:pt x="283" y="1"/>
                        <a:pt x="278" y="3"/>
                        <a:pt x="274" y="9"/>
                      </a:cubicBezTo>
                      <a:cubicBezTo>
                        <a:pt x="199" y="130"/>
                        <a:pt x="120" y="247"/>
                        <a:pt x="28" y="355"/>
                      </a:cubicBezTo>
                      <a:cubicBezTo>
                        <a:pt x="0" y="389"/>
                        <a:pt x="33" y="425"/>
                        <a:pt x="63" y="425"/>
                      </a:cubicBezTo>
                      <a:cubicBezTo>
                        <a:pt x="76" y="425"/>
                        <a:pt x="88" y="418"/>
                        <a:pt x="95" y="403"/>
                      </a:cubicBezTo>
                      <a:cubicBezTo>
                        <a:pt x="155" y="272"/>
                        <a:pt x="228" y="147"/>
                        <a:pt x="305" y="24"/>
                      </a:cubicBezTo>
                      <a:cubicBezTo>
                        <a:pt x="312" y="12"/>
                        <a:pt x="301" y="1"/>
                        <a:pt x="28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1" name="Google Shape;1971;p44"/>
                <p:cNvSpPr/>
                <p:nvPr/>
              </p:nvSpPr>
              <p:spPr>
                <a:xfrm>
                  <a:off x="5544340" y="1945368"/>
                  <a:ext cx="40823" cy="56931"/>
                </a:xfrm>
                <a:custGeom>
                  <a:rect b="b" l="l" r="r" t="t"/>
                  <a:pathLst>
                    <a:path extrusionOk="0" h="615" w="441">
                      <a:moveTo>
                        <a:pt x="404" y="1"/>
                      </a:moveTo>
                      <a:cubicBezTo>
                        <a:pt x="396" y="1"/>
                        <a:pt x="388" y="3"/>
                        <a:pt x="382" y="9"/>
                      </a:cubicBezTo>
                      <a:cubicBezTo>
                        <a:pt x="374" y="20"/>
                        <a:pt x="363" y="30"/>
                        <a:pt x="353" y="39"/>
                      </a:cubicBezTo>
                      <a:cubicBezTo>
                        <a:pt x="345" y="47"/>
                        <a:pt x="345" y="57"/>
                        <a:pt x="349" y="66"/>
                      </a:cubicBezTo>
                      <a:cubicBezTo>
                        <a:pt x="280" y="180"/>
                        <a:pt x="207" y="293"/>
                        <a:pt x="132" y="407"/>
                      </a:cubicBezTo>
                      <a:cubicBezTo>
                        <a:pt x="94" y="462"/>
                        <a:pt x="1" y="591"/>
                        <a:pt x="117" y="614"/>
                      </a:cubicBezTo>
                      <a:cubicBezTo>
                        <a:pt x="121" y="615"/>
                        <a:pt x="125" y="615"/>
                        <a:pt x="128" y="615"/>
                      </a:cubicBezTo>
                      <a:cubicBezTo>
                        <a:pt x="186" y="615"/>
                        <a:pt x="201" y="524"/>
                        <a:pt x="140" y="514"/>
                      </a:cubicBezTo>
                      <a:lnTo>
                        <a:pt x="140" y="514"/>
                      </a:lnTo>
                      <a:cubicBezTo>
                        <a:pt x="142" y="514"/>
                        <a:pt x="144" y="514"/>
                        <a:pt x="146" y="514"/>
                      </a:cubicBezTo>
                      <a:cubicBezTo>
                        <a:pt x="209" y="514"/>
                        <a:pt x="289" y="333"/>
                        <a:pt x="317" y="285"/>
                      </a:cubicBezTo>
                      <a:cubicBezTo>
                        <a:pt x="365" y="207"/>
                        <a:pt x="411" y="126"/>
                        <a:pt x="434" y="36"/>
                      </a:cubicBezTo>
                      <a:cubicBezTo>
                        <a:pt x="440" y="16"/>
                        <a:pt x="422" y="1"/>
                        <a:pt x="40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2" name="Google Shape;1972;p44"/>
                <p:cNvSpPr/>
                <p:nvPr/>
              </p:nvSpPr>
              <p:spPr>
                <a:xfrm>
                  <a:off x="5564613" y="1961938"/>
                  <a:ext cx="38787" cy="49432"/>
                </a:xfrm>
                <a:custGeom>
                  <a:rect b="b" l="l" r="r" t="t"/>
                  <a:pathLst>
                    <a:path extrusionOk="0" h="534" w="419">
                      <a:moveTo>
                        <a:pt x="381" y="0"/>
                      </a:moveTo>
                      <a:cubicBezTo>
                        <a:pt x="374" y="0"/>
                        <a:pt x="367" y="3"/>
                        <a:pt x="361" y="10"/>
                      </a:cubicBezTo>
                      <a:cubicBezTo>
                        <a:pt x="284" y="97"/>
                        <a:pt x="209" y="189"/>
                        <a:pt x="132" y="281"/>
                      </a:cubicBezTo>
                      <a:cubicBezTo>
                        <a:pt x="84" y="339"/>
                        <a:pt x="0" y="406"/>
                        <a:pt x="5" y="489"/>
                      </a:cubicBezTo>
                      <a:cubicBezTo>
                        <a:pt x="7" y="520"/>
                        <a:pt x="29" y="534"/>
                        <a:pt x="51" y="534"/>
                      </a:cubicBezTo>
                      <a:cubicBezTo>
                        <a:pt x="79" y="534"/>
                        <a:pt x="109" y="512"/>
                        <a:pt x="101" y="472"/>
                      </a:cubicBezTo>
                      <a:cubicBezTo>
                        <a:pt x="94" y="443"/>
                        <a:pt x="173" y="358"/>
                        <a:pt x="192" y="333"/>
                      </a:cubicBezTo>
                      <a:lnTo>
                        <a:pt x="265" y="233"/>
                      </a:lnTo>
                      <a:cubicBezTo>
                        <a:pt x="313" y="170"/>
                        <a:pt x="361" y="106"/>
                        <a:pt x="405" y="41"/>
                      </a:cubicBezTo>
                      <a:cubicBezTo>
                        <a:pt x="419" y="21"/>
                        <a:pt x="400" y="0"/>
                        <a:pt x="38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3" name="Google Shape;1973;p44"/>
                <p:cNvSpPr/>
                <p:nvPr/>
              </p:nvSpPr>
              <p:spPr>
                <a:xfrm>
                  <a:off x="5565538" y="1973324"/>
                  <a:ext cx="42490" cy="53135"/>
                </a:xfrm>
                <a:custGeom>
                  <a:rect b="b" l="l" r="r" t="t"/>
                  <a:pathLst>
                    <a:path extrusionOk="0" h="574" w="459">
                      <a:moveTo>
                        <a:pt x="425" y="1"/>
                      </a:moveTo>
                      <a:cubicBezTo>
                        <a:pt x="419" y="1"/>
                        <a:pt x="413" y="3"/>
                        <a:pt x="407" y="10"/>
                      </a:cubicBezTo>
                      <a:cubicBezTo>
                        <a:pt x="276" y="168"/>
                        <a:pt x="149" y="331"/>
                        <a:pt x="28" y="497"/>
                      </a:cubicBezTo>
                      <a:cubicBezTo>
                        <a:pt x="0" y="535"/>
                        <a:pt x="30" y="573"/>
                        <a:pt x="62" y="573"/>
                      </a:cubicBezTo>
                      <a:cubicBezTo>
                        <a:pt x="76" y="573"/>
                        <a:pt x="90" y="566"/>
                        <a:pt x="101" y="549"/>
                      </a:cubicBezTo>
                      <a:cubicBezTo>
                        <a:pt x="209" y="376"/>
                        <a:pt x="324" y="208"/>
                        <a:pt x="445" y="43"/>
                      </a:cubicBezTo>
                      <a:cubicBezTo>
                        <a:pt x="459" y="24"/>
                        <a:pt x="442" y="1"/>
                        <a:pt x="42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4" name="Google Shape;1974;p44"/>
                <p:cNvSpPr/>
                <p:nvPr/>
              </p:nvSpPr>
              <p:spPr>
                <a:xfrm>
                  <a:off x="5570907" y="1983691"/>
                  <a:ext cx="45359" cy="56283"/>
                </a:xfrm>
                <a:custGeom>
                  <a:rect b="b" l="l" r="r" t="t"/>
                  <a:pathLst>
                    <a:path extrusionOk="0" h="608" w="490">
                      <a:moveTo>
                        <a:pt x="463" y="1"/>
                      </a:moveTo>
                      <a:cubicBezTo>
                        <a:pt x="459" y="1"/>
                        <a:pt x="454" y="3"/>
                        <a:pt x="449" y="8"/>
                      </a:cubicBezTo>
                      <a:cubicBezTo>
                        <a:pt x="314" y="185"/>
                        <a:pt x="176" y="367"/>
                        <a:pt x="28" y="535"/>
                      </a:cubicBezTo>
                      <a:cubicBezTo>
                        <a:pt x="0" y="566"/>
                        <a:pt x="26" y="608"/>
                        <a:pt x="61" y="608"/>
                      </a:cubicBezTo>
                      <a:cubicBezTo>
                        <a:pt x="65" y="608"/>
                        <a:pt x="68" y="607"/>
                        <a:pt x="72" y="606"/>
                      </a:cubicBezTo>
                      <a:cubicBezTo>
                        <a:pt x="83" y="604"/>
                        <a:pt x="93" y="600"/>
                        <a:pt x="103" y="598"/>
                      </a:cubicBezTo>
                      <a:cubicBezTo>
                        <a:pt x="128" y="592"/>
                        <a:pt x="135" y="562"/>
                        <a:pt x="126" y="542"/>
                      </a:cubicBezTo>
                      <a:cubicBezTo>
                        <a:pt x="237" y="369"/>
                        <a:pt x="358" y="200"/>
                        <a:pt x="479" y="33"/>
                      </a:cubicBezTo>
                      <a:cubicBezTo>
                        <a:pt x="489" y="19"/>
                        <a:pt x="477" y="1"/>
                        <a:pt x="46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5" name="Google Shape;1975;p44"/>
                <p:cNvSpPr/>
                <p:nvPr/>
              </p:nvSpPr>
              <p:spPr>
                <a:xfrm>
                  <a:off x="5585255" y="1988968"/>
                  <a:ext cx="45359" cy="57023"/>
                </a:xfrm>
                <a:custGeom>
                  <a:rect b="b" l="l" r="r" t="t"/>
                  <a:pathLst>
                    <a:path extrusionOk="0" h="616" w="490">
                      <a:moveTo>
                        <a:pt x="451" y="1"/>
                      </a:moveTo>
                      <a:cubicBezTo>
                        <a:pt x="445" y="1"/>
                        <a:pt x="438" y="4"/>
                        <a:pt x="432" y="11"/>
                      </a:cubicBezTo>
                      <a:cubicBezTo>
                        <a:pt x="353" y="114"/>
                        <a:pt x="271" y="216"/>
                        <a:pt x="190" y="318"/>
                      </a:cubicBezTo>
                      <a:cubicBezTo>
                        <a:pt x="134" y="389"/>
                        <a:pt x="34" y="468"/>
                        <a:pt x="7" y="555"/>
                      </a:cubicBezTo>
                      <a:cubicBezTo>
                        <a:pt x="1" y="574"/>
                        <a:pt x="13" y="599"/>
                        <a:pt x="30" y="608"/>
                      </a:cubicBezTo>
                      <a:cubicBezTo>
                        <a:pt x="32" y="608"/>
                        <a:pt x="34" y="610"/>
                        <a:pt x="36" y="610"/>
                      </a:cubicBezTo>
                      <a:cubicBezTo>
                        <a:pt x="43" y="613"/>
                        <a:pt x="50" y="615"/>
                        <a:pt x="58" y="615"/>
                      </a:cubicBezTo>
                      <a:cubicBezTo>
                        <a:pt x="70" y="615"/>
                        <a:pt x="83" y="610"/>
                        <a:pt x="92" y="599"/>
                      </a:cubicBezTo>
                      <a:cubicBezTo>
                        <a:pt x="94" y="599"/>
                        <a:pt x="94" y="597"/>
                        <a:pt x="96" y="597"/>
                      </a:cubicBezTo>
                      <a:cubicBezTo>
                        <a:pt x="107" y="585"/>
                        <a:pt x="109" y="570"/>
                        <a:pt x="107" y="558"/>
                      </a:cubicBezTo>
                      <a:cubicBezTo>
                        <a:pt x="128" y="518"/>
                        <a:pt x="165" y="474"/>
                        <a:pt x="190" y="441"/>
                      </a:cubicBezTo>
                      <a:cubicBezTo>
                        <a:pt x="224" y="393"/>
                        <a:pt x="257" y="345"/>
                        <a:pt x="292" y="299"/>
                      </a:cubicBezTo>
                      <a:cubicBezTo>
                        <a:pt x="353" y="216"/>
                        <a:pt x="413" y="132"/>
                        <a:pt x="474" y="49"/>
                      </a:cubicBezTo>
                      <a:cubicBezTo>
                        <a:pt x="489" y="27"/>
                        <a:pt x="471" y="1"/>
                        <a:pt x="45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6" name="Google Shape;1976;p44"/>
                <p:cNvSpPr/>
                <p:nvPr/>
              </p:nvSpPr>
              <p:spPr>
                <a:xfrm>
                  <a:off x="5583126" y="2000539"/>
                  <a:ext cx="46100" cy="56283"/>
                </a:xfrm>
                <a:custGeom>
                  <a:rect b="b" l="l" r="r" t="t"/>
                  <a:pathLst>
                    <a:path extrusionOk="0" h="608" w="498">
                      <a:moveTo>
                        <a:pt x="460" y="1"/>
                      </a:moveTo>
                      <a:cubicBezTo>
                        <a:pt x="453" y="1"/>
                        <a:pt x="446" y="4"/>
                        <a:pt x="440" y="12"/>
                      </a:cubicBezTo>
                      <a:cubicBezTo>
                        <a:pt x="361" y="107"/>
                        <a:pt x="282" y="205"/>
                        <a:pt x="201" y="301"/>
                      </a:cubicBezTo>
                      <a:cubicBezTo>
                        <a:pt x="138" y="376"/>
                        <a:pt x="57" y="449"/>
                        <a:pt x="17" y="541"/>
                      </a:cubicBezTo>
                      <a:cubicBezTo>
                        <a:pt x="0" y="579"/>
                        <a:pt x="30" y="607"/>
                        <a:pt x="60" y="607"/>
                      </a:cubicBezTo>
                      <a:cubicBezTo>
                        <a:pt x="78" y="607"/>
                        <a:pt x="95" y="597"/>
                        <a:pt x="103" y="574"/>
                      </a:cubicBezTo>
                      <a:cubicBezTo>
                        <a:pt x="134" y="474"/>
                        <a:pt x="228" y="383"/>
                        <a:pt x="290" y="301"/>
                      </a:cubicBezTo>
                      <a:cubicBezTo>
                        <a:pt x="353" y="218"/>
                        <a:pt x="417" y="132"/>
                        <a:pt x="482" y="49"/>
                      </a:cubicBezTo>
                      <a:cubicBezTo>
                        <a:pt x="498" y="27"/>
                        <a:pt x="480" y="1"/>
                        <a:pt x="46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7" name="Google Shape;1977;p44"/>
                <p:cNvSpPr/>
                <p:nvPr/>
              </p:nvSpPr>
              <p:spPr>
                <a:xfrm>
                  <a:off x="5601547" y="2008870"/>
                  <a:ext cx="45915" cy="50728"/>
                </a:xfrm>
                <a:custGeom>
                  <a:rect b="b" l="l" r="r" t="t"/>
                  <a:pathLst>
                    <a:path extrusionOk="0" h="548" w="496">
                      <a:moveTo>
                        <a:pt x="445" y="1"/>
                      </a:moveTo>
                      <a:cubicBezTo>
                        <a:pt x="438" y="1"/>
                        <a:pt x="430" y="4"/>
                        <a:pt x="423" y="11"/>
                      </a:cubicBezTo>
                      <a:cubicBezTo>
                        <a:pt x="285" y="159"/>
                        <a:pt x="154" y="311"/>
                        <a:pt x="29" y="468"/>
                      </a:cubicBezTo>
                      <a:cubicBezTo>
                        <a:pt x="1" y="503"/>
                        <a:pt x="33" y="547"/>
                        <a:pt x="66" y="547"/>
                      </a:cubicBezTo>
                      <a:cubicBezTo>
                        <a:pt x="77" y="547"/>
                        <a:pt x="89" y="542"/>
                        <a:pt x="98" y="530"/>
                      </a:cubicBezTo>
                      <a:cubicBezTo>
                        <a:pt x="214" y="368"/>
                        <a:pt x="341" y="211"/>
                        <a:pt x="473" y="59"/>
                      </a:cubicBezTo>
                      <a:cubicBezTo>
                        <a:pt x="495" y="34"/>
                        <a:pt x="471" y="1"/>
                        <a:pt x="44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8" name="Google Shape;1978;p44"/>
                <p:cNvSpPr/>
                <p:nvPr/>
              </p:nvSpPr>
              <p:spPr>
                <a:xfrm>
                  <a:off x="5615803" y="2007204"/>
                  <a:ext cx="49895" cy="57671"/>
                </a:xfrm>
                <a:custGeom>
                  <a:rect b="b" l="l" r="r" t="t"/>
                  <a:pathLst>
                    <a:path extrusionOk="0" h="623" w="539">
                      <a:moveTo>
                        <a:pt x="492" y="1"/>
                      </a:moveTo>
                      <a:cubicBezTo>
                        <a:pt x="484" y="1"/>
                        <a:pt x="476" y="4"/>
                        <a:pt x="469" y="12"/>
                      </a:cubicBezTo>
                      <a:cubicBezTo>
                        <a:pt x="315" y="183"/>
                        <a:pt x="146" y="358"/>
                        <a:pt x="21" y="554"/>
                      </a:cubicBezTo>
                      <a:cubicBezTo>
                        <a:pt x="1" y="587"/>
                        <a:pt x="34" y="622"/>
                        <a:pt x="66" y="622"/>
                      </a:cubicBezTo>
                      <a:cubicBezTo>
                        <a:pt x="77" y="622"/>
                        <a:pt x="89" y="618"/>
                        <a:pt x="98" y="606"/>
                      </a:cubicBezTo>
                      <a:cubicBezTo>
                        <a:pt x="242" y="425"/>
                        <a:pt x="362" y="231"/>
                        <a:pt x="517" y="56"/>
                      </a:cubicBezTo>
                      <a:cubicBezTo>
                        <a:pt x="539" y="33"/>
                        <a:pt x="517" y="1"/>
                        <a:pt x="49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9" name="Google Shape;1979;p44"/>
                <p:cNvSpPr/>
                <p:nvPr/>
              </p:nvSpPr>
              <p:spPr>
                <a:xfrm>
                  <a:off x="5616358" y="2019701"/>
                  <a:ext cx="53876" cy="61466"/>
                </a:xfrm>
                <a:custGeom>
                  <a:rect b="b" l="l" r="r" t="t"/>
                  <a:pathLst>
                    <a:path extrusionOk="0" h="664" w="582">
                      <a:moveTo>
                        <a:pt x="563" y="0"/>
                      </a:moveTo>
                      <a:cubicBezTo>
                        <a:pt x="560" y="0"/>
                        <a:pt x="557" y="2"/>
                        <a:pt x="554" y="5"/>
                      </a:cubicBezTo>
                      <a:cubicBezTo>
                        <a:pt x="384" y="207"/>
                        <a:pt x="194" y="394"/>
                        <a:pt x="27" y="599"/>
                      </a:cubicBezTo>
                      <a:cubicBezTo>
                        <a:pt x="1" y="629"/>
                        <a:pt x="30" y="663"/>
                        <a:pt x="58" y="663"/>
                      </a:cubicBezTo>
                      <a:cubicBezTo>
                        <a:pt x="70" y="663"/>
                        <a:pt x="82" y="657"/>
                        <a:pt x="90" y="642"/>
                      </a:cubicBezTo>
                      <a:cubicBezTo>
                        <a:pt x="146" y="528"/>
                        <a:pt x="244" y="428"/>
                        <a:pt x="323" y="328"/>
                      </a:cubicBezTo>
                      <a:cubicBezTo>
                        <a:pt x="404" y="226"/>
                        <a:pt x="488" y="123"/>
                        <a:pt x="573" y="23"/>
                      </a:cubicBezTo>
                      <a:cubicBezTo>
                        <a:pt x="581" y="12"/>
                        <a:pt x="572" y="0"/>
                        <a:pt x="56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0" name="Google Shape;1980;p44"/>
                <p:cNvSpPr/>
                <p:nvPr/>
              </p:nvSpPr>
              <p:spPr>
                <a:xfrm>
                  <a:off x="5624967" y="2026458"/>
                  <a:ext cx="56931" cy="62300"/>
                </a:xfrm>
                <a:custGeom>
                  <a:rect b="b" l="l" r="r" t="t"/>
                  <a:pathLst>
                    <a:path extrusionOk="0" h="673" w="615">
                      <a:moveTo>
                        <a:pt x="588" y="0"/>
                      </a:moveTo>
                      <a:cubicBezTo>
                        <a:pt x="583" y="0"/>
                        <a:pt x="578" y="2"/>
                        <a:pt x="574" y="7"/>
                      </a:cubicBezTo>
                      <a:cubicBezTo>
                        <a:pt x="441" y="157"/>
                        <a:pt x="307" y="305"/>
                        <a:pt x="172" y="455"/>
                      </a:cubicBezTo>
                      <a:cubicBezTo>
                        <a:pt x="126" y="505"/>
                        <a:pt x="1" y="601"/>
                        <a:pt x="93" y="665"/>
                      </a:cubicBezTo>
                      <a:cubicBezTo>
                        <a:pt x="100" y="670"/>
                        <a:pt x="107" y="672"/>
                        <a:pt x="114" y="672"/>
                      </a:cubicBezTo>
                      <a:cubicBezTo>
                        <a:pt x="153" y="672"/>
                        <a:pt x="180" y="607"/>
                        <a:pt x="134" y="582"/>
                      </a:cubicBezTo>
                      <a:lnTo>
                        <a:pt x="134" y="582"/>
                      </a:lnTo>
                      <a:cubicBezTo>
                        <a:pt x="137" y="583"/>
                        <a:pt x="140" y="584"/>
                        <a:pt x="143" y="584"/>
                      </a:cubicBezTo>
                      <a:cubicBezTo>
                        <a:pt x="200" y="584"/>
                        <a:pt x="344" y="361"/>
                        <a:pt x="374" y="323"/>
                      </a:cubicBezTo>
                      <a:cubicBezTo>
                        <a:pt x="449" y="228"/>
                        <a:pt x="526" y="130"/>
                        <a:pt x="603" y="34"/>
                      </a:cubicBezTo>
                      <a:cubicBezTo>
                        <a:pt x="614" y="18"/>
                        <a:pt x="602" y="0"/>
                        <a:pt x="58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1" name="Google Shape;1981;p44"/>
                <p:cNvSpPr/>
                <p:nvPr/>
              </p:nvSpPr>
              <p:spPr>
                <a:xfrm>
                  <a:off x="5646443" y="2026180"/>
                  <a:ext cx="56005" cy="65447"/>
                </a:xfrm>
                <a:custGeom>
                  <a:rect b="b" l="l" r="r" t="t"/>
                  <a:pathLst>
                    <a:path extrusionOk="0" h="707" w="605">
                      <a:moveTo>
                        <a:pt x="564" y="0"/>
                      </a:moveTo>
                      <a:cubicBezTo>
                        <a:pt x="557" y="0"/>
                        <a:pt x="550" y="3"/>
                        <a:pt x="544" y="10"/>
                      </a:cubicBezTo>
                      <a:cubicBezTo>
                        <a:pt x="438" y="128"/>
                        <a:pt x="332" y="247"/>
                        <a:pt x="225" y="366"/>
                      </a:cubicBezTo>
                      <a:cubicBezTo>
                        <a:pt x="175" y="422"/>
                        <a:pt x="125" y="479"/>
                        <a:pt x="73" y="535"/>
                      </a:cubicBezTo>
                      <a:cubicBezTo>
                        <a:pt x="46" y="566"/>
                        <a:pt x="13" y="591"/>
                        <a:pt x="4" y="633"/>
                      </a:cubicBezTo>
                      <a:cubicBezTo>
                        <a:pt x="0" y="652"/>
                        <a:pt x="4" y="672"/>
                        <a:pt x="19" y="685"/>
                      </a:cubicBezTo>
                      <a:cubicBezTo>
                        <a:pt x="23" y="687"/>
                        <a:pt x="27" y="689"/>
                        <a:pt x="29" y="693"/>
                      </a:cubicBezTo>
                      <a:cubicBezTo>
                        <a:pt x="41" y="702"/>
                        <a:pt x="53" y="706"/>
                        <a:pt x="66" y="706"/>
                      </a:cubicBezTo>
                      <a:cubicBezTo>
                        <a:pt x="80" y="706"/>
                        <a:pt x="94" y="700"/>
                        <a:pt x="106" y="689"/>
                      </a:cubicBezTo>
                      <a:lnTo>
                        <a:pt x="113" y="681"/>
                      </a:lnTo>
                      <a:cubicBezTo>
                        <a:pt x="131" y="666"/>
                        <a:pt x="131" y="643"/>
                        <a:pt x="121" y="624"/>
                      </a:cubicBezTo>
                      <a:cubicBezTo>
                        <a:pt x="144" y="585"/>
                        <a:pt x="196" y="537"/>
                        <a:pt x="217" y="512"/>
                      </a:cubicBezTo>
                      <a:cubicBezTo>
                        <a:pt x="259" y="458"/>
                        <a:pt x="302" y="404"/>
                        <a:pt x="344" y="351"/>
                      </a:cubicBezTo>
                      <a:cubicBezTo>
                        <a:pt x="425" y="251"/>
                        <a:pt x="507" y="149"/>
                        <a:pt x="586" y="49"/>
                      </a:cubicBezTo>
                      <a:cubicBezTo>
                        <a:pt x="605" y="27"/>
                        <a:pt x="585" y="0"/>
                        <a:pt x="56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2" name="Google Shape;1982;p44"/>
                <p:cNvSpPr/>
                <p:nvPr/>
              </p:nvSpPr>
              <p:spPr>
                <a:xfrm>
                  <a:off x="5654682" y="2035437"/>
                  <a:ext cx="56283" cy="69057"/>
                </a:xfrm>
                <a:custGeom>
                  <a:rect b="b" l="l" r="r" t="t"/>
                  <a:pathLst>
                    <a:path extrusionOk="0" h="746" w="608">
                      <a:moveTo>
                        <a:pt x="567" y="1"/>
                      </a:moveTo>
                      <a:cubicBezTo>
                        <a:pt x="559" y="1"/>
                        <a:pt x="552" y="4"/>
                        <a:pt x="545" y="12"/>
                      </a:cubicBezTo>
                      <a:cubicBezTo>
                        <a:pt x="441" y="135"/>
                        <a:pt x="334" y="260"/>
                        <a:pt x="228" y="383"/>
                      </a:cubicBezTo>
                      <a:cubicBezTo>
                        <a:pt x="153" y="472"/>
                        <a:pt x="40" y="564"/>
                        <a:pt x="9" y="681"/>
                      </a:cubicBezTo>
                      <a:cubicBezTo>
                        <a:pt x="0" y="716"/>
                        <a:pt x="33" y="745"/>
                        <a:pt x="65" y="745"/>
                      </a:cubicBezTo>
                      <a:cubicBezTo>
                        <a:pt x="78" y="745"/>
                        <a:pt x="91" y="740"/>
                        <a:pt x="101" y="729"/>
                      </a:cubicBezTo>
                      <a:cubicBezTo>
                        <a:pt x="107" y="722"/>
                        <a:pt x="111" y="716"/>
                        <a:pt x="115" y="710"/>
                      </a:cubicBezTo>
                      <a:cubicBezTo>
                        <a:pt x="128" y="695"/>
                        <a:pt x="130" y="679"/>
                        <a:pt x="126" y="664"/>
                      </a:cubicBezTo>
                      <a:cubicBezTo>
                        <a:pt x="168" y="558"/>
                        <a:pt x="288" y="445"/>
                        <a:pt x="353" y="364"/>
                      </a:cubicBezTo>
                      <a:cubicBezTo>
                        <a:pt x="432" y="260"/>
                        <a:pt x="511" y="156"/>
                        <a:pt x="591" y="53"/>
                      </a:cubicBezTo>
                      <a:cubicBezTo>
                        <a:pt x="608" y="30"/>
                        <a:pt x="589" y="1"/>
                        <a:pt x="56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3" name="Google Shape;1983;p44"/>
                <p:cNvSpPr/>
                <p:nvPr/>
              </p:nvSpPr>
              <p:spPr>
                <a:xfrm>
                  <a:off x="5668752" y="2045990"/>
                  <a:ext cx="53691" cy="64151"/>
                </a:xfrm>
                <a:custGeom>
                  <a:rect b="b" l="l" r="r" t="t"/>
                  <a:pathLst>
                    <a:path extrusionOk="0" h="693" w="580">
                      <a:moveTo>
                        <a:pt x="571" y="1"/>
                      </a:moveTo>
                      <a:cubicBezTo>
                        <a:pt x="570" y="1"/>
                        <a:pt x="569" y="1"/>
                        <a:pt x="568" y="2"/>
                      </a:cubicBezTo>
                      <a:cubicBezTo>
                        <a:pt x="387" y="204"/>
                        <a:pt x="157" y="398"/>
                        <a:pt x="20" y="633"/>
                      </a:cubicBezTo>
                      <a:cubicBezTo>
                        <a:pt x="1" y="666"/>
                        <a:pt x="30" y="693"/>
                        <a:pt x="59" y="693"/>
                      </a:cubicBezTo>
                      <a:cubicBezTo>
                        <a:pt x="62" y="693"/>
                        <a:pt x="65" y="692"/>
                        <a:pt x="68" y="692"/>
                      </a:cubicBezTo>
                      <a:cubicBezTo>
                        <a:pt x="97" y="686"/>
                        <a:pt x="103" y="681"/>
                        <a:pt x="124" y="658"/>
                      </a:cubicBezTo>
                      <a:cubicBezTo>
                        <a:pt x="141" y="638"/>
                        <a:pt x="134" y="617"/>
                        <a:pt x="120" y="602"/>
                      </a:cubicBezTo>
                      <a:cubicBezTo>
                        <a:pt x="174" y="496"/>
                        <a:pt x="266" y="400"/>
                        <a:pt x="336" y="310"/>
                      </a:cubicBezTo>
                      <a:cubicBezTo>
                        <a:pt x="416" y="208"/>
                        <a:pt x="495" y="108"/>
                        <a:pt x="576" y="8"/>
                      </a:cubicBezTo>
                      <a:cubicBezTo>
                        <a:pt x="579" y="5"/>
                        <a:pt x="575" y="1"/>
                        <a:pt x="57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4" name="Google Shape;1984;p44"/>
                <p:cNvSpPr/>
                <p:nvPr/>
              </p:nvSpPr>
              <p:spPr>
                <a:xfrm>
                  <a:off x="5678935" y="2050248"/>
                  <a:ext cx="55635" cy="61652"/>
                </a:xfrm>
                <a:custGeom>
                  <a:rect b="b" l="l" r="r" t="t"/>
                  <a:pathLst>
                    <a:path extrusionOk="0" h="666" w="601">
                      <a:moveTo>
                        <a:pt x="599" y="1"/>
                      </a:moveTo>
                      <a:cubicBezTo>
                        <a:pt x="599" y="1"/>
                        <a:pt x="598" y="1"/>
                        <a:pt x="597" y="2"/>
                      </a:cubicBezTo>
                      <a:cubicBezTo>
                        <a:pt x="412" y="202"/>
                        <a:pt x="218" y="400"/>
                        <a:pt x="29" y="600"/>
                      </a:cubicBezTo>
                      <a:cubicBezTo>
                        <a:pt x="0" y="628"/>
                        <a:pt x="30" y="666"/>
                        <a:pt x="61" y="666"/>
                      </a:cubicBezTo>
                      <a:cubicBezTo>
                        <a:pt x="73" y="666"/>
                        <a:pt x="86" y="660"/>
                        <a:pt x="95" y="646"/>
                      </a:cubicBezTo>
                      <a:cubicBezTo>
                        <a:pt x="247" y="423"/>
                        <a:pt x="416" y="202"/>
                        <a:pt x="600" y="2"/>
                      </a:cubicBezTo>
                      <a:cubicBezTo>
                        <a:pt x="601" y="2"/>
                        <a:pt x="600" y="1"/>
                        <a:pt x="59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5" name="Google Shape;1985;p44"/>
                <p:cNvSpPr/>
                <p:nvPr/>
              </p:nvSpPr>
              <p:spPr>
                <a:xfrm>
                  <a:off x="5684859" y="2051729"/>
                  <a:ext cx="66095" cy="70538"/>
                </a:xfrm>
                <a:custGeom>
                  <a:rect b="b" l="l" r="r" t="t"/>
                  <a:pathLst>
                    <a:path extrusionOk="0" h="762" w="714">
                      <a:moveTo>
                        <a:pt x="673" y="0"/>
                      </a:moveTo>
                      <a:cubicBezTo>
                        <a:pt x="666" y="0"/>
                        <a:pt x="659" y="3"/>
                        <a:pt x="652" y="11"/>
                      </a:cubicBezTo>
                      <a:cubicBezTo>
                        <a:pt x="458" y="236"/>
                        <a:pt x="258" y="465"/>
                        <a:pt x="37" y="667"/>
                      </a:cubicBezTo>
                      <a:cubicBezTo>
                        <a:pt x="0" y="703"/>
                        <a:pt x="38" y="762"/>
                        <a:pt x="82" y="762"/>
                      </a:cubicBezTo>
                      <a:cubicBezTo>
                        <a:pt x="87" y="762"/>
                        <a:pt x="93" y="761"/>
                        <a:pt x="98" y="759"/>
                      </a:cubicBezTo>
                      <a:cubicBezTo>
                        <a:pt x="110" y="755"/>
                        <a:pt x="123" y="751"/>
                        <a:pt x="133" y="747"/>
                      </a:cubicBezTo>
                      <a:cubicBezTo>
                        <a:pt x="165" y="738"/>
                        <a:pt x="175" y="711"/>
                        <a:pt x="169" y="686"/>
                      </a:cubicBezTo>
                      <a:cubicBezTo>
                        <a:pt x="348" y="478"/>
                        <a:pt x="529" y="269"/>
                        <a:pt x="696" y="50"/>
                      </a:cubicBezTo>
                      <a:cubicBezTo>
                        <a:pt x="713" y="27"/>
                        <a:pt x="694" y="0"/>
                        <a:pt x="6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6" name="Google Shape;1986;p44"/>
                <p:cNvSpPr/>
                <p:nvPr/>
              </p:nvSpPr>
              <p:spPr>
                <a:xfrm>
                  <a:off x="5705224" y="2061264"/>
                  <a:ext cx="60911" cy="69242"/>
                </a:xfrm>
                <a:custGeom>
                  <a:rect b="b" l="l" r="r" t="t"/>
                  <a:pathLst>
                    <a:path extrusionOk="0" h="748" w="658">
                      <a:moveTo>
                        <a:pt x="600" y="0"/>
                      </a:moveTo>
                      <a:cubicBezTo>
                        <a:pt x="591" y="0"/>
                        <a:pt x="581" y="4"/>
                        <a:pt x="572" y="14"/>
                      </a:cubicBezTo>
                      <a:cubicBezTo>
                        <a:pt x="384" y="223"/>
                        <a:pt x="186" y="435"/>
                        <a:pt x="28" y="666"/>
                      </a:cubicBezTo>
                      <a:cubicBezTo>
                        <a:pt x="0" y="705"/>
                        <a:pt x="40" y="748"/>
                        <a:pt x="80" y="748"/>
                      </a:cubicBezTo>
                      <a:cubicBezTo>
                        <a:pt x="94" y="748"/>
                        <a:pt x="109" y="742"/>
                        <a:pt x="120" y="729"/>
                      </a:cubicBezTo>
                      <a:cubicBezTo>
                        <a:pt x="295" y="514"/>
                        <a:pt x="453" y="285"/>
                        <a:pt x="632" y="70"/>
                      </a:cubicBezTo>
                      <a:cubicBezTo>
                        <a:pt x="658" y="39"/>
                        <a:pt x="630" y="0"/>
                        <a:pt x="60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7" name="Google Shape;1987;p44"/>
                <p:cNvSpPr/>
                <p:nvPr/>
              </p:nvSpPr>
              <p:spPr>
                <a:xfrm>
                  <a:off x="5719943" y="2060338"/>
                  <a:ext cx="63688" cy="70909"/>
                </a:xfrm>
                <a:custGeom>
                  <a:rect b="b" l="l" r="r" t="t"/>
                  <a:pathLst>
                    <a:path extrusionOk="0" h="766" w="688">
                      <a:moveTo>
                        <a:pt x="642" y="1"/>
                      </a:moveTo>
                      <a:cubicBezTo>
                        <a:pt x="634" y="1"/>
                        <a:pt x="626" y="4"/>
                        <a:pt x="619" y="12"/>
                      </a:cubicBezTo>
                      <a:cubicBezTo>
                        <a:pt x="509" y="130"/>
                        <a:pt x="398" y="249"/>
                        <a:pt x="290" y="368"/>
                      </a:cubicBezTo>
                      <a:cubicBezTo>
                        <a:pt x="205" y="460"/>
                        <a:pt x="65" y="566"/>
                        <a:pt x="13" y="681"/>
                      </a:cubicBezTo>
                      <a:cubicBezTo>
                        <a:pt x="0" y="706"/>
                        <a:pt x="7" y="743"/>
                        <a:pt x="36" y="756"/>
                      </a:cubicBezTo>
                      <a:lnTo>
                        <a:pt x="46" y="760"/>
                      </a:lnTo>
                      <a:cubicBezTo>
                        <a:pt x="54" y="763"/>
                        <a:pt x="63" y="765"/>
                        <a:pt x="72" y="765"/>
                      </a:cubicBezTo>
                      <a:cubicBezTo>
                        <a:pt x="86" y="765"/>
                        <a:pt x="100" y="760"/>
                        <a:pt x="109" y="747"/>
                      </a:cubicBezTo>
                      <a:lnTo>
                        <a:pt x="115" y="741"/>
                      </a:lnTo>
                      <a:cubicBezTo>
                        <a:pt x="123" y="733"/>
                        <a:pt x="125" y="718"/>
                        <a:pt x="125" y="706"/>
                      </a:cubicBezTo>
                      <a:cubicBezTo>
                        <a:pt x="154" y="656"/>
                        <a:pt x="207" y="608"/>
                        <a:pt x="242" y="566"/>
                      </a:cubicBezTo>
                      <a:cubicBezTo>
                        <a:pt x="290" y="508"/>
                        <a:pt x="340" y="449"/>
                        <a:pt x="390" y="389"/>
                      </a:cubicBezTo>
                      <a:cubicBezTo>
                        <a:pt x="482" y="278"/>
                        <a:pt x="575" y="168"/>
                        <a:pt x="667" y="55"/>
                      </a:cubicBezTo>
                      <a:cubicBezTo>
                        <a:pt x="688" y="32"/>
                        <a:pt x="666" y="1"/>
                        <a:pt x="64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8" name="Google Shape;1988;p44"/>
                <p:cNvSpPr/>
                <p:nvPr/>
              </p:nvSpPr>
              <p:spPr>
                <a:xfrm>
                  <a:off x="5738364" y="2068207"/>
                  <a:ext cx="52672" cy="62577"/>
                </a:xfrm>
                <a:custGeom>
                  <a:rect b="b" l="l" r="r" t="t"/>
                  <a:pathLst>
                    <a:path extrusionOk="0" h="676" w="569">
                      <a:moveTo>
                        <a:pt x="530" y="1"/>
                      </a:moveTo>
                      <a:cubicBezTo>
                        <a:pt x="522" y="1"/>
                        <a:pt x="514" y="4"/>
                        <a:pt x="508" y="10"/>
                      </a:cubicBezTo>
                      <a:cubicBezTo>
                        <a:pt x="508" y="8"/>
                        <a:pt x="508" y="8"/>
                        <a:pt x="508" y="8"/>
                      </a:cubicBezTo>
                      <a:cubicBezTo>
                        <a:pt x="424" y="102"/>
                        <a:pt x="354" y="208"/>
                        <a:pt x="274" y="306"/>
                      </a:cubicBezTo>
                      <a:cubicBezTo>
                        <a:pt x="195" y="404"/>
                        <a:pt x="108" y="498"/>
                        <a:pt x="28" y="596"/>
                      </a:cubicBezTo>
                      <a:cubicBezTo>
                        <a:pt x="0" y="632"/>
                        <a:pt x="31" y="675"/>
                        <a:pt x="66" y="675"/>
                      </a:cubicBezTo>
                      <a:cubicBezTo>
                        <a:pt x="78" y="675"/>
                        <a:pt x="89" y="671"/>
                        <a:pt x="99" y="660"/>
                      </a:cubicBezTo>
                      <a:cubicBezTo>
                        <a:pt x="270" y="485"/>
                        <a:pt x="445" y="260"/>
                        <a:pt x="558" y="41"/>
                      </a:cubicBezTo>
                      <a:cubicBezTo>
                        <a:pt x="568" y="19"/>
                        <a:pt x="550" y="1"/>
                        <a:pt x="53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9" name="Google Shape;1989;p44"/>
                <p:cNvSpPr/>
                <p:nvPr/>
              </p:nvSpPr>
              <p:spPr>
                <a:xfrm>
                  <a:off x="5745584" y="2069873"/>
                  <a:ext cx="59337" cy="67206"/>
                </a:xfrm>
                <a:custGeom>
                  <a:rect b="b" l="l" r="r" t="t"/>
                  <a:pathLst>
                    <a:path extrusionOk="0" h="726" w="641">
                      <a:moveTo>
                        <a:pt x="609" y="1"/>
                      </a:moveTo>
                      <a:cubicBezTo>
                        <a:pt x="603" y="1"/>
                        <a:pt x="597" y="3"/>
                        <a:pt x="592" y="9"/>
                      </a:cubicBezTo>
                      <a:cubicBezTo>
                        <a:pt x="399" y="213"/>
                        <a:pt x="221" y="434"/>
                        <a:pt x="32" y="642"/>
                      </a:cubicBezTo>
                      <a:cubicBezTo>
                        <a:pt x="0" y="679"/>
                        <a:pt x="34" y="726"/>
                        <a:pt x="72" y="726"/>
                      </a:cubicBezTo>
                      <a:cubicBezTo>
                        <a:pt x="84" y="726"/>
                        <a:pt x="96" y="721"/>
                        <a:pt x="107" y="709"/>
                      </a:cubicBezTo>
                      <a:cubicBezTo>
                        <a:pt x="292" y="501"/>
                        <a:pt x="484" y="273"/>
                        <a:pt x="630" y="34"/>
                      </a:cubicBezTo>
                      <a:cubicBezTo>
                        <a:pt x="640" y="17"/>
                        <a:pt x="625" y="1"/>
                        <a:pt x="60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0" name="Google Shape;1990;p44"/>
                <p:cNvSpPr/>
                <p:nvPr/>
              </p:nvSpPr>
              <p:spPr>
                <a:xfrm>
                  <a:off x="5758544" y="2077001"/>
                  <a:ext cx="61837" cy="67391"/>
                </a:xfrm>
                <a:custGeom>
                  <a:rect b="b" l="l" r="r" t="t"/>
                  <a:pathLst>
                    <a:path extrusionOk="0" h="728" w="668">
                      <a:moveTo>
                        <a:pt x="627" y="0"/>
                      </a:moveTo>
                      <a:cubicBezTo>
                        <a:pt x="620" y="0"/>
                        <a:pt x="613" y="3"/>
                        <a:pt x="607" y="9"/>
                      </a:cubicBezTo>
                      <a:cubicBezTo>
                        <a:pt x="402" y="207"/>
                        <a:pt x="198" y="415"/>
                        <a:pt x="27" y="644"/>
                      </a:cubicBezTo>
                      <a:cubicBezTo>
                        <a:pt x="1" y="682"/>
                        <a:pt x="32" y="727"/>
                        <a:pt x="66" y="727"/>
                      </a:cubicBezTo>
                      <a:cubicBezTo>
                        <a:pt x="78" y="727"/>
                        <a:pt x="90" y="722"/>
                        <a:pt x="100" y="709"/>
                      </a:cubicBezTo>
                      <a:cubicBezTo>
                        <a:pt x="277" y="482"/>
                        <a:pt x="450" y="257"/>
                        <a:pt x="648" y="46"/>
                      </a:cubicBezTo>
                      <a:cubicBezTo>
                        <a:pt x="667" y="26"/>
                        <a:pt x="649" y="0"/>
                        <a:pt x="62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1" name="Google Shape;1991;p44"/>
                <p:cNvSpPr/>
                <p:nvPr/>
              </p:nvSpPr>
              <p:spPr>
                <a:xfrm>
                  <a:off x="5770485" y="2075890"/>
                  <a:ext cx="68132" cy="72482"/>
                </a:xfrm>
                <a:custGeom>
                  <a:rect b="b" l="l" r="r" t="t"/>
                  <a:pathLst>
                    <a:path extrusionOk="0" h="783" w="736">
                      <a:moveTo>
                        <a:pt x="703" y="0"/>
                      </a:moveTo>
                      <a:cubicBezTo>
                        <a:pt x="697" y="0"/>
                        <a:pt x="691" y="3"/>
                        <a:pt x="686" y="8"/>
                      </a:cubicBezTo>
                      <a:cubicBezTo>
                        <a:pt x="469" y="235"/>
                        <a:pt x="215" y="448"/>
                        <a:pt x="29" y="702"/>
                      </a:cubicBezTo>
                      <a:cubicBezTo>
                        <a:pt x="0" y="742"/>
                        <a:pt x="33" y="783"/>
                        <a:pt x="68" y="783"/>
                      </a:cubicBezTo>
                      <a:cubicBezTo>
                        <a:pt x="83" y="783"/>
                        <a:pt x="98" y="775"/>
                        <a:pt x="109" y="756"/>
                      </a:cubicBezTo>
                      <a:cubicBezTo>
                        <a:pt x="188" y="621"/>
                        <a:pt x="307" y="506"/>
                        <a:pt x="409" y="388"/>
                      </a:cubicBezTo>
                      <a:cubicBezTo>
                        <a:pt x="511" y="271"/>
                        <a:pt x="615" y="154"/>
                        <a:pt x="719" y="40"/>
                      </a:cubicBezTo>
                      <a:cubicBezTo>
                        <a:pt x="735" y="22"/>
                        <a:pt x="720" y="0"/>
                        <a:pt x="70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2" name="Google Shape;1992;p44"/>
                <p:cNvSpPr/>
                <p:nvPr/>
              </p:nvSpPr>
              <p:spPr>
                <a:xfrm>
                  <a:off x="5782241" y="2078111"/>
                  <a:ext cx="71557" cy="73038"/>
                </a:xfrm>
                <a:custGeom>
                  <a:rect b="b" l="l" r="r" t="t"/>
                  <a:pathLst>
                    <a:path extrusionOk="0" h="789" w="773">
                      <a:moveTo>
                        <a:pt x="736" y="0"/>
                      </a:moveTo>
                      <a:cubicBezTo>
                        <a:pt x="730" y="0"/>
                        <a:pt x="723" y="3"/>
                        <a:pt x="717" y="9"/>
                      </a:cubicBezTo>
                      <a:cubicBezTo>
                        <a:pt x="488" y="239"/>
                        <a:pt x="255" y="466"/>
                        <a:pt x="34" y="705"/>
                      </a:cubicBezTo>
                      <a:cubicBezTo>
                        <a:pt x="1" y="742"/>
                        <a:pt x="36" y="789"/>
                        <a:pt x="73" y="789"/>
                      </a:cubicBezTo>
                      <a:cubicBezTo>
                        <a:pt x="86" y="789"/>
                        <a:pt x="98" y="784"/>
                        <a:pt x="109" y="772"/>
                      </a:cubicBezTo>
                      <a:cubicBezTo>
                        <a:pt x="332" y="537"/>
                        <a:pt x="542" y="289"/>
                        <a:pt x="755" y="45"/>
                      </a:cubicBezTo>
                      <a:cubicBezTo>
                        <a:pt x="772" y="24"/>
                        <a:pt x="755" y="0"/>
                        <a:pt x="73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3" name="Google Shape;1993;p44"/>
                <p:cNvSpPr/>
                <p:nvPr/>
              </p:nvSpPr>
              <p:spPr>
                <a:xfrm>
                  <a:off x="5800385" y="2081074"/>
                  <a:ext cx="67113" cy="72390"/>
                </a:xfrm>
                <a:custGeom>
                  <a:rect b="b" l="l" r="r" t="t"/>
                  <a:pathLst>
                    <a:path extrusionOk="0" h="782" w="725">
                      <a:moveTo>
                        <a:pt x="685" y="0"/>
                      </a:moveTo>
                      <a:cubicBezTo>
                        <a:pt x="678" y="0"/>
                        <a:pt x="671" y="3"/>
                        <a:pt x="665" y="9"/>
                      </a:cubicBezTo>
                      <a:lnTo>
                        <a:pt x="290" y="398"/>
                      </a:lnTo>
                      <a:cubicBezTo>
                        <a:pt x="203" y="488"/>
                        <a:pt x="46" y="598"/>
                        <a:pt x="7" y="717"/>
                      </a:cubicBezTo>
                      <a:cubicBezTo>
                        <a:pt x="0" y="736"/>
                        <a:pt x="15" y="763"/>
                        <a:pt x="32" y="771"/>
                      </a:cubicBezTo>
                      <a:lnTo>
                        <a:pt x="44" y="778"/>
                      </a:lnTo>
                      <a:cubicBezTo>
                        <a:pt x="50" y="781"/>
                        <a:pt x="57" y="782"/>
                        <a:pt x="63" y="782"/>
                      </a:cubicBezTo>
                      <a:cubicBezTo>
                        <a:pt x="98" y="782"/>
                        <a:pt x="131" y="743"/>
                        <a:pt x="107" y="711"/>
                      </a:cubicBezTo>
                      <a:cubicBezTo>
                        <a:pt x="107" y="711"/>
                        <a:pt x="651" y="109"/>
                        <a:pt x="707" y="44"/>
                      </a:cubicBezTo>
                      <a:cubicBezTo>
                        <a:pt x="724" y="25"/>
                        <a:pt x="706" y="0"/>
                        <a:pt x="68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4" name="Google Shape;1994;p44"/>
                <p:cNvSpPr/>
                <p:nvPr/>
              </p:nvSpPr>
              <p:spPr>
                <a:xfrm>
                  <a:off x="5810104" y="2085332"/>
                  <a:ext cx="69520" cy="71649"/>
                </a:xfrm>
                <a:custGeom>
                  <a:rect b="b" l="l" r="r" t="t"/>
                  <a:pathLst>
                    <a:path extrusionOk="0" h="774" w="751">
                      <a:moveTo>
                        <a:pt x="714" y="1"/>
                      </a:moveTo>
                      <a:cubicBezTo>
                        <a:pt x="707" y="1"/>
                        <a:pt x="701" y="4"/>
                        <a:pt x="696" y="10"/>
                      </a:cubicBezTo>
                      <a:cubicBezTo>
                        <a:pt x="500" y="254"/>
                        <a:pt x="266" y="471"/>
                        <a:pt x="37" y="684"/>
                      </a:cubicBezTo>
                      <a:cubicBezTo>
                        <a:pt x="0" y="719"/>
                        <a:pt x="40" y="774"/>
                        <a:pt x="81" y="774"/>
                      </a:cubicBezTo>
                      <a:cubicBezTo>
                        <a:pt x="93" y="774"/>
                        <a:pt x="106" y="769"/>
                        <a:pt x="116" y="757"/>
                      </a:cubicBezTo>
                      <a:cubicBezTo>
                        <a:pt x="325" y="521"/>
                        <a:pt x="552" y="302"/>
                        <a:pt x="735" y="48"/>
                      </a:cubicBezTo>
                      <a:cubicBezTo>
                        <a:pt x="751" y="26"/>
                        <a:pt x="733" y="1"/>
                        <a:pt x="71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5" name="Google Shape;1995;p44"/>
                <p:cNvSpPr/>
                <p:nvPr/>
              </p:nvSpPr>
              <p:spPr>
                <a:xfrm>
                  <a:off x="5830469" y="2083295"/>
                  <a:ext cx="73038" cy="77296"/>
                </a:xfrm>
                <a:custGeom>
                  <a:rect b="b" l="l" r="r" t="t"/>
                  <a:pathLst>
                    <a:path extrusionOk="0" h="835" w="789">
                      <a:moveTo>
                        <a:pt x="751" y="0"/>
                      </a:moveTo>
                      <a:cubicBezTo>
                        <a:pt x="744" y="0"/>
                        <a:pt x="738" y="3"/>
                        <a:pt x="732" y="10"/>
                      </a:cubicBezTo>
                      <a:cubicBezTo>
                        <a:pt x="511" y="270"/>
                        <a:pt x="282" y="524"/>
                        <a:pt x="34" y="756"/>
                      </a:cubicBezTo>
                      <a:cubicBezTo>
                        <a:pt x="1" y="787"/>
                        <a:pt x="35" y="835"/>
                        <a:pt x="70" y="835"/>
                      </a:cubicBezTo>
                      <a:cubicBezTo>
                        <a:pt x="82" y="835"/>
                        <a:pt x="93" y="830"/>
                        <a:pt x="103" y="818"/>
                      </a:cubicBezTo>
                      <a:cubicBezTo>
                        <a:pt x="321" y="558"/>
                        <a:pt x="551" y="306"/>
                        <a:pt x="772" y="47"/>
                      </a:cubicBezTo>
                      <a:cubicBezTo>
                        <a:pt x="789" y="27"/>
                        <a:pt x="771" y="0"/>
                        <a:pt x="75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6" name="Google Shape;1996;p44"/>
                <p:cNvSpPr/>
                <p:nvPr/>
              </p:nvSpPr>
              <p:spPr>
                <a:xfrm>
                  <a:off x="5846576" y="2086072"/>
                  <a:ext cx="76000" cy="74519"/>
                </a:xfrm>
                <a:custGeom>
                  <a:rect b="b" l="l" r="r" t="t"/>
                  <a:pathLst>
                    <a:path extrusionOk="0" h="805" w="821">
                      <a:moveTo>
                        <a:pt x="780" y="0"/>
                      </a:moveTo>
                      <a:cubicBezTo>
                        <a:pt x="773" y="0"/>
                        <a:pt x="766" y="3"/>
                        <a:pt x="760" y="9"/>
                      </a:cubicBezTo>
                      <a:cubicBezTo>
                        <a:pt x="514" y="244"/>
                        <a:pt x="275" y="484"/>
                        <a:pt x="35" y="722"/>
                      </a:cubicBezTo>
                      <a:cubicBezTo>
                        <a:pt x="1" y="756"/>
                        <a:pt x="34" y="804"/>
                        <a:pt x="73" y="804"/>
                      </a:cubicBezTo>
                      <a:cubicBezTo>
                        <a:pt x="82" y="804"/>
                        <a:pt x="91" y="802"/>
                        <a:pt x="100" y="797"/>
                      </a:cubicBezTo>
                      <a:lnTo>
                        <a:pt x="131" y="778"/>
                      </a:lnTo>
                      <a:cubicBezTo>
                        <a:pt x="145" y="769"/>
                        <a:pt x="150" y="757"/>
                        <a:pt x="152" y="742"/>
                      </a:cubicBezTo>
                      <a:cubicBezTo>
                        <a:pt x="364" y="507"/>
                        <a:pt x="581" y="276"/>
                        <a:pt x="802" y="46"/>
                      </a:cubicBezTo>
                      <a:cubicBezTo>
                        <a:pt x="821" y="26"/>
                        <a:pt x="801" y="0"/>
                        <a:pt x="78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7" name="Google Shape;1997;p44"/>
                <p:cNvSpPr/>
                <p:nvPr/>
              </p:nvSpPr>
              <p:spPr>
                <a:xfrm>
                  <a:off x="5863331" y="2087091"/>
                  <a:ext cx="72112" cy="75630"/>
                </a:xfrm>
                <a:custGeom>
                  <a:rect b="b" l="l" r="r" t="t"/>
                  <a:pathLst>
                    <a:path extrusionOk="0" h="817" w="779">
                      <a:moveTo>
                        <a:pt x="752" y="1"/>
                      </a:moveTo>
                      <a:cubicBezTo>
                        <a:pt x="748" y="1"/>
                        <a:pt x="744" y="2"/>
                        <a:pt x="740" y="6"/>
                      </a:cubicBezTo>
                      <a:cubicBezTo>
                        <a:pt x="517" y="256"/>
                        <a:pt x="287" y="510"/>
                        <a:pt x="37" y="736"/>
                      </a:cubicBezTo>
                      <a:cubicBezTo>
                        <a:pt x="0" y="769"/>
                        <a:pt x="36" y="817"/>
                        <a:pt x="77" y="817"/>
                      </a:cubicBezTo>
                      <a:cubicBezTo>
                        <a:pt x="89" y="817"/>
                        <a:pt x="101" y="812"/>
                        <a:pt x="112" y="802"/>
                      </a:cubicBezTo>
                      <a:cubicBezTo>
                        <a:pt x="133" y="788"/>
                        <a:pt x="152" y="769"/>
                        <a:pt x="169" y="748"/>
                      </a:cubicBezTo>
                      <a:cubicBezTo>
                        <a:pt x="175" y="742"/>
                        <a:pt x="177" y="736"/>
                        <a:pt x="179" y="727"/>
                      </a:cubicBezTo>
                      <a:cubicBezTo>
                        <a:pt x="379" y="498"/>
                        <a:pt x="579" y="271"/>
                        <a:pt x="769" y="31"/>
                      </a:cubicBezTo>
                      <a:cubicBezTo>
                        <a:pt x="778" y="18"/>
                        <a:pt x="766" y="1"/>
                        <a:pt x="75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8" name="Google Shape;1998;p44"/>
                <p:cNvSpPr/>
                <p:nvPr/>
              </p:nvSpPr>
              <p:spPr>
                <a:xfrm>
                  <a:off x="5877864" y="2090053"/>
                  <a:ext cx="72760" cy="77203"/>
                </a:xfrm>
                <a:custGeom>
                  <a:rect b="b" l="l" r="r" t="t"/>
                  <a:pathLst>
                    <a:path extrusionOk="0" h="834" w="786">
                      <a:moveTo>
                        <a:pt x="743" y="0"/>
                      </a:moveTo>
                      <a:cubicBezTo>
                        <a:pt x="736" y="0"/>
                        <a:pt x="729" y="3"/>
                        <a:pt x="722" y="10"/>
                      </a:cubicBezTo>
                      <a:cubicBezTo>
                        <a:pt x="491" y="251"/>
                        <a:pt x="247" y="489"/>
                        <a:pt x="32" y="747"/>
                      </a:cubicBezTo>
                      <a:cubicBezTo>
                        <a:pt x="1" y="785"/>
                        <a:pt x="35" y="833"/>
                        <a:pt x="73" y="833"/>
                      </a:cubicBezTo>
                      <a:cubicBezTo>
                        <a:pt x="85" y="833"/>
                        <a:pt x="98" y="828"/>
                        <a:pt x="110" y="816"/>
                      </a:cubicBezTo>
                      <a:cubicBezTo>
                        <a:pt x="341" y="574"/>
                        <a:pt x="549" y="305"/>
                        <a:pt x="766" y="51"/>
                      </a:cubicBezTo>
                      <a:cubicBezTo>
                        <a:pt x="785" y="29"/>
                        <a:pt x="765" y="0"/>
                        <a:pt x="74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9" name="Google Shape;1999;p44"/>
                <p:cNvSpPr/>
                <p:nvPr/>
              </p:nvSpPr>
              <p:spPr>
                <a:xfrm>
                  <a:off x="5906283" y="2095885"/>
                  <a:ext cx="58412" cy="67021"/>
                </a:xfrm>
                <a:custGeom>
                  <a:rect b="b" l="l" r="r" t="t"/>
                  <a:pathLst>
                    <a:path extrusionOk="0" h="724" w="631">
                      <a:moveTo>
                        <a:pt x="588" y="1"/>
                      </a:moveTo>
                      <a:cubicBezTo>
                        <a:pt x="581" y="1"/>
                        <a:pt x="574" y="4"/>
                        <a:pt x="567" y="11"/>
                      </a:cubicBezTo>
                      <a:cubicBezTo>
                        <a:pt x="463" y="122"/>
                        <a:pt x="363" y="234"/>
                        <a:pt x="261" y="347"/>
                      </a:cubicBezTo>
                      <a:cubicBezTo>
                        <a:pt x="182" y="434"/>
                        <a:pt x="61" y="534"/>
                        <a:pt x="9" y="643"/>
                      </a:cubicBezTo>
                      <a:cubicBezTo>
                        <a:pt x="1" y="661"/>
                        <a:pt x="3" y="691"/>
                        <a:pt x="21" y="705"/>
                      </a:cubicBezTo>
                      <a:cubicBezTo>
                        <a:pt x="23" y="707"/>
                        <a:pt x="26" y="709"/>
                        <a:pt x="28" y="711"/>
                      </a:cubicBezTo>
                      <a:cubicBezTo>
                        <a:pt x="39" y="720"/>
                        <a:pt x="51" y="724"/>
                        <a:pt x="63" y="724"/>
                      </a:cubicBezTo>
                      <a:cubicBezTo>
                        <a:pt x="72" y="724"/>
                        <a:pt x="81" y="721"/>
                        <a:pt x="90" y="716"/>
                      </a:cubicBezTo>
                      <a:lnTo>
                        <a:pt x="99" y="711"/>
                      </a:lnTo>
                      <a:cubicBezTo>
                        <a:pt x="117" y="701"/>
                        <a:pt x="121" y="680"/>
                        <a:pt x="117" y="659"/>
                      </a:cubicBezTo>
                      <a:cubicBezTo>
                        <a:pt x="171" y="555"/>
                        <a:pt x="284" y="451"/>
                        <a:pt x="353" y="365"/>
                      </a:cubicBezTo>
                      <a:cubicBezTo>
                        <a:pt x="438" y="259"/>
                        <a:pt x="524" y="155"/>
                        <a:pt x="611" y="51"/>
                      </a:cubicBezTo>
                      <a:cubicBezTo>
                        <a:pt x="630" y="29"/>
                        <a:pt x="610" y="1"/>
                        <a:pt x="58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0" name="Google Shape;2000;p44"/>
                <p:cNvSpPr/>
                <p:nvPr/>
              </p:nvSpPr>
              <p:spPr>
                <a:xfrm>
                  <a:off x="5933591" y="2095885"/>
                  <a:ext cx="52209" cy="60356"/>
                </a:xfrm>
                <a:custGeom>
                  <a:rect b="b" l="l" r="r" t="t"/>
                  <a:pathLst>
                    <a:path extrusionOk="0" h="652" w="564">
                      <a:moveTo>
                        <a:pt x="523" y="0"/>
                      </a:moveTo>
                      <a:cubicBezTo>
                        <a:pt x="516" y="0"/>
                        <a:pt x="510" y="3"/>
                        <a:pt x="504" y="11"/>
                      </a:cubicBezTo>
                      <a:cubicBezTo>
                        <a:pt x="358" y="207"/>
                        <a:pt x="202" y="388"/>
                        <a:pt x="35" y="563"/>
                      </a:cubicBezTo>
                      <a:cubicBezTo>
                        <a:pt x="0" y="601"/>
                        <a:pt x="37" y="651"/>
                        <a:pt x="76" y="651"/>
                      </a:cubicBezTo>
                      <a:cubicBezTo>
                        <a:pt x="88" y="651"/>
                        <a:pt x="100" y="646"/>
                        <a:pt x="110" y="634"/>
                      </a:cubicBezTo>
                      <a:cubicBezTo>
                        <a:pt x="264" y="447"/>
                        <a:pt x="408" y="251"/>
                        <a:pt x="548" y="53"/>
                      </a:cubicBezTo>
                      <a:cubicBezTo>
                        <a:pt x="563" y="29"/>
                        <a:pt x="544" y="0"/>
                        <a:pt x="52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1" name="Google Shape;2001;p44"/>
                <p:cNvSpPr/>
                <p:nvPr/>
              </p:nvSpPr>
              <p:spPr>
                <a:xfrm>
                  <a:off x="5945439" y="2101531"/>
                  <a:ext cx="53505" cy="61281"/>
                </a:xfrm>
                <a:custGeom>
                  <a:rect b="b" l="l" r="r" t="t"/>
                  <a:pathLst>
                    <a:path extrusionOk="0" h="662" w="578">
                      <a:moveTo>
                        <a:pt x="555" y="0"/>
                      </a:moveTo>
                      <a:cubicBezTo>
                        <a:pt x="532" y="0"/>
                        <a:pt x="524" y="15"/>
                        <a:pt x="507" y="29"/>
                      </a:cubicBezTo>
                      <a:cubicBezTo>
                        <a:pt x="447" y="81"/>
                        <a:pt x="399" y="150"/>
                        <a:pt x="347" y="211"/>
                      </a:cubicBezTo>
                      <a:cubicBezTo>
                        <a:pt x="242" y="334"/>
                        <a:pt x="136" y="457"/>
                        <a:pt x="32" y="580"/>
                      </a:cubicBezTo>
                      <a:cubicBezTo>
                        <a:pt x="1" y="616"/>
                        <a:pt x="35" y="661"/>
                        <a:pt x="70" y="661"/>
                      </a:cubicBezTo>
                      <a:cubicBezTo>
                        <a:pt x="82" y="661"/>
                        <a:pt x="93" y="656"/>
                        <a:pt x="103" y="644"/>
                      </a:cubicBezTo>
                      <a:cubicBezTo>
                        <a:pt x="182" y="540"/>
                        <a:pt x="265" y="434"/>
                        <a:pt x="347" y="329"/>
                      </a:cubicBezTo>
                      <a:cubicBezTo>
                        <a:pt x="382" y="282"/>
                        <a:pt x="417" y="236"/>
                        <a:pt x="455" y="190"/>
                      </a:cubicBezTo>
                      <a:cubicBezTo>
                        <a:pt x="476" y="161"/>
                        <a:pt x="503" y="131"/>
                        <a:pt x="520" y="100"/>
                      </a:cubicBezTo>
                      <a:cubicBezTo>
                        <a:pt x="522" y="98"/>
                        <a:pt x="540" y="73"/>
                        <a:pt x="555" y="50"/>
                      </a:cubicBezTo>
                      <a:lnTo>
                        <a:pt x="559" y="50"/>
                      </a:lnTo>
                      <a:cubicBezTo>
                        <a:pt x="570" y="50"/>
                        <a:pt x="578" y="38"/>
                        <a:pt x="578" y="27"/>
                      </a:cubicBezTo>
                      <a:cubicBezTo>
                        <a:pt x="578" y="25"/>
                        <a:pt x="578" y="23"/>
                        <a:pt x="578" y="21"/>
                      </a:cubicBezTo>
                      <a:cubicBezTo>
                        <a:pt x="578" y="8"/>
                        <a:pt x="568" y="0"/>
                        <a:pt x="55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2" name="Google Shape;2002;p44"/>
                <p:cNvSpPr/>
                <p:nvPr/>
              </p:nvSpPr>
              <p:spPr>
                <a:xfrm>
                  <a:off x="5964508" y="2099680"/>
                  <a:ext cx="66558" cy="63966"/>
                </a:xfrm>
                <a:custGeom>
                  <a:rect b="b" l="l" r="r" t="t"/>
                  <a:pathLst>
                    <a:path extrusionOk="0" h="691" w="719">
                      <a:moveTo>
                        <a:pt x="675" y="1"/>
                      </a:moveTo>
                      <a:cubicBezTo>
                        <a:pt x="668" y="1"/>
                        <a:pt x="660" y="3"/>
                        <a:pt x="653" y="10"/>
                      </a:cubicBezTo>
                      <a:cubicBezTo>
                        <a:pt x="447" y="208"/>
                        <a:pt x="245" y="410"/>
                        <a:pt x="38" y="606"/>
                      </a:cubicBezTo>
                      <a:cubicBezTo>
                        <a:pt x="0" y="642"/>
                        <a:pt x="39" y="691"/>
                        <a:pt x="81" y="691"/>
                      </a:cubicBezTo>
                      <a:cubicBezTo>
                        <a:pt x="89" y="691"/>
                        <a:pt x="97" y="689"/>
                        <a:pt x="105" y="685"/>
                      </a:cubicBezTo>
                      <a:lnTo>
                        <a:pt x="143" y="666"/>
                      </a:lnTo>
                      <a:cubicBezTo>
                        <a:pt x="161" y="656"/>
                        <a:pt x="166" y="639"/>
                        <a:pt x="164" y="625"/>
                      </a:cubicBezTo>
                      <a:cubicBezTo>
                        <a:pt x="341" y="433"/>
                        <a:pt x="522" y="243"/>
                        <a:pt x="699" y="49"/>
                      </a:cubicBezTo>
                      <a:cubicBezTo>
                        <a:pt x="718" y="29"/>
                        <a:pt x="698" y="1"/>
                        <a:pt x="67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3" name="Google Shape;2003;p44"/>
                <p:cNvSpPr/>
                <p:nvPr/>
              </p:nvSpPr>
              <p:spPr>
                <a:xfrm>
                  <a:off x="5983022" y="2101254"/>
                  <a:ext cx="58227" cy="61929"/>
                </a:xfrm>
                <a:custGeom>
                  <a:rect b="b" l="l" r="r" t="t"/>
                  <a:pathLst>
                    <a:path extrusionOk="0" h="669" w="629">
                      <a:moveTo>
                        <a:pt x="597" y="0"/>
                      </a:moveTo>
                      <a:cubicBezTo>
                        <a:pt x="591" y="0"/>
                        <a:pt x="585" y="2"/>
                        <a:pt x="580" y="7"/>
                      </a:cubicBezTo>
                      <a:cubicBezTo>
                        <a:pt x="399" y="201"/>
                        <a:pt x="212" y="393"/>
                        <a:pt x="32" y="589"/>
                      </a:cubicBezTo>
                      <a:cubicBezTo>
                        <a:pt x="1" y="624"/>
                        <a:pt x="34" y="668"/>
                        <a:pt x="70" y="668"/>
                      </a:cubicBezTo>
                      <a:cubicBezTo>
                        <a:pt x="82" y="668"/>
                        <a:pt x="93" y="664"/>
                        <a:pt x="103" y="653"/>
                      </a:cubicBezTo>
                      <a:cubicBezTo>
                        <a:pt x="289" y="464"/>
                        <a:pt x="462" y="251"/>
                        <a:pt x="616" y="39"/>
                      </a:cubicBezTo>
                      <a:cubicBezTo>
                        <a:pt x="629" y="21"/>
                        <a:pt x="614" y="0"/>
                        <a:pt x="59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4" name="Google Shape;2004;p44"/>
                <p:cNvSpPr/>
                <p:nvPr/>
              </p:nvSpPr>
              <p:spPr>
                <a:xfrm>
                  <a:off x="6000980" y="2104586"/>
                  <a:ext cx="58227" cy="57486"/>
                </a:xfrm>
                <a:custGeom>
                  <a:rect b="b" l="l" r="r" t="t"/>
                  <a:pathLst>
                    <a:path extrusionOk="0" h="621" w="629">
                      <a:moveTo>
                        <a:pt x="588" y="0"/>
                      </a:moveTo>
                      <a:cubicBezTo>
                        <a:pt x="581" y="0"/>
                        <a:pt x="574" y="3"/>
                        <a:pt x="568" y="9"/>
                      </a:cubicBezTo>
                      <a:cubicBezTo>
                        <a:pt x="470" y="105"/>
                        <a:pt x="372" y="198"/>
                        <a:pt x="274" y="294"/>
                      </a:cubicBezTo>
                      <a:cubicBezTo>
                        <a:pt x="195" y="371"/>
                        <a:pt x="84" y="449"/>
                        <a:pt x="22" y="536"/>
                      </a:cubicBezTo>
                      <a:cubicBezTo>
                        <a:pt x="1" y="565"/>
                        <a:pt x="7" y="611"/>
                        <a:pt x="47" y="617"/>
                      </a:cubicBezTo>
                      <a:cubicBezTo>
                        <a:pt x="49" y="619"/>
                        <a:pt x="51" y="619"/>
                        <a:pt x="53" y="619"/>
                      </a:cubicBezTo>
                      <a:cubicBezTo>
                        <a:pt x="57" y="620"/>
                        <a:pt x="60" y="620"/>
                        <a:pt x="64" y="620"/>
                      </a:cubicBezTo>
                      <a:cubicBezTo>
                        <a:pt x="83" y="620"/>
                        <a:pt x="96" y="610"/>
                        <a:pt x="105" y="594"/>
                      </a:cubicBezTo>
                      <a:cubicBezTo>
                        <a:pt x="286" y="434"/>
                        <a:pt x="445" y="226"/>
                        <a:pt x="609" y="46"/>
                      </a:cubicBezTo>
                      <a:cubicBezTo>
                        <a:pt x="628" y="26"/>
                        <a:pt x="610" y="0"/>
                        <a:pt x="58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5" name="Google Shape;2005;p44"/>
                <p:cNvSpPr/>
                <p:nvPr/>
              </p:nvSpPr>
              <p:spPr>
                <a:xfrm>
                  <a:off x="6011996" y="2107456"/>
                  <a:ext cx="59985" cy="60726"/>
                </a:xfrm>
                <a:custGeom>
                  <a:rect b="b" l="l" r="r" t="t"/>
                  <a:pathLst>
                    <a:path extrusionOk="0" h="656" w="648">
                      <a:moveTo>
                        <a:pt x="605" y="1"/>
                      </a:moveTo>
                      <a:cubicBezTo>
                        <a:pt x="599" y="1"/>
                        <a:pt x="592" y="3"/>
                        <a:pt x="586" y="9"/>
                      </a:cubicBezTo>
                      <a:cubicBezTo>
                        <a:pt x="480" y="109"/>
                        <a:pt x="374" y="209"/>
                        <a:pt x="270" y="309"/>
                      </a:cubicBezTo>
                      <a:cubicBezTo>
                        <a:pt x="182" y="393"/>
                        <a:pt x="67" y="474"/>
                        <a:pt x="17" y="584"/>
                      </a:cubicBezTo>
                      <a:cubicBezTo>
                        <a:pt x="1" y="622"/>
                        <a:pt x="35" y="655"/>
                        <a:pt x="66" y="655"/>
                      </a:cubicBezTo>
                      <a:cubicBezTo>
                        <a:pt x="81" y="655"/>
                        <a:pt x="95" y="647"/>
                        <a:pt x="103" y="628"/>
                      </a:cubicBezTo>
                      <a:cubicBezTo>
                        <a:pt x="153" y="516"/>
                        <a:pt x="274" y="422"/>
                        <a:pt x="357" y="332"/>
                      </a:cubicBezTo>
                      <a:lnTo>
                        <a:pt x="628" y="47"/>
                      </a:lnTo>
                      <a:cubicBezTo>
                        <a:pt x="647" y="27"/>
                        <a:pt x="627" y="1"/>
                        <a:pt x="60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6" name="Google Shape;2006;p44"/>
                <p:cNvSpPr/>
                <p:nvPr/>
              </p:nvSpPr>
              <p:spPr>
                <a:xfrm>
                  <a:off x="6026992" y="2113843"/>
                  <a:ext cx="55357" cy="59800"/>
                </a:xfrm>
                <a:custGeom>
                  <a:rect b="b" l="l" r="r" t="t"/>
                  <a:pathLst>
                    <a:path extrusionOk="0" h="646" w="598">
                      <a:moveTo>
                        <a:pt x="553" y="0"/>
                      </a:moveTo>
                      <a:cubicBezTo>
                        <a:pt x="550" y="0"/>
                        <a:pt x="546" y="2"/>
                        <a:pt x="543" y="5"/>
                      </a:cubicBezTo>
                      <a:cubicBezTo>
                        <a:pt x="541" y="7"/>
                        <a:pt x="541" y="7"/>
                        <a:pt x="539" y="9"/>
                      </a:cubicBezTo>
                      <a:cubicBezTo>
                        <a:pt x="537" y="11"/>
                        <a:pt x="537" y="15"/>
                        <a:pt x="539" y="19"/>
                      </a:cubicBezTo>
                      <a:cubicBezTo>
                        <a:pt x="538" y="17"/>
                        <a:pt x="536" y="16"/>
                        <a:pt x="533" y="16"/>
                      </a:cubicBezTo>
                      <a:cubicBezTo>
                        <a:pt x="515" y="16"/>
                        <a:pt x="464" y="78"/>
                        <a:pt x="451" y="92"/>
                      </a:cubicBezTo>
                      <a:cubicBezTo>
                        <a:pt x="401" y="146"/>
                        <a:pt x="353" y="201"/>
                        <a:pt x="303" y="255"/>
                      </a:cubicBezTo>
                      <a:cubicBezTo>
                        <a:pt x="212" y="359"/>
                        <a:pt x="116" y="461"/>
                        <a:pt x="28" y="570"/>
                      </a:cubicBezTo>
                      <a:cubicBezTo>
                        <a:pt x="0" y="602"/>
                        <a:pt x="30" y="646"/>
                        <a:pt x="63" y="646"/>
                      </a:cubicBezTo>
                      <a:cubicBezTo>
                        <a:pt x="74" y="646"/>
                        <a:pt x="85" y="641"/>
                        <a:pt x="95" y="630"/>
                      </a:cubicBezTo>
                      <a:cubicBezTo>
                        <a:pt x="203" y="511"/>
                        <a:pt x="303" y="382"/>
                        <a:pt x="406" y="259"/>
                      </a:cubicBezTo>
                      <a:cubicBezTo>
                        <a:pt x="445" y="211"/>
                        <a:pt x="597" y="80"/>
                        <a:pt x="568" y="11"/>
                      </a:cubicBezTo>
                      <a:cubicBezTo>
                        <a:pt x="566" y="4"/>
                        <a:pt x="560" y="0"/>
                        <a:pt x="55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7" name="Google Shape;2007;p44"/>
                <p:cNvSpPr/>
                <p:nvPr/>
              </p:nvSpPr>
              <p:spPr>
                <a:xfrm>
                  <a:off x="6047265" y="2113380"/>
                  <a:ext cx="56468" cy="58227"/>
                </a:xfrm>
                <a:custGeom>
                  <a:rect b="b" l="l" r="r" t="t"/>
                  <a:pathLst>
                    <a:path extrusionOk="0" h="629" w="610">
                      <a:moveTo>
                        <a:pt x="579" y="0"/>
                      </a:moveTo>
                      <a:cubicBezTo>
                        <a:pt x="574" y="0"/>
                        <a:pt x="568" y="3"/>
                        <a:pt x="564" y="8"/>
                      </a:cubicBezTo>
                      <a:cubicBezTo>
                        <a:pt x="401" y="199"/>
                        <a:pt x="226" y="385"/>
                        <a:pt x="34" y="552"/>
                      </a:cubicBezTo>
                      <a:cubicBezTo>
                        <a:pt x="1" y="581"/>
                        <a:pt x="36" y="628"/>
                        <a:pt x="74" y="628"/>
                      </a:cubicBezTo>
                      <a:cubicBezTo>
                        <a:pt x="85" y="628"/>
                        <a:pt x="96" y="624"/>
                        <a:pt x="105" y="614"/>
                      </a:cubicBezTo>
                      <a:cubicBezTo>
                        <a:pt x="276" y="429"/>
                        <a:pt x="443" y="239"/>
                        <a:pt x="597" y="37"/>
                      </a:cubicBezTo>
                      <a:cubicBezTo>
                        <a:pt x="610" y="21"/>
                        <a:pt x="595" y="0"/>
                        <a:pt x="57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8" name="Google Shape;2008;p44"/>
                <p:cNvSpPr/>
                <p:nvPr/>
              </p:nvSpPr>
              <p:spPr>
                <a:xfrm>
                  <a:off x="6067352" y="2110603"/>
                  <a:ext cx="52580" cy="59615"/>
                </a:xfrm>
                <a:custGeom>
                  <a:rect b="b" l="l" r="r" t="t"/>
                  <a:pathLst>
                    <a:path extrusionOk="0" h="644" w="568">
                      <a:moveTo>
                        <a:pt x="539" y="1"/>
                      </a:moveTo>
                      <a:cubicBezTo>
                        <a:pt x="534" y="1"/>
                        <a:pt x="529" y="2"/>
                        <a:pt x="524" y="6"/>
                      </a:cubicBezTo>
                      <a:cubicBezTo>
                        <a:pt x="338" y="169"/>
                        <a:pt x="180" y="371"/>
                        <a:pt x="30" y="565"/>
                      </a:cubicBezTo>
                      <a:cubicBezTo>
                        <a:pt x="1" y="603"/>
                        <a:pt x="32" y="643"/>
                        <a:pt x="68" y="643"/>
                      </a:cubicBezTo>
                      <a:cubicBezTo>
                        <a:pt x="82" y="643"/>
                        <a:pt x="98" y="636"/>
                        <a:pt x="109" y="619"/>
                      </a:cubicBezTo>
                      <a:cubicBezTo>
                        <a:pt x="247" y="415"/>
                        <a:pt x="407" y="231"/>
                        <a:pt x="555" y="36"/>
                      </a:cubicBezTo>
                      <a:cubicBezTo>
                        <a:pt x="568" y="18"/>
                        <a:pt x="555" y="1"/>
                        <a:pt x="53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9" name="Google Shape;2009;p44"/>
                <p:cNvSpPr/>
                <p:nvPr/>
              </p:nvSpPr>
              <p:spPr>
                <a:xfrm>
                  <a:off x="6082070" y="2112084"/>
                  <a:ext cx="56468" cy="54616"/>
                </a:xfrm>
                <a:custGeom>
                  <a:rect b="b" l="l" r="r" t="t"/>
                  <a:pathLst>
                    <a:path extrusionOk="0" h="590" w="610">
                      <a:moveTo>
                        <a:pt x="566" y="1"/>
                      </a:moveTo>
                      <a:cubicBezTo>
                        <a:pt x="560" y="1"/>
                        <a:pt x="553" y="3"/>
                        <a:pt x="546" y="9"/>
                      </a:cubicBezTo>
                      <a:cubicBezTo>
                        <a:pt x="371" y="170"/>
                        <a:pt x="198" y="334"/>
                        <a:pt x="31" y="505"/>
                      </a:cubicBezTo>
                      <a:cubicBezTo>
                        <a:pt x="0" y="537"/>
                        <a:pt x="29" y="589"/>
                        <a:pt x="68" y="589"/>
                      </a:cubicBezTo>
                      <a:cubicBezTo>
                        <a:pt x="73" y="589"/>
                        <a:pt x="78" y="588"/>
                        <a:pt x="84" y="586"/>
                      </a:cubicBezTo>
                      <a:cubicBezTo>
                        <a:pt x="94" y="582"/>
                        <a:pt x="107" y="578"/>
                        <a:pt x="117" y="574"/>
                      </a:cubicBezTo>
                      <a:cubicBezTo>
                        <a:pt x="138" y="568"/>
                        <a:pt x="148" y="547"/>
                        <a:pt x="148" y="526"/>
                      </a:cubicBezTo>
                      <a:cubicBezTo>
                        <a:pt x="292" y="365"/>
                        <a:pt x="438" y="205"/>
                        <a:pt x="590" y="49"/>
                      </a:cubicBezTo>
                      <a:cubicBezTo>
                        <a:pt x="609" y="28"/>
                        <a:pt x="589" y="1"/>
                        <a:pt x="56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0" name="Google Shape;2010;p44"/>
                <p:cNvSpPr/>
                <p:nvPr/>
              </p:nvSpPr>
              <p:spPr>
                <a:xfrm>
                  <a:off x="6102065" y="2110603"/>
                  <a:ext cx="55079" cy="55727"/>
                </a:xfrm>
                <a:custGeom>
                  <a:rect b="b" l="l" r="r" t="t"/>
                  <a:pathLst>
                    <a:path extrusionOk="0" h="602" w="595">
                      <a:moveTo>
                        <a:pt x="553" y="0"/>
                      </a:moveTo>
                      <a:cubicBezTo>
                        <a:pt x="546" y="0"/>
                        <a:pt x="539" y="3"/>
                        <a:pt x="532" y="8"/>
                      </a:cubicBezTo>
                      <a:cubicBezTo>
                        <a:pt x="355" y="169"/>
                        <a:pt x="182" y="336"/>
                        <a:pt x="30" y="521"/>
                      </a:cubicBezTo>
                      <a:cubicBezTo>
                        <a:pt x="1" y="555"/>
                        <a:pt x="34" y="601"/>
                        <a:pt x="68" y="601"/>
                      </a:cubicBezTo>
                      <a:cubicBezTo>
                        <a:pt x="80" y="601"/>
                        <a:pt x="92" y="596"/>
                        <a:pt x="101" y="584"/>
                      </a:cubicBezTo>
                      <a:cubicBezTo>
                        <a:pt x="247" y="394"/>
                        <a:pt x="399" y="211"/>
                        <a:pt x="574" y="46"/>
                      </a:cubicBezTo>
                      <a:cubicBezTo>
                        <a:pt x="595" y="27"/>
                        <a:pt x="575" y="0"/>
                        <a:pt x="55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1" name="Google Shape;2011;p44"/>
                <p:cNvSpPr/>
                <p:nvPr/>
              </p:nvSpPr>
              <p:spPr>
                <a:xfrm>
                  <a:off x="6120949" y="2107178"/>
                  <a:ext cx="53135" cy="58227"/>
                </a:xfrm>
                <a:custGeom>
                  <a:rect b="b" l="l" r="r" t="t"/>
                  <a:pathLst>
                    <a:path extrusionOk="0" h="629" w="574">
                      <a:moveTo>
                        <a:pt x="538" y="0"/>
                      </a:moveTo>
                      <a:cubicBezTo>
                        <a:pt x="532" y="0"/>
                        <a:pt x="526" y="3"/>
                        <a:pt x="520" y="8"/>
                      </a:cubicBezTo>
                      <a:cubicBezTo>
                        <a:pt x="349" y="183"/>
                        <a:pt x="187" y="364"/>
                        <a:pt x="28" y="550"/>
                      </a:cubicBezTo>
                      <a:cubicBezTo>
                        <a:pt x="0" y="584"/>
                        <a:pt x="33" y="628"/>
                        <a:pt x="67" y="628"/>
                      </a:cubicBezTo>
                      <a:cubicBezTo>
                        <a:pt x="77" y="628"/>
                        <a:pt x="88" y="624"/>
                        <a:pt x="97" y="612"/>
                      </a:cubicBezTo>
                      <a:cubicBezTo>
                        <a:pt x="243" y="416"/>
                        <a:pt x="397" y="227"/>
                        <a:pt x="558" y="43"/>
                      </a:cubicBezTo>
                      <a:cubicBezTo>
                        <a:pt x="574" y="24"/>
                        <a:pt x="557" y="0"/>
                        <a:pt x="53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2" name="Google Shape;2012;p44"/>
                <p:cNvSpPr/>
                <p:nvPr/>
              </p:nvSpPr>
              <p:spPr>
                <a:xfrm>
                  <a:off x="6135853" y="2117083"/>
                  <a:ext cx="45359" cy="51747"/>
                </a:xfrm>
                <a:custGeom>
                  <a:rect b="b" l="l" r="r" t="t"/>
                  <a:pathLst>
                    <a:path extrusionOk="0" h="559" w="490">
                      <a:moveTo>
                        <a:pt x="438" y="0"/>
                      </a:moveTo>
                      <a:cubicBezTo>
                        <a:pt x="429" y="0"/>
                        <a:pt x="420" y="4"/>
                        <a:pt x="411" y="13"/>
                      </a:cubicBezTo>
                      <a:cubicBezTo>
                        <a:pt x="286" y="166"/>
                        <a:pt x="159" y="320"/>
                        <a:pt x="32" y="472"/>
                      </a:cubicBezTo>
                      <a:cubicBezTo>
                        <a:pt x="1" y="510"/>
                        <a:pt x="37" y="558"/>
                        <a:pt x="72" y="558"/>
                      </a:cubicBezTo>
                      <a:cubicBezTo>
                        <a:pt x="84" y="558"/>
                        <a:pt x="96" y="553"/>
                        <a:pt x="105" y="541"/>
                      </a:cubicBezTo>
                      <a:cubicBezTo>
                        <a:pt x="226" y="382"/>
                        <a:pt x="347" y="222"/>
                        <a:pt x="468" y="63"/>
                      </a:cubicBezTo>
                      <a:cubicBezTo>
                        <a:pt x="489" y="35"/>
                        <a:pt x="466" y="0"/>
                        <a:pt x="43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3" name="Google Shape;2013;p44"/>
                <p:cNvSpPr/>
                <p:nvPr/>
              </p:nvSpPr>
              <p:spPr>
                <a:xfrm>
                  <a:off x="6145572" y="2109955"/>
                  <a:ext cx="54524" cy="59893"/>
                </a:xfrm>
                <a:custGeom>
                  <a:rect b="b" l="l" r="r" t="t"/>
                  <a:pathLst>
                    <a:path extrusionOk="0" h="647" w="589">
                      <a:moveTo>
                        <a:pt x="544" y="0"/>
                      </a:moveTo>
                      <a:cubicBezTo>
                        <a:pt x="533" y="0"/>
                        <a:pt x="522" y="5"/>
                        <a:pt x="515" y="15"/>
                      </a:cubicBezTo>
                      <a:cubicBezTo>
                        <a:pt x="373" y="218"/>
                        <a:pt x="210" y="393"/>
                        <a:pt x="35" y="566"/>
                      </a:cubicBezTo>
                      <a:cubicBezTo>
                        <a:pt x="0" y="599"/>
                        <a:pt x="35" y="647"/>
                        <a:pt x="74" y="647"/>
                      </a:cubicBezTo>
                      <a:cubicBezTo>
                        <a:pt x="86" y="647"/>
                        <a:pt x="98" y="642"/>
                        <a:pt x="108" y="632"/>
                      </a:cubicBezTo>
                      <a:cubicBezTo>
                        <a:pt x="285" y="459"/>
                        <a:pt x="438" y="253"/>
                        <a:pt x="573" y="45"/>
                      </a:cubicBezTo>
                      <a:cubicBezTo>
                        <a:pt x="589" y="21"/>
                        <a:pt x="567" y="0"/>
                        <a:pt x="54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4" name="Google Shape;2014;p44"/>
                <p:cNvSpPr/>
                <p:nvPr/>
              </p:nvSpPr>
              <p:spPr>
                <a:xfrm>
                  <a:off x="6162327" y="2115972"/>
                  <a:ext cx="45730" cy="55542"/>
                </a:xfrm>
                <a:custGeom>
                  <a:rect b="b" l="l" r="r" t="t"/>
                  <a:pathLst>
                    <a:path extrusionOk="0" h="600" w="494">
                      <a:moveTo>
                        <a:pt x="459" y="0"/>
                      </a:moveTo>
                      <a:cubicBezTo>
                        <a:pt x="452" y="0"/>
                        <a:pt x="445" y="3"/>
                        <a:pt x="440" y="9"/>
                      </a:cubicBezTo>
                      <a:cubicBezTo>
                        <a:pt x="440" y="7"/>
                        <a:pt x="440" y="7"/>
                        <a:pt x="440" y="7"/>
                      </a:cubicBezTo>
                      <a:cubicBezTo>
                        <a:pt x="286" y="153"/>
                        <a:pt x="163" y="344"/>
                        <a:pt x="27" y="509"/>
                      </a:cubicBezTo>
                      <a:cubicBezTo>
                        <a:pt x="0" y="542"/>
                        <a:pt x="17" y="582"/>
                        <a:pt x="52" y="594"/>
                      </a:cubicBezTo>
                      <a:cubicBezTo>
                        <a:pt x="63" y="598"/>
                        <a:pt x="72" y="600"/>
                        <a:pt x="80" y="600"/>
                      </a:cubicBezTo>
                      <a:cubicBezTo>
                        <a:pt x="95" y="600"/>
                        <a:pt x="108" y="594"/>
                        <a:pt x="127" y="584"/>
                      </a:cubicBezTo>
                      <a:cubicBezTo>
                        <a:pt x="154" y="572"/>
                        <a:pt x="157" y="542"/>
                        <a:pt x="144" y="521"/>
                      </a:cubicBezTo>
                      <a:cubicBezTo>
                        <a:pt x="263" y="367"/>
                        <a:pt x="396" y="209"/>
                        <a:pt x="482" y="38"/>
                      </a:cubicBezTo>
                      <a:cubicBezTo>
                        <a:pt x="494" y="17"/>
                        <a:pt x="477" y="0"/>
                        <a:pt x="45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5" name="Google Shape;2015;p44"/>
                <p:cNvSpPr/>
                <p:nvPr/>
              </p:nvSpPr>
              <p:spPr>
                <a:xfrm>
                  <a:off x="6179823" y="2118194"/>
                  <a:ext cx="44804" cy="52765"/>
                </a:xfrm>
                <a:custGeom>
                  <a:rect b="b" l="l" r="r" t="t"/>
                  <a:pathLst>
                    <a:path extrusionOk="0" h="570" w="484">
                      <a:moveTo>
                        <a:pt x="460" y="1"/>
                      </a:moveTo>
                      <a:cubicBezTo>
                        <a:pt x="455" y="1"/>
                        <a:pt x="451" y="2"/>
                        <a:pt x="447" y="6"/>
                      </a:cubicBezTo>
                      <a:cubicBezTo>
                        <a:pt x="372" y="83"/>
                        <a:pt x="307" y="170"/>
                        <a:pt x="239" y="252"/>
                      </a:cubicBezTo>
                      <a:cubicBezTo>
                        <a:pt x="168" y="333"/>
                        <a:pt x="93" y="410"/>
                        <a:pt x="26" y="495"/>
                      </a:cubicBezTo>
                      <a:cubicBezTo>
                        <a:pt x="1" y="528"/>
                        <a:pt x="29" y="569"/>
                        <a:pt x="61" y="569"/>
                      </a:cubicBezTo>
                      <a:cubicBezTo>
                        <a:pt x="72" y="569"/>
                        <a:pt x="83" y="565"/>
                        <a:pt x="93" y="554"/>
                      </a:cubicBezTo>
                      <a:cubicBezTo>
                        <a:pt x="234" y="400"/>
                        <a:pt x="376" y="212"/>
                        <a:pt x="476" y="26"/>
                      </a:cubicBezTo>
                      <a:cubicBezTo>
                        <a:pt x="484" y="13"/>
                        <a:pt x="472" y="1"/>
                        <a:pt x="46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6" name="Google Shape;2016;p44"/>
                <p:cNvSpPr/>
                <p:nvPr/>
              </p:nvSpPr>
              <p:spPr>
                <a:xfrm>
                  <a:off x="6197411" y="2115509"/>
                  <a:ext cx="56838" cy="56653"/>
                </a:xfrm>
                <a:custGeom>
                  <a:rect b="b" l="l" r="r" t="t"/>
                  <a:pathLst>
                    <a:path extrusionOk="0" h="612" w="614">
                      <a:moveTo>
                        <a:pt x="586" y="1"/>
                      </a:moveTo>
                      <a:cubicBezTo>
                        <a:pt x="582" y="1"/>
                        <a:pt x="577" y="2"/>
                        <a:pt x="574" y="5"/>
                      </a:cubicBezTo>
                      <a:cubicBezTo>
                        <a:pt x="472" y="97"/>
                        <a:pt x="367" y="191"/>
                        <a:pt x="267" y="285"/>
                      </a:cubicBezTo>
                      <a:cubicBezTo>
                        <a:pt x="184" y="362"/>
                        <a:pt x="74" y="441"/>
                        <a:pt x="11" y="537"/>
                      </a:cubicBezTo>
                      <a:cubicBezTo>
                        <a:pt x="1" y="554"/>
                        <a:pt x="5" y="583"/>
                        <a:pt x="19" y="593"/>
                      </a:cubicBezTo>
                      <a:cubicBezTo>
                        <a:pt x="23" y="595"/>
                        <a:pt x="26" y="597"/>
                        <a:pt x="28" y="599"/>
                      </a:cubicBezTo>
                      <a:cubicBezTo>
                        <a:pt x="37" y="607"/>
                        <a:pt x="48" y="611"/>
                        <a:pt x="60" y="611"/>
                      </a:cubicBezTo>
                      <a:cubicBezTo>
                        <a:pt x="68" y="611"/>
                        <a:pt x="76" y="609"/>
                        <a:pt x="84" y="604"/>
                      </a:cubicBezTo>
                      <a:cubicBezTo>
                        <a:pt x="86" y="602"/>
                        <a:pt x="88" y="602"/>
                        <a:pt x="90" y="599"/>
                      </a:cubicBezTo>
                      <a:cubicBezTo>
                        <a:pt x="109" y="585"/>
                        <a:pt x="113" y="566"/>
                        <a:pt x="109" y="549"/>
                      </a:cubicBezTo>
                      <a:cubicBezTo>
                        <a:pt x="132" y="508"/>
                        <a:pt x="188" y="466"/>
                        <a:pt x="217" y="435"/>
                      </a:cubicBezTo>
                      <a:cubicBezTo>
                        <a:pt x="259" y="389"/>
                        <a:pt x="301" y="343"/>
                        <a:pt x="342" y="297"/>
                      </a:cubicBezTo>
                      <a:cubicBezTo>
                        <a:pt x="428" y="208"/>
                        <a:pt x="513" y="118"/>
                        <a:pt x="601" y="30"/>
                      </a:cubicBezTo>
                      <a:cubicBezTo>
                        <a:pt x="614" y="18"/>
                        <a:pt x="600" y="1"/>
                        <a:pt x="58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7" name="Google Shape;2017;p44"/>
                <p:cNvSpPr/>
                <p:nvPr/>
              </p:nvSpPr>
              <p:spPr>
                <a:xfrm>
                  <a:off x="6209537" y="2116805"/>
                  <a:ext cx="55449" cy="56375"/>
                </a:xfrm>
                <a:custGeom>
                  <a:rect b="b" l="l" r="r" t="t"/>
                  <a:pathLst>
                    <a:path extrusionOk="0" h="609" w="599">
                      <a:moveTo>
                        <a:pt x="562" y="0"/>
                      </a:moveTo>
                      <a:cubicBezTo>
                        <a:pt x="555" y="0"/>
                        <a:pt x="548" y="3"/>
                        <a:pt x="543" y="8"/>
                      </a:cubicBezTo>
                      <a:cubicBezTo>
                        <a:pt x="374" y="181"/>
                        <a:pt x="218" y="365"/>
                        <a:pt x="34" y="525"/>
                      </a:cubicBezTo>
                      <a:cubicBezTo>
                        <a:pt x="0" y="556"/>
                        <a:pt x="34" y="609"/>
                        <a:pt x="73" y="609"/>
                      </a:cubicBezTo>
                      <a:cubicBezTo>
                        <a:pt x="82" y="609"/>
                        <a:pt x="90" y="606"/>
                        <a:pt x="99" y="600"/>
                      </a:cubicBezTo>
                      <a:cubicBezTo>
                        <a:pt x="107" y="596"/>
                        <a:pt x="116" y="590"/>
                        <a:pt x="122" y="583"/>
                      </a:cubicBezTo>
                      <a:cubicBezTo>
                        <a:pt x="132" y="577"/>
                        <a:pt x="138" y="567"/>
                        <a:pt x="141" y="558"/>
                      </a:cubicBezTo>
                      <a:cubicBezTo>
                        <a:pt x="297" y="392"/>
                        <a:pt x="457" y="225"/>
                        <a:pt x="584" y="37"/>
                      </a:cubicBezTo>
                      <a:cubicBezTo>
                        <a:pt x="598" y="19"/>
                        <a:pt x="580" y="0"/>
                        <a:pt x="56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8" name="Google Shape;2018;p44"/>
                <p:cNvSpPr/>
                <p:nvPr/>
              </p:nvSpPr>
              <p:spPr>
                <a:xfrm>
                  <a:off x="6230087" y="2111159"/>
                  <a:ext cx="55912" cy="57023"/>
                </a:xfrm>
                <a:custGeom>
                  <a:rect b="b" l="l" r="r" t="t"/>
                  <a:pathLst>
                    <a:path extrusionOk="0" h="616" w="604">
                      <a:moveTo>
                        <a:pt x="559" y="1"/>
                      </a:moveTo>
                      <a:cubicBezTo>
                        <a:pt x="552" y="1"/>
                        <a:pt x="544" y="4"/>
                        <a:pt x="538" y="11"/>
                      </a:cubicBezTo>
                      <a:cubicBezTo>
                        <a:pt x="373" y="188"/>
                        <a:pt x="208" y="365"/>
                        <a:pt x="35" y="532"/>
                      </a:cubicBezTo>
                      <a:cubicBezTo>
                        <a:pt x="0" y="565"/>
                        <a:pt x="38" y="615"/>
                        <a:pt x="75" y="615"/>
                      </a:cubicBezTo>
                      <a:cubicBezTo>
                        <a:pt x="87" y="615"/>
                        <a:pt x="99" y="610"/>
                        <a:pt x="108" y="599"/>
                      </a:cubicBezTo>
                      <a:cubicBezTo>
                        <a:pt x="260" y="411"/>
                        <a:pt x="423" y="232"/>
                        <a:pt x="583" y="52"/>
                      </a:cubicBezTo>
                      <a:cubicBezTo>
                        <a:pt x="604" y="30"/>
                        <a:pt x="582" y="1"/>
                        <a:pt x="55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9" name="Google Shape;2019;p44"/>
                <p:cNvSpPr/>
                <p:nvPr/>
              </p:nvSpPr>
              <p:spPr>
                <a:xfrm>
                  <a:off x="6243325" y="2113750"/>
                  <a:ext cx="58689" cy="60726"/>
                </a:xfrm>
                <a:custGeom>
                  <a:rect b="b" l="l" r="r" t="t"/>
                  <a:pathLst>
                    <a:path extrusionOk="0" h="656" w="634">
                      <a:moveTo>
                        <a:pt x="599" y="1"/>
                      </a:moveTo>
                      <a:cubicBezTo>
                        <a:pt x="594" y="1"/>
                        <a:pt x="589" y="3"/>
                        <a:pt x="584" y="8"/>
                      </a:cubicBezTo>
                      <a:cubicBezTo>
                        <a:pt x="397" y="195"/>
                        <a:pt x="215" y="387"/>
                        <a:pt x="32" y="577"/>
                      </a:cubicBezTo>
                      <a:cubicBezTo>
                        <a:pt x="0" y="610"/>
                        <a:pt x="37" y="656"/>
                        <a:pt x="71" y="656"/>
                      </a:cubicBezTo>
                      <a:cubicBezTo>
                        <a:pt x="82" y="656"/>
                        <a:pt x="92" y="651"/>
                        <a:pt x="101" y="639"/>
                      </a:cubicBezTo>
                      <a:cubicBezTo>
                        <a:pt x="257" y="427"/>
                        <a:pt x="432" y="229"/>
                        <a:pt x="618" y="39"/>
                      </a:cubicBezTo>
                      <a:cubicBezTo>
                        <a:pt x="634" y="23"/>
                        <a:pt x="616" y="1"/>
                        <a:pt x="59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0" name="Google Shape;2020;p44"/>
                <p:cNvSpPr/>
                <p:nvPr/>
              </p:nvSpPr>
              <p:spPr>
                <a:xfrm>
                  <a:off x="6266189" y="2112917"/>
                  <a:ext cx="57393" cy="59337"/>
                </a:xfrm>
                <a:custGeom>
                  <a:rect b="b" l="l" r="r" t="t"/>
                  <a:pathLst>
                    <a:path extrusionOk="0" h="641" w="620">
                      <a:moveTo>
                        <a:pt x="573" y="1"/>
                      </a:moveTo>
                      <a:cubicBezTo>
                        <a:pt x="565" y="1"/>
                        <a:pt x="557" y="4"/>
                        <a:pt x="550" y="11"/>
                      </a:cubicBezTo>
                      <a:lnTo>
                        <a:pt x="248" y="304"/>
                      </a:lnTo>
                      <a:cubicBezTo>
                        <a:pt x="168" y="382"/>
                        <a:pt x="54" y="461"/>
                        <a:pt x="14" y="567"/>
                      </a:cubicBezTo>
                      <a:cubicBezTo>
                        <a:pt x="0" y="606"/>
                        <a:pt x="34" y="641"/>
                        <a:pt x="65" y="641"/>
                      </a:cubicBezTo>
                      <a:cubicBezTo>
                        <a:pt x="80" y="641"/>
                        <a:pt x="94" y="633"/>
                        <a:pt x="102" y="613"/>
                      </a:cubicBezTo>
                      <a:cubicBezTo>
                        <a:pt x="148" y="504"/>
                        <a:pt x="260" y="417"/>
                        <a:pt x="339" y="331"/>
                      </a:cubicBezTo>
                      <a:cubicBezTo>
                        <a:pt x="425" y="240"/>
                        <a:pt x="512" y="146"/>
                        <a:pt x="598" y="54"/>
                      </a:cubicBezTo>
                      <a:cubicBezTo>
                        <a:pt x="620" y="30"/>
                        <a:pt x="597" y="1"/>
                        <a:pt x="57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1" name="Google Shape;2021;p44"/>
                <p:cNvSpPr/>
                <p:nvPr/>
              </p:nvSpPr>
              <p:spPr>
                <a:xfrm>
                  <a:off x="6279612" y="2110140"/>
                  <a:ext cx="59800" cy="61096"/>
                </a:xfrm>
                <a:custGeom>
                  <a:rect b="b" l="l" r="r" t="t"/>
                  <a:pathLst>
                    <a:path extrusionOk="0" h="660" w="646">
                      <a:moveTo>
                        <a:pt x="611" y="0"/>
                      </a:moveTo>
                      <a:cubicBezTo>
                        <a:pt x="605" y="0"/>
                        <a:pt x="598" y="3"/>
                        <a:pt x="592" y="9"/>
                      </a:cubicBezTo>
                      <a:cubicBezTo>
                        <a:pt x="413" y="207"/>
                        <a:pt x="228" y="397"/>
                        <a:pt x="34" y="580"/>
                      </a:cubicBezTo>
                      <a:cubicBezTo>
                        <a:pt x="0" y="612"/>
                        <a:pt x="34" y="659"/>
                        <a:pt x="71" y="659"/>
                      </a:cubicBezTo>
                      <a:cubicBezTo>
                        <a:pt x="82" y="659"/>
                        <a:pt x="93" y="655"/>
                        <a:pt x="103" y="645"/>
                      </a:cubicBezTo>
                      <a:cubicBezTo>
                        <a:pt x="286" y="451"/>
                        <a:pt x="461" y="251"/>
                        <a:pt x="630" y="43"/>
                      </a:cubicBezTo>
                      <a:cubicBezTo>
                        <a:pt x="645" y="24"/>
                        <a:pt x="629" y="0"/>
                        <a:pt x="61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2" name="Google Shape;2022;p44"/>
                <p:cNvSpPr/>
                <p:nvPr/>
              </p:nvSpPr>
              <p:spPr>
                <a:xfrm>
                  <a:off x="6296181" y="2111344"/>
                  <a:ext cx="62207" cy="59800"/>
                </a:xfrm>
                <a:custGeom>
                  <a:rect b="b" l="l" r="r" t="t"/>
                  <a:pathLst>
                    <a:path extrusionOk="0" h="646" w="672">
                      <a:moveTo>
                        <a:pt x="631" y="1"/>
                      </a:moveTo>
                      <a:cubicBezTo>
                        <a:pt x="624" y="1"/>
                        <a:pt x="616" y="4"/>
                        <a:pt x="609" y="11"/>
                      </a:cubicBezTo>
                      <a:cubicBezTo>
                        <a:pt x="428" y="207"/>
                        <a:pt x="236" y="392"/>
                        <a:pt x="36" y="567"/>
                      </a:cubicBezTo>
                      <a:cubicBezTo>
                        <a:pt x="1" y="598"/>
                        <a:pt x="36" y="646"/>
                        <a:pt x="74" y="646"/>
                      </a:cubicBezTo>
                      <a:cubicBezTo>
                        <a:pt x="86" y="646"/>
                        <a:pt x="97" y="642"/>
                        <a:pt x="107" y="632"/>
                      </a:cubicBezTo>
                      <a:cubicBezTo>
                        <a:pt x="297" y="446"/>
                        <a:pt x="478" y="251"/>
                        <a:pt x="653" y="50"/>
                      </a:cubicBezTo>
                      <a:cubicBezTo>
                        <a:pt x="672" y="28"/>
                        <a:pt x="653" y="1"/>
                        <a:pt x="63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3" name="Google Shape;2023;p44"/>
                <p:cNvSpPr/>
                <p:nvPr/>
              </p:nvSpPr>
              <p:spPr>
                <a:xfrm>
                  <a:off x="6319416" y="2111344"/>
                  <a:ext cx="55542" cy="54616"/>
                </a:xfrm>
                <a:custGeom>
                  <a:rect b="b" l="l" r="r" t="t"/>
                  <a:pathLst>
                    <a:path extrusionOk="0" h="590" w="600">
                      <a:moveTo>
                        <a:pt x="565" y="1"/>
                      </a:moveTo>
                      <a:cubicBezTo>
                        <a:pt x="559" y="1"/>
                        <a:pt x="553" y="3"/>
                        <a:pt x="548" y="9"/>
                      </a:cubicBezTo>
                      <a:cubicBezTo>
                        <a:pt x="379" y="182"/>
                        <a:pt x="204" y="348"/>
                        <a:pt x="31" y="517"/>
                      </a:cubicBezTo>
                      <a:cubicBezTo>
                        <a:pt x="1" y="547"/>
                        <a:pt x="32" y="590"/>
                        <a:pt x="66" y="590"/>
                      </a:cubicBezTo>
                      <a:cubicBezTo>
                        <a:pt x="76" y="590"/>
                        <a:pt x="87" y="586"/>
                        <a:pt x="96" y="576"/>
                      </a:cubicBezTo>
                      <a:cubicBezTo>
                        <a:pt x="256" y="396"/>
                        <a:pt x="417" y="215"/>
                        <a:pt x="583" y="42"/>
                      </a:cubicBezTo>
                      <a:cubicBezTo>
                        <a:pt x="599" y="23"/>
                        <a:pt x="583" y="1"/>
                        <a:pt x="56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4" name="Google Shape;2024;p44"/>
                <p:cNvSpPr/>
                <p:nvPr/>
              </p:nvSpPr>
              <p:spPr>
                <a:xfrm>
                  <a:off x="6325988" y="2110696"/>
                  <a:ext cx="61652" cy="62300"/>
                </a:xfrm>
                <a:custGeom>
                  <a:rect b="b" l="l" r="r" t="t"/>
                  <a:pathLst>
                    <a:path extrusionOk="0" h="673" w="666">
                      <a:moveTo>
                        <a:pt x="639" y="1"/>
                      </a:moveTo>
                      <a:cubicBezTo>
                        <a:pt x="635" y="1"/>
                        <a:pt x="631" y="2"/>
                        <a:pt x="627" y="5"/>
                      </a:cubicBezTo>
                      <a:cubicBezTo>
                        <a:pt x="429" y="205"/>
                        <a:pt x="235" y="412"/>
                        <a:pt x="29" y="601"/>
                      </a:cubicBezTo>
                      <a:cubicBezTo>
                        <a:pt x="0" y="626"/>
                        <a:pt x="26" y="672"/>
                        <a:pt x="60" y="672"/>
                      </a:cubicBezTo>
                      <a:cubicBezTo>
                        <a:pt x="61" y="672"/>
                        <a:pt x="61" y="672"/>
                        <a:pt x="62" y="672"/>
                      </a:cubicBezTo>
                      <a:cubicBezTo>
                        <a:pt x="100" y="670"/>
                        <a:pt x="106" y="668"/>
                        <a:pt x="137" y="643"/>
                      </a:cubicBezTo>
                      <a:cubicBezTo>
                        <a:pt x="156" y="629"/>
                        <a:pt x="156" y="608"/>
                        <a:pt x="148" y="591"/>
                      </a:cubicBezTo>
                      <a:cubicBezTo>
                        <a:pt x="312" y="399"/>
                        <a:pt x="485" y="216"/>
                        <a:pt x="654" y="30"/>
                      </a:cubicBezTo>
                      <a:cubicBezTo>
                        <a:pt x="665" y="17"/>
                        <a:pt x="653" y="1"/>
                        <a:pt x="63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5" name="Google Shape;2025;p44"/>
                <p:cNvSpPr/>
                <p:nvPr/>
              </p:nvSpPr>
              <p:spPr>
                <a:xfrm>
                  <a:off x="6349223" y="2109029"/>
                  <a:ext cx="61096" cy="65262"/>
                </a:xfrm>
                <a:custGeom>
                  <a:rect b="b" l="l" r="r" t="t"/>
                  <a:pathLst>
                    <a:path extrusionOk="0" h="705" w="660">
                      <a:moveTo>
                        <a:pt x="632" y="0"/>
                      </a:moveTo>
                      <a:cubicBezTo>
                        <a:pt x="627" y="0"/>
                        <a:pt x="622" y="2"/>
                        <a:pt x="618" y="7"/>
                      </a:cubicBezTo>
                      <a:cubicBezTo>
                        <a:pt x="493" y="134"/>
                        <a:pt x="370" y="261"/>
                        <a:pt x="243" y="386"/>
                      </a:cubicBezTo>
                      <a:cubicBezTo>
                        <a:pt x="184" y="442"/>
                        <a:pt x="126" y="499"/>
                        <a:pt x="68" y="555"/>
                      </a:cubicBezTo>
                      <a:cubicBezTo>
                        <a:pt x="38" y="584"/>
                        <a:pt x="1" y="611"/>
                        <a:pt x="7" y="657"/>
                      </a:cubicBezTo>
                      <a:cubicBezTo>
                        <a:pt x="9" y="672"/>
                        <a:pt x="17" y="690"/>
                        <a:pt x="32" y="697"/>
                      </a:cubicBezTo>
                      <a:cubicBezTo>
                        <a:pt x="36" y="699"/>
                        <a:pt x="40" y="699"/>
                        <a:pt x="45" y="701"/>
                      </a:cubicBezTo>
                      <a:cubicBezTo>
                        <a:pt x="51" y="703"/>
                        <a:pt x="58" y="705"/>
                        <a:pt x="64" y="705"/>
                      </a:cubicBezTo>
                      <a:cubicBezTo>
                        <a:pt x="110" y="705"/>
                        <a:pt x="138" y="637"/>
                        <a:pt x="88" y="615"/>
                      </a:cubicBezTo>
                      <a:lnTo>
                        <a:pt x="88" y="615"/>
                      </a:lnTo>
                      <a:cubicBezTo>
                        <a:pt x="91" y="616"/>
                        <a:pt x="94" y="617"/>
                        <a:pt x="97" y="617"/>
                      </a:cubicBezTo>
                      <a:cubicBezTo>
                        <a:pt x="165" y="617"/>
                        <a:pt x="334" y="378"/>
                        <a:pt x="370" y="338"/>
                      </a:cubicBezTo>
                      <a:cubicBezTo>
                        <a:pt x="459" y="234"/>
                        <a:pt x="555" y="134"/>
                        <a:pt x="647" y="32"/>
                      </a:cubicBezTo>
                      <a:cubicBezTo>
                        <a:pt x="660" y="19"/>
                        <a:pt x="647" y="0"/>
                        <a:pt x="63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6" name="Google Shape;2026;p44"/>
                <p:cNvSpPr/>
                <p:nvPr/>
              </p:nvSpPr>
              <p:spPr>
                <a:xfrm>
                  <a:off x="6363108" y="2105790"/>
                  <a:ext cx="67113" cy="69520"/>
                </a:xfrm>
                <a:custGeom>
                  <a:rect b="b" l="l" r="r" t="t"/>
                  <a:pathLst>
                    <a:path extrusionOk="0" h="751" w="725">
                      <a:moveTo>
                        <a:pt x="680" y="1"/>
                      </a:moveTo>
                      <a:cubicBezTo>
                        <a:pt x="672" y="1"/>
                        <a:pt x="664" y="4"/>
                        <a:pt x="657" y="12"/>
                      </a:cubicBezTo>
                      <a:cubicBezTo>
                        <a:pt x="461" y="238"/>
                        <a:pt x="257" y="454"/>
                        <a:pt x="40" y="659"/>
                      </a:cubicBezTo>
                      <a:cubicBezTo>
                        <a:pt x="1" y="697"/>
                        <a:pt x="41" y="751"/>
                        <a:pt x="85" y="751"/>
                      </a:cubicBezTo>
                      <a:cubicBezTo>
                        <a:pt x="98" y="751"/>
                        <a:pt x="112" y="746"/>
                        <a:pt x="124" y="734"/>
                      </a:cubicBezTo>
                      <a:cubicBezTo>
                        <a:pt x="328" y="517"/>
                        <a:pt x="522" y="292"/>
                        <a:pt x="705" y="56"/>
                      </a:cubicBezTo>
                      <a:cubicBezTo>
                        <a:pt x="724" y="31"/>
                        <a:pt x="703" y="1"/>
                        <a:pt x="68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7" name="Google Shape;2027;p44"/>
                <p:cNvSpPr/>
                <p:nvPr/>
              </p:nvSpPr>
              <p:spPr>
                <a:xfrm>
                  <a:off x="6394211" y="2107734"/>
                  <a:ext cx="50914" cy="59337"/>
                </a:xfrm>
                <a:custGeom>
                  <a:rect b="b" l="l" r="r" t="t"/>
                  <a:pathLst>
                    <a:path extrusionOk="0" h="641" w="550">
                      <a:moveTo>
                        <a:pt x="513" y="0"/>
                      </a:moveTo>
                      <a:cubicBezTo>
                        <a:pt x="510" y="0"/>
                        <a:pt x="507" y="1"/>
                        <a:pt x="505" y="2"/>
                      </a:cubicBezTo>
                      <a:cubicBezTo>
                        <a:pt x="488" y="8"/>
                        <a:pt x="482" y="12"/>
                        <a:pt x="478" y="25"/>
                      </a:cubicBezTo>
                      <a:cubicBezTo>
                        <a:pt x="382" y="106"/>
                        <a:pt x="301" y="208"/>
                        <a:pt x="215" y="300"/>
                      </a:cubicBezTo>
                      <a:cubicBezTo>
                        <a:pt x="144" y="377"/>
                        <a:pt x="17" y="471"/>
                        <a:pt x="5" y="581"/>
                      </a:cubicBezTo>
                      <a:cubicBezTo>
                        <a:pt x="1" y="618"/>
                        <a:pt x="30" y="641"/>
                        <a:pt x="58" y="641"/>
                      </a:cubicBezTo>
                      <a:cubicBezTo>
                        <a:pt x="77" y="641"/>
                        <a:pt x="96" y="629"/>
                        <a:pt x="103" y="602"/>
                      </a:cubicBezTo>
                      <a:cubicBezTo>
                        <a:pt x="117" y="542"/>
                        <a:pt x="175" y="490"/>
                        <a:pt x="215" y="442"/>
                      </a:cubicBezTo>
                      <a:lnTo>
                        <a:pt x="336" y="296"/>
                      </a:lnTo>
                      <a:cubicBezTo>
                        <a:pt x="405" y="215"/>
                        <a:pt x="480" y="133"/>
                        <a:pt x="538" y="44"/>
                      </a:cubicBezTo>
                      <a:cubicBezTo>
                        <a:pt x="549" y="24"/>
                        <a:pt x="531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8" name="Google Shape;2028;p44"/>
                <p:cNvSpPr/>
                <p:nvPr/>
              </p:nvSpPr>
              <p:spPr>
                <a:xfrm>
                  <a:off x="6405042" y="2108937"/>
                  <a:ext cx="61281" cy="59523"/>
                </a:xfrm>
                <a:custGeom>
                  <a:rect b="b" l="l" r="r" t="t"/>
                  <a:pathLst>
                    <a:path extrusionOk="0" h="643" w="662">
                      <a:moveTo>
                        <a:pt x="631" y="0"/>
                      </a:moveTo>
                      <a:cubicBezTo>
                        <a:pt x="626" y="0"/>
                        <a:pt x="622" y="2"/>
                        <a:pt x="617" y="6"/>
                      </a:cubicBezTo>
                      <a:cubicBezTo>
                        <a:pt x="411" y="172"/>
                        <a:pt x="223" y="370"/>
                        <a:pt x="36" y="556"/>
                      </a:cubicBezTo>
                      <a:cubicBezTo>
                        <a:pt x="0" y="593"/>
                        <a:pt x="37" y="643"/>
                        <a:pt x="77" y="643"/>
                      </a:cubicBezTo>
                      <a:cubicBezTo>
                        <a:pt x="89" y="643"/>
                        <a:pt x="102" y="638"/>
                        <a:pt x="113" y="627"/>
                      </a:cubicBezTo>
                      <a:cubicBezTo>
                        <a:pt x="288" y="431"/>
                        <a:pt x="479" y="245"/>
                        <a:pt x="648" y="43"/>
                      </a:cubicBezTo>
                      <a:cubicBezTo>
                        <a:pt x="662" y="26"/>
                        <a:pt x="648" y="0"/>
                        <a:pt x="63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9" name="Google Shape;2029;p44"/>
                <p:cNvSpPr/>
                <p:nvPr/>
              </p:nvSpPr>
              <p:spPr>
                <a:xfrm>
                  <a:off x="6423185" y="2103013"/>
                  <a:ext cx="60541" cy="64058"/>
                </a:xfrm>
                <a:custGeom>
                  <a:rect b="b" l="l" r="r" t="t"/>
                  <a:pathLst>
                    <a:path extrusionOk="0" h="692" w="654">
                      <a:moveTo>
                        <a:pt x="614" y="1"/>
                      </a:moveTo>
                      <a:cubicBezTo>
                        <a:pt x="608" y="1"/>
                        <a:pt x="602" y="3"/>
                        <a:pt x="596" y="9"/>
                      </a:cubicBezTo>
                      <a:cubicBezTo>
                        <a:pt x="406" y="207"/>
                        <a:pt x="223" y="407"/>
                        <a:pt x="33" y="605"/>
                      </a:cubicBezTo>
                      <a:cubicBezTo>
                        <a:pt x="0" y="642"/>
                        <a:pt x="38" y="691"/>
                        <a:pt x="75" y="691"/>
                      </a:cubicBezTo>
                      <a:cubicBezTo>
                        <a:pt x="87" y="691"/>
                        <a:pt x="99" y="686"/>
                        <a:pt x="108" y="674"/>
                      </a:cubicBezTo>
                      <a:cubicBezTo>
                        <a:pt x="281" y="461"/>
                        <a:pt x="459" y="253"/>
                        <a:pt x="636" y="47"/>
                      </a:cubicBezTo>
                      <a:cubicBezTo>
                        <a:pt x="653" y="26"/>
                        <a:pt x="634" y="1"/>
                        <a:pt x="61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0" name="Google Shape;2030;p44"/>
                <p:cNvSpPr/>
                <p:nvPr/>
              </p:nvSpPr>
              <p:spPr>
                <a:xfrm>
                  <a:off x="6435867" y="2106993"/>
                  <a:ext cx="57856" cy="61281"/>
                </a:xfrm>
                <a:custGeom>
                  <a:rect b="b" l="l" r="r" t="t"/>
                  <a:pathLst>
                    <a:path extrusionOk="0" h="662" w="625">
                      <a:moveTo>
                        <a:pt x="585" y="1"/>
                      </a:moveTo>
                      <a:cubicBezTo>
                        <a:pt x="579" y="1"/>
                        <a:pt x="572" y="3"/>
                        <a:pt x="565" y="10"/>
                      </a:cubicBezTo>
                      <a:cubicBezTo>
                        <a:pt x="467" y="112"/>
                        <a:pt x="367" y="212"/>
                        <a:pt x="267" y="312"/>
                      </a:cubicBezTo>
                      <a:cubicBezTo>
                        <a:pt x="188" y="391"/>
                        <a:pt x="63" y="479"/>
                        <a:pt x="11" y="579"/>
                      </a:cubicBezTo>
                      <a:cubicBezTo>
                        <a:pt x="1" y="600"/>
                        <a:pt x="5" y="625"/>
                        <a:pt x="21" y="639"/>
                      </a:cubicBezTo>
                      <a:lnTo>
                        <a:pt x="32" y="650"/>
                      </a:lnTo>
                      <a:cubicBezTo>
                        <a:pt x="40" y="658"/>
                        <a:pt x="51" y="661"/>
                        <a:pt x="61" y="661"/>
                      </a:cubicBezTo>
                      <a:cubicBezTo>
                        <a:pt x="91" y="661"/>
                        <a:pt x="121" y="632"/>
                        <a:pt x="109" y="600"/>
                      </a:cubicBezTo>
                      <a:cubicBezTo>
                        <a:pt x="105" y="593"/>
                        <a:pt x="209" y="491"/>
                        <a:pt x="219" y="481"/>
                      </a:cubicBezTo>
                      <a:lnTo>
                        <a:pt x="353" y="329"/>
                      </a:lnTo>
                      <a:cubicBezTo>
                        <a:pt x="436" y="233"/>
                        <a:pt x="520" y="139"/>
                        <a:pt x="607" y="45"/>
                      </a:cubicBezTo>
                      <a:cubicBezTo>
                        <a:pt x="624" y="26"/>
                        <a:pt x="606" y="1"/>
                        <a:pt x="58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1" name="Google Shape;2031;p44"/>
                <p:cNvSpPr/>
                <p:nvPr/>
              </p:nvSpPr>
              <p:spPr>
                <a:xfrm>
                  <a:off x="6457898" y="2101254"/>
                  <a:ext cx="61466" cy="62485"/>
                </a:xfrm>
                <a:custGeom>
                  <a:rect b="b" l="l" r="r" t="t"/>
                  <a:pathLst>
                    <a:path extrusionOk="0" h="675" w="664">
                      <a:moveTo>
                        <a:pt x="621" y="1"/>
                      </a:moveTo>
                      <a:cubicBezTo>
                        <a:pt x="614" y="1"/>
                        <a:pt x="607" y="3"/>
                        <a:pt x="600" y="9"/>
                      </a:cubicBezTo>
                      <a:cubicBezTo>
                        <a:pt x="405" y="195"/>
                        <a:pt x="200" y="385"/>
                        <a:pt x="29" y="595"/>
                      </a:cubicBezTo>
                      <a:cubicBezTo>
                        <a:pt x="1" y="631"/>
                        <a:pt x="32" y="675"/>
                        <a:pt x="66" y="675"/>
                      </a:cubicBezTo>
                      <a:cubicBezTo>
                        <a:pt x="77" y="675"/>
                        <a:pt x="89" y="670"/>
                        <a:pt x="98" y="660"/>
                      </a:cubicBezTo>
                      <a:cubicBezTo>
                        <a:pt x="284" y="457"/>
                        <a:pt x="455" y="245"/>
                        <a:pt x="644" y="47"/>
                      </a:cubicBezTo>
                      <a:cubicBezTo>
                        <a:pt x="663" y="26"/>
                        <a:pt x="644" y="1"/>
                        <a:pt x="62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2" name="Google Shape;2032;p44"/>
                <p:cNvSpPr/>
                <p:nvPr/>
              </p:nvSpPr>
              <p:spPr>
                <a:xfrm>
                  <a:off x="6471228" y="2096070"/>
                  <a:ext cx="69150" cy="70631"/>
                </a:xfrm>
                <a:custGeom>
                  <a:rect b="b" l="l" r="r" t="t"/>
                  <a:pathLst>
                    <a:path extrusionOk="0" h="763" w="747">
                      <a:moveTo>
                        <a:pt x="707" y="1"/>
                      </a:moveTo>
                      <a:cubicBezTo>
                        <a:pt x="701" y="1"/>
                        <a:pt x="694" y="3"/>
                        <a:pt x="688" y="9"/>
                      </a:cubicBezTo>
                      <a:cubicBezTo>
                        <a:pt x="565" y="128"/>
                        <a:pt x="442" y="247"/>
                        <a:pt x="319" y="366"/>
                      </a:cubicBezTo>
                      <a:cubicBezTo>
                        <a:pt x="217" y="466"/>
                        <a:pt x="83" y="561"/>
                        <a:pt x="19" y="691"/>
                      </a:cubicBezTo>
                      <a:cubicBezTo>
                        <a:pt x="1" y="730"/>
                        <a:pt x="33" y="763"/>
                        <a:pt x="66" y="763"/>
                      </a:cubicBezTo>
                      <a:cubicBezTo>
                        <a:pt x="82" y="763"/>
                        <a:pt x="98" y="755"/>
                        <a:pt x="108" y="736"/>
                      </a:cubicBezTo>
                      <a:cubicBezTo>
                        <a:pt x="179" y="601"/>
                        <a:pt x="308" y="493"/>
                        <a:pt x="413" y="382"/>
                      </a:cubicBezTo>
                      <a:cubicBezTo>
                        <a:pt x="517" y="270"/>
                        <a:pt x="623" y="157"/>
                        <a:pt x="729" y="47"/>
                      </a:cubicBezTo>
                      <a:cubicBezTo>
                        <a:pt x="747" y="26"/>
                        <a:pt x="728" y="1"/>
                        <a:pt x="70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3" name="Google Shape;2033;p44"/>
                <p:cNvSpPr/>
                <p:nvPr/>
              </p:nvSpPr>
              <p:spPr>
                <a:xfrm>
                  <a:off x="6494648" y="2099680"/>
                  <a:ext cx="58967" cy="62300"/>
                </a:xfrm>
                <a:custGeom>
                  <a:rect b="b" l="l" r="r" t="t"/>
                  <a:pathLst>
                    <a:path extrusionOk="0" h="673" w="637">
                      <a:moveTo>
                        <a:pt x="615" y="1"/>
                      </a:moveTo>
                      <a:cubicBezTo>
                        <a:pt x="611" y="1"/>
                        <a:pt x="607" y="2"/>
                        <a:pt x="604" y="6"/>
                      </a:cubicBezTo>
                      <a:cubicBezTo>
                        <a:pt x="416" y="206"/>
                        <a:pt x="226" y="406"/>
                        <a:pt x="30" y="600"/>
                      </a:cubicBezTo>
                      <a:cubicBezTo>
                        <a:pt x="0" y="630"/>
                        <a:pt x="33" y="673"/>
                        <a:pt x="66" y="673"/>
                      </a:cubicBezTo>
                      <a:cubicBezTo>
                        <a:pt x="76" y="673"/>
                        <a:pt x="87" y="668"/>
                        <a:pt x="95" y="658"/>
                      </a:cubicBezTo>
                      <a:cubicBezTo>
                        <a:pt x="268" y="443"/>
                        <a:pt x="445" y="233"/>
                        <a:pt x="627" y="26"/>
                      </a:cubicBezTo>
                      <a:cubicBezTo>
                        <a:pt x="636" y="15"/>
                        <a:pt x="626" y="1"/>
                        <a:pt x="61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4" name="Google Shape;2034;p44"/>
                <p:cNvSpPr/>
                <p:nvPr/>
              </p:nvSpPr>
              <p:spPr>
                <a:xfrm>
                  <a:off x="6510755" y="2094774"/>
                  <a:ext cx="64984" cy="69428"/>
                </a:xfrm>
                <a:custGeom>
                  <a:rect b="b" l="l" r="r" t="t"/>
                  <a:pathLst>
                    <a:path extrusionOk="0" h="750" w="702">
                      <a:moveTo>
                        <a:pt x="677" y="0"/>
                      </a:moveTo>
                      <a:cubicBezTo>
                        <a:pt x="673" y="0"/>
                        <a:pt x="668" y="2"/>
                        <a:pt x="665" y="6"/>
                      </a:cubicBezTo>
                      <a:cubicBezTo>
                        <a:pt x="484" y="257"/>
                        <a:pt x="236" y="448"/>
                        <a:pt x="23" y="669"/>
                      </a:cubicBezTo>
                      <a:cubicBezTo>
                        <a:pt x="0" y="690"/>
                        <a:pt x="13" y="721"/>
                        <a:pt x="36" y="738"/>
                      </a:cubicBezTo>
                      <a:lnTo>
                        <a:pt x="44" y="744"/>
                      </a:lnTo>
                      <a:cubicBezTo>
                        <a:pt x="50" y="748"/>
                        <a:pt x="57" y="750"/>
                        <a:pt x="64" y="750"/>
                      </a:cubicBezTo>
                      <a:cubicBezTo>
                        <a:pt x="73" y="750"/>
                        <a:pt x="83" y="747"/>
                        <a:pt x="90" y="742"/>
                      </a:cubicBezTo>
                      <a:cubicBezTo>
                        <a:pt x="92" y="740"/>
                        <a:pt x="96" y="738"/>
                        <a:pt x="100" y="736"/>
                      </a:cubicBezTo>
                      <a:cubicBezTo>
                        <a:pt x="115" y="725"/>
                        <a:pt x="119" y="707"/>
                        <a:pt x="117" y="692"/>
                      </a:cubicBezTo>
                      <a:cubicBezTo>
                        <a:pt x="294" y="459"/>
                        <a:pt x="525" y="269"/>
                        <a:pt x="694" y="27"/>
                      </a:cubicBezTo>
                      <a:cubicBezTo>
                        <a:pt x="702" y="15"/>
                        <a:pt x="689" y="0"/>
                        <a:pt x="67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5" name="Google Shape;2035;p44"/>
                <p:cNvSpPr/>
                <p:nvPr/>
              </p:nvSpPr>
              <p:spPr>
                <a:xfrm>
                  <a:off x="6533805" y="2096810"/>
                  <a:ext cx="58875" cy="66465"/>
                </a:xfrm>
                <a:custGeom>
                  <a:rect b="b" l="l" r="r" t="t"/>
                  <a:pathLst>
                    <a:path extrusionOk="0" h="718" w="636">
                      <a:moveTo>
                        <a:pt x="595" y="0"/>
                      </a:moveTo>
                      <a:cubicBezTo>
                        <a:pt x="588" y="0"/>
                        <a:pt x="581" y="3"/>
                        <a:pt x="575" y="9"/>
                      </a:cubicBezTo>
                      <a:cubicBezTo>
                        <a:pt x="389" y="216"/>
                        <a:pt x="197" y="420"/>
                        <a:pt x="28" y="639"/>
                      </a:cubicBezTo>
                      <a:cubicBezTo>
                        <a:pt x="0" y="673"/>
                        <a:pt x="31" y="717"/>
                        <a:pt x="65" y="717"/>
                      </a:cubicBezTo>
                      <a:cubicBezTo>
                        <a:pt x="76" y="717"/>
                        <a:pt x="87" y="713"/>
                        <a:pt x="97" y="701"/>
                      </a:cubicBezTo>
                      <a:cubicBezTo>
                        <a:pt x="276" y="489"/>
                        <a:pt x="441" y="264"/>
                        <a:pt x="618" y="49"/>
                      </a:cubicBezTo>
                      <a:cubicBezTo>
                        <a:pt x="636" y="27"/>
                        <a:pt x="616" y="0"/>
                        <a:pt x="59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6" name="Google Shape;2036;p44"/>
                <p:cNvSpPr/>
                <p:nvPr/>
              </p:nvSpPr>
              <p:spPr>
                <a:xfrm>
                  <a:off x="6555836" y="2093293"/>
                  <a:ext cx="54246" cy="56838"/>
                </a:xfrm>
                <a:custGeom>
                  <a:rect b="b" l="l" r="r" t="t"/>
                  <a:pathLst>
                    <a:path extrusionOk="0" h="614" w="586">
                      <a:moveTo>
                        <a:pt x="545" y="1"/>
                      </a:moveTo>
                      <a:cubicBezTo>
                        <a:pt x="538" y="1"/>
                        <a:pt x="531" y="3"/>
                        <a:pt x="524" y="10"/>
                      </a:cubicBezTo>
                      <a:cubicBezTo>
                        <a:pt x="359" y="185"/>
                        <a:pt x="195" y="362"/>
                        <a:pt x="30" y="537"/>
                      </a:cubicBezTo>
                      <a:cubicBezTo>
                        <a:pt x="0" y="570"/>
                        <a:pt x="32" y="614"/>
                        <a:pt x="65" y="614"/>
                      </a:cubicBezTo>
                      <a:cubicBezTo>
                        <a:pt x="76" y="614"/>
                        <a:pt x="88" y="609"/>
                        <a:pt x="97" y="598"/>
                      </a:cubicBezTo>
                      <a:cubicBezTo>
                        <a:pt x="253" y="414"/>
                        <a:pt x="409" y="231"/>
                        <a:pt x="568" y="47"/>
                      </a:cubicBezTo>
                      <a:cubicBezTo>
                        <a:pt x="585" y="27"/>
                        <a:pt x="567" y="1"/>
                        <a:pt x="54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7" name="Google Shape;2037;p44"/>
                <p:cNvSpPr/>
                <p:nvPr/>
              </p:nvSpPr>
              <p:spPr>
                <a:xfrm>
                  <a:off x="6568795" y="2097736"/>
                  <a:ext cx="53691" cy="54987"/>
                </a:xfrm>
                <a:custGeom>
                  <a:rect b="b" l="l" r="r" t="t"/>
                  <a:pathLst>
                    <a:path extrusionOk="0" h="594" w="580">
                      <a:moveTo>
                        <a:pt x="544" y="1"/>
                      </a:moveTo>
                      <a:cubicBezTo>
                        <a:pt x="537" y="1"/>
                        <a:pt x="531" y="3"/>
                        <a:pt x="526" y="8"/>
                      </a:cubicBezTo>
                      <a:cubicBezTo>
                        <a:pt x="507" y="22"/>
                        <a:pt x="488" y="39"/>
                        <a:pt x="472" y="58"/>
                      </a:cubicBezTo>
                      <a:cubicBezTo>
                        <a:pt x="470" y="60"/>
                        <a:pt x="470" y="64"/>
                        <a:pt x="470" y="66"/>
                      </a:cubicBezTo>
                      <a:cubicBezTo>
                        <a:pt x="326" y="218"/>
                        <a:pt x="188" y="375"/>
                        <a:pt x="34" y="518"/>
                      </a:cubicBezTo>
                      <a:cubicBezTo>
                        <a:pt x="1" y="549"/>
                        <a:pt x="33" y="593"/>
                        <a:pt x="68" y="593"/>
                      </a:cubicBezTo>
                      <a:cubicBezTo>
                        <a:pt x="79" y="593"/>
                        <a:pt x="91" y="589"/>
                        <a:pt x="101" y="579"/>
                      </a:cubicBezTo>
                      <a:cubicBezTo>
                        <a:pt x="267" y="412"/>
                        <a:pt x="436" y="233"/>
                        <a:pt x="565" y="35"/>
                      </a:cubicBezTo>
                      <a:cubicBezTo>
                        <a:pt x="579" y="17"/>
                        <a:pt x="562" y="1"/>
                        <a:pt x="54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8" name="Google Shape;2038;p44"/>
                <p:cNvSpPr/>
                <p:nvPr/>
              </p:nvSpPr>
              <p:spPr>
                <a:xfrm>
                  <a:off x="6592400" y="2094774"/>
                  <a:ext cx="46007" cy="58227"/>
                </a:xfrm>
                <a:custGeom>
                  <a:rect b="b" l="l" r="r" t="t"/>
                  <a:pathLst>
                    <a:path extrusionOk="0" h="629" w="497">
                      <a:moveTo>
                        <a:pt x="470" y="0"/>
                      </a:moveTo>
                      <a:cubicBezTo>
                        <a:pt x="465" y="0"/>
                        <a:pt x="460" y="2"/>
                        <a:pt x="456" y="6"/>
                      </a:cubicBezTo>
                      <a:cubicBezTo>
                        <a:pt x="369" y="113"/>
                        <a:pt x="281" y="217"/>
                        <a:pt x="194" y="323"/>
                      </a:cubicBezTo>
                      <a:cubicBezTo>
                        <a:pt x="152" y="375"/>
                        <a:pt x="112" y="425"/>
                        <a:pt x="71" y="475"/>
                      </a:cubicBezTo>
                      <a:cubicBezTo>
                        <a:pt x="46" y="505"/>
                        <a:pt x="6" y="536"/>
                        <a:pt x="2" y="575"/>
                      </a:cubicBezTo>
                      <a:cubicBezTo>
                        <a:pt x="0" y="600"/>
                        <a:pt x="18" y="629"/>
                        <a:pt x="43" y="629"/>
                      </a:cubicBezTo>
                      <a:cubicBezTo>
                        <a:pt x="48" y="629"/>
                        <a:pt x="53" y="628"/>
                        <a:pt x="58" y="625"/>
                      </a:cubicBezTo>
                      <a:cubicBezTo>
                        <a:pt x="60" y="625"/>
                        <a:pt x="62" y="625"/>
                        <a:pt x="64" y="623"/>
                      </a:cubicBezTo>
                      <a:cubicBezTo>
                        <a:pt x="79" y="617"/>
                        <a:pt x="94" y="600"/>
                        <a:pt x="94" y="582"/>
                      </a:cubicBezTo>
                      <a:cubicBezTo>
                        <a:pt x="117" y="530"/>
                        <a:pt x="177" y="469"/>
                        <a:pt x="208" y="423"/>
                      </a:cubicBezTo>
                      <a:lnTo>
                        <a:pt x="308" y="282"/>
                      </a:lnTo>
                      <a:cubicBezTo>
                        <a:pt x="369" y="198"/>
                        <a:pt x="429" y="113"/>
                        <a:pt x="488" y="27"/>
                      </a:cubicBezTo>
                      <a:cubicBezTo>
                        <a:pt x="497" y="15"/>
                        <a:pt x="483" y="0"/>
                        <a:pt x="47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9" name="Google Shape;2039;p44"/>
                <p:cNvSpPr/>
                <p:nvPr/>
              </p:nvSpPr>
              <p:spPr>
                <a:xfrm>
                  <a:off x="6607952" y="2093848"/>
                  <a:ext cx="47026" cy="51654"/>
                </a:xfrm>
                <a:custGeom>
                  <a:rect b="b" l="l" r="r" t="t"/>
                  <a:pathLst>
                    <a:path extrusionOk="0" h="558" w="508">
                      <a:moveTo>
                        <a:pt x="481" y="0"/>
                      </a:moveTo>
                      <a:cubicBezTo>
                        <a:pt x="476" y="0"/>
                        <a:pt x="472" y="2"/>
                        <a:pt x="468" y="6"/>
                      </a:cubicBezTo>
                      <a:cubicBezTo>
                        <a:pt x="317" y="164"/>
                        <a:pt x="169" y="327"/>
                        <a:pt x="26" y="492"/>
                      </a:cubicBezTo>
                      <a:cubicBezTo>
                        <a:pt x="1" y="520"/>
                        <a:pt x="30" y="558"/>
                        <a:pt x="58" y="558"/>
                      </a:cubicBezTo>
                      <a:cubicBezTo>
                        <a:pt x="68" y="558"/>
                        <a:pt x="77" y="554"/>
                        <a:pt x="84" y="544"/>
                      </a:cubicBezTo>
                      <a:cubicBezTo>
                        <a:pt x="215" y="367"/>
                        <a:pt x="351" y="196"/>
                        <a:pt x="497" y="31"/>
                      </a:cubicBezTo>
                      <a:cubicBezTo>
                        <a:pt x="508" y="17"/>
                        <a:pt x="495" y="0"/>
                        <a:pt x="48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0" name="Google Shape;2040;p44"/>
                <p:cNvSpPr/>
                <p:nvPr/>
              </p:nvSpPr>
              <p:spPr>
                <a:xfrm>
                  <a:off x="6614524" y="2093663"/>
                  <a:ext cx="56190" cy="61374"/>
                </a:xfrm>
                <a:custGeom>
                  <a:rect b="b" l="l" r="r" t="t"/>
                  <a:pathLst>
                    <a:path extrusionOk="0" h="663" w="607">
                      <a:moveTo>
                        <a:pt x="573" y="1"/>
                      </a:moveTo>
                      <a:cubicBezTo>
                        <a:pt x="568" y="1"/>
                        <a:pt x="562" y="3"/>
                        <a:pt x="557" y="8"/>
                      </a:cubicBezTo>
                      <a:cubicBezTo>
                        <a:pt x="374" y="194"/>
                        <a:pt x="194" y="385"/>
                        <a:pt x="30" y="590"/>
                      </a:cubicBezTo>
                      <a:cubicBezTo>
                        <a:pt x="0" y="625"/>
                        <a:pt x="30" y="663"/>
                        <a:pt x="63" y="663"/>
                      </a:cubicBezTo>
                      <a:cubicBezTo>
                        <a:pt x="77" y="663"/>
                        <a:pt x="92" y="656"/>
                        <a:pt x="103" y="640"/>
                      </a:cubicBezTo>
                      <a:cubicBezTo>
                        <a:pt x="253" y="427"/>
                        <a:pt x="413" y="227"/>
                        <a:pt x="590" y="37"/>
                      </a:cubicBezTo>
                      <a:cubicBezTo>
                        <a:pt x="606" y="21"/>
                        <a:pt x="591" y="1"/>
                        <a:pt x="57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1" name="Google Shape;2041;p44"/>
                <p:cNvSpPr/>
                <p:nvPr/>
              </p:nvSpPr>
              <p:spPr>
                <a:xfrm>
                  <a:off x="6636648" y="2081907"/>
                  <a:ext cx="56283" cy="60078"/>
                </a:xfrm>
                <a:custGeom>
                  <a:rect b="b" l="l" r="r" t="t"/>
                  <a:pathLst>
                    <a:path extrusionOk="0" h="649" w="608">
                      <a:moveTo>
                        <a:pt x="577" y="1"/>
                      </a:moveTo>
                      <a:cubicBezTo>
                        <a:pt x="572" y="1"/>
                        <a:pt x="566" y="3"/>
                        <a:pt x="562" y="8"/>
                      </a:cubicBezTo>
                      <a:cubicBezTo>
                        <a:pt x="391" y="200"/>
                        <a:pt x="216" y="387"/>
                        <a:pt x="32" y="571"/>
                      </a:cubicBezTo>
                      <a:cubicBezTo>
                        <a:pt x="1" y="602"/>
                        <a:pt x="35" y="649"/>
                        <a:pt x="70" y="649"/>
                      </a:cubicBezTo>
                      <a:cubicBezTo>
                        <a:pt x="81" y="649"/>
                        <a:pt x="92" y="644"/>
                        <a:pt x="101" y="633"/>
                      </a:cubicBezTo>
                      <a:cubicBezTo>
                        <a:pt x="270" y="437"/>
                        <a:pt x="435" y="239"/>
                        <a:pt x="593" y="37"/>
                      </a:cubicBezTo>
                      <a:cubicBezTo>
                        <a:pt x="607" y="21"/>
                        <a:pt x="593" y="1"/>
                        <a:pt x="57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2" name="Google Shape;2042;p44"/>
                <p:cNvSpPr/>
                <p:nvPr/>
              </p:nvSpPr>
              <p:spPr>
                <a:xfrm>
                  <a:off x="6654144" y="2081537"/>
                  <a:ext cx="56653" cy="59245"/>
                </a:xfrm>
                <a:custGeom>
                  <a:rect b="b" l="l" r="r" t="t"/>
                  <a:pathLst>
                    <a:path extrusionOk="0" h="640" w="612">
                      <a:moveTo>
                        <a:pt x="572" y="0"/>
                      </a:moveTo>
                      <a:cubicBezTo>
                        <a:pt x="565" y="0"/>
                        <a:pt x="558" y="3"/>
                        <a:pt x="552" y="10"/>
                      </a:cubicBezTo>
                      <a:cubicBezTo>
                        <a:pt x="379" y="193"/>
                        <a:pt x="198" y="372"/>
                        <a:pt x="31" y="560"/>
                      </a:cubicBezTo>
                      <a:cubicBezTo>
                        <a:pt x="1" y="595"/>
                        <a:pt x="34" y="639"/>
                        <a:pt x="68" y="639"/>
                      </a:cubicBezTo>
                      <a:cubicBezTo>
                        <a:pt x="79" y="639"/>
                        <a:pt x="90" y="635"/>
                        <a:pt x="100" y="625"/>
                      </a:cubicBezTo>
                      <a:cubicBezTo>
                        <a:pt x="271" y="437"/>
                        <a:pt x="429" y="239"/>
                        <a:pt x="594" y="47"/>
                      </a:cubicBezTo>
                      <a:cubicBezTo>
                        <a:pt x="611" y="27"/>
                        <a:pt x="593" y="0"/>
                        <a:pt x="57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3" name="Google Shape;2043;p44"/>
                <p:cNvSpPr/>
                <p:nvPr/>
              </p:nvSpPr>
              <p:spPr>
                <a:xfrm>
                  <a:off x="6674046" y="2073576"/>
                  <a:ext cx="52765" cy="62114"/>
                </a:xfrm>
                <a:custGeom>
                  <a:rect b="b" l="l" r="r" t="t"/>
                  <a:pathLst>
                    <a:path extrusionOk="0" h="671" w="570">
                      <a:moveTo>
                        <a:pt x="533" y="1"/>
                      </a:moveTo>
                      <a:cubicBezTo>
                        <a:pt x="527" y="1"/>
                        <a:pt x="520" y="4"/>
                        <a:pt x="514" y="10"/>
                      </a:cubicBezTo>
                      <a:cubicBezTo>
                        <a:pt x="352" y="204"/>
                        <a:pt x="181" y="394"/>
                        <a:pt x="27" y="592"/>
                      </a:cubicBezTo>
                      <a:cubicBezTo>
                        <a:pt x="0" y="628"/>
                        <a:pt x="31" y="671"/>
                        <a:pt x="64" y="671"/>
                      </a:cubicBezTo>
                      <a:cubicBezTo>
                        <a:pt x="75" y="671"/>
                        <a:pt x="86" y="666"/>
                        <a:pt x="95" y="654"/>
                      </a:cubicBezTo>
                      <a:cubicBezTo>
                        <a:pt x="256" y="458"/>
                        <a:pt x="402" y="250"/>
                        <a:pt x="554" y="48"/>
                      </a:cubicBezTo>
                      <a:cubicBezTo>
                        <a:pt x="569" y="26"/>
                        <a:pt x="552" y="1"/>
                        <a:pt x="53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4" name="Google Shape;2044;p44"/>
                <p:cNvSpPr/>
                <p:nvPr/>
              </p:nvSpPr>
              <p:spPr>
                <a:xfrm>
                  <a:off x="6691819" y="2073853"/>
                  <a:ext cx="54616" cy="55449"/>
                </a:xfrm>
                <a:custGeom>
                  <a:rect b="b" l="l" r="r" t="t"/>
                  <a:pathLst>
                    <a:path extrusionOk="0" h="599" w="590">
                      <a:moveTo>
                        <a:pt x="553" y="1"/>
                      </a:moveTo>
                      <a:cubicBezTo>
                        <a:pt x="547" y="1"/>
                        <a:pt x="540" y="3"/>
                        <a:pt x="535" y="9"/>
                      </a:cubicBezTo>
                      <a:cubicBezTo>
                        <a:pt x="368" y="180"/>
                        <a:pt x="203" y="353"/>
                        <a:pt x="33" y="522"/>
                      </a:cubicBezTo>
                      <a:cubicBezTo>
                        <a:pt x="1" y="552"/>
                        <a:pt x="35" y="598"/>
                        <a:pt x="69" y="598"/>
                      </a:cubicBezTo>
                      <a:cubicBezTo>
                        <a:pt x="80" y="598"/>
                        <a:pt x="91" y="594"/>
                        <a:pt x="99" y="583"/>
                      </a:cubicBezTo>
                      <a:cubicBezTo>
                        <a:pt x="251" y="397"/>
                        <a:pt x="412" y="220"/>
                        <a:pt x="572" y="45"/>
                      </a:cubicBezTo>
                      <a:cubicBezTo>
                        <a:pt x="590" y="26"/>
                        <a:pt x="572" y="1"/>
                        <a:pt x="55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5" name="Google Shape;2045;p44"/>
                <p:cNvSpPr/>
                <p:nvPr/>
              </p:nvSpPr>
              <p:spPr>
                <a:xfrm>
                  <a:off x="6706537" y="2070706"/>
                  <a:ext cx="54431" cy="55079"/>
                </a:xfrm>
                <a:custGeom>
                  <a:rect b="b" l="l" r="r" t="t"/>
                  <a:pathLst>
                    <a:path extrusionOk="0" h="595" w="588">
                      <a:moveTo>
                        <a:pt x="555" y="1"/>
                      </a:moveTo>
                      <a:cubicBezTo>
                        <a:pt x="549" y="1"/>
                        <a:pt x="543" y="3"/>
                        <a:pt x="538" y="8"/>
                      </a:cubicBezTo>
                      <a:cubicBezTo>
                        <a:pt x="372" y="179"/>
                        <a:pt x="205" y="352"/>
                        <a:pt x="32" y="519"/>
                      </a:cubicBezTo>
                      <a:cubicBezTo>
                        <a:pt x="0" y="549"/>
                        <a:pt x="35" y="595"/>
                        <a:pt x="70" y="595"/>
                      </a:cubicBezTo>
                      <a:cubicBezTo>
                        <a:pt x="81" y="595"/>
                        <a:pt x="92" y="590"/>
                        <a:pt x="101" y="579"/>
                      </a:cubicBezTo>
                      <a:cubicBezTo>
                        <a:pt x="253" y="396"/>
                        <a:pt x="413" y="219"/>
                        <a:pt x="572" y="39"/>
                      </a:cubicBezTo>
                      <a:cubicBezTo>
                        <a:pt x="588" y="22"/>
                        <a:pt x="572" y="1"/>
                        <a:pt x="55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6" name="Google Shape;2046;p44"/>
                <p:cNvSpPr/>
                <p:nvPr/>
              </p:nvSpPr>
              <p:spPr>
                <a:xfrm>
                  <a:off x="6724958" y="2067651"/>
                  <a:ext cx="53320" cy="53505"/>
                </a:xfrm>
                <a:custGeom>
                  <a:rect b="b" l="l" r="r" t="t"/>
                  <a:pathLst>
                    <a:path extrusionOk="0" h="578" w="576">
                      <a:moveTo>
                        <a:pt x="534" y="0"/>
                      </a:moveTo>
                      <a:cubicBezTo>
                        <a:pt x="527" y="0"/>
                        <a:pt x="521" y="2"/>
                        <a:pt x="514" y="8"/>
                      </a:cubicBezTo>
                      <a:cubicBezTo>
                        <a:pt x="348" y="164"/>
                        <a:pt x="189" y="329"/>
                        <a:pt x="33" y="493"/>
                      </a:cubicBezTo>
                      <a:cubicBezTo>
                        <a:pt x="0" y="529"/>
                        <a:pt x="36" y="577"/>
                        <a:pt x="72" y="577"/>
                      </a:cubicBezTo>
                      <a:cubicBezTo>
                        <a:pt x="84" y="577"/>
                        <a:pt x="96" y="572"/>
                        <a:pt x="106" y="560"/>
                      </a:cubicBezTo>
                      <a:cubicBezTo>
                        <a:pt x="246" y="381"/>
                        <a:pt x="400" y="212"/>
                        <a:pt x="556" y="45"/>
                      </a:cubicBezTo>
                      <a:cubicBezTo>
                        <a:pt x="576" y="26"/>
                        <a:pt x="556" y="0"/>
                        <a:pt x="53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7" name="Google Shape;2047;p44"/>
                <p:cNvSpPr/>
                <p:nvPr/>
              </p:nvSpPr>
              <p:spPr>
                <a:xfrm>
                  <a:off x="6740695" y="2068855"/>
                  <a:ext cx="48784" cy="56005"/>
                </a:xfrm>
                <a:custGeom>
                  <a:rect b="b" l="l" r="r" t="t"/>
                  <a:pathLst>
                    <a:path extrusionOk="0" h="605" w="527">
                      <a:moveTo>
                        <a:pt x="489" y="1"/>
                      </a:moveTo>
                      <a:cubicBezTo>
                        <a:pt x="482" y="1"/>
                        <a:pt x="475" y="4"/>
                        <a:pt x="470" y="11"/>
                      </a:cubicBezTo>
                      <a:cubicBezTo>
                        <a:pt x="305" y="159"/>
                        <a:pt x="155" y="349"/>
                        <a:pt x="26" y="528"/>
                      </a:cubicBezTo>
                      <a:cubicBezTo>
                        <a:pt x="1" y="563"/>
                        <a:pt x="29" y="605"/>
                        <a:pt x="60" y="605"/>
                      </a:cubicBezTo>
                      <a:cubicBezTo>
                        <a:pt x="71" y="605"/>
                        <a:pt x="81" y="600"/>
                        <a:pt x="90" y="589"/>
                      </a:cubicBezTo>
                      <a:cubicBezTo>
                        <a:pt x="230" y="409"/>
                        <a:pt x="382" y="234"/>
                        <a:pt x="511" y="49"/>
                      </a:cubicBezTo>
                      <a:cubicBezTo>
                        <a:pt x="527" y="27"/>
                        <a:pt x="509" y="1"/>
                        <a:pt x="48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8" name="Google Shape;2048;p44"/>
                <p:cNvSpPr/>
                <p:nvPr/>
              </p:nvSpPr>
              <p:spPr>
                <a:xfrm>
                  <a:off x="6765411" y="2070613"/>
                  <a:ext cx="41564" cy="49062"/>
                </a:xfrm>
                <a:custGeom>
                  <a:rect b="b" l="l" r="r" t="t"/>
                  <a:pathLst>
                    <a:path extrusionOk="0" h="530" w="449">
                      <a:moveTo>
                        <a:pt x="417" y="1"/>
                      </a:moveTo>
                      <a:cubicBezTo>
                        <a:pt x="412" y="1"/>
                        <a:pt x="406" y="2"/>
                        <a:pt x="401" y="7"/>
                      </a:cubicBezTo>
                      <a:lnTo>
                        <a:pt x="376" y="28"/>
                      </a:lnTo>
                      <a:cubicBezTo>
                        <a:pt x="373" y="32"/>
                        <a:pt x="371" y="34"/>
                        <a:pt x="371" y="38"/>
                      </a:cubicBezTo>
                      <a:cubicBezTo>
                        <a:pt x="250" y="169"/>
                        <a:pt x="142" y="315"/>
                        <a:pt x="27" y="453"/>
                      </a:cubicBezTo>
                      <a:cubicBezTo>
                        <a:pt x="1" y="487"/>
                        <a:pt x="33" y="530"/>
                        <a:pt x="64" y="530"/>
                      </a:cubicBezTo>
                      <a:cubicBezTo>
                        <a:pt x="75" y="530"/>
                        <a:pt x="86" y="525"/>
                        <a:pt x="94" y="513"/>
                      </a:cubicBezTo>
                      <a:cubicBezTo>
                        <a:pt x="209" y="355"/>
                        <a:pt x="334" y="199"/>
                        <a:pt x="438" y="32"/>
                      </a:cubicBezTo>
                      <a:cubicBezTo>
                        <a:pt x="449" y="15"/>
                        <a:pt x="434" y="1"/>
                        <a:pt x="41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9" name="Google Shape;2049;p44"/>
                <p:cNvSpPr/>
                <p:nvPr/>
              </p:nvSpPr>
              <p:spPr>
                <a:xfrm>
                  <a:off x="6784387" y="2069225"/>
                  <a:ext cx="44248" cy="45544"/>
                </a:xfrm>
                <a:custGeom>
                  <a:rect b="b" l="l" r="r" t="t"/>
                  <a:pathLst>
                    <a:path extrusionOk="0" h="492" w="478">
                      <a:moveTo>
                        <a:pt x="441" y="0"/>
                      </a:moveTo>
                      <a:cubicBezTo>
                        <a:pt x="435" y="0"/>
                        <a:pt x="430" y="3"/>
                        <a:pt x="425" y="7"/>
                      </a:cubicBezTo>
                      <a:cubicBezTo>
                        <a:pt x="291" y="143"/>
                        <a:pt x="162" y="282"/>
                        <a:pt x="31" y="420"/>
                      </a:cubicBezTo>
                      <a:cubicBezTo>
                        <a:pt x="1" y="451"/>
                        <a:pt x="32" y="491"/>
                        <a:pt x="66" y="491"/>
                      </a:cubicBezTo>
                      <a:cubicBezTo>
                        <a:pt x="80" y="491"/>
                        <a:pt x="93" y="485"/>
                        <a:pt x="104" y="470"/>
                      </a:cubicBezTo>
                      <a:cubicBezTo>
                        <a:pt x="208" y="318"/>
                        <a:pt x="331" y="174"/>
                        <a:pt x="460" y="41"/>
                      </a:cubicBezTo>
                      <a:cubicBezTo>
                        <a:pt x="478" y="23"/>
                        <a:pt x="460" y="0"/>
                        <a:pt x="44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0" name="Google Shape;2050;p44"/>
                <p:cNvSpPr/>
                <p:nvPr/>
              </p:nvSpPr>
              <p:spPr>
                <a:xfrm>
                  <a:off x="6803642" y="2057839"/>
                  <a:ext cx="44619" cy="51099"/>
                </a:xfrm>
                <a:custGeom>
                  <a:rect b="b" l="l" r="r" t="t"/>
                  <a:pathLst>
                    <a:path extrusionOk="0" h="552" w="482">
                      <a:moveTo>
                        <a:pt x="456" y="1"/>
                      </a:moveTo>
                      <a:cubicBezTo>
                        <a:pt x="451" y="1"/>
                        <a:pt x="446" y="3"/>
                        <a:pt x="442" y="7"/>
                      </a:cubicBezTo>
                      <a:cubicBezTo>
                        <a:pt x="304" y="166"/>
                        <a:pt x="165" y="322"/>
                        <a:pt x="27" y="480"/>
                      </a:cubicBezTo>
                      <a:cubicBezTo>
                        <a:pt x="0" y="512"/>
                        <a:pt x="30" y="551"/>
                        <a:pt x="61" y="551"/>
                      </a:cubicBezTo>
                      <a:cubicBezTo>
                        <a:pt x="71" y="551"/>
                        <a:pt x="81" y="547"/>
                        <a:pt x="90" y="537"/>
                      </a:cubicBezTo>
                      <a:lnTo>
                        <a:pt x="471" y="32"/>
                      </a:lnTo>
                      <a:cubicBezTo>
                        <a:pt x="482" y="18"/>
                        <a:pt x="469" y="1"/>
                        <a:pt x="45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1" name="Google Shape;2051;p44"/>
                <p:cNvSpPr/>
                <p:nvPr/>
              </p:nvSpPr>
              <p:spPr>
                <a:xfrm>
                  <a:off x="6831597" y="2050989"/>
                  <a:ext cx="40361" cy="44896"/>
                </a:xfrm>
                <a:custGeom>
                  <a:rect b="b" l="l" r="r" t="t"/>
                  <a:pathLst>
                    <a:path extrusionOk="0" h="485" w="436">
                      <a:moveTo>
                        <a:pt x="399" y="1"/>
                      </a:moveTo>
                      <a:cubicBezTo>
                        <a:pt x="393" y="1"/>
                        <a:pt x="387" y="3"/>
                        <a:pt x="382" y="8"/>
                      </a:cubicBezTo>
                      <a:cubicBezTo>
                        <a:pt x="261" y="142"/>
                        <a:pt x="142" y="277"/>
                        <a:pt x="25" y="415"/>
                      </a:cubicBezTo>
                      <a:cubicBezTo>
                        <a:pt x="0" y="446"/>
                        <a:pt x="29" y="484"/>
                        <a:pt x="58" y="484"/>
                      </a:cubicBezTo>
                      <a:cubicBezTo>
                        <a:pt x="68" y="484"/>
                        <a:pt x="78" y="480"/>
                        <a:pt x="86" y="469"/>
                      </a:cubicBezTo>
                      <a:cubicBezTo>
                        <a:pt x="192" y="323"/>
                        <a:pt x="305" y="181"/>
                        <a:pt x="419" y="42"/>
                      </a:cubicBezTo>
                      <a:cubicBezTo>
                        <a:pt x="435" y="24"/>
                        <a:pt x="418" y="1"/>
                        <a:pt x="39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2" name="Google Shape;2052;p44"/>
                <p:cNvSpPr/>
                <p:nvPr/>
              </p:nvSpPr>
              <p:spPr>
                <a:xfrm>
                  <a:off x="6847519" y="2040991"/>
                  <a:ext cx="43415" cy="48322"/>
                </a:xfrm>
                <a:custGeom>
                  <a:rect b="b" l="l" r="r" t="t"/>
                  <a:pathLst>
                    <a:path extrusionOk="0" h="522" w="469">
                      <a:moveTo>
                        <a:pt x="444" y="0"/>
                      </a:moveTo>
                      <a:cubicBezTo>
                        <a:pt x="439" y="0"/>
                        <a:pt x="435" y="2"/>
                        <a:pt x="431" y="6"/>
                      </a:cubicBezTo>
                      <a:cubicBezTo>
                        <a:pt x="297" y="154"/>
                        <a:pt x="168" y="304"/>
                        <a:pt x="30" y="448"/>
                      </a:cubicBezTo>
                      <a:cubicBezTo>
                        <a:pt x="1" y="479"/>
                        <a:pt x="34" y="521"/>
                        <a:pt x="66" y="521"/>
                      </a:cubicBezTo>
                      <a:cubicBezTo>
                        <a:pt x="76" y="521"/>
                        <a:pt x="87" y="517"/>
                        <a:pt x="95" y="506"/>
                      </a:cubicBezTo>
                      <a:cubicBezTo>
                        <a:pt x="212" y="344"/>
                        <a:pt x="337" y="189"/>
                        <a:pt x="458" y="31"/>
                      </a:cubicBezTo>
                      <a:cubicBezTo>
                        <a:pt x="469" y="17"/>
                        <a:pt x="457" y="0"/>
                        <a:pt x="44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3" name="Google Shape;2053;p44"/>
                <p:cNvSpPr/>
                <p:nvPr/>
              </p:nvSpPr>
              <p:spPr>
                <a:xfrm>
                  <a:off x="6877326" y="2036641"/>
                  <a:ext cx="39527" cy="40546"/>
                </a:xfrm>
                <a:custGeom>
                  <a:rect b="b" l="l" r="r" t="t"/>
                  <a:pathLst>
                    <a:path extrusionOk="0" h="438" w="427">
                      <a:moveTo>
                        <a:pt x="378" y="0"/>
                      </a:moveTo>
                      <a:cubicBezTo>
                        <a:pt x="372" y="0"/>
                        <a:pt x="366" y="2"/>
                        <a:pt x="361" y="7"/>
                      </a:cubicBezTo>
                      <a:cubicBezTo>
                        <a:pt x="238" y="111"/>
                        <a:pt x="125" y="226"/>
                        <a:pt x="29" y="357"/>
                      </a:cubicBezTo>
                      <a:cubicBezTo>
                        <a:pt x="0" y="397"/>
                        <a:pt x="32" y="437"/>
                        <a:pt x="67" y="437"/>
                      </a:cubicBezTo>
                      <a:cubicBezTo>
                        <a:pt x="82" y="437"/>
                        <a:pt x="97" y="430"/>
                        <a:pt x="109" y="411"/>
                      </a:cubicBezTo>
                      <a:cubicBezTo>
                        <a:pt x="190" y="280"/>
                        <a:pt x="288" y="159"/>
                        <a:pt x="405" y="57"/>
                      </a:cubicBezTo>
                      <a:cubicBezTo>
                        <a:pt x="426" y="37"/>
                        <a:pt x="403" y="0"/>
                        <a:pt x="37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4" name="Google Shape;2054;p44"/>
                <p:cNvSpPr/>
                <p:nvPr/>
              </p:nvSpPr>
              <p:spPr>
                <a:xfrm>
                  <a:off x="6904171" y="2028957"/>
                  <a:ext cx="37398" cy="37213"/>
                </a:xfrm>
                <a:custGeom>
                  <a:rect b="b" l="l" r="r" t="t"/>
                  <a:pathLst>
                    <a:path extrusionOk="0" h="402" w="404">
                      <a:moveTo>
                        <a:pt x="363" y="0"/>
                      </a:moveTo>
                      <a:cubicBezTo>
                        <a:pt x="356" y="0"/>
                        <a:pt x="348" y="3"/>
                        <a:pt x="342" y="9"/>
                      </a:cubicBezTo>
                      <a:cubicBezTo>
                        <a:pt x="229" y="107"/>
                        <a:pt x="125" y="213"/>
                        <a:pt x="27" y="326"/>
                      </a:cubicBezTo>
                      <a:cubicBezTo>
                        <a:pt x="0" y="359"/>
                        <a:pt x="32" y="401"/>
                        <a:pt x="63" y="401"/>
                      </a:cubicBezTo>
                      <a:cubicBezTo>
                        <a:pt x="73" y="401"/>
                        <a:pt x="83" y="397"/>
                        <a:pt x="92" y="386"/>
                      </a:cubicBezTo>
                      <a:cubicBezTo>
                        <a:pt x="181" y="265"/>
                        <a:pt x="277" y="153"/>
                        <a:pt x="383" y="46"/>
                      </a:cubicBezTo>
                      <a:cubicBezTo>
                        <a:pt x="404" y="26"/>
                        <a:pt x="385" y="0"/>
                        <a:pt x="36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5" name="Google Shape;2055;p44"/>
                <p:cNvSpPr/>
                <p:nvPr/>
              </p:nvSpPr>
              <p:spPr>
                <a:xfrm>
                  <a:off x="6926017" y="2031734"/>
                  <a:ext cx="26660" cy="23698"/>
                </a:xfrm>
                <a:custGeom>
                  <a:rect b="b" l="l" r="r" t="t"/>
                  <a:pathLst>
                    <a:path extrusionOk="0" h="256" w="288">
                      <a:moveTo>
                        <a:pt x="260" y="0"/>
                      </a:moveTo>
                      <a:cubicBezTo>
                        <a:pt x="256" y="0"/>
                        <a:pt x="251" y="2"/>
                        <a:pt x="247" y="6"/>
                      </a:cubicBezTo>
                      <a:cubicBezTo>
                        <a:pt x="177" y="71"/>
                        <a:pt x="108" y="133"/>
                        <a:pt x="31" y="191"/>
                      </a:cubicBezTo>
                      <a:cubicBezTo>
                        <a:pt x="0" y="216"/>
                        <a:pt x="24" y="256"/>
                        <a:pt x="51" y="256"/>
                      </a:cubicBezTo>
                      <a:cubicBezTo>
                        <a:pt x="59" y="256"/>
                        <a:pt x="67" y="252"/>
                        <a:pt x="74" y="244"/>
                      </a:cubicBezTo>
                      <a:cubicBezTo>
                        <a:pt x="137" y="168"/>
                        <a:pt x="206" y="100"/>
                        <a:pt x="275" y="31"/>
                      </a:cubicBezTo>
                      <a:cubicBezTo>
                        <a:pt x="287" y="18"/>
                        <a:pt x="274" y="0"/>
                        <a:pt x="26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6" name="Google Shape;2056;p44"/>
                <p:cNvSpPr/>
                <p:nvPr/>
              </p:nvSpPr>
              <p:spPr>
                <a:xfrm>
                  <a:off x="6945642" y="2025718"/>
                  <a:ext cx="25827" cy="21754"/>
                </a:xfrm>
                <a:custGeom>
                  <a:rect b="b" l="l" r="r" t="t"/>
                  <a:pathLst>
                    <a:path extrusionOk="0" h="235" w="279">
                      <a:moveTo>
                        <a:pt x="237" y="1"/>
                      </a:moveTo>
                      <a:cubicBezTo>
                        <a:pt x="233" y="1"/>
                        <a:pt x="228" y="2"/>
                        <a:pt x="223" y="4"/>
                      </a:cubicBezTo>
                      <a:cubicBezTo>
                        <a:pt x="148" y="48"/>
                        <a:pt x="81" y="104"/>
                        <a:pt x="25" y="171"/>
                      </a:cubicBezTo>
                      <a:cubicBezTo>
                        <a:pt x="0" y="202"/>
                        <a:pt x="25" y="235"/>
                        <a:pt x="53" y="235"/>
                      </a:cubicBezTo>
                      <a:cubicBezTo>
                        <a:pt x="65" y="235"/>
                        <a:pt x="78" y="229"/>
                        <a:pt x="88" y="215"/>
                      </a:cubicBezTo>
                      <a:cubicBezTo>
                        <a:pt x="133" y="150"/>
                        <a:pt x="190" y="96"/>
                        <a:pt x="254" y="52"/>
                      </a:cubicBezTo>
                      <a:cubicBezTo>
                        <a:pt x="279" y="35"/>
                        <a:pt x="262" y="1"/>
                        <a:pt x="23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7" name="Google Shape;2057;p44"/>
                <p:cNvSpPr/>
                <p:nvPr/>
              </p:nvSpPr>
              <p:spPr>
                <a:xfrm>
                  <a:off x="6966470" y="2023403"/>
                  <a:ext cx="22217" cy="20180"/>
                </a:xfrm>
                <a:custGeom>
                  <a:rect b="b" l="l" r="r" t="t"/>
                  <a:pathLst>
                    <a:path extrusionOk="0" h="218" w="240">
                      <a:moveTo>
                        <a:pt x="192" y="1"/>
                      </a:moveTo>
                      <a:cubicBezTo>
                        <a:pt x="185" y="1"/>
                        <a:pt x="176" y="4"/>
                        <a:pt x="169" y="10"/>
                      </a:cubicBezTo>
                      <a:cubicBezTo>
                        <a:pt x="125" y="56"/>
                        <a:pt x="79" y="102"/>
                        <a:pt x="33" y="144"/>
                      </a:cubicBezTo>
                      <a:cubicBezTo>
                        <a:pt x="0" y="172"/>
                        <a:pt x="36" y="218"/>
                        <a:pt x="69" y="218"/>
                      </a:cubicBezTo>
                      <a:cubicBezTo>
                        <a:pt x="80" y="218"/>
                        <a:pt x="90" y="213"/>
                        <a:pt x="98" y="202"/>
                      </a:cubicBezTo>
                      <a:cubicBezTo>
                        <a:pt x="136" y="152"/>
                        <a:pt x="177" y="104"/>
                        <a:pt x="219" y="56"/>
                      </a:cubicBezTo>
                      <a:cubicBezTo>
                        <a:pt x="240" y="31"/>
                        <a:pt x="218" y="1"/>
                        <a:pt x="19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58" name="Google Shape;2058;p44"/>
              <p:cNvGrpSpPr/>
              <p:nvPr/>
            </p:nvGrpSpPr>
            <p:grpSpPr>
              <a:xfrm>
                <a:off x="4219573" y="1130973"/>
                <a:ext cx="1412625" cy="867757"/>
                <a:chOff x="4219573" y="1130973"/>
                <a:chExt cx="1412625" cy="867757"/>
              </a:xfrm>
            </p:grpSpPr>
            <p:sp>
              <p:nvSpPr>
                <p:cNvPr id="2059" name="Google Shape;2059;p44"/>
                <p:cNvSpPr/>
                <p:nvPr/>
              </p:nvSpPr>
              <p:spPr>
                <a:xfrm>
                  <a:off x="4229350" y="1130975"/>
                  <a:ext cx="1393050" cy="842950"/>
                </a:xfrm>
                <a:custGeom>
                  <a:rect b="b" l="l" r="r" t="t"/>
                  <a:pathLst>
                    <a:path extrusionOk="0" h="33718" w="55722">
                      <a:moveTo>
                        <a:pt x="3239" y="3334"/>
                      </a:moveTo>
                      <a:lnTo>
                        <a:pt x="0" y="25146"/>
                      </a:lnTo>
                      <a:lnTo>
                        <a:pt x="2858" y="24860"/>
                      </a:lnTo>
                      <a:lnTo>
                        <a:pt x="15431" y="24003"/>
                      </a:lnTo>
                      <a:lnTo>
                        <a:pt x="31623" y="24955"/>
                      </a:lnTo>
                      <a:lnTo>
                        <a:pt x="30957" y="30289"/>
                      </a:lnTo>
                      <a:lnTo>
                        <a:pt x="31147" y="33623"/>
                      </a:lnTo>
                      <a:lnTo>
                        <a:pt x="32100" y="33718"/>
                      </a:lnTo>
                      <a:lnTo>
                        <a:pt x="53531" y="23241"/>
                      </a:lnTo>
                      <a:lnTo>
                        <a:pt x="55722" y="18097"/>
                      </a:lnTo>
                      <a:lnTo>
                        <a:pt x="38100" y="2381"/>
                      </a:lnTo>
                      <a:lnTo>
                        <a:pt x="33624" y="4096"/>
                      </a:lnTo>
                      <a:lnTo>
                        <a:pt x="32862" y="7810"/>
                      </a:lnTo>
                      <a:lnTo>
                        <a:pt x="743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2060" name="Google Shape;2060;p44"/>
                <p:cNvSpPr/>
                <p:nvPr/>
              </p:nvSpPr>
              <p:spPr>
                <a:xfrm rot="127566">
                  <a:off x="4234241" y="1156351"/>
                  <a:ext cx="1383288" cy="817000"/>
                </a:xfrm>
                <a:custGeom>
                  <a:rect b="b" l="l" r="r" t="t"/>
                  <a:pathLst>
                    <a:path extrusionOk="0" h="20092" w="30366">
                      <a:moveTo>
                        <a:pt x="19044" y="589"/>
                      </a:moveTo>
                      <a:lnTo>
                        <a:pt x="18913" y="1375"/>
                      </a:lnTo>
                      <a:lnTo>
                        <a:pt x="18521" y="1571"/>
                      </a:lnTo>
                      <a:lnTo>
                        <a:pt x="18128" y="1833"/>
                      </a:lnTo>
                      <a:lnTo>
                        <a:pt x="17801" y="2029"/>
                      </a:lnTo>
                      <a:lnTo>
                        <a:pt x="17474" y="2356"/>
                      </a:lnTo>
                      <a:lnTo>
                        <a:pt x="17474" y="1702"/>
                      </a:lnTo>
                      <a:lnTo>
                        <a:pt x="18259" y="1178"/>
                      </a:lnTo>
                      <a:lnTo>
                        <a:pt x="19044" y="589"/>
                      </a:lnTo>
                      <a:close/>
                      <a:moveTo>
                        <a:pt x="18913" y="1571"/>
                      </a:moveTo>
                      <a:lnTo>
                        <a:pt x="18848" y="2226"/>
                      </a:lnTo>
                      <a:lnTo>
                        <a:pt x="18782" y="2226"/>
                      </a:lnTo>
                      <a:lnTo>
                        <a:pt x="18455" y="2487"/>
                      </a:lnTo>
                      <a:lnTo>
                        <a:pt x="18063" y="2749"/>
                      </a:lnTo>
                      <a:lnTo>
                        <a:pt x="17408" y="3404"/>
                      </a:lnTo>
                      <a:lnTo>
                        <a:pt x="17408" y="3469"/>
                      </a:lnTo>
                      <a:lnTo>
                        <a:pt x="17474" y="3469"/>
                      </a:lnTo>
                      <a:lnTo>
                        <a:pt x="18193" y="2945"/>
                      </a:lnTo>
                      <a:lnTo>
                        <a:pt x="18848" y="2422"/>
                      </a:lnTo>
                      <a:lnTo>
                        <a:pt x="18913" y="4189"/>
                      </a:lnTo>
                      <a:lnTo>
                        <a:pt x="18128" y="3927"/>
                      </a:lnTo>
                      <a:lnTo>
                        <a:pt x="17343" y="3665"/>
                      </a:lnTo>
                      <a:lnTo>
                        <a:pt x="17408" y="3142"/>
                      </a:lnTo>
                      <a:lnTo>
                        <a:pt x="17474" y="2553"/>
                      </a:lnTo>
                      <a:lnTo>
                        <a:pt x="18128" y="2029"/>
                      </a:lnTo>
                      <a:lnTo>
                        <a:pt x="18913" y="1571"/>
                      </a:lnTo>
                      <a:close/>
                      <a:moveTo>
                        <a:pt x="2422" y="1702"/>
                      </a:moveTo>
                      <a:lnTo>
                        <a:pt x="2225" y="5301"/>
                      </a:lnTo>
                      <a:lnTo>
                        <a:pt x="2029" y="8835"/>
                      </a:lnTo>
                      <a:lnTo>
                        <a:pt x="1963" y="8901"/>
                      </a:lnTo>
                      <a:lnTo>
                        <a:pt x="1505" y="9817"/>
                      </a:lnTo>
                      <a:lnTo>
                        <a:pt x="1113" y="10733"/>
                      </a:lnTo>
                      <a:lnTo>
                        <a:pt x="785" y="11715"/>
                      </a:lnTo>
                      <a:lnTo>
                        <a:pt x="524" y="12697"/>
                      </a:lnTo>
                      <a:lnTo>
                        <a:pt x="589" y="10013"/>
                      </a:lnTo>
                      <a:lnTo>
                        <a:pt x="982" y="9097"/>
                      </a:lnTo>
                      <a:lnTo>
                        <a:pt x="1309" y="8115"/>
                      </a:lnTo>
                      <a:lnTo>
                        <a:pt x="1636" y="7134"/>
                      </a:lnTo>
                      <a:lnTo>
                        <a:pt x="1898" y="6152"/>
                      </a:lnTo>
                      <a:lnTo>
                        <a:pt x="1898" y="6087"/>
                      </a:lnTo>
                      <a:lnTo>
                        <a:pt x="1833" y="6087"/>
                      </a:lnTo>
                      <a:lnTo>
                        <a:pt x="1767" y="6152"/>
                      </a:lnTo>
                      <a:lnTo>
                        <a:pt x="1178" y="7919"/>
                      </a:lnTo>
                      <a:lnTo>
                        <a:pt x="589" y="9686"/>
                      </a:lnTo>
                      <a:lnTo>
                        <a:pt x="589" y="9686"/>
                      </a:lnTo>
                      <a:lnTo>
                        <a:pt x="655" y="7003"/>
                      </a:lnTo>
                      <a:lnTo>
                        <a:pt x="1440" y="5040"/>
                      </a:lnTo>
                      <a:lnTo>
                        <a:pt x="2291" y="3142"/>
                      </a:lnTo>
                      <a:lnTo>
                        <a:pt x="2291" y="3076"/>
                      </a:lnTo>
                      <a:lnTo>
                        <a:pt x="2225" y="3076"/>
                      </a:lnTo>
                      <a:lnTo>
                        <a:pt x="2160" y="3011"/>
                      </a:lnTo>
                      <a:lnTo>
                        <a:pt x="2160" y="3076"/>
                      </a:lnTo>
                      <a:lnTo>
                        <a:pt x="1702" y="3927"/>
                      </a:lnTo>
                      <a:lnTo>
                        <a:pt x="1309" y="4778"/>
                      </a:lnTo>
                      <a:lnTo>
                        <a:pt x="655" y="6610"/>
                      </a:lnTo>
                      <a:lnTo>
                        <a:pt x="720" y="3796"/>
                      </a:lnTo>
                      <a:lnTo>
                        <a:pt x="785" y="3731"/>
                      </a:lnTo>
                      <a:lnTo>
                        <a:pt x="1047" y="3469"/>
                      </a:lnTo>
                      <a:lnTo>
                        <a:pt x="1309" y="3142"/>
                      </a:lnTo>
                      <a:lnTo>
                        <a:pt x="1833" y="2487"/>
                      </a:lnTo>
                      <a:lnTo>
                        <a:pt x="2422" y="1702"/>
                      </a:lnTo>
                      <a:close/>
                      <a:moveTo>
                        <a:pt x="29842" y="9097"/>
                      </a:moveTo>
                      <a:lnTo>
                        <a:pt x="29384" y="10406"/>
                      </a:lnTo>
                      <a:lnTo>
                        <a:pt x="28992" y="11715"/>
                      </a:lnTo>
                      <a:lnTo>
                        <a:pt x="26505" y="13678"/>
                      </a:lnTo>
                      <a:lnTo>
                        <a:pt x="26505" y="13678"/>
                      </a:lnTo>
                      <a:lnTo>
                        <a:pt x="27552" y="12042"/>
                      </a:lnTo>
                      <a:lnTo>
                        <a:pt x="28533" y="10406"/>
                      </a:lnTo>
                      <a:lnTo>
                        <a:pt x="28533" y="10275"/>
                      </a:lnTo>
                      <a:lnTo>
                        <a:pt x="29842" y="9097"/>
                      </a:lnTo>
                      <a:close/>
                      <a:moveTo>
                        <a:pt x="18455" y="12827"/>
                      </a:moveTo>
                      <a:lnTo>
                        <a:pt x="17932" y="13547"/>
                      </a:lnTo>
                      <a:lnTo>
                        <a:pt x="17343" y="14202"/>
                      </a:lnTo>
                      <a:lnTo>
                        <a:pt x="15707" y="14333"/>
                      </a:lnTo>
                      <a:lnTo>
                        <a:pt x="16230" y="13678"/>
                      </a:lnTo>
                      <a:lnTo>
                        <a:pt x="16754" y="13024"/>
                      </a:lnTo>
                      <a:lnTo>
                        <a:pt x="18455" y="12827"/>
                      </a:lnTo>
                      <a:close/>
                      <a:moveTo>
                        <a:pt x="16426" y="13089"/>
                      </a:moveTo>
                      <a:lnTo>
                        <a:pt x="15903" y="13678"/>
                      </a:lnTo>
                      <a:lnTo>
                        <a:pt x="15576" y="14333"/>
                      </a:lnTo>
                      <a:lnTo>
                        <a:pt x="14136" y="14398"/>
                      </a:lnTo>
                      <a:lnTo>
                        <a:pt x="14463" y="13809"/>
                      </a:lnTo>
                      <a:lnTo>
                        <a:pt x="14921" y="13220"/>
                      </a:lnTo>
                      <a:lnTo>
                        <a:pt x="16426" y="13089"/>
                      </a:lnTo>
                      <a:close/>
                      <a:moveTo>
                        <a:pt x="14594" y="13220"/>
                      </a:moveTo>
                      <a:lnTo>
                        <a:pt x="14398" y="13482"/>
                      </a:lnTo>
                      <a:lnTo>
                        <a:pt x="14201" y="13809"/>
                      </a:lnTo>
                      <a:lnTo>
                        <a:pt x="13940" y="14464"/>
                      </a:lnTo>
                      <a:lnTo>
                        <a:pt x="12434" y="14529"/>
                      </a:lnTo>
                      <a:lnTo>
                        <a:pt x="12827" y="13940"/>
                      </a:lnTo>
                      <a:lnTo>
                        <a:pt x="13285" y="13351"/>
                      </a:lnTo>
                      <a:lnTo>
                        <a:pt x="13285" y="13286"/>
                      </a:lnTo>
                      <a:lnTo>
                        <a:pt x="14594" y="13220"/>
                      </a:lnTo>
                      <a:close/>
                      <a:moveTo>
                        <a:pt x="2029" y="8966"/>
                      </a:moveTo>
                      <a:lnTo>
                        <a:pt x="1963" y="10995"/>
                      </a:lnTo>
                      <a:lnTo>
                        <a:pt x="1178" y="12762"/>
                      </a:lnTo>
                      <a:lnTo>
                        <a:pt x="458" y="14594"/>
                      </a:lnTo>
                      <a:lnTo>
                        <a:pt x="524" y="12827"/>
                      </a:lnTo>
                      <a:lnTo>
                        <a:pt x="524" y="12893"/>
                      </a:lnTo>
                      <a:lnTo>
                        <a:pt x="589" y="12827"/>
                      </a:lnTo>
                      <a:lnTo>
                        <a:pt x="916" y="11846"/>
                      </a:lnTo>
                      <a:lnTo>
                        <a:pt x="1244" y="10864"/>
                      </a:lnTo>
                      <a:lnTo>
                        <a:pt x="2029" y="8966"/>
                      </a:lnTo>
                      <a:close/>
                      <a:moveTo>
                        <a:pt x="13089" y="13351"/>
                      </a:moveTo>
                      <a:lnTo>
                        <a:pt x="12631" y="13940"/>
                      </a:lnTo>
                      <a:lnTo>
                        <a:pt x="12238" y="14594"/>
                      </a:lnTo>
                      <a:lnTo>
                        <a:pt x="10602" y="14725"/>
                      </a:lnTo>
                      <a:lnTo>
                        <a:pt x="11518" y="13416"/>
                      </a:lnTo>
                      <a:lnTo>
                        <a:pt x="13089" y="13351"/>
                      </a:lnTo>
                      <a:close/>
                      <a:moveTo>
                        <a:pt x="11256" y="13482"/>
                      </a:moveTo>
                      <a:lnTo>
                        <a:pt x="10471" y="14725"/>
                      </a:lnTo>
                      <a:lnTo>
                        <a:pt x="8900" y="14922"/>
                      </a:lnTo>
                      <a:lnTo>
                        <a:pt x="9293" y="14267"/>
                      </a:lnTo>
                      <a:lnTo>
                        <a:pt x="9686" y="13678"/>
                      </a:lnTo>
                      <a:lnTo>
                        <a:pt x="9686" y="13613"/>
                      </a:lnTo>
                      <a:lnTo>
                        <a:pt x="10864" y="13482"/>
                      </a:lnTo>
                      <a:close/>
                      <a:moveTo>
                        <a:pt x="19175" y="12697"/>
                      </a:moveTo>
                      <a:lnTo>
                        <a:pt x="18979" y="14071"/>
                      </a:lnTo>
                      <a:lnTo>
                        <a:pt x="18979" y="14136"/>
                      </a:lnTo>
                      <a:lnTo>
                        <a:pt x="18324" y="14922"/>
                      </a:lnTo>
                      <a:lnTo>
                        <a:pt x="17670" y="15838"/>
                      </a:lnTo>
                      <a:lnTo>
                        <a:pt x="17604" y="14529"/>
                      </a:lnTo>
                      <a:lnTo>
                        <a:pt x="17670" y="14398"/>
                      </a:lnTo>
                      <a:lnTo>
                        <a:pt x="17604" y="14267"/>
                      </a:lnTo>
                      <a:lnTo>
                        <a:pt x="17997" y="13940"/>
                      </a:lnTo>
                      <a:lnTo>
                        <a:pt x="18324" y="13547"/>
                      </a:lnTo>
                      <a:lnTo>
                        <a:pt x="18652" y="13155"/>
                      </a:lnTo>
                      <a:lnTo>
                        <a:pt x="18979" y="12762"/>
                      </a:lnTo>
                      <a:lnTo>
                        <a:pt x="19175" y="12697"/>
                      </a:lnTo>
                      <a:close/>
                      <a:moveTo>
                        <a:pt x="9489" y="13613"/>
                      </a:moveTo>
                      <a:lnTo>
                        <a:pt x="9097" y="14267"/>
                      </a:lnTo>
                      <a:lnTo>
                        <a:pt x="8704" y="14922"/>
                      </a:lnTo>
                      <a:lnTo>
                        <a:pt x="7330" y="15118"/>
                      </a:lnTo>
                      <a:lnTo>
                        <a:pt x="7330" y="15118"/>
                      </a:lnTo>
                      <a:lnTo>
                        <a:pt x="7592" y="14791"/>
                      </a:lnTo>
                      <a:lnTo>
                        <a:pt x="7919" y="14333"/>
                      </a:lnTo>
                      <a:lnTo>
                        <a:pt x="8181" y="13875"/>
                      </a:lnTo>
                      <a:lnTo>
                        <a:pt x="8181" y="13809"/>
                      </a:lnTo>
                      <a:lnTo>
                        <a:pt x="8050" y="13809"/>
                      </a:lnTo>
                      <a:lnTo>
                        <a:pt x="7592" y="14529"/>
                      </a:lnTo>
                      <a:lnTo>
                        <a:pt x="7395" y="14856"/>
                      </a:lnTo>
                      <a:lnTo>
                        <a:pt x="7133" y="15183"/>
                      </a:lnTo>
                      <a:lnTo>
                        <a:pt x="6937" y="15183"/>
                      </a:lnTo>
                      <a:lnTo>
                        <a:pt x="5301" y="15511"/>
                      </a:lnTo>
                      <a:lnTo>
                        <a:pt x="3600" y="15903"/>
                      </a:lnTo>
                      <a:lnTo>
                        <a:pt x="3796" y="15380"/>
                      </a:lnTo>
                      <a:lnTo>
                        <a:pt x="3992" y="14922"/>
                      </a:lnTo>
                      <a:lnTo>
                        <a:pt x="4516" y="14005"/>
                      </a:lnTo>
                      <a:lnTo>
                        <a:pt x="5956" y="13875"/>
                      </a:lnTo>
                      <a:lnTo>
                        <a:pt x="5432" y="14660"/>
                      </a:lnTo>
                      <a:lnTo>
                        <a:pt x="4974" y="15445"/>
                      </a:lnTo>
                      <a:lnTo>
                        <a:pt x="4974" y="15511"/>
                      </a:lnTo>
                      <a:lnTo>
                        <a:pt x="5039" y="15511"/>
                      </a:lnTo>
                      <a:lnTo>
                        <a:pt x="5628" y="14660"/>
                      </a:lnTo>
                      <a:lnTo>
                        <a:pt x="6086" y="13875"/>
                      </a:lnTo>
                      <a:lnTo>
                        <a:pt x="9489" y="13613"/>
                      </a:lnTo>
                      <a:close/>
                      <a:moveTo>
                        <a:pt x="1963" y="11453"/>
                      </a:moveTo>
                      <a:lnTo>
                        <a:pt x="1833" y="13547"/>
                      </a:lnTo>
                      <a:lnTo>
                        <a:pt x="458" y="16230"/>
                      </a:lnTo>
                      <a:lnTo>
                        <a:pt x="458" y="15053"/>
                      </a:lnTo>
                      <a:lnTo>
                        <a:pt x="1244" y="13286"/>
                      </a:lnTo>
                      <a:lnTo>
                        <a:pt x="1963" y="11453"/>
                      </a:lnTo>
                      <a:close/>
                      <a:moveTo>
                        <a:pt x="4319" y="14071"/>
                      </a:moveTo>
                      <a:lnTo>
                        <a:pt x="3992" y="14464"/>
                      </a:lnTo>
                      <a:lnTo>
                        <a:pt x="3796" y="14922"/>
                      </a:lnTo>
                      <a:lnTo>
                        <a:pt x="3600" y="15445"/>
                      </a:lnTo>
                      <a:lnTo>
                        <a:pt x="3469" y="15969"/>
                      </a:lnTo>
                      <a:lnTo>
                        <a:pt x="2094" y="16361"/>
                      </a:lnTo>
                      <a:lnTo>
                        <a:pt x="2094" y="16361"/>
                      </a:lnTo>
                      <a:lnTo>
                        <a:pt x="2291" y="15772"/>
                      </a:lnTo>
                      <a:lnTo>
                        <a:pt x="2552" y="15183"/>
                      </a:lnTo>
                      <a:lnTo>
                        <a:pt x="2880" y="14660"/>
                      </a:lnTo>
                      <a:lnTo>
                        <a:pt x="3207" y="14136"/>
                      </a:lnTo>
                      <a:lnTo>
                        <a:pt x="4319" y="14071"/>
                      </a:lnTo>
                      <a:close/>
                      <a:moveTo>
                        <a:pt x="3011" y="14136"/>
                      </a:moveTo>
                      <a:lnTo>
                        <a:pt x="2683" y="14660"/>
                      </a:lnTo>
                      <a:lnTo>
                        <a:pt x="2356" y="15249"/>
                      </a:lnTo>
                      <a:lnTo>
                        <a:pt x="2160" y="15772"/>
                      </a:lnTo>
                      <a:lnTo>
                        <a:pt x="1963" y="16361"/>
                      </a:lnTo>
                      <a:lnTo>
                        <a:pt x="589" y="16885"/>
                      </a:lnTo>
                      <a:lnTo>
                        <a:pt x="2029" y="14202"/>
                      </a:lnTo>
                      <a:lnTo>
                        <a:pt x="2094" y="14202"/>
                      </a:lnTo>
                      <a:lnTo>
                        <a:pt x="3011" y="14136"/>
                      </a:lnTo>
                      <a:close/>
                      <a:moveTo>
                        <a:pt x="19502" y="655"/>
                      </a:moveTo>
                      <a:lnTo>
                        <a:pt x="22120" y="2487"/>
                      </a:lnTo>
                      <a:lnTo>
                        <a:pt x="24672" y="4385"/>
                      </a:lnTo>
                      <a:lnTo>
                        <a:pt x="27225" y="6414"/>
                      </a:lnTo>
                      <a:lnTo>
                        <a:pt x="29711" y="8443"/>
                      </a:lnTo>
                      <a:lnTo>
                        <a:pt x="27159" y="10668"/>
                      </a:lnTo>
                      <a:lnTo>
                        <a:pt x="24607" y="12827"/>
                      </a:lnTo>
                      <a:lnTo>
                        <a:pt x="19437" y="17016"/>
                      </a:lnTo>
                      <a:lnTo>
                        <a:pt x="19502" y="15969"/>
                      </a:lnTo>
                      <a:lnTo>
                        <a:pt x="19502" y="14856"/>
                      </a:lnTo>
                      <a:lnTo>
                        <a:pt x="19502" y="12697"/>
                      </a:lnTo>
                      <a:lnTo>
                        <a:pt x="19437" y="12566"/>
                      </a:lnTo>
                      <a:lnTo>
                        <a:pt x="19306" y="12500"/>
                      </a:lnTo>
                      <a:lnTo>
                        <a:pt x="19240" y="12369"/>
                      </a:lnTo>
                      <a:lnTo>
                        <a:pt x="19175" y="12304"/>
                      </a:lnTo>
                      <a:lnTo>
                        <a:pt x="19110" y="12238"/>
                      </a:lnTo>
                      <a:lnTo>
                        <a:pt x="18782" y="12238"/>
                      </a:lnTo>
                      <a:lnTo>
                        <a:pt x="16754" y="12369"/>
                      </a:lnTo>
                      <a:lnTo>
                        <a:pt x="14659" y="12500"/>
                      </a:lnTo>
                      <a:lnTo>
                        <a:pt x="10602" y="12958"/>
                      </a:lnTo>
                      <a:lnTo>
                        <a:pt x="2422" y="13678"/>
                      </a:lnTo>
                      <a:lnTo>
                        <a:pt x="2422" y="13678"/>
                      </a:lnTo>
                      <a:lnTo>
                        <a:pt x="2683" y="7527"/>
                      </a:lnTo>
                      <a:lnTo>
                        <a:pt x="2749" y="4451"/>
                      </a:lnTo>
                      <a:lnTo>
                        <a:pt x="2814" y="1375"/>
                      </a:lnTo>
                      <a:lnTo>
                        <a:pt x="3796" y="1637"/>
                      </a:lnTo>
                      <a:lnTo>
                        <a:pt x="4778" y="1898"/>
                      </a:lnTo>
                      <a:lnTo>
                        <a:pt x="6872" y="2291"/>
                      </a:lnTo>
                      <a:lnTo>
                        <a:pt x="8900" y="2618"/>
                      </a:lnTo>
                      <a:lnTo>
                        <a:pt x="10929" y="3011"/>
                      </a:lnTo>
                      <a:lnTo>
                        <a:pt x="12892" y="3469"/>
                      </a:lnTo>
                      <a:lnTo>
                        <a:pt x="14921" y="3927"/>
                      </a:lnTo>
                      <a:lnTo>
                        <a:pt x="16885" y="4385"/>
                      </a:lnTo>
                      <a:lnTo>
                        <a:pt x="17866" y="4516"/>
                      </a:lnTo>
                      <a:lnTo>
                        <a:pt x="18848" y="4647"/>
                      </a:lnTo>
                      <a:lnTo>
                        <a:pt x="18979" y="4582"/>
                      </a:lnTo>
                      <a:lnTo>
                        <a:pt x="19044" y="4647"/>
                      </a:lnTo>
                      <a:lnTo>
                        <a:pt x="19175" y="4647"/>
                      </a:lnTo>
                      <a:lnTo>
                        <a:pt x="19240" y="4582"/>
                      </a:lnTo>
                      <a:lnTo>
                        <a:pt x="19306" y="4451"/>
                      </a:lnTo>
                      <a:lnTo>
                        <a:pt x="19502" y="2553"/>
                      </a:lnTo>
                      <a:lnTo>
                        <a:pt x="19568" y="1571"/>
                      </a:lnTo>
                      <a:lnTo>
                        <a:pt x="19502" y="655"/>
                      </a:lnTo>
                      <a:close/>
                      <a:moveTo>
                        <a:pt x="28141" y="10668"/>
                      </a:moveTo>
                      <a:lnTo>
                        <a:pt x="27094" y="12304"/>
                      </a:lnTo>
                      <a:lnTo>
                        <a:pt x="26047" y="14005"/>
                      </a:lnTo>
                      <a:lnTo>
                        <a:pt x="24345" y="15314"/>
                      </a:lnTo>
                      <a:lnTo>
                        <a:pt x="24345" y="15314"/>
                      </a:lnTo>
                      <a:lnTo>
                        <a:pt x="25196" y="14071"/>
                      </a:lnTo>
                      <a:lnTo>
                        <a:pt x="26112" y="12827"/>
                      </a:lnTo>
                      <a:lnTo>
                        <a:pt x="26112" y="12762"/>
                      </a:lnTo>
                      <a:lnTo>
                        <a:pt x="26047" y="12697"/>
                      </a:lnTo>
                      <a:lnTo>
                        <a:pt x="25981" y="12762"/>
                      </a:lnTo>
                      <a:lnTo>
                        <a:pt x="25392" y="13416"/>
                      </a:lnTo>
                      <a:lnTo>
                        <a:pt x="24934" y="14071"/>
                      </a:lnTo>
                      <a:lnTo>
                        <a:pt x="24411" y="14791"/>
                      </a:lnTo>
                      <a:lnTo>
                        <a:pt x="24018" y="15576"/>
                      </a:lnTo>
                      <a:lnTo>
                        <a:pt x="21858" y="17147"/>
                      </a:lnTo>
                      <a:lnTo>
                        <a:pt x="22382" y="16558"/>
                      </a:lnTo>
                      <a:lnTo>
                        <a:pt x="22905" y="15903"/>
                      </a:lnTo>
                      <a:lnTo>
                        <a:pt x="23298" y="15249"/>
                      </a:lnTo>
                      <a:lnTo>
                        <a:pt x="23691" y="14594"/>
                      </a:lnTo>
                      <a:lnTo>
                        <a:pt x="23691" y="14529"/>
                      </a:lnTo>
                      <a:lnTo>
                        <a:pt x="23625" y="14464"/>
                      </a:lnTo>
                      <a:lnTo>
                        <a:pt x="25916" y="12631"/>
                      </a:lnTo>
                      <a:lnTo>
                        <a:pt x="28141" y="10668"/>
                      </a:lnTo>
                      <a:close/>
                      <a:moveTo>
                        <a:pt x="18979" y="14398"/>
                      </a:moveTo>
                      <a:lnTo>
                        <a:pt x="18913" y="15838"/>
                      </a:lnTo>
                      <a:lnTo>
                        <a:pt x="18979" y="17278"/>
                      </a:lnTo>
                      <a:lnTo>
                        <a:pt x="18521" y="18194"/>
                      </a:lnTo>
                      <a:lnTo>
                        <a:pt x="17932" y="19045"/>
                      </a:lnTo>
                      <a:lnTo>
                        <a:pt x="17801" y="18194"/>
                      </a:lnTo>
                      <a:lnTo>
                        <a:pt x="17735" y="17278"/>
                      </a:lnTo>
                      <a:lnTo>
                        <a:pt x="18848" y="15772"/>
                      </a:lnTo>
                      <a:lnTo>
                        <a:pt x="18848" y="15707"/>
                      </a:lnTo>
                      <a:lnTo>
                        <a:pt x="18782" y="15641"/>
                      </a:lnTo>
                      <a:lnTo>
                        <a:pt x="18717" y="15641"/>
                      </a:lnTo>
                      <a:lnTo>
                        <a:pt x="18193" y="16361"/>
                      </a:lnTo>
                      <a:lnTo>
                        <a:pt x="17735" y="17016"/>
                      </a:lnTo>
                      <a:lnTo>
                        <a:pt x="17670" y="16100"/>
                      </a:lnTo>
                      <a:lnTo>
                        <a:pt x="18324" y="15249"/>
                      </a:lnTo>
                      <a:lnTo>
                        <a:pt x="18979" y="14398"/>
                      </a:lnTo>
                      <a:close/>
                      <a:moveTo>
                        <a:pt x="19306" y="1"/>
                      </a:moveTo>
                      <a:lnTo>
                        <a:pt x="18390" y="589"/>
                      </a:lnTo>
                      <a:lnTo>
                        <a:pt x="17474" y="1178"/>
                      </a:lnTo>
                      <a:lnTo>
                        <a:pt x="17343" y="1178"/>
                      </a:lnTo>
                      <a:lnTo>
                        <a:pt x="17277" y="1244"/>
                      </a:lnTo>
                      <a:lnTo>
                        <a:pt x="17212" y="1375"/>
                      </a:lnTo>
                      <a:lnTo>
                        <a:pt x="17146" y="1440"/>
                      </a:lnTo>
                      <a:lnTo>
                        <a:pt x="17081" y="1571"/>
                      </a:lnTo>
                      <a:lnTo>
                        <a:pt x="17146" y="1702"/>
                      </a:lnTo>
                      <a:lnTo>
                        <a:pt x="17015" y="2618"/>
                      </a:lnTo>
                      <a:lnTo>
                        <a:pt x="16885" y="3534"/>
                      </a:lnTo>
                      <a:lnTo>
                        <a:pt x="15314" y="3207"/>
                      </a:lnTo>
                      <a:lnTo>
                        <a:pt x="13743" y="2880"/>
                      </a:lnTo>
                      <a:lnTo>
                        <a:pt x="10602" y="2356"/>
                      </a:lnTo>
                      <a:lnTo>
                        <a:pt x="6675" y="1506"/>
                      </a:lnTo>
                      <a:lnTo>
                        <a:pt x="4712" y="1178"/>
                      </a:lnTo>
                      <a:lnTo>
                        <a:pt x="3665" y="1113"/>
                      </a:lnTo>
                      <a:lnTo>
                        <a:pt x="2683" y="1048"/>
                      </a:lnTo>
                      <a:lnTo>
                        <a:pt x="2552" y="1048"/>
                      </a:lnTo>
                      <a:lnTo>
                        <a:pt x="1440" y="2356"/>
                      </a:lnTo>
                      <a:lnTo>
                        <a:pt x="916" y="2945"/>
                      </a:lnTo>
                      <a:lnTo>
                        <a:pt x="720" y="3207"/>
                      </a:lnTo>
                      <a:lnTo>
                        <a:pt x="524" y="3534"/>
                      </a:lnTo>
                      <a:lnTo>
                        <a:pt x="458" y="3534"/>
                      </a:lnTo>
                      <a:lnTo>
                        <a:pt x="458" y="3665"/>
                      </a:lnTo>
                      <a:lnTo>
                        <a:pt x="262" y="5301"/>
                      </a:lnTo>
                      <a:lnTo>
                        <a:pt x="196" y="7003"/>
                      </a:lnTo>
                      <a:lnTo>
                        <a:pt x="0" y="10341"/>
                      </a:lnTo>
                      <a:lnTo>
                        <a:pt x="0" y="13744"/>
                      </a:lnTo>
                      <a:lnTo>
                        <a:pt x="0" y="17081"/>
                      </a:lnTo>
                      <a:lnTo>
                        <a:pt x="66" y="17212"/>
                      </a:lnTo>
                      <a:lnTo>
                        <a:pt x="131" y="17278"/>
                      </a:lnTo>
                      <a:lnTo>
                        <a:pt x="393" y="17278"/>
                      </a:lnTo>
                      <a:lnTo>
                        <a:pt x="2487" y="16689"/>
                      </a:lnTo>
                      <a:lnTo>
                        <a:pt x="4647" y="16165"/>
                      </a:lnTo>
                      <a:lnTo>
                        <a:pt x="6806" y="15707"/>
                      </a:lnTo>
                      <a:lnTo>
                        <a:pt x="9031" y="15380"/>
                      </a:lnTo>
                      <a:lnTo>
                        <a:pt x="11126" y="15183"/>
                      </a:lnTo>
                      <a:lnTo>
                        <a:pt x="13154" y="15053"/>
                      </a:lnTo>
                      <a:lnTo>
                        <a:pt x="15248" y="14856"/>
                      </a:lnTo>
                      <a:lnTo>
                        <a:pt x="17343" y="14660"/>
                      </a:lnTo>
                      <a:lnTo>
                        <a:pt x="17343" y="14660"/>
                      </a:lnTo>
                      <a:lnTo>
                        <a:pt x="17212" y="15380"/>
                      </a:lnTo>
                      <a:lnTo>
                        <a:pt x="17212" y="16165"/>
                      </a:lnTo>
                      <a:lnTo>
                        <a:pt x="17212" y="17016"/>
                      </a:lnTo>
                      <a:lnTo>
                        <a:pt x="17277" y="17801"/>
                      </a:lnTo>
                      <a:lnTo>
                        <a:pt x="17212" y="17867"/>
                      </a:lnTo>
                      <a:lnTo>
                        <a:pt x="17277" y="17932"/>
                      </a:lnTo>
                      <a:lnTo>
                        <a:pt x="17343" y="17932"/>
                      </a:lnTo>
                      <a:lnTo>
                        <a:pt x="17670" y="19634"/>
                      </a:lnTo>
                      <a:lnTo>
                        <a:pt x="17670" y="19699"/>
                      </a:lnTo>
                      <a:lnTo>
                        <a:pt x="17801" y="19764"/>
                      </a:lnTo>
                      <a:lnTo>
                        <a:pt x="17866" y="19764"/>
                      </a:lnTo>
                      <a:lnTo>
                        <a:pt x="17997" y="19699"/>
                      </a:lnTo>
                      <a:lnTo>
                        <a:pt x="18390" y="19175"/>
                      </a:lnTo>
                      <a:lnTo>
                        <a:pt x="18717" y="18652"/>
                      </a:lnTo>
                      <a:lnTo>
                        <a:pt x="19044" y="18063"/>
                      </a:lnTo>
                      <a:lnTo>
                        <a:pt x="19306" y="17474"/>
                      </a:lnTo>
                      <a:lnTo>
                        <a:pt x="19371" y="17343"/>
                      </a:lnTo>
                      <a:lnTo>
                        <a:pt x="19502" y="17408"/>
                      </a:lnTo>
                      <a:lnTo>
                        <a:pt x="19568" y="17408"/>
                      </a:lnTo>
                      <a:lnTo>
                        <a:pt x="21596" y="16034"/>
                      </a:lnTo>
                      <a:lnTo>
                        <a:pt x="23560" y="14529"/>
                      </a:lnTo>
                      <a:lnTo>
                        <a:pt x="22578" y="16034"/>
                      </a:lnTo>
                      <a:lnTo>
                        <a:pt x="22055" y="16754"/>
                      </a:lnTo>
                      <a:lnTo>
                        <a:pt x="21466" y="17408"/>
                      </a:lnTo>
                      <a:lnTo>
                        <a:pt x="20353" y="18194"/>
                      </a:lnTo>
                      <a:lnTo>
                        <a:pt x="21727" y="16165"/>
                      </a:lnTo>
                      <a:lnTo>
                        <a:pt x="21727" y="16100"/>
                      </a:lnTo>
                      <a:lnTo>
                        <a:pt x="21727" y="16034"/>
                      </a:lnTo>
                      <a:lnTo>
                        <a:pt x="21596" y="16034"/>
                      </a:lnTo>
                      <a:lnTo>
                        <a:pt x="20680" y="17212"/>
                      </a:lnTo>
                      <a:lnTo>
                        <a:pt x="19960" y="18521"/>
                      </a:lnTo>
                      <a:lnTo>
                        <a:pt x="18063" y="19830"/>
                      </a:lnTo>
                      <a:lnTo>
                        <a:pt x="17997" y="19961"/>
                      </a:lnTo>
                      <a:lnTo>
                        <a:pt x="18063" y="20026"/>
                      </a:lnTo>
                      <a:lnTo>
                        <a:pt x="18128" y="20092"/>
                      </a:lnTo>
                      <a:lnTo>
                        <a:pt x="18193" y="20092"/>
                      </a:lnTo>
                      <a:lnTo>
                        <a:pt x="19568" y="19241"/>
                      </a:lnTo>
                      <a:lnTo>
                        <a:pt x="19633" y="19306"/>
                      </a:lnTo>
                      <a:lnTo>
                        <a:pt x="19699" y="19306"/>
                      </a:lnTo>
                      <a:lnTo>
                        <a:pt x="19829" y="19045"/>
                      </a:lnTo>
                      <a:lnTo>
                        <a:pt x="22316" y="17408"/>
                      </a:lnTo>
                      <a:lnTo>
                        <a:pt x="24672" y="15641"/>
                      </a:lnTo>
                      <a:lnTo>
                        <a:pt x="27028" y="13875"/>
                      </a:lnTo>
                      <a:lnTo>
                        <a:pt x="29253" y="11977"/>
                      </a:lnTo>
                      <a:lnTo>
                        <a:pt x="29319" y="11911"/>
                      </a:lnTo>
                      <a:lnTo>
                        <a:pt x="29319" y="11846"/>
                      </a:lnTo>
                      <a:lnTo>
                        <a:pt x="29253" y="11715"/>
                      </a:lnTo>
                      <a:lnTo>
                        <a:pt x="29842" y="10210"/>
                      </a:lnTo>
                      <a:lnTo>
                        <a:pt x="30366" y="8704"/>
                      </a:lnTo>
                      <a:lnTo>
                        <a:pt x="30300" y="8574"/>
                      </a:lnTo>
                      <a:lnTo>
                        <a:pt x="30366" y="8377"/>
                      </a:lnTo>
                      <a:lnTo>
                        <a:pt x="30366" y="8312"/>
                      </a:lnTo>
                      <a:lnTo>
                        <a:pt x="30300" y="8181"/>
                      </a:lnTo>
                      <a:lnTo>
                        <a:pt x="27748" y="6087"/>
                      </a:lnTo>
                      <a:lnTo>
                        <a:pt x="25130" y="3993"/>
                      </a:lnTo>
                      <a:lnTo>
                        <a:pt x="22447" y="2029"/>
                      </a:lnTo>
                      <a:lnTo>
                        <a:pt x="19699" y="66"/>
                      </a:lnTo>
                      <a:lnTo>
                        <a:pt x="19502" y="66"/>
                      </a:lnTo>
                      <a:lnTo>
                        <a:pt x="19437" y="1"/>
                      </a:lnTo>
                      <a:close/>
                    </a:path>
                  </a:pathLst>
                </a:custGeom>
                <a:solidFill>
                  <a:srgbClr val="1D1D1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061" name="Google Shape;2061;p44"/>
            <p:cNvGrpSpPr/>
            <p:nvPr/>
          </p:nvGrpSpPr>
          <p:grpSpPr>
            <a:xfrm>
              <a:off x="5594973" y="3045364"/>
              <a:ext cx="2830087" cy="1888824"/>
              <a:chOff x="5594973" y="3045364"/>
              <a:chExt cx="2830087" cy="1888824"/>
            </a:xfrm>
          </p:grpSpPr>
          <p:grpSp>
            <p:nvGrpSpPr>
              <p:cNvPr id="2062" name="Google Shape;2062;p44"/>
              <p:cNvGrpSpPr/>
              <p:nvPr/>
            </p:nvGrpSpPr>
            <p:grpSpPr>
              <a:xfrm>
                <a:off x="5594973" y="3045364"/>
                <a:ext cx="2741949" cy="1443723"/>
                <a:chOff x="5446495" y="1296275"/>
                <a:chExt cx="1883336" cy="884689"/>
              </a:xfrm>
            </p:grpSpPr>
            <p:sp>
              <p:nvSpPr>
                <p:cNvPr id="2063" name="Google Shape;2063;p44"/>
                <p:cNvSpPr/>
                <p:nvPr/>
              </p:nvSpPr>
              <p:spPr>
                <a:xfrm>
                  <a:off x="5476025" y="1296275"/>
                  <a:ext cx="1853807" cy="825354"/>
                </a:xfrm>
                <a:custGeom>
                  <a:rect b="b" l="l" r="r" t="t"/>
                  <a:pathLst>
                    <a:path extrusionOk="0" h="8916" w="20026">
                      <a:moveTo>
                        <a:pt x="9032" y="153"/>
                      </a:moveTo>
                      <a:cubicBezTo>
                        <a:pt x="10532" y="153"/>
                        <a:pt x="12029" y="266"/>
                        <a:pt x="13502" y="563"/>
                      </a:cubicBezTo>
                      <a:cubicBezTo>
                        <a:pt x="15001" y="865"/>
                        <a:pt x="16578" y="1327"/>
                        <a:pt x="17875" y="2157"/>
                      </a:cubicBezTo>
                      <a:cubicBezTo>
                        <a:pt x="18550" y="2588"/>
                        <a:pt x="19144" y="3199"/>
                        <a:pt x="19371" y="3987"/>
                      </a:cubicBezTo>
                      <a:cubicBezTo>
                        <a:pt x="19625" y="4866"/>
                        <a:pt x="19284" y="5694"/>
                        <a:pt x="18673" y="6332"/>
                      </a:cubicBezTo>
                      <a:cubicBezTo>
                        <a:pt x="17631" y="7419"/>
                        <a:pt x="16109" y="7868"/>
                        <a:pt x="14675" y="8159"/>
                      </a:cubicBezTo>
                      <a:cubicBezTo>
                        <a:pt x="12991" y="8501"/>
                        <a:pt x="11274" y="8697"/>
                        <a:pt x="9557" y="8751"/>
                      </a:cubicBezTo>
                      <a:cubicBezTo>
                        <a:pt x="9224" y="8762"/>
                        <a:pt x="8890" y="8767"/>
                        <a:pt x="8556" y="8767"/>
                      </a:cubicBezTo>
                      <a:cubicBezTo>
                        <a:pt x="7152" y="8767"/>
                        <a:pt x="5743" y="8671"/>
                        <a:pt x="4359" y="8449"/>
                      </a:cubicBezTo>
                      <a:cubicBezTo>
                        <a:pt x="2894" y="8216"/>
                        <a:pt x="1462" y="7680"/>
                        <a:pt x="751" y="6284"/>
                      </a:cubicBezTo>
                      <a:cubicBezTo>
                        <a:pt x="1" y="4808"/>
                        <a:pt x="295" y="3068"/>
                        <a:pt x="1474" y="1915"/>
                      </a:cubicBezTo>
                      <a:cubicBezTo>
                        <a:pt x="2502" y="911"/>
                        <a:pt x="3882" y="498"/>
                        <a:pt x="5280" y="346"/>
                      </a:cubicBezTo>
                      <a:cubicBezTo>
                        <a:pt x="5422" y="333"/>
                        <a:pt x="5561" y="321"/>
                        <a:pt x="5703" y="308"/>
                      </a:cubicBezTo>
                      <a:cubicBezTo>
                        <a:pt x="6010" y="287"/>
                        <a:pt x="6316" y="275"/>
                        <a:pt x="6618" y="273"/>
                      </a:cubicBezTo>
                      <a:cubicBezTo>
                        <a:pt x="6639" y="273"/>
                        <a:pt x="6647" y="254"/>
                        <a:pt x="6645" y="237"/>
                      </a:cubicBezTo>
                      <a:cubicBezTo>
                        <a:pt x="7440" y="185"/>
                        <a:pt x="8236" y="153"/>
                        <a:pt x="9032" y="153"/>
                      </a:cubicBezTo>
                      <a:close/>
                      <a:moveTo>
                        <a:pt x="9099" y="0"/>
                      </a:moveTo>
                      <a:cubicBezTo>
                        <a:pt x="7401" y="0"/>
                        <a:pt x="5697" y="154"/>
                        <a:pt x="4032" y="377"/>
                      </a:cubicBezTo>
                      <a:cubicBezTo>
                        <a:pt x="3994" y="383"/>
                        <a:pt x="3982" y="419"/>
                        <a:pt x="3990" y="444"/>
                      </a:cubicBezTo>
                      <a:cubicBezTo>
                        <a:pt x="3198" y="631"/>
                        <a:pt x="2444" y="946"/>
                        <a:pt x="1783" y="1461"/>
                      </a:cubicBezTo>
                      <a:cubicBezTo>
                        <a:pt x="695" y="2305"/>
                        <a:pt x="53" y="3572"/>
                        <a:pt x="205" y="4962"/>
                      </a:cubicBezTo>
                      <a:cubicBezTo>
                        <a:pt x="353" y="6311"/>
                        <a:pt x="1166" y="7480"/>
                        <a:pt x="2398" y="8055"/>
                      </a:cubicBezTo>
                      <a:cubicBezTo>
                        <a:pt x="3142" y="8403"/>
                        <a:pt x="3961" y="8553"/>
                        <a:pt x="4769" y="8662"/>
                      </a:cubicBezTo>
                      <a:cubicBezTo>
                        <a:pt x="5676" y="8785"/>
                        <a:pt x="6589" y="8860"/>
                        <a:pt x="7504" y="8895"/>
                      </a:cubicBezTo>
                      <a:cubicBezTo>
                        <a:pt x="7872" y="8909"/>
                        <a:pt x="8241" y="8916"/>
                        <a:pt x="8610" y="8916"/>
                      </a:cubicBezTo>
                      <a:cubicBezTo>
                        <a:pt x="10180" y="8916"/>
                        <a:pt x="11749" y="8791"/>
                        <a:pt x="13302" y="8553"/>
                      </a:cubicBezTo>
                      <a:cubicBezTo>
                        <a:pt x="14882" y="8309"/>
                        <a:pt x="16570" y="8020"/>
                        <a:pt x="17931" y="7130"/>
                      </a:cubicBezTo>
                      <a:cubicBezTo>
                        <a:pt x="19129" y="6348"/>
                        <a:pt x="20026" y="5031"/>
                        <a:pt x="19384" y="3593"/>
                      </a:cubicBezTo>
                      <a:cubicBezTo>
                        <a:pt x="18744" y="2157"/>
                        <a:pt x="17099" y="1490"/>
                        <a:pt x="15709" y="1007"/>
                      </a:cubicBezTo>
                      <a:cubicBezTo>
                        <a:pt x="13582" y="270"/>
                        <a:pt x="11345" y="0"/>
                        <a:pt x="909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4" name="Google Shape;2064;p44"/>
                <p:cNvSpPr/>
                <p:nvPr/>
              </p:nvSpPr>
              <p:spPr>
                <a:xfrm>
                  <a:off x="5446495" y="1527605"/>
                  <a:ext cx="1711527" cy="653359"/>
                </a:xfrm>
                <a:custGeom>
                  <a:rect b="b" l="l" r="r" t="t"/>
                  <a:pathLst>
                    <a:path extrusionOk="0" h="7058" w="18489">
                      <a:moveTo>
                        <a:pt x="1227" y="0"/>
                      </a:moveTo>
                      <a:cubicBezTo>
                        <a:pt x="1223" y="0"/>
                        <a:pt x="1218" y="2"/>
                        <a:pt x="1214" y="6"/>
                      </a:cubicBezTo>
                      <a:cubicBezTo>
                        <a:pt x="699" y="492"/>
                        <a:pt x="432" y="1186"/>
                        <a:pt x="228" y="1848"/>
                      </a:cubicBezTo>
                      <a:cubicBezTo>
                        <a:pt x="1" y="2582"/>
                        <a:pt x="49" y="3259"/>
                        <a:pt x="372" y="3956"/>
                      </a:cubicBezTo>
                      <a:cubicBezTo>
                        <a:pt x="670" y="4602"/>
                        <a:pt x="1076" y="5277"/>
                        <a:pt x="1550" y="5810"/>
                      </a:cubicBezTo>
                      <a:cubicBezTo>
                        <a:pt x="2035" y="6359"/>
                        <a:pt x="2696" y="6619"/>
                        <a:pt x="3398" y="6763"/>
                      </a:cubicBezTo>
                      <a:cubicBezTo>
                        <a:pt x="4196" y="6925"/>
                        <a:pt x="5018" y="6940"/>
                        <a:pt x="5826" y="6975"/>
                      </a:cubicBezTo>
                      <a:cubicBezTo>
                        <a:pt x="6756" y="7015"/>
                        <a:pt x="7685" y="7053"/>
                        <a:pt x="8617" y="7057"/>
                      </a:cubicBezTo>
                      <a:cubicBezTo>
                        <a:pt x="8681" y="7057"/>
                        <a:pt x="8745" y="7057"/>
                        <a:pt x="8808" y="7057"/>
                      </a:cubicBezTo>
                      <a:cubicBezTo>
                        <a:pt x="10452" y="7057"/>
                        <a:pt x="12106" y="6951"/>
                        <a:pt x="13713" y="6590"/>
                      </a:cubicBezTo>
                      <a:cubicBezTo>
                        <a:pt x="15415" y="6206"/>
                        <a:pt x="17068" y="5544"/>
                        <a:pt x="18446" y="4460"/>
                      </a:cubicBezTo>
                      <a:cubicBezTo>
                        <a:pt x="18489" y="4426"/>
                        <a:pt x="18460" y="4360"/>
                        <a:pt x="18417" y="4360"/>
                      </a:cubicBezTo>
                      <a:cubicBezTo>
                        <a:pt x="18407" y="4360"/>
                        <a:pt x="18397" y="4363"/>
                        <a:pt x="18388" y="4370"/>
                      </a:cubicBezTo>
                      <a:cubicBezTo>
                        <a:pt x="15928" y="6146"/>
                        <a:pt x="12952" y="6784"/>
                        <a:pt x="9965" y="6888"/>
                      </a:cubicBezTo>
                      <a:cubicBezTo>
                        <a:pt x="9569" y="6902"/>
                        <a:pt x="9172" y="6908"/>
                        <a:pt x="8776" y="6908"/>
                      </a:cubicBezTo>
                      <a:cubicBezTo>
                        <a:pt x="7569" y="6908"/>
                        <a:pt x="6362" y="6852"/>
                        <a:pt x="5157" y="6794"/>
                      </a:cubicBezTo>
                      <a:cubicBezTo>
                        <a:pt x="4378" y="6759"/>
                        <a:pt x="3584" y="6709"/>
                        <a:pt x="2840" y="6461"/>
                      </a:cubicBezTo>
                      <a:cubicBezTo>
                        <a:pt x="2029" y="6192"/>
                        <a:pt x="1550" y="5637"/>
                        <a:pt x="1101" y="4937"/>
                      </a:cubicBezTo>
                      <a:cubicBezTo>
                        <a:pt x="614" y="4176"/>
                        <a:pt x="103" y="3353"/>
                        <a:pt x="232" y="2407"/>
                      </a:cubicBezTo>
                      <a:cubicBezTo>
                        <a:pt x="341" y="1605"/>
                        <a:pt x="691" y="635"/>
                        <a:pt x="1243" y="33"/>
                      </a:cubicBezTo>
                      <a:cubicBezTo>
                        <a:pt x="1256" y="17"/>
                        <a:pt x="1242" y="0"/>
                        <a:pt x="1227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5" name="Google Shape;2065;p44"/>
                <p:cNvSpPr/>
                <p:nvPr/>
              </p:nvSpPr>
              <p:spPr>
                <a:xfrm>
                  <a:off x="5479264" y="1630819"/>
                  <a:ext cx="34899" cy="43508"/>
                </a:xfrm>
                <a:custGeom>
                  <a:rect b="b" l="l" r="r" t="t"/>
                  <a:pathLst>
                    <a:path extrusionOk="0" h="470" w="377">
                      <a:moveTo>
                        <a:pt x="350" y="1"/>
                      </a:moveTo>
                      <a:cubicBezTo>
                        <a:pt x="344" y="1"/>
                        <a:pt x="339" y="3"/>
                        <a:pt x="335" y="8"/>
                      </a:cubicBezTo>
                      <a:cubicBezTo>
                        <a:pt x="320" y="27"/>
                        <a:pt x="303" y="46"/>
                        <a:pt x="289" y="66"/>
                      </a:cubicBezTo>
                      <a:cubicBezTo>
                        <a:pt x="289" y="69"/>
                        <a:pt x="289" y="69"/>
                        <a:pt x="289" y="69"/>
                      </a:cubicBezTo>
                      <a:cubicBezTo>
                        <a:pt x="256" y="117"/>
                        <a:pt x="222" y="164"/>
                        <a:pt x="187" y="208"/>
                      </a:cubicBezTo>
                      <a:cubicBezTo>
                        <a:pt x="137" y="275"/>
                        <a:pt x="76" y="335"/>
                        <a:pt x="24" y="402"/>
                      </a:cubicBezTo>
                      <a:cubicBezTo>
                        <a:pt x="1" y="433"/>
                        <a:pt x="26" y="469"/>
                        <a:pt x="55" y="469"/>
                      </a:cubicBezTo>
                      <a:cubicBezTo>
                        <a:pt x="65" y="469"/>
                        <a:pt x="75" y="466"/>
                        <a:pt x="85" y="456"/>
                      </a:cubicBezTo>
                      <a:cubicBezTo>
                        <a:pt x="199" y="344"/>
                        <a:pt x="316" y="177"/>
                        <a:pt x="372" y="27"/>
                      </a:cubicBezTo>
                      <a:cubicBezTo>
                        <a:pt x="377" y="12"/>
                        <a:pt x="363" y="1"/>
                        <a:pt x="35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6" name="Google Shape;2066;p44"/>
                <p:cNvSpPr/>
                <p:nvPr/>
              </p:nvSpPr>
              <p:spPr>
                <a:xfrm>
                  <a:off x="5467879" y="1654054"/>
                  <a:ext cx="42397" cy="51376"/>
                </a:xfrm>
                <a:custGeom>
                  <a:rect b="b" l="l" r="r" t="t"/>
                  <a:pathLst>
                    <a:path extrusionOk="0" h="555" w="458">
                      <a:moveTo>
                        <a:pt x="430" y="1"/>
                      </a:moveTo>
                      <a:cubicBezTo>
                        <a:pt x="423" y="1"/>
                        <a:pt x="417" y="4"/>
                        <a:pt x="412" y="11"/>
                      </a:cubicBezTo>
                      <a:cubicBezTo>
                        <a:pt x="304" y="180"/>
                        <a:pt x="178" y="337"/>
                        <a:pt x="33" y="476"/>
                      </a:cubicBezTo>
                      <a:cubicBezTo>
                        <a:pt x="1" y="508"/>
                        <a:pt x="34" y="554"/>
                        <a:pt x="70" y="554"/>
                      </a:cubicBezTo>
                      <a:cubicBezTo>
                        <a:pt x="81" y="554"/>
                        <a:pt x="92" y="550"/>
                        <a:pt x="101" y="539"/>
                      </a:cubicBezTo>
                      <a:cubicBezTo>
                        <a:pt x="239" y="382"/>
                        <a:pt x="354" y="216"/>
                        <a:pt x="449" y="30"/>
                      </a:cubicBezTo>
                      <a:cubicBezTo>
                        <a:pt x="458" y="15"/>
                        <a:pt x="444" y="1"/>
                        <a:pt x="43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7" name="Google Shape;2067;p44"/>
                <p:cNvSpPr/>
                <p:nvPr/>
              </p:nvSpPr>
              <p:spPr>
                <a:xfrm>
                  <a:off x="5462510" y="1676363"/>
                  <a:ext cx="41101" cy="51006"/>
                </a:xfrm>
                <a:custGeom>
                  <a:rect b="b" l="l" r="r" t="t"/>
                  <a:pathLst>
                    <a:path extrusionOk="0" h="551" w="444">
                      <a:moveTo>
                        <a:pt x="410" y="0"/>
                      </a:moveTo>
                      <a:cubicBezTo>
                        <a:pt x="404" y="0"/>
                        <a:pt x="398" y="2"/>
                        <a:pt x="393" y="8"/>
                      </a:cubicBezTo>
                      <a:cubicBezTo>
                        <a:pt x="312" y="100"/>
                        <a:pt x="234" y="198"/>
                        <a:pt x="155" y="296"/>
                      </a:cubicBezTo>
                      <a:cubicBezTo>
                        <a:pt x="111" y="350"/>
                        <a:pt x="1" y="435"/>
                        <a:pt x="11" y="512"/>
                      </a:cubicBezTo>
                      <a:cubicBezTo>
                        <a:pt x="15" y="536"/>
                        <a:pt x="36" y="551"/>
                        <a:pt x="57" y="551"/>
                      </a:cubicBezTo>
                      <a:cubicBezTo>
                        <a:pt x="74" y="551"/>
                        <a:pt x="90" y="541"/>
                        <a:pt x="95" y="519"/>
                      </a:cubicBezTo>
                      <a:cubicBezTo>
                        <a:pt x="103" y="477"/>
                        <a:pt x="155" y="427"/>
                        <a:pt x="180" y="391"/>
                      </a:cubicBezTo>
                      <a:cubicBezTo>
                        <a:pt x="211" y="348"/>
                        <a:pt x="243" y="304"/>
                        <a:pt x="274" y="260"/>
                      </a:cubicBezTo>
                      <a:cubicBezTo>
                        <a:pt x="328" y="185"/>
                        <a:pt x="382" y="110"/>
                        <a:pt x="432" y="35"/>
                      </a:cubicBezTo>
                      <a:cubicBezTo>
                        <a:pt x="443" y="18"/>
                        <a:pt x="427" y="0"/>
                        <a:pt x="41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8" name="Google Shape;2068;p44"/>
                <p:cNvSpPr/>
                <p:nvPr/>
              </p:nvSpPr>
              <p:spPr>
                <a:xfrm>
                  <a:off x="5458437" y="1700986"/>
                  <a:ext cx="39157" cy="46100"/>
                </a:xfrm>
                <a:custGeom>
                  <a:rect b="b" l="l" r="r" t="t"/>
                  <a:pathLst>
                    <a:path extrusionOk="0" h="498" w="423">
                      <a:moveTo>
                        <a:pt x="395" y="0"/>
                      </a:moveTo>
                      <a:cubicBezTo>
                        <a:pt x="370" y="0"/>
                        <a:pt x="372" y="0"/>
                        <a:pt x="353" y="15"/>
                      </a:cubicBezTo>
                      <a:cubicBezTo>
                        <a:pt x="345" y="21"/>
                        <a:pt x="345" y="34"/>
                        <a:pt x="351" y="38"/>
                      </a:cubicBezTo>
                      <a:cubicBezTo>
                        <a:pt x="241" y="163"/>
                        <a:pt x="141" y="296"/>
                        <a:pt x="28" y="421"/>
                      </a:cubicBezTo>
                      <a:cubicBezTo>
                        <a:pt x="0" y="454"/>
                        <a:pt x="32" y="498"/>
                        <a:pt x="65" y="498"/>
                      </a:cubicBezTo>
                      <a:cubicBezTo>
                        <a:pt x="75" y="498"/>
                        <a:pt x="86" y="493"/>
                        <a:pt x="95" y="482"/>
                      </a:cubicBezTo>
                      <a:cubicBezTo>
                        <a:pt x="208" y="338"/>
                        <a:pt x="326" y="192"/>
                        <a:pt x="414" y="32"/>
                      </a:cubicBezTo>
                      <a:cubicBezTo>
                        <a:pt x="422" y="17"/>
                        <a:pt x="410" y="0"/>
                        <a:pt x="39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9" name="Google Shape;2069;p44"/>
                <p:cNvSpPr/>
                <p:nvPr/>
              </p:nvSpPr>
              <p:spPr>
                <a:xfrm>
                  <a:off x="5456030" y="1712927"/>
                  <a:ext cx="39805" cy="44619"/>
                </a:xfrm>
                <a:custGeom>
                  <a:rect b="b" l="l" r="r" t="t"/>
                  <a:pathLst>
                    <a:path extrusionOk="0" h="482" w="430">
                      <a:moveTo>
                        <a:pt x="400" y="1"/>
                      </a:moveTo>
                      <a:cubicBezTo>
                        <a:pt x="395" y="1"/>
                        <a:pt x="390" y="3"/>
                        <a:pt x="386" y="9"/>
                      </a:cubicBezTo>
                      <a:cubicBezTo>
                        <a:pt x="275" y="153"/>
                        <a:pt x="154" y="284"/>
                        <a:pt x="27" y="413"/>
                      </a:cubicBezTo>
                      <a:cubicBezTo>
                        <a:pt x="0" y="442"/>
                        <a:pt x="30" y="481"/>
                        <a:pt x="59" y="481"/>
                      </a:cubicBezTo>
                      <a:cubicBezTo>
                        <a:pt x="69" y="481"/>
                        <a:pt x="78" y="477"/>
                        <a:pt x="86" y="467"/>
                      </a:cubicBezTo>
                      <a:cubicBezTo>
                        <a:pt x="198" y="326"/>
                        <a:pt x="306" y="180"/>
                        <a:pt x="417" y="36"/>
                      </a:cubicBezTo>
                      <a:cubicBezTo>
                        <a:pt x="429" y="21"/>
                        <a:pt x="415" y="1"/>
                        <a:pt x="40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0" name="Google Shape;2070;p44"/>
                <p:cNvSpPr/>
                <p:nvPr/>
              </p:nvSpPr>
              <p:spPr>
                <a:xfrm>
                  <a:off x="5455937" y="1726535"/>
                  <a:ext cx="47211" cy="53320"/>
                </a:xfrm>
                <a:custGeom>
                  <a:rect b="b" l="l" r="r" t="t"/>
                  <a:pathLst>
                    <a:path extrusionOk="0" h="576" w="510">
                      <a:moveTo>
                        <a:pt x="470" y="0"/>
                      </a:moveTo>
                      <a:cubicBezTo>
                        <a:pt x="462" y="0"/>
                        <a:pt x="454" y="3"/>
                        <a:pt x="447" y="10"/>
                      </a:cubicBezTo>
                      <a:cubicBezTo>
                        <a:pt x="416" y="39"/>
                        <a:pt x="391" y="66"/>
                        <a:pt x="372" y="104"/>
                      </a:cubicBezTo>
                      <a:cubicBezTo>
                        <a:pt x="370" y="106"/>
                        <a:pt x="370" y="110"/>
                        <a:pt x="370" y="112"/>
                      </a:cubicBezTo>
                      <a:cubicBezTo>
                        <a:pt x="266" y="248"/>
                        <a:pt x="155" y="377"/>
                        <a:pt x="32" y="500"/>
                      </a:cubicBezTo>
                      <a:cubicBezTo>
                        <a:pt x="0" y="533"/>
                        <a:pt x="32" y="575"/>
                        <a:pt x="68" y="575"/>
                      </a:cubicBezTo>
                      <a:cubicBezTo>
                        <a:pt x="79" y="575"/>
                        <a:pt x="91" y="571"/>
                        <a:pt x="101" y="562"/>
                      </a:cubicBezTo>
                      <a:cubicBezTo>
                        <a:pt x="257" y="416"/>
                        <a:pt x="397" y="233"/>
                        <a:pt x="497" y="43"/>
                      </a:cubicBezTo>
                      <a:cubicBezTo>
                        <a:pt x="509" y="21"/>
                        <a:pt x="491" y="0"/>
                        <a:pt x="47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1" name="Google Shape;2071;p44"/>
                <p:cNvSpPr/>
                <p:nvPr/>
              </p:nvSpPr>
              <p:spPr>
                <a:xfrm>
                  <a:off x="5460103" y="1747085"/>
                  <a:ext cx="39713" cy="49155"/>
                </a:xfrm>
                <a:custGeom>
                  <a:rect b="b" l="l" r="r" t="t"/>
                  <a:pathLst>
                    <a:path extrusionOk="0" h="531" w="429">
                      <a:moveTo>
                        <a:pt x="394" y="1"/>
                      </a:moveTo>
                      <a:cubicBezTo>
                        <a:pt x="386" y="1"/>
                        <a:pt x="378" y="5"/>
                        <a:pt x="373" y="13"/>
                      </a:cubicBezTo>
                      <a:cubicBezTo>
                        <a:pt x="275" y="176"/>
                        <a:pt x="158" y="324"/>
                        <a:pt x="29" y="461"/>
                      </a:cubicBezTo>
                      <a:cubicBezTo>
                        <a:pt x="0" y="490"/>
                        <a:pt x="30" y="531"/>
                        <a:pt x="62" y="531"/>
                      </a:cubicBezTo>
                      <a:cubicBezTo>
                        <a:pt x="71" y="531"/>
                        <a:pt x="81" y="527"/>
                        <a:pt x="89" y="517"/>
                      </a:cubicBezTo>
                      <a:cubicBezTo>
                        <a:pt x="217" y="369"/>
                        <a:pt x="327" y="209"/>
                        <a:pt x="419" y="38"/>
                      </a:cubicBezTo>
                      <a:cubicBezTo>
                        <a:pt x="429" y="18"/>
                        <a:pt x="411" y="1"/>
                        <a:pt x="394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2" name="Google Shape;2072;p44"/>
                <p:cNvSpPr/>
                <p:nvPr/>
              </p:nvSpPr>
              <p:spPr>
                <a:xfrm>
                  <a:off x="5457974" y="1758008"/>
                  <a:ext cx="43323" cy="50728"/>
                </a:xfrm>
                <a:custGeom>
                  <a:rect b="b" l="l" r="r" t="t"/>
                  <a:pathLst>
                    <a:path extrusionOk="0" h="548" w="468">
                      <a:moveTo>
                        <a:pt x="434" y="0"/>
                      </a:moveTo>
                      <a:cubicBezTo>
                        <a:pt x="429" y="0"/>
                        <a:pt x="423" y="2"/>
                        <a:pt x="419" y="8"/>
                      </a:cubicBezTo>
                      <a:cubicBezTo>
                        <a:pt x="296" y="170"/>
                        <a:pt x="165" y="326"/>
                        <a:pt x="27" y="477"/>
                      </a:cubicBezTo>
                      <a:cubicBezTo>
                        <a:pt x="0" y="506"/>
                        <a:pt x="31" y="547"/>
                        <a:pt x="62" y="547"/>
                      </a:cubicBezTo>
                      <a:cubicBezTo>
                        <a:pt x="71" y="547"/>
                        <a:pt x="81" y="543"/>
                        <a:pt x="90" y="533"/>
                      </a:cubicBezTo>
                      <a:cubicBezTo>
                        <a:pt x="219" y="372"/>
                        <a:pt x="342" y="206"/>
                        <a:pt x="456" y="35"/>
                      </a:cubicBezTo>
                      <a:cubicBezTo>
                        <a:pt x="467" y="19"/>
                        <a:pt x="450" y="0"/>
                        <a:pt x="43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3" name="Google Shape;2073;p44"/>
                <p:cNvSpPr/>
                <p:nvPr/>
              </p:nvSpPr>
              <p:spPr>
                <a:xfrm>
                  <a:off x="5467786" y="1771431"/>
                  <a:ext cx="37676" cy="45730"/>
                </a:xfrm>
                <a:custGeom>
                  <a:rect b="b" l="l" r="r" t="t"/>
                  <a:pathLst>
                    <a:path extrusionOk="0" h="494" w="407">
                      <a:moveTo>
                        <a:pt x="371" y="1"/>
                      </a:moveTo>
                      <a:cubicBezTo>
                        <a:pt x="365" y="1"/>
                        <a:pt x="359" y="4"/>
                        <a:pt x="355" y="11"/>
                      </a:cubicBezTo>
                      <a:cubicBezTo>
                        <a:pt x="246" y="150"/>
                        <a:pt x="140" y="292"/>
                        <a:pt x="27" y="427"/>
                      </a:cubicBezTo>
                      <a:cubicBezTo>
                        <a:pt x="1" y="458"/>
                        <a:pt x="29" y="494"/>
                        <a:pt x="59" y="494"/>
                      </a:cubicBezTo>
                      <a:cubicBezTo>
                        <a:pt x="71" y="494"/>
                        <a:pt x="84" y="488"/>
                        <a:pt x="94" y="473"/>
                      </a:cubicBezTo>
                      <a:cubicBezTo>
                        <a:pt x="188" y="327"/>
                        <a:pt x="292" y="188"/>
                        <a:pt x="392" y="46"/>
                      </a:cubicBezTo>
                      <a:cubicBezTo>
                        <a:pt x="406" y="26"/>
                        <a:pt x="389" y="1"/>
                        <a:pt x="37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4" name="Google Shape;2074;p44"/>
                <p:cNvSpPr/>
                <p:nvPr/>
              </p:nvSpPr>
              <p:spPr>
                <a:xfrm>
                  <a:off x="5471859" y="1779670"/>
                  <a:ext cx="38879" cy="45267"/>
                </a:xfrm>
                <a:custGeom>
                  <a:rect b="b" l="l" r="r" t="t"/>
                  <a:pathLst>
                    <a:path extrusionOk="0" h="489" w="420">
                      <a:moveTo>
                        <a:pt x="378" y="1"/>
                      </a:moveTo>
                      <a:cubicBezTo>
                        <a:pt x="371" y="1"/>
                        <a:pt x="363" y="4"/>
                        <a:pt x="356" y="11"/>
                      </a:cubicBezTo>
                      <a:cubicBezTo>
                        <a:pt x="242" y="145"/>
                        <a:pt x="131" y="282"/>
                        <a:pt x="25" y="422"/>
                      </a:cubicBezTo>
                      <a:cubicBezTo>
                        <a:pt x="0" y="455"/>
                        <a:pt x="26" y="489"/>
                        <a:pt x="55" y="489"/>
                      </a:cubicBezTo>
                      <a:cubicBezTo>
                        <a:pt x="67" y="489"/>
                        <a:pt x="80" y="483"/>
                        <a:pt x="90" y="468"/>
                      </a:cubicBezTo>
                      <a:cubicBezTo>
                        <a:pt x="188" y="324"/>
                        <a:pt x="290" y="184"/>
                        <a:pt x="402" y="51"/>
                      </a:cubicBezTo>
                      <a:cubicBezTo>
                        <a:pt x="420" y="29"/>
                        <a:pt x="400" y="1"/>
                        <a:pt x="37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5" name="Google Shape;2075;p44"/>
                <p:cNvSpPr/>
                <p:nvPr/>
              </p:nvSpPr>
              <p:spPr>
                <a:xfrm>
                  <a:off x="5469823" y="1789204"/>
                  <a:ext cx="43230" cy="50821"/>
                </a:xfrm>
                <a:custGeom>
                  <a:rect b="b" l="l" r="r" t="t"/>
                  <a:pathLst>
                    <a:path extrusionOk="0" h="549" w="467">
                      <a:moveTo>
                        <a:pt x="434" y="0"/>
                      </a:moveTo>
                      <a:cubicBezTo>
                        <a:pt x="428" y="0"/>
                        <a:pt x="422" y="3"/>
                        <a:pt x="418" y="8"/>
                      </a:cubicBezTo>
                      <a:cubicBezTo>
                        <a:pt x="293" y="171"/>
                        <a:pt x="153" y="323"/>
                        <a:pt x="24" y="481"/>
                      </a:cubicBezTo>
                      <a:cubicBezTo>
                        <a:pt x="0" y="511"/>
                        <a:pt x="26" y="548"/>
                        <a:pt x="55" y="548"/>
                      </a:cubicBezTo>
                      <a:cubicBezTo>
                        <a:pt x="64" y="548"/>
                        <a:pt x="74" y="545"/>
                        <a:pt x="82" y="536"/>
                      </a:cubicBezTo>
                      <a:cubicBezTo>
                        <a:pt x="222" y="383"/>
                        <a:pt x="341" y="204"/>
                        <a:pt x="456" y="33"/>
                      </a:cubicBezTo>
                      <a:cubicBezTo>
                        <a:pt x="466" y="18"/>
                        <a:pt x="450" y="0"/>
                        <a:pt x="43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6" name="Google Shape;2076;p44"/>
                <p:cNvSpPr/>
                <p:nvPr/>
              </p:nvSpPr>
              <p:spPr>
                <a:xfrm>
                  <a:off x="5473433" y="1804571"/>
                  <a:ext cx="40453" cy="50080"/>
                </a:xfrm>
                <a:custGeom>
                  <a:rect b="b" l="l" r="r" t="t"/>
                  <a:pathLst>
                    <a:path extrusionOk="0" h="541" w="437">
                      <a:moveTo>
                        <a:pt x="395" y="0"/>
                      </a:moveTo>
                      <a:cubicBezTo>
                        <a:pt x="384" y="0"/>
                        <a:pt x="374" y="5"/>
                        <a:pt x="366" y="15"/>
                      </a:cubicBezTo>
                      <a:cubicBezTo>
                        <a:pt x="264" y="172"/>
                        <a:pt x="154" y="326"/>
                        <a:pt x="29" y="465"/>
                      </a:cubicBezTo>
                      <a:cubicBezTo>
                        <a:pt x="1" y="498"/>
                        <a:pt x="32" y="540"/>
                        <a:pt x="64" y="540"/>
                      </a:cubicBezTo>
                      <a:cubicBezTo>
                        <a:pt x="74" y="540"/>
                        <a:pt x="85" y="535"/>
                        <a:pt x="93" y="524"/>
                      </a:cubicBezTo>
                      <a:cubicBezTo>
                        <a:pt x="210" y="367"/>
                        <a:pt x="323" y="211"/>
                        <a:pt x="423" y="44"/>
                      </a:cubicBezTo>
                      <a:cubicBezTo>
                        <a:pt x="437" y="20"/>
                        <a:pt x="416" y="0"/>
                        <a:pt x="39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7" name="Google Shape;2077;p44"/>
                <p:cNvSpPr/>
                <p:nvPr/>
              </p:nvSpPr>
              <p:spPr>
                <a:xfrm>
                  <a:off x="5474358" y="1818456"/>
                  <a:ext cx="42767" cy="50358"/>
                </a:xfrm>
                <a:custGeom>
                  <a:rect b="b" l="l" r="r" t="t"/>
                  <a:pathLst>
                    <a:path extrusionOk="0" h="544" w="462">
                      <a:moveTo>
                        <a:pt x="419" y="0"/>
                      </a:moveTo>
                      <a:cubicBezTo>
                        <a:pt x="412" y="0"/>
                        <a:pt x="404" y="3"/>
                        <a:pt x="398" y="11"/>
                      </a:cubicBezTo>
                      <a:cubicBezTo>
                        <a:pt x="275" y="165"/>
                        <a:pt x="152" y="317"/>
                        <a:pt x="27" y="470"/>
                      </a:cubicBezTo>
                      <a:cubicBezTo>
                        <a:pt x="1" y="502"/>
                        <a:pt x="31" y="543"/>
                        <a:pt x="63" y="543"/>
                      </a:cubicBezTo>
                      <a:cubicBezTo>
                        <a:pt x="73" y="543"/>
                        <a:pt x="83" y="539"/>
                        <a:pt x="92" y="528"/>
                      </a:cubicBezTo>
                      <a:cubicBezTo>
                        <a:pt x="209" y="370"/>
                        <a:pt x="325" y="209"/>
                        <a:pt x="444" y="53"/>
                      </a:cubicBezTo>
                      <a:cubicBezTo>
                        <a:pt x="461" y="29"/>
                        <a:pt x="441" y="0"/>
                        <a:pt x="41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8" name="Google Shape;2078;p44"/>
                <p:cNvSpPr/>
                <p:nvPr/>
              </p:nvSpPr>
              <p:spPr>
                <a:xfrm>
                  <a:off x="5481023" y="1827342"/>
                  <a:ext cx="39342" cy="53783"/>
                </a:xfrm>
                <a:custGeom>
                  <a:rect b="b" l="l" r="r" t="t"/>
                  <a:pathLst>
                    <a:path extrusionOk="0" h="581" w="425">
                      <a:moveTo>
                        <a:pt x="398" y="1"/>
                      </a:moveTo>
                      <a:cubicBezTo>
                        <a:pt x="392" y="1"/>
                        <a:pt x="386" y="3"/>
                        <a:pt x="382" y="9"/>
                      </a:cubicBezTo>
                      <a:cubicBezTo>
                        <a:pt x="274" y="186"/>
                        <a:pt x="153" y="355"/>
                        <a:pt x="24" y="517"/>
                      </a:cubicBezTo>
                      <a:cubicBezTo>
                        <a:pt x="0" y="548"/>
                        <a:pt x="26" y="580"/>
                        <a:pt x="54" y="580"/>
                      </a:cubicBezTo>
                      <a:cubicBezTo>
                        <a:pt x="65" y="580"/>
                        <a:pt x="77" y="575"/>
                        <a:pt x="87" y="561"/>
                      </a:cubicBezTo>
                      <a:cubicBezTo>
                        <a:pt x="199" y="384"/>
                        <a:pt x="310" y="207"/>
                        <a:pt x="416" y="28"/>
                      </a:cubicBezTo>
                      <a:cubicBezTo>
                        <a:pt x="424" y="13"/>
                        <a:pt x="411" y="1"/>
                        <a:pt x="39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9" name="Google Shape;2079;p44"/>
                <p:cNvSpPr/>
                <p:nvPr/>
              </p:nvSpPr>
              <p:spPr>
                <a:xfrm>
                  <a:off x="5482875" y="1842709"/>
                  <a:ext cx="36473" cy="51469"/>
                </a:xfrm>
                <a:custGeom>
                  <a:rect b="b" l="l" r="r" t="t"/>
                  <a:pathLst>
                    <a:path extrusionOk="0" h="556" w="394">
                      <a:moveTo>
                        <a:pt x="359" y="0"/>
                      </a:moveTo>
                      <a:cubicBezTo>
                        <a:pt x="352" y="0"/>
                        <a:pt x="346" y="3"/>
                        <a:pt x="342" y="10"/>
                      </a:cubicBezTo>
                      <a:cubicBezTo>
                        <a:pt x="229" y="166"/>
                        <a:pt x="106" y="326"/>
                        <a:pt x="16" y="499"/>
                      </a:cubicBezTo>
                      <a:cubicBezTo>
                        <a:pt x="1" y="531"/>
                        <a:pt x="28" y="556"/>
                        <a:pt x="55" y="556"/>
                      </a:cubicBezTo>
                      <a:cubicBezTo>
                        <a:pt x="68" y="556"/>
                        <a:pt x="81" y="550"/>
                        <a:pt x="89" y="537"/>
                      </a:cubicBezTo>
                      <a:cubicBezTo>
                        <a:pt x="194" y="374"/>
                        <a:pt x="281" y="201"/>
                        <a:pt x="383" y="39"/>
                      </a:cubicBezTo>
                      <a:cubicBezTo>
                        <a:pt x="394" y="21"/>
                        <a:pt x="376" y="0"/>
                        <a:pt x="35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0" name="Google Shape;2080;p44"/>
                <p:cNvSpPr/>
                <p:nvPr/>
              </p:nvSpPr>
              <p:spPr>
                <a:xfrm>
                  <a:off x="5490373" y="1855576"/>
                  <a:ext cx="32770" cy="47766"/>
                </a:xfrm>
                <a:custGeom>
                  <a:rect b="b" l="l" r="r" t="t"/>
                  <a:pathLst>
                    <a:path extrusionOk="0" h="516" w="354">
                      <a:moveTo>
                        <a:pt x="313" y="0"/>
                      </a:moveTo>
                      <a:cubicBezTo>
                        <a:pt x="306" y="0"/>
                        <a:pt x="299" y="3"/>
                        <a:pt x="294" y="10"/>
                      </a:cubicBezTo>
                      <a:cubicBezTo>
                        <a:pt x="190" y="150"/>
                        <a:pt x="100" y="298"/>
                        <a:pt x="19" y="452"/>
                      </a:cubicBezTo>
                      <a:cubicBezTo>
                        <a:pt x="1" y="486"/>
                        <a:pt x="32" y="516"/>
                        <a:pt x="62" y="516"/>
                      </a:cubicBezTo>
                      <a:cubicBezTo>
                        <a:pt x="76" y="516"/>
                        <a:pt x="89" y="509"/>
                        <a:pt x="96" y="492"/>
                      </a:cubicBezTo>
                      <a:cubicBezTo>
                        <a:pt x="161" y="333"/>
                        <a:pt x="244" y="185"/>
                        <a:pt x="340" y="42"/>
                      </a:cubicBezTo>
                      <a:cubicBezTo>
                        <a:pt x="354" y="23"/>
                        <a:pt x="332" y="0"/>
                        <a:pt x="31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1" name="Google Shape;2081;p44"/>
                <p:cNvSpPr/>
                <p:nvPr/>
              </p:nvSpPr>
              <p:spPr>
                <a:xfrm>
                  <a:off x="5493983" y="1862889"/>
                  <a:ext cx="36380" cy="53876"/>
                </a:xfrm>
                <a:custGeom>
                  <a:rect b="b" l="l" r="r" t="t"/>
                  <a:pathLst>
                    <a:path extrusionOk="0" h="582" w="393">
                      <a:moveTo>
                        <a:pt x="390" y="0"/>
                      </a:moveTo>
                      <a:cubicBezTo>
                        <a:pt x="263" y="171"/>
                        <a:pt x="147" y="346"/>
                        <a:pt x="24" y="517"/>
                      </a:cubicBezTo>
                      <a:cubicBezTo>
                        <a:pt x="0" y="549"/>
                        <a:pt x="27" y="581"/>
                        <a:pt x="54" y="581"/>
                      </a:cubicBezTo>
                      <a:cubicBezTo>
                        <a:pt x="65" y="581"/>
                        <a:pt x="77" y="575"/>
                        <a:pt x="84" y="561"/>
                      </a:cubicBezTo>
                      <a:cubicBezTo>
                        <a:pt x="186" y="373"/>
                        <a:pt x="292" y="190"/>
                        <a:pt x="390" y="2"/>
                      </a:cubicBezTo>
                      <a:cubicBezTo>
                        <a:pt x="393" y="0"/>
                        <a:pt x="390" y="0"/>
                        <a:pt x="39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2" name="Google Shape;2082;p44"/>
                <p:cNvSpPr/>
                <p:nvPr/>
              </p:nvSpPr>
              <p:spPr>
                <a:xfrm>
                  <a:off x="5501481" y="1872424"/>
                  <a:ext cx="38602" cy="48784"/>
                </a:xfrm>
                <a:custGeom>
                  <a:rect b="b" l="l" r="r" t="t"/>
                  <a:pathLst>
                    <a:path extrusionOk="0" h="527" w="417">
                      <a:moveTo>
                        <a:pt x="376" y="1"/>
                      </a:moveTo>
                      <a:cubicBezTo>
                        <a:pt x="369" y="1"/>
                        <a:pt x="362" y="4"/>
                        <a:pt x="355" y="12"/>
                      </a:cubicBezTo>
                      <a:cubicBezTo>
                        <a:pt x="276" y="114"/>
                        <a:pt x="199" y="218"/>
                        <a:pt x="122" y="322"/>
                      </a:cubicBezTo>
                      <a:cubicBezTo>
                        <a:pt x="89" y="368"/>
                        <a:pt x="1" y="445"/>
                        <a:pt x="47" y="508"/>
                      </a:cubicBezTo>
                      <a:cubicBezTo>
                        <a:pt x="54" y="517"/>
                        <a:pt x="67" y="527"/>
                        <a:pt x="82" y="527"/>
                      </a:cubicBezTo>
                      <a:cubicBezTo>
                        <a:pt x="84" y="527"/>
                        <a:pt x="85" y="527"/>
                        <a:pt x="86" y="526"/>
                      </a:cubicBezTo>
                      <a:lnTo>
                        <a:pt x="97" y="524"/>
                      </a:lnTo>
                      <a:cubicBezTo>
                        <a:pt x="128" y="520"/>
                        <a:pt x="145" y="485"/>
                        <a:pt x="132" y="462"/>
                      </a:cubicBezTo>
                      <a:cubicBezTo>
                        <a:pt x="134" y="458"/>
                        <a:pt x="139" y="449"/>
                        <a:pt x="141" y="439"/>
                      </a:cubicBezTo>
                      <a:cubicBezTo>
                        <a:pt x="153" y="420"/>
                        <a:pt x="166" y="401"/>
                        <a:pt x="176" y="383"/>
                      </a:cubicBezTo>
                      <a:cubicBezTo>
                        <a:pt x="199" y="349"/>
                        <a:pt x="220" y="316"/>
                        <a:pt x="241" y="283"/>
                      </a:cubicBezTo>
                      <a:cubicBezTo>
                        <a:pt x="293" y="205"/>
                        <a:pt x="347" y="128"/>
                        <a:pt x="401" y="53"/>
                      </a:cubicBezTo>
                      <a:cubicBezTo>
                        <a:pt x="417" y="30"/>
                        <a:pt x="397" y="1"/>
                        <a:pt x="376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3" name="Google Shape;2083;p44"/>
                <p:cNvSpPr/>
                <p:nvPr/>
              </p:nvSpPr>
              <p:spPr>
                <a:xfrm>
                  <a:off x="5509997" y="1882791"/>
                  <a:ext cx="34899" cy="45174"/>
                </a:xfrm>
                <a:custGeom>
                  <a:rect b="b" l="l" r="r" t="t"/>
                  <a:pathLst>
                    <a:path extrusionOk="0" h="488" w="377">
                      <a:moveTo>
                        <a:pt x="347" y="0"/>
                      </a:moveTo>
                      <a:cubicBezTo>
                        <a:pt x="341" y="0"/>
                        <a:pt x="336" y="2"/>
                        <a:pt x="332" y="8"/>
                      </a:cubicBezTo>
                      <a:cubicBezTo>
                        <a:pt x="230" y="141"/>
                        <a:pt x="132" y="283"/>
                        <a:pt x="22" y="410"/>
                      </a:cubicBezTo>
                      <a:cubicBezTo>
                        <a:pt x="1" y="435"/>
                        <a:pt x="9" y="479"/>
                        <a:pt x="44" y="485"/>
                      </a:cubicBezTo>
                      <a:cubicBezTo>
                        <a:pt x="52" y="486"/>
                        <a:pt x="59" y="487"/>
                        <a:pt x="65" y="487"/>
                      </a:cubicBezTo>
                      <a:cubicBezTo>
                        <a:pt x="80" y="487"/>
                        <a:pt x="93" y="483"/>
                        <a:pt x="109" y="471"/>
                      </a:cubicBezTo>
                      <a:cubicBezTo>
                        <a:pt x="130" y="454"/>
                        <a:pt x="132" y="431"/>
                        <a:pt x="122" y="414"/>
                      </a:cubicBezTo>
                      <a:cubicBezTo>
                        <a:pt x="199" y="285"/>
                        <a:pt x="284" y="160"/>
                        <a:pt x="367" y="31"/>
                      </a:cubicBezTo>
                      <a:cubicBezTo>
                        <a:pt x="377" y="17"/>
                        <a:pt x="361" y="0"/>
                        <a:pt x="347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4" name="Google Shape;2084;p44"/>
                <p:cNvSpPr/>
                <p:nvPr/>
              </p:nvSpPr>
              <p:spPr>
                <a:xfrm>
                  <a:off x="5512867" y="1894547"/>
                  <a:ext cx="37676" cy="48507"/>
                </a:xfrm>
                <a:custGeom>
                  <a:rect b="b" l="l" r="r" t="t"/>
                  <a:pathLst>
                    <a:path extrusionOk="0" h="524" w="407">
                      <a:moveTo>
                        <a:pt x="358" y="1"/>
                      </a:moveTo>
                      <a:cubicBezTo>
                        <a:pt x="350" y="1"/>
                        <a:pt x="342" y="4"/>
                        <a:pt x="334" y="12"/>
                      </a:cubicBezTo>
                      <a:cubicBezTo>
                        <a:pt x="259" y="102"/>
                        <a:pt x="186" y="194"/>
                        <a:pt x="118" y="287"/>
                      </a:cubicBezTo>
                      <a:cubicBezTo>
                        <a:pt x="78" y="344"/>
                        <a:pt x="1" y="415"/>
                        <a:pt x="24" y="490"/>
                      </a:cubicBezTo>
                      <a:cubicBezTo>
                        <a:pt x="28" y="504"/>
                        <a:pt x="43" y="519"/>
                        <a:pt x="59" y="521"/>
                      </a:cubicBezTo>
                      <a:cubicBezTo>
                        <a:pt x="63" y="521"/>
                        <a:pt x="68" y="523"/>
                        <a:pt x="72" y="523"/>
                      </a:cubicBezTo>
                      <a:cubicBezTo>
                        <a:pt x="74" y="523"/>
                        <a:pt x="76" y="523"/>
                        <a:pt x="77" y="523"/>
                      </a:cubicBezTo>
                      <a:cubicBezTo>
                        <a:pt x="116" y="523"/>
                        <a:pt x="140" y="482"/>
                        <a:pt x="120" y="452"/>
                      </a:cubicBezTo>
                      <a:cubicBezTo>
                        <a:pt x="124" y="450"/>
                        <a:pt x="128" y="442"/>
                        <a:pt x="130" y="427"/>
                      </a:cubicBezTo>
                      <a:cubicBezTo>
                        <a:pt x="141" y="408"/>
                        <a:pt x="153" y="392"/>
                        <a:pt x="164" y="375"/>
                      </a:cubicBezTo>
                      <a:cubicBezTo>
                        <a:pt x="184" y="340"/>
                        <a:pt x="207" y="306"/>
                        <a:pt x="230" y="273"/>
                      </a:cubicBezTo>
                      <a:cubicBezTo>
                        <a:pt x="278" y="200"/>
                        <a:pt x="332" y="129"/>
                        <a:pt x="387" y="58"/>
                      </a:cubicBezTo>
                      <a:cubicBezTo>
                        <a:pt x="407" y="33"/>
                        <a:pt x="383" y="1"/>
                        <a:pt x="35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5" name="Google Shape;2085;p44"/>
                <p:cNvSpPr/>
                <p:nvPr/>
              </p:nvSpPr>
              <p:spPr>
                <a:xfrm>
                  <a:off x="5522957" y="1909451"/>
                  <a:ext cx="35362" cy="44341"/>
                </a:xfrm>
                <a:custGeom>
                  <a:rect b="b" l="l" r="r" t="t"/>
                  <a:pathLst>
                    <a:path extrusionOk="0" h="479" w="382">
                      <a:moveTo>
                        <a:pt x="334" y="0"/>
                      </a:moveTo>
                      <a:cubicBezTo>
                        <a:pt x="326" y="0"/>
                        <a:pt x="318" y="4"/>
                        <a:pt x="311" y="12"/>
                      </a:cubicBezTo>
                      <a:cubicBezTo>
                        <a:pt x="207" y="133"/>
                        <a:pt x="88" y="268"/>
                        <a:pt x="19" y="412"/>
                      </a:cubicBezTo>
                      <a:cubicBezTo>
                        <a:pt x="1" y="450"/>
                        <a:pt x="29" y="478"/>
                        <a:pt x="59" y="478"/>
                      </a:cubicBezTo>
                      <a:cubicBezTo>
                        <a:pt x="74" y="478"/>
                        <a:pt x="89" y="471"/>
                        <a:pt x="100" y="456"/>
                      </a:cubicBezTo>
                      <a:cubicBezTo>
                        <a:pt x="190" y="324"/>
                        <a:pt x="263" y="185"/>
                        <a:pt x="361" y="58"/>
                      </a:cubicBezTo>
                      <a:cubicBezTo>
                        <a:pt x="381" y="33"/>
                        <a:pt x="359" y="0"/>
                        <a:pt x="33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6" name="Google Shape;2086;p44"/>
                <p:cNvSpPr/>
                <p:nvPr/>
              </p:nvSpPr>
              <p:spPr>
                <a:xfrm>
                  <a:off x="5526567" y="1916949"/>
                  <a:ext cx="36380" cy="44896"/>
                </a:xfrm>
                <a:custGeom>
                  <a:rect b="b" l="l" r="r" t="t"/>
                  <a:pathLst>
                    <a:path extrusionOk="0" h="485" w="393">
                      <a:moveTo>
                        <a:pt x="357" y="0"/>
                      </a:moveTo>
                      <a:cubicBezTo>
                        <a:pt x="351" y="0"/>
                        <a:pt x="344" y="3"/>
                        <a:pt x="339" y="10"/>
                      </a:cubicBezTo>
                      <a:cubicBezTo>
                        <a:pt x="232" y="139"/>
                        <a:pt x="126" y="273"/>
                        <a:pt x="20" y="404"/>
                      </a:cubicBezTo>
                      <a:cubicBezTo>
                        <a:pt x="1" y="425"/>
                        <a:pt x="5" y="458"/>
                        <a:pt x="32" y="473"/>
                      </a:cubicBezTo>
                      <a:cubicBezTo>
                        <a:pt x="47" y="481"/>
                        <a:pt x="61" y="485"/>
                        <a:pt x="75" y="485"/>
                      </a:cubicBezTo>
                      <a:cubicBezTo>
                        <a:pt x="90" y="485"/>
                        <a:pt x="105" y="480"/>
                        <a:pt x="122" y="469"/>
                      </a:cubicBezTo>
                      <a:cubicBezTo>
                        <a:pt x="149" y="450"/>
                        <a:pt x="145" y="419"/>
                        <a:pt x="128" y="400"/>
                      </a:cubicBezTo>
                      <a:cubicBezTo>
                        <a:pt x="207" y="279"/>
                        <a:pt x="293" y="162"/>
                        <a:pt x="378" y="45"/>
                      </a:cubicBezTo>
                      <a:cubicBezTo>
                        <a:pt x="392" y="25"/>
                        <a:pt x="376" y="0"/>
                        <a:pt x="357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7" name="Google Shape;2087;p44"/>
                <p:cNvSpPr/>
                <p:nvPr/>
              </p:nvSpPr>
              <p:spPr>
                <a:xfrm>
                  <a:off x="5537027" y="1933149"/>
                  <a:ext cx="31937" cy="41842"/>
                </a:xfrm>
                <a:custGeom>
                  <a:rect b="b" l="l" r="r" t="t"/>
                  <a:pathLst>
                    <a:path extrusionOk="0" h="452" w="345">
                      <a:moveTo>
                        <a:pt x="329" y="0"/>
                      </a:moveTo>
                      <a:cubicBezTo>
                        <a:pt x="327" y="0"/>
                        <a:pt x="324" y="1"/>
                        <a:pt x="321" y="4"/>
                      </a:cubicBezTo>
                      <a:cubicBezTo>
                        <a:pt x="203" y="121"/>
                        <a:pt x="105" y="252"/>
                        <a:pt x="19" y="394"/>
                      </a:cubicBezTo>
                      <a:cubicBezTo>
                        <a:pt x="1" y="424"/>
                        <a:pt x="31" y="452"/>
                        <a:pt x="58" y="452"/>
                      </a:cubicBezTo>
                      <a:cubicBezTo>
                        <a:pt x="70" y="452"/>
                        <a:pt x="82" y="446"/>
                        <a:pt x="88" y="431"/>
                      </a:cubicBezTo>
                      <a:cubicBezTo>
                        <a:pt x="153" y="281"/>
                        <a:pt x="236" y="146"/>
                        <a:pt x="338" y="18"/>
                      </a:cubicBezTo>
                      <a:cubicBezTo>
                        <a:pt x="344" y="11"/>
                        <a:pt x="338" y="0"/>
                        <a:pt x="32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8" name="Google Shape;2088;p44"/>
                <p:cNvSpPr/>
                <p:nvPr/>
              </p:nvSpPr>
              <p:spPr>
                <a:xfrm>
                  <a:off x="5547210" y="1940184"/>
                  <a:ext cx="28974" cy="39342"/>
                </a:xfrm>
                <a:custGeom>
                  <a:rect b="b" l="l" r="r" t="t"/>
                  <a:pathLst>
                    <a:path extrusionOk="0" h="425" w="313">
                      <a:moveTo>
                        <a:pt x="289" y="1"/>
                      </a:moveTo>
                      <a:cubicBezTo>
                        <a:pt x="283" y="1"/>
                        <a:pt x="278" y="3"/>
                        <a:pt x="274" y="9"/>
                      </a:cubicBezTo>
                      <a:cubicBezTo>
                        <a:pt x="199" y="130"/>
                        <a:pt x="120" y="247"/>
                        <a:pt x="28" y="355"/>
                      </a:cubicBezTo>
                      <a:cubicBezTo>
                        <a:pt x="0" y="389"/>
                        <a:pt x="33" y="425"/>
                        <a:pt x="63" y="425"/>
                      </a:cubicBezTo>
                      <a:cubicBezTo>
                        <a:pt x="76" y="425"/>
                        <a:pt x="88" y="418"/>
                        <a:pt x="95" y="403"/>
                      </a:cubicBezTo>
                      <a:cubicBezTo>
                        <a:pt x="155" y="272"/>
                        <a:pt x="228" y="147"/>
                        <a:pt x="305" y="24"/>
                      </a:cubicBezTo>
                      <a:cubicBezTo>
                        <a:pt x="312" y="12"/>
                        <a:pt x="301" y="1"/>
                        <a:pt x="28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9" name="Google Shape;2089;p44"/>
                <p:cNvSpPr/>
                <p:nvPr/>
              </p:nvSpPr>
              <p:spPr>
                <a:xfrm>
                  <a:off x="5544340" y="1945368"/>
                  <a:ext cx="40823" cy="56931"/>
                </a:xfrm>
                <a:custGeom>
                  <a:rect b="b" l="l" r="r" t="t"/>
                  <a:pathLst>
                    <a:path extrusionOk="0" h="615" w="441">
                      <a:moveTo>
                        <a:pt x="404" y="1"/>
                      </a:moveTo>
                      <a:cubicBezTo>
                        <a:pt x="396" y="1"/>
                        <a:pt x="388" y="3"/>
                        <a:pt x="382" y="9"/>
                      </a:cubicBezTo>
                      <a:cubicBezTo>
                        <a:pt x="374" y="20"/>
                        <a:pt x="363" y="30"/>
                        <a:pt x="353" y="39"/>
                      </a:cubicBezTo>
                      <a:cubicBezTo>
                        <a:pt x="345" y="47"/>
                        <a:pt x="345" y="57"/>
                        <a:pt x="349" y="66"/>
                      </a:cubicBezTo>
                      <a:cubicBezTo>
                        <a:pt x="280" y="180"/>
                        <a:pt x="207" y="293"/>
                        <a:pt x="132" y="407"/>
                      </a:cubicBezTo>
                      <a:cubicBezTo>
                        <a:pt x="94" y="462"/>
                        <a:pt x="1" y="591"/>
                        <a:pt x="117" y="614"/>
                      </a:cubicBezTo>
                      <a:cubicBezTo>
                        <a:pt x="121" y="615"/>
                        <a:pt x="125" y="615"/>
                        <a:pt x="128" y="615"/>
                      </a:cubicBezTo>
                      <a:cubicBezTo>
                        <a:pt x="186" y="615"/>
                        <a:pt x="201" y="524"/>
                        <a:pt x="140" y="514"/>
                      </a:cubicBezTo>
                      <a:lnTo>
                        <a:pt x="140" y="514"/>
                      </a:lnTo>
                      <a:cubicBezTo>
                        <a:pt x="142" y="514"/>
                        <a:pt x="144" y="514"/>
                        <a:pt x="146" y="514"/>
                      </a:cubicBezTo>
                      <a:cubicBezTo>
                        <a:pt x="209" y="514"/>
                        <a:pt x="289" y="333"/>
                        <a:pt x="317" y="285"/>
                      </a:cubicBezTo>
                      <a:cubicBezTo>
                        <a:pt x="365" y="207"/>
                        <a:pt x="411" y="126"/>
                        <a:pt x="434" y="36"/>
                      </a:cubicBezTo>
                      <a:cubicBezTo>
                        <a:pt x="440" y="16"/>
                        <a:pt x="422" y="1"/>
                        <a:pt x="404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0" name="Google Shape;2090;p44"/>
                <p:cNvSpPr/>
                <p:nvPr/>
              </p:nvSpPr>
              <p:spPr>
                <a:xfrm>
                  <a:off x="5564613" y="1961938"/>
                  <a:ext cx="38787" cy="49432"/>
                </a:xfrm>
                <a:custGeom>
                  <a:rect b="b" l="l" r="r" t="t"/>
                  <a:pathLst>
                    <a:path extrusionOk="0" h="534" w="419">
                      <a:moveTo>
                        <a:pt x="381" y="0"/>
                      </a:moveTo>
                      <a:cubicBezTo>
                        <a:pt x="374" y="0"/>
                        <a:pt x="367" y="3"/>
                        <a:pt x="361" y="10"/>
                      </a:cubicBezTo>
                      <a:cubicBezTo>
                        <a:pt x="284" y="97"/>
                        <a:pt x="209" y="189"/>
                        <a:pt x="132" y="281"/>
                      </a:cubicBezTo>
                      <a:cubicBezTo>
                        <a:pt x="84" y="339"/>
                        <a:pt x="0" y="406"/>
                        <a:pt x="5" y="489"/>
                      </a:cubicBezTo>
                      <a:cubicBezTo>
                        <a:pt x="7" y="520"/>
                        <a:pt x="29" y="534"/>
                        <a:pt x="51" y="534"/>
                      </a:cubicBezTo>
                      <a:cubicBezTo>
                        <a:pt x="79" y="534"/>
                        <a:pt x="109" y="512"/>
                        <a:pt x="101" y="472"/>
                      </a:cubicBezTo>
                      <a:cubicBezTo>
                        <a:pt x="94" y="443"/>
                        <a:pt x="173" y="358"/>
                        <a:pt x="192" y="333"/>
                      </a:cubicBezTo>
                      <a:lnTo>
                        <a:pt x="265" y="233"/>
                      </a:lnTo>
                      <a:cubicBezTo>
                        <a:pt x="313" y="170"/>
                        <a:pt x="361" y="106"/>
                        <a:pt x="405" y="41"/>
                      </a:cubicBezTo>
                      <a:cubicBezTo>
                        <a:pt x="419" y="21"/>
                        <a:pt x="400" y="0"/>
                        <a:pt x="38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1" name="Google Shape;2091;p44"/>
                <p:cNvSpPr/>
                <p:nvPr/>
              </p:nvSpPr>
              <p:spPr>
                <a:xfrm>
                  <a:off x="5565538" y="1973324"/>
                  <a:ext cx="42490" cy="53135"/>
                </a:xfrm>
                <a:custGeom>
                  <a:rect b="b" l="l" r="r" t="t"/>
                  <a:pathLst>
                    <a:path extrusionOk="0" h="574" w="459">
                      <a:moveTo>
                        <a:pt x="425" y="1"/>
                      </a:moveTo>
                      <a:cubicBezTo>
                        <a:pt x="419" y="1"/>
                        <a:pt x="413" y="3"/>
                        <a:pt x="407" y="10"/>
                      </a:cubicBezTo>
                      <a:cubicBezTo>
                        <a:pt x="276" y="168"/>
                        <a:pt x="149" y="331"/>
                        <a:pt x="28" y="497"/>
                      </a:cubicBezTo>
                      <a:cubicBezTo>
                        <a:pt x="0" y="535"/>
                        <a:pt x="30" y="573"/>
                        <a:pt x="62" y="573"/>
                      </a:cubicBezTo>
                      <a:cubicBezTo>
                        <a:pt x="76" y="573"/>
                        <a:pt x="90" y="566"/>
                        <a:pt x="101" y="549"/>
                      </a:cubicBezTo>
                      <a:cubicBezTo>
                        <a:pt x="209" y="376"/>
                        <a:pt x="324" y="208"/>
                        <a:pt x="445" y="43"/>
                      </a:cubicBezTo>
                      <a:cubicBezTo>
                        <a:pt x="459" y="24"/>
                        <a:pt x="442" y="1"/>
                        <a:pt x="42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2" name="Google Shape;2092;p44"/>
                <p:cNvSpPr/>
                <p:nvPr/>
              </p:nvSpPr>
              <p:spPr>
                <a:xfrm>
                  <a:off x="5570907" y="1983691"/>
                  <a:ext cx="45359" cy="56283"/>
                </a:xfrm>
                <a:custGeom>
                  <a:rect b="b" l="l" r="r" t="t"/>
                  <a:pathLst>
                    <a:path extrusionOk="0" h="608" w="490">
                      <a:moveTo>
                        <a:pt x="463" y="1"/>
                      </a:moveTo>
                      <a:cubicBezTo>
                        <a:pt x="459" y="1"/>
                        <a:pt x="454" y="3"/>
                        <a:pt x="449" y="8"/>
                      </a:cubicBezTo>
                      <a:cubicBezTo>
                        <a:pt x="314" y="185"/>
                        <a:pt x="176" y="367"/>
                        <a:pt x="28" y="535"/>
                      </a:cubicBezTo>
                      <a:cubicBezTo>
                        <a:pt x="0" y="566"/>
                        <a:pt x="26" y="608"/>
                        <a:pt x="61" y="608"/>
                      </a:cubicBezTo>
                      <a:cubicBezTo>
                        <a:pt x="65" y="608"/>
                        <a:pt x="68" y="607"/>
                        <a:pt x="72" y="606"/>
                      </a:cubicBezTo>
                      <a:cubicBezTo>
                        <a:pt x="83" y="604"/>
                        <a:pt x="93" y="600"/>
                        <a:pt x="103" y="598"/>
                      </a:cubicBezTo>
                      <a:cubicBezTo>
                        <a:pt x="128" y="592"/>
                        <a:pt x="135" y="562"/>
                        <a:pt x="126" y="542"/>
                      </a:cubicBezTo>
                      <a:cubicBezTo>
                        <a:pt x="237" y="369"/>
                        <a:pt x="358" y="200"/>
                        <a:pt x="479" y="33"/>
                      </a:cubicBezTo>
                      <a:cubicBezTo>
                        <a:pt x="489" y="19"/>
                        <a:pt x="477" y="1"/>
                        <a:pt x="4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3" name="Google Shape;2093;p44"/>
                <p:cNvSpPr/>
                <p:nvPr/>
              </p:nvSpPr>
              <p:spPr>
                <a:xfrm>
                  <a:off x="5585255" y="1988968"/>
                  <a:ext cx="45359" cy="57023"/>
                </a:xfrm>
                <a:custGeom>
                  <a:rect b="b" l="l" r="r" t="t"/>
                  <a:pathLst>
                    <a:path extrusionOk="0" h="616" w="490">
                      <a:moveTo>
                        <a:pt x="451" y="1"/>
                      </a:moveTo>
                      <a:cubicBezTo>
                        <a:pt x="445" y="1"/>
                        <a:pt x="438" y="4"/>
                        <a:pt x="432" y="11"/>
                      </a:cubicBezTo>
                      <a:cubicBezTo>
                        <a:pt x="353" y="114"/>
                        <a:pt x="271" y="216"/>
                        <a:pt x="190" y="318"/>
                      </a:cubicBezTo>
                      <a:cubicBezTo>
                        <a:pt x="134" y="389"/>
                        <a:pt x="34" y="468"/>
                        <a:pt x="7" y="555"/>
                      </a:cubicBezTo>
                      <a:cubicBezTo>
                        <a:pt x="1" y="574"/>
                        <a:pt x="13" y="599"/>
                        <a:pt x="30" y="608"/>
                      </a:cubicBezTo>
                      <a:cubicBezTo>
                        <a:pt x="32" y="608"/>
                        <a:pt x="34" y="610"/>
                        <a:pt x="36" y="610"/>
                      </a:cubicBezTo>
                      <a:cubicBezTo>
                        <a:pt x="43" y="613"/>
                        <a:pt x="50" y="615"/>
                        <a:pt x="58" y="615"/>
                      </a:cubicBezTo>
                      <a:cubicBezTo>
                        <a:pt x="70" y="615"/>
                        <a:pt x="83" y="610"/>
                        <a:pt x="92" y="599"/>
                      </a:cubicBezTo>
                      <a:cubicBezTo>
                        <a:pt x="94" y="599"/>
                        <a:pt x="94" y="597"/>
                        <a:pt x="96" y="597"/>
                      </a:cubicBezTo>
                      <a:cubicBezTo>
                        <a:pt x="107" y="585"/>
                        <a:pt x="109" y="570"/>
                        <a:pt x="107" y="558"/>
                      </a:cubicBezTo>
                      <a:cubicBezTo>
                        <a:pt x="128" y="518"/>
                        <a:pt x="165" y="474"/>
                        <a:pt x="190" y="441"/>
                      </a:cubicBezTo>
                      <a:cubicBezTo>
                        <a:pt x="224" y="393"/>
                        <a:pt x="257" y="345"/>
                        <a:pt x="292" y="299"/>
                      </a:cubicBezTo>
                      <a:cubicBezTo>
                        <a:pt x="353" y="216"/>
                        <a:pt x="413" y="132"/>
                        <a:pt x="474" y="49"/>
                      </a:cubicBezTo>
                      <a:cubicBezTo>
                        <a:pt x="489" y="27"/>
                        <a:pt x="471" y="1"/>
                        <a:pt x="45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4" name="Google Shape;2094;p44"/>
                <p:cNvSpPr/>
                <p:nvPr/>
              </p:nvSpPr>
              <p:spPr>
                <a:xfrm>
                  <a:off x="5583126" y="2000539"/>
                  <a:ext cx="46100" cy="56283"/>
                </a:xfrm>
                <a:custGeom>
                  <a:rect b="b" l="l" r="r" t="t"/>
                  <a:pathLst>
                    <a:path extrusionOk="0" h="608" w="498">
                      <a:moveTo>
                        <a:pt x="460" y="1"/>
                      </a:moveTo>
                      <a:cubicBezTo>
                        <a:pt x="453" y="1"/>
                        <a:pt x="446" y="4"/>
                        <a:pt x="440" y="12"/>
                      </a:cubicBezTo>
                      <a:cubicBezTo>
                        <a:pt x="361" y="107"/>
                        <a:pt x="282" y="205"/>
                        <a:pt x="201" y="301"/>
                      </a:cubicBezTo>
                      <a:cubicBezTo>
                        <a:pt x="138" y="376"/>
                        <a:pt x="57" y="449"/>
                        <a:pt x="17" y="541"/>
                      </a:cubicBezTo>
                      <a:cubicBezTo>
                        <a:pt x="0" y="579"/>
                        <a:pt x="30" y="607"/>
                        <a:pt x="60" y="607"/>
                      </a:cubicBezTo>
                      <a:cubicBezTo>
                        <a:pt x="78" y="607"/>
                        <a:pt x="95" y="597"/>
                        <a:pt x="103" y="574"/>
                      </a:cubicBezTo>
                      <a:cubicBezTo>
                        <a:pt x="134" y="474"/>
                        <a:pt x="228" y="383"/>
                        <a:pt x="290" y="301"/>
                      </a:cubicBezTo>
                      <a:cubicBezTo>
                        <a:pt x="353" y="218"/>
                        <a:pt x="417" y="132"/>
                        <a:pt x="482" y="49"/>
                      </a:cubicBezTo>
                      <a:cubicBezTo>
                        <a:pt x="498" y="27"/>
                        <a:pt x="480" y="1"/>
                        <a:pt x="46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5" name="Google Shape;2095;p44"/>
                <p:cNvSpPr/>
                <p:nvPr/>
              </p:nvSpPr>
              <p:spPr>
                <a:xfrm>
                  <a:off x="5601547" y="2008870"/>
                  <a:ext cx="45915" cy="50728"/>
                </a:xfrm>
                <a:custGeom>
                  <a:rect b="b" l="l" r="r" t="t"/>
                  <a:pathLst>
                    <a:path extrusionOk="0" h="548" w="496">
                      <a:moveTo>
                        <a:pt x="445" y="1"/>
                      </a:moveTo>
                      <a:cubicBezTo>
                        <a:pt x="438" y="1"/>
                        <a:pt x="430" y="4"/>
                        <a:pt x="423" y="11"/>
                      </a:cubicBezTo>
                      <a:cubicBezTo>
                        <a:pt x="285" y="159"/>
                        <a:pt x="154" y="311"/>
                        <a:pt x="29" y="468"/>
                      </a:cubicBezTo>
                      <a:cubicBezTo>
                        <a:pt x="1" y="503"/>
                        <a:pt x="33" y="547"/>
                        <a:pt x="66" y="547"/>
                      </a:cubicBezTo>
                      <a:cubicBezTo>
                        <a:pt x="77" y="547"/>
                        <a:pt x="89" y="542"/>
                        <a:pt x="98" y="530"/>
                      </a:cubicBezTo>
                      <a:cubicBezTo>
                        <a:pt x="214" y="368"/>
                        <a:pt x="341" y="211"/>
                        <a:pt x="473" y="59"/>
                      </a:cubicBezTo>
                      <a:cubicBezTo>
                        <a:pt x="495" y="34"/>
                        <a:pt x="471" y="1"/>
                        <a:pt x="44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6" name="Google Shape;2096;p44"/>
                <p:cNvSpPr/>
                <p:nvPr/>
              </p:nvSpPr>
              <p:spPr>
                <a:xfrm>
                  <a:off x="5615803" y="2007204"/>
                  <a:ext cx="49895" cy="57671"/>
                </a:xfrm>
                <a:custGeom>
                  <a:rect b="b" l="l" r="r" t="t"/>
                  <a:pathLst>
                    <a:path extrusionOk="0" h="623" w="539">
                      <a:moveTo>
                        <a:pt x="492" y="1"/>
                      </a:moveTo>
                      <a:cubicBezTo>
                        <a:pt x="484" y="1"/>
                        <a:pt x="476" y="4"/>
                        <a:pt x="469" y="12"/>
                      </a:cubicBezTo>
                      <a:cubicBezTo>
                        <a:pt x="315" y="183"/>
                        <a:pt x="146" y="358"/>
                        <a:pt x="21" y="554"/>
                      </a:cubicBezTo>
                      <a:cubicBezTo>
                        <a:pt x="1" y="587"/>
                        <a:pt x="34" y="622"/>
                        <a:pt x="66" y="622"/>
                      </a:cubicBezTo>
                      <a:cubicBezTo>
                        <a:pt x="77" y="622"/>
                        <a:pt x="89" y="618"/>
                        <a:pt x="98" y="606"/>
                      </a:cubicBezTo>
                      <a:cubicBezTo>
                        <a:pt x="242" y="425"/>
                        <a:pt x="362" y="231"/>
                        <a:pt x="517" y="56"/>
                      </a:cubicBezTo>
                      <a:cubicBezTo>
                        <a:pt x="539" y="33"/>
                        <a:pt x="517" y="1"/>
                        <a:pt x="49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7" name="Google Shape;2097;p44"/>
                <p:cNvSpPr/>
                <p:nvPr/>
              </p:nvSpPr>
              <p:spPr>
                <a:xfrm>
                  <a:off x="5616358" y="2019701"/>
                  <a:ext cx="53876" cy="61466"/>
                </a:xfrm>
                <a:custGeom>
                  <a:rect b="b" l="l" r="r" t="t"/>
                  <a:pathLst>
                    <a:path extrusionOk="0" h="664" w="582">
                      <a:moveTo>
                        <a:pt x="563" y="0"/>
                      </a:moveTo>
                      <a:cubicBezTo>
                        <a:pt x="560" y="0"/>
                        <a:pt x="557" y="2"/>
                        <a:pt x="554" y="5"/>
                      </a:cubicBezTo>
                      <a:cubicBezTo>
                        <a:pt x="384" y="207"/>
                        <a:pt x="194" y="394"/>
                        <a:pt x="27" y="599"/>
                      </a:cubicBezTo>
                      <a:cubicBezTo>
                        <a:pt x="1" y="629"/>
                        <a:pt x="30" y="663"/>
                        <a:pt x="58" y="663"/>
                      </a:cubicBezTo>
                      <a:cubicBezTo>
                        <a:pt x="70" y="663"/>
                        <a:pt x="82" y="657"/>
                        <a:pt x="90" y="642"/>
                      </a:cubicBezTo>
                      <a:cubicBezTo>
                        <a:pt x="146" y="528"/>
                        <a:pt x="244" y="428"/>
                        <a:pt x="323" y="328"/>
                      </a:cubicBezTo>
                      <a:cubicBezTo>
                        <a:pt x="404" y="226"/>
                        <a:pt x="488" y="123"/>
                        <a:pt x="573" y="23"/>
                      </a:cubicBezTo>
                      <a:cubicBezTo>
                        <a:pt x="581" y="12"/>
                        <a:pt x="572" y="0"/>
                        <a:pt x="5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8" name="Google Shape;2098;p44"/>
                <p:cNvSpPr/>
                <p:nvPr/>
              </p:nvSpPr>
              <p:spPr>
                <a:xfrm>
                  <a:off x="5624967" y="2026458"/>
                  <a:ext cx="56931" cy="62300"/>
                </a:xfrm>
                <a:custGeom>
                  <a:rect b="b" l="l" r="r" t="t"/>
                  <a:pathLst>
                    <a:path extrusionOk="0" h="673" w="615">
                      <a:moveTo>
                        <a:pt x="588" y="0"/>
                      </a:moveTo>
                      <a:cubicBezTo>
                        <a:pt x="583" y="0"/>
                        <a:pt x="578" y="2"/>
                        <a:pt x="574" y="7"/>
                      </a:cubicBezTo>
                      <a:cubicBezTo>
                        <a:pt x="441" y="157"/>
                        <a:pt x="307" y="305"/>
                        <a:pt x="172" y="455"/>
                      </a:cubicBezTo>
                      <a:cubicBezTo>
                        <a:pt x="126" y="505"/>
                        <a:pt x="1" y="601"/>
                        <a:pt x="93" y="665"/>
                      </a:cubicBezTo>
                      <a:cubicBezTo>
                        <a:pt x="100" y="670"/>
                        <a:pt x="107" y="672"/>
                        <a:pt x="114" y="672"/>
                      </a:cubicBezTo>
                      <a:cubicBezTo>
                        <a:pt x="153" y="672"/>
                        <a:pt x="180" y="607"/>
                        <a:pt x="134" y="582"/>
                      </a:cubicBezTo>
                      <a:lnTo>
                        <a:pt x="134" y="582"/>
                      </a:lnTo>
                      <a:cubicBezTo>
                        <a:pt x="137" y="583"/>
                        <a:pt x="140" y="584"/>
                        <a:pt x="143" y="584"/>
                      </a:cubicBezTo>
                      <a:cubicBezTo>
                        <a:pt x="200" y="584"/>
                        <a:pt x="344" y="361"/>
                        <a:pt x="374" y="323"/>
                      </a:cubicBezTo>
                      <a:cubicBezTo>
                        <a:pt x="449" y="228"/>
                        <a:pt x="526" y="130"/>
                        <a:pt x="603" y="34"/>
                      </a:cubicBezTo>
                      <a:cubicBezTo>
                        <a:pt x="614" y="18"/>
                        <a:pt x="602" y="0"/>
                        <a:pt x="588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9" name="Google Shape;2099;p44"/>
                <p:cNvSpPr/>
                <p:nvPr/>
              </p:nvSpPr>
              <p:spPr>
                <a:xfrm>
                  <a:off x="5646443" y="2026180"/>
                  <a:ext cx="56005" cy="65447"/>
                </a:xfrm>
                <a:custGeom>
                  <a:rect b="b" l="l" r="r" t="t"/>
                  <a:pathLst>
                    <a:path extrusionOk="0" h="707" w="605">
                      <a:moveTo>
                        <a:pt x="564" y="0"/>
                      </a:moveTo>
                      <a:cubicBezTo>
                        <a:pt x="557" y="0"/>
                        <a:pt x="550" y="3"/>
                        <a:pt x="544" y="10"/>
                      </a:cubicBezTo>
                      <a:cubicBezTo>
                        <a:pt x="438" y="128"/>
                        <a:pt x="332" y="247"/>
                        <a:pt x="225" y="366"/>
                      </a:cubicBezTo>
                      <a:cubicBezTo>
                        <a:pt x="175" y="422"/>
                        <a:pt x="125" y="479"/>
                        <a:pt x="73" y="535"/>
                      </a:cubicBezTo>
                      <a:cubicBezTo>
                        <a:pt x="46" y="566"/>
                        <a:pt x="13" y="591"/>
                        <a:pt x="4" y="633"/>
                      </a:cubicBezTo>
                      <a:cubicBezTo>
                        <a:pt x="0" y="652"/>
                        <a:pt x="4" y="672"/>
                        <a:pt x="19" y="685"/>
                      </a:cubicBezTo>
                      <a:cubicBezTo>
                        <a:pt x="23" y="687"/>
                        <a:pt x="27" y="689"/>
                        <a:pt x="29" y="693"/>
                      </a:cubicBezTo>
                      <a:cubicBezTo>
                        <a:pt x="41" y="702"/>
                        <a:pt x="53" y="706"/>
                        <a:pt x="66" y="706"/>
                      </a:cubicBezTo>
                      <a:cubicBezTo>
                        <a:pt x="80" y="706"/>
                        <a:pt x="94" y="700"/>
                        <a:pt x="106" y="689"/>
                      </a:cubicBezTo>
                      <a:lnTo>
                        <a:pt x="113" y="681"/>
                      </a:lnTo>
                      <a:cubicBezTo>
                        <a:pt x="131" y="666"/>
                        <a:pt x="131" y="643"/>
                        <a:pt x="121" y="624"/>
                      </a:cubicBezTo>
                      <a:cubicBezTo>
                        <a:pt x="144" y="585"/>
                        <a:pt x="196" y="537"/>
                        <a:pt x="217" y="512"/>
                      </a:cubicBezTo>
                      <a:cubicBezTo>
                        <a:pt x="259" y="458"/>
                        <a:pt x="302" y="404"/>
                        <a:pt x="344" y="351"/>
                      </a:cubicBezTo>
                      <a:cubicBezTo>
                        <a:pt x="425" y="251"/>
                        <a:pt x="507" y="149"/>
                        <a:pt x="586" y="49"/>
                      </a:cubicBezTo>
                      <a:cubicBezTo>
                        <a:pt x="605" y="27"/>
                        <a:pt x="585" y="0"/>
                        <a:pt x="56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0" name="Google Shape;2100;p44"/>
                <p:cNvSpPr/>
                <p:nvPr/>
              </p:nvSpPr>
              <p:spPr>
                <a:xfrm>
                  <a:off x="5654682" y="2035437"/>
                  <a:ext cx="56283" cy="69057"/>
                </a:xfrm>
                <a:custGeom>
                  <a:rect b="b" l="l" r="r" t="t"/>
                  <a:pathLst>
                    <a:path extrusionOk="0" h="746" w="608">
                      <a:moveTo>
                        <a:pt x="567" y="1"/>
                      </a:moveTo>
                      <a:cubicBezTo>
                        <a:pt x="559" y="1"/>
                        <a:pt x="552" y="4"/>
                        <a:pt x="545" y="12"/>
                      </a:cubicBezTo>
                      <a:cubicBezTo>
                        <a:pt x="441" y="135"/>
                        <a:pt x="334" y="260"/>
                        <a:pt x="228" y="383"/>
                      </a:cubicBezTo>
                      <a:cubicBezTo>
                        <a:pt x="153" y="472"/>
                        <a:pt x="40" y="564"/>
                        <a:pt x="9" y="681"/>
                      </a:cubicBezTo>
                      <a:cubicBezTo>
                        <a:pt x="0" y="716"/>
                        <a:pt x="33" y="745"/>
                        <a:pt x="65" y="745"/>
                      </a:cubicBezTo>
                      <a:cubicBezTo>
                        <a:pt x="78" y="745"/>
                        <a:pt x="91" y="740"/>
                        <a:pt x="101" y="729"/>
                      </a:cubicBezTo>
                      <a:cubicBezTo>
                        <a:pt x="107" y="722"/>
                        <a:pt x="111" y="716"/>
                        <a:pt x="115" y="710"/>
                      </a:cubicBezTo>
                      <a:cubicBezTo>
                        <a:pt x="128" y="695"/>
                        <a:pt x="130" y="679"/>
                        <a:pt x="126" y="664"/>
                      </a:cubicBezTo>
                      <a:cubicBezTo>
                        <a:pt x="168" y="558"/>
                        <a:pt x="288" y="445"/>
                        <a:pt x="353" y="364"/>
                      </a:cubicBezTo>
                      <a:cubicBezTo>
                        <a:pt x="432" y="260"/>
                        <a:pt x="511" y="156"/>
                        <a:pt x="591" y="53"/>
                      </a:cubicBezTo>
                      <a:cubicBezTo>
                        <a:pt x="608" y="30"/>
                        <a:pt x="589" y="1"/>
                        <a:pt x="56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1" name="Google Shape;2101;p44"/>
                <p:cNvSpPr/>
                <p:nvPr/>
              </p:nvSpPr>
              <p:spPr>
                <a:xfrm>
                  <a:off x="5668752" y="2045990"/>
                  <a:ext cx="53691" cy="64151"/>
                </a:xfrm>
                <a:custGeom>
                  <a:rect b="b" l="l" r="r" t="t"/>
                  <a:pathLst>
                    <a:path extrusionOk="0" h="693" w="580">
                      <a:moveTo>
                        <a:pt x="571" y="1"/>
                      </a:moveTo>
                      <a:cubicBezTo>
                        <a:pt x="570" y="1"/>
                        <a:pt x="569" y="1"/>
                        <a:pt x="568" y="2"/>
                      </a:cubicBezTo>
                      <a:cubicBezTo>
                        <a:pt x="387" y="204"/>
                        <a:pt x="157" y="398"/>
                        <a:pt x="20" y="633"/>
                      </a:cubicBezTo>
                      <a:cubicBezTo>
                        <a:pt x="1" y="666"/>
                        <a:pt x="30" y="693"/>
                        <a:pt x="59" y="693"/>
                      </a:cubicBezTo>
                      <a:cubicBezTo>
                        <a:pt x="62" y="693"/>
                        <a:pt x="65" y="692"/>
                        <a:pt x="68" y="692"/>
                      </a:cubicBezTo>
                      <a:cubicBezTo>
                        <a:pt x="97" y="686"/>
                        <a:pt x="103" y="681"/>
                        <a:pt x="124" y="658"/>
                      </a:cubicBezTo>
                      <a:cubicBezTo>
                        <a:pt x="141" y="638"/>
                        <a:pt x="134" y="617"/>
                        <a:pt x="120" y="602"/>
                      </a:cubicBezTo>
                      <a:cubicBezTo>
                        <a:pt x="174" y="496"/>
                        <a:pt x="266" y="400"/>
                        <a:pt x="336" y="310"/>
                      </a:cubicBezTo>
                      <a:cubicBezTo>
                        <a:pt x="416" y="208"/>
                        <a:pt x="495" y="108"/>
                        <a:pt x="576" y="8"/>
                      </a:cubicBezTo>
                      <a:cubicBezTo>
                        <a:pt x="579" y="5"/>
                        <a:pt x="575" y="1"/>
                        <a:pt x="57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2" name="Google Shape;2102;p44"/>
                <p:cNvSpPr/>
                <p:nvPr/>
              </p:nvSpPr>
              <p:spPr>
                <a:xfrm>
                  <a:off x="5678935" y="2050248"/>
                  <a:ext cx="55635" cy="61652"/>
                </a:xfrm>
                <a:custGeom>
                  <a:rect b="b" l="l" r="r" t="t"/>
                  <a:pathLst>
                    <a:path extrusionOk="0" h="666" w="601">
                      <a:moveTo>
                        <a:pt x="599" y="1"/>
                      </a:moveTo>
                      <a:cubicBezTo>
                        <a:pt x="599" y="1"/>
                        <a:pt x="598" y="1"/>
                        <a:pt x="597" y="2"/>
                      </a:cubicBezTo>
                      <a:cubicBezTo>
                        <a:pt x="412" y="202"/>
                        <a:pt x="218" y="400"/>
                        <a:pt x="29" y="600"/>
                      </a:cubicBezTo>
                      <a:cubicBezTo>
                        <a:pt x="0" y="628"/>
                        <a:pt x="30" y="666"/>
                        <a:pt x="61" y="666"/>
                      </a:cubicBezTo>
                      <a:cubicBezTo>
                        <a:pt x="73" y="666"/>
                        <a:pt x="86" y="660"/>
                        <a:pt x="95" y="646"/>
                      </a:cubicBezTo>
                      <a:cubicBezTo>
                        <a:pt x="247" y="423"/>
                        <a:pt x="416" y="202"/>
                        <a:pt x="600" y="2"/>
                      </a:cubicBezTo>
                      <a:cubicBezTo>
                        <a:pt x="601" y="2"/>
                        <a:pt x="600" y="1"/>
                        <a:pt x="59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3" name="Google Shape;2103;p44"/>
                <p:cNvSpPr/>
                <p:nvPr/>
              </p:nvSpPr>
              <p:spPr>
                <a:xfrm>
                  <a:off x="5684859" y="2051729"/>
                  <a:ext cx="66095" cy="70538"/>
                </a:xfrm>
                <a:custGeom>
                  <a:rect b="b" l="l" r="r" t="t"/>
                  <a:pathLst>
                    <a:path extrusionOk="0" h="762" w="714">
                      <a:moveTo>
                        <a:pt x="673" y="0"/>
                      </a:moveTo>
                      <a:cubicBezTo>
                        <a:pt x="666" y="0"/>
                        <a:pt x="659" y="3"/>
                        <a:pt x="652" y="11"/>
                      </a:cubicBezTo>
                      <a:cubicBezTo>
                        <a:pt x="458" y="236"/>
                        <a:pt x="258" y="465"/>
                        <a:pt x="37" y="667"/>
                      </a:cubicBezTo>
                      <a:cubicBezTo>
                        <a:pt x="0" y="703"/>
                        <a:pt x="38" y="762"/>
                        <a:pt x="82" y="762"/>
                      </a:cubicBezTo>
                      <a:cubicBezTo>
                        <a:pt x="87" y="762"/>
                        <a:pt x="93" y="761"/>
                        <a:pt x="98" y="759"/>
                      </a:cubicBezTo>
                      <a:cubicBezTo>
                        <a:pt x="110" y="755"/>
                        <a:pt x="123" y="751"/>
                        <a:pt x="133" y="747"/>
                      </a:cubicBezTo>
                      <a:cubicBezTo>
                        <a:pt x="165" y="738"/>
                        <a:pt x="175" y="711"/>
                        <a:pt x="169" y="686"/>
                      </a:cubicBezTo>
                      <a:cubicBezTo>
                        <a:pt x="348" y="478"/>
                        <a:pt x="529" y="269"/>
                        <a:pt x="696" y="50"/>
                      </a:cubicBezTo>
                      <a:cubicBezTo>
                        <a:pt x="713" y="27"/>
                        <a:pt x="694" y="0"/>
                        <a:pt x="67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4" name="Google Shape;2104;p44"/>
                <p:cNvSpPr/>
                <p:nvPr/>
              </p:nvSpPr>
              <p:spPr>
                <a:xfrm>
                  <a:off x="5705224" y="2061264"/>
                  <a:ext cx="60911" cy="69242"/>
                </a:xfrm>
                <a:custGeom>
                  <a:rect b="b" l="l" r="r" t="t"/>
                  <a:pathLst>
                    <a:path extrusionOk="0" h="748" w="658">
                      <a:moveTo>
                        <a:pt x="600" y="0"/>
                      </a:moveTo>
                      <a:cubicBezTo>
                        <a:pt x="591" y="0"/>
                        <a:pt x="581" y="4"/>
                        <a:pt x="572" y="14"/>
                      </a:cubicBezTo>
                      <a:cubicBezTo>
                        <a:pt x="384" y="223"/>
                        <a:pt x="186" y="435"/>
                        <a:pt x="28" y="666"/>
                      </a:cubicBezTo>
                      <a:cubicBezTo>
                        <a:pt x="0" y="705"/>
                        <a:pt x="40" y="748"/>
                        <a:pt x="80" y="748"/>
                      </a:cubicBezTo>
                      <a:cubicBezTo>
                        <a:pt x="94" y="748"/>
                        <a:pt x="109" y="742"/>
                        <a:pt x="120" y="729"/>
                      </a:cubicBezTo>
                      <a:cubicBezTo>
                        <a:pt x="295" y="514"/>
                        <a:pt x="453" y="285"/>
                        <a:pt x="632" y="70"/>
                      </a:cubicBezTo>
                      <a:cubicBezTo>
                        <a:pt x="658" y="39"/>
                        <a:pt x="630" y="0"/>
                        <a:pt x="60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5" name="Google Shape;2105;p44"/>
                <p:cNvSpPr/>
                <p:nvPr/>
              </p:nvSpPr>
              <p:spPr>
                <a:xfrm>
                  <a:off x="5719943" y="2060338"/>
                  <a:ext cx="63688" cy="70909"/>
                </a:xfrm>
                <a:custGeom>
                  <a:rect b="b" l="l" r="r" t="t"/>
                  <a:pathLst>
                    <a:path extrusionOk="0" h="766" w="688">
                      <a:moveTo>
                        <a:pt x="642" y="1"/>
                      </a:moveTo>
                      <a:cubicBezTo>
                        <a:pt x="634" y="1"/>
                        <a:pt x="626" y="4"/>
                        <a:pt x="619" y="12"/>
                      </a:cubicBezTo>
                      <a:cubicBezTo>
                        <a:pt x="509" y="130"/>
                        <a:pt x="398" y="249"/>
                        <a:pt x="290" y="368"/>
                      </a:cubicBezTo>
                      <a:cubicBezTo>
                        <a:pt x="205" y="460"/>
                        <a:pt x="65" y="566"/>
                        <a:pt x="13" y="681"/>
                      </a:cubicBezTo>
                      <a:cubicBezTo>
                        <a:pt x="0" y="706"/>
                        <a:pt x="7" y="743"/>
                        <a:pt x="36" y="756"/>
                      </a:cubicBezTo>
                      <a:lnTo>
                        <a:pt x="46" y="760"/>
                      </a:lnTo>
                      <a:cubicBezTo>
                        <a:pt x="54" y="763"/>
                        <a:pt x="63" y="765"/>
                        <a:pt x="72" y="765"/>
                      </a:cubicBezTo>
                      <a:cubicBezTo>
                        <a:pt x="86" y="765"/>
                        <a:pt x="100" y="760"/>
                        <a:pt x="109" y="747"/>
                      </a:cubicBezTo>
                      <a:lnTo>
                        <a:pt x="115" y="741"/>
                      </a:lnTo>
                      <a:cubicBezTo>
                        <a:pt x="123" y="733"/>
                        <a:pt x="125" y="718"/>
                        <a:pt x="125" y="706"/>
                      </a:cubicBezTo>
                      <a:cubicBezTo>
                        <a:pt x="154" y="656"/>
                        <a:pt x="207" y="608"/>
                        <a:pt x="242" y="566"/>
                      </a:cubicBezTo>
                      <a:cubicBezTo>
                        <a:pt x="290" y="508"/>
                        <a:pt x="340" y="449"/>
                        <a:pt x="390" y="389"/>
                      </a:cubicBezTo>
                      <a:cubicBezTo>
                        <a:pt x="482" y="278"/>
                        <a:pt x="575" y="168"/>
                        <a:pt x="667" y="55"/>
                      </a:cubicBezTo>
                      <a:cubicBezTo>
                        <a:pt x="688" y="32"/>
                        <a:pt x="666" y="1"/>
                        <a:pt x="64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6" name="Google Shape;2106;p44"/>
                <p:cNvSpPr/>
                <p:nvPr/>
              </p:nvSpPr>
              <p:spPr>
                <a:xfrm>
                  <a:off x="5738364" y="2068207"/>
                  <a:ext cx="52672" cy="62577"/>
                </a:xfrm>
                <a:custGeom>
                  <a:rect b="b" l="l" r="r" t="t"/>
                  <a:pathLst>
                    <a:path extrusionOk="0" h="676" w="569">
                      <a:moveTo>
                        <a:pt x="530" y="1"/>
                      </a:moveTo>
                      <a:cubicBezTo>
                        <a:pt x="522" y="1"/>
                        <a:pt x="514" y="4"/>
                        <a:pt x="508" y="10"/>
                      </a:cubicBezTo>
                      <a:cubicBezTo>
                        <a:pt x="508" y="8"/>
                        <a:pt x="508" y="8"/>
                        <a:pt x="508" y="8"/>
                      </a:cubicBezTo>
                      <a:cubicBezTo>
                        <a:pt x="424" y="102"/>
                        <a:pt x="354" y="208"/>
                        <a:pt x="274" y="306"/>
                      </a:cubicBezTo>
                      <a:cubicBezTo>
                        <a:pt x="195" y="404"/>
                        <a:pt x="108" y="498"/>
                        <a:pt x="28" y="596"/>
                      </a:cubicBezTo>
                      <a:cubicBezTo>
                        <a:pt x="0" y="632"/>
                        <a:pt x="31" y="675"/>
                        <a:pt x="66" y="675"/>
                      </a:cubicBezTo>
                      <a:cubicBezTo>
                        <a:pt x="78" y="675"/>
                        <a:pt x="89" y="671"/>
                        <a:pt x="99" y="660"/>
                      </a:cubicBezTo>
                      <a:cubicBezTo>
                        <a:pt x="270" y="485"/>
                        <a:pt x="445" y="260"/>
                        <a:pt x="558" y="41"/>
                      </a:cubicBezTo>
                      <a:cubicBezTo>
                        <a:pt x="568" y="19"/>
                        <a:pt x="550" y="1"/>
                        <a:pt x="53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7" name="Google Shape;2107;p44"/>
                <p:cNvSpPr/>
                <p:nvPr/>
              </p:nvSpPr>
              <p:spPr>
                <a:xfrm>
                  <a:off x="5745584" y="2069873"/>
                  <a:ext cx="59337" cy="67206"/>
                </a:xfrm>
                <a:custGeom>
                  <a:rect b="b" l="l" r="r" t="t"/>
                  <a:pathLst>
                    <a:path extrusionOk="0" h="726" w="641">
                      <a:moveTo>
                        <a:pt x="609" y="1"/>
                      </a:moveTo>
                      <a:cubicBezTo>
                        <a:pt x="603" y="1"/>
                        <a:pt x="597" y="3"/>
                        <a:pt x="592" y="9"/>
                      </a:cubicBezTo>
                      <a:cubicBezTo>
                        <a:pt x="399" y="213"/>
                        <a:pt x="221" y="434"/>
                        <a:pt x="32" y="642"/>
                      </a:cubicBezTo>
                      <a:cubicBezTo>
                        <a:pt x="0" y="679"/>
                        <a:pt x="34" y="726"/>
                        <a:pt x="72" y="726"/>
                      </a:cubicBezTo>
                      <a:cubicBezTo>
                        <a:pt x="84" y="726"/>
                        <a:pt x="96" y="721"/>
                        <a:pt x="107" y="709"/>
                      </a:cubicBezTo>
                      <a:cubicBezTo>
                        <a:pt x="292" y="501"/>
                        <a:pt x="484" y="273"/>
                        <a:pt x="630" y="34"/>
                      </a:cubicBezTo>
                      <a:cubicBezTo>
                        <a:pt x="640" y="17"/>
                        <a:pt x="625" y="1"/>
                        <a:pt x="60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8" name="Google Shape;2108;p44"/>
                <p:cNvSpPr/>
                <p:nvPr/>
              </p:nvSpPr>
              <p:spPr>
                <a:xfrm>
                  <a:off x="5758544" y="2077001"/>
                  <a:ext cx="61837" cy="67391"/>
                </a:xfrm>
                <a:custGeom>
                  <a:rect b="b" l="l" r="r" t="t"/>
                  <a:pathLst>
                    <a:path extrusionOk="0" h="728" w="668">
                      <a:moveTo>
                        <a:pt x="627" y="0"/>
                      </a:moveTo>
                      <a:cubicBezTo>
                        <a:pt x="620" y="0"/>
                        <a:pt x="613" y="3"/>
                        <a:pt x="607" y="9"/>
                      </a:cubicBezTo>
                      <a:cubicBezTo>
                        <a:pt x="402" y="207"/>
                        <a:pt x="198" y="415"/>
                        <a:pt x="27" y="644"/>
                      </a:cubicBezTo>
                      <a:cubicBezTo>
                        <a:pt x="1" y="682"/>
                        <a:pt x="32" y="727"/>
                        <a:pt x="66" y="727"/>
                      </a:cubicBezTo>
                      <a:cubicBezTo>
                        <a:pt x="78" y="727"/>
                        <a:pt x="90" y="722"/>
                        <a:pt x="100" y="709"/>
                      </a:cubicBezTo>
                      <a:cubicBezTo>
                        <a:pt x="277" y="482"/>
                        <a:pt x="450" y="257"/>
                        <a:pt x="648" y="46"/>
                      </a:cubicBezTo>
                      <a:cubicBezTo>
                        <a:pt x="667" y="26"/>
                        <a:pt x="649" y="0"/>
                        <a:pt x="627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9" name="Google Shape;2109;p44"/>
                <p:cNvSpPr/>
                <p:nvPr/>
              </p:nvSpPr>
              <p:spPr>
                <a:xfrm>
                  <a:off x="5770485" y="2075890"/>
                  <a:ext cx="68132" cy="72482"/>
                </a:xfrm>
                <a:custGeom>
                  <a:rect b="b" l="l" r="r" t="t"/>
                  <a:pathLst>
                    <a:path extrusionOk="0" h="783" w="736">
                      <a:moveTo>
                        <a:pt x="703" y="0"/>
                      </a:moveTo>
                      <a:cubicBezTo>
                        <a:pt x="697" y="0"/>
                        <a:pt x="691" y="3"/>
                        <a:pt x="686" y="8"/>
                      </a:cubicBezTo>
                      <a:cubicBezTo>
                        <a:pt x="469" y="235"/>
                        <a:pt x="215" y="448"/>
                        <a:pt x="29" y="702"/>
                      </a:cubicBezTo>
                      <a:cubicBezTo>
                        <a:pt x="0" y="742"/>
                        <a:pt x="33" y="783"/>
                        <a:pt x="68" y="783"/>
                      </a:cubicBezTo>
                      <a:cubicBezTo>
                        <a:pt x="83" y="783"/>
                        <a:pt x="98" y="775"/>
                        <a:pt x="109" y="756"/>
                      </a:cubicBezTo>
                      <a:cubicBezTo>
                        <a:pt x="188" y="621"/>
                        <a:pt x="307" y="506"/>
                        <a:pt x="409" y="388"/>
                      </a:cubicBezTo>
                      <a:cubicBezTo>
                        <a:pt x="511" y="271"/>
                        <a:pt x="615" y="154"/>
                        <a:pt x="719" y="40"/>
                      </a:cubicBezTo>
                      <a:cubicBezTo>
                        <a:pt x="735" y="22"/>
                        <a:pt x="720" y="0"/>
                        <a:pt x="70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0" name="Google Shape;2110;p44"/>
                <p:cNvSpPr/>
                <p:nvPr/>
              </p:nvSpPr>
              <p:spPr>
                <a:xfrm>
                  <a:off x="5782241" y="2078111"/>
                  <a:ext cx="71557" cy="73038"/>
                </a:xfrm>
                <a:custGeom>
                  <a:rect b="b" l="l" r="r" t="t"/>
                  <a:pathLst>
                    <a:path extrusionOk="0" h="789" w="773">
                      <a:moveTo>
                        <a:pt x="736" y="0"/>
                      </a:moveTo>
                      <a:cubicBezTo>
                        <a:pt x="730" y="0"/>
                        <a:pt x="723" y="3"/>
                        <a:pt x="717" y="9"/>
                      </a:cubicBezTo>
                      <a:cubicBezTo>
                        <a:pt x="488" y="239"/>
                        <a:pt x="255" y="466"/>
                        <a:pt x="34" y="705"/>
                      </a:cubicBezTo>
                      <a:cubicBezTo>
                        <a:pt x="1" y="742"/>
                        <a:pt x="36" y="789"/>
                        <a:pt x="73" y="789"/>
                      </a:cubicBezTo>
                      <a:cubicBezTo>
                        <a:pt x="86" y="789"/>
                        <a:pt x="98" y="784"/>
                        <a:pt x="109" y="772"/>
                      </a:cubicBezTo>
                      <a:cubicBezTo>
                        <a:pt x="332" y="537"/>
                        <a:pt x="542" y="289"/>
                        <a:pt x="755" y="45"/>
                      </a:cubicBezTo>
                      <a:cubicBezTo>
                        <a:pt x="772" y="24"/>
                        <a:pt x="755" y="0"/>
                        <a:pt x="736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1" name="Google Shape;2111;p44"/>
                <p:cNvSpPr/>
                <p:nvPr/>
              </p:nvSpPr>
              <p:spPr>
                <a:xfrm>
                  <a:off x="5800385" y="2081074"/>
                  <a:ext cx="67113" cy="72390"/>
                </a:xfrm>
                <a:custGeom>
                  <a:rect b="b" l="l" r="r" t="t"/>
                  <a:pathLst>
                    <a:path extrusionOk="0" h="782" w="725">
                      <a:moveTo>
                        <a:pt x="685" y="0"/>
                      </a:moveTo>
                      <a:cubicBezTo>
                        <a:pt x="678" y="0"/>
                        <a:pt x="671" y="3"/>
                        <a:pt x="665" y="9"/>
                      </a:cubicBezTo>
                      <a:lnTo>
                        <a:pt x="290" y="398"/>
                      </a:lnTo>
                      <a:cubicBezTo>
                        <a:pt x="203" y="488"/>
                        <a:pt x="46" y="598"/>
                        <a:pt x="7" y="717"/>
                      </a:cubicBezTo>
                      <a:cubicBezTo>
                        <a:pt x="0" y="736"/>
                        <a:pt x="15" y="763"/>
                        <a:pt x="32" y="771"/>
                      </a:cubicBezTo>
                      <a:lnTo>
                        <a:pt x="44" y="778"/>
                      </a:lnTo>
                      <a:cubicBezTo>
                        <a:pt x="50" y="781"/>
                        <a:pt x="57" y="782"/>
                        <a:pt x="63" y="782"/>
                      </a:cubicBezTo>
                      <a:cubicBezTo>
                        <a:pt x="98" y="782"/>
                        <a:pt x="131" y="743"/>
                        <a:pt x="107" y="711"/>
                      </a:cubicBezTo>
                      <a:cubicBezTo>
                        <a:pt x="107" y="711"/>
                        <a:pt x="651" y="109"/>
                        <a:pt x="707" y="44"/>
                      </a:cubicBezTo>
                      <a:cubicBezTo>
                        <a:pt x="724" y="25"/>
                        <a:pt x="706" y="0"/>
                        <a:pt x="68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2" name="Google Shape;2112;p44"/>
                <p:cNvSpPr/>
                <p:nvPr/>
              </p:nvSpPr>
              <p:spPr>
                <a:xfrm>
                  <a:off x="5810104" y="2085332"/>
                  <a:ext cx="69520" cy="71649"/>
                </a:xfrm>
                <a:custGeom>
                  <a:rect b="b" l="l" r="r" t="t"/>
                  <a:pathLst>
                    <a:path extrusionOk="0" h="774" w="751">
                      <a:moveTo>
                        <a:pt x="714" y="1"/>
                      </a:moveTo>
                      <a:cubicBezTo>
                        <a:pt x="707" y="1"/>
                        <a:pt x="701" y="4"/>
                        <a:pt x="696" y="10"/>
                      </a:cubicBezTo>
                      <a:cubicBezTo>
                        <a:pt x="500" y="254"/>
                        <a:pt x="266" y="471"/>
                        <a:pt x="37" y="684"/>
                      </a:cubicBezTo>
                      <a:cubicBezTo>
                        <a:pt x="0" y="719"/>
                        <a:pt x="40" y="774"/>
                        <a:pt x="81" y="774"/>
                      </a:cubicBezTo>
                      <a:cubicBezTo>
                        <a:pt x="93" y="774"/>
                        <a:pt x="106" y="769"/>
                        <a:pt x="116" y="757"/>
                      </a:cubicBezTo>
                      <a:cubicBezTo>
                        <a:pt x="325" y="521"/>
                        <a:pt x="552" y="302"/>
                        <a:pt x="735" y="48"/>
                      </a:cubicBezTo>
                      <a:cubicBezTo>
                        <a:pt x="751" y="26"/>
                        <a:pt x="733" y="1"/>
                        <a:pt x="714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3" name="Google Shape;2113;p44"/>
                <p:cNvSpPr/>
                <p:nvPr/>
              </p:nvSpPr>
              <p:spPr>
                <a:xfrm>
                  <a:off x="5830469" y="2083295"/>
                  <a:ext cx="73038" cy="77296"/>
                </a:xfrm>
                <a:custGeom>
                  <a:rect b="b" l="l" r="r" t="t"/>
                  <a:pathLst>
                    <a:path extrusionOk="0" h="835" w="789">
                      <a:moveTo>
                        <a:pt x="751" y="0"/>
                      </a:moveTo>
                      <a:cubicBezTo>
                        <a:pt x="744" y="0"/>
                        <a:pt x="738" y="3"/>
                        <a:pt x="732" y="10"/>
                      </a:cubicBezTo>
                      <a:cubicBezTo>
                        <a:pt x="511" y="270"/>
                        <a:pt x="282" y="524"/>
                        <a:pt x="34" y="756"/>
                      </a:cubicBezTo>
                      <a:cubicBezTo>
                        <a:pt x="1" y="787"/>
                        <a:pt x="35" y="835"/>
                        <a:pt x="70" y="835"/>
                      </a:cubicBezTo>
                      <a:cubicBezTo>
                        <a:pt x="82" y="835"/>
                        <a:pt x="93" y="830"/>
                        <a:pt x="103" y="818"/>
                      </a:cubicBezTo>
                      <a:cubicBezTo>
                        <a:pt x="321" y="558"/>
                        <a:pt x="551" y="306"/>
                        <a:pt x="772" y="47"/>
                      </a:cubicBezTo>
                      <a:cubicBezTo>
                        <a:pt x="789" y="27"/>
                        <a:pt x="771" y="0"/>
                        <a:pt x="75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4" name="Google Shape;2114;p44"/>
                <p:cNvSpPr/>
                <p:nvPr/>
              </p:nvSpPr>
              <p:spPr>
                <a:xfrm>
                  <a:off x="5846576" y="2086072"/>
                  <a:ext cx="76000" cy="74519"/>
                </a:xfrm>
                <a:custGeom>
                  <a:rect b="b" l="l" r="r" t="t"/>
                  <a:pathLst>
                    <a:path extrusionOk="0" h="805" w="821">
                      <a:moveTo>
                        <a:pt x="780" y="0"/>
                      </a:moveTo>
                      <a:cubicBezTo>
                        <a:pt x="773" y="0"/>
                        <a:pt x="766" y="3"/>
                        <a:pt x="760" y="9"/>
                      </a:cubicBezTo>
                      <a:cubicBezTo>
                        <a:pt x="514" y="244"/>
                        <a:pt x="275" y="484"/>
                        <a:pt x="35" y="722"/>
                      </a:cubicBezTo>
                      <a:cubicBezTo>
                        <a:pt x="1" y="756"/>
                        <a:pt x="34" y="804"/>
                        <a:pt x="73" y="804"/>
                      </a:cubicBezTo>
                      <a:cubicBezTo>
                        <a:pt x="82" y="804"/>
                        <a:pt x="91" y="802"/>
                        <a:pt x="100" y="797"/>
                      </a:cubicBezTo>
                      <a:lnTo>
                        <a:pt x="131" y="778"/>
                      </a:lnTo>
                      <a:cubicBezTo>
                        <a:pt x="145" y="769"/>
                        <a:pt x="150" y="757"/>
                        <a:pt x="152" y="742"/>
                      </a:cubicBezTo>
                      <a:cubicBezTo>
                        <a:pt x="364" y="507"/>
                        <a:pt x="581" y="276"/>
                        <a:pt x="802" y="46"/>
                      </a:cubicBezTo>
                      <a:cubicBezTo>
                        <a:pt x="821" y="26"/>
                        <a:pt x="801" y="0"/>
                        <a:pt x="78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5" name="Google Shape;2115;p44"/>
                <p:cNvSpPr/>
                <p:nvPr/>
              </p:nvSpPr>
              <p:spPr>
                <a:xfrm>
                  <a:off x="5863331" y="2087091"/>
                  <a:ext cx="72112" cy="75630"/>
                </a:xfrm>
                <a:custGeom>
                  <a:rect b="b" l="l" r="r" t="t"/>
                  <a:pathLst>
                    <a:path extrusionOk="0" h="817" w="779">
                      <a:moveTo>
                        <a:pt x="752" y="1"/>
                      </a:moveTo>
                      <a:cubicBezTo>
                        <a:pt x="748" y="1"/>
                        <a:pt x="744" y="2"/>
                        <a:pt x="740" y="6"/>
                      </a:cubicBezTo>
                      <a:cubicBezTo>
                        <a:pt x="517" y="256"/>
                        <a:pt x="287" y="510"/>
                        <a:pt x="37" y="736"/>
                      </a:cubicBezTo>
                      <a:cubicBezTo>
                        <a:pt x="0" y="769"/>
                        <a:pt x="36" y="817"/>
                        <a:pt x="77" y="817"/>
                      </a:cubicBezTo>
                      <a:cubicBezTo>
                        <a:pt x="89" y="817"/>
                        <a:pt x="101" y="812"/>
                        <a:pt x="112" y="802"/>
                      </a:cubicBezTo>
                      <a:cubicBezTo>
                        <a:pt x="133" y="788"/>
                        <a:pt x="152" y="769"/>
                        <a:pt x="169" y="748"/>
                      </a:cubicBezTo>
                      <a:cubicBezTo>
                        <a:pt x="175" y="742"/>
                        <a:pt x="177" y="736"/>
                        <a:pt x="179" y="727"/>
                      </a:cubicBezTo>
                      <a:cubicBezTo>
                        <a:pt x="379" y="498"/>
                        <a:pt x="579" y="271"/>
                        <a:pt x="769" y="31"/>
                      </a:cubicBezTo>
                      <a:cubicBezTo>
                        <a:pt x="778" y="18"/>
                        <a:pt x="766" y="1"/>
                        <a:pt x="75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6" name="Google Shape;2116;p44"/>
                <p:cNvSpPr/>
                <p:nvPr/>
              </p:nvSpPr>
              <p:spPr>
                <a:xfrm>
                  <a:off x="5877864" y="2090053"/>
                  <a:ext cx="72760" cy="77203"/>
                </a:xfrm>
                <a:custGeom>
                  <a:rect b="b" l="l" r="r" t="t"/>
                  <a:pathLst>
                    <a:path extrusionOk="0" h="834" w="786">
                      <a:moveTo>
                        <a:pt x="743" y="0"/>
                      </a:moveTo>
                      <a:cubicBezTo>
                        <a:pt x="736" y="0"/>
                        <a:pt x="729" y="3"/>
                        <a:pt x="722" y="10"/>
                      </a:cubicBezTo>
                      <a:cubicBezTo>
                        <a:pt x="491" y="251"/>
                        <a:pt x="247" y="489"/>
                        <a:pt x="32" y="747"/>
                      </a:cubicBezTo>
                      <a:cubicBezTo>
                        <a:pt x="1" y="785"/>
                        <a:pt x="35" y="833"/>
                        <a:pt x="73" y="833"/>
                      </a:cubicBezTo>
                      <a:cubicBezTo>
                        <a:pt x="85" y="833"/>
                        <a:pt x="98" y="828"/>
                        <a:pt x="110" y="816"/>
                      </a:cubicBezTo>
                      <a:cubicBezTo>
                        <a:pt x="341" y="574"/>
                        <a:pt x="549" y="305"/>
                        <a:pt x="766" y="51"/>
                      </a:cubicBezTo>
                      <a:cubicBezTo>
                        <a:pt x="785" y="29"/>
                        <a:pt x="765" y="0"/>
                        <a:pt x="74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7" name="Google Shape;2117;p44"/>
                <p:cNvSpPr/>
                <p:nvPr/>
              </p:nvSpPr>
              <p:spPr>
                <a:xfrm>
                  <a:off x="5906283" y="2095885"/>
                  <a:ext cx="58412" cy="67021"/>
                </a:xfrm>
                <a:custGeom>
                  <a:rect b="b" l="l" r="r" t="t"/>
                  <a:pathLst>
                    <a:path extrusionOk="0" h="724" w="631">
                      <a:moveTo>
                        <a:pt x="588" y="1"/>
                      </a:moveTo>
                      <a:cubicBezTo>
                        <a:pt x="581" y="1"/>
                        <a:pt x="574" y="4"/>
                        <a:pt x="567" y="11"/>
                      </a:cubicBezTo>
                      <a:cubicBezTo>
                        <a:pt x="463" y="122"/>
                        <a:pt x="363" y="234"/>
                        <a:pt x="261" y="347"/>
                      </a:cubicBezTo>
                      <a:cubicBezTo>
                        <a:pt x="182" y="434"/>
                        <a:pt x="61" y="534"/>
                        <a:pt x="9" y="643"/>
                      </a:cubicBezTo>
                      <a:cubicBezTo>
                        <a:pt x="1" y="661"/>
                        <a:pt x="3" y="691"/>
                        <a:pt x="21" y="705"/>
                      </a:cubicBezTo>
                      <a:cubicBezTo>
                        <a:pt x="23" y="707"/>
                        <a:pt x="26" y="709"/>
                        <a:pt x="28" y="711"/>
                      </a:cubicBezTo>
                      <a:cubicBezTo>
                        <a:pt x="39" y="720"/>
                        <a:pt x="51" y="724"/>
                        <a:pt x="63" y="724"/>
                      </a:cubicBezTo>
                      <a:cubicBezTo>
                        <a:pt x="72" y="724"/>
                        <a:pt x="81" y="721"/>
                        <a:pt x="90" y="716"/>
                      </a:cubicBezTo>
                      <a:lnTo>
                        <a:pt x="99" y="711"/>
                      </a:lnTo>
                      <a:cubicBezTo>
                        <a:pt x="117" y="701"/>
                        <a:pt x="121" y="680"/>
                        <a:pt x="117" y="659"/>
                      </a:cubicBezTo>
                      <a:cubicBezTo>
                        <a:pt x="171" y="555"/>
                        <a:pt x="284" y="451"/>
                        <a:pt x="353" y="365"/>
                      </a:cubicBezTo>
                      <a:cubicBezTo>
                        <a:pt x="438" y="259"/>
                        <a:pt x="524" y="155"/>
                        <a:pt x="611" y="51"/>
                      </a:cubicBezTo>
                      <a:cubicBezTo>
                        <a:pt x="630" y="29"/>
                        <a:pt x="610" y="1"/>
                        <a:pt x="58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8" name="Google Shape;2118;p44"/>
                <p:cNvSpPr/>
                <p:nvPr/>
              </p:nvSpPr>
              <p:spPr>
                <a:xfrm>
                  <a:off x="5933591" y="2095885"/>
                  <a:ext cx="52209" cy="60356"/>
                </a:xfrm>
                <a:custGeom>
                  <a:rect b="b" l="l" r="r" t="t"/>
                  <a:pathLst>
                    <a:path extrusionOk="0" h="652" w="564">
                      <a:moveTo>
                        <a:pt x="523" y="0"/>
                      </a:moveTo>
                      <a:cubicBezTo>
                        <a:pt x="516" y="0"/>
                        <a:pt x="510" y="3"/>
                        <a:pt x="504" y="11"/>
                      </a:cubicBezTo>
                      <a:cubicBezTo>
                        <a:pt x="358" y="207"/>
                        <a:pt x="202" y="388"/>
                        <a:pt x="35" y="563"/>
                      </a:cubicBezTo>
                      <a:cubicBezTo>
                        <a:pt x="0" y="601"/>
                        <a:pt x="37" y="651"/>
                        <a:pt x="76" y="651"/>
                      </a:cubicBezTo>
                      <a:cubicBezTo>
                        <a:pt x="88" y="651"/>
                        <a:pt x="100" y="646"/>
                        <a:pt x="110" y="634"/>
                      </a:cubicBezTo>
                      <a:cubicBezTo>
                        <a:pt x="264" y="447"/>
                        <a:pt x="408" y="251"/>
                        <a:pt x="548" y="53"/>
                      </a:cubicBezTo>
                      <a:cubicBezTo>
                        <a:pt x="563" y="29"/>
                        <a:pt x="544" y="0"/>
                        <a:pt x="52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9" name="Google Shape;2119;p44"/>
                <p:cNvSpPr/>
                <p:nvPr/>
              </p:nvSpPr>
              <p:spPr>
                <a:xfrm>
                  <a:off x="5945439" y="2101531"/>
                  <a:ext cx="53505" cy="61281"/>
                </a:xfrm>
                <a:custGeom>
                  <a:rect b="b" l="l" r="r" t="t"/>
                  <a:pathLst>
                    <a:path extrusionOk="0" h="662" w="578">
                      <a:moveTo>
                        <a:pt x="555" y="0"/>
                      </a:moveTo>
                      <a:cubicBezTo>
                        <a:pt x="532" y="0"/>
                        <a:pt x="524" y="15"/>
                        <a:pt x="507" y="29"/>
                      </a:cubicBezTo>
                      <a:cubicBezTo>
                        <a:pt x="447" y="81"/>
                        <a:pt x="399" y="150"/>
                        <a:pt x="347" y="211"/>
                      </a:cubicBezTo>
                      <a:cubicBezTo>
                        <a:pt x="242" y="334"/>
                        <a:pt x="136" y="457"/>
                        <a:pt x="32" y="580"/>
                      </a:cubicBezTo>
                      <a:cubicBezTo>
                        <a:pt x="1" y="616"/>
                        <a:pt x="35" y="661"/>
                        <a:pt x="70" y="661"/>
                      </a:cubicBezTo>
                      <a:cubicBezTo>
                        <a:pt x="82" y="661"/>
                        <a:pt x="93" y="656"/>
                        <a:pt x="103" y="644"/>
                      </a:cubicBezTo>
                      <a:cubicBezTo>
                        <a:pt x="182" y="540"/>
                        <a:pt x="265" y="434"/>
                        <a:pt x="347" y="329"/>
                      </a:cubicBezTo>
                      <a:cubicBezTo>
                        <a:pt x="382" y="282"/>
                        <a:pt x="417" y="236"/>
                        <a:pt x="455" y="190"/>
                      </a:cubicBezTo>
                      <a:cubicBezTo>
                        <a:pt x="476" y="161"/>
                        <a:pt x="503" y="131"/>
                        <a:pt x="520" y="100"/>
                      </a:cubicBezTo>
                      <a:cubicBezTo>
                        <a:pt x="522" y="98"/>
                        <a:pt x="540" y="73"/>
                        <a:pt x="555" y="50"/>
                      </a:cubicBezTo>
                      <a:lnTo>
                        <a:pt x="559" y="50"/>
                      </a:lnTo>
                      <a:cubicBezTo>
                        <a:pt x="570" y="50"/>
                        <a:pt x="578" y="38"/>
                        <a:pt x="578" y="27"/>
                      </a:cubicBezTo>
                      <a:cubicBezTo>
                        <a:pt x="578" y="25"/>
                        <a:pt x="578" y="23"/>
                        <a:pt x="578" y="21"/>
                      </a:cubicBezTo>
                      <a:cubicBezTo>
                        <a:pt x="578" y="8"/>
                        <a:pt x="568" y="0"/>
                        <a:pt x="55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0" name="Google Shape;2120;p44"/>
                <p:cNvSpPr/>
                <p:nvPr/>
              </p:nvSpPr>
              <p:spPr>
                <a:xfrm>
                  <a:off x="5964508" y="2099680"/>
                  <a:ext cx="66558" cy="63966"/>
                </a:xfrm>
                <a:custGeom>
                  <a:rect b="b" l="l" r="r" t="t"/>
                  <a:pathLst>
                    <a:path extrusionOk="0" h="691" w="719">
                      <a:moveTo>
                        <a:pt x="675" y="1"/>
                      </a:moveTo>
                      <a:cubicBezTo>
                        <a:pt x="668" y="1"/>
                        <a:pt x="660" y="3"/>
                        <a:pt x="653" y="10"/>
                      </a:cubicBezTo>
                      <a:cubicBezTo>
                        <a:pt x="447" y="208"/>
                        <a:pt x="245" y="410"/>
                        <a:pt x="38" y="606"/>
                      </a:cubicBezTo>
                      <a:cubicBezTo>
                        <a:pt x="0" y="642"/>
                        <a:pt x="39" y="691"/>
                        <a:pt x="81" y="691"/>
                      </a:cubicBezTo>
                      <a:cubicBezTo>
                        <a:pt x="89" y="691"/>
                        <a:pt x="97" y="689"/>
                        <a:pt x="105" y="685"/>
                      </a:cubicBezTo>
                      <a:lnTo>
                        <a:pt x="143" y="666"/>
                      </a:lnTo>
                      <a:cubicBezTo>
                        <a:pt x="161" y="656"/>
                        <a:pt x="166" y="639"/>
                        <a:pt x="164" y="625"/>
                      </a:cubicBezTo>
                      <a:cubicBezTo>
                        <a:pt x="341" y="433"/>
                        <a:pt x="522" y="243"/>
                        <a:pt x="699" y="49"/>
                      </a:cubicBezTo>
                      <a:cubicBezTo>
                        <a:pt x="718" y="29"/>
                        <a:pt x="698" y="1"/>
                        <a:pt x="67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1" name="Google Shape;2121;p44"/>
                <p:cNvSpPr/>
                <p:nvPr/>
              </p:nvSpPr>
              <p:spPr>
                <a:xfrm>
                  <a:off x="5983022" y="2101254"/>
                  <a:ext cx="58227" cy="61929"/>
                </a:xfrm>
                <a:custGeom>
                  <a:rect b="b" l="l" r="r" t="t"/>
                  <a:pathLst>
                    <a:path extrusionOk="0" h="669" w="629">
                      <a:moveTo>
                        <a:pt x="597" y="0"/>
                      </a:moveTo>
                      <a:cubicBezTo>
                        <a:pt x="591" y="0"/>
                        <a:pt x="585" y="2"/>
                        <a:pt x="580" y="7"/>
                      </a:cubicBezTo>
                      <a:cubicBezTo>
                        <a:pt x="399" y="201"/>
                        <a:pt x="212" y="393"/>
                        <a:pt x="32" y="589"/>
                      </a:cubicBezTo>
                      <a:cubicBezTo>
                        <a:pt x="1" y="624"/>
                        <a:pt x="34" y="668"/>
                        <a:pt x="70" y="668"/>
                      </a:cubicBezTo>
                      <a:cubicBezTo>
                        <a:pt x="82" y="668"/>
                        <a:pt x="93" y="664"/>
                        <a:pt x="103" y="653"/>
                      </a:cubicBezTo>
                      <a:cubicBezTo>
                        <a:pt x="289" y="464"/>
                        <a:pt x="462" y="251"/>
                        <a:pt x="616" y="39"/>
                      </a:cubicBezTo>
                      <a:cubicBezTo>
                        <a:pt x="629" y="21"/>
                        <a:pt x="614" y="0"/>
                        <a:pt x="597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2" name="Google Shape;2122;p44"/>
                <p:cNvSpPr/>
                <p:nvPr/>
              </p:nvSpPr>
              <p:spPr>
                <a:xfrm>
                  <a:off x="6000980" y="2104586"/>
                  <a:ext cx="58227" cy="57486"/>
                </a:xfrm>
                <a:custGeom>
                  <a:rect b="b" l="l" r="r" t="t"/>
                  <a:pathLst>
                    <a:path extrusionOk="0" h="621" w="629">
                      <a:moveTo>
                        <a:pt x="588" y="0"/>
                      </a:moveTo>
                      <a:cubicBezTo>
                        <a:pt x="581" y="0"/>
                        <a:pt x="574" y="3"/>
                        <a:pt x="568" y="9"/>
                      </a:cubicBezTo>
                      <a:cubicBezTo>
                        <a:pt x="470" y="105"/>
                        <a:pt x="372" y="198"/>
                        <a:pt x="274" y="294"/>
                      </a:cubicBezTo>
                      <a:cubicBezTo>
                        <a:pt x="195" y="371"/>
                        <a:pt x="84" y="449"/>
                        <a:pt x="22" y="536"/>
                      </a:cubicBezTo>
                      <a:cubicBezTo>
                        <a:pt x="1" y="565"/>
                        <a:pt x="7" y="611"/>
                        <a:pt x="47" y="617"/>
                      </a:cubicBezTo>
                      <a:cubicBezTo>
                        <a:pt x="49" y="619"/>
                        <a:pt x="51" y="619"/>
                        <a:pt x="53" y="619"/>
                      </a:cubicBezTo>
                      <a:cubicBezTo>
                        <a:pt x="57" y="620"/>
                        <a:pt x="60" y="620"/>
                        <a:pt x="64" y="620"/>
                      </a:cubicBezTo>
                      <a:cubicBezTo>
                        <a:pt x="83" y="620"/>
                        <a:pt x="96" y="610"/>
                        <a:pt x="105" y="594"/>
                      </a:cubicBezTo>
                      <a:cubicBezTo>
                        <a:pt x="286" y="434"/>
                        <a:pt x="445" y="226"/>
                        <a:pt x="609" y="46"/>
                      </a:cubicBezTo>
                      <a:cubicBezTo>
                        <a:pt x="628" y="26"/>
                        <a:pt x="610" y="0"/>
                        <a:pt x="588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3" name="Google Shape;2123;p44"/>
                <p:cNvSpPr/>
                <p:nvPr/>
              </p:nvSpPr>
              <p:spPr>
                <a:xfrm>
                  <a:off x="6011996" y="2107456"/>
                  <a:ext cx="59985" cy="60726"/>
                </a:xfrm>
                <a:custGeom>
                  <a:rect b="b" l="l" r="r" t="t"/>
                  <a:pathLst>
                    <a:path extrusionOk="0" h="656" w="648">
                      <a:moveTo>
                        <a:pt x="605" y="1"/>
                      </a:moveTo>
                      <a:cubicBezTo>
                        <a:pt x="599" y="1"/>
                        <a:pt x="592" y="3"/>
                        <a:pt x="586" y="9"/>
                      </a:cubicBezTo>
                      <a:cubicBezTo>
                        <a:pt x="480" y="109"/>
                        <a:pt x="374" y="209"/>
                        <a:pt x="270" y="309"/>
                      </a:cubicBezTo>
                      <a:cubicBezTo>
                        <a:pt x="182" y="393"/>
                        <a:pt x="67" y="474"/>
                        <a:pt x="17" y="584"/>
                      </a:cubicBezTo>
                      <a:cubicBezTo>
                        <a:pt x="1" y="622"/>
                        <a:pt x="35" y="655"/>
                        <a:pt x="66" y="655"/>
                      </a:cubicBezTo>
                      <a:cubicBezTo>
                        <a:pt x="81" y="655"/>
                        <a:pt x="95" y="647"/>
                        <a:pt x="103" y="628"/>
                      </a:cubicBezTo>
                      <a:cubicBezTo>
                        <a:pt x="153" y="516"/>
                        <a:pt x="274" y="422"/>
                        <a:pt x="357" y="332"/>
                      </a:cubicBezTo>
                      <a:lnTo>
                        <a:pt x="628" y="47"/>
                      </a:lnTo>
                      <a:cubicBezTo>
                        <a:pt x="647" y="27"/>
                        <a:pt x="627" y="1"/>
                        <a:pt x="60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4" name="Google Shape;2124;p44"/>
                <p:cNvSpPr/>
                <p:nvPr/>
              </p:nvSpPr>
              <p:spPr>
                <a:xfrm>
                  <a:off x="6026992" y="2113843"/>
                  <a:ext cx="55357" cy="59800"/>
                </a:xfrm>
                <a:custGeom>
                  <a:rect b="b" l="l" r="r" t="t"/>
                  <a:pathLst>
                    <a:path extrusionOk="0" h="646" w="598">
                      <a:moveTo>
                        <a:pt x="553" y="0"/>
                      </a:moveTo>
                      <a:cubicBezTo>
                        <a:pt x="550" y="0"/>
                        <a:pt x="546" y="2"/>
                        <a:pt x="543" y="5"/>
                      </a:cubicBezTo>
                      <a:cubicBezTo>
                        <a:pt x="541" y="7"/>
                        <a:pt x="541" y="7"/>
                        <a:pt x="539" y="9"/>
                      </a:cubicBezTo>
                      <a:cubicBezTo>
                        <a:pt x="537" y="11"/>
                        <a:pt x="537" y="15"/>
                        <a:pt x="539" y="19"/>
                      </a:cubicBezTo>
                      <a:cubicBezTo>
                        <a:pt x="538" y="17"/>
                        <a:pt x="536" y="16"/>
                        <a:pt x="533" y="16"/>
                      </a:cubicBezTo>
                      <a:cubicBezTo>
                        <a:pt x="515" y="16"/>
                        <a:pt x="464" y="78"/>
                        <a:pt x="451" y="92"/>
                      </a:cubicBezTo>
                      <a:cubicBezTo>
                        <a:pt x="401" y="146"/>
                        <a:pt x="353" y="201"/>
                        <a:pt x="303" y="255"/>
                      </a:cubicBezTo>
                      <a:cubicBezTo>
                        <a:pt x="212" y="359"/>
                        <a:pt x="116" y="461"/>
                        <a:pt x="28" y="570"/>
                      </a:cubicBezTo>
                      <a:cubicBezTo>
                        <a:pt x="0" y="602"/>
                        <a:pt x="30" y="646"/>
                        <a:pt x="63" y="646"/>
                      </a:cubicBezTo>
                      <a:cubicBezTo>
                        <a:pt x="74" y="646"/>
                        <a:pt x="85" y="641"/>
                        <a:pt x="95" y="630"/>
                      </a:cubicBezTo>
                      <a:cubicBezTo>
                        <a:pt x="203" y="511"/>
                        <a:pt x="303" y="382"/>
                        <a:pt x="406" y="259"/>
                      </a:cubicBezTo>
                      <a:cubicBezTo>
                        <a:pt x="445" y="211"/>
                        <a:pt x="597" y="80"/>
                        <a:pt x="568" y="11"/>
                      </a:cubicBezTo>
                      <a:cubicBezTo>
                        <a:pt x="566" y="4"/>
                        <a:pt x="560" y="0"/>
                        <a:pt x="55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5" name="Google Shape;2125;p44"/>
                <p:cNvSpPr/>
                <p:nvPr/>
              </p:nvSpPr>
              <p:spPr>
                <a:xfrm>
                  <a:off x="6047265" y="2113380"/>
                  <a:ext cx="56468" cy="58227"/>
                </a:xfrm>
                <a:custGeom>
                  <a:rect b="b" l="l" r="r" t="t"/>
                  <a:pathLst>
                    <a:path extrusionOk="0" h="629" w="610">
                      <a:moveTo>
                        <a:pt x="579" y="0"/>
                      </a:moveTo>
                      <a:cubicBezTo>
                        <a:pt x="574" y="0"/>
                        <a:pt x="568" y="3"/>
                        <a:pt x="564" y="8"/>
                      </a:cubicBezTo>
                      <a:cubicBezTo>
                        <a:pt x="401" y="199"/>
                        <a:pt x="226" y="385"/>
                        <a:pt x="34" y="552"/>
                      </a:cubicBezTo>
                      <a:cubicBezTo>
                        <a:pt x="1" y="581"/>
                        <a:pt x="36" y="628"/>
                        <a:pt x="74" y="628"/>
                      </a:cubicBezTo>
                      <a:cubicBezTo>
                        <a:pt x="85" y="628"/>
                        <a:pt x="96" y="624"/>
                        <a:pt x="105" y="614"/>
                      </a:cubicBezTo>
                      <a:cubicBezTo>
                        <a:pt x="276" y="429"/>
                        <a:pt x="443" y="239"/>
                        <a:pt x="597" y="37"/>
                      </a:cubicBezTo>
                      <a:cubicBezTo>
                        <a:pt x="610" y="21"/>
                        <a:pt x="595" y="0"/>
                        <a:pt x="57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6" name="Google Shape;2126;p44"/>
                <p:cNvSpPr/>
                <p:nvPr/>
              </p:nvSpPr>
              <p:spPr>
                <a:xfrm>
                  <a:off x="6067352" y="2110603"/>
                  <a:ext cx="52580" cy="59615"/>
                </a:xfrm>
                <a:custGeom>
                  <a:rect b="b" l="l" r="r" t="t"/>
                  <a:pathLst>
                    <a:path extrusionOk="0" h="644" w="568">
                      <a:moveTo>
                        <a:pt x="539" y="1"/>
                      </a:moveTo>
                      <a:cubicBezTo>
                        <a:pt x="534" y="1"/>
                        <a:pt x="529" y="2"/>
                        <a:pt x="524" y="6"/>
                      </a:cubicBezTo>
                      <a:cubicBezTo>
                        <a:pt x="338" y="169"/>
                        <a:pt x="180" y="371"/>
                        <a:pt x="30" y="565"/>
                      </a:cubicBezTo>
                      <a:cubicBezTo>
                        <a:pt x="1" y="603"/>
                        <a:pt x="32" y="643"/>
                        <a:pt x="68" y="643"/>
                      </a:cubicBezTo>
                      <a:cubicBezTo>
                        <a:pt x="82" y="643"/>
                        <a:pt x="98" y="636"/>
                        <a:pt x="109" y="619"/>
                      </a:cubicBezTo>
                      <a:cubicBezTo>
                        <a:pt x="247" y="415"/>
                        <a:pt x="407" y="231"/>
                        <a:pt x="555" y="36"/>
                      </a:cubicBezTo>
                      <a:cubicBezTo>
                        <a:pt x="568" y="18"/>
                        <a:pt x="555" y="1"/>
                        <a:pt x="53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7" name="Google Shape;2127;p44"/>
                <p:cNvSpPr/>
                <p:nvPr/>
              </p:nvSpPr>
              <p:spPr>
                <a:xfrm>
                  <a:off x="6082070" y="2112084"/>
                  <a:ext cx="56468" cy="54616"/>
                </a:xfrm>
                <a:custGeom>
                  <a:rect b="b" l="l" r="r" t="t"/>
                  <a:pathLst>
                    <a:path extrusionOk="0" h="590" w="610">
                      <a:moveTo>
                        <a:pt x="566" y="1"/>
                      </a:moveTo>
                      <a:cubicBezTo>
                        <a:pt x="560" y="1"/>
                        <a:pt x="553" y="3"/>
                        <a:pt x="546" y="9"/>
                      </a:cubicBezTo>
                      <a:cubicBezTo>
                        <a:pt x="371" y="170"/>
                        <a:pt x="198" y="334"/>
                        <a:pt x="31" y="505"/>
                      </a:cubicBezTo>
                      <a:cubicBezTo>
                        <a:pt x="0" y="537"/>
                        <a:pt x="29" y="589"/>
                        <a:pt x="68" y="589"/>
                      </a:cubicBezTo>
                      <a:cubicBezTo>
                        <a:pt x="73" y="589"/>
                        <a:pt x="78" y="588"/>
                        <a:pt x="84" y="586"/>
                      </a:cubicBezTo>
                      <a:cubicBezTo>
                        <a:pt x="94" y="582"/>
                        <a:pt x="107" y="578"/>
                        <a:pt x="117" y="574"/>
                      </a:cubicBezTo>
                      <a:cubicBezTo>
                        <a:pt x="138" y="568"/>
                        <a:pt x="148" y="547"/>
                        <a:pt x="148" y="526"/>
                      </a:cubicBezTo>
                      <a:cubicBezTo>
                        <a:pt x="292" y="365"/>
                        <a:pt x="438" y="205"/>
                        <a:pt x="590" y="49"/>
                      </a:cubicBezTo>
                      <a:cubicBezTo>
                        <a:pt x="609" y="28"/>
                        <a:pt x="589" y="1"/>
                        <a:pt x="566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8" name="Google Shape;2128;p44"/>
                <p:cNvSpPr/>
                <p:nvPr/>
              </p:nvSpPr>
              <p:spPr>
                <a:xfrm>
                  <a:off x="6102065" y="2110603"/>
                  <a:ext cx="55079" cy="55727"/>
                </a:xfrm>
                <a:custGeom>
                  <a:rect b="b" l="l" r="r" t="t"/>
                  <a:pathLst>
                    <a:path extrusionOk="0" h="602" w="595">
                      <a:moveTo>
                        <a:pt x="553" y="0"/>
                      </a:moveTo>
                      <a:cubicBezTo>
                        <a:pt x="546" y="0"/>
                        <a:pt x="539" y="3"/>
                        <a:pt x="532" y="8"/>
                      </a:cubicBezTo>
                      <a:cubicBezTo>
                        <a:pt x="355" y="169"/>
                        <a:pt x="182" y="336"/>
                        <a:pt x="30" y="521"/>
                      </a:cubicBezTo>
                      <a:cubicBezTo>
                        <a:pt x="1" y="555"/>
                        <a:pt x="34" y="601"/>
                        <a:pt x="68" y="601"/>
                      </a:cubicBezTo>
                      <a:cubicBezTo>
                        <a:pt x="80" y="601"/>
                        <a:pt x="92" y="596"/>
                        <a:pt x="101" y="584"/>
                      </a:cubicBezTo>
                      <a:cubicBezTo>
                        <a:pt x="247" y="394"/>
                        <a:pt x="399" y="211"/>
                        <a:pt x="574" y="46"/>
                      </a:cubicBezTo>
                      <a:cubicBezTo>
                        <a:pt x="595" y="27"/>
                        <a:pt x="575" y="0"/>
                        <a:pt x="55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9" name="Google Shape;2129;p44"/>
                <p:cNvSpPr/>
                <p:nvPr/>
              </p:nvSpPr>
              <p:spPr>
                <a:xfrm>
                  <a:off x="6120949" y="2107178"/>
                  <a:ext cx="53135" cy="58227"/>
                </a:xfrm>
                <a:custGeom>
                  <a:rect b="b" l="l" r="r" t="t"/>
                  <a:pathLst>
                    <a:path extrusionOk="0" h="629" w="574">
                      <a:moveTo>
                        <a:pt x="538" y="0"/>
                      </a:moveTo>
                      <a:cubicBezTo>
                        <a:pt x="532" y="0"/>
                        <a:pt x="526" y="3"/>
                        <a:pt x="520" y="8"/>
                      </a:cubicBezTo>
                      <a:cubicBezTo>
                        <a:pt x="349" y="183"/>
                        <a:pt x="187" y="364"/>
                        <a:pt x="28" y="550"/>
                      </a:cubicBezTo>
                      <a:cubicBezTo>
                        <a:pt x="0" y="584"/>
                        <a:pt x="33" y="628"/>
                        <a:pt x="67" y="628"/>
                      </a:cubicBezTo>
                      <a:cubicBezTo>
                        <a:pt x="77" y="628"/>
                        <a:pt x="88" y="624"/>
                        <a:pt x="97" y="612"/>
                      </a:cubicBezTo>
                      <a:cubicBezTo>
                        <a:pt x="243" y="416"/>
                        <a:pt x="397" y="227"/>
                        <a:pt x="558" y="43"/>
                      </a:cubicBezTo>
                      <a:cubicBezTo>
                        <a:pt x="574" y="24"/>
                        <a:pt x="557" y="0"/>
                        <a:pt x="538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0" name="Google Shape;2130;p44"/>
                <p:cNvSpPr/>
                <p:nvPr/>
              </p:nvSpPr>
              <p:spPr>
                <a:xfrm>
                  <a:off x="6135853" y="2117083"/>
                  <a:ext cx="45359" cy="51747"/>
                </a:xfrm>
                <a:custGeom>
                  <a:rect b="b" l="l" r="r" t="t"/>
                  <a:pathLst>
                    <a:path extrusionOk="0" h="559" w="490">
                      <a:moveTo>
                        <a:pt x="438" y="0"/>
                      </a:moveTo>
                      <a:cubicBezTo>
                        <a:pt x="429" y="0"/>
                        <a:pt x="420" y="4"/>
                        <a:pt x="411" y="13"/>
                      </a:cubicBezTo>
                      <a:cubicBezTo>
                        <a:pt x="286" y="166"/>
                        <a:pt x="159" y="320"/>
                        <a:pt x="32" y="472"/>
                      </a:cubicBezTo>
                      <a:cubicBezTo>
                        <a:pt x="1" y="510"/>
                        <a:pt x="37" y="558"/>
                        <a:pt x="72" y="558"/>
                      </a:cubicBezTo>
                      <a:cubicBezTo>
                        <a:pt x="84" y="558"/>
                        <a:pt x="96" y="553"/>
                        <a:pt x="105" y="541"/>
                      </a:cubicBezTo>
                      <a:cubicBezTo>
                        <a:pt x="226" y="382"/>
                        <a:pt x="347" y="222"/>
                        <a:pt x="468" y="63"/>
                      </a:cubicBezTo>
                      <a:cubicBezTo>
                        <a:pt x="489" y="35"/>
                        <a:pt x="466" y="0"/>
                        <a:pt x="438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1" name="Google Shape;2131;p44"/>
                <p:cNvSpPr/>
                <p:nvPr/>
              </p:nvSpPr>
              <p:spPr>
                <a:xfrm>
                  <a:off x="6145572" y="2109955"/>
                  <a:ext cx="54524" cy="59893"/>
                </a:xfrm>
                <a:custGeom>
                  <a:rect b="b" l="l" r="r" t="t"/>
                  <a:pathLst>
                    <a:path extrusionOk="0" h="647" w="589">
                      <a:moveTo>
                        <a:pt x="544" y="0"/>
                      </a:moveTo>
                      <a:cubicBezTo>
                        <a:pt x="533" y="0"/>
                        <a:pt x="522" y="5"/>
                        <a:pt x="515" y="15"/>
                      </a:cubicBezTo>
                      <a:cubicBezTo>
                        <a:pt x="373" y="218"/>
                        <a:pt x="210" y="393"/>
                        <a:pt x="35" y="566"/>
                      </a:cubicBezTo>
                      <a:cubicBezTo>
                        <a:pt x="0" y="599"/>
                        <a:pt x="35" y="647"/>
                        <a:pt x="74" y="647"/>
                      </a:cubicBezTo>
                      <a:cubicBezTo>
                        <a:pt x="86" y="647"/>
                        <a:pt x="98" y="642"/>
                        <a:pt x="108" y="632"/>
                      </a:cubicBezTo>
                      <a:cubicBezTo>
                        <a:pt x="285" y="459"/>
                        <a:pt x="438" y="253"/>
                        <a:pt x="573" y="45"/>
                      </a:cubicBezTo>
                      <a:cubicBezTo>
                        <a:pt x="589" y="21"/>
                        <a:pt x="567" y="0"/>
                        <a:pt x="54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2" name="Google Shape;2132;p44"/>
                <p:cNvSpPr/>
                <p:nvPr/>
              </p:nvSpPr>
              <p:spPr>
                <a:xfrm>
                  <a:off x="6162327" y="2115972"/>
                  <a:ext cx="45730" cy="55542"/>
                </a:xfrm>
                <a:custGeom>
                  <a:rect b="b" l="l" r="r" t="t"/>
                  <a:pathLst>
                    <a:path extrusionOk="0" h="600" w="494">
                      <a:moveTo>
                        <a:pt x="459" y="0"/>
                      </a:moveTo>
                      <a:cubicBezTo>
                        <a:pt x="452" y="0"/>
                        <a:pt x="445" y="3"/>
                        <a:pt x="440" y="9"/>
                      </a:cubicBezTo>
                      <a:cubicBezTo>
                        <a:pt x="440" y="7"/>
                        <a:pt x="440" y="7"/>
                        <a:pt x="440" y="7"/>
                      </a:cubicBezTo>
                      <a:cubicBezTo>
                        <a:pt x="286" y="153"/>
                        <a:pt x="163" y="344"/>
                        <a:pt x="27" y="509"/>
                      </a:cubicBezTo>
                      <a:cubicBezTo>
                        <a:pt x="0" y="542"/>
                        <a:pt x="17" y="582"/>
                        <a:pt x="52" y="594"/>
                      </a:cubicBezTo>
                      <a:cubicBezTo>
                        <a:pt x="63" y="598"/>
                        <a:pt x="72" y="600"/>
                        <a:pt x="80" y="600"/>
                      </a:cubicBezTo>
                      <a:cubicBezTo>
                        <a:pt x="95" y="600"/>
                        <a:pt x="108" y="594"/>
                        <a:pt x="127" y="584"/>
                      </a:cubicBezTo>
                      <a:cubicBezTo>
                        <a:pt x="154" y="572"/>
                        <a:pt x="157" y="542"/>
                        <a:pt x="144" y="521"/>
                      </a:cubicBezTo>
                      <a:cubicBezTo>
                        <a:pt x="263" y="367"/>
                        <a:pt x="396" y="209"/>
                        <a:pt x="482" y="38"/>
                      </a:cubicBezTo>
                      <a:cubicBezTo>
                        <a:pt x="494" y="17"/>
                        <a:pt x="477" y="0"/>
                        <a:pt x="45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3" name="Google Shape;2133;p44"/>
                <p:cNvSpPr/>
                <p:nvPr/>
              </p:nvSpPr>
              <p:spPr>
                <a:xfrm>
                  <a:off x="6179823" y="2118194"/>
                  <a:ext cx="44804" cy="52765"/>
                </a:xfrm>
                <a:custGeom>
                  <a:rect b="b" l="l" r="r" t="t"/>
                  <a:pathLst>
                    <a:path extrusionOk="0" h="570" w="484">
                      <a:moveTo>
                        <a:pt x="460" y="1"/>
                      </a:moveTo>
                      <a:cubicBezTo>
                        <a:pt x="455" y="1"/>
                        <a:pt x="451" y="2"/>
                        <a:pt x="447" y="6"/>
                      </a:cubicBezTo>
                      <a:cubicBezTo>
                        <a:pt x="372" y="83"/>
                        <a:pt x="307" y="170"/>
                        <a:pt x="239" y="252"/>
                      </a:cubicBezTo>
                      <a:cubicBezTo>
                        <a:pt x="168" y="333"/>
                        <a:pt x="93" y="410"/>
                        <a:pt x="26" y="495"/>
                      </a:cubicBezTo>
                      <a:cubicBezTo>
                        <a:pt x="1" y="528"/>
                        <a:pt x="29" y="569"/>
                        <a:pt x="61" y="569"/>
                      </a:cubicBezTo>
                      <a:cubicBezTo>
                        <a:pt x="72" y="569"/>
                        <a:pt x="83" y="565"/>
                        <a:pt x="93" y="554"/>
                      </a:cubicBezTo>
                      <a:cubicBezTo>
                        <a:pt x="234" y="400"/>
                        <a:pt x="376" y="212"/>
                        <a:pt x="476" y="26"/>
                      </a:cubicBezTo>
                      <a:cubicBezTo>
                        <a:pt x="484" y="13"/>
                        <a:pt x="472" y="1"/>
                        <a:pt x="46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4" name="Google Shape;2134;p44"/>
                <p:cNvSpPr/>
                <p:nvPr/>
              </p:nvSpPr>
              <p:spPr>
                <a:xfrm>
                  <a:off x="6197411" y="2115509"/>
                  <a:ext cx="56838" cy="56653"/>
                </a:xfrm>
                <a:custGeom>
                  <a:rect b="b" l="l" r="r" t="t"/>
                  <a:pathLst>
                    <a:path extrusionOk="0" h="612" w="614">
                      <a:moveTo>
                        <a:pt x="586" y="1"/>
                      </a:moveTo>
                      <a:cubicBezTo>
                        <a:pt x="582" y="1"/>
                        <a:pt x="577" y="2"/>
                        <a:pt x="574" y="5"/>
                      </a:cubicBezTo>
                      <a:cubicBezTo>
                        <a:pt x="472" y="97"/>
                        <a:pt x="367" y="191"/>
                        <a:pt x="267" y="285"/>
                      </a:cubicBezTo>
                      <a:cubicBezTo>
                        <a:pt x="184" y="362"/>
                        <a:pt x="74" y="441"/>
                        <a:pt x="11" y="537"/>
                      </a:cubicBezTo>
                      <a:cubicBezTo>
                        <a:pt x="1" y="554"/>
                        <a:pt x="5" y="583"/>
                        <a:pt x="19" y="593"/>
                      </a:cubicBezTo>
                      <a:cubicBezTo>
                        <a:pt x="23" y="595"/>
                        <a:pt x="26" y="597"/>
                        <a:pt x="28" y="599"/>
                      </a:cubicBezTo>
                      <a:cubicBezTo>
                        <a:pt x="37" y="607"/>
                        <a:pt x="48" y="611"/>
                        <a:pt x="60" y="611"/>
                      </a:cubicBezTo>
                      <a:cubicBezTo>
                        <a:pt x="68" y="611"/>
                        <a:pt x="76" y="609"/>
                        <a:pt x="84" y="604"/>
                      </a:cubicBezTo>
                      <a:cubicBezTo>
                        <a:pt x="86" y="602"/>
                        <a:pt x="88" y="602"/>
                        <a:pt x="90" y="599"/>
                      </a:cubicBezTo>
                      <a:cubicBezTo>
                        <a:pt x="109" y="585"/>
                        <a:pt x="113" y="566"/>
                        <a:pt x="109" y="549"/>
                      </a:cubicBezTo>
                      <a:cubicBezTo>
                        <a:pt x="132" y="508"/>
                        <a:pt x="188" y="466"/>
                        <a:pt x="217" y="435"/>
                      </a:cubicBezTo>
                      <a:cubicBezTo>
                        <a:pt x="259" y="389"/>
                        <a:pt x="301" y="343"/>
                        <a:pt x="342" y="297"/>
                      </a:cubicBezTo>
                      <a:cubicBezTo>
                        <a:pt x="428" y="208"/>
                        <a:pt x="513" y="118"/>
                        <a:pt x="601" y="30"/>
                      </a:cubicBezTo>
                      <a:cubicBezTo>
                        <a:pt x="614" y="18"/>
                        <a:pt x="600" y="1"/>
                        <a:pt x="586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5" name="Google Shape;2135;p44"/>
                <p:cNvSpPr/>
                <p:nvPr/>
              </p:nvSpPr>
              <p:spPr>
                <a:xfrm>
                  <a:off x="6209537" y="2116805"/>
                  <a:ext cx="55449" cy="56375"/>
                </a:xfrm>
                <a:custGeom>
                  <a:rect b="b" l="l" r="r" t="t"/>
                  <a:pathLst>
                    <a:path extrusionOk="0" h="609" w="599">
                      <a:moveTo>
                        <a:pt x="562" y="0"/>
                      </a:moveTo>
                      <a:cubicBezTo>
                        <a:pt x="555" y="0"/>
                        <a:pt x="548" y="3"/>
                        <a:pt x="543" y="8"/>
                      </a:cubicBezTo>
                      <a:cubicBezTo>
                        <a:pt x="374" y="181"/>
                        <a:pt x="218" y="365"/>
                        <a:pt x="34" y="525"/>
                      </a:cubicBezTo>
                      <a:cubicBezTo>
                        <a:pt x="0" y="556"/>
                        <a:pt x="34" y="609"/>
                        <a:pt x="73" y="609"/>
                      </a:cubicBezTo>
                      <a:cubicBezTo>
                        <a:pt x="82" y="609"/>
                        <a:pt x="90" y="606"/>
                        <a:pt x="99" y="600"/>
                      </a:cubicBezTo>
                      <a:cubicBezTo>
                        <a:pt x="107" y="596"/>
                        <a:pt x="116" y="590"/>
                        <a:pt x="122" y="583"/>
                      </a:cubicBezTo>
                      <a:cubicBezTo>
                        <a:pt x="132" y="577"/>
                        <a:pt x="138" y="567"/>
                        <a:pt x="141" y="558"/>
                      </a:cubicBezTo>
                      <a:cubicBezTo>
                        <a:pt x="297" y="392"/>
                        <a:pt x="457" y="225"/>
                        <a:pt x="584" y="37"/>
                      </a:cubicBezTo>
                      <a:cubicBezTo>
                        <a:pt x="598" y="19"/>
                        <a:pt x="580" y="0"/>
                        <a:pt x="56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6" name="Google Shape;2136;p44"/>
                <p:cNvSpPr/>
                <p:nvPr/>
              </p:nvSpPr>
              <p:spPr>
                <a:xfrm>
                  <a:off x="6230087" y="2111159"/>
                  <a:ext cx="55912" cy="57023"/>
                </a:xfrm>
                <a:custGeom>
                  <a:rect b="b" l="l" r="r" t="t"/>
                  <a:pathLst>
                    <a:path extrusionOk="0" h="616" w="604">
                      <a:moveTo>
                        <a:pt x="559" y="1"/>
                      </a:moveTo>
                      <a:cubicBezTo>
                        <a:pt x="552" y="1"/>
                        <a:pt x="544" y="4"/>
                        <a:pt x="538" y="11"/>
                      </a:cubicBezTo>
                      <a:cubicBezTo>
                        <a:pt x="373" y="188"/>
                        <a:pt x="208" y="365"/>
                        <a:pt x="35" y="532"/>
                      </a:cubicBezTo>
                      <a:cubicBezTo>
                        <a:pt x="0" y="565"/>
                        <a:pt x="38" y="615"/>
                        <a:pt x="75" y="615"/>
                      </a:cubicBezTo>
                      <a:cubicBezTo>
                        <a:pt x="87" y="615"/>
                        <a:pt x="99" y="610"/>
                        <a:pt x="108" y="599"/>
                      </a:cubicBezTo>
                      <a:cubicBezTo>
                        <a:pt x="260" y="411"/>
                        <a:pt x="423" y="232"/>
                        <a:pt x="583" y="52"/>
                      </a:cubicBezTo>
                      <a:cubicBezTo>
                        <a:pt x="604" y="30"/>
                        <a:pt x="582" y="1"/>
                        <a:pt x="55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7" name="Google Shape;2137;p44"/>
                <p:cNvSpPr/>
                <p:nvPr/>
              </p:nvSpPr>
              <p:spPr>
                <a:xfrm>
                  <a:off x="6243325" y="2113750"/>
                  <a:ext cx="58689" cy="60726"/>
                </a:xfrm>
                <a:custGeom>
                  <a:rect b="b" l="l" r="r" t="t"/>
                  <a:pathLst>
                    <a:path extrusionOk="0" h="656" w="634">
                      <a:moveTo>
                        <a:pt x="599" y="1"/>
                      </a:moveTo>
                      <a:cubicBezTo>
                        <a:pt x="594" y="1"/>
                        <a:pt x="589" y="3"/>
                        <a:pt x="584" y="8"/>
                      </a:cubicBezTo>
                      <a:cubicBezTo>
                        <a:pt x="397" y="195"/>
                        <a:pt x="215" y="387"/>
                        <a:pt x="32" y="577"/>
                      </a:cubicBezTo>
                      <a:cubicBezTo>
                        <a:pt x="0" y="610"/>
                        <a:pt x="37" y="656"/>
                        <a:pt x="71" y="656"/>
                      </a:cubicBezTo>
                      <a:cubicBezTo>
                        <a:pt x="82" y="656"/>
                        <a:pt x="92" y="651"/>
                        <a:pt x="101" y="639"/>
                      </a:cubicBezTo>
                      <a:cubicBezTo>
                        <a:pt x="257" y="427"/>
                        <a:pt x="432" y="229"/>
                        <a:pt x="618" y="39"/>
                      </a:cubicBezTo>
                      <a:cubicBezTo>
                        <a:pt x="634" y="23"/>
                        <a:pt x="616" y="1"/>
                        <a:pt x="59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8" name="Google Shape;2138;p44"/>
                <p:cNvSpPr/>
                <p:nvPr/>
              </p:nvSpPr>
              <p:spPr>
                <a:xfrm>
                  <a:off x="6266189" y="2112917"/>
                  <a:ext cx="57393" cy="59337"/>
                </a:xfrm>
                <a:custGeom>
                  <a:rect b="b" l="l" r="r" t="t"/>
                  <a:pathLst>
                    <a:path extrusionOk="0" h="641" w="620">
                      <a:moveTo>
                        <a:pt x="573" y="1"/>
                      </a:moveTo>
                      <a:cubicBezTo>
                        <a:pt x="565" y="1"/>
                        <a:pt x="557" y="4"/>
                        <a:pt x="550" y="11"/>
                      </a:cubicBezTo>
                      <a:lnTo>
                        <a:pt x="248" y="304"/>
                      </a:lnTo>
                      <a:cubicBezTo>
                        <a:pt x="168" y="382"/>
                        <a:pt x="54" y="461"/>
                        <a:pt x="14" y="567"/>
                      </a:cubicBezTo>
                      <a:cubicBezTo>
                        <a:pt x="0" y="606"/>
                        <a:pt x="34" y="641"/>
                        <a:pt x="65" y="641"/>
                      </a:cubicBezTo>
                      <a:cubicBezTo>
                        <a:pt x="80" y="641"/>
                        <a:pt x="94" y="633"/>
                        <a:pt x="102" y="613"/>
                      </a:cubicBezTo>
                      <a:cubicBezTo>
                        <a:pt x="148" y="504"/>
                        <a:pt x="260" y="417"/>
                        <a:pt x="339" y="331"/>
                      </a:cubicBezTo>
                      <a:cubicBezTo>
                        <a:pt x="425" y="240"/>
                        <a:pt x="512" y="146"/>
                        <a:pt x="598" y="54"/>
                      </a:cubicBezTo>
                      <a:cubicBezTo>
                        <a:pt x="620" y="30"/>
                        <a:pt x="597" y="1"/>
                        <a:pt x="57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9" name="Google Shape;2139;p44"/>
                <p:cNvSpPr/>
                <p:nvPr/>
              </p:nvSpPr>
              <p:spPr>
                <a:xfrm>
                  <a:off x="6279612" y="2110140"/>
                  <a:ext cx="59800" cy="61096"/>
                </a:xfrm>
                <a:custGeom>
                  <a:rect b="b" l="l" r="r" t="t"/>
                  <a:pathLst>
                    <a:path extrusionOk="0" h="660" w="646">
                      <a:moveTo>
                        <a:pt x="611" y="0"/>
                      </a:moveTo>
                      <a:cubicBezTo>
                        <a:pt x="605" y="0"/>
                        <a:pt x="598" y="3"/>
                        <a:pt x="592" y="9"/>
                      </a:cubicBezTo>
                      <a:cubicBezTo>
                        <a:pt x="413" y="207"/>
                        <a:pt x="228" y="397"/>
                        <a:pt x="34" y="580"/>
                      </a:cubicBezTo>
                      <a:cubicBezTo>
                        <a:pt x="0" y="612"/>
                        <a:pt x="34" y="659"/>
                        <a:pt x="71" y="659"/>
                      </a:cubicBezTo>
                      <a:cubicBezTo>
                        <a:pt x="82" y="659"/>
                        <a:pt x="93" y="655"/>
                        <a:pt x="103" y="645"/>
                      </a:cubicBezTo>
                      <a:cubicBezTo>
                        <a:pt x="286" y="451"/>
                        <a:pt x="461" y="251"/>
                        <a:pt x="630" y="43"/>
                      </a:cubicBezTo>
                      <a:cubicBezTo>
                        <a:pt x="645" y="24"/>
                        <a:pt x="629" y="0"/>
                        <a:pt x="61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0" name="Google Shape;2140;p44"/>
                <p:cNvSpPr/>
                <p:nvPr/>
              </p:nvSpPr>
              <p:spPr>
                <a:xfrm>
                  <a:off x="6296181" y="2111344"/>
                  <a:ext cx="62207" cy="59800"/>
                </a:xfrm>
                <a:custGeom>
                  <a:rect b="b" l="l" r="r" t="t"/>
                  <a:pathLst>
                    <a:path extrusionOk="0" h="646" w="672">
                      <a:moveTo>
                        <a:pt x="631" y="1"/>
                      </a:moveTo>
                      <a:cubicBezTo>
                        <a:pt x="624" y="1"/>
                        <a:pt x="616" y="4"/>
                        <a:pt x="609" y="11"/>
                      </a:cubicBezTo>
                      <a:cubicBezTo>
                        <a:pt x="428" y="207"/>
                        <a:pt x="236" y="392"/>
                        <a:pt x="36" y="567"/>
                      </a:cubicBezTo>
                      <a:cubicBezTo>
                        <a:pt x="1" y="598"/>
                        <a:pt x="36" y="646"/>
                        <a:pt x="74" y="646"/>
                      </a:cubicBezTo>
                      <a:cubicBezTo>
                        <a:pt x="86" y="646"/>
                        <a:pt x="97" y="642"/>
                        <a:pt x="107" y="632"/>
                      </a:cubicBezTo>
                      <a:cubicBezTo>
                        <a:pt x="297" y="446"/>
                        <a:pt x="478" y="251"/>
                        <a:pt x="653" y="50"/>
                      </a:cubicBezTo>
                      <a:cubicBezTo>
                        <a:pt x="672" y="28"/>
                        <a:pt x="653" y="1"/>
                        <a:pt x="63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1" name="Google Shape;2141;p44"/>
                <p:cNvSpPr/>
                <p:nvPr/>
              </p:nvSpPr>
              <p:spPr>
                <a:xfrm>
                  <a:off x="6319416" y="2111344"/>
                  <a:ext cx="55542" cy="54616"/>
                </a:xfrm>
                <a:custGeom>
                  <a:rect b="b" l="l" r="r" t="t"/>
                  <a:pathLst>
                    <a:path extrusionOk="0" h="590" w="600">
                      <a:moveTo>
                        <a:pt x="565" y="1"/>
                      </a:moveTo>
                      <a:cubicBezTo>
                        <a:pt x="559" y="1"/>
                        <a:pt x="553" y="3"/>
                        <a:pt x="548" y="9"/>
                      </a:cubicBezTo>
                      <a:cubicBezTo>
                        <a:pt x="379" y="182"/>
                        <a:pt x="204" y="348"/>
                        <a:pt x="31" y="517"/>
                      </a:cubicBezTo>
                      <a:cubicBezTo>
                        <a:pt x="1" y="547"/>
                        <a:pt x="32" y="590"/>
                        <a:pt x="66" y="590"/>
                      </a:cubicBezTo>
                      <a:cubicBezTo>
                        <a:pt x="76" y="590"/>
                        <a:pt x="87" y="586"/>
                        <a:pt x="96" y="576"/>
                      </a:cubicBezTo>
                      <a:cubicBezTo>
                        <a:pt x="256" y="396"/>
                        <a:pt x="417" y="215"/>
                        <a:pt x="583" y="42"/>
                      </a:cubicBezTo>
                      <a:cubicBezTo>
                        <a:pt x="599" y="23"/>
                        <a:pt x="583" y="1"/>
                        <a:pt x="56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2" name="Google Shape;2142;p44"/>
                <p:cNvSpPr/>
                <p:nvPr/>
              </p:nvSpPr>
              <p:spPr>
                <a:xfrm>
                  <a:off x="6325988" y="2110696"/>
                  <a:ext cx="61652" cy="62300"/>
                </a:xfrm>
                <a:custGeom>
                  <a:rect b="b" l="l" r="r" t="t"/>
                  <a:pathLst>
                    <a:path extrusionOk="0" h="673" w="666">
                      <a:moveTo>
                        <a:pt x="639" y="1"/>
                      </a:moveTo>
                      <a:cubicBezTo>
                        <a:pt x="635" y="1"/>
                        <a:pt x="631" y="2"/>
                        <a:pt x="627" y="5"/>
                      </a:cubicBezTo>
                      <a:cubicBezTo>
                        <a:pt x="429" y="205"/>
                        <a:pt x="235" y="412"/>
                        <a:pt x="29" y="601"/>
                      </a:cubicBezTo>
                      <a:cubicBezTo>
                        <a:pt x="0" y="626"/>
                        <a:pt x="26" y="672"/>
                        <a:pt x="60" y="672"/>
                      </a:cubicBezTo>
                      <a:cubicBezTo>
                        <a:pt x="61" y="672"/>
                        <a:pt x="61" y="672"/>
                        <a:pt x="62" y="672"/>
                      </a:cubicBezTo>
                      <a:cubicBezTo>
                        <a:pt x="100" y="670"/>
                        <a:pt x="106" y="668"/>
                        <a:pt x="137" y="643"/>
                      </a:cubicBezTo>
                      <a:cubicBezTo>
                        <a:pt x="156" y="629"/>
                        <a:pt x="156" y="608"/>
                        <a:pt x="148" y="591"/>
                      </a:cubicBezTo>
                      <a:cubicBezTo>
                        <a:pt x="312" y="399"/>
                        <a:pt x="485" y="216"/>
                        <a:pt x="654" y="30"/>
                      </a:cubicBezTo>
                      <a:cubicBezTo>
                        <a:pt x="665" y="17"/>
                        <a:pt x="653" y="1"/>
                        <a:pt x="63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3" name="Google Shape;2143;p44"/>
                <p:cNvSpPr/>
                <p:nvPr/>
              </p:nvSpPr>
              <p:spPr>
                <a:xfrm>
                  <a:off x="6349223" y="2109029"/>
                  <a:ext cx="61096" cy="65262"/>
                </a:xfrm>
                <a:custGeom>
                  <a:rect b="b" l="l" r="r" t="t"/>
                  <a:pathLst>
                    <a:path extrusionOk="0" h="705" w="660">
                      <a:moveTo>
                        <a:pt x="632" y="0"/>
                      </a:moveTo>
                      <a:cubicBezTo>
                        <a:pt x="627" y="0"/>
                        <a:pt x="622" y="2"/>
                        <a:pt x="618" y="7"/>
                      </a:cubicBezTo>
                      <a:cubicBezTo>
                        <a:pt x="493" y="134"/>
                        <a:pt x="370" y="261"/>
                        <a:pt x="243" y="386"/>
                      </a:cubicBezTo>
                      <a:cubicBezTo>
                        <a:pt x="184" y="442"/>
                        <a:pt x="126" y="499"/>
                        <a:pt x="68" y="555"/>
                      </a:cubicBezTo>
                      <a:cubicBezTo>
                        <a:pt x="38" y="584"/>
                        <a:pt x="1" y="611"/>
                        <a:pt x="7" y="657"/>
                      </a:cubicBezTo>
                      <a:cubicBezTo>
                        <a:pt x="9" y="672"/>
                        <a:pt x="17" y="690"/>
                        <a:pt x="32" y="697"/>
                      </a:cubicBezTo>
                      <a:cubicBezTo>
                        <a:pt x="36" y="699"/>
                        <a:pt x="40" y="699"/>
                        <a:pt x="45" y="701"/>
                      </a:cubicBezTo>
                      <a:cubicBezTo>
                        <a:pt x="51" y="703"/>
                        <a:pt x="58" y="705"/>
                        <a:pt x="64" y="705"/>
                      </a:cubicBezTo>
                      <a:cubicBezTo>
                        <a:pt x="110" y="705"/>
                        <a:pt x="138" y="637"/>
                        <a:pt x="88" y="615"/>
                      </a:cubicBezTo>
                      <a:lnTo>
                        <a:pt x="88" y="615"/>
                      </a:lnTo>
                      <a:cubicBezTo>
                        <a:pt x="91" y="616"/>
                        <a:pt x="94" y="617"/>
                        <a:pt x="97" y="617"/>
                      </a:cubicBezTo>
                      <a:cubicBezTo>
                        <a:pt x="165" y="617"/>
                        <a:pt x="334" y="378"/>
                        <a:pt x="370" y="338"/>
                      </a:cubicBezTo>
                      <a:cubicBezTo>
                        <a:pt x="459" y="234"/>
                        <a:pt x="555" y="134"/>
                        <a:pt x="647" y="32"/>
                      </a:cubicBezTo>
                      <a:cubicBezTo>
                        <a:pt x="660" y="19"/>
                        <a:pt x="647" y="0"/>
                        <a:pt x="63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4" name="Google Shape;2144;p44"/>
                <p:cNvSpPr/>
                <p:nvPr/>
              </p:nvSpPr>
              <p:spPr>
                <a:xfrm>
                  <a:off x="6363108" y="2105790"/>
                  <a:ext cx="67113" cy="69520"/>
                </a:xfrm>
                <a:custGeom>
                  <a:rect b="b" l="l" r="r" t="t"/>
                  <a:pathLst>
                    <a:path extrusionOk="0" h="751" w="725">
                      <a:moveTo>
                        <a:pt x="680" y="1"/>
                      </a:moveTo>
                      <a:cubicBezTo>
                        <a:pt x="672" y="1"/>
                        <a:pt x="664" y="4"/>
                        <a:pt x="657" y="12"/>
                      </a:cubicBezTo>
                      <a:cubicBezTo>
                        <a:pt x="461" y="238"/>
                        <a:pt x="257" y="454"/>
                        <a:pt x="40" y="659"/>
                      </a:cubicBezTo>
                      <a:cubicBezTo>
                        <a:pt x="1" y="697"/>
                        <a:pt x="41" y="751"/>
                        <a:pt x="85" y="751"/>
                      </a:cubicBezTo>
                      <a:cubicBezTo>
                        <a:pt x="98" y="751"/>
                        <a:pt x="112" y="746"/>
                        <a:pt x="124" y="734"/>
                      </a:cubicBezTo>
                      <a:cubicBezTo>
                        <a:pt x="328" y="517"/>
                        <a:pt x="522" y="292"/>
                        <a:pt x="705" y="56"/>
                      </a:cubicBezTo>
                      <a:cubicBezTo>
                        <a:pt x="724" y="31"/>
                        <a:pt x="703" y="1"/>
                        <a:pt x="68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5" name="Google Shape;2145;p44"/>
                <p:cNvSpPr/>
                <p:nvPr/>
              </p:nvSpPr>
              <p:spPr>
                <a:xfrm>
                  <a:off x="6394211" y="2107734"/>
                  <a:ext cx="50914" cy="59337"/>
                </a:xfrm>
                <a:custGeom>
                  <a:rect b="b" l="l" r="r" t="t"/>
                  <a:pathLst>
                    <a:path extrusionOk="0" h="641" w="550">
                      <a:moveTo>
                        <a:pt x="513" y="0"/>
                      </a:moveTo>
                      <a:cubicBezTo>
                        <a:pt x="510" y="0"/>
                        <a:pt x="507" y="1"/>
                        <a:pt x="505" y="2"/>
                      </a:cubicBezTo>
                      <a:cubicBezTo>
                        <a:pt x="488" y="8"/>
                        <a:pt x="482" y="12"/>
                        <a:pt x="478" y="25"/>
                      </a:cubicBezTo>
                      <a:cubicBezTo>
                        <a:pt x="382" y="106"/>
                        <a:pt x="301" y="208"/>
                        <a:pt x="215" y="300"/>
                      </a:cubicBezTo>
                      <a:cubicBezTo>
                        <a:pt x="144" y="377"/>
                        <a:pt x="17" y="471"/>
                        <a:pt x="5" y="581"/>
                      </a:cubicBezTo>
                      <a:cubicBezTo>
                        <a:pt x="1" y="618"/>
                        <a:pt x="30" y="641"/>
                        <a:pt x="58" y="641"/>
                      </a:cubicBezTo>
                      <a:cubicBezTo>
                        <a:pt x="77" y="641"/>
                        <a:pt x="96" y="629"/>
                        <a:pt x="103" y="602"/>
                      </a:cubicBezTo>
                      <a:cubicBezTo>
                        <a:pt x="117" y="542"/>
                        <a:pt x="175" y="490"/>
                        <a:pt x="215" y="442"/>
                      </a:cubicBezTo>
                      <a:lnTo>
                        <a:pt x="336" y="296"/>
                      </a:lnTo>
                      <a:cubicBezTo>
                        <a:pt x="405" y="215"/>
                        <a:pt x="480" y="133"/>
                        <a:pt x="538" y="44"/>
                      </a:cubicBezTo>
                      <a:cubicBezTo>
                        <a:pt x="549" y="24"/>
                        <a:pt x="531" y="0"/>
                        <a:pt x="51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6" name="Google Shape;2146;p44"/>
                <p:cNvSpPr/>
                <p:nvPr/>
              </p:nvSpPr>
              <p:spPr>
                <a:xfrm>
                  <a:off x="6405042" y="2108937"/>
                  <a:ext cx="61281" cy="59523"/>
                </a:xfrm>
                <a:custGeom>
                  <a:rect b="b" l="l" r="r" t="t"/>
                  <a:pathLst>
                    <a:path extrusionOk="0" h="643" w="662">
                      <a:moveTo>
                        <a:pt x="631" y="0"/>
                      </a:moveTo>
                      <a:cubicBezTo>
                        <a:pt x="626" y="0"/>
                        <a:pt x="622" y="2"/>
                        <a:pt x="617" y="6"/>
                      </a:cubicBezTo>
                      <a:cubicBezTo>
                        <a:pt x="411" y="172"/>
                        <a:pt x="223" y="370"/>
                        <a:pt x="36" y="556"/>
                      </a:cubicBezTo>
                      <a:cubicBezTo>
                        <a:pt x="0" y="593"/>
                        <a:pt x="37" y="643"/>
                        <a:pt x="77" y="643"/>
                      </a:cubicBezTo>
                      <a:cubicBezTo>
                        <a:pt x="89" y="643"/>
                        <a:pt x="102" y="638"/>
                        <a:pt x="113" y="627"/>
                      </a:cubicBezTo>
                      <a:cubicBezTo>
                        <a:pt x="288" y="431"/>
                        <a:pt x="479" y="245"/>
                        <a:pt x="648" y="43"/>
                      </a:cubicBezTo>
                      <a:cubicBezTo>
                        <a:pt x="662" y="26"/>
                        <a:pt x="648" y="0"/>
                        <a:pt x="63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7" name="Google Shape;2147;p44"/>
                <p:cNvSpPr/>
                <p:nvPr/>
              </p:nvSpPr>
              <p:spPr>
                <a:xfrm>
                  <a:off x="6423185" y="2103013"/>
                  <a:ext cx="60541" cy="64058"/>
                </a:xfrm>
                <a:custGeom>
                  <a:rect b="b" l="l" r="r" t="t"/>
                  <a:pathLst>
                    <a:path extrusionOk="0" h="692" w="654">
                      <a:moveTo>
                        <a:pt x="614" y="1"/>
                      </a:moveTo>
                      <a:cubicBezTo>
                        <a:pt x="608" y="1"/>
                        <a:pt x="602" y="3"/>
                        <a:pt x="596" y="9"/>
                      </a:cubicBezTo>
                      <a:cubicBezTo>
                        <a:pt x="406" y="207"/>
                        <a:pt x="223" y="407"/>
                        <a:pt x="33" y="605"/>
                      </a:cubicBezTo>
                      <a:cubicBezTo>
                        <a:pt x="0" y="642"/>
                        <a:pt x="38" y="691"/>
                        <a:pt x="75" y="691"/>
                      </a:cubicBezTo>
                      <a:cubicBezTo>
                        <a:pt x="87" y="691"/>
                        <a:pt x="99" y="686"/>
                        <a:pt x="108" y="674"/>
                      </a:cubicBezTo>
                      <a:cubicBezTo>
                        <a:pt x="281" y="461"/>
                        <a:pt x="459" y="253"/>
                        <a:pt x="636" y="47"/>
                      </a:cubicBezTo>
                      <a:cubicBezTo>
                        <a:pt x="653" y="26"/>
                        <a:pt x="634" y="1"/>
                        <a:pt x="614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8" name="Google Shape;2148;p44"/>
                <p:cNvSpPr/>
                <p:nvPr/>
              </p:nvSpPr>
              <p:spPr>
                <a:xfrm>
                  <a:off x="6435867" y="2106993"/>
                  <a:ext cx="57856" cy="61281"/>
                </a:xfrm>
                <a:custGeom>
                  <a:rect b="b" l="l" r="r" t="t"/>
                  <a:pathLst>
                    <a:path extrusionOk="0" h="662" w="625">
                      <a:moveTo>
                        <a:pt x="585" y="1"/>
                      </a:moveTo>
                      <a:cubicBezTo>
                        <a:pt x="579" y="1"/>
                        <a:pt x="572" y="3"/>
                        <a:pt x="565" y="10"/>
                      </a:cubicBezTo>
                      <a:cubicBezTo>
                        <a:pt x="467" y="112"/>
                        <a:pt x="367" y="212"/>
                        <a:pt x="267" y="312"/>
                      </a:cubicBezTo>
                      <a:cubicBezTo>
                        <a:pt x="188" y="391"/>
                        <a:pt x="63" y="479"/>
                        <a:pt x="11" y="579"/>
                      </a:cubicBezTo>
                      <a:cubicBezTo>
                        <a:pt x="1" y="600"/>
                        <a:pt x="5" y="625"/>
                        <a:pt x="21" y="639"/>
                      </a:cubicBezTo>
                      <a:lnTo>
                        <a:pt x="32" y="650"/>
                      </a:lnTo>
                      <a:cubicBezTo>
                        <a:pt x="40" y="658"/>
                        <a:pt x="51" y="661"/>
                        <a:pt x="61" y="661"/>
                      </a:cubicBezTo>
                      <a:cubicBezTo>
                        <a:pt x="91" y="661"/>
                        <a:pt x="121" y="632"/>
                        <a:pt x="109" y="600"/>
                      </a:cubicBezTo>
                      <a:cubicBezTo>
                        <a:pt x="105" y="593"/>
                        <a:pt x="209" y="491"/>
                        <a:pt x="219" y="481"/>
                      </a:cubicBezTo>
                      <a:lnTo>
                        <a:pt x="353" y="329"/>
                      </a:lnTo>
                      <a:cubicBezTo>
                        <a:pt x="436" y="233"/>
                        <a:pt x="520" y="139"/>
                        <a:pt x="607" y="45"/>
                      </a:cubicBezTo>
                      <a:cubicBezTo>
                        <a:pt x="624" y="26"/>
                        <a:pt x="606" y="1"/>
                        <a:pt x="58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9" name="Google Shape;2149;p44"/>
                <p:cNvSpPr/>
                <p:nvPr/>
              </p:nvSpPr>
              <p:spPr>
                <a:xfrm>
                  <a:off x="6457898" y="2101254"/>
                  <a:ext cx="61466" cy="62485"/>
                </a:xfrm>
                <a:custGeom>
                  <a:rect b="b" l="l" r="r" t="t"/>
                  <a:pathLst>
                    <a:path extrusionOk="0" h="675" w="664">
                      <a:moveTo>
                        <a:pt x="621" y="1"/>
                      </a:moveTo>
                      <a:cubicBezTo>
                        <a:pt x="614" y="1"/>
                        <a:pt x="607" y="3"/>
                        <a:pt x="600" y="9"/>
                      </a:cubicBezTo>
                      <a:cubicBezTo>
                        <a:pt x="405" y="195"/>
                        <a:pt x="200" y="385"/>
                        <a:pt x="29" y="595"/>
                      </a:cubicBezTo>
                      <a:cubicBezTo>
                        <a:pt x="1" y="631"/>
                        <a:pt x="32" y="675"/>
                        <a:pt x="66" y="675"/>
                      </a:cubicBezTo>
                      <a:cubicBezTo>
                        <a:pt x="77" y="675"/>
                        <a:pt x="89" y="670"/>
                        <a:pt x="98" y="660"/>
                      </a:cubicBezTo>
                      <a:cubicBezTo>
                        <a:pt x="284" y="457"/>
                        <a:pt x="455" y="245"/>
                        <a:pt x="644" y="47"/>
                      </a:cubicBezTo>
                      <a:cubicBezTo>
                        <a:pt x="663" y="26"/>
                        <a:pt x="644" y="1"/>
                        <a:pt x="62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0" name="Google Shape;2150;p44"/>
                <p:cNvSpPr/>
                <p:nvPr/>
              </p:nvSpPr>
              <p:spPr>
                <a:xfrm>
                  <a:off x="6471228" y="2096070"/>
                  <a:ext cx="69150" cy="70631"/>
                </a:xfrm>
                <a:custGeom>
                  <a:rect b="b" l="l" r="r" t="t"/>
                  <a:pathLst>
                    <a:path extrusionOk="0" h="763" w="747">
                      <a:moveTo>
                        <a:pt x="707" y="1"/>
                      </a:moveTo>
                      <a:cubicBezTo>
                        <a:pt x="701" y="1"/>
                        <a:pt x="694" y="3"/>
                        <a:pt x="688" y="9"/>
                      </a:cubicBezTo>
                      <a:cubicBezTo>
                        <a:pt x="565" y="128"/>
                        <a:pt x="442" y="247"/>
                        <a:pt x="319" y="366"/>
                      </a:cubicBezTo>
                      <a:cubicBezTo>
                        <a:pt x="217" y="466"/>
                        <a:pt x="83" y="561"/>
                        <a:pt x="19" y="691"/>
                      </a:cubicBezTo>
                      <a:cubicBezTo>
                        <a:pt x="1" y="730"/>
                        <a:pt x="33" y="763"/>
                        <a:pt x="66" y="763"/>
                      </a:cubicBezTo>
                      <a:cubicBezTo>
                        <a:pt x="82" y="763"/>
                        <a:pt x="98" y="755"/>
                        <a:pt x="108" y="736"/>
                      </a:cubicBezTo>
                      <a:cubicBezTo>
                        <a:pt x="179" y="601"/>
                        <a:pt x="308" y="493"/>
                        <a:pt x="413" y="382"/>
                      </a:cubicBezTo>
                      <a:cubicBezTo>
                        <a:pt x="517" y="270"/>
                        <a:pt x="623" y="157"/>
                        <a:pt x="729" y="47"/>
                      </a:cubicBezTo>
                      <a:cubicBezTo>
                        <a:pt x="747" y="26"/>
                        <a:pt x="728" y="1"/>
                        <a:pt x="70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1" name="Google Shape;2151;p44"/>
                <p:cNvSpPr/>
                <p:nvPr/>
              </p:nvSpPr>
              <p:spPr>
                <a:xfrm>
                  <a:off x="6494648" y="2099680"/>
                  <a:ext cx="58967" cy="62300"/>
                </a:xfrm>
                <a:custGeom>
                  <a:rect b="b" l="l" r="r" t="t"/>
                  <a:pathLst>
                    <a:path extrusionOk="0" h="673" w="637">
                      <a:moveTo>
                        <a:pt x="615" y="1"/>
                      </a:moveTo>
                      <a:cubicBezTo>
                        <a:pt x="611" y="1"/>
                        <a:pt x="607" y="2"/>
                        <a:pt x="604" y="6"/>
                      </a:cubicBezTo>
                      <a:cubicBezTo>
                        <a:pt x="416" y="206"/>
                        <a:pt x="226" y="406"/>
                        <a:pt x="30" y="600"/>
                      </a:cubicBezTo>
                      <a:cubicBezTo>
                        <a:pt x="0" y="630"/>
                        <a:pt x="33" y="673"/>
                        <a:pt x="66" y="673"/>
                      </a:cubicBezTo>
                      <a:cubicBezTo>
                        <a:pt x="76" y="673"/>
                        <a:pt x="87" y="668"/>
                        <a:pt x="95" y="658"/>
                      </a:cubicBezTo>
                      <a:cubicBezTo>
                        <a:pt x="268" y="443"/>
                        <a:pt x="445" y="233"/>
                        <a:pt x="627" y="26"/>
                      </a:cubicBezTo>
                      <a:cubicBezTo>
                        <a:pt x="636" y="15"/>
                        <a:pt x="626" y="1"/>
                        <a:pt x="61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2" name="Google Shape;2152;p44"/>
                <p:cNvSpPr/>
                <p:nvPr/>
              </p:nvSpPr>
              <p:spPr>
                <a:xfrm>
                  <a:off x="6510755" y="2094774"/>
                  <a:ext cx="64984" cy="69428"/>
                </a:xfrm>
                <a:custGeom>
                  <a:rect b="b" l="l" r="r" t="t"/>
                  <a:pathLst>
                    <a:path extrusionOk="0" h="750" w="702">
                      <a:moveTo>
                        <a:pt x="677" y="0"/>
                      </a:moveTo>
                      <a:cubicBezTo>
                        <a:pt x="673" y="0"/>
                        <a:pt x="668" y="2"/>
                        <a:pt x="665" y="6"/>
                      </a:cubicBezTo>
                      <a:cubicBezTo>
                        <a:pt x="484" y="257"/>
                        <a:pt x="236" y="448"/>
                        <a:pt x="23" y="669"/>
                      </a:cubicBezTo>
                      <a:cubicBezTo>
                        <a:pt x="0" y="690"/>
                        <a:pt x="13" y="721"/>
                        <a:pt x="36" y="738"/>
                      </a:cubicBezTo>
                      <a:lnTo>
                        <a:pt x="44" y="744"/>
                      </a:lnTo>
                      <a:cubicBezTo>
                        <a:pt x="50" y="748"/>
                        <a:pt x="57" y="750"/>
                        <a:pt x="64" y="750"/>
                      </a:cubicBezTo>
                      <a:cubicBezTo>
                        <a:pt x="73" y="750"/>
                        <a:pt x="83" y="747"/>
                        <a:pt x="90" y="742"/>
                      </a:cubicBezTo>
                      <a:cubicBezTo>
                        <a:pt x="92" y="740"/>
                        <a:pt x="96" y="738"/>
                        <a:pt x="100" y="736"/>
                      </a:cubicBezTo>
                      <a:cubicBezTo>
                        <a:pt x="115" y="725"/>
                        <a:pt x="119" y="707"/>
                        <a:pt x="117" y="692"/>
                      </a:cubicBezTo>
                      <a:cubicBezTo>
                        <a:pt x="294" y="459"/>
                        <a:pt x="525" y="269"/>
                        <a:pt x="694" y="27"/>
                      </a:cubicBezTo>
                      <a:cubicBezTo>
                        <a:pt x="702" y="15"/>
                        <a:pt x="689" y="0"/>
                        <a:pt x="677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3" name="Google Shape;2153;p44"/>
                <p:cNvSpPr/>
                <p:nvPr/>
              </p:nvSpPr>
              <p:spPr>
                <a:xfrm>
                  <a:off x="6533805" y="2096810"/>
                  <a:ext cx="58875" cy="66465"/>
                </a:xfrm>
                <a:custGeom>
                  <a:rect b="b" l="l" r="r" t="t"/>
                  <a:pathLst>
                    <a:path extrusionOk="0" h="718" w="636">
                      <a:moveTo>
                        <a:pt x="595" y="0"/>
                      </a:moveTo>
                      <a:cubicBezTo>
                        <a:pt x="588" y="0"/>
                        <a:pt x="581" y="3"/>
                        <a:pt x="575" y="9"/>
                      </a:cubicBezTo>
                      <a:cubicBezTo>
                        <a:pt x="389" y="216"/>
                        <a:pt x="197" y="420"/>
                        <a:pt x="28" y="639"/>
                      </a:cubicBezTo>
                      <a:cubicBezTo>
                        <a:pt x="0" y="673"/>
                        <a:pt x="31" y="717"/>
                        <a:pt x="65" y="717"/>
                      </a:cubicBezTo>
                      <a:cubicBezTo>
                        <a:pt x="76" y="717"/>
                        <a:pt x="87" y="713"/>
                        <a:pt x="97" y="701"/>
                      </a:cubicBezTo>
                      <a:cubicBezTo>
                        <a:pt x="276" y="489"/>
                        <a:pt x="441" y="264"/>
                        <a:pt x="618" y="49"/>
                      </a:cubicBezTo>
                      <a:cubicBezTo>
                        <a:pt x="636" y="27"/>
                        <a:pt x="616" y="0"/>
                        <a:pt x="59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4" name="Google Shape;2154;p44"/>
                <p:cNvSpPr/>
                <p:nvPr/>
              </p:nvSpPr>
              <p:spPr>
                <a:xfrm>
                  <a:off x="6555836" y="2093293"/>
                  <a:ext cx="54246" cy="56838"/>
                </a:xfrm>
                <a:custGeom>
                  <a:rect b="b" l="l" r="r" t="t"/>
                  <a:pathLst>
                    <a:path extrusionOk="0" h="614" w="586">
                      <a:moveTo>
                        <a:pt x="545" y="1"/>
                      </a:moveTo>
                      <a:cubicBezTo>
                        <a:pt x="538" y="1"/>
                        <a:pt x="531" y="3"/>
                        <a:pt x="524" y="10"/>
                      </a:cubicBezTo>
                      <a:cubicBezTo>
                        <a:pt x="359" y="185"/>
                        <a:pt x="195" y="362"/>
                        <a:pt x="30" y="537"/>
                      </a:cubicBezTo>
                      <a:cubicBezTo>
                        <a:pt x="0" y="570"/>
                        <a:pt x="32" y="614"/>
                        <a:pt x="65" y="614"/>
                      </a:cubicBezTo>
                      <a:cubicBezTo>
                        <a:pt x="76" y="614"/>
                        <a:pt x="88" y="609"/>
                        <a:pt x="97" y="598"/>
                      </a:cubicBezTo>
                      <a:cubicBezTo>
                        <a:pt x="253" y="414"/>
                        <a:pt x="409" y="231"/>
                        <a:pt x="568" y="47"/>
                      </a:cubicBezTo>
                      <a:cubicBezTo>
                        <a:pt x="585" y="27"/>
                        <a:pt x="567" y="1"/>
                        <a:pt x="54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5" name="Google Shape;2155;p44"/>
                <p:cNvSpPr/>
                <p:nvPr/>
              </p:nvSpPr>
              <p:spPr>
                <a:xfrm>
                  <a:off x="6568795" y="2097736"/>
                  <a:ext cx="53691" cy="54987"/>
                </a:xfrm>
                <a:custGeom>
                  <a:rect b="b" l="l" r="r" t="t"/>
                  <a:pathLst>
                    <a:path extrusionOk="0" h="594" w="580">
                      <a:moveTo>
                        <a:pt x="544" y="1"/>
                      </a:moveTo>
                      <a:cubicBezTo>
                        <a:pt x="537" y="1"/>
                        <a:pt x="531" y="3"/>
                        <a:pt x="526" y="8"/>
                      </a:cubicBezTo>
                      <a:cubicBezTo>
                        <a:pt x="507" y="22"/>
                        <a:pt x="488" y="39"/>
                        <a:pt x="472" y="58"/>
                      </a:cubicBezTo>
                      <a:cubicBezTo>
                        <a:pt x="470" y="60"/>
                        <a:pt x="470" y="64"/>
                        <a:pt x="470" y="66"/>
                      </a:cubicBezTo>
                      <a:cubicBezTo>
                        <a:pt x="326" y="218"/>
                        <a:pt x="188" y="375"/>
                        <a:pt x="34" y="518"/>
                      </a:cubicBezTo>
                      <a:cubicBezTo>
                        <a:pt x="1" y="549"/>
                        <a:pt x="33" y="593"/>
                        <a:pt x="68" y="593"/>
                      </a:cubicBezTo>
                      <a:cubicBezTo>
                        <a:pt x="79" y="593"/>
                        <a:pt x="91" y="589"/>
                        <a:pt x="101" y="579"/>
                      </a:cubicBezTo>
                      <a:cubicBezTo>
                        <a:pt x="267" y="412"/>
                        <a:pt x="436" y="233"/>
                        <a:pt x="565" y="35"/>
                      </a:cubicBezTo>
                      <a:cubicBezTo>
                        <a:pt x="579" y="17"/>
                        <a:pt x="562" y="1"/>
                        <a:pt x="544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6" name="Google Shape;2156;p44"/>
                <p:cNvSpPr/>
                <p:nvPr/>
              </p:nvSpPr>
              <p:spPr>
                <a:xfrm>
                  <a:off x="6592400" y="2094774"/>
                  <a:ext cx="46007" cy="58227"/>
                </a:xfrm>
                <a:custGeom>
                  <a:rect b="b" l="l" r="r" t="t"/>
                  <a:pathLst>
                    <a:path extrusionOk="0" h="629" w="497">
                      <a:moveTo>
                        <a:pt x="470" y="0"/>
                      </a:moveTo>
                      <a:cubicBezTo>
                        <a:pt x="465" y="0"/>
                        <a:pt x="460" y="2"/>
                        <a:pt x="456" y="6"/>
                      </a:cubicBezTo>
                      <a:cubicBezTo>
                        <a:pt x="369" y="113"/>
                        <a:pt x="281" y="217"/>
                        <a:pt x="194" y="323"/>
                      </a:cubicBezTo>
                      <a:cubicBezTo>
                        <a:pt x="152" y="375"/>
                        <a:pt x="112" y="425"/>
                        <a:pt x="71" y="475"/>
                      </a:cubicBezTo>
                      <a:cubicBezTo>
                        <a:pt x="46" y="505"/>
                        <a:pt x="6" y="536"/>
                        <a:pt x="2" y="575"/>
                      </a:cubicBezTo>
                      <a:cubicBezTo>
                        <a:pt x="0" y="600"/>
                        <a:pt x="18" y="629"/>
                        <a:pt x="43" y="629"/>
                      </a:cubicBezTo>
                      <a:cubicBezTo>
                        <a:pt x="48" y="629"/>
                        <a:pt x="53" y="628"/>
                        <a:pt x="58" y="625"/>
                      </a:cubicBezTo>
                      <a:cubicBezTo>
                        <a:pt x="60" y="625"/>
                        <a:pt x="62" y="625"/>
                        <a:pt x="64" y="623"/>
                      </a:cubicBezTo>
                      <a:cubicBezTo>
                        <a:pt x="79" y="617"/>
                        <a:pt x="94" y="600"/>
                        <a:pt x="94" y="582"/>
                      </a:cubicBezTo>
                      <a:cubicBezTo>
                        <a:pt x="117" y="530"/>
                        <a:pt x="177" y="469"/>
                        <a:pt x="208" y="423"/>
                      </a:cubicBezTo>
                      <a:lnTo>
                        <a:pt x="308" y="282"/>
                      </a:lnTo>
                      <a:cubicBezTo>
                        <a:pt x="369" y="198"/>
                        <a:pt x="429" y="113"/>
                        <a:pt x="488" y="27"/>
                      </a:cubicBezTo>
                      <a:cubicBezTo>
                        <a:pt x="497" y="15"/>
                        <a:pt x="483" y="0"/>
                        <a:pt x="47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7" name="Google Shape;2157;p44"/>
                <p:cNvSpPr/>
                <p:nvPr/>
              </p:nvSpPr>
              <p:spPr>
                <a:xfrm>
                  <a:off x="6607952" y="2093848"/>
                  <a:ext cx="47026" cy="51654"/>
                </a:xfrm>
                <a:custGeom>
                  <a:rect b="b" l="l" r="r" t="t"/>
                  <a:pathLst>
                    <a:path extrusionOk="0" h="558" w="508">
                      <a:moveTo>
                        <a:pt x="481" y="0"/>
                      </a:moveTo>
                      <a:cubicBezTo>
                        <a:pt x="476" y="0"/>
                        <a:pt x="472" y="2"/>
                        <a:pt x="468" y="6"/>
                      </a:cubicBezTo>
                      <a:cubicBezTo>
                        <a:pt x="317" y="164"/>
                        <a:pt x="169" y="327"/>
                        <a:pt x="26" y="492"/>
                      </a:cubicBezTo>
                      <a:cubicBezTo>
                        <a:pt x="1" y="520"/>
                        <a:pt x="30" y="558"/>
                        <a:pt x="58" y="558"/>
                      </a:cubicBezTo>
                      <a:cubicBezTo>
                        <a:pt x="68" y="558"/>
                        <a:pt x="77" y="554"/>
                        <a:pt x="84" y="544"/>
                      </a:cubicBezTo>
                      <a:cubicBezTo>
                        <a:pt x="215" y="367"/>
                        <a:pt x="351" y="196"/>
                        <a:pt x="497" y="31"/>
                      </a:cubicBezTo>
                      <a:cubicBezTo>
                        <a:pt x="508" y="17"/>
                        <a:pt x="495" y="0"/>
                        <a:pt x="48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8" name="Google Shape;2158;p44"/>
                <p:cNvSpPr/>
                <p:nvPr/>
              </p:nvSpPr>
              <p:spPr>
                <a:xfrm>
                  <a:off x="6614524" y="2093663"/>
                  <a:ext cx="56190" cy="61374"/>
                </a:xfrm>
                <a:custGeom>
                  <a:rect b="b" l="l" r="r" t="t"/>
                  <a:pathLst>
                    <a:path extrusionOk="0" h="663" w="607">
                      <a:moveTo>
                        <a:pt x="573" y="1"/>
                      </a:moveTo>
                      <a:cubicBezTo>
                        <a:pt x="568" y="1"/>
                        <a:pt x="562" y="3"/>
                        <a:pt x="557" y="8"/>
                      </a:cubicBezTo>
                      <a:cubicBezTo>
                        <a:pt x="374" y="194"/>
                        <a:pt x="194" y="385"/>
                        <a:pt x="30" y="590"/>
                      </a:cubicBezTo>
                      <a:cubicBezTo>
                        <a:pt x="0" y="625"/>
                        <a:pt x="30" y="663"/>
                        <a:pt x="63" y="663"/>
                      </a:cubicBezTo>
                      <a:cubicBezTo>
                        <a:pt x="77" y="663"/>
                        <a:pt x="92" y="656"/>
                        <a:pt x="103" y="640"/>
                      </a:cubicBezTo>
                      <a:cubicBezTo>
                        <a:pt x="253" y="427"/>
                        <a:pt x="413" y="227"/>
                        <a:pt x="590" y="37"/>
                      </a:cubicBezTo>
                      <a:cubicBezTo>
                        <a:pt x="606" y="21"/>
                        <a:pt x="591" y="1"/>
                        <a:pt x="57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9" name="Google Shape;2159;p44"/>
                <p:cNvSpPr/>
                <p:nvPr/>
              </p:nvSpPr>
              <p:spPr>
                <a:xfrm>
                  <a:off x="6636648" y="2081907"/>
                  <a:ext cx="56283" cy="60078"/>
                </a:xfrm>
                <a:custGeom>
                  <a:rect b="b" l="l" r="r" t="t"/>
                  <a:pathLst>
                    <a:path extrusionOk="0" h="649" w="608">
                      <a:moveTo>
                        <a:pt x="577" y="1"/>
                      </a:moveTo>
                      <a:cubicBezTo>
                        <a:pt x="572" y="1"/>
                        <a:pt x="566" y="3"/>
                        <a:pt x="562" y="8"/>
                      </a:cubicBezTo>
                      <a:cubicBezTo>
                        <a:pt x="391" y="200"/>
                        <a:pt x="216" y="387"/>
                        <a:pt x="32" y="571"/>
                      </a:cubicBezTo>
                      <a:cubicBezTo>
                        <a:pt x="1" y="602"/>
                        <a:pt x="35" y="649"/>
                        <a:pt x="70" y="649"/>
                      </a:cubicBezTo>
                      <a:cubicBezTo>
                        <a:pt x="81" y="649"/>
                        <a:pt x="92" y="644"/>
                        <a:pt x="101" y="633"/>
                      </a:cubicBezTo>
                      <a:cubicBezTo>
                        <a:pt x="270" y="437"/>
                        <a:pt x="435" y="239"/>
                        <a:pt x="593" y="37"/>
                      </a:cubicBezTo>
                      <a:cubicBezTo>
                        <a:pt x="607" y="21"/>
                        <a:pt x="593" y="1"/>
                        <a:pt x="57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0" name="Google Shape;2160;p44"/>
                <p:cNvSpPr/>
                <p:nvPr/>
              </p:nvSpPr>
              <p:spPr>
                <a:xfrm>
                  <a:off x="6654144" y="2081537"/>
                  <a:ext cx="56653" cy="59245"/>
                </a:xfrm>
                <a:custGeom>
                  <a:rect b="b" l="l" r="r" t="t"/>
                  <a:pathLst>
                    <a:path extrusionOk="0" h="640" w="612">
                      <a:moveTo>
                        <a:pt x="572" y="0"/>
                      </a:moveTo>
                      <a:cubicBezTo>
                        <a:pt x="565" y="0"/>
                        <a:pt x="558" y="3"/>
                        <a:pt x="552" y="10"/>
                      </a:cubicBezTo>
                      <a:cubicBezTo>
                        <a:pt x="379" y="193"/>
                        <a:pt x="198" y="372"/>
                        <a:pt x="31" y="560"/>
                      </a:cubicBezTo>
                      <a:cubicBezTo>
                        <a:pt x="1" y="595"/>
                        <a:pt x="34" y="639"/>
                        <a:pt x="68" y="639"/>
                      </a:cubicBezTo>
                      <a:cubicBezTo>
                        <a:pt x="79" y="639"/>
                        <a:pt x="90" y="635"/>
                        <a:pt x="100" y="625"/>
                      </a:cubicBezTo>
                      <a:cubicBezTo>
                        <a:pt x="271" y="437"/>
                        <a:pt x="429" y="239"/>
                        <a:pt x="594" y="47"/>
                      </a:cubicBezTo>
                      <a:cubicBezTo>
                        <a:pt x="611" y="27"/>
                        <a:pt x="593" y="0"/>
                        <a:pt x="57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1" name="Google Shape;2161;p44"/>
                <p:cNvSpPr/>
                <p:nvPr/>
              </p:nvSpPr>
              <p:spPr>
                <a:xfrm>
                  <a:off x="6674046" y="2073576"/>
                  <a:ext cx="52765" cy="62114"/>
                </a:xfrm>
                <a:custGeom>
                  <a:rect b="b" l="l" r="r" t="t"/>
                  <a:pathLst>
                    <a:path extrusionOk="0" h="671" w="570">
                      <a:moveTo>
                        <a:pt x="533" y="1"/>
                      </a:moveTo>
                      <a:cubicBezTo>
                        <a:pt x="527" y="1"/>
                        <a:pt x="520" y="4"/>
                        <a:pt x="514" y="10"/>
                      </a:cubicBezTo>
                      <a:cubicBezTo>
                        <a:pt x="352" y="204"/>
                        <a:pt x="181" y="394"/>
                        <a:pt x="27" y="592"/>
                      </a:cubicBezTo>
                      <a:cubicBezTo>
                        <a:pt x="0" y="628"/>
                        <a:pt x="31" y="671"/>
                        <a:pt x="64" y="671"/>
                      </a:cubicBezTo>
                      <a:cubicBezTo>
                        <a:pt x="75" y="671"/>
                        <a:pt x="86" y="666"/>
                        <a:pt x="95" y="654"/>
                      </a:cubicBezTo>
                      <a:cubicBezTo>
                        <a:pt x="256" y="458"/>
                        <a:pt x="402" y="250"/>
                        <a:pt x="554" y="48"/>
                      </a:cubicBezTo>
                      <a:cubicBezTo>
                        <a:pt x="569" y="26"/>
                        <a:pt x="552" y="1"/>
                        <a:pt x="53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2" name="Google Shape;2162;p44"/>
                <p:cNvSpPr/>
                <p:nvPr/>
              </p:nvSpPr>
              <p:spPr>
                <a:xfrm>
                  <a:off x="6691819" y="2073853"/>
                  <a:ext cx="54616" cy="55449"/>
                </a:xfrm>
                <a:custGeom>
                  <a:rect b="b" l="l" r="r" t="t"/>
                  <a:pathLst>
                    <a:path extrusionOk="0" h="599" w="590">
                      <a:moveTo>
                        <a:pt x="553" y="1"/>
                      </a:moveTo>
                      <a:cubicBezTo>
                        <a:pt x="547" y="1"/>
                        <a:pt x="540" y="3"/>
                        <a:pt x="535" y="9"/>
                      </a:cubicBezTo>
                      <a:cubicBezTo>
                        <a:pt x="368" y="180"/>
                        <a:pt x="203" y="353"/>
                        <a:pt x="33" y="522"/>
                      </a:cubicBezTo>
                      <a:cubicBezTo>
                        <a:pt x="1" y="552"/>
                        <a:pt x="35" y="598"/>
                        <a:pt x="69" y="598"/>
                      </a:cubicBezTo>
                      <a:cubicBezTo>
                        <a:pt x="80" y="598"/>
                        <a:pt x="91" y="594"/>
                        <a:pt x="99" y="583"/>
                      </a:cubicBezTo>
                      <a:cubicBezTo>
                        <a:pt x="251" y="397"/>
                        <a:pt x="412" y="220"/>
                        <a:pt x="572" y="45"/>
                      </a:cubicBezTo>
                      <a:cubicBezTo>
                        <a:pt x="590" y="26"/>
                        <a:pt x="572" y="1"/>
                        <a:pt x="55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3" name="Google Shape;2163;p44"/>
                <p:cNvSpPr/>
                <p:nvPr/>
              </p:nvSpPr>
              <p:spPr>
                <a:xfrm>
                  <a:off x="6706537" y="2070706"/>
                  <a:ext cx="54431" cy="55079"/>
                </a:xfrm>
                <a:custGeom>
                  <a:rect b="b" l="l" r="r" t="t"/>
                  <a:pathLst>
                    <a:path extrusionOk="0" h="595" w="588">
                      <a:moveTo>
                        <a:pt x="555" y="1"/>
                      </a:moveTo>
                      <a:cubicBezTo>
                        <a:pt x="549" y="1"/>
                        <a:pt x="543" y="3"/>
                        <a:pt x="538" y="8"/>
                      </a:cubicBezTo>
                      <a:cubicBezTo>
                        <a:pt x="372" y="179"/>
                        <a:pt x="205" y="352"/>
                        <a:pt x="32" y="519"/>
                      </a:cubicBezTo>
                      <a:cubicBezTo>
                        <a:pt x="0" y="549"/>
                        <a:pt x="35" y="595"/>
                        <a:pt x="70" y="595"/>
                      </a:cubicBezTo>
                      <a:cubicBezTo>
                        <a:pt x="81" y="595"/>
                        <a:pt x="92" y="590"/>
                        <a:pt x="101" y="579"/>
                      </a:cubicBezTo>
                      <a:cubicBezTo>
                        <a:pt x="253" y="396"/>
                        <a:pt x="413" y="219"/>
                        <a:pt x="572" y="39"/>
                      </a:cubicBezTo>
                      <a:cubicBezTo>
                        <a:pt x="588" y="22"/>
                        <a:pt x="572" y="1"/>
                        <a:pt x="55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4" name="Google Shape;2164;p44"/>
                <p:cNvSpPr/>
                <p:nvPr/>
              </p:nvSpPr>
              <p:spPr>
                <a:xfrm>
                  <a:off x="6724958" y="2067651"/>
                  <a:ext cx="53320" cy="53505"/>
                </a:xfrm>
                <a:custGeom>
                  <a:rect b="b" l="l" r="r" t="t"/>
                  <a:pathLst>
                    <a:path extrusionOk="0" h="578" w="576">
                      <a:moveTo>
                        <a:pt x="534" y="0"/>
                      </a:moveTo>
                      <a:cubicBezTo>
                        <a:pt x="527" y="0"/>
                        <a:pt x="521" y="2"/>
                        <a:pt x="514" y="8"/>
                      </a:cubicBezTo>
                      <a:cubicBezTo>
                        <a:pt x="348" y="164"/>
                        <a:pt x="189" y="329"/>
                        <a:pt x="33" y="493"/>
                      </a:cubicBezTo>
                      <a:cubicBezTo>
                        <a:pt x="0" y="529"/>
                        <a:pt x="36" y="577"/>
                        <a:pt x="72" y="577"/>
                      </a:cubicBezTo>
                      <a:cubicBezTo>
                        <a:pt x="84" y="577"/>
                        <a:pt x="96" y="572"/>
                        <a:pt x="106" y="560"/>
                      </a:cubicBezTo>
                      <a:cubicBezTo>
                        <a:pt x="246" y="381"/>
                        <a:pt x="400" y="212"/>
                        <a:pt x="556" y="45"/>
                      </a:cubicBezTo>
                      <a:cubicBezTo>
                        <a:pt x="576" y="26"/>
                        <a:pt x="556" y="0"/>
                        <a:pt x="53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5" name="Google Shape;2165;p44"/>
                <p:cNvSpPr/>
                <p:nvPr/>
              </p:nvSpPr>
              <p:spPr>
                <a:xfrm>
                  <a:off x="6740695" y="2068855"/>
                  <a:ext cx="48784" cy="56005"/>
                </a:xfrm>
                <a:custGeom>
                  <a:rect b="b" l="l" r="r" t="t"/>
                  <a:pathLst>
                    <a:path extrusionOk="0" h="605" w="527">
                      <a:moveTo>
                        <a:pt x="489" y="1"/>
                      </a:moveTo>
                      <a:cubicBezTo>
                        <a:pt x="482" y="1"/>
                        <a:pt x="475" y="4"/>
                        <a:pt x="470" y="11"/>
                      </a:cubicBezTo>
                      <a:cubicBezTo>
                        <a:pt x="305" y="159"/>
                        <a:pt x="155" y="349"/>
                        <a:pt x="26" y="528"/>
                      </a:cubicBezTo>
                      <a:cubicBezTo>
                        <a:pt x="1" y="563"/>
                        <a:pt x="29" y="605"/>
                        <a:pt x="60" y="605"/>
                      </a:cubicBezTo>
                      <a:cubicBezTo>
                        <a:pt x="71" y="605"/>
                        <a:pt x="81" y="600"/>
                        <a:pt x="90" y="589"/>
                      </a:cubicBezTo>
                      <a:cubicBezTo>
                        <a:pt x="230" y="409"/>
                        <a:pt x="382" y="234"/>
                        <a:pt x="511" y="49"/>
                      </a:cubicBezTo>
                      <a:cubicBezTo>
                        <a:pt x="527" y="27"/>
                        <a:pt x="509" y="1"/>
                        <a:pt x="48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6" name="Google Shape;2166;p44"/>
                <p:cNvSpPr/>
                <p:nvPr/>
              </p:nvSpPr>
              <p:spPr>
                <a:xfrm>
                  <a:off x="6765411" y="2070613"/>
                  <a:ext cx="41564" cy="49062"/>
                </a:xfrm>
                <a:custGeom>
                  <a:rect b="b" l="l" r="r" t="t"/>
                  <a:pathLst>
                    <a:path extrusionOk="0" h="530" w="449">
                      <a:moveTo>
                        <a:pt x="417" y="1"/>
                      </a:moveTo>
                      <a:cubicBezTo>
                        <a:pt x="412" y="1"/>
                        <a:pt x="406" y="2"/>
                        <a:pt x="401" y="7"/>
                      </a:cubicBezTo>
                      <a:lnTo>
                        <a:pt x="376" y="28"/>
                      </a:lnTo>
                      <a:cubicBezTo>
                        <a:pt x="373" y="32"/>
                        <a:pt x="371" y="34"/>
                        <a:pt x="371" y="38"/>
                      </a:cubicBezTo>
                      <a:cubicBezTo>
                        <a:pt x="250" y="169"/>
                        <a:pt x="142" y="315"/>
                        <a:pt x="27" y="453"/>
                      </a:cubicBezTo>
                      <a:cubicBezTo>
                        <a:pt x="1" y="487"/>
                        <a:pt x="33" y="530"/>
                        <a:pt x="64" y="530"/>
                      </a:cubicBezTo>
                      <a:cubicBezTo>
                        <a:pt x="75" y="530"/>
                        <a:pt x="86" y="525"/>
                        <a:pt x="94" y="513"/>
                      </a:cubicBezTo>
                      <a:cubicBezTo>
                        <a:pt x="209" y="355"/>
                        <a:pt x="334" y="199"/>
                        <a:pt x="438" y="32"/>
                      </a:cubicBezTo>
                      <a:cubicBezTo>
                        <a:pt x="449" y="15"/>
                        <a:pt x="434" y="1"/>
                        <a:pt x="41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7" name="Google Shape;2167;p44"/>
                <p:cNvSpPr/>
                <p:nvPr/>
              </p:nvSpPr>
              <p:spPr>
                <a:xfrm>
                  <a:off x="6784387" y="2069225"/>
                  <a:ext cx="44248" cy="45544"/>
                </a:xfrm>
                <a:custGeom>
                  <a:rect b="b" l="l" r="r" t="t"/>
                  <a:pathLst>
                    <a:path extrusionOk="0" h="492" w="478">
                      <a:moveTo>
                        <a:pt x="441" y="0"/>
                      </a:moveTo>
                      <a:cubicBezTo>
                        <a:pt x="435" y="0"/>
                        <a:pt x="430" y="3"/>
                        <a:pt x="425" y="7"/>
                      </a:cubicBezTo>
                      <a:cubicBezTo>
                        <a:pt x="291" y="143"/>
                        <a:pt x="162" y="282"/>
                        <a:pt x="31" y="420"/>
                      </a:cubicBezTo>
                      <a:cubicBezTo>
                        <a:pt x="1" y="451"/>
                        <a:pt x="32" y="491"/>
                        <a:pt x="66" y="491"/>
                      </a:cubicBezTo>
                      <a:cubicBezTo>
                        <a:pt x="80" y="491"/>
                        <a:pt x="93" y="485"/>
                        <a:pt x="104" y="470"/>
                      </a:cubicBezTo>
                      <a:cubicBezTo>
                        <a:pt x="208" y="318"/>
                        <a:pt x="331" y="174"/>
                        <a:pt x="460" y="41"/>
                      </a:cubicBezTo>
                      <a:cubicBezTo>
                        <a:pt x="478" y="23"/>
                        <a:pt x="460" y="0"/>
                        <a:pt x="44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8" name="Google Shape;2168;p44"/>
                <p:cNvSpPr/>
                <p:nvPr/>
              </p:nvSpPr>
              <p:spPr>
                <a:xfrm>
                  <a:off x="6803642" y="2057839"/>
                  <a:ext cx="44619" cy="51099"/>
                </a:xfrm>
                <a:custGeom>
                  <a:rect b="b" l="l" r="r" t="t"/>
                  <a:pathLst>
                    <a:path extrusionOk="0" h="552" w="482">
                      <a:moveTo>
                        <a:pt x="456" y="1"/>
                      </a:moveTo>
                      <a:cubicBezTo>
                        <a:pt x="451" y="1"/>
                        <a:pt x="446" y="3"/>
                        <a:pt x="442" y="7"/>
                      </a:cubicBezTo>
                      <a:cubicBezTo>
                        <a:pt x="304" y="166"/>
                        <a:pt x="165" y="322"/>
                        <a:pt x="27" y="480"/>
                      </a:cubicBezTo>
                      <a:cubicBezTo>
                        <a:pt x="0" y="512"/>
                        <a:pt x="30" y="551"/>
                        <a:pt x="61" y="551"/>
                      </a:cubicBezTo>
                      <a:cubicBezTo>
                        <a:pt x="71" y="551"/>
                        <a:pt x="81" y="547"/>
                        <a:pt x="90" y="537"/>
                      </a:cubicBezTo>
                      <a:lnTo>
                        <a:pt x="471" y="32"/>
                      </a:lnTo>
                      <a:cubicBezTo>
                        <a:pt x="482" y="18"/>
                        <a:pt x="469" y="1"/>
                        <a:pt x="456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9" name="Google Shape;2169;p44"/>
                <p:cNvSpPr/>
                <p:nvPr/>
              </p:nvSpPr>
              <p:spPr>
                <a:xfrm>
                  <a:off x="6831597" y="2050989"/>
                  <a:ext cx="40361" cy="44896"/>
                </a:xfrm>
                <a:custGeom>
                  <a:rect b="b" l="l" r="r" t="t"/>
                  <a:pathLst>
                    <a:path extrusionOk="0" h="485" w="436">
                      <a:moveTo>
                        <a:pt x="399" y="1"/>
                      </a:moveTo>
                      <a:cubicBezTo>
                        <a:pt x="393" y="1"/>
                        <a:pt x="387" y="3"/>
                        <a:pt x="382" y="8"/>
                      </a:cubicBezTo>
                      <a:cubicBezTo>
                        <a:pt x="261" y="142"/>
                        <a:pt x="142" y="277"/>
                        <a:pt x="25" y="415"/>
                      </a:cubicBezTo>
                      <a:cubicBezTo>
                        <a:pt x="0" y="446"/>
                        <a:pt x="29" y="484"/>
                        <a:pt x="58" y="484"/>
                      </a:cubicBezTo>
                      <a:cubicBezTo>
                        <a:pt x="68" y="484"/>
                        <a:pt x="78" y="480"/>
                        <a:pt x="86" y="469"/>
                      </a:cubicBezTo>
                      <a:cubicBezTo>
                        <a:pt x="192" y="323"/>
                        <a:pt x="305" y="181"/>
                        <a:pt x="419" y="42"/>
                      </a:cubicBezTo>
                      <a:cubicBezTo>
                        <a:pt x="435" y="24"/>
                        <a:pt x="418" y="1"/>
                        <a:pt x="39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0" name="Google Shape;2170;p44"/>
                <p:cNvSpPr/>
                <p:nvPr/>
              </p:nvSpPr>
              <p:spPr>
                <a:xfrm>
                  <a:off x="6847519" y="2040991"/>
                  <a:ext cx="43415" cy="48322"/>
                </a:xfrm>
                <a:custGeom>
                  <a:rect b="b" l="l" r="r" t="t"/>
                  <a:pathLst>
                    <a:path extrusionOk="0" h="522" w="469">
                      <a:moveTo>
                        <a:pt x="444" y="0"/>
                      </a:moveTo>
                      <a:cubicBezTo>
                        <a:pt x="439" y="0"/>
                        <a:pt x="435" y="2"/>
                        <a:pt x="431" y="6"/>
                      </a:cubicBezTo>
                      <a:cubicBezTo>
                        <a:pt x="297" y="154"/>
                        <a:pt x="168" y="304"/>
                        <a:pt x="30" y="448"/>
                      </a:cubicBezTo>
                      <a:cubicBezTo>
                        <a:pt x="1" y="479"/>
                        <a:pt x="34" y="521"/>
                        <a:pt x="66" y="521"/>
                      </a:cubicBezTo>
                      <a:cubicBezTo>
                        <a:pt x="76" y="521"/>
                        <a:pt x="87" y="517"/>
                        <a:pt x="95" y="506"/>
                      </a:cubicBezTo>
                      <a:cubicBezTo>
                        <a:pt x="212" y="344"/>
                        <a:pt x="337" y="189"/>
                        <a:pt x="458" y="31"/>
                      </a:cubicBezTo>
                      <a:cubicBezTo>
                        <a:pt x="469" y="17"/>
                        <a:pt x="457" y="0"/>
                        <a:pt x="44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1" name="Google Shape;2171;p44"/>
                <p:cNvSpPr/>
                <p:nvPr/>
              </p:nvSpPr>
              <p:spPr>
                <a:xfrm>
                  <a:off x="6877326" y="2036641"/>
                  <a:ext cx="39527" cy="40546"/>
                </a:xfrm>
                <a:custGeom>
                  <a:rect b="b" l="l" r="r" t="t"/>
                  <a:pathLst>
                    <a:path extrusionOk="0" h="438" w="427">
                      <a:moveTo>
                        <a:pt x="378" y="0"/>
                      </a:moveTo>
                      <a:cubicBezTo>
                        <a:pt x="372" y="0"/>
                        <a:pt x="366" y="2"/>
                        <a:pt x="361" y="7"/>
                      </a:cubicBezTo>
                      <a:cubicBezTo>
                        <a:pt x="238" y="111"/>
                        <a:pt x="125" y="226"/>
                        <a:pt x="29" y="357"/>
                      </a:cubicBezTo>
                      <a:cubicBezTo>
                        <a:pt x="0" y="397"/>
                        <a:pt x="32" y="437"/>
                        <a:pt x="67" y="437"/>
                      </a:cubicBezTo>
                      <a:cubicBezTo>
                        <a:pt x="82" y="437"/>
                        <a:pt x="97" y="430"/>
                        <a:pt x="109" y="411"/>
                      </a:cubicBezTo>
                      <a:cubicBezTo>
                        <a:pt x="190" y="280"/>
                        <a:pt x="288" y="159"/>
                        <a:pt x="405" y="57"/>
                      </a:cubicBezTo>
                      <a:cubicBezTo>
                        <a:pt x="426" y="37"/>
                        <a:pt x="403" y="0"/>
                        <a:pt x="378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2" name="Google Shape;2172;p44"/>
                <p:cNvSpPr/>
                <p:nvPr/>
              </p:nvSpPr>
              <p:spPr>
                <a:xfrm>
                  <a:off x="6904171" y="2028957"/>
                  <a:ext cx="37398" cy="37213"/>
                </a:xfrm>
                <a:custGeom>
                  <a:rect b="b" l="l" r="r" t="t"/>
                  <a:pathLst>
                    <a:path extrusionOk="0" h="402" w="404">
                      <a:moveTo>
                        <a:pt x="363" y="0"/>
                      </a:moveTo>
                      <a:cubicBezTo>
                        <a:pt x="356" y="0"/>
                        <a:pt x="348" y="3"/>
                        <a:pt x="342" y="9"/>
                      </a:cubicBezTo>
                      <a:cubicBezTo>
                        <a:pt x="229" y="107"/>
                        <a:pt x="125" y="213"/>
                        <a:pt x="27" y="326"/>
                      </a:cubicBezTo>
                      <a:cubicBezTo>
                        <a:pt x="0" y="359"/>
                        <a:pt x="32" y="401"/>
                        <a:pt x="63" y="401"/>
                      </a:cubicBezTo>
                      <a:cubicBezTo>
                        <a:pt x="73" y="401"/>
                        <a:pt x="83" y="397"/>
                        <a:pt x="92" y="386"/>
                      </a:cubicBezTo>
                      <a:cubicBezTo>
                        <a:pt x="181" y="265"/>
                        <a:pt x="277" y="153"/>
                        <a:pt x="383" y="46"/>
                      </a:cubicBezTo>
                      <a:cubicBezTo>
                        <a:pt x="404" y="26"/>
                        <a:pt x="385" y="0"/>
                        <a:pt x="3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3" name="Google Shape;2173;p44"/>
                <p:cNvSpPr/>
                <p:nvPr/>
              </p:nvSpPr>
              <p:spPr>
                <a:xfrm>
                  <a:off x="6926017" y="2031734"/>
                  <a:ext cx="26660" cy="23698"/>
                </a:xfrm>
                <a:custGeom>
                  <a:rect b="b" l="l" r="r" t="t"/>
                  <a:pathLst>
                    <a:path extrusionOk="0" h="256" w="288">
                      <a:moveTo>
                        <a:pt x="260" y="0"/>
                      </a:moveTo>
                      <a:cubicBezTo>
                        <a:pt x="256" y="0"/>
                        <a:pt x="251" y="2"/>
                        <a:pt x="247" y="6"/>
                      </a:cubicBezTo>
                      <a:cubicBezTo>
                        <a:pt x="177" y="71"/>
                        <a:pt x="108" y="133"/>
                        <a:pt x="31" y="191"/>
                      </a:cubicBezTo>
                      <a:cubicBezTo>
                        <a:pt x="0" y="216"/>
                        <a:pt x="24" y="256"/>
                        <a:pt x="51" y="256"/>
                      </a:cubicBezTo>
                      <a:cubicBezTo>
                        <a:pt x="59" y="256"/>
                        <a:pt x="67" y="252"/>
                        <a:pt x="74" y="244"/>
                      </a:cubicBezTo>
                      <a:cubicBezTo>
                        <a:pt x="137" y="168"/>
                        <a:pt x="206" y="100"/>
                        <a:pt x="275" y="31"/>
                      </a:cubicBezTo>
                      <a:cubicBezTo>
                        <a:pt x="287" y="18"/>
                        <a:pt x="274" y="0"/>
                        <a:pt x="26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4" name="Google Shape;2174;p44"/>
                <p:cNvSpPr/>
                <p:nvPr/>
              </p:nvSpPr>
              <p:spPr>
                <a:xfrm>
                  <a:off x="6945642" y="2025718"/>
                  <a:ext cx="25827" cy="21754"/>
                </a:xfrm>
                <a:custGeom>
                  <a:rect b="b" l="l" r="r" t="t"/>
                  <a:pathLst>
                    <a:path extrusionOk="0" h="235" w="279">
                      <a:moveTo>
                        <a:pt x="237" y="1"/>
                      </a:moveTo>
                      <a:cubicBezTo>
                        <a:pt x="233" y="1"/>
                        <a:pt x="228" y="2"/>
                        <a:pt x="223" y="4"/>
                      </a:cubicBezTo>
                      <a:cubicBezTo>
                        <a:pt x="148" y="48"/>
                        <a:pt x="81" y="104"/>
                        <a:pt x="25" y="171"/>
                      </a:cubicBezTo>
                      <a:cubicBezTo>
                        <a:pt x="0" y="202"/>
                        <a:pt x="25" y="235"/>
                        <a:pt x="53" y="235"/>
                      </a:cubicBezTo>
                      <a:cubicBezTo>
                        <a:pt x="65" y="235"/>
                        <a:pt x="78" y="229"/>
                        <a:pt x="88" y="215"/>
                      </a:cubicBezTo>
                      <a:cubicBezTo>
                        <a:pt x="133" y="150"/>
                        <a:pt x="190" y="96"/>
                        <a:pt x="254" y="52"/>
                      </a:cubicBezTo>
                      <a:cubicBezTo>
                        <a:pt x="279" y="35"/>
                        <a:pt x="262" y="1"/>
                        <a:pt x="23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5" name="Google Shape;2175;p44"/>
                <p:cNvSpPr/>
                <p:nvPr/>
              </p:nvSpPr>
              <p:spPr>
                <a:xfrm>
                  <a:off x="6966470" y="2023403"/>
                  <a:ext cx="22217" cy="20180"/>
                </a:xfrm>
                <a:custGeom>
                  <a:rect b="b" l="l" r="r" t="t"/>
                  <a:pathLst>
                    <a:path extrusionOk="0" h="218" w="240">
                      <a:moveTo>
                        <a:pt x="192" y="1"/>
                      </a:moveTo>
                      <a:cubicBezTo>
                        <a:pt x="185" y="1"/>
                        <a:pt x="176" y="4"/>
                        <a:pt x="169" y="10"/>
                      </a:cubicBezTo>
                      <a:cubicBezTo>
                        <a:pt x="125" y="56"/>
                        <a:pt x="79" y="102"/>
                        <a:pt x="33" y="144"/>
                      </a:cubicBezTo>
                      <a:cubicBezTo>
                        <a:pt x="0" y="172"/>
                        <a:pt x="36" y="218"/>
                        <a:pt x="69" y="218"/>
                      </a:cubicBezTo>
                      <a:cubicBezTo>
                        <a:pt x="80" y="218"/>
                        <a:pt x="90" y="213"/>
                        <a:pt x="98" y="202"/>
                      </a:cubicBezTo>
                      <a:cubicBezTo>
                        <a:pt x="136" y="152"/>
                        <a:pt x="177" y="104"/>
                        <a:pt x="219" y="56"/>
                      </a:cubicBezTo>
                      <a:cubicBezTo>
                        <a:pt x="240" y="31"/>
                        <a:pt x="218" y="1"/>
                        <a:pt x="19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176" name="Google Shape;2176;p44"/>
              <p:cNvSpPr/>
              <p:nvPr/>
            </p:nvSpPr>
            <p:spPr>
              <a:xfrm flipH="1" rot="706238">
                <a:off x="6960636" y="3957986"/>
                <a:ext cx="1393090" cy="842974"/>
              </a:xfrm>
              <a:custGeom>
                <a:rect b="b" l="l" r="r" t="t"/>
                <a:pathLst>
                  <a:path extrusionOk="0" h="33718" w="55722">
                    <a:moveTo>
                      <a:pt x="3239" y="3334"/>
                    </a:moveTo>
                    <a:lnTo>
                      <a:pt x="0" y="25146"/>
                    </a:lnTo>
                    <a:lnTo>
                      <a:pt x="2858" y="24860"/>
                    </a:lnTo>
                    <a:lnTo>
                      <a:pt x="15431" y="24003"/>
                    </a:lnTo>
                    <a:lnTo>
                      <a:pt x="31623" y="24955"/>
                    </a:lnTo>
                    <a:lnTo>
                      <a:pt x="30957" y="30289"/>
                    </a:lnTo>
                    <a:lnTo>
                      <a:pt x="31147" y="33623"/>
                    </a:lnTo>
                    <a:lnTo>
                      <a:pt x="32100" y="33718"/>
                    </a:lnTo>
                    <a:lnTo>
                      <a:pt x="53531" y="23241"/>
                    </a:lnTo>
                    <a:lnTo>
                      <a:pt x="55722" y="18097"/>
                    </a:lnTo>
                    <a:lnTo>
                      <a:pt x="38100" y="2381"/>
                    </a:lnTo>
                    <a:lnTo>
                      <a:pt x="33624" y="4096"/>
                    </a:lnTo>
                    <a:lnTo>
                      <a:pt x="32862" y="7810"/>
                    </a:lnTo>
                    <a:lnTo>
                      <a:pt x="743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77" name="Google Shape;2177;p44"/>
              <p:cNvSpPr/>
              <p:nvPr/>
            </p:nvSpPr>
            <p:spPr>
              <a:xfrm flipH="1" rot="578533">
                <a:off x="6963034" y="3983134"/>
                <a:ext cx="1383279" cy="816986"/>
              </a:xfrm>
              <a:custGeom>
                <a:rect b="b" l="l" r="r" t="t"/>
                <a:pathLst>
                  <a:path extrusionOk="0" h="20092" w="30366">
                    <a:moveTo>
                      <a:pt x="19044" y="589"/>
                    </a:moveTo>
                    <a:lnTo>
                      <a:pt x="18913" y="1375"/>
                    </a:lnTo>
                    <a:lnTo>
                      <a:pt x="18521" y="1571"/>
                    </a:lnTo>
                    <a:lnTo>
                      <a:pt x="18128" y="1833"/>
                    </a:lnTo>
                    <a:lnTo>
                      <a:pt x="17801" y="2029"/>
                    </a:lnTo>
                    <a:lnTo>
                      <a:pt x="17474" y="2356"/>
                    </a:lnTo>
                    <a:lnTo>
                      <a:pt x="17474" y="1702"/>
                    </a:lnTo>
                    <a:lnTo>
                      <a:pt x="18259" y="1178"/>
                    </a:lnTo>
                    <a:lnTo>
                      <a:pt x="19044" y="589"/>
                    </a:lnTo>
                    <a:close/>
                    <a:moveTo>
                      <a:pt x="18913" y="1571"/>
                    </a:moveTo>
                    <a:lnTo>
                      <a:pt x="18848" y="2226"/>
                    </a:lnTo>
                    <a:lnTo>
                      <a:pt x="18782" y="2226"/>
                    </a:lnTo>
                    <a:lnTo>
                      <a:pt x="18455" y="2487"/>
                    </a:lnTo>
                    <a:lnTo>
                      <a:pt x="18063" y="2749"/>
                    </a:lnTo>
                    <a:lnTo>
                      <a:pt x="17408" y="3404"/>
                    </a:lnTo>
                    <a:lnTo>
                      <a:pt x="17408" y="3469"/>
                    </a:lnTo>
                    <a:lnTo>
                      <a:pt x="17474" y="3469"/>
                    </a:lnTo>
                    <a:lnTo>
                      <a:pt x="18193" y="2945"/>
                    </a:lnTo>
                    <a:lnTo>
                      <a:pt x="18848" y="2422"/>
                    </a:lnTo>
                    <a:lnTo>
                      <a:pt x="18913" y="4189"/>
                    </a:lnTo>
                    <a:lnTo>
                      <a:pt x="18128" y="3927"/>
                    </a:lnTo>
                    <a:lnTo>
                      <a:pt x="17343" y="3665"/>
                    </a:lnTo>
                    <a:lnTo>
                      <a:pt x="17408" y="3142"/>
                    </a:lnTo>
                    <a:lnTo>
                      <a:pt x="17474" y="2553"/>
                    </a:lnTo>
                    <a:lnTo>
                      <a:pt x="18128" y="2029"/>
                    </a:lnTo>
                    <a:lnTo>
                      <a:pt x="18913" y="1571"/>
                    </a:lnTo>
                    <a:close/>
                    <a:moveTo>
                      <a:pt x="2422" y="1702"/>
                    </a:moveTo>
                    <a:lnTo>
                      <a:pt x="2225" y="5301"/>
                    </a:lnTo>
                    <a:lnTo>
                      <a:pt x="2029" y="8835"/>
                    </a:lnTo>
                    <a:lnTo>
                      <a:pt x="1963" y="8901"/>
                    </a:lnTo>
                    <a:lnTo>
                      <a:pt x="1505" y="9817"/>
                    </a:lnTo>
                    <a:lnTo>
                      <a:pt x="1113" y="10733"/>
                    </a:lnTo>
                    <a:lnTo>
                      <a:pt x="785" y="11715"/>
                    </a:lnTo>
                    <a:lnTo>
                      <a:pt x="524" y="12697"/>
                    </a:lnTo>
                    <a:lnTo>
                      <a:pt x="589" y="10013"/>
                    </a:lnTo>
                    <a:lnTo>
                      <a:pt x="982" y="9097"/>
                    </a:lnTo>
                    <a:lnTo>
                      <a:pt x="1309" y="8115"/>
                    </a:lnTo>
                    <a:lnTo>
                      <a:pt x="1636" y="7134"/>
                    </a:lnTo>
                    <a:lnTo>
                      <a:pt x="1898" y="6152"/>
                    </a:lnTo>
                    <a:lnTo>
                      <a:pt x="1898" y="6087"/>
                    </a:lnTo>
                    <a:lnTo>
                      <a:pt x="1833" y="6087"/>
                    </a:lnTo>
                    <a:lnTo>
                      <a:pt x="1767" y="6152"/>
                    </a:lnTo>
                    <a:lnTo>
                      <a:pt x="1178" y="7919"/>
                    </a:lnTo>
                    <a:lnTo>
                      <a:pt x="589" y="9686"/>
                    </a:lnTo>
                    <a:lnTo>
                      <a:pt x="589" y="9686"/>
                    </a:lnTo>
                    <a:lnTo>
                      <a:pt x="655" y="7003"/>
                    </a:lnTo>
                    <a:lnTo>
                      <a:pt x="1440" y="5040"/>
                    </a:lnTo>
                    <a:lnTo>
                      <a:pt x="2291" y="3142"/>
                    </a:lnTo>
                    <a:lnTo>
                      <a:pt x="2291" y="3076"/>
                    </a:lnTo>
                    <a:lnTo>
                      <a:pt x="2225" y="3076"/>
                    </a:lnTo>
                    <a:lnTo>
                      <a:pt x="2160" y="3011"/>
                    </a:lnTo>
                    <a:lnTo>
                      <a:pt x="2160" y="3076"/>
                    </a:lnTo>
                    <a:lnTo>
                      <a:pt x="1702" y="3927"/>
                    </a:lnTo>
                    <a:lnTo>
                      <a:pt x="1309" y="4778"/>
                    </a:lnTo>
                    <a:lnTo>
                      <a:pt x="655" y="6610"/>
                    </a:lnTo>
                    <a:lnTo>
                      <a:pt x="720" y="3796"/>
                    </a:lnTo>
                    <a:lnTo>
                      <a:pt x="785" y="3731"/>
                    </a:lnTo>
                    <a:lnTo>
                      <a:pt x="1047" y="3469"/>
                    </a:lnTo>
                    <a:lnTo>
                      <a:pt x="1309" y="3142"/>
                    </a:lnTo>
                    <a:lnTo>
                      <a:pt x="1833" y="2487"/>
                    </a:lnTo>
                    <a:lnTo>
                      <a:pt x="2422" y="1702"/>
                    </a:lnTo>
                    <a:close/>
                    <a:moveTo>
                      <a:pt x="29842" y="9097"/>
                    </a:moveTo>
                    <a:lnTo>
                      <a:pt x="29384" y="10406"/>
                    </a:lnTo>
                    <a:lnTo>
                      <a:pt x="28992" y="11715"/>
                    </a:lnTo>
                    <a:lnTo>
                      <a:pt x="26505" y="13678"/>
                    </a:lnTo>
                    <a:lnTo>
                      <a:pt x="26505" y="13678"/>
                    </a:lnTo>
                    <a:lnTo>
                      <a:pt x="27552" y="12042"/>
                    </a:lnTo>
                    <a:lnTo>
                      <a:pt x="28533" y="10406"/>
                    </a:lnTo>
                    <a:lnTo>
                      <a:pt x="28533" y="10275"/>
                    </a:lnTo>
                    <a:lnTo>
                      <a:pt x="29842" y="9097"/>
                    </a:lnTo>
                    <a:close/>
                    <a:moveTo>
                      <a:pt x="18455" y="12827"/>
                    </a:moveTo>
                    <a:lnTo>
                      <a:pt x="17932" y="13547"/>
                    </a:lnTo>
                    <a:lnTo>
                      <a:pt x="17343" y="14202"/>
                    </a:lnTo>
                    <a:lnTo>
                      <a:pt x="15707" y="14333"/>
                    </a:lnTo>
                    <a:lnTo>
                      <a:pt x="16230" y="13678"/>
                    </a:lnTo>
                    <a:lnTo>
                      <a:pt x="16754" y="13024"/>
                    </a:lnTo>
                    <a:lnTo>
                      <a:pt x="18455" y="12827"/>
                    </a:lnTo>
                    <a:close/>
                    <a:moveTo>
                      <a:pt x="16426" y="13089"/>
                    </a:moveTo>
                    <a:lnTo>
                      <a:pt x="15903" y="13678"/>
                    </a:lnTo>
                    <a:lnTo>
                      <a:pt x="15576" y="14333"/>
                    </a:lnTo>
                    <a:lnTo>
                      <a:pt x="14136" y="14398"/>
                    </a:lnTo>
                    <a:lnTo>
                      <a:pt x="14463" y="13809"/>
                    </a:lnTo>
                    <a:lnTo>
                      <a:pt x="14921" y="13220"/>
                    </a:lnTo>
                    <a:lnTo>
                      <a:pt x="16426" y="13089"/>
                    </a:lnTo>
                    <a:close/>
                    <a:moveTo>
                      <a:pt x="14594" y="13220"/>
                    </a:moveTo>
                    <a:lnTo>
                      <a:pt x="14398" y="13482"/>
                    </a:lnTo>
                    <a:lnTo>
                      <a:pt x="14201" y="13809"/>
                    </a:lnTo>
                    <a:lnTo>
                      <a:pt x="13940" y="14464"/>
                    </a:lnTo>
                    <a:lnTo>
                      <a:pt x="12434" y="14529"/>
                    </a:lnTo>
                    <a:lnTo>
                      <a:pt x="12827" y="13940"/>
                    </a:lnTo>
                    <a:lnTo>
                      <a:pt x="13285" y="13351"/>
                    </a:lnTo>
                    <a:lnTo>
                      <a:pt x="13285" y="13286"/>
                    </a:lnTo>
                    <a:lnTo>
                      <a:pt x="14594" y="13220"/>
                    </a:lnTo>
                    <a:close/>
                    <a:moveTo>
                      <a:pt x="2029" y="8966"/>
                    </a:moveTo>
                    <a:lnTo>
                      <a:pt x="1963" y="10995"/>
                    </a:lnTo>
                    <a:lnTo>
                      <a:pt x="1178" y="12762"/>
                    </a:lnTo>
                    <a:lnTo>
                      <a:pt x="458" y="14594"/>
                    </a:lnTo>
                    <a:lnTo>
                      <a:pt x="524" y="12827"/>
                    </a:lnTo>
                    <a:lnTo>
                      <a:pt x="524" y="12893"/>
                    </a:lnTo>
                    <a:lnTo>
                      <a:pt x="589" y="12827"/>
                    </a:lnTo>
                    <a:lnTo>
                      <a:pt x="916" y="11846"/>
                    </a:lnTo>
                    <a:lnTo>
                      <a:pt x="1244" y="10864"/>
                    </a:lnTo>
                    <a:lnTo>
                      <a:pt x="2029" y="8966"/>
                    </a:lnTo>
                    <a:close/>
                    <a:moveTo>
                      <a:pt x="13089" y="13351"/>
                    </a:moveTo>
                    <a:lnTo>
                      <a:pt x="12631" y="13940"/>
                    </a:lnTo>
                    <a:lnTo>
                      <a:pt x="12238" y="14594"/>
                    </a:lnTo>
                    <a:lnTo>
                      <a:pt x="10602" y="14725"/>
                    </a:lnTo>
                    <a:lnTo>
                      <a:pt x="11518" y="13416"/>
                    </a:lnTo>
                    <a:lnTo>
                      <a:pt x="13089" y="13351"/>
                    </a:lnTo>
                    <a:close/>
                    <a:moveTo>
                      <a:pt x="11256" y="13482"/>
                    </a:moveTo>
                    <a:lnTo>
                      <a:pt x="10471" y="14725"/>
                    </a:lnTo>
                    <a:lnTo>
                      <a:pt x="8900" y="14922"/>
                    </a:lnTo>
                    <a:lnTo>
                      <a:pt x="9293" y="14267"/>
                    </a:lnTo>
                    <a:lnTo>
                      <a:pt x="9686" y="13678"/>
                    </a:lnTo>
                    <a:lnTo>
                      <a:pt x="9686" y="13613"/>
                    </a:lnTo>
                    <a:lnTo>
                      <a:pt x="10864" y="13482"/>
                    </a:lnTo>
                    <a:close/>
                    <a:moveTo>
                      <a:pt x="19175" y="12697"/>
                    </a:moveTo>
                    <a:lnTo>
                      <a:pt x="18979" y="14071"/>
                    </a:lnTo>
                    <a:lnTo>
                      <a:pt x="18979" y="14136"/>
                    </a:lnTo>
                    <a:lnTo>
                      <a:pt x="18324" y="14922"/>
                    </a:lnTo>
                    <a:lnTo>
                      <a:pt x="17670" y="15838"/>
                    </a:lnTo>
                    <a:lnTo>
                      <a:pt x="17604" y="14529"/>
                    </a:lnTo>
                    <a:lnTo>
                      <a:pt x="17670" y="14398"/>
                    </a:lnTo>
                    <a:lnTo>
                      <a:pt x="17604" y="14267"/>
                    </a:lnTo>
                    <a:lnTo>
                      <a:pt x="17997" y="13940"/>
                    </a:lnTo>
                    <a:lnTo>
                      <a:pt x="18324" y="13547"/>
                    </a:lnTo>
                    <a:lnTo>
                      <a:pt x="18652" y="13155"/>
                    </a:lnTo>
                    <a:lnTo>
                      <a:pt x="18979" y="12762"/>
                    </a:lnTo>
                    <a:lnTo>
                      <a:pt x="19175" y="12697"/>
                    </a:lnTo>
                    <a:close/>
                    <a:moveTo>
                      <a:pt x="9489" y="13613"/>
                    </a:moveTo>
                    <a:lnTo>
                      <a:pt x="9097" y="14267"/>
                    </a:lnTo>
                    <a:lnTo>
                      <a:pt x="8704" y="14922"/>
                    </a:lnTo>
                    <a:lnTo>
                      <a:pt x="7330" y="15118"/>
                    </a:lnTo>
                    <a:lnTo>
                      <a:pt x="7330" y="15118"/>
                    </a:lnTo>
                    <a:lnTo>
                      <a:pt x="7592" y="14791"/>
                    </a:lnTo>
                    <a:lnTo>
                      <a:pt x="7919" y="14333"/>
                    </a:lnTo>
                    <a:lnTo>
                      <a:pt x="8181" y="13875"/>
                    </a:lnTo>
                    <a:lnTo>
                      <a:pt x="8181" y="13809"/>
                    </a:lnTo>
                    <a:lnTo>
                      <a:pt x="8050" y="13809"/>
                    </a:lnTo>
                    <a:lnTo>
                      <a:pt x="7592" y="14529"/>
                    </a:lnTo>
                    <a:lnTo>
                      <a:pt x="7395" y="14856"/>
                    </a:lnTo>
                    <a:lnTo>
                      <a:pt x="7133" y="15183"/>
                    </a:lnTo>
                    <a:lnTo>
                      <a:pt x="6937" y="15183"/>
                    </a:lnTo>
                    <a:lnTo>
                      <a:pt x="5301" y="15511"/>
                    </a:lnTo>
                    <a:lnTo>
                      <a:pt x="3600" y="15903"/>
                    </a:lnTo>
                    <a:lnTo>
                      <a:pt x="3796" y="15380"/>
                    </a:lnTo>
                    <a:lnTo>
                      <a:pt x="3992" y="14922"/>
                    </a:lnTo>
                    <a:lnTo>
                      <a:pt x="4516" y="14005"/>
                    </a:lnTo>
                    <a:lnTo>
                      <a:pt x="5956" y="13875"/>
                    </a:lnTo>
                    <a:lnTo>
                      <a:pt x="5432" y="14660"/>
                    </a:lnTo>
                    <a:lnTo>
                      <a:pt x="4974" y="15445"/>
                    </a:lnTo>
                    <a:lnTo>
                      <a:pt x="4974" y="15511"/>
                    </a:lnTo>
                    <a:lnTo>
                      <a:pt x="5039" y="15511"/>
                    </a:lnTo>
                    <a:lnTo>
                      <a:pt x="5628" y="14660"/>
                    </a:lnTo>
                    <a:lnTo>
                      <a:pt x="6086" y="13875"/>
                    </a:lnTo>
                    <a:lnTo>
                      <a:pt x="9489" y="13613"/>
                    </a:lnTo>
                    <a:close/>
                    <a:moveTo>
                      <a:pt x="1963" y="11453"/>
                    </a:moveTo>
                    <a:lnTo>
                      <a:pt x="1833" y="13547"/>
                    </a:lnTo>
                    <a:lnTo>
                      <a:pt x="458" y="16230"/>
                    </a:lnTo>
                    <a:lnTo>
                      <a:pt x="458" y="15053"/>
                    </a:lnTo>
                    <a:lnTo>
                      <a:pt x="1244" y="13286"/>
                    </a:lnTo>
                    <a:lnTo>
                      <a:pt x="1963" y="11453"/>
                    </a:lnTo>
                    <a:close/>
                    <a:moveTo>
                      <a:pt x="4319" y="14071"/>
                    </a:moveTo>
                    <a:lnTo>
                      <a:pt x="3992" y="14464"/>
                    </a:lnTo>
                    <a:lnTo>
                      <a:pt x="3796" y="14922"/>
                    </a:lnTo>
                    <a:lnTo>
                      <a:pt x="3600" y="15445"/>
                    </a:lnTo>
                    <a:lnTo>
                      <a:pt x="3469" y="15969"/>
                    </a:lnTo>
                    <a:lnTo>
                      <a:pt x="2094" y="16361"/>
                    </a:lnTo>
                    <a:lnTo>
                      <a:pt x="2094" y="16361"/>
                    </a:lnTo>
                    <a:lnTo>
                      <a:pt x="2291" y="15772"/>
                    </a:lnTo>
                    <a:lnTo>
                      <a:pt x="2552" y="15183"/>
                    </a:lnTo>
                    <a:lnTo>
                      <a:pt x="2880" y="14660"/>
                    </a:lnTo>
                    <a:lnTo>
                      <a:pt x="3207" y="14136"/>
                    </a:lnTo>
                    <a:lnTo>
                      <a:pt x="4319" y="14071"/>
                    </a:lnTo>
                    <a:close/>
                    <a:moveTo>
                      <a:pt x="3011" y="14136"/>
                    </a:moveTo>
                    <a:lnTo>
                      <a:pt x="2683" y="14660"/>
                    </a:lnTo>
                    <a:lnTo>
                      <a:pt x="2356" y="15249"/>
                    </a:lnTo>
                    <a:lnTo>
                      <a:pt x="2160" y="15772"/>
                    </a:lnTo>
                    <a:lnTo>
                      <a:pt x="1963" y="16361"/>
                    </a:lnTo>
                    <a:lnTo>
                      <a:pt x="589" y="16885"/>
                    </a:lnTo>
                    <a:lnTo>
                      <a:pt x="2029" y="14202"/>
                    </a:lnTo>
                    <a:lnTo>
                      <a:pt x="2094" y="14202"/>
                    </a:lnTo>
                    <a:lnTo>
                      <a:pt x="3011" y="14136"/>
                    </a:lnTo>
                    <a:close/>
                    <a:moveTo>
                      <a:pt x="19502" y="655"/>
                    </a:moveTo>
                    <a:lnTo>
                      <a:pt x="22120" y="2487"/>
                    </a:lnTo>
                    <a:lnTo>
                      <a:pt x="24672" y="4385"/>
                    </a:lnTo>
                    <a:lnTo>
                      <a:pt x="27225" y="6414"/>
                    </a:lnTo>
                    <a:lnTo>
                      <a:pt x="29711" y="8443"/>
                    </a:lnTo>
                    <a:lnTo>
                      <a:pt x="27159" y="10668"/>
                    </a:lnTo>
                    <a:lnTo>
                      <a:pt x="24607" y="12827"/>
                    </a:lnTo>
                    <a:lnTo>
                      <a:pt x="19437" y="17016"/>
                    </a:lnTo>
                    <a:lnTo>
                      <a:pt x="19502" y="15969"/>
                    </a:lnTo>
                    <a:lnTo>
                      <a:pt x="19502" y="14856"/>
                    </a:lnTo>
                    <a:lnTo>
                      <a:pt x="19502" y="12697"/>
                    </a:lnTo>
                    <a:lnTo>
                      <a:pt x="19437" y="12566"/>
                    </a:lnTo>
                    <a:lnTo>
                      <a:pt x="19306" y="12500"/>
                    </a:lnTo>
                    <a:lnTo>
                      <a:pt x="19240" y="12369"/>
                    </a:lnTo>
                    <a:lnTo>
                      <a:pt x="19175" y="12304"/>
                    </a:lnTo>
                    <a:lnTo>
                      <a:pt x="19110" y="12238"/>
                    </a:lnTo>
                    <a:lnTo>
                      <a:pt x="18782" y="12238"/>
                    </a:lnTo>
                    <a:lnTo>
                      <a:pt x="16754" y="12369"/>
                    </a:lnTo>
                    <a:lnTo>
                      <a:pt x="14659" y="12500"/>
                    </a:lnTo>
                    <a:lnTo>
                      <a:pt x="10602" y="12958"/>
                    </a:lnTo>
                    <a:lnTo>
                      <a:pt x="2422" y="13678"/>
                    </a:lnTo>
                    <a:lnTo>
                      <a:pt x="2422" y="13678"/>
                    </a:lnTo>
                    <a:lnTo>
                      <a:pt x="2683" y="7527"/>
                    </a:lnTo>
                    <a:lnTo>
                      <a:pt x="2749" y="4451"/>
                    </a:lnTo>
                    <a:lnTo>
                      <a:pt x="2814" y="1375"/>
                    </a:lnTo>
                    <a:lnTo>
                      <a:pt x="3796" y="1637"/>
                    </a:lnTo>
                    <a:lnTo>
                      <a:pt x="4778" y="1898"/>
                    </a:lnTo>
                    <a:lnTo>
                      <a:pt x="6872" y="2291"/>
                    </a:lnTo>
                    <a:lnTo>
                      <a:pt x="8900" y="2618"/>
                    </a:lnTo>
                    <a:lnTo>
                      <a:pt x="10929" y="3011"/>
                    </a:lnTo>
                    <a:lnTo>
                      <a:pt x="12892" y="3469"/>
                    </a:lnTo>
                    <a:lnTo>
                      <a:pt x="14921" y="3927"/>
                    </a:lnTo>
                    <a:lnTo>
                      <a:pt x="16885" y="4385"/>
                    </a:lnTo>
                    <a:lnTo>
                      <a:pt x="17866" y="4516"/>
                    </a:lnTo>
                    <a:lnTo>
                      <a:pt x="18848" y="4647"/>
                    </a:lnTo>
                    <a:lnTo>
                      <a:pt x="18979" y="4582"/>
                    </a:lnTo>
                    <a:lnTo>
                      <a:pt x="19044" y="4647"/>
                    </a:lnTo>
                    <a:lnTo>
                      <a:pt x="19175" y="4647"/>
                    </a:lnTo>
                    <a:lnTo>
                      <a:pt x="19240" y="4582"/>
                    </a:lnTo>
                    <a:lnTo>
                      <a:pt x="19306" y="4451"/>
                    </a:lnTo>
                    <a:lnTo>
                      <a:pt x="19502" y="2553"/>
                    </a:lnTo>
                    <a:lnTo>
                      <a:pt x="19568" y="1571"/>
                    </a:lnTo>
                    <a:lnTo>
                      <a:pt x="19502" y="655"/>
                    </a:lnTo>
                    <a:close/>
                    <a:moveTo>
                      <a:pt x="28141" y="10668"/>
                    </a:moveTo>
                    <a:lnTo>
                      <a:pt x="27094" y="12304"/>
                    </a:lnTo>
                    <a:lnTo>
                      <a:pt x="26047" y="14005"/>
                    </a:lnTo>
                    <a:lnTo>
                      <a:pt x="24345" y="15314"/>
                    </a:lnTo>
                    <a:lnTo>
                      <a:pt x="24345" y="15314"/>
                    </a:lnTo>
                    <a:lnTo>
                      <a:pt x="25196" y="14071"/>
                    </a:lnTo>
                    <a:lnTo>
                      <a:pt x="26112" y="12827"/>
                    </a:lnTo>
                    <a:lnTo>
                      <a:pt x="26112" y="12762"/>
                    </a:lnTo>
                    <a:lnTo>
                      <a:pt x="26047" y="12697"/>
                    </a:lnTo>
                    <a:lnTo>
                      <a:pt x="25981" y="12762"/>
                    </a:lnTo>
                    <a:lnTo>
                      <a:pt x="25392" y="13416"/>
                    </a:lnTo>
                    <a:lnTo>
                      <a:pt x="24934" y="14071"/>
                    </a:lnTo>
                    <a:lnTo>
                      <a:pt x="24411" y="14791"/>
                    </a:lnTo>
                    <a:lnTo>
                      <a:pt x="24018" y="15576"/>
                    </a:lnTo>
                    <a:lnTo>
                      <a:pt x="21858" y="17147"/>
                    </a:lnTo>
                    <a:lnTo>
                      <a:pt x="22382" y="16558"/>
                    </a:lnTo>
                    <a:lnTo>
                      <a:pt x="22905" y="15903"/>
                    </a:lnTo>
                    <a:lnTo>
                      <a:pt x="23298" y="15249"/>
                    </a:lnTo>
                    <a:lnTo>
                      <a:pt x="23691" y="14594"/>
                    </a:lnTo>
                    <a:lnTo>
                      <a:pt x="23691" y="14529"/>
                    </a:lnTo>
                    <a:lnTo>
                      <a:pt x="23625" y="14464"/>
                    </a:lnTo>
                    <a:lnTo>
                      <a:pt x="25916" y="12631"/>
                    </a:lnTo>
                    <a:lnTo>
                      <a:pt x="28141" y="10668"/>
                    </a:lnTo>
                    <a:close/>
                    <a:moveTo>
                      <a:pt x="18979" y="14398"/>
                    </a:moveTo>
                    <a:lnTo>
                      <a:pt x="18913" y="15838"/>
                    </a:lnTo>
                    <a:lnTo>
                      <a:pt x="18979" y="17278"/>
                    </a:lnTo>
                    <a:lnTo>
                      <a:pt x="18521" y="18194"/>
                    </a:lnTo>
                    <a:lnTo>
                      <a:pt x="17932" y="19045"/>
                    </a:lnTo>
                    <a:lnTo>
                      <a:pt x="17801" y="18194"/>
                    </a:lnTo>
                    <a:lnTo>
                      <a:pt x="17735" y="17278"/>
                    </a:lnTo>
                    <a:lnTo>
                      <a:pt x="18848" y="15772"/>
                    </a:lnTo>
                    <a:lnTo>
                      <a:pt x="18848" y="15707"/>
                    </a:lnTo>
                    <a:lnTo>
                      <a:pt x="18782" y="15641"/>
                    </a:lnTo>
                    <a:lnTo>
                      <a:pt x="18717" y="15641"/>
                    </a:lnTo>
                    <a:lnTo>
                      <a:pt x="18193" y="16361"/>
                    </a:lnTo>
                    <a:lnTo>
                      <a:pt x="17735" y="17016"/>
                    </a:lnTo>
                    <a:lnTo>
                      <a:pt x="17670" y="16100"/>
                    </a:lnTo>
                    <a:lnTo>
                      <a:pt x="18324" y="15249"/>
                    </a:lnTo>
                    <a:lnTo>
                      <a:pt x="18979" y="14398"/>
                    </a:lnTo>
                    <a:close/>
                    <a:moveTo>
                      <a:pt x="19306" y="1"/>
                    </a:moveTo>
                    <a:lnTo>
                      <a:pt x="18390" y="589"/>
                    </a:lnTo>
                    <a:lnTo>
                      <a:pt x="17474" y="1178"/>
                    </a:lnTo>
                    <a:lnTo>
                      <a:pt x="17343" y="1178"/>
                    </a:lnTo>
                    <a:lnTo>
                      <a:pt x="17277" y="1244"/>
                    </a:lnTo>
                    <a:lnTo>
                      <a:pt x="17212" y="1375"/>
                    </a:lnTo>
                    <a:lnTo>
                      <a:pt x="17146" y="1440"/>
                    </a:lnTo>
                    <a:lnTo>
                      <a:pt x="17081" y="1571"/>
                    </a:lnTo>
                    <a:lnTo>
                      <a:pt x="17146" y="1702"/>
                    </a:lnTo>
                    <a:lnTo>
                      <a:pt x="17015" y="2618"/>
                    </a:lnTo>
                    <a:lnTo>
                      <a:pt x="16885" y="3534"/>
                    </a:lnTo>
                    <a:lnTo>
                      <a:pt x="15314" y="3207"/>
                    </a:lnTo>
                    <a:lnTo>
                      <a:pt x="13743" y="2880"/>
                    </a:lnTo>
                    <a:lnTo>
                      <a:pt x="10602" y="2356"/>
                    </a:lnTo>
                    <a:lnTo>
                      <a:pt x="6675" y="1506"/>
                    </a:lnTo>
                    <a:lnTo>
                      <a:pt x="4712" y="1178"/>
                    </a:lnTo>
                    <a:lnTo>
                      <a:pt x="3665" y="1113"/>
                    </a:lnTo>
                    <a:lnTo>
                      <a:pt x="2683" y="1048"/>
                    </a:lnTo>
                    <a:lnTo>
                      <a:pt x="2552" y="1048"/>
                    </a:lnTo>
                    <a:lnTo>
                      <a:pt x="1440" y="2356"/>
                    </a:lnTo>
                    <a:lnTo>
                      <a:pt x="916" y="2945"/>
                    </a:lnTo>
                    <a:lnTo>
                      <a:pt x="720" y="3207"/>
                    </a:lnTo>
                    <a:lnTo>
                      <a:pt x="524" y="3534"/>
                    </a:lnTo>
                    <a:lnTo>
                      <a:pt x="458" y="3534"/>
                    </a:lnTo>
                    <a:lnTo>
                      <a:pt x="458" y="3665"/>
                    </a:lnTo>
                    <a:lnTo>
                      <a:pt x="262" y="5301"/>
                    </a:lnTo>
                    <a:lnTo>
                      <a:pt x="196" y="7003"/>
                    </a:lnTo>
                    <a:lnTo>
                      <a:pt x="0" y="10341"/>
                    </a:lnTo>
                    <a:lnTo>
                      <a:pt x="0" y="13744"/>
                    </a:lnTo>
                    <a:lnTo>
                      <a:pt x="0" y="17081"/>
                    </a:lnTo>
                    <a:lnTo>
                      <a:pt x="66" y="17212"/>
                    </a:lnTo>
                    <a:lnTo>
                      <a:pt x="131" y="17278"/>
                    </a:lnTo>
                    <a:lnTo>
                      <a:pt x="393" y="17278"/>
                    </a:lnTo>
                    <a:lnTo>
                      <a:pt x="2487" y="16689"/>
                    </a:lnTo>
                    <a:lnTo>
                      <a:pt x="4647" y="16165"/>
                    </a:lnTo>
                    <a:lnTo>
                      <a:pt x="6806" y="15707"/>
                    </a:lnTo>
                    <a:lnTo>
                      <a:pt x="9031" y="15380"/>
                    </a:lnTo>
                    <a:lnTo>
                      <a:pt x="11126" y="15183"/>
                    </a:lnTo>
                    <a:lnTo>
                      <a:pt x="13154" y="15053"/>
                    </a:lnTo>
                    <a:lnTo>
                      <a:pt x="15248" y="14856"/>
                    </a:lnTo>
                    <a:lnTo>
                      <a:pt x="17343" y="14660"/>
                    </a:lnTo>
                    <a:lnTo>
                      <a:pt x="17343" y="14660"/>
                    </a:lnTo>
                    <a:lnTo>
                      <a:pt x="17212" y="15380"/>
                    </a:lnTo>
                    <a:lnTo>
                      <a:pt x="17212" y="16165"/>
                    </a:lnTo>
                    <a:lnTo>
                      <a:pt x="17212" y="17016"/>
                    </a:lnTo>
                    <a:lnTo>
                      <a:pt x="17277" y="17801"/>
                    </a:lnTo>
                    <a:lnTo>
                      <a:pt x="17212" y="17867"/>
                    </a:lnTo>
                    <a:lnTo>
                      <a:pt x="17277" y="17932"/>
                    </a:lnTo>
                    <a:lnTo>
                      <a:pt x="17343" y="17932"/>
                    </a:lnTo>
                    <a:lnTo>
                      <a:pt x="17670" y="19634"/>
                    </a:lnTo>
                    <a:lnTo>
                      <a:pt x="17670" y="19699"/>
                    </a:lnTo>
                    <a:lnTo>
                      <a:pt x="17801" y="19764"/>
                    </a:lnTo>
                    <a:lnTo>
                      <a:pt x="17866" y="19764"/>
                    </a:lnTo>
                    <a:lnTo>
                      <a:pt x="17997" y="19699"/>
                    </a:lnTo>
                    <a:lnTo>
                      <a:pt x="18390" y="19175"/>
                    </a:lnTo>
                    <a:lnTo>
                      <a:pt x="18717" y="18652"/>
                    </a:lnTo>
                    <a:lnTo>
                      <a:pt x="19044" y="18063"/>
                    </a:lnTo>
                    <a:lnTo>
                      <a:pt x="19306" y="17474"/>
                    </a:lnTo>
                    <a:lnTo>
                      <a:pt x="19371" y="17343"/>
                    </a:lnTo>
                    <a:lnTo>
                      <a:pt x="19502" y="17408"/>
                    </a:lnTo>
                    <a:lnTo>
                      <a:pt x="19568" y="17408"/>
                    </a:lnTo>
                    <a:lnTo>
                      <a:pt x="21596" y="16034"/>
                    </a:lnTo>
                    <a:lnTo>
                      <a:pt x="23560" y="14529"/>
                    </a:lnTo>
                    <a:lnTo>
                      <a:pt x="22578" y="16034"/>
                    </a:lnTo>
                    <a:lnTo>
                      <a:pt x="22055" y="16754"/>
                    </a:lnTo>
                    <a:lnTo>
                      <a:pt x="21466" y="17408"/>
                    </a:lnTo>
                    <a:lnTo>
                      <a:pt x="20353" y="18194"/>
                    </a:lnTo>
                    <a:lnTo>
                      <a:pt x="21727" y="16165"/>
                    </a:lnTo>
                    <a:lnTo>
                      <a:pt x="21727" y="16100"/>
                    </a:lnTo>
                    <a:lnTo>
                      <a:pt x="21727" y="16034"/>
                    </a:lnTo>
                    <a:lnTo>
                      <a:pt x="21596" y="16034"/>
                    </a:lnTo>
                    <a:lnTo>
                      <a:pt x="20680" y="17212"/>
                    </a:lnTo>
                    <a:lnTo>
                      <a:pt x="19960" y="18521"/>
                    </a:lnTo>
                    <a:lnTo>
                      <a:pt x="18063" y="19830"/>
                    </a:lnTo>
                    <a:lnTo>
                      <a:pt x="17997" y="19961"/>
                    </a:lnTo>
                    <a:lnTo>
                      <a:pt x="18063" y="20026"/>
                    </a:lnTo>
                    <a:lnTo>
                      <a:pt x="18128" y="20092"/>
                    </a:lnTo>
                    <a:lnTo>
                      <a:pt x="18193" y="20092"/>
                    </a:lnTo>
                    <a:lnTo>
                      <a:pt x="19568" y="19241"/>
                    </a:lnTo>
                    <a:lnTo>
                      <a:pt x="19633" y="19306"/>
                    </a:lnTo>
                    <a:lnTo>
                      <a:pt x="19699" y="19306"/>
                    </a:lnTo>
                    <a:lnTo>
                      <a:pt x="19829" y="19045"/>
                    </a:lnTo>
                    <a:lnTo>
                      <a:pt x="22316" y="17408"/>
                    </a:lnTo>
                    <a:lnTo>
                      <a:pt x="24672" y="15641"/>
                    </a:lnTo>
                    <a:lnTo>
                      <a:pt x="27028" y="13875"/>
                    </a:lnTo>
                    <a:lnTo>
                      <a:pt x="29253" y="11977"/>
                    </a:lnTo>
                    <a:lnTo>
                      <a:pt x="29319" y="11911"/>
                    </a:lnTo>
                    <a:lnTo>
                      <a:pt x="29319" y="11846"/>
                    </a:lnTo>
                    <a:lnTo>
                      <a:pt x="29253" y="11715"/>
                    </a:lnTo>
                    <a:lnTo>
                      <a:pt x="29842" y="10210"/>
                    </a:lnTo>
                    <a:lnTo>
                      <a:pt x="30366" y="8704"/>
                    </a:lnTo>
                    <a:lnTo>
                      <a:pt x="30300" y="8574"/>
                    </a:lnTo>
                    <a:lnTo>
                      <a:pt x="30366" y="8377"/>
                    </a:lnTo>
                    <a:lnTo>
                      <a:pt x="30366" y="8312"/>
                    </a:lnTo>
                    <a:lnTo>
                      <a:pt x="30300" y="8181"/>
                    </a:lnTo>
                    <a:lnTo>
                      <a:pt x="27748" y="6087"/>
                    </a:lnTo>
                    <a:lnTo>
                      <a:pt x="25130" y="3993"/>
                    </a:lnTo>
                    <a:lnTo>
                      <a:pt x="22447" y="2029"/>
                    </a:lnTo>
                    <a:lnTo>
                      <a:pt x="19699" y="66"/>
                    </a:lnTo>
                    <a:lnTo>
                      <a:pt x="19502" y="66"/>
                    </a:lnTo>
                    <a:lnTo>
                      <a:pt x="19437" y="1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78" name="Google Shape;2178;p44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Doodle Banner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79" name="Google Shape;2179;p44"/>
          <p:cNvSpPr txBox="1"/>
          <p:nvPr/>
        </p:nvSpPr>
        <p:spPr>
          <a:xfrm flipH="1">
            <a:off x="2391400" y="3322800"/>
            <a:ext cx="20796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has a really beautiful name and is the second 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0" name="Google Shape;2180;p44"/>
          <p:cNvSpPr txBox="1"/>
          <p:nvPr/>
        </p:nvSpPr>
        <p:spPr>
          <a:xfrm flipH="1">
            <a:off x="1265450" y="1998725"/>
            <a:ext cx="20796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the closest to the Sun and the smallest one. It was named after a Roman deity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1" name="Google Shape;2181;p44"/>
          <p:cNvSpPr txBox="1"/>
          <p:nvPr/>
        </p:nvSpPr>
        <p:spPr>
          <a:xfrm flipH="1">
            <a:off x="913025" y="1376825"/>
            <a:ext cx="938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8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182" name="Google Shape;2182;p44"/>
          <p:cNvSpPr txBox="1"/>
          <p:nvPr/>
        </p:nvSpPr>
        <p:spPr>
          <a:xfrm flipH="1">
            <a:off x="3733550" y="4203750"/>
            <a:ext cx="938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Venus</a:t>
            </a:r>
            <a:endParaRPr b="1" sz="18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183" name="Google Shape;2183;p44"/>
          <p:cNvSpPr txBox="1"/>
          <p:nvPr/>
        </p:nvSpPr>
        <p:spPr>
          <a:xfrm flipH="1">
            <a:off x="5892025" y="3322800"/>
            <a:ext cx="20796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actually a cold place, and is full of iron oxide dust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4" name="Google Shape;2184;p44"/>
          <p:cNvSpPr txBox="1"/>
          <p:nvPr/>
        </p:nvSpPr>
        <p:spPr>
          <a:xfrm flipH="1">
            <a:off x="4766075" y="1998725"/>
            <a:ext cx="20796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Planet Jupiter is the biggest object in the Solar System and also a gas giant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5" name="Google Shape;2185;p44"/>
          <p:cNvSpPr txBox="1"/>
          <p:nvPr/>
        </p:nvSpPr>
        <p:spPr>
          <a:xfrm flipH="1">
            <a:off x="4413650" y="1376825"/>
            <a:ext cx="938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Jupiter</a:t>
            </a:r>
            <a:endParaRPr b="1" sz="18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186" name="Google Shape;2186;p44"/>
          <p:cNvSpPr txBox="1"/>
          <p:nvPr/>
        </p:nvSpPr>
        <p:spPr>
          <a:xfrm flipH="1">
            <a:off x="7234175" y="4203750"/>
            <a:ext cx="938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1800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0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1" name="Google Shape;2191;p45"/>
          <p:cNvGrpSpPr/>
          <p:nvPr/>
        </p:nvGrpSpPr>
        <p:grpSpPr>
          <a:xfrm>
            <a:off x="962832" y="1427199"/>
            <a:ext cx="7218337" cy="3304874"/>
            <a:chOff x="962832" y="1427199"/>
            <a:chExt cx="7218337" cy="3304874"/>
          </a:xfrm>
        </p:grpSpPr>
        <p:grpSp>
          <p:nvGrpSpPr>
            <p:cNvPr id="2192" name="Google Shape;2192;p45"/>
            <p:cNvGrpSpPr/>
            <p:nvPr/>
          </p:nvGrpSpPr>
          <p:grpSpPr>
            <a:xfrm>
              <a:off x="994057" y="2474544"/>
              <a:ext cx="709115" cy="329805"/>
              <a:chOff x="689361" y="2500695"/>
              <a:chExt cx="694122" cy="329805"/>
            </a:xfrm>
          </p:grpSpPr>
          <p:sp>
            <p:nvSpPr>
              <p:cNvPr id="2193" name="Google Shape;2193;p45"/>
              <p:cNvSpPr/>
              <p:nvPr/>
            </p:nvSpPr>
            <p:spPr>
              <a:xfrm rot="-5400000">
                <a:off x="873981" y="2325502"/>
                <a:ext cx="324862" cy="675250"/>
              </a:xfrm>
              <a:custGeom>
                <a:rect b="b" l="l" r="r" t="t"/>
                <a:pathLst>
                  <a:path extrusionOk="0" h="31021" w="21891">
                    <a:moveTo>
                      <a:pt x="12075" y="1"/>
                    </a:moveTo>
                    <a:cubicBezTo>
                      <a:pt x="11414" y="1"/>
                      <a:pt x="10704" y="64"/>
                      <a:pt x="9941" y="199"/>
                    </a:cubicBezTo>
                    <a:cubicBezTo>
                      <a:pt x="1" y="1933"/>
                      <a:pt x="935" y="31021"/>
                      <a:pt x="935" y="31021"/>
                    </a:cubicBezTo>
                    <a:cubicBezTo>
                      <a:pt x="935" y="31021"/>
                      <a:pt x="17380" y="28652"/>
                      <a:pt x="17647" y="27351"/>
                    </a:cubicBezTo>
                    <a:cubicBezTo>
                      <a:pt x="17914" y="26017"/>
                      <a:pt x="20983" y="13908"/>
                      <a:pt x="20983" y="13908"/>
                    </a:cubicBezTo>
                    <a:cubicBezTo>
                      <a:pt x="20983" y="13908"/>
                      <a:pt x="21890" y="1"/>
                      <a:pt x="1207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4" name="Google Shape;2194;p45"/>
              <p:cNvSpPr/>
              <p:nvPr/>
            </p:nvSpPr>
            <p:spPr>
              <a:xfrm rot="-5400000">
                <a:off x="871824" y="2318841"/>
                <a:ext cx="329196" cy="694122"/>
              </a:xfrm>
              <a:custGeom>
                <a:rect b="b" l="l" r="r" t="t"/>
                <a:pathLst>
                  <a:path extrusionOk="0" h="31888" w="22183">
                    <a:moveTo>
                      <a:pt x="12376" y="832"/>
                    </a:moveTo>
                    <a:cubicBezTo>
                      <a:pt x="14577" y="832"/>
                      <a:pt x="16412" y="1599"/>
                      <a:pt x="17780" y="3067"/>
                    </a:cubicBezTo>
                    <a:cubicBezTo>
                      <a:pt x="21216" y="6703"/>
                      <a:pt x="20949" y="13708"/>
                      <a:pt x="20915" y="14275"/>
                    </a:cubicBezTo>
                    <a:cubicBezTo>
                      <a:pt x="20682" y="15142"/>
                      <a:pt x="17880" y="26116"/>
                      <a:pt x="17580" y="27651"/>
                    </a:cubicBezTo>
                    <a:cubicBezTo>
                      <a:pt x="16846" y="28385"/>
                      <a:pt x="9040" y="29919"/>
                      <a:pt x="1668" y="30987"/>
                    </a:cubicBezTo>
                    <a:cubicBezTo>
                      <a:pt x="1602" y="27251"/>
                      <a:pt x="1535" y="2566"/>
                      <a:pt x="10341" y="1032"/>
                    </a:cubicBezTo>
                    <a:cubicBezTo>
                      <a:pt x="11042" y="898"/>
                      <a:pt x="11742" y="832"/>
                      <a:pt x="12376" y="832"/>
                    </a:cubicBezTo>
                    <a:close/>
                    <a:moveTo>
                      <a:pt x="12357" y="0"/>
                    </a:moveTo>
                    <a:cubicBezTo>
                      <a:pt x="11664" y="0"/>
                      <a:pt x="10936" y="66"/>
                      <a:pt x="10174" y="198"/>
                    </a:cubicBezTo>
                    <a:cubicBezTo>
                      <a:pt x="0" y="1999"/>
                      <a:pt x="801" y="30286"/>
                      <a:pt x="834" y="31487"/>
                    </a:cubicBezTo>
                    <a:cubicBezTo>
                      <a:pt x="834" y="31587"/>
                      <a:pt x="901" y="31721"/>
                      <a:pt x="1001" y="31787"/>
                    </a:cubicBezTo>
                    <a:cubicBezTo>
                      <a:pt x="1068" y="31854"/>
                      <a:pt x="1168" y="31887"/>
                      <a:pt x="1268" y="31887"/>
                    </a:cubicBezTo>
                    <a:lnTo>
                      <a:pt x="1301" y="31887"/>
                    </a:lnTo>
                    <a:cubicBezTo>
                      <a:pt x="1368" y="31887"/>
                      <a:pt x="5471" y="31287"/>
                      <a:pt x="9607" y="30520"/>
                    </a:cubicBezTo>
                    <a:cubicBezTo>
                      <a:pt x="18147" y="28952"/>
                      <a:pt x="18280" y="28285"/>
                      <a:pt x="18380" y="27851"/>
                    </a:cubicBezTo>
                    <a:cubicBezTo>
                      <a:pt x="18614" y="26550"/>
                      <a:pt x="21683" y="14542"/>
                      <a:pt x="21716" y="14441"/>
                    </a:cubicBezTo>
                    <a:cubicBezTo>
                      <a:pt x="21716" y="14408"/>
                      <a:pt x="21716" y="14375"/>
                      <a:pt x="21716" y="14341"/>
                    </a:cubicBezTo>
                    <a:cubicBezTo>
                      <a:pt x="21749" y="14041"/>
                      <a:pt x="22183" y="6536"/>
                      <a:pt x="18414" y="2500"/>
                    </a:cubicBezTo>
                    <a:cubicBezTo>
                      <a:pt x="16851" y="833"/>
                      <a:pt x="14822" y="0"/>
                      <a:pt x="1235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5" name="Google Shape;2195;p45"/>
            <p:cNvGrpSpPr/>
            <p:nvPr/>
          </p:nvGrpSpPr>
          <p:grpSpPr>
            <a:xfrm>
              <a:off x="1360863" y="1427199"/>
              <a:ext cx="3000678" cy="1477648"/>
              <a:chOff x="1048412" y="1453351"/>
              <a:chExt cx="2937234" cy="1477648"/>
            </a:xfrm>
          </p:grpSpPr>
          <p:sp>
            <p:nvSpPr>
              <p:cNvPr id="2196" name="Google Shape;2196;p45"/>
              <p:cNvSpPr/>
              <p:nvPr/>
            </p:nvSpPr>
            <p:spPr>
              <a:xfrm rot="-5400000">
                <a:off x="1778119" y="729429"/>
                <a:ext cx="1477648" cy="2925492"/>
              </a:xfrm>
              <a:custGeom>
                <a:rect b="b" l="l" r="r" t="t"/>
                <a:pathLst>
                  <a:path extrusionOk="0" h="203796" w="99572">
                    <a:moveTo>
                      <a:pt x="46023" y="1"/>
                    </a:moveTo>
                    <a:cubicBezTo>
                      <a:pt x="27326" y="1"/>
                      <a:pt x="9441" y="1561"/>
                      <a:pt x="6772" y="5235"/>
                    </a:cubicBezTo>
                    <a:cubicBezTo>
                      <a:pt x="1" y="14442"/>
                      <a:pt x="2403" y="189667"/>
                      <a:pt x="7239" y="197573"/>
                    </a:cubicBezTo>
                    <a:cubicBezTo>
                      <a:pt x="9962" y="202058"/>
                      <a:pt x="28474" y="203796"/>
                      <a:pt x="47647" y="203796"/>
                    </a:cubicBezTo>
                    <a:cubicBezTo>
                      <a:pt x="69117" y="203796"/>
                      <a:pt x="91415" y="201616"/>
                      <a:pt x="93301" y="198674"/>
                    </a:cubicBezTo>
                    <a:cubicBezTo>
                      <a:pt x="98271" y="190835"/>
                      <a:pt x="99572" y="14775"/>
                      <a:pt x="91700" y="5135"/>
                    </a:cubicBezTo>
                    <a:cubicBezTo>
                      <a:pt x="89104" y="1975"/>
                      <a:pt x="67050" y="1"/>
                      <a:pt x="460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7" name="Google Shape;2197;p45"/>
              <p:cNvSpPr/>
              <p:nvPr/>
            </p:nvSpPr>
            <p:spPr>
              <a:xfrm rot="-5400000">
                <a:off x="1805681" y="722807"/>
                <a:ext cx="1422696" cy="2937234"/>
              </a:xfrm>
              <a:custGeom>
                <a:rect b="b" l="l" r="r" t="t"/>
                <a:pathLst>
                  <a:path extrusionOk="0" h="204614" w="95869">
                    <a:moveTo>
                      <a:pt x="44065" y="835"/>
                    </a:moveTo>
                    <a:cubicBezTo>
                      <a:pt x="66848" y="835"/>
                      <a:pt x="87229" y="3070"/>
                      <a:pt x="89464" y="5805"/>
                    </a:cubicBezTo>
                    <a:cubicBezTo>
                      <a:pt x="92767" y="9875"/>
                      <a:pt x="94935" y="48002"/>
                      <a:pt x="95001" y="102975"/>
                    </a:cubicBezTo>
                    <a:cubicBezTo>
                      <a:pt x="95035" y="153177"/>
                      <a:pt x="93300" y="195307"/>
                      <a:pt x="91032" y="198843"/>
                    </a:cubicBezTo>
                    <a:cubicBezTo>
                      <a:pt x="89364" y="201478"/>
                      <a:pt x="68182" y="203780"/>
                      <a:pt x="45700" y="203780"/>
                    </a:cubicBezTo>
                    <a:cubicBezTo>
                      <a:pt x="23284" y="203780"/>
                      <a:pt x="7939" y="201478"/>
                      <a:pt x="5704" y="197776"/>
                    </a:cubicBezTo>
                    <a:cubicBezTo>
                      <a:pt x="3536" y="194240"/>
                      <a:pt x="1568" y="152310"/>
                      <a:pt x="1168" y="102307"/>
                    </a:cubicBezTo>
                    <a:cubicBezTo>
                      <a:pt x="734" y="47635"/>
                      <a:pt x="2335" y="9808"/>
                      <a:pt x="5204" y="5872"/>
                    </a:cubicBezTo>
                    <a:cubicBezTo>
                      <a:pt x="7439" y="2803"/>
                      <a:pt x="22683" y="835"/>
                      <a:pt x="44065" y="835"/>
                    </a:cubicBezTo>
                    <a:close/>
                    <a:moveTo>
                      <a:pt x="44032" y="1"/>
                    </a:moveTo>
                    <a:cubicBezTo>
                      <a:pt x="35692" y="1"/>
                      <a:pt x="8173" y="368"/>
                      <a:pt x="4503" y="5371"/>
                    </a:cubicBezTo>
                    <a:cubicBezTo>
                      <a:pt x="901" y="10308"/>
                      <a:pt x="0" y="58676"/>
                      <a:pt x="334" y="102307"/>
                    </a:cubicBezTo>
                    <a:cubicBezTo>
                      <a:pt x="667" y="145672"/>
                      <a:pt x="2435" y="194006"/>
                      <a:pt x="4970" y="198209"/>
                    </a:cubicBezTo>
                    <a:cubicBezTo>
                      <a:pt x="8506" y="203980"/>
                      <a:pt x="34625" y="204614"/>
                      <a:pt x="45700" y="204614"/>
                    </a:cubicBezTo>
                    <a:cubicBezTo>
                      <a:pt x="66214" y="204614"/>
                      <a:pt x="89631" y="202579"/>
                      <a:pt x="91732" y="199277"/>
                    </a:cubicBezTo>
                    <a:cubicBezTo>
                      <a:pt x="94434" y="195040"/>
                      <a:pt x="95869" y="146506"/>
                      <a:pt x="95835" y="102975"/>
                    </a:cubicBezTo>
                    <a:cubicBezTo>
                      <a:pt x="95802" y="59110"/>
                      <a:pt x="94268" y="10375"/>
                      <a:pt x="90098" y="5271"/>
                    </a:cubicBezTo>
                    <a:cubicBezTo>
                      <a:pt x="87296" y="1835"/>
                      <a:pt x="64280" y="1"/>
                      <a:pt x="4403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8" name="Google Shape;2198;p45"/>
              <p:cNvSpPr/>
              <p:nvPr/>
            </p:nvSpPr>
            <p:spPr>
              <a:xfrm rot="-5400000">
                <a:off x="1091129" y="2725108"/>
                <a:ext cx="57164" cy="33462"/>
              </a:xfrm>
              <a:custGeom>
                <a:rect b="b" l="l" r="r" t="t"/>
                <a:pathLst>
                  <a:path extrusionOk="0" h="2331" w="3852">
                    <a:moveTo>
                      <a:pt x="3493" y="1"/>
                    </a:moveTo>
                    <a:cubicBezTo>
                      <a:pt x="3481" y="1"/>
                      <a:pt x="3470" y="1"/>
                      <a:pt x="3458" y="3"/>
                    </a:cubicBezTo>
                    <a:cubicBezTo>
                      <a:pt x="2891" y="36"/>
                      <a:pt x="2424" y="369"/>
                      <a:pt x="1923" y="636"/>
                    </a:cubicBezTo>
                    <a:cubicBezTo>
                      <a:pt x="1356" y="937"/>
                      <a:pt x="756" y="1303"/>
                      <a:pt x="289" y="1737"/>
                    </a:cubicBezTo>
                    <a:cubicBezTo>
                      <a:pt x="1" y="1996"/>
                      <a:pt x="260" y="2331"/>
                      <a:pt x="551" y="2331"/>
                    </a:cubicBezTo>
                    <a:cubicBezTo>
                      <a:pt x="597" y="2331"/>
                      <a:pt x="644" y="2322"/>
                      <a:pt x="689" y="2304"/>
                    </a:cubicBezTo>
                    <a:cubicBezTo>
                      <a:pt x="1223" y="2071"/>
                      <a:pt x="1690" y="1737"/>
                      <a:pt x="2157" y="1470"/>
                    </a:cubicBezTo>
                    <a:cubicBezTo>
                      <a:pt x="2657" y="1170"/>
                      <a:pt x="3258" y="970"/>
                      <a:pt x="3691" y="570"/>
                    </a:cubicBezTo>
                    <a:cubicBezTo>
                      <a:pt x="3851" y="377"/>
                      <a:pt x="3766" y="1"/>
                      <a:pt x="3493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9" name="Google Shape;2199;p45"/>
              <p:cNvSpPr/>
              <p:nvPr/>
            </p:nvSpPr>
            <p:spPr>
              <a:xfrm rot="-5400000">
                <a:off x="1087528" y="2688939"/>
                <a:ext cx="123409" cy="79268"/>
              </a:xfrm>
              <a:custGeom>
                <a:rect b="b" l="l" r="r" t="t"/>
                <a:pathLst>
                  <a:path extrusionOk="0" h="5522" w="8316">
                    <a:moveTo>
                      <a:pt x="7896" y="1"/>
                    </a:moveTo>
                    <a:cubicBezTo>
                      <a:pt x="7875" y="1"/>
                      <a:pt x="7853" y="3"/>
                      <a:pt x="7831" y="9"/>
                    </a:cubicBezTo>
                    <a:cubicBezTo>
                      <a:pt x="6464" y="442"/>
                      <a:pt x="5263" y="1376"/>
                      <a:pt x="4095" y="2177"/>
                    </a:cubicBezTo>
                    <a:cubicBezTo>
                      <a:pt x="2728" y="3044"/>
                      <a:pt x="1427" y="4011"/>
                      <a:pt x="192" y="5079"/>
                    </a:cubicBezTo>
                    <a:cubicBezTo>
                      <a:pt x="0" y="5244"/>
                      <a:pt x="170" y="5521"/>
                      <a:pt x="385" y="5521"/>
                    </a:cubicBezTo>
                    <a:cubicBezTo>
                      <a:pt x="431" y="5521"/>
                      <a:pt x="479" y="5509"/>
                      <a:pt x="526" y="5479"/>
                    </a:cubicBezTo>
                    <a:cubicBezTo>
                      <a:pt x="1827" y="4578"/>
                      <a:pt x="3095" y="3644"/>
                      <a:pt x="4429" y="2777"/>
                    </a:cubicBezTo>
                    <a:cubicBezTo>
                      <a:pt x="5630" y="2010"/>
                      <a:pt x="7031" y="1410"/>
                      <a:pt x="8131" y="509"/>
                    </a:cubicBezTo>
                    <a:cubicBezTo>
                      <a:pt x="8315" y="325"/>
                      <a:pt x="8133" y="1"/>
                      <a:pt x="789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0" name="Google Shape;2200;p45"/>
              <p:cNvSpPr/>
              <p:nvPr/>
            </p:nvSpPr>
            <p:spPr>
              <a:xfrm rot="-5400000">
                <a:off x="1128853" y="2667449"/>
                <a:ext cx="159025" cy="114266"/>
              </a:xfrm>
              <a:custGeom>
                <a:rect b="b" l="l" r="r" t="t"/>
                <a:pathLst>
                  <a:path extrusionOk="0" h="7960" w="10716">
                    <a:moveTo>
                      <a:pt x="10451" y="0"/>
                    </a:moveTo>
                    <a:cubicBezTo>
                      <a:pt x="10433" y="0"/>
                      <a:pt x="10415" y="3"/>
                      <a:pt x="10397" y="11"/>
                    </a:cubicBezTo>
                    <a:cubicBezTo>
                      <a:pt x="6594" y="1512"/>
                      <a:pt x="3192" y="4581"/>
                      <a:pt x="256" y="7349"/>
                    </a:cubicBezTo>
                    <a:cubicBezTo>
                      <a:pt x="0" y="7605"/>
                      <a:pt x="235" y="7960"/>
                      <a:pt x="510" y="7960"/>
                    </a:cubicBezTo>
                    <a:cubicBezTo>
                      <a:pt x="593" y="7960"/>
                      <a:pt x="679" y="7927"/>
                      <a:pt x="757" y="7850"/>
                    </a:cubicBezTo>
                    <a:cubicBezTo>
                      <a:pt x="3825" y="5014"/>
                      <a:pt x="7395" y="2979"/>
                      <a:pt x="10597" y="344"/>
                    </a:cubicBezTo>
                    <a:cubicBezTo>
                      <a:pt x="10716" y="225"/>
                      <a:pt x="10596" y="0"/>
                      <a:pt x="1045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1" name="Google Shape;2201;p45"/>
              <p:cNvSpPr/>
              <p:nvPr/>
            </p:nvSpPr>
            <p:spPr>
              <a:xfrm rot="-5400000">
                <a:off x="1207510" y="2677509"/>
                <a:ext cx="158595" cy="127759"/>
              </a:xfrm>
              <a:custGeom>
                <a:rect b="b" l="l" r="r" t="t"/>
                <a:pathLst>
                  <a:path extrusionOk="0" h="8900" w="10687">
                    <a:moveTo>
                      <a:pt x="10310" y="0"/>
                    </a:moveTo>
                    <a:cubicBezTo>
                      <a:pt x="10278" y="0"/>
                      <a:pt x="10246" y="7"/>
                      <a:pt x="10214" y="20"/>
                    </a:cubicBezTo>
                    <a:cubicBezTo>
                      <a:pt x="8312" y="854"/>
                      <a:pt x="6645" y="2422"/>
                      <a:pt x="5077" y="3723"/>
                    </a:cubicBezTo>
                    <a:cubicBezTo>
                      <a:pt x="3309" y="5224"/>
                      <a:pt x="1641" y="6858"/>
                      <a:pt x="107" y="8593"/>
                    </a:cubicBezTo>
                    <a:cubicBezTo>
                      <a:pt x="1" y="8725"/>
                      <a:pt x="126" y="8899"/>
                      <a:pt x="265" y="8899"/>
                    </a:cubicBezTo>
                    <a:cubicBezTo>
                      <a:pt x="302" y="8899"/>
                      <a:pt x="339" y="8887"/>
                      <a:pt x="373" y="8860"/>
                    </a:cubicBezTo>
                    <a:cubicBezTo>
                      <a:pt x="1875" y="7392"/>
                      <a:pt x="3376" y="5958"/>
                      <a:pt x="4977" y="4623"/>
                    </a:cubicBezTo>
                    <a:cubicBezTo>
                      <a:pt x="6745" y="3122"/>
                      <a:pt x="8813" y="1988"/>
                      <a:pt x="10514" y="420"/>
                    </a:cubicBezTo>
                    <a:cubicBezTo>
                      <a:pt x="10687" y="248"/>
                      <a:pt x="10512" y="0"/>
                      <a:pt x="1031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2" name="Google Shape;2202;p45"/>
              <p:cNvSpPr/>
              <p:nvPr/>
            </p:nvSpPr>
            <p:spPr>
              <a:xfrm rot="-5400000">
                <a:off x="1264919" y="2668800"/>
                <a:ext cx="176804" cy="120438"/>
              </a:xfrm>
              <a:custGeom>
                <a:rect b="b" l="l" r="r" t="t"/>
                <a:pathLst>
                  <a:path extrusionOk="0" h="8390" w="11914">
                    <a:moveTo>
                      <a:pt x="11344" y="1"/>
                    </a:moveTo>
                    <a:cubicBezTo>
                      <a:pt x="11294" y="1"/>
                      <a:pt x="11243" y="11"/>
                      <a:pt x="11195" y="36"/>
                    </a:cubicBezTo>
                    <a:cubicBezTo>
                      <a:pt x="7225" y="2171"/>
                      <a:pt x="3556" y="5039"/>
                      <a:pt x="187" y="7975"/>
                    </a:cubicBezTo>
                    <a:cubicBezTo>
                      <a:pt x="0" y="8161"/>
                      <a:pt x="175" y="8390"/>
                      <a:pt x="389" y="8390"/>
                    </a:cubicBezTo>
                    <a:cubicBezTo>
                      <a:pt x="443" y="8390"/>
                      <a:pt x="500" y="8375"/>
                      <a:pt x="554" y="8342"/>
                    </a:cubicBezTo>
                    <a:cubicBezTo>
                      <a:pt x="3656" y="5873"/>
                      <a:pt x="6892" y="3738"/>
                      <a:pt x="10194" y="1570"/>
                    </a:cubicBezTo>
                    <a:cubicBezTo>
                      <a:pt x="10234" y="1630"/>
                      <a:pt x="10298" y="1678"/>
                      <a:pt x="10365" y="1678"/>
                    </a:cubicBezTo>
                    <a:cubicBezTo>
                      <a:pt x="10409" y="1678"/>
                      <a:pt x="10454" y="1657"/>
                      <a:pt x="10494" y="1603"/>
                    </a:cubicBezTo>
                    <a:cubicBezTo>
                      <a:pt x="10828" y="1237"/>
                      <a:pt x="11195" y="903"/>
                      <a:pt x="11628" y="603"/>
                    </a:cubicBezTo>
                    <a:cubicBezTo>
                      <a:pt x="11913" y="375"/>
                      <a:pt x="11638" y="1"/>
                      <a:pt x="1134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3" name="Google Shape;2203;p45"/>
              <p:cNvSpPr/>
              <p:nvPr/>
            </p:nvSpPr>
            <p:spPr>
              <a:xfrm rot="-5400000">
                <a:off x="1347197" y="2686621"/>
                <a:ext cx="162661" cy="102710"/>
              </a:xfrm>
              <a:custGeom>
                <a:rect b="b" l="l" r="r" t="t"/>
                <a:pathLst>
                  <a:path extrusionOk="0" h="7155" w="10961">
                    <a:moveTo>
                      <a:pt x="10644" y="0"/>
                    </a:moveTo>
                    <a:cubicBezTo>
                      <a:pt x="10616" y="0"/>
                      <a:pt x="10586" y="6"/>
                      <a:pt x="10554" y="17"/>
                    </a:cubicBezTo>
                    <a:cubicBezTo>
                      <a:pt x="6685" y="1018"/>
                      <a:pt x="3016" y="4053"/>
                      <a:pt x="180" y="6755"/>
                    </a:cubicBezTo>
                    <a:cubicBezTo>
                      <a:pt x="1" y="6935"/>
                      <a:pt x="157" y="7155"/>
                      <a:pt x="330" y="7155"/>
                    </a:cubicBezTo>
                    <a:cubicBezTo>
                      <a:pt x="382" y="7155"/>
                      <a:pt x="435" y="7135"/>
                      <a:pt x="481" y="7089"/>
                    </a:cubicBezTo>
                    <a:cubicBezTo>
                      <a:pt x="2015" y="5755"/>
                      <a:pt x="3650" y="4520"/>
                      <a:pt x="5351" y="3420"/>
                    </a:cubicBezTo>
                    <a:cubicBezTo>
                      <a:pt x="7085" y="2319"/>
                      <a:pt x="9020" y="1552"/>
                      <a:pt x="10755" y="451"/>
                    </a:cubicBezTo>
                    <a:cubicBezTo>
                      <a:pt x="10961" y="304"/>
                      <a:pt x="10855" y="0"/>
                      <a:pt x="106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4" name="Google Shape;2204;p45"/>
              <p:cNvSpPr/>
              <p:nvPr/>
            </p:nvSpPr>
            <p:spPr>
              <a:xfrm rot="-5400000">
                <a:off x="1404481" y="2654157"/>
                <a:ext cx="166534" cy="107131"/>
              </a:xfrm>
              <a:custGeom>
                <a:rect b="b" l="l" r="r" t="t"/>
                <a:pathLst>
                  <a:path extrusionOk="0" h="7463" w="11222">
                    <a:moveTo>
                      <a:pt x="10844" y="1"/>
                    </a:moveTo>
                    <a:cubicBezTo>
                      <a:pt x="10814" y="1"/>
                      <a:pt x="10782" y="6"/>
                      <a:pt x="10748" y="16"/>
                    </a:cubicBezTo>
                    <a:cubicBezTo>
                      <a:pt x="6879" y="1117"/>
                      <a:pt x="3109" y="4319"/>
                      <a:pt x="207" y="7021"/>
                    </a:cubicBezTo>
                    <a:cubicBezTo>
                      <a:pt x="0" y="7202"/>
                      <a:pt x="194" y="7462"/>
                      <a:pt x="400" y="7462"/>
                    </a:cubicBezTo>
                    <a:cubicBezTo>
                      <a:pt x="460" y="7462"/>
                      <a:pt x="521" y="7440"/>
                      <a:pt x="574" y="7388"/>
                    </a:cubicBezTo>
                    <a:cubicBezTo>
                      <a:pt x="2275" y="5987"/>
                      <a:pt x="4010" y="4686"/>
                      <a:pt x="5878" y="3485"/>
                    </a:cubicBezTo>
                    <a:cubicBezTo>
                      <a:pt x="7512" y="2417"/>
                      <a:pt x="9380" y="1684"/>
                      <a:pt x="10981" y="549"/>
                    </a:cubicBezTo>
                    <a:cubicBezTo>
                      <a:pt x="11221" y="370"/>
                      <a:pt x="11111" y="1"/>
                      <a:pt x="1084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5" name="Google Shape;2205;p45"/>
              <p:cNvSpPr/>
              <p:nvPr/>
            </p:nvSpPr>
            <p:spPr>
              <a:xfrm rot="-5400000">
                <a:off x="1467385" y="2653218"/>
                <a:ext cx="131260" cy="84623"/>
              </a:xfrm>
              <a:custGeom>
                <a:rect b="b" l="l" r="r" t="t"/>
                <a:pathLst>
                  <a:path extrusionOk="0" h="5895" w="8845">
                    <a:moveTo>
                      <a:pt x="8491" y="0"/>
                    </a:moveTo>
                    <a:cubicBezTo>
                      <a:pt x="8464" y="0"/>
                      <a:pt x="8435" y="5"/>
                      <a:pt x="8404" y="15"/>
                    </a:cubicBezTo>
                    <a:cubicBezTo>
                      <a:pt x="5436" y="1216"/>
                      <a:pt x="2400" y="3184"/>
                      <a:pt x="165" y="5485"/>
                    </a:cubicBezTo>
                    <a:cubicBezTo>
                      <a:pt x="1" y="5623"/>
                      <a:pt x="129" y="5895"/>
                      <a:pt x="310" y="5895"/>
                    </a:cubicBezTo>
                    <a:cubicBezTo>
                      <a:pt x="349" y="5895"/>
                      <a:pt x="390" y="5882"/>
                      <a:pt x="432" y="5852"/>
                    </a:cubicBezTo>
                    <a:cubicBezTo>
                      <a:pt x="3167" y="4051"/>
                      <a:pt x="5836" y="2250"/>
                      <a:pt x="8605" y="515"/>
                    </a:cubicBezTo>
                    <a:cubicBezTo>
                      <a:pt x="8844" y="365"/>
                      <a:pt x="8734" y="0"/>
                      <a:pt x="849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6" name="Google Shape;2206;p45"/>
              <p:cNvSpPr/>
              <p:nvPr/>
            </p:nvSpPr>
            <p:spPr>
              <a:xfrm rot="-5400000">
                <a:off x="1478741" y="2586472"/>
                <a:ext cx="155048" cy="76311"/>
              </a:xfrm>
              <a:custGeom>
                <a:rect b="b" l="l" r="r" t="t"/>
                <a:pathLst>
                  <a:path extrusionOk="0" h="5316" w="10448">
                    <a:moveTo>
                      <a:pt x="10055" y="0"/>
                    </a:moveTo>
                    <a:cubicBezTo>
                      <a:pt x="10037" y="0"/>
                      <a:pt x="10018" y="3"/>
                      <a:pt x="9999" y="7"/>
                    </a:cubicBezTo>
                    <a:cubicBezTo>
                      <a:pt x="6530" y="908"/>
                      <a:pt x="3061" y="2709"/>
                      <a:pt x="225" y="4811"/>
                    </a:cubicBezTo>
                    <a:cubicBezTo>
                      <a:pt x="0" y="4980"/>
                      <a:pt x="131" y="5315"/>
                      <a:pt x="338" y="5315"/>
                    </a:cubicBezTo>
                    <a:cubicBezTo>
                      <a:pt x="377" y="5315"/>
                      <a:pt x="417" y="5304"/>
                      <a:pt x="459" y="5278"/>
                    </a:cubicBezTo>
                    <a:cubicBezTo>
                      <a:pt x="3661" y="3476"/>
                      <a:pt x="6830" y="1975"/>
                      <a:pt x="10199" y="474"/>
                    </a:cubicBezTo>
                    <a:cubicBezTo>
                      <a:pt x="10447" y="381"/>
                      <a:pt x="10292" y="0"/>
                      <a:pt x="1005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7" name="Google Shape;2207;p45"/>
              <p:cNvSpPr/>
              <p:nvPr/>
            </p:nvSpPr>
            <p:spPr>
              <a:xfrm rot="-5400000">
                <a:off x="1492347" y="2467687"/>
                <a:ext cx="137656" cy="72923"/>
              </a:xfrm>
              <a:custGeom>
                <a:rect b="b" l="l" r="r" t="t"/>
                <a:pathLst>
                  <a:path extrusionOk="0" h="5080" w="9276">
                    <a:moveTo>
                      <a:pt x="8883" y="0"/>
                    </a:moveTo>
                    <a:cubicBezTo>
                      <a:pt x="8857" y="0"/>
                      <a:pt x="8829" y="5"/>
                      <a:pt x="8800" y="14"/>
                    </a:cubicBezTo>
                    <a:cubicBezTo>
                      <a:pt x="5732" y="1015"/>
                      <a:pt x="2763" y="2616"/>
                      <a:pt x="228" y="4618"/>
                    </a:cubicBezTo>
                    <a:cubicBezTo>
                      <a:pt x="0" y="4788"/>
                      <a:pt x="209" y="5080"/>
                      <a:pt x="441" y="5080"/>
                    </a:cubicBezTo>
                    <a:cubicBezTo>
                      <a:pt x="481" y="5080"/>
                      <a:pt x="522" y="5071"/>
                      <a:pt x="561" y="5051"/>
                    </a:cubicBezTo>
                    <a:cubicBezTo>
                      <a:pt x="3330" y="3417"/>
                      <a:pt x="6132" y="1949"/>
                      <a:pt x="9034" y="515"/>
                    </a:cubicBezTo>
                    <a:cubicBezTo>
                      <a:pt x="9275" y="394"/>
                      <a:pt x="9135" y="0"/>
                      <a:pt x="888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8" name="Google Shape;2208;p45"/>
              <p:cNvSpPr/>
              <p:nvPr/>
            </p:nvSpPr>
            <p:spPr>
              <a:xfrm rot="-5400000">
                <a:off x="1508987" y="2374258"/>
                <a:ext cx="109490" cy="45477"/>
              </a:xfrm>
              <a:custGeom>
                <a:rect b="b" l="l" r="r" t="t"/>
                <a:pathLst>
                  <a:path extrusionOk="0" h="3168" w="7378">
                    <a:moveTo>
                      <a:pt x="6986" y="0"/>
                    </a:moveTo>
                    <a:cubicBezTo>
                      <a:pt x="6959" y="0"/>
                      <a:pt x="6931" y="5"/>
                      <a:pt x="6903" y="14"/>
                    </a:cubicBezTo>
                    <a:cubicBezTo>
                      <a:pt x="4701" y="748"/>
                      <a:pt x="2499" y="1549"/>
                      <a:pt x="365" y="2483"/>
                    </a:cubicBezTo>
                    <a:cubicBezTo>
                      <a:pt x="0" y="2604"/>
                      <a:pt x="188" y="3168"/>
                      <a:pt x="527" y="3168"/>
                    </a:cubicBezTo>
                    <a:cubicBezTo>
                      <a:pt x="560" y="3168"/>
                      <a:pt x="595" y="3162"/>
                      <a:pt x="631" y="3150"/>
                    </a:cubicBezTo>
                    <a:cubicBezTo>
                      <a:pt x="2833" y="2349"/>
                      <a:pt x="4968" y="1449"/>
                      <a:pt x="7136" y="481"/>
                    </a:cubicBezTo>
                    <a:cubicBezTo>
                      <a:pt x="7377" y="391"/>
                      <a:pt x="7237" y="0"/>
                      <a:pt x="698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9" name="Google Shape;2209;p45"/>
              <p:cNvSpPr/>
              <p:nvPr/>
            </p:nvSpPr>
            <p:spPr>
              <a:xfrm rot="-5400000">
                <a:off x="1521669" y="2269418"/>
                <a:ext cx="84083" cy="40467"/>
              </a:xfrm>
              <a:custGeom>
                <a:rect b="b" l="l" r="r" t="t"/>
                <a:pathLst>
                  <a:path extrusionOk="0" h="2819" w="5666">
                    <a:moveTo>
                      <a:pt x="5348" y="0"/>
                    </a:moveTo>
                    <a:cubicBezTo>
                      <a:pt x="5328" y="0"/>
                      <a:pt x="5307" y="3"/>
                      <a:pt x="5285" y="8"/>
                    </a:cubicBezTo>
                    <a:cubicBezTo>
                      <a:pt x="3550" y="542"/>
                      <a:pt x="1749" y="1342"/>
                      <a:pt x="215" y="2343"/>
                    </a:cubicBezTo>
                    <a:cubicBezTo>
                      <a:pt x="0" y="2496"/>
                      <a:pt x="95" y="2818"/>
                      <a:pt x="344" y="2818"/>
                    </a:cubicBezTo>
                    <a:cubicBezTo>
                      <a:pt x="367" y="2818"/>
                      <a:pt x="390" y="2816"/>
                      <a:pt x="415" y="2810"/>
                    </a:cubicBezTo>
                    <a:cubicBezTo>
                      <a:pt x="2183" y="2276"/>
                      <a:pt x="3917" y="1409"/>
                      <a:pt x="5452" y="442"/>
                    </a:cubicBezTo>
                    <a:cubicBezTo>
                      <a:pt x="5666" y="319"/>
                      <a:pt x="5571" y="0"/>
                      <a:pt x="534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0" name="Google Shape;2210;p45"/>
              <p:cNvSpPr/>
              <p:nvPr/>
            </p:nvSpPr>
            <p:spPr>
              <a:xfrm rot="-5400000">
                <a:off x="1540494" y="2207073"/>
                <a:ext cx="53053" cy="22193"/>
              </a:xfrm>
              <a:custGeom>
                <a:rect b="b" l="l" r="r" t="t"/>
                <a:pathLst>
                  <a:path extrusionOk="0" h="1546" w="3575">
                    <a:moveTo>
                      <a:pt x="3244" y="1"/>
                    </a:moveTo>
                    <a:cubicBezTo>
                      <a:pt x="3227" y="1"/>
                      <a:pt x="3210" y="3"/>
                      <a:pt x="3192" y="8"/>
                    </a:cubicBezTo>
                    <a:cubicBezTo>
                      <a:pt x="2192" y="309"/>
                      <a:pt x="1124" y="576"/>
                      <a:pt x="223" y="1109"/>
                    </a:cubicBezTo>
                    <a:cubicBezTo>
                      <a:pt x="1" y="1236"/>
                      <a:pt x="142" y="1545"/>
                      <a:pt x="358" y="1545"/>
                    </a:cubicBezTo>
                    <a:cubicBezTo>
                      <a:pt x="368" y="1545"/>
                      <a:pt x="379" y="1544"/>
                      <a:pt x="390" y="1543"/>
                    </a:cubicBezTo>
                    <a:cubicBezTo>
                      <a:pt x="1424" y="1343"/>
                      <a:pt x="2392" y="842"/>
                      <a:pt x="3359" y="442"/>
                    </a:cubicBezTo>
                    <a:cubicBezTo>
                      <a:pt x="3575" y="350"/>
                      <a:pt x="3449" y="1"/>
                      <a:pt x="324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1" name="Google Shape;2211;p45"/>
              <p:cNvSpPr/>
              <p:nvPr/>
            </p:nvSpPr>
            <p:spPr>
              <a:xfrm rot="-5400000">
                <a:off x="1528787" y="2109241"/>
                <a:ext cx="68368" cy="36146"/>
              </a:xfrm>
              <a:custGeom>
                <a:rect b="b" l="l" r="r" t="t"/>
                <a:pathLst>
                  <a:path extrusionOk="0" h="2518" w="4607">
                    <a:moveTo>
                      <a:pt x="4318" y="0"/>
                    </a:moveTo>
                    <a:cubicBezTo>
                      <a:pt x="4299" y="0"/>
                      <a:pt x="4279" y="3"/>
                      <a:pt x="4258" y="9"/>
                    </a:cubicBezTo>
                    <a:cubicBezTo>
                      <a:pt x="2890" y="410"/>
                      <a:pt x="1589" y="943"/>
                      <a:pt x="388" y="1744"/>
                    </a:cubicBezTo>
                    <a:cubicBezTo>
                      <a:pt x="1" y="1993"/>
                      <a:pt x="233" y="2518"/>
                      <a:pt x="571" y="2518"/>
                    </a:cubicBezTo>
                    <a:cubicBezTo>
                      <a:pt x="641" y="2518"/>
                      <a:pt x="715" y="2495"/>
                      <a:pt x="789" y="2444"/>
                    </a:cubicBezTo>
                    <a:cubicBezTo>
                      <a:pt x="1956" y="1710"/>
                      <a:pt x="3157" y="977"/>
                      <a:pt x="4424" y="376"/>
                    </a:cubicBezTo>
                    <a:cubicBezTo>
                      <a:pt x="4607" y="285"/>
                      <a:pt x="4512" y="0"/>
                      <a:pt x="431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2" name="Google Shape;2212;p45"/>
              <p:cNvSpPr/>
              <p:nvPr/>
            </p:nvSpPr>
            <p:spPr>
              <a:xfrm rot="-5400000">
                <a:off x="1519824" y="2017320"/>
                <a:ext cx="73933" cy="38974"/>
              </a:xfrm>
              <a:custGeom>
                <a:rect b="b" l="l" r="r" t="t"/>
                <a:pathLst>
                  <a:path extrusionOk="0" h="2715" w="4982">
                    <a:moveTo>
                      <a:pt x="4649" y="0"/>
                    </a:moveTo>
                    <a:cubicBezTo>
                      <a:pt x="4609" y="0"/>
                      <a:pt x="4564" y="12"/>
                      <a:pt x="4518" y="38"/>
                    </a:cubicBezTo>
                    <a:cubicBezTo>
                      <a:pt x="3117" y="872"/>
                      <a:pt x="1649" y="1572"/>
                      <a:pt x="215" y="2306"/>
                    </a:cubicBezTo>
                    <a:cubicBezTo>
                      <a:pt x="0" y="2398"/>
                      <a:pt x="123" y="2715"/>
                      <a:pt x="325" y="2715"/>
                    </a:cubicBezTo>
                    <a:cubicBezTo>
                      <a:pt x="343" y="2715"/>
                      <a:pt x="362" y="2712"/>
                      <a:pt x="381" y="2706"/>
                    </a:cubicBezTo>
                    <a:cubicBezTo>
                      <a:pt x="1983" y="2340"/>
                      <a:pt x="3484" y="1472"/>
                      <a:pt x="4785" y="505"/>
                    </a:cubicBezTo>
                    <a:cubicBezTo>
                      <a:pt x="4982" y="336"/>
                      <a:pt x="4870" y="0"/>
                      <a:pt x="464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3" name="Google Shape;2213;p45"/>
              <p:cNvSpPr/>
              <p:nvPr/>
            </p:nvSpPr>
            <p:spPr>
              <a:xfrm rot="-5400000">
                <a:off x="3602806" y="2791669"/>
                <a:ext cx="43081" cy="32586"/>
              </a:xfrm>
              <a:custGeom>
                <a:rect b="b" l="l" r="r" t="t"/>
                <a:pathLst>
                  <a:path extrusionOk="0" h="2270" w="2903">
                    <a:moveTo>
                      <a:pt x="2551" y="0"/>
                    </a:moveTo>
                    <a:cubicBezTo>
                      <a:pt x="2111" y="0"/>
                      <a:pt x="1789" y="412"/>
                      <a:pt x="1468" y="669"/>
                    </a:cubicBezTo>
                    <a:cubicBezTo>
                      <a:pt x="1034" y="1036"/>
                      <a:pt x="534" y="1370"/>
                      <a:pt x="167" y="1803"/>
                    </a:cubicBezTo>
                    <a:cubicBezTo>
                      <a:pt x="1" y="2025"/>
                      <a:pt x="134" y="2270"/>
                      <a:pt x="336" y="2270"/>
                    </a:cubicBezTo>
                    <a:cubicBezTo>
                      <a:pt x="378" y="2270"/>
                      <a:pt x="422" y="2260"/>
                      <a:pt x="467" y="2237"/>
                    </a:cubicBezTo>
                    <a:cubicBezTo>
                      <a:pt x="967" y="2037"/>
                      <a:pt x="1368" y="1670"/>
                      <a:pt x="1801" y="1370"/>
                    </a:cubicBezTo>
                    <a:cubicBezTo>
                      <a:pt x="2168" y="1103"/>
                      <a:pt x="2769" y="836"/>
                      <a:pt x="2869" y="369"/>
                    </a:cubicBezTo>
                    <a:cubicBezTo>
                      <a:pt x="2902" y="169"/>
                      <a:pt x="2802" y="2"/>
                      <a:pt x="2602" y="2"/>
                    </a:cubicBezTo>
                    <a:cubicBezTo>
                      <a:pt x="2585" y="1"/>
                      <a:pt x="2568" y="0"/>
                      <a:pt x="255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4" name="Google Shape;2214;p45"/>
              <p:cNvSpPr/>
              <p:nvPr/>
            </p:nvSpPr>
            <p:spPr>
              <a:xfrm rot="-5400000">
                <a:off x="3620865" y="2765957"/>
                <a:ext cx="69985" cy="43926"/>
              </a:xfrm>
              <a:custGeom>
                <a:rect b="b" l="l" r="r" t="t"/>
                <a:pathLst>
                  <a:path extrusionOk="0" h="3060" w="4716">
                    <a:moveTo>
                      <a:pt x="4395" y="1"/>
                    </a:moveTo>
                    <a:cubicBezTo>
                      <a:pt x="4384" y="1"/>
                      <a:pt x="4372" y="2"/>
                      <a:pt x="4360" y="3"/>
                    </a:cubicBezTo>
                    <a:cubicBezTo>
                      <a:pt x="2792" y="304"/>
                      <a:pt x="1224" y="1404"/>
                      <a:pt x="190" y="2572"/>
                    </a:cubicBezTo>
                    <a:cubicBezTo>
                      <a:pt x="1" y="2761"/>
                      <a:pt x="162" y="3060"/>
                      <a:pt x="372" y="3060"/>
                    </a:cubicBezTo>
                    <a:cubicBezTo>
                      <a:pt x="421" y="3060"/>
                      <a:pt x="473" y="3043"/>
                      <a:pt x="523" y="3006"/>
                    </a:cubicBezTo>
                    <a:cubicBezTo>
                      <a:pt x="1157" y="2539"/>
                      <a:pt x="1791" y="2038"/>
                      <a:pt x="2458" y="1638"/>
                    </a:cubicBezTo>
                    <a:cubicBezTo>
                      <a:pt x="3125" y="1204"/>
                      <a:pt x="3859" y="871"/>
                      <a:pt x="4526" y="437"/>
                    </a:cubicBezTo>
                    <a:cubicBezTo>
                      <a:pt x="4716" y="279"/>
                      <a:pt x="4606" y="1"/>
                      <a:pt x="439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5" name="Google Shape;2215;p45"/>
              <p:cNvSpPr/>
              <p:nvPr/>
            </p:nvSpPr>
            <p:spPr>
              <a:xfrm rot="-5400000">
                <a:off x="3630373" y="2699483"/>
                <a:ext cx="133441" cy="95906"/>
              </a:xfrm>
              <a:custGeom>
                <a:rect b="b" l="l" r="r" t="t"/>
                <a:pathLst>
                  <a:path extrusionOk="0" h="6681" w="8992">
                    <a:moveTo>
                      <a:pt x="8667" y="0"/>
                    </a:moveTo>
                    <a:cubicBezTo>
                      <a:pt x="8648" y="0"/>
                      <a:pt x="8627" y="3"/>
                      <a:pt x="8606" y="9"/>
                    </a:cubicBezTo>
                    <a:cubicBezTo>
                      <a:pt x="6672" y="743"/>
                      <a:pt x="4937" y="2277"/>
                      <a:pt x="3303" y="3511"/>
                    </a:cubicBezTo>
                    <a:cubicBezTo>
                      <a:pt x="2535" y="4045"/>
                      <a:pt x="34" y="5346"/>
                      <a:pt x="0" y="6413"/>
                    </a:cubicBezTo>
                    <a:cubicBezTo>
                      <a:pt x="0" y="6513"/>
                      <a:pt x="100" y="6614"/>
                      <a:pt x="200" y="6647"/>
                    </a:cubicBezTo>
                    <a:cubicBezTo>
                      <a:pt x="234" y="6647"/>
                      <a:pt x="267" y="6647"/>
                      <a:pt x="300" y="6680"/>
                    </a:cubicBezTo>
                    <a:cubicBezTo>
                      <a:pt x="367" y="6680"/>
                      <a:pt x="467" y="6680"/>
                      <a:pt x="501" y="6614"/>
                    </a:cubicBezTo>
                    <a:lnTo>
                      <a:pt x="601" y="6513"/>
                    </a:lnTo>
                    <a:cubicBezTo>
                      <a:pt x="634" y="6480"/>
                      <a:pt x="667" y="6380"/>
                      <a:pt x="601" y="6313"/>
                    </a:cubicBezTo>
                    <a:cubicBezTo>
                      <a:pt x="601" y="6280"/>
                      <a:pt x="601" y="6247"/>
                      <a:pt x="567" y="6247"/>
                    </a:cubicBezTo>
                    <a:cubicBezTo>
                      <a:pt x="534" y="6213"/>
                      <a:pt x="501" y="6180"/>
                      <a:pt x="467" y="6180"/>
                    </a:cubicBezTo>
                    <a:cubicBezTo>
                      <a:pt x="968" y="5880"/>
                      <a:pt x="2469" y="4979"/>
                      <a:pt x="2635" y="4846"/>
                    </a:cubicBezTo>
                    <a:cubicBezTo>
                      <a:pt x="3303" y="4379"/>
                      <a:pt x="4003" y="3878"/>
                      <a:pt x="4704" y="3411"/>
                    </a:cubicBezTo>
                    <a:cubicBezTo>
                      <a:pt x="6071" y="2444"/>
                      <a:pt x="7672" y="1643"/>
                      <a:pt x="8840" y="409"/>
                    </a:cubicBezTo>
                    <a:cubicBezTo>
                      <a:pt x="8992" y="288"/>
                      <a:pt x="8867" y="0"/>
                      <a:pt x="866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6" name="Google Shape;2216;p45"/>
              <p:cNvSpPr/>
              <p:nvPr/>
            </p:nvSpPr>
            <p:spPr>
              <a:xfrm rot="-5400000">
                <a:off x="3663780" y="2667029"/>
                <a:ext cx="182324" cy="112227"/>
              </a:xfrm>
              <a:custGeom>
                <a:rect b="b" l="l" r="r" t="t"/>
                <a:pathLst>
                  <a:path extrusionOk="0" h="7818" w="12286">
                    <a:moveTo>
                      <a:pt x="11550" y="1"/>
                    </a:moveTo>
                    <a:cubicBezTo>
                      <a:pt x="10117" y="1"/>
                      <a:pt x="7914" y="1699"/>
                      <a:pt x="6982" y="2252"/>
                    </a:cubicBezTo>
                    <a:cubicBezTo>
                      <a:pt x="4547" y="3686"/>
                      <a:pt x="2245" y="5421"/>
                      <a:pt x="210" y="7389"/>
                    </a:cubicBezTo>
                    <a:cubicBezTo>
                      <a:pt x="1" y="7572"/>
                      <a:pt x="182" y="7817"/>
                      <a:pt x="382" y="7817"/>
                    </a:cubicBezTo>
                    <a:cubicBezTo>
                      <a:pt x="437" y="7817"/>
                      <a:pt x="494" y="7799"/>
                      <a:pt x="544" y="7756"/>
                    </a:cubicBezTo>
                    <a:cubicBezTo>
                      <a:pt x="2345" y="6288"/>
                      <a:pt x="4180" y="4887"/>
                      <a:pt x="6148" y="3653"/>
                    </a:cubicBezTo>
                    <a:cubicBezTo>
                      <a:pt x="6948" y="3153"/>
                      <a:pt x="7782" y="2686"/>
                      <a:pt x="8583" y="2252"/>
                    </a:cubicBezTo>
                    <a:cubicBezTo>
                      <a:pt x="9017" y="2018"/>
                      <a:pt x="9417" y="1818"/>
                      <a:pt x="9851" y="1618"/>
                    </a:cubicBezTo>
                    <a:cubicBezTo>
                      <a:pt x="10051" y="1518"/>
                      <a:pt x="11151" y="717"/>
                      <a:pt x="11585" y="417"/>
                    </a:cubicBezTo>
                    <a:lnTo>
                      <a:pt x="11585" y="417"/>
                    </a:lnTo>
                    <a:cubicBezTo>
                      <a:pt x="11552" y="517"/>
                      <a:pt x="11585" y="617"/>
                      <a:pt x="11685" y="684"/>
                    </a:cubicBezTo>
                    <a:cubicBezTo>
                      <a:pt x="11719" y="717"/>
                      <a:pt x="11752" y="751"/>
                      <a:pt x="11785" y="751"/>
                    </a:cubicBezTo>
                    <a:cubicBezTo>
                      <a:pt x="11832" y="786"/>
                      <a:pt x="11886" y="800"/>
                      <a:pt x="11939" y="800"/>
                    </a:cubicBezTo>
                    <a:cubicBezTo>
                      <a:pt x="12038" y="800"/>
                      <a:pt x="12130" y="749"/>
                      <a:pt x="12152" y="684"/>
                    </a:cubicBezTo>
                    <a:cubicBezTo>
                      <a:pt x="12186" y="617"/>
                      <a:pt x="12219" y="551"/>
                      <a:pt x="12219" y="517"/>
                    </a:cubicBezTo>
                    <a:cubicBezTo>
                      <a:pt x="12286" y="384"/>
                      <a:pt x="12286" y="184"/>
                      <a:pt x="12119" y="117"/>
                    </a:cubicBezTo>
                    <a:cubicBezTo>
                      <a:pt x="11950" y="37"/>
                      <a:pt x="11758" y="1"/>
                      <a:pt x="1155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7" name="Google Shape;2217;p45"/>
              <p:cNvSpPr/>
              <p:nvPr/>
            </p:nvSpPr>
            <p:spPr>
              <a:xfrm rot="-5400000">
                <a:off x="3714711" y="2643125"/>
                <a:ext cx="174741" cy="111610"/>
              </a:xfrm>
              <a:custGeom>
                <a:rect b="b" l="l" r="r" t="t"/>
                <a:pathLst>
                  <a:path extrusionOk="0" h="7775" w="11775">
                    <a:moveTo>
                      <a:pt x="11390" y="0"/>
                    </a:moveTo>
                    <a:cubicBezTo>
                      <a:pt x="11361" y="0"/>
                      <a:pt x="11331" y="5"/>
                      <a:pt x="11299" y="14"/>
                    </a:cubicBezTo>
                    <a:cubicBezTo>
                      <a:pt x="7196" y="1515"/>
                      <a:pt x="3560" y="4217"/>
                      <a:pt x="291" y="7119"/>
                    </a:cubicBezTo>
                    <a:cubicBezTo>
                      <a:pt x="0" y="7384"/>
                      <a:pt x="276" y="7775"/>
                      <a:pt x="603" y="7775"/>
                    </a:cubicBezTo>
                    <a:cubicBezTo>
                      <a:pt x="688" y="7775"/>
                      <a:pt x="776" y="7748"/>
                      <a:pt x="858" y="7686"/>
                    </a:cubicBezTo>
                    <a:cubicBezTo>
                      <a:pt x="4161" y="4818"/>
                      <a:pt x="7797" y="2750"/>
                      <a:pt x="11533" y="515"/>
                    </a:cubicBezTo>
                    <a:cubicBezTo>
                      <a:pt x="11774" y="394"/>
                      <a:pt x="11661" y="0"/>
                      <a:pt x="113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8" name="Google Shape;2218;p45"/>
              <p:cNvSpPr/>
              <p:nvPr/>
            </p:nvSpPr>
            <p:spPr>
              <a:xfrm rot="-5400000">
                <a:off x="3728761" y="2602242"/>
                <a:ext cx="215566" cy="104763"/>
              </a:xfrm>
              <a:custGeom>
                <a:rect b="b" l="l" r="r" t="t"/>
                <a:pathLst>
                  <a:path extrusionOk="0" h="7298" w="14526">
                    <a:moveTo>
                      <a:pt x="13841" y="1"/>
                    </a:moveTo>
                    <a:cubicBezTo>
                      <a:pt x="11795" y="1"/>
                      <a:pt x="9896" y="1191"/>
                      <a:pt x="8088" y="2079"/>
                    </a:cubicBezTo>
                    <a:cubicBezTo>
                      <a:pt x="5353" y="3480"/>
                      <a:pt x="2784" y="5047"/>
                      <a:pt x="249" y="6782"/>
                    </a:cubicBezTo>
                    <a:cubicBezTo>
                      <a:pt x="0" y="6948"/>
                      <a:pt x="141" y="7298"/>
                      <a:pt x="368" y="7298"/>
                    </a:cubicBezTo>
                    <a:cubicBezTo>
                      <a:pt x="415" y="7298"/>
                      <a:pt x="465" y="7283"/>
                      <a:pt x="516" y="7249"/>
                    </a:cubicBezTo>
                    <a:cubicBezTo>
                      <a:pt x="2684" y="5915"/>
                      <a:pt x="4886" y="4647"/>
                      <a:pt x="7154" y="3480"/>
                    </a:cubicBezTo>
                    <a:cubicBezTo>
                      <a:pt x="9389" y="2312"/>
                      <a:pt x="11757" y="978"/>
                      <a:pt x="14226" y="478"/>
                    </a:cubicBezTo>
                    <a:cubicBezTo>
                      <a:pt x="14526" y="411"/>
                      <a:pt x="14426" y="11"/>
                      <a:pt x="14159" y="11"/>
                    </a:cubicBezTo>
                    <a:cubicBezTo>
                      <a:pt x="14053" y="4"/>
                      <a:pt x="13947" y="1"/>
                      <a:pt x="1384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9" name="Google Shape;2219;p45"/>
              <p:cNvSpPr/>
              <p:nvPr/>
            </p:nvSpPr>
            <p:spPr>
              <a:xfrm rot="-5400000">
                <a:off x="3791319" y="2531716"/>
                <a:ext cx="163166" cy="92489"/>
              </a:xfrm>
              <a:custGeom>
                <a:rect b="b" l="l" r="r" t="t"/>
                <a:pathLst>
                  <a:path extrusionOk="0" h="6443" w="10995">
                    <a:moveTo>
                      <a:pt x="10510" y="0"/>
                    </a:moveTo>
                    <a:cubicBezTo>
                      <a:pt x="10474" y="0"/>
                      <a:pt x="10436" y="6"/>
                      <a:pt x="10397" y="19"/>
                    </a:cubicBezTo>
                    <a:cubicBezTo>
                      <a:pt x="6761" y="1153"/>
                      <a:pt x="3392" y="3388"/>
                      <a:pt x="357" y="5623"/>
                    </a:cubicBezTo>
                    <a:cubicBezTo>
                      <a:pt x="0" y="5898"/>
                      <a:pt x="230" y="6442"/>
                      <a:pt x="582" y="6442"/>
                    </a:cubicBezTo>
                    <a:cubicBezTo>
                      <a:pt x="658" y="6442"/>
                      <a:pt x="740" y="6417"/>
                      <a:pt x="824" y="6357"/>
                    </a:cubicBezTo>
                    <a:cubicBezTo>
                      <a:pt x="3959" y="4122"/>
                      <a:pt x="7328" y="2554"/>
                      <a:pt x="10664" y="686"/>
                    </a:cubicBezTo>
                    <a:cubicBezTo>
                      <a:pt x="10995" y="506"/>
                      <a:pt x="10837" y="0"/>
                      <a:pt x="1051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0" name="Google Shape;2220;p45"/>
              <p:cNvSpPr/>
              <p:nvPr/>
            </p:nvSpPr>
            <p:spPr>
              <a:xfrm rot="-5400000">
                <a:off x="3829084" y="2463535"/>
                <a:ext cx="136320" cy="72263"/>
              </a:xfrm>
              <a:custGeom>
                <a:rect b="b" l="l" r="r" t="t"/>
                <a:pathLst>
                  <a:path extrusionOk="0" h="5034" w="9186">
                    <a:moveTo>
                      <a:pt x="8754" y="1"/>
                    </a:moveTo>
                    <a:cubicBezTo>
                      <a:pt x="8722" y="1"/>
                      <a:pt x="8688" y="7"/>
                      <a:pt x="8654" y="21"/>
                    </a:cubicBezTo>
                    <a:cubicBezTo>
                      <a:pt x="5718" y="1122"/>
                      <a:pt x="2883" y="2656"/>
                      <a:pt x="314" y="4391"/>
                    </a:cubicBezTo>
                    <a:cubicBezTo>
                      <a:pt x="1" y="4590"/>
                      <a:pt x="174" y="5033"/>
                      <a:pt x="481" y="5033"/>
                    </a:cubicBezTo>
                    <a:cubicBezTo>
                      <a:pt x="533" y="5033"/>
                      <a:pt x="590" y="5020"/>
                      <a:pt x="648" y="4991"/>
                    </a:cubicBezTo>
                    <a:cubicBezTo>
                      <a:pt x="3383" y="3524"/>
                      <a:pt x="6152" y="2123"/>
                      <a:pt x="8887" y="621"/>
                    </a:cubicBezTo>
                    <a:cubicBezTo>
                      <a:pt x="9186" y="472"/>
                      <a:pt x="9029" y="1"/>
                      <a:pt x="875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1" name="Google Shape;2221;p45"/>
              <p:cNvSpPr/>
              <p:nvPr/>
            </p:nvSpPr>
            <p:spPr>
              <a:xfrm rot="-5400000">
                <a:off x="3867920" y="2389474"/>
                <a:ext cx="90019" cy="45290"/>
              </a:xfrm>
              <a:custGeom>
                <a:rect b="b" l="l" r="r" t="t"/>
                <a:pathLst>
                  <a:path extrusionOk="0" h="3155" w="6066">
                    <a:moveTo>
                      <a:pt x="5703" y="0"/>
                    </a:moveTo>
                    <a:cubicBezTo>
                      <a:pt x="5670" y="0"/>
                      <a:pt x="5634" y="8"/>
                      <a:pt x="5598" y="24"/>
                    </a:cubicBezTo>
                    <a:cubicBezTo>
                      <a:pt x="3796" y="758"/>
                      <a:pt x="2029" y="1558"/>
                      <a:pt x="294" y="2492"/>
                    </a:cubicBezTo>
                    <a:cubicBezTo>
                      <a:pt x="0" y="2669"/>
                      <a:pt x="146" y="3155"/>
                      <a:pt x="436" y="3155"/>
                    </a:cubicBezTo>
                    <a:cubicBezTo>
                      <a:pt x="475" y="3155"/>
                      <a:pt x="517" y="3146"/>
                      <a:pt x="561" y="3126"/>
                    </a:cubicBezTo>
                    <a:cubicBezTo>
                      <a:pt x="2395" y="2359"/>
                      <a:pt x="4130" y="1492"/>
                      <a:pt x="5831" y="524"/>
                    </a:cubicBezTo>
                    <a:cubicBezTo>
                      <a:pt x="6065" y="378"/>
                      <a:pt x="5940" y="0"/>
                      <a:pt x="570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2" name="Google Shape;2222;p45"/>
              <p:cNvSpPr/>
              <p:nvPr/>
            </p:nvSpPr>
            <p:spPr>
              <a:xfrm rot="-5400000">
                <a:off x="3870733" y="2291084"/>
                <a:ext cx="107694" cy="60463"/>
              </a:xfrm>
              <a:custGeom>
                <a:rect b="b" l="l" r="r" t="t"/>
                <a:pathLst>
                  <a:path extrusionOk="0" h="4212" w="7257">
                    <a:moveTo>
                      <a:pt x="6781" y="1"/>
                    </a:moveTo>
                    <a:cubicBezTo>
                      <a:pt x="6759" y="1"/>
                      <a:pt x="6736" y="3"/>
                      <a:pt x="6713" y="8"/>
                    </a:cubicBezTo>
                    <a:cubicBezTo>
                      <a:pt x="4311" y="441"/>
                      <a:pt x="2143" y="1942"/>
                      <a:pt x="342" y="3510"/>
                    </a:cubicBezTo>
                    <a:cubicBezTo>
                      <a:pt x="0" y="3799"/>
                      <a:pt x="300" y="4212"/>
                      <a:pt x="654" y="4212"/>
                    </a:cubicBezTo>
                    <a:cubicBezTo>
                      <a:pt x="750" y="4212"/>
                      <a:pt x="850" y="4182"/>
                      <a:pt x="942" y="4111"/>
                    </a:cubicBezTo>
                    <a:cubicBezTo>
                      <a:pt x="2810" y="2610"/>
                      <a:pt x="4878" y="1709"/>
                      <a:pt x="6946" y="575"/>
                    </a:cubicBezTo>
                    <a:cubicBezTo>
                      <a:pt x="7256" y="389"/>
                      <a:pt x="7076" y="1"/>
                      <a:pt x="678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3" name="Google Shape;2223;p45"/>
              <p:cNvSpPr/>
              <p:nvPr/>
            </p:nvSpPr>
            <p:spPr>
              <a:xfrm rot="-5400000">
                <a:off x="3909671" y="2230375"/>
                <a:ext cx="44565" cy="22781"/>
              </a:xfrm>
              <a:custGeom>
                <a:rect b="b" l="l" r="r" t="t"/>
                <a:pathLst>
                  <a:path extrusionOk="0" h="1587" w="3003">
                    <a:moveTo>
                      <a:pt x="2711" y="0"/>
                    </a:moveTo>
                    <a:cubicBezTo>
                      <a:pt x="2685" y="0"/>
                      <a:pt x="2657" y="5"/>
                      <a:pt x="2628" y="16"/>
                    </a:cubicBezTo>
                    <a:cubicBezTo>
                      <a:pt x="1794" y="283"/>
                      <a:pt x="827" y="450"/>
                      <a:pt x="160" y="1050"/>
                    </a:cubicBezTo>
                    <a:cubicBezTo>
                      <a:pt x="0" y="1242"/>
                      <a:pt x="116" y="1586"/>
                      <a:pt x="360" y="1586"/>
                    </a:cubicBezTo>
                    <a:cubicBezTo>
                      <a:pt x="371" y="1586"/>
                      <a:pt x="382" y="1586"/>
                      <a:pt x="393" y="1584"/>
                    </a:cubicBezTo>
                    <a:cubicBezTo>
                      <a:pt x="1261" y="1484"/>
                      <a:pt x="2061" y="884"/>
                      <a:pt x="2795" y="450"/>
                    </a:cubicBezTo>
                    <a:cubicBezTo>
                      <a:pt x="3003" y="331"/>
                      <a:pt x="2920" y="0"/>
                      <a:pt x="271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4" name="Google Shape;2224;p45"/>
              <p:cNvSpPr/>
              <p:nvPr/>
            </p:nvSpPr>
            <p:spPr>
              <a:xfrm rot="-5400000">
                <a:off x="3905037" y="2029281"/>
                <a:ext cx="44357" cy="31567"/>
              </a:xfrm>
              <a:custGeom>
                <a:rect b="b" l="l" r="r" t="t"/>
                <a:pathLst>
                  <a:path extrusionOk="0" h="2199" w="2989">
                    <a:moveTo>
                      <a:pt x="2759" y="0"/>
                    </a:moveTo>
                    <a:cubicBezTo>
                      <a:pt x="2734" y="0"/>
                      <a:pt x="2706" y="6"/>
                      <a:pt x="2677" y="19"/>
                    </a:cubicBezTo>
                    <a:cubicBezTo>
                      <a:pt x="1709" y="319"/>
                      <a:pt x="742" y="986"/>
                      <a:pt x="108" y="1787"/>
                    </a:cubicBezTo>
                    <a:cubicBezTo>
                      <a:pt x="0" y="1949"/>
                      <a:pt x="111" y="2199"/>
                      <a:pt x="281" y="2199"/>
                    </a:cubicBezTo>
                    <a:cubicBezTo>
                      <a:pt x="321" y="2199"/>
                      <a:pt x="364" y="2185"/>
                      <a:pt x="408" y="2153"/>
                    </a:cubicBezTo>
                    <a:cubicBezTo>
                      <a:pt x="1209" y="1553"/>
                      <a:pt x="2010" y="986"/>
                      <a:pt x="2844" y="386"/>
                    </a:cubicBezTo>
                    <a:cubicBezTo>
                      <a:pt x="2989" y="269"/>
                      <a:pt x="2931" y="0"/>
                      <a:pt x="275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5" name="Google Shape;2225;p45"/>
              <p:cNvSpPr/>
              <p:nvPr/>
            </p:nvSpPr>
            <p:spPr>
              <a:xfrm rot="-5400000">
                <a:off x="3851548" y="1912789"/>
                <a:ext cx="118067" cy="66148"/>
              </a:xfrm>
              <a:custGeom>
                <a:rect b="b" l="l" r="r" t="t"/>
                <a:pathLst>
                  <a:path extrusionOk="0" h="4608" w="7956">
                    <a:moveTo>
                      <a:pt x="7528" y="0"/>
                    </a:moveTo>
                    <a:cubicBezTo>
                      <a:pt x="7502" y="0"/>
                      <a:pt x="7476" y="4"/>
                      <a:pt x="7449" y="13"/>
                    </a:cubicBezTo>
                    <a:cubicBezTo>
                      <a:pt x="4880" y="1014"/>
                      <a:pt x="2512" y="2415"/>
                      <a:pt x="277" y="3983"/>
                    </a:cubicBezTo>
                    <a:cubicBezTo>
                      <a:pt x="1" y="4204"/>
                      <a:pt x="159" y="4607"/>
                      <a:pt x="430" y="4607"/>
                    </a:cubicBezTo>
                    <a:cubicBezTo>
                      <a:pt x="486" y="4607"/>
                      <a:pt x="547" y="4590"/>
                      <a:pt x="611" y="4550"/>
                    </a:cubicBezTo>
                    <a:cubicBezTo>
                      <a:pt x="2912" y="3115"/>
                      <a:pt x="5281" y="1848"/>
                      <a:pt x="7682" y="580"/>
                    </a:cubicBezTo>
                    <a:cubicBezTo>
                      <a:pt x="7956" y="428"/>
                      <a:pt x="7787" y="0"/>
                      <a:pt x="752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6" name="Google Shape;2226;p45"/>
              <p:cNvSpPr/>
              <p:nvPr/>
            </p:nvSpPr>
            <p:spPr>
              <a:xfrm rot="-5400000">
                <a:off x="3785320" y="1761466"/>
                <a:ext cx="189893" cy="114395"/>
              </a:xfrm>
              <a:custGeom>
                <a:rect b="b" l="l" r="r" t="t"/>
                <a:pathLst>
                  <a:path extrusionOk="0" h="7969" w="12796">
                    <a:moveTo>
                      <a:pt x="12380" y="1"/>
                    </a:moveTo>
                    <a:cubicBezTo>
                      <a:pt x="12336" y="1"/>
                      <a:pt x="12288" y="11"/>
                      <a:pt x="12239" y="36"/>
                    </a:cubicBezTo>
                    <a:cubicBezTo>
                      <a:pt x="8136" y="2337"/>
                      <a:pt x="4100" y="4839"/>
                      <a:pt x="230" y="7508"/>
                    </a:cubicBezTo>
                    <a:cubicBezTo>
                      <a:pt x="1" y="7651"/>
                      <a:pt x="142" y="7968"/>
                      <a:pt x="377" y="7968"/>
                    </a:cubicBezTo>
                    <a:cubicBezTo>
                      <a:pt x="415" y="7968"/>
                      <a:pt x="456" y="7960"/>
                      <a:pt x="497" y="7942"/>
                    </a:cubicBezTo>
                    <a:cubicBezTo>
                      <a:pt x="4600" y="5673"/>
                      <a:pt x="8636" y="3171"/>
                      <a:pt x="12539" y="536"/>
                    </a:cubicBezTo>
                    <a:cubicBezTo>
                      <a:pt x="12795" y="365"/>
                      <a:pt x="12639" y="1"/>
                      <a:pt x="1238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7" name="Google Shape;2227;p45"/>
              <p:cNvSpPr/>
              <p:nvPr/>
            </p:nvSpPr>
            <p:spPr>
              <a:xfrm rot="-5400000">
                <a:off x="3777373" y="1639228"/>
                <a:ext cx="195161" cy="125735"/>
              </a:xfrm>
              <a:custGeom>
                <a:rect b="b" l="l" r="r" t="t"/>
                <a:pathLst>
                  <a:path extrusionOk="0" h="8759" w="13151">
                    <a:moveTo>
                      <a:pt x="12650" y="0"/>
                    </a:moveTo>
                    <a:cubicBezTo>
                      <a:pt x="12602" y="0"/>
                      <a:pt x="12552" y="10"/>
                      <a:pt x="12501" y="34"/>
                    </a:cubicBezTo>
                    <a:cubicBezTo>
                      <a:pt x="8064" y="1968"/>
                      <a:pt x="3728" y="4904"/>
                      <a:pt x="192" y="8273"/>
                    </a:cubicBezTo>
                    <a:cubicBezTo>
                      <a:pt x="1" y="8437"/>
                      <a:pt x="168" y="8758"/>
                      <a:pt x="382" y="8758"/>
                    </a:cubicBezTo>
                    <a:cubicBezTo>
                      <a:pt x="429" y="8758"/>
                      <a:pt x="478" y="8743"/>
                      <a:pt x="526" y="8707"/>
                    </a:cubicBezTo>
                    <a:cubicBezTo>
                      <a:pt x="4529" y="5704"/>
                      <a:pt x="8531" y="3102"/>
                      <a:pt x="12835" y="567"/>
                    </a:cubicBezTo>
                    <a:cubicBezTo>
                      <a:pt x="13150" y="395"/>
                      <a:pt x="12947" y="0"/>
                      <a:pt x="1265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8" name="Google Shape;2228;p45"/>
              <p:cNvSpPr/>
              <p:nvPr/>
            </p:nvSpPr>
            <p:spPr>
              <a:xfrm rot="-5400000">
                <a:off x="3822031" y="1592265"/>
                <a:ext cx="134347" cy="85585"/>
              </a:xfrm>
              <a:custGeom>
                <a:rect b="b" l="l" r="r" t="t"/>
                <a:pathLst>
                  <a:path extrusionOk="0" h="5962" w="9053">
                    <a:moveTo>
                      <a:pt x="8832" y="0"/>
                    </a:moveTo>
                    <a:cubicBezTo>
                      <a:pt x="8812" y="0"/>
                      <a:pt x="8792" y="4"/>
                      <a:pt x="8770" y="11"/>
                    </a:cubicBezTo>
                    <a:cubicBezTo>
                      <a:pt x="5568" y="845"/>
                      <a:pt x="2699" y="3280"/>
                      <a:pt x="264" y="5415"/>
                    </a:cubicBezTo>
                    <a:cubicBezTo>
                      <a:pt x="1" y="5626"/>
                      <a:pt x="237" y="5962"/>
                      <a:pt x="512" y="5962"/>
                    </a:cubicBezTo>
                    <a:cubicBezTo>
                      <a:pt x="585" y="5962"/>
                      <a:pt x="661" y="5938"/>
                      <a:pt x="731" y="5882"/>
                    </a:cubicBezTo>
                    <a:cubicBezTo>
                      <a:pt x="3300" y="3714"/>
                      <a:pt x="6235" y="2313"/>
                      <a:pt x="8904" y="345"/>
                    </a:cubicBezTo>
                    <a:cubicBezTo>
                      <a:pt x="9052" y="226"/>
                      <a:pt x="8989" y="0"/>
                      <a:pt x="88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9" name="Google Shape;2229;p45"/>
              <p:cNvSpPr/>
              <p:nvPr/>
            </p:nvSpPr>
            <p:spPr>
              <a:xfrm rot="-5400000">
                <a:off x="3876041" y="1582373"/>
                <a:ext cx="50708" cy="27389"/>
              </a:xfrm>
              <a:custGeom>
                <a:rect b="b" l="l" r="r" t="t"/>
                <a:pathLst>
                  <a:path extrusionOk="0" h="1908" w="3417">
                    <a:moveTo>
                      <a:pt x="3124" y="0"/>
                    </a:moveTo>
                    <a:cubicBezTo>
                      <a:pt x="3114" y="0"/>
                      <a:pt x="3103" y="2"/>
                      <a:pt x="3092" y="4"/>
                    </a:cubicBezTo>
                    <a:cubicBezTo>
                      <a:pt x="2091" y="171"/>
                      <a:pt x="1124" y="904"/>
                      <a:pt x="256" y="1371"/>
                    </a:cubicBezTo>
                    <a:cubicBezTo>
                      <a:pt x="0" y="1542"/>
                      <a:pt x="157" y="1907"/>
                      <a:pt x="416" y="1907"/>
                    </a:cubicBezTo>
                    <a:cubicBezTo>
                      <a:pt x="460" y="1907"/>
                      <a:pt x="508" y="1896"/>
                      <a:pt x="557" y="1872"/>
                    </a:cubicBezTo>
                    <a:cubicBezTo>
                      <a:pt x="1424" y="1438"/>
                      <a:pt x="2591" y="1071"/>
                      <a:pt x="3292" y="337"/>
                    </a:cubicBezTo>
                    <a:cubicBezTo>
                      <a:pt x="3417" y="213"/>
                      <a:pt x="3279" y="0"/>
                      <a:pt x="31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0" name="Google Shape;2230;p45"/>
            <p:cNvGrpSpPr/>
            <p:nvPr/>
          </p:nvGrpSpPr>
          <p:grpSpPr>
            <a:xfrm>
              <a:off x="962832" y="1660337"/>
              <a:ext cx="887194" cy="997976"/>
              <a:chOff x="658796" y="1686488"/>
              <a:chExt cx="868436" cy="997976"/>
            </a:xfrm>
          </p:grpSpPr>
          <p:sp>
            <p:nvSpPr>
              <p:cNvPr id="2231" name="Google Shape;2231;p45"/>
              <p:cNvSpPr/>
              <p:nvPr/>
            </p:nvSpPr>
            <p:spPr>
              <a:xfrm rot="-5400000">
                <a:off x="597030" y="1756940"/>
                <a:ext cx="991535" cy="850630"/>
              </a:xfrm>
              <a:custGeom>
                <a:rect b="b" l="l" r="r" t="t"/>
                <a:pathLst>
                  <a:path extrusionOk="0" h="39078" w="66815">
                    <a:moveTo>
                      <a:pt x="28917" y="0"/>
                    </a:moveTo>
                    <a:cubicBezTo>
                      <a:pt x="16090" y="0"/>
                      <a:pt x="3595" y="641"/>
                      <a:pt x="0" y="1637"/>
                    </a:cubicBezTo>
                    <a:cubicBezTo>
                      <a:pt x="0" y="1637"/>
                      <a:pt x="4604" y="2137"/>
                      <a:pt x="5137" y="9009"/>
                    </a:cubicBezTo>
                    <a:cubicBezTo>
                      <a:pt x="5638" y="15847"/>
                      <a:pt x="4103" y="32992"/>
                      <a:pt x="5638" y="35628"/>
                    </a:cubicBezTo>
                    <a:cubicBezTo>
                      <a:pt x="6960" y="37874"/>
                      <a:pt x="23074" y="39078"/>
                      <a:pt x="38018" y="39078"/>
                    </a:cubicBezTo>
                    <a:cubicBezTo>
                      <a:pt x="50587" y="39078"/>
                      <a:pt x="62329" y="38226"/>
                      <a:pt x="63746" y="36428"/>
                    </a:cubicBezTo>
                    <a:cubicBezTo>
                      <a:pt x="66815" y="32459"/>
                      <a:pt x="66581" y="6907"/>
                      <a:pt x="61411" y="2938"/>
                    </a:cubicBezTo>
                    <a:cubicBezTo>
                      <a:pt x="58688" y="838"/>
                      <a:pt x="43586" y="0"/>
                      <a:pt x="289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2" name="Google Shape;2232;p45"/>
              <p:cNvSpPr/>
              <p:nvPr/>
            </p:nvSpPr>
            <p:spPr>
              <a:xfrm rot="-5400000">
                <a:off x="595266" y="1752497"/>
                <a:ext cx="995497" cy="868436"/>
              </a:xfrm>
              <a:custGeom>
                <a:rect b="b" l="l" r="r" t="t"/>
                <a:pathLst>
                  <a:path extrusionOk="0" h="39896" w="67082">
                    <a:moveTo>
                      <a:pt x="29388" y="801"/>
                    </a:moveTo>
                    <a:cubicBezTo>
                      <a:pt x="46701" y="801"/>
                      <a:pt x="59343" y="1936"/>
                      <a:pt x="61611" y="3670"/>
                    </a:cubicBezTo>
                    <a:cubicBezTo>
                      <a:pt x="63213" y="4904"/>
                      <a:pt x="64514" y="8674"/>
                      <a:pt x="65214" y="14278"/>
                    </a:cubicBezTo>
                    <a:cubicBezTo>
                      <a:pt x="66348" y="23217"/>
                      <a:pt x="65681" y="34225"/>
                      <a:pt x="63846" y="36560"/>
                    </a:cubicBezTo>
                    <a:cubicBezTo>
                      <a:pt x="62712" y="38028"/>
                      <a:pt x="52238" y="39062"/>
                      <a:pt x="38428" y="39062"/>
                    </a:cubicBezTo>
                    <a:lnTo>
                      <a:pt x="38395" y="39062"/>
                    </a:lnTo>
                    <a:cubicBezTo>
                      <a:pt x="21550" y="39062"/>
                      <a:pt x="7506" y="37628"/>
                      <a:pt x="6439" y="35826"/>
                    </a:cubicBezTo>
                    <a:cubicBezTo>
                      <a:pt x="5571" y="34325"/>
                      <a:pt x="5772" y="27220"/>
                      <a:pt x="5938" y="20916"/>
                    </a:cubicBezTo>
                    <a:cubicBezTo>
                      <a:pt x="6072" y="16379"/>
                      <a:pt x="6172" y="12109"/>
                      <a:pt x="5972" y="9374"/>
                    </a:cubicBezTo>
                    <a:cubicBezTo>
                      <a:pt x="5638" y="4804"/>
                      <a:pt x="3470" y="2903"/>
                      <a:pt x="1969" y="2136"/>
                    </a:cubicBezTo>
                    <a:cubicBezTo>
                      <a:pt x="6639" y="1368"/>
                      <a:pt x="17547" y="801"/>
                      <a:pt x="29388" y="801"/>
                    </a:cubicBezTo>
                    <a:close/>
                    <a:moveTo>
                      <a:pt x="29388" y="1"/>
                    </a:moveTo>
                    <a:cubicBezTo>
                      <a:pt x="15812" y="1"/>
                      <a:pt x="3837" y="668"/>
                      <a:pt x="301" y="1635"/>
                    </a:cubicBezTo>
                    <a:cubicBezTo>
                      <a:pt x="134" y="1669"/>
                      <a:pt x="1" y="1869"/>
                      <a:pt x="1" y="2069"/>
                    </a:cubicBezTo>
                    <a:cubicBezTo>
                      <a:pt x="34" y="2269"/>
                      <a:pt x="168" y="2436"/>
                      <a:pt x="368" y="2436"/>
                    </a:cubicBezTo>
                    <a:cubicBezTo>
                      <a:pt x="434" y="2436"/>
                      <a:pt x="4671" y="3003"/>
                      <a:pt x="5138" y="9441"/>
                    </a:cubicBezTo>
                    <a:cubicBezTo>
                      <a:pt x="5338" y="12143"/>
                      <a:pt x="5238" y="16379"/>
                      <a:pt x="5104" y="20882"/>
                    </a:cubicBezTo>
                    <a:cubicBezTo>
                      <a:pt x="4904" y="27921"/>
                      <a:pt x="4737" y="34559"/>
                      <a:pt x="5705" y="36227"/>
                    </a:cubicBezTo>
                    <a:cubicBezTo>
                      <a:pt x="7406" y="39129"/>
                      <a:pt x="27854" y="39896"/>
                      <a:pt x="38428" y="39896"/>
                    </a:cubicBezTo>
                    <a:cubicBezTo>
                      <a:pt x="44032" y="39896"/>
                      <a:pt x="62479" y="39696"/>
                      <a:pt x="64514" y="37094"/>
                    </a:cubicBezTo>
                    <a:cubicBezTo>
                      <a:pt x="66648" y="34325"/>
                      <a:pt x="67082" y="22517"/>
                      <a:pt x="66048" y="14178"/>
                    </a:cubicBezTo>
                    <a:cubicBezTo>
                      <a:pt x="65514" y="10075"/>
                      <a:pt x="64413" y="4771"/>
                      <a:pt x="62112" y="3003"/>
                    </a:cubicBezTo>
                    <a:cubicBezTo>
                      <a:pt x="58476" y="201"/>
                      <a:pt x="36127" y="1"/>
                      <a:pt x="2938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3" name="Google Shape;2233;p45"/>
              <p:cNvSpPr/>
              <p:nvPr/>
            </p:nvSpPr>
            <p:spPr>
              <a:xfrm rot="-5400000">
                <a:off x="1304744" y="2548987"/>
                <a:ext cx="34340" cy="24059"/>
              </a:xfrm>
              <a:custGeom>
                <a:rect b="b" l="l" r="r" t="t"/>
                <a:pathLst>
                  <a:path extrusionOk="0" h="1676" w="2314">
                    <a:moveTo>
                      <a:pt x="1946" y="1"/>
                    </a:moveTo>
                    <a:cubicBezTo>
                      <a:pt x="1613" y="1"/>
                      <a:pt x="1413" y="268"/>
                      <a:pt x="1179" y="468"/>
                    </a:cubicBezTo>
                    <a:cubicBezTo>
                      <a:pt x="912" y="701"/>
                      <a:pt x="612" y="835"/>
                      <a:pt x="312" y="1035"/>
                    </a:cubicBezTo>
                    <a:cubicBezTo>
                      <a:pt x="0" y="1253"/>
                      <a:pt x="184" y="1675"/>
                      <a:pt x="508" y="1675"/>
                    </a:cubicBezTo>
                    <a:cubicBezTo>
                      <a:pt x="531" y="1675"/>
                      <a:pt x="555" y="1673"/>
                      <a:pt x="579" y="1669"/>
                    </a:cubicBezTo>
                    <a:cubicBezTo>
                      <a:pt x="946" y="1602"/>
                      <a:pt x="1313" y="1368"/>
                      <a:pt x="1613" y="1168"/>
                    </a:cubicBezTo>
                    <a:cubicBezTo>
                      <a:pt x="1946" y="935"/>
                      <a:pt x="2313" y="668"/>
                      <a:pt x="2247" y="234"/>
                    </a:cubicBezTo>
                    <a:cubicBezTo>
                      <a:pt x="2213" y="101"/>
                      <a:pt x="2080" y="1"/>
                      <a:pt x="194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4" name="Google Shape;2234;p45"/>
              <p:cNvSpPr/>
              <p:nvPr/>
            </p:nvSpPr>
            <p:spPr>
              <a:xfrm rot="-5400000">
                <a:off x="1335808" y="2536924"/>
                <a:ext cx="49477" cy="40022"/>
              </a:xfrm>
              <a:custGeom>
                <a:rect b="b" l="l" r="r" t="t"/>
                <a:pathLst>
                  <a:path extrusionOk="0" h="2788" w="3334">
                    <a:moveTo>
                      <a:pt x="3039" y="0"/>
                    </a:moveTo>
                    <a:cubicBezTo>
                      <a:pt x="2989" y="0"/>
                      <a:pt x="2935" y="11"/>
                      <a:pt x="2882" y="34"/>
                    </a:cubicBezTo>
                    <a:cubicBezTo>
                      <a:pt x="2381" y="268"/>
                      <a:pt x="2081" y="801"/>
                      <a:pt x="1681" y="1168"/>
                    </a:cubicBezTo>
                    <a:cubicBezTo>
                      <a:pt x="1214" y="1635"/>
                      <a:pt x="680" y="2002"/>
                      <a:pt x="147" y="2402"/>
                    </a:cubicBezTo>
                    <a:cubicBezTo>
                      <a:pt x="1" y="2519"/>
                      <a:pt x="135" y="2788"/>
                      <a:pt x="304" y="2788"/>
                    </a:cubicBezTo>
                    <a:cubicBezTo>
                      <a:pt x="329" y="2788"/>
                      <a:pt x="355" y="2782"/>
                      <a:pt x="380" y="2769"/>
                    </a:cubicBezTo>
                    <a:cubicBezTo>
                      <a:pt x="980" y="2536"/>
                      <a:pt x="1514" y="2169"/>
                      <a:pt x="2048" y="1769"/>
                    </a:cubicBezTo>
                    <a:cubicBezTo>
                      <a:pt x="2515" y="1402"/>
                      <a:pt x="3149" y="935"/>
                      <a:pt x="3282" y="301"/>
                    </a:cubicBezTo>
                    <a:cubicBezTo>
                      <a:pt x="3333" y="121"/>
                      <a:pt x="3207" y="0"/>
                      <a:pt x="30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5" name="Google Shape;2235;p45"/>
              <p:cNvSpPr/>
              <p:nvPr/>
            </p:nvSpPr>
            <p:spPr>
              <a:xfrm rot="-5400000">
                <a:off x="1347040" y="2499089"/>
                <a:ext cx="85211" cy="59774"/>
              </a:xfrm>
              <a:custGeom>
                <a:rect b="b" l="l" r="r" t="t"/>
                <a:pathLst>
                  <a:path extrusionOk="0" h="4164" w="5742">
                    <a:moveTo>
                      <a:pt x="5375" y="1"/>
                    </a:moveTo>
                    <a:cubicBezTo>
                      <a:pt x="5340" y="1"/>
                      <a:pt x="5305" y="10"/>
                      <a:pt x="5271" y="29"/>
                    </a:cubicBezTo>
                    <a:cubicBezTo>
                      <a:pt x="4437" y="563"/>
                      <a:pt x="3703" y="1163"/>
                      <a:pt x="2936" y="1764"/>
                    </a:cubicBezTo>
                    <a:cubicBezTo>
                      <a:pt x="2068" y="2498"/>
                      <a:pt x="1268" y="3332"/>
                      <a:pt x="200" y="3765"/>
                    </a:cubicBezTo>
                    <a:cubicBezTo>
                      <a:pt x="34" y="3832"/>
                      <a:pt x="0" y="4066"/>
                      <a:pt x="200" y="4132"/>
                    </a:cubicBezTo>
                    <a:cubicBezTo>
                      <a:pt x="302" y="4154"/>
                      <a:pt x="401" y="4163"/>
                      <a:pt x="497" y="4163"/>
                    </a:cubicBezTo>
                    <a:cubicBezTo>
                      <a:pt x="1154" y="4163"/>
                      <a:pt x="1678" y="3702"/>
                      <a:pt x="2202" y="3265"/>
                    </a:cubicBezTo>
                    <a:cubicBezTo>
                      <a:pt x="3369" y="2364"/>
                      <a:pt x="4537" y="1497"/>
                      <a:pt x="5571" y="463"/>
                    </a:cubicBezTo>
                    <a:cubicBezTo>
                      <a:pt x="5741" y="292"/>
                      <a:pt x="5573" y="1"/>
                      <a:pt x="537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6" name="Google Shape;2236;p45"/>
              <p:cNvSpPr/>
              <p:nvPr/>
            </p:nvSpPr>
            <p:spPr>
              <a:xfrm rot="-5400000">
                <a:off x="1337759" y="2442683"/>
                <a:ext cx="156488" cy="88398"/>
              </a:xfrm>
              <a:custGeom>
                <a:rect b="b" l="l" r="r" t="t"/>
                <a:pathLst>
                  <a:path extrusionOk="0" h="6158" w="10545">
                    <a:moveTo>
                      <a:pt x="10242" y="1"/>
                    </a:moveTo>
                    <a:cubicBezTo>
                      <a:pt x="10210" y="1"/>
                      <a:pt x="10176" y="8"/>
                      <a:pt x="10139" y="24"/>
                    </a:cubicBezTo>
                    <a:cubicBezTo>
                      <a:pt x="6704" y="1459"/>
                      <a:pt x="3368" y="3727"/>
                      <a:pt x="199" y="5728"/>
                    </a:cubicBezTo>
                    <a:cubicBezTo>
                      <a:pt x="0" y="5870"/>
                      <a:pt x="116" y="6157"/>
                      <a:pt x="319" y="6157"/>
                    </a:cubicBezTo>
                    <a:cubicBezTo>
                      <a:pt x="355" y="6157"/>
                      <a:pt x="393" y="6149"/>
                      <a:pt x="433" y="6129"/>
                    </a:cubicBezTo>
                    <a:cubicBezTo>
                      <a:pt x="3735" y="4427"/>
                      <a:pt x="7371" y="2726"/>
                      <a:pt x="10340" y="525"/>
                    </a:cubicBezTo>
                    <a:cubicBezTo>
                      <a:pt x="10545" y="378"/>
                      <a:pt x="10467" y="1"/>
                      <a:pt x="1024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7" name="Google Shape;2237;p45"/>
              <p:cNvSpPr/>
              <p:nvPr/>
            </p:nvSpPr>
            <p:spPr>
              <a:xfrm rot="-5400000">
                <a:off x="1339021" y="2376996"/>
                <a:ext cx="191792" cy="84738"/>
              </a:xfrm>
              <a:custGeom>
                <a:rect b="b" l="l" r="r" t="t"/>
                <a:pathLst>
                  <a:path extrusionOk="0" h="5903" w="12924">
                    <a:moveTo>
                      <a:pt x="12496" y="1"/>
                    </a:moveTo>
                    <a:cubicBezTo>
                      <a:pt x="12470" y="1"/>
                      <a:pt x="12444" y="5"/>
                      <a:pt x="12417" y="14"/>
                    </a:cubicBezTo>
                    <a:cubicBezTo>
                      <a:pt x="8281" y="1315"/>
                      <a:pt x="3844" y="3249"/>
                      <a:pt x="175" y="5518"/>
                    </a:cubicBezTo>
                    <a:cubicBezTo>
                      <a:pt x="0" y="5634"/>
                      <a:pt x="79" y="5903"/>
                      <a:pt x="236" y="5903"/>
                    </a:cubicBezTo>
                    <a:cubicBezTo>
                      <a:pt x="258" y="5903"/>
                      <a:pt x="283" y="5897"/>
                      <a:pt x="308" y="5885"/>
                    </a:cubicBezTo>
                    <a:cubicBezTo>
                      <a:pt x="4478" y="4350"/>
                      <a:pt x="8681" y="2482"/>
                      <a:pt x="12650" y="547"/>
                    </a:cubicBezTo>
                    <a:cubicBezTo>
                      <a:pt x="12924" y="426"/>
                      <a:pt x="12755" y="1"/>
                      <a:pt x="1249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8" name="Google Shape;2238;p45"/>
              <p:cNvSpPr/>
              <p:nvPr/>
            </p:nvSpPr>
            <p:spPr>
              <a:xfrm rot="-5400000">
                <a:off x="1349543" y="2285726"/>
                <a:ext cx="198485" cy="84393"/>
              </a:xfrm>
              <a:custGeom>
                <a:rect b="b" l="l" r="r" t="t"/>
                <a:pathLst>
                  <a:path extrusionOk="0" h="5879" w="13375">
                    <a:moveTo>
                      <a:pt x="12953" y="1"/>
                    </a:moveTo>
                    <a:cubicBezTo>
                      <a:pt x="12942" y="1"/>
                      <a:pt x="12930" y="2"/>
                      <a:pt x="12919" y="3"/>
                    </a:cubicBezTo>
                    <a:cubicBezTo>
                      <a:pt x="8616" y="804"/>
                      <a:pt x="4213" y="3139"/>
                      <a:pt x="376" y="5173"/>
                    </a:cubicBezTo>
                    <a:cubicBezTo>
                      <a:pt x="1" y="5376"/>
                      <a:pt x="251" y="5879"/>
                      <a:pt x="585" y="5879"/>
                    </a:cubicBezTo>
                    <a:cubicBezTo>
                      <a:pt x="637" y="5879"/>
                      <a:pt x="690" y="5867"/>
                      <a:pt x="743" y="5841"/>
                    </a:cubicBezTo>
                    <a:cubicBezTo>
                      <a:pt x="4780" y="3839"/>
                      <a:pt x="9116" y="2505"/>
                      <a:pt x="13119" y="470"/>
                    </a:cubicBezTo>
                    <a:cubicBezTo>
                      <a:pt x="13374" y="342"/>
                      <a:pt x="13202" y="1"/>
                      <a:pt x="12953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9" name="Google Shape;2239;p45"/>
              <p:cNvSpPr/>
              <p:nvPr/>
            </p:nvSpPr>
            <p:spPr>
              <a:xfrm rot="-5400000">
                <a:off x="1383336" y="2190484"/>
                <a:ext cx="155449" cy="73483"/>
              </a:xfrm>
              <a:custGeom>
                <a:rect b="b" l="l" r="r" t="t"/>
                <a:pathLst>
                  <a:path extrusionOk="0" h="5119" w="10475">
                    <a:moveTo>
                      <a:pt x="9993" y="0"/>
                    </a:moveTo>
                    <a:cubicBezTo>
                      <a:pt x="9980" y="0"/>
                      <a:pt x="9967" y="1"/>
                      <a:pt x="9954" y="2"/>
                    </a:cubicBezTo>
                    <a:cubicBezTo>
                      <a:pt x="6585" y="469"/>
                      <a:pt x="3049" y="2738"/>
                      <a:pt x="281" y="4539"/>
                    </a:cubicBezTo>
                    <a:cubicBezTo>
                      <a:pt x="1" y="4735"/>
                      <a:pt x="167" y="5119"/>
                      <a:pt x="425" y="5119"/>
                    </a:cubicBezTo>
                    <a:cubicBezTo>
                      <a:pt x="474" y="5119"/>
                      <a:pt x="527" y="5105"/>
                      <a:pt x="581" y="5073"/>
                    </a:cubicBezTo>
                    <a:cubicBezTo>
                      <a:pt x="2115" y="4172"/>
                      <a:pt x="3683" y="3338"/>
                      <a:pt x="5284" y="2571"/>
                    </a:cubicBezTo>
                    <a:cubicBezTo>
                      <a:pt x="6885" y="1837"/>
                      <a:pt x="8653" y="1403"/>
                      <a:pt x="10188" y="503"/>
                    </a:cubicBezTo>
                    <a:cubicBezTo>
                      <a:pt x="10475" y="343"/>
                      <a:pt x="10273" y="0"/>
                      <a:pt x="999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0" name="Google Shape;2240;p45"/>
              <p:cNvSpPr/>
              <p:nvPr/>
            </p:nvSpPr>
            <p:spPr>
              <a:xfrm rot="-5400000">
                <a:off x="1411629" y="2122032"/>
                <a:ext cx="116509" cy="57018"/>
              </a:xfrm>
              <a:custGeom>
                <a:rect b="b" l="l" r="r" t="t"/>
                <a:pathLst>
                  <a:path extrusionOk="0" h="3972" w="7851">
                    <a:moveTo>
                      <a:pt x="7491" y="0"/>
                    </a:moveTo>
                    <a:cubicBezTo>
                      <a:pt x="7465" y="0"/>
                      <a:pt x="7439" y="5"/>
                      <a:pt x="7411" y="15"/>
                    </a:cubicBezTo>
                    <a:cubicBezTo>
                      <a:pt x="4876" y="882"/>
                      <a:pt x="2374" y="2050"/>
                      <a:pt x="173" y="3584"/>
                    </a:cubicBezTo>
                    <a:cubicBezTo>
                      <a:pt x="0" y="3728"/>
                      <a:pt x="100" y="3971"/>
                      <a:pt x="281" y="3971"/>
                    </a:cubicBezTo>
                    <a:cubicBezTo>
                      <a:pt x="310" y="3971"/>
                      <a:pt x="341" y="3965"/>
                      <a:pt x="373" y="3951"/>
                    </a:cubicBezTo>
                    <a:cubicBezTo>
                      <a:pt x="2808" y="2784"/>
                      <a:pt x="5176" y="1583"/>
                      <a:pt x="7611" y="449"/>
                    </a:cubicBezTo>
                    <a:cubicBezTo>
                      <a:pt x="7851" y="359"/>
                      <a:pt x="7714" y="0"/>
                      <a:pt x="749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1" name="Google Shape;2241;p45"/>
              <p:cNvSpPr/>
              <p:nvPr/>
            </p:nvSpPr>
            <p:spPr>
              <a:xfrm rot="-5400000">
                <a:off x="1431647" y="2053471"/>
                <a:ext cx="98137" cy="54190"/>
              </a:xfrm>
              <a:custGeom>
                <a:rect b="b" l="l" r="r" t="t"/>
                <a:pathLst>
                  <a:path extrusionOk="0" h="3775" w="6613">
                    <a:moveTo>
                      <a:pt x="6294" y="1"/>
                    </a:moveTo>
                    <a:cubicBezTo>
                      <a:pt x="6259" y="1"/>
                      <a:pt x="6220" y="9"/>
                      <a:pt x="6180" y="29"/>
                    </a:cubicBezTo>
                    <a:cubicBezTo>
                      <a:pt x="4212" y="997"/>
                      <a:pt x="2244" y="2031"/>
                      <a:pt x="343" y="3132"/>
                    </a:cubicBezTo>
                    <a:cubicBezTo>
                      <a:pt x="1" y="3331"/>
                      <a:pt x="219" y="3774"/>
                      <a:pt x="518" y="3774"/>
                    </a:cubicBezTo>
                    <a:cubicBezTo>
                      <a:pt x="569" y="3774"/>
                      <a:pt x="623" y="3761"/>
                      <a:pt x="676" y="3732"/>
                    </a:cubicBezTo>
                    <a:cubicBezTo>
                      <a:pt x="2611" y="2665"/>
                      <a:pt x="4512" y="1564"/>
                      <a:pt x="6414" y="396"/>
                    </a:cubicBezTo>
                    <a:cubicBezTo>
                      <a:pt x="6612" y="283"/>
                      <a:pt x="6497" y="1"/>
                      <a:pt x="629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2" name="Google Shape;2242;p45"/>
              <p:cNvSpPr/>
              <p:nvPr/>
            </p:nvSpPr>
            <p:spPr>
              <a:xfrm rot="-5400000">
                <a:off x="1441129" y="1970501"/>
                <a:ext cx="73577" cy="34840"/>
              </a:xfrm>
              <a:custGeom>
                <a:rect b="b" l="l" r="r" t="t"/>
                <a:pathLst>
                  <a:path extrusionOk="0" h="2427" w="4958">
                    <a:moveTo>
                      <a:pt x="4692" y="0"/>
                    </a:moveTo>
                    <a:cubicBezTo>
                      <a:pt x="4668" y="0"/>
                      <a:pt x="4642" y="6"/>
                      <a:pt x="4614" y="17"/>
                    </a:cubicBezTo>
                    <a:cubicBezTo>
                      <a:pt x="3180" y="518"/>
                      <a:pt x="1745" y="1152"/>
                      <a:pt x="344" y="1819"/>
                    </a:cubicBezTo>
                    <a:cubicBezTo>
                      <a:pt x="0" y="1962"/>
                      <a:pt x="223" y="2426"/>
                      <a:pt x="526" y="2426"/>
                    </a:cubicBezTo>
                    <a:cubicBezTo>
                      <a:pt x="575" y="2426"/>
                      <a:pt x="627" y="2414"/>
                      <a:pt x="678" y="2386"/>
                    </a:cubicBezTo>
                    <a:cubicBezTo>
                      <a:pt x="2079" y="1785"/>
                      <a:pt x="3447" y="1152"/>
                      <a:pt x="4781" y="384"/>
                    </a:cubicBezTo>
                    <a:cubicBezTo>
                      <a:pt x="4957" y="296"/>
                      <a:pt x="4875" y="0"/>
                      <a:pt x="469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3" name="Google Shape;2243;p45"/>
              <p:cNvSpPr/>
              <p:nvPr/>
            </p:nvSpPr>
            <p:spPr>
              <a:xfrm rot="-5400000">
                <a:off x="1435647" y="1902327"/>
                <a:ext cx="81783" cy="36476"/>
              </a:xfrm>
              <a:custGeom>
                <a:rect b="b" l="l" r="r" t="t"/>
                <a:pathLst>
                  <a:path extrusionOk="0" h="2541" w="5511">
                    <a:moveTo>
                      <a:pt x="5223" y="1"/>
                    </a:moveTo>
                    <a:cubicBezTo>
                      <a:pt x="5212" y="1"/>
                      <a:pt x="5201" y="2"/>
                      <a:pt x="5189" y="4"/>
                    </a:cubicBezTo>
                    <a:cubicBezTo>
                      <a:pt x="3454" y="371"/>
                      <a:pt x="1787" y="1104"/>
                      <a:pt x="285" y="2005"/>
                    </a:cubicBezTo>
                    <a:cubicBezTo>
                      <a:pt x="1" y="2176"/>
                      <a:pt x="153" y="2541"/>
                      <a:pt x="432" y="2541"/>
                    </a:cubicBezTo>
                    <a:cubicBezTo>
                      <a:pt x="480" y="2541"/>
                      <a:pt x="532" y="2530"/>
                      <a:pt x="586" y="2505"/>
                    </a:cubicBezTo>
                    <a:cubicBezTo>
                      <a:pt x="2153" y="1805"/>
                      <a:pt x="3755" y="1138"/>
                      <a:pt x="5322" y="337"/>
                    </a:cubicBezTo>
                    <a:cubicBezTo>
                      <a:pt x="5511" y="243"/>
                      <a:pt x="5403" y="1"/>
                      <a:pt x="5223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4" name="Google Shape;2244;p45"/>
              <p:cNvSpPr/>
              <p:nvPr/>
            </p:nvSpPr>
            <p:spPr>
              <a:xfrm rot="-5400000">
                <a:off x="1445938" y="1838775"/>
                <a:ext cx="61245" cy="28825"/>
              </a:xfrm>
              <a:custGeom>
                <a:rect b="b" l="l" r="r" t="t"/>
                <a:pathLst>
                  <a:path extrusionOk="0" h="2008" w="4127">
                    <a:moveTo>
                      <a:pt x="3764" y="1"/>
                    </a:moveTo>
                    <a:cubicBezTo>
                      <a:pt x="3752" y="1"/>
                      <a:pt x="3739" y="1"/>
                      <a:pt x="3726" y="2"/>
                    </a:cubicBezTo>
                    <a:cubicBezTo>
                      <a:pt x="2492" y="36"/>
                      <a:pt x="1425" y="503"/>
                      <a:pt x="391" y="1203"/>
                    </a:cubicBezTo>
                    <a:cubicBezTo>
                      <a:pt x="0" y="1454"/>
                      <a:pt x="239" y="2008"/>
                      <a:pt x="601" y="2008"/>
                    </a:cubicBezTo>
                    <a:cubicBezTo>
                      <a:pt x="672" y="2008"/>
                      <a:pt x="747" y="1986"/>
                      <a:pt x="824" y="1937"/>
                    </a:cubicBezTo>
                    <a:cubicBezTo>
                      <a:pt x="1758" y="1370"/>
                      <a:pt x="2826" y="1003"/>
                      <a:pt x="3826" y="603"/>
                    </a:cubicBezTo>
                    <a:cubicBezTo>
                      <a:pt x="4117" y="474"/>
                      <a:pt x="4126" y="1"/>
                      <a:pt x="376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5" name="Google Shape;2245;p45"/>
            <p:cNvGrpSpPr/>
            <p:nvPr/>
          </p:nvGrpSpPr>
          <p:grpSpPr>
            <a:xfrm>
              <a:off x="994057" y="4301770"/>
              <a:ext cx="709115" cy="329805"/>
              <a:chOff x="689361" y="2500695"/>
              <a:chExt cx="694122" cy="329805"/>
            </a:xfrm>
          </p:grpSpPr>
          <p:sp>
            <p:nvSpPr>
              <p:cNvPr id="2246" name="Google Shape;2246;p45"/>
              <p:cNvSpPr/>
              <p:nvPr/>
            </p:nvSpPr>
            <p:spPr>
              <a:xfrm rot="-5400000">
                <a:off x="873981" y="2325502"/>
                <a:ext cx="324862" cy="675250"/>
              </a:xfrm>
              <a:custGeom>
                <a:rect b="b" l="l" r="r" t="t"/>
                <a:pathLst>
                  <a:path extrusionOk="0" h="31021" w="21891">
                    <a:moveTo>
                      <a:pt x="12075" y="1"/>
                    </a:moveTo>
                    <a:cubicBezTo>
                      <a:pt x="11414" y="1"/>
                      <a:pt x="10704" y="64"/>
                      <a:pt x="9941" y="199"/>
                    </a:cubicBezTo>
                    <a:cubicBezTo>
                      <a:pt x="1" y="1933"/>
                      <a:pt x="935" y="31021"/>
                      <a:pt x="935" y="31021"/>
                    </a:cubicBezTo>
                    <a:cubicBezTo>
                      <a:pt x="935" y="31021"/>
                      <a:pt x="17380" y="28652"/>
                      <a:pt x="17647" y="27351"/>
                    </a:cubicBezTo>
                    <a:cubicBezTo>
                      <a:pt x="17914" y="26017"/>
                      <a:pt x="20983" y="13908"/>
                      <a:pt x="20983" y="13908"/>
                    </a:cubicBezTo>
                    <a:cubicBezTo>
                      <a:pt x="20983" y="13908"/>
                      <a:pt x="21890" y="1"/>
                      <a:pt x="1207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7" name="Google Shape;2247;p45"/>
              <p:cNvSpPr/>
              <p:nvPr/>
            </p:nvSpPr>
            <p:spPr>
              <a:xfrm rot="-5400000">
                <a:off x="871824" y="2318841"/>
                <a:ext cx="329196" cy="694122"/>
              </a:xfrm>
              <a:custGeom>
                <a:rect b="b" l="l" r="r" t="t"/>
                <a:pathLst>
                  <a:path extrusionOk="0" h="31888" w="22183">
                    <a:moveTo>
                      <a:pt x="12376" y="832"/>
                    </a:moveTo>
                    <a:cubicBezTo>
                      <a:pt x="14577" y="832"/>
                      <a:pt x="16412" y="1599"/>
                      <a:pt x="17780" y="3067"/>
                    </a:cubicBezTo>
                    <a:cubicBezTo>
                      <a:pt x="21216" y="6703"/>
                      <a:pt x="20949" y="13708"/>
                      <a:pt x="20915" y="14275"/>
                    </a:cubicBezTo>
                    <a:cubicBezTo>
                      <a:pt x="20682" y="15142"/>
                      <a:pt x="17880" y="26116"/>
                      <a:pt x="17580" y="27651"/>
                    </a:cubicBezTo>
                    <a:cubicBezTo>
                      <a:pt x="16846" y="28385"/>
                      <a:pt x="9040" y="29919"/>
                      <a:pt x="1668" y="30987"/>
                    </a:cubicBezTo>
                    <a:cubicBezTo>
                      <a:pt x="1602" y="27251"/>
                      <a:pt x="1535" y="2566"/>
                      <a:pt x="10341" y="1032"/>
                    </a:cubicBezTo>
                    <a:cubicBezTo>
                      <a:pt x="11042" y="898"/>
                      <a:pt x="11742" y="832"/>
                      <a:pt x="12376" y="832"/>
                    </a:cubicBezTo>
                    <a:close/>
                    <a:moveTo>
                      <a:pt x="12357" y="0"/>
                    </a:moveTo>
                    <a:cubicBezTo>
                      <a:pt x="11664" y="0"/>
                      <a:pt x="10936" y="66"/>
                      <a:pt x="10174" y="198"/>
                    </a:cubicBezTo>
                    <a:cubicBezTo>
                      <a:pt x="0" y="1999"/>
                      <a:pt x="801" y="30286"/>
                      <a:pt x="834" y="31487"/>
                    </a:cubicBezTo>
                    <a:cubicBezTo>
                      <a:pt x="834" y="31587"/>
                      <a:pt x="901" y="31721"/>
                      <a:pt x="1001" y="31787"/>
                    </a:cubicBezTo>
                    <a:cubicBezTo>
                      <a:pt x="1068" y="31854"/>
                      <a:pt x="1168" y="31887"/>
                      <a:pt x="1268" y="31887"/>
                    </a:cubicBezTo>
                    <a:lnTo>
                      <a:pt x="1301" y="31887"/>
                    </a:lnTo>
                    <a:cubicBezTo>
                      <a:pt x="1368" y="31887"/>
                      <a:pt x="5471" y="31287"/>
                      <a:pt x="9607" y="30520"/>
                    </a:cubicBezTo>
                    <a:cubicBezTo>
                      <a:pt x="18147" y="28952"/>
                      <a:pt x="18280" y="28285"/>
                      <a:pt x="18380" y="27851"/>
                    </a:cubicBezTo>
                    <a:cubicBezTo>
                      <a:pt x="18614" y="26550"/>
                      <a:pt x="21683" y="14542"/>
                      <a:pt x="21716" y="14441"/>
                    </a:cubicBezTo>
                    <a:cubicBezTo>
                      <a:pt x="21716" y="14408"/>
                      <a:pt x="21716" y="14375"/>
                      <a:pt x="21716" y="14341"/>
                    </a:cubicBezTo>
                    <a:cubicBezTo>
                      <a:pt x="21749" y="14041"/>
                      <a:pt x="22183" y="6536"/>
                      <a:pt x="18414" y="2500"/>
                    </a:cubicBezTo>
                    <a:cubicBezTo>
                      <a:pt x="16851" y="833"/>
                      <a:pt x="14822" y="0"/>
                      <a:pt x="1235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8" name="Google Shape;2248;p45"/>
            <p:cNvGrpSpPr/>
            <p:nvPr/>
          </p:nvGrpSpPr>
          <p:grpSpPr>
            <a:xfrm>
              <a:off x="1360863" y="3254425"/>
              <a:ext cx="3000678" cy="1477648"/>
              <a:chOff x="1048412" y="1453351"/>
              <a:chExt cx="2937234" cy="1477648"/>
            </a:xfrm>
          </p:grpSpPr>
          <p:sp>
            <p:nvSpPr>
              <p:cNvPr id="2249" name="Google Shape;2249;p45"/>
              <p:cNvSpPr/>
              <p:nvPr/>
            </p:nvSpPr>
            <p:spPr>
              <a:xfrm rot="-5400000">
                <a:off x="1778119" y="729429"/>
                <a:ext cx="1477648" cy="2925492"/>
              </a:xfrm>
              <a:custGeom>
                <a:rect b="b" l="l" r="r" t="t"/>
                <a:pathLst>
                  <a:path extrusionOk="0" h="203796" w="99572">
                    <a:moveTo>
                      <a:pt x="46023" y="1"/>
                    </a:moveTo>
                    <a:cubicBezTo>
                      <a:pt x="27326" y="1"/>
                      <a:pt x="9441" y="1561"/>
                      <a:pt x="6772" y="5235"/>
                    </a:cubicBezTo>
                    <a:cubicBezTo>
                      <a:pt x="1" y="14442"/>
                      <a:pt x="2403" y="189667"/>
                      <a:pt x="7239" y="197573"/>
                    </a:cubicBezTo>
                    <a:cubicBezTo>
                      <a:pt x="9962" y="202058"/>
                      <a:pt x="28474" y="203796"/>
                      <a:pt x="47647" y="203796"/>
                    </a:cubicBezTo>
                    <a:cubicBezTo>
                      <a:pt x="69117" y="203796"/>
                      <a:pt x="91415" y="201616"/>
                      <a:pt x="93301" y="198674"/>
                    </a:cubicBezTo>
                    <a:cubicBezTo>
                      <a:pt x="98271" y="190835"/>
                      <a:pt x="99572" y="14775"/>
                      <a:pt x="91700" y="5135"/>
                    </a:cubicBezTo>
                    <a:cubicBezTo>
                      <a:pt x="89104" y="1975"/>
                      <a:pt x="67050" y="1"/>
                      <a:pt x="460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0" name="Google Shape;2250;p45"/>
              <p:cNvSpPr/>
              <p:nvPr/>
            </p:nvSpPr>
            <p:spPr>
              <a:xfrm rot="-5400000">
                <a:off x="1805681" y="722807"/>
                <a:ext cx="1422696" cy="2937234"/>
              </a:xfrm>
              <a:custGeom>
                <a:rect b="b" l="l" r="r" t="t"/>
                <a:pathLst>
                  <a:path extrusionOk="0" h="204614" w="95869">
                    <a:moveTo>
                      <a:pt x="44065" y="835"/>
                    </a:moveTo>
                    <a:cubicBezTo>
                      <a:pt x="66848" y="835"/>
                      <a:pt x="87229" y="3070"/>
                      <a:pt x="89464" y="5805"/>
                    </a:cubicBezTo>
                    <a:cubicBezTo>
                      <a:pt x="92767" y="9875"/>
                      <a:pt x="94935" y="48002"/>
                      <a:pt x="95001" y="102975"/>
                    </a:cubicBezTo>
                    <a:cubicBezTo>
                      <a:pt x="95035" y="153177"/>
                      <a:pt x="93300" y="195307"/>
                      <a:pt x="91032" y="198843"/>
                    </a:cubicBezTo>
                    <a:cubicBezTo>
                      <a:pt x="89364" y="201478"/>
                      <a:pt x="68182" y="203780"/>
                      <a:pt x="45700" y="203780"/>
                    </a:cubicBezTo>
                    <a:cubicBezTo>
                      <a:pt x="23284" y="203780"/>
                      <a:pt x="7939" y="201478"/>
                      <a:pt x="5704" y="197776"/>
                    </a:cubicBezTo>
                    <a:cubicBezTo>
                      <a:pt x="3536" y="194240"/>
                      <a:pt x="1568" y="152310"/>
                      <a:pt x="1168" y="102307"/>
                    </a:cubicBezTo>
                    <a:cubicBezTo>
                      <a:pt x="734" y="47635"/>
                      <a:pt x="2335" y="9808"/>
                      <a:pt x="5204" y="5872"/>
                    </a:cubicBezTo>
                    <a:cubicBezTo>
                      <a:pt x="7439" y="2803"/>
                      <a:pt x="22683" y="835"/>
                      <a:pt x="44065" y="835"/>
                    </a:cubicBezTo>
                    <a:close/>
                    <a:moveTo>
                      <a:pt x="44032" y="1"/>
                    </a:moveTo>
                    <a:cubicBezTo>
                      <a:pt x="35692" y="1"/>
                      <a:pt x="8173" y="368"/>
                      <a:pt x="4503" y="5371"/>
                    </a:cubicBezTo>
                    <a:cubicBezTo>
                      <a:pt x="901" y="10308"/>
                      <a:pt x="0" y="58676"/>
                      <a:pt x="334" y="102307"/>
                    </a:cubicBezTo>
                    <a:cubicBezTo>
                      <a:pt x="667" y="145672"/>
                      <a:pt x="2435" y="194006"/>
                      <a:pt x="4970" y="198209"/>
                    </a:cubicBezTo>
                    <a:cubicBezTo>
                      <a:pt x="8506" y="203980"/>
                      <a:pt x="34625" y="204614"/>
                      <a:pt x="45700" y="204614"/>
                    </a:cubicBezTo>
                    <a:cubicBezTo>
                      <a:pt x="66214" y="204614"/>
                      <a:pt x="89631" y="202579"/>
                      <a:pt x="91732" y="199277"/>
                    </a:cubicBezTo>
                    <a:cubicBezTo>
                      <a:pt x="94434" y="195040"/>
                      <a:pt x="95869" y="146506"/>
                      <a:pt x="95835" y="102975"/>
                    </a:cubicBezTo>
                    <a:cubicBezTo>
                      <a:pt x="95802" y="59110"/>
                      <a:pt x="94268" y="10375"/>
                      <a:pt x="90098" y="5271"/>
                    </a:cubicBezTo>
                    <a:cubicBezTo>
                      <a:pt x="87296" y="1835"/>
                      <a:pt x="64280" y="1"/>
                      <a:pt x="4403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1" name="Google Shape;2251;p45"/>
              <p:cNvSpPr/>
              <p:nvPr/>
            </p:nvSpPr>
            <p:spPr>
              <a:xfrm rot="-5400000">
                <a:off x="1091129" y="2725108"/>
                <a:ext cx="57164" cy="33462"/>
              </a:xfrm>
              <a:custGeom>
                <a:rect b="b" l="l" r="r" t="t"/>
                <a:pathLst>
                  <a:path extrusionOk="0" h="2331" w="3852">
                    <a:moveTo>
                      <a:pt x="3493" y="1"/>
                    </a:moveTo>
                    <a:cubicBezTo>
                      <a:pt x="3481" y="1"/>
                      <a:pt x="3470" y="1"/>
                      <a:pt x="3458" y="3"/>
                    </a:cubicBezTo>
                    <a:cubicBezTo>
                      <a:pt x="2891" y="36"/>
                      <a:pt x="2424" y="369"/>
                      <a:pt x="1923" y="636"/>
                    </a:cubicBezTo>
                    <a:cubicBezTo>
                      <a:pt x="1356" y="937"/>
                      <a:pt x="756" y="1303"/>
                      <a:pt x="289" y="1737"/>
                    </a:cubicBezTo>
                    <a:cubicBezTo>
                      <a:pt x="1" y="1996"/>
                      <a:pt x="260" y="2331"/>
                      <a:pt x="551" y="2331"/>
                    </a:cubicBezTo>
                    <a:cubicBezTo>
                      <a:pt x="597" y="2331"/>
                      <a:pt x="644" y="2322"/>
                      <a:pt x="689" y="2304"/>
                    </a:cubicBezTo>
                    <a:cubicBezTo>
                      <a:pt x="1223" y="2071"/>
                      <a:pt x="1690" y="1737"/>
                      <a:pt x="2157" y="1470"/>
                    </a:cubicBezTo>
                    <a:cubicBezTo>
                      <a:pt x="2657" y="1170"/>
                      <a:pt x="3258" y="970"/>
                      <a:pt x="3691" y="570"/>
                    </a:cubicBezTo>
                    <a:cubicBezTo>
                      <a:pt x="3851" y="377"/>
                      <a:pt x="3766" y="1"/>
                      <a:pt x="3493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2" name="Google Shape;2252;p45"/>
              <p:cNvSpPr/>
              <p:nvPr/>
            </p:nvSpPr>
            <p:spPr>
              <a:xfrm rot="-5400000">
                <a:off x="1087528" y="2688939"/>
                <a:ext cx="123409" cy="79268"/>
              </a:xfrm>
              <a:custGeom>
                <a:rect b="b" l="l" r="r" t="t"/>
                <a:pathLst>
                  <a:path extrusionOk="0" h="5522" w="8316">
                    <a:moveTo>
                      <a:pt x="7896" y="1"/>
                    </a:moveTo>
                    <a:cubicBezTo>
                      <a:pt x="7875" y="1"/>
                      <a:pt x="7853" y="3"/>
                      <a:pt x="7831" y="9"/>
                    </a:cubicBezTo>
                    <a:cubicBezTo>
                      <a:pt x="6464" y="442"/>
                      <a:pt x="5263" y="1376"/>
                      <a:pt x="4095" y="2177"/>
                    </a:cubicBezTo>
                    <a:cubicBezTo>
                      <a:pt x="2728" y="3044"/>
                      <a:pt x="1427" y="4011"/>
                      <a:pt x="192" y="5079"/>
                    </a:cubicBezTo>
                    <a:cubicBezTo>
                      <a:pt x="0" y="5244"/>
                      <a:pt x="170" y="5521"/>
                      <a:pt x="385" y="5521"/>
                    </a:cubicBezTo>
                    <a:cubicBezTo>
                      <a:pt x="431" y="5521"/>
                      <a:pt x="479" y="5509"/>
                      <a:pt x="526" y="5479"/>
                    </a:cubicBezTo>
                    <a:cubicBezTo>
                      <a:pt x="1827" y="4578"/>
                      <a:pt x="3095" y="3644"/>
                      <a:pt x="4429" y="2777"/>
                    </a:cubicBezTo>
                    <a:cubicBezTo>
                      <a:pt x="5630" y="2010"/>
                      <a:pt x="7031" y="1410"/>
                      <a:pt x="8131" y="509"/>
                    </a:cubicBezTo>
                    <a:cubicBezTo>
                      <a:pt x="8315" y="325"/>
                      <a:pt x="8133" y="1"/>
                      <a:pt x="789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3" name="Google Shape;2253;p45"/>
              <p:cNvSpPr/>
              <p:nvPr/>
            </p:nvSpPr>
            <p:spPr>
              <a:xfrm rot="-5400000">
                <a:off x="1128853" y="2667449"/>
                <a:ext cx="159025" cy="114266"/>
              </a:xfrm>
              <a:custGeom>
                <a:rect b="b" l="l" r="r" t="t"/>
                <a:pathLst>
                  <a:path extrusionOk="0" h="7960" w="10716">
                    <a:moveTo>
                      <a:pt x="10451" y="0"/>
                    </a:moveTo>
                    <a:cubicBezTo>
                      <a:pt x="10433" y="0"/>
                      <a:pt x="10415" y="3"/>
                      <a:pt x="10397" y="11"/>
                    </a:cubicBezTo>
                    <a:cubicBezTo>
                      <a:pt x="6594" y="1512"/>
                      <a:pt x="3192" y="4581"/>
                      <a:pt x="256" y="7349"/>
                    </a:cubicBezTo>
                    <a:cubicBezTo>
                      <a:pt x="0" y="7605"/>
                      <a:pt x="235" y="7960"/>
                      <a:pt x="510" y="7960"/>
                    </a:cubicBezTo>
                    <a:cubicBezTo>
                      <a:pt x="593" y="7960"/>
                      <a:pt x="679" y="7927"/>
                      <a:pt x="757" y="7850"/>
                    </a:cubicBezTo>
                    <a:cubicBezTo>
                      <a:pt x="3825" y="5014"/>
                      <a:pt x="7395" y="2979"/>
                      <a:pt x="10597" y="344"/>
                    </a:cubicBezTo>
                    <a:cubicBezTo>
                      <a:pt x="10716" y="225"/>
                      <a:pt x="10596" y="0"/>
                      <a:pt x="1045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4" name="Google Shape;2254;p45"/>
              <p:cNvSpPr/>
              <p:nvPr/>
            </p:nvSpPr>
            <p:spPr>
              <a:xfrm rot="-5400000">
                <a:off x="1207510" y="2677509"/>
                <a:ext cx="158595" cy="127759"/>
              </a:xfrm>
              <a:custGeom>
                <a:rect b="b" l="l" r="r" t="t"/>
                <a:pathLst>
                  <a:path extrusionOk="0" h="8900" w="10687">
                    <a:moveTo>
                      <a:pt x="10310" y="0"/>
                    </a:moveTo>
                    <a:cubicBezTo>
                      <a:pt x="10278" y="0"/>
                      <a:pt x="10246" y="7"/>
                      <a:pt x="10214" y="20"/>
                    </a:cubicBezTo>
                    <a:cubicBezTo>
                      <a:pt x="8312" y="854"/>
                      <a:pt x="6645" y="2422"/>
                      <a:pt x="5077" y="3723"/>
                    </a:cubicBezTo>
                    <a:cubicBezTo>
                      <a:pt x="3309" y="5224"/>
                      <a:pt x="1641" y="6858"/>
                      <a:pt x="107" y="8593"/>
                    </a:cubicBezTo>
                    <a:cubicBezTo>
                      <a:pt x="1" y="8725"/>
                      <a:pt x="126" y="8899"/>
                      <a:pt x="265" y="8899"/>
                    </a:cubicBezTo>
                    <a:cubicBezTo>
                      <a:pt x="302" y="8899"/>
                      <a:pt x="339" y="8887"/>
                      <a:pt x="373" y="8860"/>
                    </a:cubicBezTo>
                    <a:cubicBezTo>
                      <a:pt x="1875" y="7392"/>
                      <a:pt x="3376" y="5958"/>
                      <a:pt x="4977" y="4623"/>
                    </a:cubicBezTo>
                    <a:cubicBezTo>
                      <a:pt x="6745" y="3122"/>
                      <a:pt x="8813" y="1988"/>
                      <a:pt x="10514" y="420"/>
                    </a:cubicBezTo>
                    <a:cubicBezTo>
                      <a:pt x="10687" y="248"/>
                      <a:pt x="10512" y="0"/>
                      <a:pt x="1031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5" name="Google Shape;2255;p45"/>
              <p:cNvSpPr/>
              <p:nvPr/>
            </p:nvSpPr>
            <p:spPr>
              <a:xfrm rot="-5400000">
                <a:off x="1264919" y="2668800"/>
                <a:ext cx="176804" cy="120438"/>
              </a:xfrm>
              <a:custGeom>
                <a:rect b="b" l="l" r="r" t="t"/>
                <a:pathLst>
                  <a:path extrusionOk="0" h="8390" w="11914">
                    <a:moveTo>
                      <a:pt x="11344" y="1"/>
                    </a:moveTo>
                    <a:cubicBezTo>
                      <a:pt x="11294" y="1"/>
                      <a:pt x="11243" y="11"/>
                      <a:pt x="11195" y="36"/>
                    </a:cubicBezTo>
                    <a:cubicBezTo>
                      <a:pt x="7225" y="2171"/>
                      <a:pt x="3556" y="5039"/>
                      <a:pt x="187" y="7975"/>
                    </a:cubicBezTo>
                    <a:cubicBezTo>
                      <a:pt x="0" y="8161"/>
                      <a:pt x="175" y="8390"/>
                      <a:pt x="389" y="8390"/>
                    </a:cubicBezTo>
                    <a:cubicBezTo>
                      <a:pt x="443" y="8390"/>
                      <a:pt x="500" y="8375"/>
                      <a:pt x="554" y="8342"/>
                    </a:cubicBezTo>
                    <a:cubicBezTo>
                      <a:pt x="3656" y="5873"/>
                      <a:pt x="6892" y="3738"/>
                      <a:pt x="10194" y="1570"/>
                    </a:cubicBezTo>
                    <a:cubicBezTo>
                      <a:pt x="10234" y="1630"/>
                      <a:pt x="10298" y="1678"/>
                      <a:pt x="10365" y="1678"/>
                    </a:cubicBezTo>
                    <a:cubicBezTo>
                      <a:pt x="10409" y="1678"/>
                      <a:pt x="10454" y="1657"/>
                      <a:pt x="10494" y="1603"/>
                    </a:cubicBezTo>
                    <a:cubicBezTo>
                      <a:pt x="10828" y="1237"/>
                      <a:pt x="11195" y="903"/>
                      <a:pt x="11628" y="603"/>
                    </a:cubicBezTo>
                    <a:cubicBezTo>
                      <a:pt x="11913" y="375"/>
                      <a:pt x="11638" y="1"/>
                      <a:pt x="1134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6" name="Google Shape;2256;p45"/>
              <p:cNvSpPr/>
              <p:nvPr/>
            </p:nvSpPr>
            <p:spPr>
              <a:xfrm rot="-5400000">
                <a:off x="1347197" y="2686621"/>
                <a:ext cx="162661" cy="102710"/>
              </a:xfrm>
              <a:custGeom>
                <a:rect b="b" l="l" r="r" t="t"/>
                <a:pathLst>
                  <a:path extrusionOk="0" h="7155" w="10961">
                    <a:moveTo>
                      <a:pt x="10644" y="0"/>
                    </a:moveTo>
                    <a:cubicBezTo>
                      <a:pt x="10616" y="0"/>
                      <a:pt x="10586" y="6"/>
                      <a:pt x="10554" y="17"/>
                    </a:cubicBezTo>
                    <a:cubicBezTo>
                      <a:pt x="6685" y="1018"/>
                      <a:pt x="3016" y="4053"/>
                      <a:pt x="180" y="6755"/>
                    </a:cubicBezTo>
                    <a:cubicBezTo>
                      <a:pt x="1" y="6935"/>
                      <a:pt x="157" y="7155"/>
                      <a:pt x="330" y="7155"/>
                    </a:cubicBezTo>
                    <a:cubicBezTo>
                      <a:pt x="382" y="7155"/>
                      <a:pt x="435" y="7135"/>
                      <a:pt x="481" y="7089"/>
                    </a:cubicBezTo>
                    <a:cubicBezTo>
                      <a:pt x="2015" y="5755"/>
                      <a:pt x="3650" y="4520"/>
                      <a:pt x="5351" y="3420"/>
                    </a:cubicBezTo>
                    <a:cubicBezTo>
                      <a:pt x="7085" y="2319"/>
                      <a:pt x="9020" y="1552"/>
                      <a:pt x="10755" y="451"/>
                    </a:cubicBezTo>
                    <a:cubicBezTo>
                      <a:pt x="10961" y="304"/>
                      <a:pt x="10855" y="0"/>
                      <a:pt x="106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7" name="Google Shape;2257;p45"/>
              <p:cNvSpPr/>
              <p:nvPr/>
            </p:nvSpPr>
            <p:spPr>
              <a:xfrm rot="-5400000">
                <a:off x="1404481" y="2654157"/>
                <a:ext cx="166534" cy="107131"/>
              </a:xfrm>
              <a:custGeom>
                <a:rect b="b" l="l" r="r" t="t"/>
                <a:pathLst>
                  <a:path extrusionOk="0" h="7463" w="11222">
                    <a:moveTo>
                      <a:pt x="10844" y="1"/>
                    </a:moveTo>
                    <a:cubicBezTo>
                      <a:pt x="10814" y="1"/>
                      <a:pt x="10782" y="6"/>
                      <a:pt x="10748" y="16"/>
                    </a:cubicBezTo>
                    <a:cubicBezTo>
                      <a:pt x="6879" y="1117"/>
                      <a:pt x="3109" y="4319"/>
                      <a:pt x="207" y="7021"/>
                    </a:cubicBezTo>
                    <a:cubicBezTo>
                      <a:pt x="0" y="7202"/>
                      <a:pt x="194" y="7462"/>
                      <a:pt x="400" y="7462"/>
                    </a:cubicBezTo>
                    <a:cubicBezTo>
                      <a:pt x="460" y="7462"/>
                      <a:pt x="521" y="7440"/>
                      <a:pt x="574" y="7388"/>
                    </a:cubicBezTo>
                    <a:cubicBezTo>
                      <a:pt x="2275" y="5987"/>
                      <a:pt x="4010" y="4686"/>
                      <a:pt x="5878" y="3485"/>
                    </a:cubicBezTo>
                    <a:cubicBezTo>
                      <a:pt x="7512" y="2417"/>
                      <a:pt x="9380" y="1684"/>
                      <a:pt x="10981" y="549"/>
                    </a:cubicBezTo>
                    <a:cubicBezTo>
                      <a:pt x="11221" y="370"/>
                      <a:pt x="11111" y="1"/>
                      <a:pt x="1084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8" name="Google Shape;2258;p45"/>
              <p:cNvSpPr/>
              <p:nvPr/>
            </p:nvSpPr>
            <p:spPr>
              <a:xfrm rot="-5400000">
                <a:off x="1467385" y="2653218"/>
                <a:ext cx="131260" cy="84623"/>
              </a:xfrm>
              <a:custGeom>
                <a:rect b="b" l="l" r="r" t="t"/>
                <a:pathLst>
                  <a:path extrusionOk="0" h="5895" w="8845">
                    <a:moveTo>
                      <a:pt x="8491" y="0"/>
                    </a:moveTo>
                    <a:cubicBezTo>
                      <a:pt x="8464" y="0"/>
                      <a:pt x="8435" y="5"/>
                      <a:pt x="8404" y="15"/>
                    </a:cubicBezTo>
                    <a:cubicBezTo>
                      <a:pt x="5436" y="1216"/>
                      <a:pt x="2400" y="3184"/>
                      <a:pt x="165" y="5485"/>
                    </a:cubicBezTo>
                    <a:cubicBezTo>
                      <a:pt x="1" y="5623"/>
                      <a:pt x="129" y="5895"/>
                      <a:pt x="310" y="5895"/>
                    </a:cubicBezTo>
                    <a:cubicBezTo>
                      <a:pt x="349" y="5895"/>
                      <a:pt x="390" y="5882"/>
                      <a:pt x="432" y="5852"/>
                    </a:cubicBezTo>
                    <a:cubicBezTo>
                      <a:pt x="3167" y="4051"/>
                      <a:pt x="5836" y="2250"/>
                      <a:pt x="8605" y="515"/>
                    </a:cubicBezTo>
                    <a:cubicBezTo>
                      <a:pt x="8844" y="365"/>
                      <a:pt x="8734" y="0"/>
                      <a:pt x="849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9" name="Google Shape;2259;p45"/>
              <p:cNvSpPr/>
              <p:nvPr/>
            </p:nvSpPr>
            <p:spPr>
              <a:xfrm rot="-5400000">
                <a:off x="1478741" y="2586472"/>
                <a:ext cx="155048" cy="76311"/>
              </a:xfrm>
              <a:custGeom>
                <a:rect b="b" l="l" r="r" t="t"/>
                <a:pathLst>
                  <a:path extrusionOk="0" h="5316" w="10448">
                    <a:moveTo>
                      <a:pt x="10055" y="0"/>
                    </a:moveTo>
                    <a:cubicBezTo>
                      <a:pt x="10037" y="0"/>
                      <a:pt x="10018" y="3"/>
                      <a:pt x="9999" y="7"/>
                    </a:cubicBezTo>
                    <a:cubicBezTo>
                      <a:pt x="6530" y="908"/>
                      <a:pt x="3061" y="2709"/>
                      <a:pt x="225" y="4811"/>
                    </a:cubicBezTo>
                    <a:cubicBezTo>
                      <a:pt x="0" y="4980"/>
                      <a:pt x="131" y="5315"/>
                      <a:pt x="338" y="5315"/>
                    </a:cubicBezTo>
                    <a:cubicBezTo>
                      <a:pt x="377" y="5315"/>
                      <a:pt x="417" y="5304"/>
                      <a:pt x="459" y="5278"/>
                    </a:cubicBezTo>
                    <a:cubicBezTo>
                      <a:pt x="3661" y="3476"/>
                      <a:pt x="6830" y="1975"/>
                      <a:pt x="10199" y="474"/>
                    </a:cubicBezTo>
                    <a:cubicBezTo>
                      <a:pt x="10447" y="381"/>
                      <a:pt x="10292" y="0"/>
                      <a:pt x="1005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0" name="Google Shape;2260;p45"/>
              <p:cNvSpPr/>
              <p:nvPr/>
            </p:nvSpPr>
            <p:spPr>
              <a:xfrm rot="-5400000">
                <a:off x="1492347" y="2467687"/>
                <a:ext cx="137656" cy="72923"/>
              </a:xfrm>
              <a:custGeom>
                <a:rect b="b" l="l" r="r" t="t"/>
                <a:pathLst>
                  <a:path extrusionOk="0" h="5080" w="9276">
                    <a:moveTo>
                      <a:pt x="8883" y="0"/>
                    </a:moveTo>
                    <a:cubicBezTo>
                      <a:pt x="8857" y="0"/>
                      <a:pt x="8829" y="5"/>
                      <a:pt x="8800" y="14"/>
                    </a:cubicBezTo>
                    <a:cubicBezTo>
                      <a:pt x="5732" y="1015"/>
                      <a:pt x="2763" y="2616"/>
                      <a:pt x="228" y="4618"/>
                    </a:cubicBezTo>
                    <a:cubicBezTo>
                      <a:pt x="0" y="4788"/>
                      <a:pt x="209" y="5080"/>
                      <a:pt x="441" y="5080"/>
                    </a:cubicBezTo>
                    <a:cubicBezTo>
                      <a:pt x="481" y="5080"/>
                      <a:pt x="522" y="5071"/>
                      <a:pt x="561" y="5051"/>
                    </a:cubicBezTo>
                    <a:cubicBezTo>
                      <a:pt x="3330" y="3417"/>
                      <a:pt x="6132" y="1949"/>
                      <a:pt x="9034" y="515"/>
                    </a:cubicBezTo>
                    <a:cubicBezTo>
                      <a:pt x="9275" y="394"/>
                      <a:pt x="9135" y="0"/>
                      <a:pt x="888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1" name="Google Shape;2261;p45"/>
              <p:cNvSpPr/>
              <p:nvPr/>
            </p:nvSpPr>
            <p:spPr>
              <a:xfrm rot="-5400000">
                <a:off x="1508987" y="2374258"/>
                <a:ext cx="109490" cy="45477"/>
              </a:xfrm>
              <a:custGeom>
                <a:rect b="b" l="l" r="r" t="t"/>
                <a:pathLst>
                  <a:path extrusionOk="0" h="3168" w="7378">
                    <a:moveTo>
                      <a:pt x="6986" y="0"/>
                    </a:moveTo>
                    <a:cubicBezTo>
                      <a:pt x="6959" y="0"/>
                      <a:pt x="6931" y="5"/>
                      <a:pt x="6903" y="14"/>
                    </a:cubicBezTo>
                    <a:cubicBezTo>
                      <a:pt x="4701" y="748"/>
                      <a:pt x="2499" y="1549"/>
                      <a:pt x="365" y="2483"/>
                    </a:cubicBezTo>
                    <a:cubicBezTo>
                      <a:pt x="0" y="2604"/>
                      <a:pt x="188" y="3168"/>
                      <a:pt x="527" y="3168"/>
                    </a:cubicBezTo>
                    <a:cubicBezTo>
                      <a:pt x="560" y="3168"/>
                      <a:pt x="595" y="3162"/>
                      <a:pt x="631" y="3150"/>
                    </a:cubicBezTo>
                    <a:cubicBezTo>
                      <a:pt x="2833" y="2349"/>
                      <a:pt x="4968" y="1449"/>
                      <a:pt x="7136" y="481"/>
                    </a:cubicBezTo>
                    <a:cubicBezTo>
                      <a:pt x="7377" y="391"/>
                      <a:pt x="7237" y="0"/>
                      <a:pt x="698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2" name="Google Shape;2262;p45"/>
              <p:cNvSpPr/>
              <p:nvPr/>
            </p:nvSpPr>
            <p:spPr>
              <a:xfrm rot="-5400000">
                <a:off x="1521669" y="2269418"/>
                <a:ext cx="84083" cy="40467"/>
              </a:xfrm>
              <a:custGeom>
                <a:rect b="b" l="l" r="r" t="t"/>
                <a:pathLst>
                  <a:path extrusionOk="0" h="2819" w="5666">
                    <a:moveTo>
                      <a:pt x="5348" y="0"/>
                    </a:moveTo>
                    <a:cubicBezTo>
                      <a:pt x="5328" y="0"/>
                      <a:pt x="5307" y="3"/>
                      <a:pt x="5285" y="8"/>
                    </a:cubicBezTo>
                    <a:cubicBezTo>
                      <a:pt x="3550" y="542"/>
                      <a:pt x="1749" y="1342"/>
                      <a:pt x="215" y="2343"/>
                    </a:cubicBezTo>
                    <a:cubicBezTo>
                      <a:pt x="0" y="2496"/>
                      <a:pt x="95" y="2818"/>
                      <a:pt x="344" y="2818"/>
                    </a:cubicBezTo>
                    <a:cubicBezTo>
                      <a:pt x="367" y="2818"/>
                      <a:pt x="390" y="2816"/>
                      <a:pt x="415" y="2810"/>
                    </a:cubicBezTo>
                    <a:cubicBezTo>
                      <a:pt x="2183" y="2276"/>
                      <a:pt x="3917" y="1409"/>
                      <a:pt x="5452" y="442"/>
                    </a:cubicBezTo>
                    <a:cubicBezTo>
                      <a:pt x="5666" y="319"/>
                      <a:pt x="5571" y="0"/>
                      <a:pt x="534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3" name="Google Shape;2263;p45"/>
              <p:cNvSpPr/>
              <p:nvPr/>
            </p:nvSpPr>
            <p:spPr>
              <a:xfrm rot="-5400000">
                <a:off x="1540494" y="2207073"/>
                <a:ext cx="53053" cy="22193"/>
              </a:xfrm>
              <a:custGeom>
                <a:rect b="b" l="l" r="r" t="t"/>
                <a:pathLst>
                  <a:path extrusionOk="0" h="1546" w="3575">
                    <a:moveTo>
                      <a:pt x="3244" y="1"/>
                    </a:moveTo>
                    <a:cubicBezTo>
                      <a:pt x="3227" y="1"/>
                      <a:pt x="3210" y="3"/>
                      <a:pt x="3192" y="8"/>
                    </a:cubicBezTo>
                    <a:cubicBezTo>
                      <a:pt x="2192" y="309"/>
                      <a:pt x="1124" y="576"/>
                      <a:pt x="223" y="1109"/>
                    </a:cubicBezTo>
                    <a:cubicBezTo>
                      <a:pt x="1" y="1236"/>
                      <a:pt x="142" y="1545"/>
                      <a:pt x="358" y="1545"/>
                    </a:cubicBezTo>
                    <a:cubicBezTo>
                      <a:pt x="368" y="1545"/>
                      <a:pt x="379" y="1544"/>
                      <a:pt x="390" y="1543"/>
                    </a:cubicBezTo>
                    <a:cubicBezTo>
                      <a:pt x="1424" y="1343"/>
                      <a:pt x="2392" y="842"/>
                      <a:pt x="3359" y="442"/>
                    </a:cubicBezTo>
                    <a:cubicBezTo>
                      <a:pt x="3575" y="350"/>
                      <a:pt x="3449" y="1"/>
                      <a:pt x="324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4" name="Google Shape;2264;p45"/>
              <p:cNvSpPr/>
              <p:nvPr/>
            </p:nvSpPr>
            <p:spPr>
              <a:xfrm rot="-5400000">
                <a:off x="1528787" y="2109241"/>
                <a:ext cx="68368" cy="36146"/>
              </a:xfrm>
              <a:custGeom>
                <a:rect b="b" l="l" r="r" t="t"/>
                <a:pathLst>
                  <a:path extrusionOk="0" h="2518" w="4607">
                    <a:moveTo>
                      <a:pt x="4318" y="0"/>
                    </a:moveTo>
                    <a:cubicBezTo>
                      <a:pt x="4299" y="0"/>
                      <a:pt x="4279" y="3"/>
                      <a:pt x="4258" y="9"/>
                    </a:cubicBezTo>
                    <a:cubicBezTo>
                      <a:pt x="2890" y="410"/>
                      <a:pt x="1589" y="943"/>
                      <a:pt x="388" y="1744"/>
                    </a:cubicBezTo>
                    <a:cubicBezTo>
                      <a:pt x="1" y="1993"/>
                      <a:pt x="233" y="2518"/>
                      <a:pt x="571" y="2518"/>
                    </a:cubicBezTo>
                    <a:cubicBezTo>
                      <a:pt x="641" y="2518"/>
                      <a:pt x="715" y="2495"/>
                      <a:pt x="789" y="2444"/>
                    </a:cubicBezTo>
                    <a:cubicBezTo>
                      <a:pt x="1956" y="1710"/>
                      <a:pt x="3157" y="977"/>
                      <a:pt x="4424" y="376"/>
                    </a:cubicBezTo>
                    <a:cubicBezTo>
                      <a:pt x="4607" y="285"/>
                      <a:pt x="4512" y="0"/>
                      <a:pt x="431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5" name="Google Shape;2265;p45"/>
              <p:cNvSpPr/>
              <p:nvPr/>
            </p:nvSpPr>
            <p:spPr>
              <a:xfrm rot="-5400000">
                <a:off x="1519824" y="2017320"/>
                <a:ext cx="73933" cy="38974"/>
              </a:xfrm>
              <a:custGeom>
                <a:rect b="b" l="l" r="r" t="t"/>
                <a:pathLst>
                  <a:path extrusionOk="0" h="2715" w="4982">
                    <a:moveTo>
                      <a:pt x="4649" y="0"/>
                    </a:moveTo>
                    <a:cubicBezTo>
                      <a:pt x="4609" y="0"/>
                      <a:pt x="4564" y="12"/>
                      <a:pt x="4518" y="38"/>
                    </a:cubicBezTo>
                    <a:cubicBezTo>
                      <a:pt x="3117" y="872"/>
                      <a:pt x="1649" y="1572"/>
                      <a:pt x="215" y="2306"/>
                    </a:cubicBezTo>
                    <a:cubicBezTo>
                      <a:pt x="0" y="2398"/>
                      <a:pt x="123" y="2715"/>
                      <a:pt x="325" y="2715"/>
                    </a:cubicBezTo>
                    <a:cubicBezTo>
                      <a:pt x="343" y="2715"/>
                      <a:pt x="362" y="2712"/>
                      <a:pt x="381" y="2706"/>
                    </a:cubicBezTo>
                    <a:cubicBezTo>
                      <a:pt x="1983" y="2340"/>
                      <a:pt x="3484" y="1472"/>
                      <a:pt x="4785" y="505"/>
                    </a:cubicBezTo>
                    <a:cubicBezTo>
                      <a:pt x="4982" y="336"/>
                      <a:pt x="4870" y="0"/>
                      <a:pt x="464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6" name="Google Shape;2266;p45"/>
              <p:cNvSpPr/>
              <p:nvPr/>
            </p:nvSpPr>
            <p:spPr>
              <a:xfrm rot="-5400000">
                <a:off x="3602806" y="2791669"/>
                <a:ext cx="43081" cy="32586"/>
              </a:xfrm>
              <a:custGeom>
                <a:rect b="b" l="l" r="r" t="t"/>
                <a:pathLst>
                  <a:path extrusionOk="0" h="2270" w="2903">
                    <a:moveTo>
                      <a:pt x="2551" y="0"/>
                    </a:moveTo>
                    <a:cubicBezTo>
                      <a:pt x="2111" y="0"/>
                      <a:pt x="1789" y="412"/>
                      <a:pt x="1468" y="669"/>
                    </a:cubicBezTo>
                    <a:cubicBezTo>
                      <a:pt x="1034" y="1036"/>
                      <a:pt x="534" y="1370"/>
                      <a:pt x="167" y="1803"/>
                    </a:cubicBezTo>
                    <a:cubicBezTo>
                      <a:pt x="1" y="2025"/>
                      <a:pt x="134" y="2270"/>
                      <a:pt x="336" y="2270"/>
                    </a:cubicBezTo>
                    <a:cubicBezTo>
                      <a:pt x="378" y="2270"/>
                      <a:pt x="422" y="2260"/>
                      <a:pt x="467" y="2237"/>
                    </a:cubicBezTo>
                    <a:cubicBezTo>
                      <a:pt x="967" y="2037"/>
                      <a:pt x="1368" y="1670"/>
                      <a:pt x="1801" y="1370"/>
                    </a:cubicBezTo>
                    <a:cubicBezTo>
                      <a:pt x="2168" y="1103"/>
                      <a:pt x="2769" y="836"/>
                      <a:pt x="2869" y="369"/>
                    </a:cubicBezTo>
                    <a:cubicBezTo>
                      <a:pt x="2902" y="169"/>
                      <a:pt x="2802" y="2"/>
                      <a:pt x="2602" y="2"/>
                    </a:cubicBezTo>
                    <a:cubicBezTo>
                      <a:pt x="2585" y="1"/>
                      <a:pt x="2568" y="0"/>
                      <a:pt x="255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7" name="Google Shape;2267;p45"/>
              <p:cNvSpPr/>
              <p:nvPr/>
            </p:nvSpPr>
            <p:spPr>
              <a:xfrm rot="-5400000">
                <a:off x="3620865" y="2765957"/>
                <a:ext cx="69985" cy="43926"/>
              </a:xfrm>
              <a:custGeom>
                <a:rect b="b" l="l" r="r" t="t"/>
                <a:pathLst>
                  <a:path extrusionOk="0" h="3060" w="4716">
                    <a:moveTo>
                      <a:pt x="4395" y="1"/>
                    </a:moveTo>
                    <a:cubicBezTo>
                      <a:pt x="4384" y="1"/>
                      <a:pt x="4372" y="2"/>
                      <a:pt x="4360" y="3"/>
                    </a:cubicBezTo>
                    <a:cubicBezTo>
                      <a:pt x="2792" y="304"/>
                      <a:pt x="1224" y="1404"/>
                      <a:pt x="190" y="2572"/>
                    </a:cubicBezTo>
                    <a:cubicBezTo>
                      <a:pt x="1" y="2761"/>
                      <a:pt x="162" y="3060"/>
                      <a:pt x="372" y="3060"/>
                    </a:cubicBezTo>
                    <a:cubicBezTo>
                      <a:pt x="421" y="3060"/>
                      <a:pt x="473" y="3043"/>
                      <a:pt x="523" y="3006"/>
                    </a:cubicBezTo>
                    <a:cubicBezTo>
                      <a:pt x="1157" y="2539"/>
                      <a:pt x="1791" y="2038"/>
                      <a:pt x="2458" y="1638"/>
                    </a:cubicBezTo>
                    <a:cubicBezTo>
                      <a:pt x="3125" y="1204"/>
                      <a:pt x="3859" y="871"/>
                      <a:pt x="4526" y="437"/>
                    </a:cubicBezTo>
                    <a:cubicBezTo>
                      <a:pt x="4716" y="279"/>
                      <a:pt x="4606" y="1"/>
                      <a:pt x="439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8" name="Google Shape;2268;p45"/>
              <p:cNvSpPr/>
              <p:nvPr/>
            </p:nvSpPr>
            <p:spPr>
              <a:xfrm rot="-5400000">
                <a:off x="3630373" y="2699483"/>
                <a:ext cx="133441" cy="95906"/>
              </a:xfrm>
              <a:custGeom>
                <a:rect b="b" l="l" r="r" t="t"/>
                <a:pathLst>
                  <a:path extrusionOk="0" h="6681" w="8992">
                    <a:moveTo>
                      <a:pt x="8667" y="0"/>
                    </a:moveTo>
                    <a:cubicBezTo>
                      <a:pt x="8648" y="0"/>
                      <a:pt x="8627" y="3"/>
                      <a:pt x="8606" y="9"/>
                    </a:cubicBezTo>
                    <a:cubicBezTo>
                      <a:pt x="6672" y="743"/>
                      <a:pt x="4937" y="2277"/>
                      <a:pt x="3303" y="3511"/>
                    </a:cubicBezTo>
                    <a:cubicBezTo>
                      <a:pt x="2535" y="4045"/>
                      <a:pt x="34" y="5346"/>
                      <a:pt x="0" y="6413"/>
                    </a:cubicBezTo>
                    <a:cubicBezTo>
                      <a:pt x="0" y="6513"/>
                      <a:pt x="100" y="6614"/>
                      <a:pt x="200" y="6647"/>
                    </a:cubicBezTo>
                    <a:cubicBezTo>
                      <a:pt x="234" y="6647"/>
                      <a:pt x="267" y="6647"/>
                      <a:pt x="300" y="6680"/>
                    </a:cubicBezTo>
                    <a:cubicBezTo>
                      <a:pt x="367" y="6680"/>
                      <a:pt x="467" y="6680"/>
                      <a:pt x="501" y="6614"/>
                    </a:cubicBezTo>
                    <a:lnTo>
                      <a:pt x="601" y="6513"/>
                    </a:lnTo>
                    <a:cubicBezTo>
                      <a:pt x="634" y="6480"/>
                      <a:pt x="667" y="6380"/>
                      <a:pt x="601" y="6313"/>
                    </a:cubicBezTo>
                    <a:cubicBezTo>
                      <a:pt x="601" y="6280"/>
                      <a:pt x="601" y="6247"/>
                      <a:pt x="567" y="6247"/>
                    </a:cubicBezTo>
                    <a:cubicBezTo>
                      <a:pt x="534" y="6213"/>
                      <a:pt x="501" y="6180"/>
                      <a:pt x="467" y="6180"/>
                    </a:cubicBezTo>
                    <a:cubicBezTo>
                      <a:pt x="968" y="5880"/>
                      <a:pt x="2469" y="4979"/>
                      <a:pt x="2635" y="4846"/>
                    </a:cubicBezTo>
                    <a:cubicBezTo>
                      <a:pt x="3303" y="4379"/>
                      <a:pt x="4003" y="3878"/>
                      <a:pt x="4704" y="3411"/>
                    </a:cubicBezTo>
                    <a:cubicBezTo>
                      <a:pt x="6071" y="2444"/>
                      <a:pt x="7672" y="1643"/>
                      <a:pt x="8840" y="409"/>
                    </a:cubicBezTo>
                    <a:cubicBezTo>
                      <a:pt x="8992" y="288"/>
                      <a:pt x="8867" y="0"/>
                      <a:pt x="866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9" name="Google Shape;2269;p45"/>
              <p:cNvSpPr/>
              <p:nvPr/>
            </p:nvSpPr>
            <p:spPr>
              <a:xfrm rot="-5400000">
                <a:off x="3663780" y="2667029"/>
                <a:ext cx="182324" cy="112227"/>
              </a:xfrm>
              <a:custGeom>
                <a:rect b="b" l="l" r="r" t="t"/>
                <a:pathLst>
                  <a:path extrusionOk="0" h="7818" w="12286">
                    <a:moveTo>
                      <a:pt x="11550" y="1"/>
                    </a:moveTo>
                    <a:cubicBezTo>
                      <a:pt x="10117" y="1"/>
                      <a:pt x="7914" y="1699"/>
                      <a:pt x="6982" y="2252"/>
                    </a:cubicBezTo>
                    <a:cubicBezTo>
                      <a:pt x="4547" y="3686"/>
                      <a:pt x="2245" y="5421"/>
                      <a:pt x="210" y="7389"/>
                    </a:cubicBezTo>
                    <a:cubicBezTo>
                      <a:pt x="1" y="7572"/>
                      <a:pt x="182" y="7817"/>
                      <a:pt x="382" y="7817"/>
                    </a:cubicBezTo>
                    <a:cubicBezTo>
                      <a:pt x="437" y="7817"/>
                      <a:pt x="494" y="7799"/>
                      <a:pt x="544" y="7756"/>
                    </a:cubicBezTo>
                    <a:cubicBezTo>
                      <a:pt x="2345" y="6288"/>
                      <a:pt x="4180" y="4887"/>
                      <a:pt x="6148" y="3653"/>
                    </a:cubicBezTo>
                    <a:cubicBezTo>
                      <a:pt x="6948" y="3153"/>
                      <a:pt x="7782" y="2686"/>
                      <a:pt x="8583" y="2252"/>
                    </a:cubicBezTo>
                    <a:cubicBezTo>
                      <a:pt x="9017" y="2018"/>
                      <a:pt x="9417" y="1818"/>
                      <a:pt x="9851" y="1618"/>
                    </a:cubicBezTo>
                    <a:cubicBezTo>
                      <a:pt x="10051" y="1518"/>
                      <a:pt x="11151" y="717"/>
                      <a:pt x="11585" y="417"/>
                    </a:cubicBezTo>
                    <a:lnTo>
                      <a:pt x="11585" y="417"/>
                    </a:lnTo>
                    <a:cubicBezTo>
                      <a:pt x="11552" y="517"/>
                      <a:pt x="11585" y="617"/>
                      <a:pt x="11685" y="684"/>
                    </a:cubicBezTo>
                    <a:cubicBezTo>
                      <a:pt x="11719" y="717"/>
                      <a:pt x="11752" y="751"/>
                      <a:pt x="11785" y="751"/>
                    </a:cubicBezTo>
                    <a:cubicBezTo>
                      <a:pt x="11832" y="786"/>
                      <a:pt x="11886" y="800"/>
                      <a:pt x="11939" y="800"/>
                    </a:cubicBezTo>
                    <a:cubicBezTo>
                      <a:pt x="12038" y="800"/>
                      <a:pt x="12130" y="749"/>
                      <a:pt x="12152" y="684"/>
                    </a:cubicBezTo>
                    <a:cubicBezTo>
                      <a:pt x="12186" y="617"/>
                      <a:pt x="12219" y="551"/>
                      <a:pt x="12219" y="517"/>
                    </a:cubicBezTo>
                    <a:cubicBezTo>
                      <a:pt x="12286" y="384"/>
                      <a:pt x="12286" y="184"/>
                      <a:pt x="12119" y="117"/>
                    </a:cubicBezTo>
                    <a:cubicBezTo>
                      <a:pt x="11950" y="37"/>
                      <a:pt x="11758" y="1"/>
                      <a:pt x="1155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0" name="Google Shape;2270;p45"/>
              <p:cNvSpPr/>
              <p:nvPr/>
            </p:nvSpPr>
            <p:spPr>
              <a:xfrm rot="-5400000">
                <a:off x="3714711" y="2643125"/>
                <a:ext cx="174741" cy="111610"/>
              </a:xfrm>
              <a:custGeom>
                <a:rect b="b" l="l" r="r" t="t"/>
                <a:pathLst>
                  <a:path extrusionOk="0" h="7775" w="11775">
                    <a:moveTo>
                      <a:pt x="11390" y="0"/>
                    </a:moveTo>
                    <a:cubicBezTo>
                      <a:pt x="11361" y="0"/>
                      <a:pt x="11331" y="5"/>
                      <a:pt x="11299" y="14"/>
                    </a:cubicBezTo>
                    <a:cubicBezTo>
                      <a:pt x="7196" y="1515"/>
                      <a:pt x="3560" y="4217"/>
                      <a:pt x="291" y="7119"/>
                    </a:cubicBezTo>
                    <a:cubicBezTo>
                      <a:pt x="0" y="7384"/>
                      <a:pt x="276" y="7775"/>
                      <a:pt x="603" y="7775"/>
                    </a:cubicBezTo>
                    <a:cubicBezTo>
                      <a:pt x="688" y="7775"/>
                      <a:pt x="776" y="7748"/>
                      <a:pt x="858" y="7686"/>
                    </a:cubicBezTo>
                    <a:cubicBezTo>
                      <a:pt x="4161" y="4818"/>
                      <a:pt x="7797" y="2750"/>
                      <a:pt x="11533" y="515"/>
                    </a:cubicBezTo>
                    <a:cubicBezTo>
                      <a:pt x="11774" y="394"/>
                      <a:pt x="11661" y="0"/>
                      <a:pt x="113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1" name="Google Shape;2271;p45"/>
              <p:cNvSpPr/>
              <p:nvPr/>
            </p:nvSpPr>
            <p:spPr>
              <a:xfrm rot="-5400000">
                <a:off x="3728761" y="2602242"/>
                <a:ext cx="215566" cy="104763"/>
              </a:xfrm>
              <a:custGeom>
                <a:rect b="b" l="l" r="r" t="t"/>
                <a:pathLst>
                  <a:path extrusionOk="0" h="7298" w="14526">
                    <a:moveTo>
                      <a:pt x="13841" y="1"/>
                    </a:moveTo>
                    <a:cubicBezTo>
                      <a:pt x="11795" y="1"/>
                      <a:pt x="9896" y="1191"/>
                      <a:pt x="8088" y="2079"/>
                    </a:cubicBezTo>
                    <a:cubicBezTo>
                      <a:pt x="5353" y="3480"/>
                      <a:pt x="2784" y="5047"/>
                      <a:pt x="249" y="6782"/>
                    </a:cubicBezTo>
                    <a:cubicBezTo>
                      <a:pt x="0" y="6948"/>
                      <a:pt x="141" y="7298"/>
                      <a:pt x="368" y="7298"/>
                    </a:cubicBezTo>
                    <a:cubicBezTo>
                      <a:pt x="415" y="7298"/>
                      <a:pt x="465" y="7283"/>
                      <a:pt x="516" y="7249"/>
                    </a:cubicBezTo>
                    <a:cubicBezTo>
                      <a:pt x="2684" y="5915"/>
                      <a:pt x="4886" y="4647"/>
                      <a:pt x="7154" y="3480"/>
                    </a:cubicBezTo>
                    <a:cubicBezTo>
                      <a:pt x="9389" y="2312"/>
                      <a:pt x="11757" y="978"/>
                      <a:pt x="14226" y="478"/>
                    </a:cubicBezTo>
                    <a:cubicBezTo>
                      <a:pt x="14526" y="411"/>
                      <a:pt x="14426" y="11"/>
                      <a:pt x="14159" y="11"/>
                    </a:cubicBezTo>
                    <a:cubicBezTo>
                      <a:pt x="14053" y="4"/>
                      <a:pt x="13947" y="1"/>
                      <a:pt x="1384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2" name="Google Shape;2272;p45"/>
              <p:cNvSpPr/>
              <p:nvPr/>
            </p:nvSpPr>
            <p:spPr>
              <a:xfrm rot="-5400000">
                <a:off x="3791319" y="2531716"/>
                <a:ext cx="163166" cy="92489"/>
              </a:xfrm>
              <a:custGeom>
                <a:rect b="b" l="l" r="r" t="t"/>
                <a:pathLst>
                  <a:path extrusionOk="0" h="6443" w="10995">
                    <a:moveTo>
                      <a:pt x="10510" y="0"/>
                    </a:moveTo>
                    <a:cubicBezTo>
                      <a:pt x="10474" y="0"/>
                      <a:pt x="10436" y="6"/>
                      <a:pt x="10397" y="19"/>
                    </a:cubicBezTo>
                    <a:cubicBezTo>
                      <a:pt x="6761" y="1153"/>
                      <a:pt x="3392" y="3388"/>
                      <a:pt x="357" y="5623"/>
                    </a:cubicBezTo>
                    <a:cubicBezTo>
                      <a:pt x="0" y="5898"/>
                      <a:pt x="230" y="6442"/>
                      <a:pt x="582" y="6442"/>
                    </a:cubicBezTo>
                    <a:cubicBezTo>
                      <a:pt x="658" y="6442"/>
                      <a:pt x="740" y="6417"/>
                      <a:pt x="824" y="6357"/>
                    </a:cubicBezTo>
                    <a:cubicBezTo>
                      <a:pt x="3959" y="4122"/>
                      <a:pt x="7328" y="2554"/>
                      <a:pt x="10664" y="686"/>
                    </a:cubicBezTo>
                    <a:cubicBezTo>
                      <a:pt x="10995" y="506"/>
                      <a:pt x="10837" y="0"/>
                      <a:pt x="1051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3" name="Google Shape;2273;p45"/>
              <p:cNvSpPr/>
              <p:nvPr/>
            </p:nvSpPr>
            <p:spPr>
              <a:xfrm rot="-5400000">
                <a:off x="3829084" y="2463535"/>
                <a:ext cx="136320" cy="72263"/>
              </a:xfrm>
              <a:custGeom>
                <a:rect b="b" l="l" r="r" t="t"/>
                <a:pathLst>
                  <a:path extrusionOk="0" h="5034" w="9186">
                    <a:moveTo>
                      <a:pt x="8754" y="1"/>
                    </a:moveTo>
                    <a:cubicBezTo>
                      <a:pt x="8722" y="1"/>
                      <a:pt x="8688" y="7"/>
                      <a:pt x="8654" y="21"/>
                    </a:cubicBezTo>
                    <a:cubicBezTo>
                      <a:pt x="5718" y="1122"/>
                      <a:pt x="2883" y="2656"/>
                      <a:pt x="314" y="4391"/>
                    </a:cubicBezTo>
                    <a:cubicBezTo>
                      <a:pt x="1" y="4590"/>
                      <a:pt x="174" y="5033"/>
                      <a:pt x="481" y="5033"/>
                    </a:cubicBezTo>
                    <a:cubicBezTo>
                      <a:pt x="533" y="5033"/>
                      <a:pt x="590" y="5020"/>
                      <a:pt x="648" y="4991"/>
                    </a:cubicBezTo>
                    <a:cubicBezTo>
                      <a:pt x="3383" y="3524"/>
                      <a:pt x="6152" y="2123"/>
                      <a:pt x="8887" y="621"/>
                    </a:cubicBezTo>
                    <a:cubicBezTo>
                      <a:pt x="9186" y="472"/>
                      <a:pt x="9029" y="1"/>
                      <a:pt x="875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4" name="Google Shape;2274;p45"/>
              <p:cNvSpPr/>
              <p:nvPr/>
            </p:nvSpPr>
            <p:spPr>
              <a:xfrm rot="-5400000">
                <a:off x="3867920" y="2389474"/>
                <a:ext cx="90019" cy="45290"/>
              </a:xfrm>
              <a:custGeom>
                <a:rect b="b" l="l" r="r" t="t"/>
                <a:pathLst>
                  <a:path extrusionOk="0" h="3155" w="6066">
                    <a:moveTo>
                      <a:pt x="5703" y="0"/>
                    </a:moveTo>
                    <a:cubicBezTo>
                      <a:pt x="5670" y="0"/>
                      <a:pt x="5634" y="8"/>
                      <a:pt x="5598" y="24"/>
                    </a:cubicBezTo>
                    <a:cubicBezTo>
                      <a:pt x="3796" y="758"/>
                      <a:pt x="2029" y="1558"/>
                      <a:pt x="294" y="2492"/>
                    </a:cubicBezTo>
                    <a:cubicBezTo>
                      <a:pt x="0" y="2669"/>
                      <a:pt x="146" y="3155"/>
                      <a:pt x="436" y="3155"/>
                    </a:cubicBezTo>
                    <a:cubicBezTo>
                      <a:pt x="475" y="3155"/>
                      <a:pt x="517" y="3146"/>
                      <a:pt x="561" y="3126"/>
                    </a:cubicBezTo>
                    <a:cubicBezTo>
                      <a:pt x="2395" y="2359"/>
                      <a:pt x="4130" y="1492"/>
                      <a:pt x="5831" y="524"/>
                    </a:cubicBezTo>
                    <a:cubicBezTo>
                      <a:pt x="6065" y="378"/>
                      <a:pt x="5940" y="0"/>
                      <a:pt x="570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5" name="Google Shape;2275;p45"/>
              <p:cNvSpPr/>
              <p:nvPr/>
            </p:nvSpPr>
            <p:spPr>
              <a:xfrm rot="-5400000">
                <a:off x="3870733" y="2291084"/>
                <a:ext cx="107694" cy="60463"/>
              </a:xfrm>
              <a:custGeom>
                <a:rect b="b" l="l" r="r" t="t"/>
                <a:pathLst>
                  <a:path extrusionOk="0" h="4212" w="7257">
                    <a:moveTo>
                      <a:pt x="6781" y="1"/>
                    </a:moveTo>
                    <a:cubicBezTo>
                      <a:pt x="6759" y="1"/>
                      <a:pt x="6736" y="3"/>
                      <a:pt x="6713" y="8"/>
                    </a:cubicBezTo>
                    <a:cubicBezTo>
                      <a:pt x="4311" y="441"/>
                      <a:pt x="2143" y="1942"/>
                      <a:pt x="342" y="3510"/>
                    </a:cubicBezTo>
                    <a:cubicBezTo>
                      <a:pt x="0" y="3799"/>
                      <a:pt x="300" y="4212"/>
                      <a:pt x="654" y="4212"/>
                    </a:cubicBezTo>
                    <a:cubicBezTo>
                      <a:pt x="750" y="4212"/>
                      <a:pt x="850" y="4182"/>
                      <a:pt x="942" y="4111"/>
                    </a:cubicBezTo>
                    <a:cubicBezTo>
                      <a:pt x="2810" y="2610"/>
                      <a:pt x="4878" y="1709"/>
                      <a:pt x="6946" y="575"/>
                    </a:cubicBezTo>
                    <a:cubicBezTo>
                      <a:pt x="7256" y="389"/>
                      <a:pt x="7076" y="1"/>
                      <a:pt x="678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6" name="Google Shape;2276;p45"/>
              <p:cNvSpPr/>
              <p:nvPr/>
            </p:nvSpPr>
            <p:spPr>
              <a:xfrm rot="-5400000">
                <a:off x="3909671" y="2230375"/>
                <a:ext cx="44565" cy="22781"/>
              </a:xfrm>
              <a:custGeom>
                <a:rect b="b" l="l" r="r" t="t"/>
                <a:pathLst>
                  <a:path extrusionOk="0" h="1587" w="3003">
                    <a:moveTo>
                      <a:pt x="2711" y="0"/>
                    </a:moveTo>
                    <a:cubicBezTo>
                      <a:pt x="2685" y="0"/>
                      <a:pt x="2657" y="5"/>
                      <a:pt x="2628" y="16"/>
                    </a:cubicBezTo>
                    <a:cubicBezTo>
                      <a:pt x="1794" y="283"/>
                      <a:pt x="827" y="450"/>
                      <a:pt x="160" y="1050"/>
                    </a:cubicBezTo>
                    <a:cubicBezTo>
                      <a:pt x="0" y="1242"/>
                      <a:pt x="116" y="1586"/>
                      <a:pt x="360" y="1586"/>
                    </a:cubicBezTo>
                    <a:cubicBezTo>
                      <a:pt x="371" y="1586"/>
                      <a:pt x="382" y="1586"/>
                      <a:pt x="393" y="1584"/>
                    </a:cubicBezTo>
                    <a:cubicBezTo>
                      <a:pt x="1261" y="1484"/>
                      <a:pt x="2061" y="884"/>
                      <a:pt x="2795" y="450"/>
                    </a:cubicBezTo>
                    <a:cubicBezTo>
                      <a:pt x="3003" y="331"/>
                      <a:pt x="2920" y="0"/>
                      <a:pt x="271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7" name="Google Shape;2277;p45"/>
              <p:cNvSpPr/>
              <p:nvPr/>
            </p:nvSpPr>
            <p:spPr>
              <a:xfrm rot="-5400000">
                <a:off x="3905037" y="2029281"/>
                <a:ext cx="44357" cy="31567"/>
              </a:xfrm>
              <a:custGeom>
                <a:rect b="b" l="l" r="r" t="t"/>
                <a:pathLst>
                  <a:path extrusionOk="0" h="2199" w="2989">
                    <a:moveTo>
                      <a:pt x="2759" y="0"/>
                    </a:moveTo>
                    <a:cubicBezTo>
                      <a:pt x="2734" y="0"/>
                      <a:pt x="2706" y="6"/>
                      <a:pt x="2677" y="19"/>
                    </a:cubicBezTo>
                    <a:cubicBezTo>
                      <a:pt x="1709" y="319"/>
                      <a:pt x="742" y="986"/>
                      <a:pt x="108" y="1787"/>
                    </a:cubicBezTo>
                    <a:cubicBezTo>
                      <a:pt x="0" y="1949"/>
                      <a:pt x="111" y="2199"/>
                      <a:pt x="281" y="2199"/>
                    </a:cubicBezTo>
                    <a:cubicBezTo>
                      <a:pt x="321" y="2199"/>
                      <a:pt x="364" y="2185"/>
                      <a:pt x="408" y="2153"/>
                    </a:cubicBezTo>
                    <a:cubicBezTo>
                      <a:pt x="1209" y="1553"/>
                      <a:pt x="2010" y="986"/>
                      <a:pt x="2844" y="386"/>
                    </a:cubicBezTo>
                    <a:cubicBezTo>
                      <a:pt x="2989" y="269"/>
                      <a:pt x="2931" y="0"/>
                      <a:pt x="275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8" name="Google Shape;2278;p45"/>
              <p:cNvSpPr/>
              <p:nvPr/>
            </p:nvSpPr>
            <p:spPr>
              <a:xfrm rot="-5400000">
                <a:off x="3851548" y="1912789"/>
                <a:ext cx="118067" cy="66148"/>
              </a:xfrm>
              <a:custGeom>
                <a:rect b="b" l="l" r="r" t="t"/>
                <a:pathLst>
                  <a:path extrusionOk="0" h="4608" w="7956">
                    <a:moveTo>
                      <a:pt x="7528" y="0"/>
                    </a:moveTo>
                    <a:cubicBezTo>
                      <a:pt x="7502" y="0"/>
                      <a:pt x="7476" y="4"/>
                      <a:pt x="7449" y="13"/>
                    </a:cubicBezTo>
                    <a:cubicBezTo>
                      <a:pt x="4880" y="1014"/>
                      <a:pt x="2512" y="2415"/>
                      <a:pt x="277" y="3983"/>
                    </a:cubicBezTo>
                    <a:cubicBezTo>
                      <a:pt x="1" y="4204"/>
                      <a:pt x="159" y="4607"/>
                      <a:pt x="430" y="4607"/>
                    </a:cubicBezTo>
                    <a:cubicBezTo>
                      <a:pt x="486" y="4607"/>
                      <a:pt x="547" y="4590"/>
                      <a:pt x="611" y="4550"/>
                    </a:cubicBezTo>
                    <a:cubicBezTo>
                      <a:pt x="2912" y="3115"/>
                      <a:pt x="5281" y="1848"/>
                      <a:pt x="7682" y="580"/>
                    </a:cubicBezTo>
                    <a:cubicBezTo>
                      <a:pt x="7956" y="428"/>
                      <a:pt x="7787" y="0"/>
                      <a:pt x="752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9" name="Google Shape;2279;p45"/>
              <p:cNvSpPr/>
              <p:nvPr/>
            </p:nvSpPr>
            <p:spPr>
              <a:xfrm rot="-5400000">
                <a:off x="3785320" y="1761466"/>
                <a:ext cx="189893" cy="114395"/>
              </a:xfrm>
              <a:custGeom>
                <a:rect b="b" l="l" r="r" t="t"/>
                <a:pathLst>
                  <a:path extrusionOk="0" h="7969" w="12796">
                    <a:moveTo>
                      <a:pt x="12380" y="1"/>
                    </a:moveTo>
                    <a:cubicBezTo>
                      <a:pt x="12336" y="1"/>
                      <a:pt x="12288" y="11"/>
                      <a:pt x="12239" y="36"/>
                    </a:cubicBezTo>
                    <a:cubicBezTo>
                      <a:pt x="8136" y="2337"/>
                      <a:pt x="4100" y="4839"/>
                      <a:pt x="230" y="7508"/>
                    </a:cubicBezTo>
                    <a:cubicBezTo>
                      <a:pt x="1" y="7651"/>
                      <a:pt x="142" y="7968"/>
                      <a:pt x="377" y="7968"/>
                    </a:cubicBezTo>
                    <a:cubicBezTo>
                      <a:pt x="415" y="7968"/>
                      <a:pt x="456" y="7960"/>
                      <a:pt x="497" y="7942"/>
                    </a:cubicBezTo>
                    <a:cubicBezTo>
                      <a:pt x="4600" y="5673"/>
                      <a:pt x="8636" y="3171"/>
                      <a:pt x="12539" y="536"/>
                    </a:cubicBezTo>
                    <a:cubicBezTo>
                      <a:pt x="12795" y="365"/>
                      <a:pt x="12639" y="1"/>
                      <a:pt x="1238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0" name="Google Shape;2280;p45"/>
              <p:cNvSpPr/>
              <p:nvPr/>
            </p:nvSpPr>
            <p:spPr>
              <a:xfrm rot="-5400000">
                <a:off x="3777373" y="1639228"/>
                <a:ext cx="195161" cy="125735"/>
              </a:xfrm>
              <a:custGeom>
                <a:rect b="b" l="l" r="r" t="t"/>
                <a:pathLst>
                  <a:path extrusionOk="0" h="8759" w="13151">
                    <a:moveTo>
                      <a:pt x="12650" y="0"/>
                    </a:moveTo>
                    <a:cubicBezTo>
                      <a:pt x="12602" y="0"/>
                      <a:pt x="12552" y="10"/>
                      <a:pt x="12501" y="34"/>
                    </a:cubicBezTo>
                    <a:cubicBezTo>
                      <a:pt x="8064" y="1968"/>
                      <a:pt x="3728" y="4904"/>
                      <a:pt x="192" y="8273"/>
                    </a:cubicBezTo>
                    <a:cubicBezTo>
                      <a:pt x="1" y="8437"/>
                      <a:pt x="168" y="8758"/>
                      <a:pt x="382" y="8758"/>
                    </a:cubicBezTo>
                    <a:cubicBezTo>
                      <a:pt x="429" y="8758"/>
                      <a:pt x="478" y="8743"/>
                      <a:pt x="526" y="8707"/>
                    </a:cubicBezTo>
                    <a:cubicBezTo>
                      <a:pt x="4529" y="5704"/>
                      <a:pt x="8531" y="3102"/>
                      <a:pt x="12835" y="567"/>
                    </a:cubicBezTo>
                    <a:cubicBezTo>
                      <a:pt x="13150" y="395"/>
                      <a:pt x="12947" y="0"/>
                      <a:pt x="1265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1" name="Google Shape;2281;p45"/>
              <p:cNvSpPr/>
              <p:nvPr/>
            </p:nvSpPr>
            <p:spPr>
              <a:xfrm rot="-5400000">
                <a:off x="3822031" y="1592265"/>
                <a:ext cx="134347" cy="85585"/>
              </a:xfrm>
              <a:custGeom>
                <a:rect b="b" l="l" r="r" t="t"/>
                <a:pathLst>
                  <a:path extrusionOk="0" h="5962" w="9053">
                    <a:moveTo>
                      <a:pt x="8832" y="0"/>
                    </a:moveTo>
                    <a:cubicBezTo>
                      <a:pt x="8812" y="0"/>
                      <a:pt x="8792" y="4"/>
                      <a:pt x="8770" y="11"/>
                    </a:cubicBezTo>
                    <a:cubicBezTo>
                      <a:pt x="5568" y="845"/>
                      <a:pt x="2699" y="3280"/>
                      <a:pt x="264" y="5415"/>
                    </a:cubicBezTo>
                    <a:cubicBezTo>
                      <a:pt x="1" y="5626"/>
                      <a:pt x="237" y="5962"/>
                      <a:pt x="512" y="5962"/>
                    </a:cubicBezTo>
                    <a:cubicBezTo>
                      <a:pt x="585" y="5962"/>
                      <a:pt x="661" y="5938"/>
                      <a:pt x="731" y="5882"/>
                    </a:cubicBezTo>
                    <a:cubicBezTo>
                      <a:pt x="3300" y="3714"/>
                      <a:pt x="6235" y="2313"/>
                      <a:pt x="8904" y="345"/>
                    </a:cubicBezTo>
                    <a:cubicBezTo>
                      <a:pt x="9052" y="226"/>
                      <a:pt x="8989" y="0"/>
                      <a:pt x="88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2" name="Google Shape;2282;p45"/>
              <p:cNvSpPr/>
              <p:nvPr/>
            </p:nvSpPr>
            <p:spPr>
              <a:xfrm rot="-5400000">
                <a:off x="3876041" y="1582373"/>
                <a:ext cx="50708" cy="27389"/>
              </a:xfrm>
              <a:custGeom>
                <a:rect b="b" l="l" r="r" t="t"/>
                <a:pathLst>
                  <a:path extrusionOk="0" h="1908" w="3417">
                    <a:moveTo>
                      <a:pt x="3124" y="0"/>
                    </a:moveTo>
                    <a:cubicBezTo>
                      <a:pt x="3114" y="0"/>
                      <a:pt x="3103" y="2"/>
                      <a:pt x="3092" y="4"/>
                    </a:cubicBezTo>
                    <a:cubicBezTo>
                      <a:pt x="2091" y="171"/>
                      <a:pt x="1124" y="904"/>
                      <a:pt x="256" y="1371"/>
                    </a:cubicBezTo>
                    <a:cubicBezTo>
                      <a:pt x="0" y="1542"/>
                      <a:pt x="157" y="1907"/>
                      <a:pt x="416" y="1907"/>
                    </a:cubicBezTo>
                    <a:cubicBezTo>
                      <a:pt x="460" y="1907"/>
                      <a:pt x="508" y="1896"/>
                      <a:pt x="557" y="1872"/>
                    </a:cubicBezTo>
                    <a:cubicBezTo>
                      <a:pt x="1424" y="1438"/>
                      <a:pt x="2591" y="1071"/>
                      <a:pt x="3292" y="337"/>
                    </a:cubicBezTo>
                    <a:cubicBezTo>
                      <a:pt x="3417" y="213"/>
                      <a:pt x="3279" y="0"/>
                      <a:pt x="31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3" name="Google Shape;2283;p45"/>
            <p:cNvGrpSpPr/>
            <p:nvPr/>
          </p:nvGrpSpPr>
          <p:grpSpPr>
            <a:xfrm>
              <a:off x="962832" y="3487562"/>
              <a:ext cx="887194" cy="997976"/>
              <a:chOff x="658796" y="1686488"/>
              <a:chExt cx="868436" cy="997976"/>
            </a:xfrm>
          </p:grpSpPr>
          <p:sp>
            <p:nvSpPr>
              <p:cNvPr id="2284" name="Google Shape;2284;p45"/>
              <p:cNvSpPr/>
              <p:nvPr/>
            </p:nvSpPr>
            <p:spPr>
              <a:xfrm rot="-5400000">
                <a:off x="597030" y="1756940"/>
                <a:ext cx="991535" cy="850630"/>
              </a:xfrm>
              <a:custGeom>
                <a:rect b="b" l="l" r="r" t="t"/>
                <a:pathLst>
                  <a:path extrusionOk="0" h="39078" w="66815">
                    <a:moveTo>
                      <a:pt x="28917" y="0"/>
                    </a:moveTo>
                    <a:cubicBezTo>
                      <a:pt x="16090" y="0"/>
                      <a:pt x="3595" y="641"/>
                      <a:pt x="0" y="1637"/>
                    </a:cubicBezTo>
                    <a:cubicBezTo>
                      <a:pt x="0" y="1637"/>
                      <a:pt x="4604" y="2137"/>
                      <a:pt x="5137" y="9009"/>
                    </a:cubicBezTo>
                    <a:cubicBezTo>
                      <a:pt x="5638" y="15847"/>
                      <a:pt x="4103" y="32992"/>
                      <a:pt x="5638" y="35628"/>
                    </a:cubicBezTo>
                    <a:cubicBezTo>
                      <a:pt x="6960" y="37874"/>
                      <a:pt x="23074" y="39078"/>
                      <a:pt x="38018" y="39078"/>
                    </a:cubicBezTo>
                    <a:cubicBezTo>
                      <a:pt x="50587" y="39078"/>
                      <a:pt x="62329" y="38226"/>
                      <a:pt x="63746" y="36428"/>
                    </a:cubicBezTo>
                    <a:cubicBezTo>
                      <a:pt x="66815" y="32459"/>
                      <a:pt x="66581" y="6907"/>
                      <a:pt x="61411" y="2938"/>
                    </a:cubicBezTo>
                    <a:cubicBezTo>
                      <a:pt x="58688" y="838"/>
                      <a:pt x="43586" y="0"/>
                      <a:pt x="289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5" name="Google Shape;2285;p45"/>
              <p:cNvSpPr/>
              <p:nvPr/>
            </p:nvSpPr>
            <p:spPr>
              <a:xfrm rot="-5400000">
                <a:off x="595266" y="1752497"/>
                <a:ext cx="995497" cy="868436"/>
              </a:xfrm>
              <a:custGeom>
                <a:rect b="b" l="l" r="r" t="t"/>
                <a:pathLst>
                  <a:path extrusionOk="0" h="39896" w="67082">
                    <a:moveTo>
                      <a:pt x="29388" y="801"/>
                    </a:moveTo>
                    <a:cubicBezTo>
                      <a:pt x="46701" y="801"/>
                      <a:pt x="59343" y="1936"/>
                      <a:pt x="61611" y="3670"/>
                    </a:cubicBezTo>
                    <a:cubicBezTo>
                      <a:pt x="63213" y="4904"/>
                      <a:pt x="64514" y="8674"/>
                      <a:pt x="65214" y="14278"/>
                    </a:cubicBezTo>
                    <a:cubicBezTo>
                      <a:pt x="66348" y="23217"/>
                      <a:pt x="65681" y="34225"/>
                      <a:pt x="63846" y="36560"/>
                    </a:cubicBezTo>
                    <a:cubicBezTo>
                      <a:pt x="62712" y="38028"/>
                      <a:pt x="52238" y="39062"/>
                      <a:pt x="38428" y="39062"/>
                    </a:cubicBezTo>
                    <a:lnTo>
                      <a:pt x="38395" y="39062"/>
                    </a:lnTo>
                    <a:cubicBezTo>
                      <a:pt x="21550" y="39062"/>
                      <a:pt x="7506" y="37628"/>
                      <a:pt x="6439" y="35826"/>
                    </a:cubicBezTo>
                    <a:cubicBezTo>
                      <a:pt x="5571" y="34325"/>
                      <a:pt x="5772" y="27220"/>
                      <a:pt x="5938" y="20916"/>
                    </a:cubicBezTo>
                    <a:cubicBezTo>
                      <a:pt x="6072" y="16379"/>
                      <a:pt x="6172" y="12109"/>
                      <a:pt x="5972" y="9374"/>
                    </a:cubicBezTo>
                    <a:cubicBezTo>
                      <a:pt x="5638" y="4804"/>
                      <a:pt x="3470" y="2903"/>
                      <a:pt x="1969" y="2136"/>
                    </a:cubicBezTo>
                    <a:cubicBezTo>
                      <a:pt x="6639" y="1368"/>
                      <a:pt x="17547" y="801"/>
                      <a:pt x="29388" y="801"/>
                    </a:cubicBezTo>
                    <a:close/>
                    <a:moveTo>
                      <a:pt x="29388" y="1"/>
                    </a:moveTo>
                    <a:cubicBezTo>
                      <a:pt x="15812" y="1"/>
                      <a:pt x="3837" y="668"/>
                      <a:pt x="301" y="1635"/>
                    </a:cubicBezTo>
                    <a:cubicBezTo>
                      <a:pt x="134" y="1669"/>
                      <a:pt x="1" y="1869"/>
                      <a:pt x="1" y="2069"/>
                    </a:cubicBezTo>
                    <a:cubicBezTo>
                      <a:pt x="34" y="2269"/>
                      <a:pt x="168" y="2436"/>
                      <a:pt x="368" y="2436"/>
                    </a:cubicBezTo>
                    <a:cubicBezTo>
                      <a:pt x="434" y="2436"/>
                      <a:pt x="4671" y="3003"/>
                      <a:pt x="5138" y="9441"/>
                    </a:cubicBezTo>
                    <a:cubicBezTo>
                      <a:pt x="5338" y="12143"/>
                      <a:pt x="5238" y="16379"/>
                      <a:pt x="5104" y="20882"/>
                    </a:cubicBezTo>
                    <a:cubicBezTo>
                      <a:pt x="4904" y="27921"/>
                      <a:pt x="4737" y="34559"/>
                      <a:pt x="5705" y="36227"/>
                    </a:cubicBezTo>
                    <a:cubicBezTo>
                      <a:pt x="7406" y="39129"/>
                      <a:pt x="27854" y="39896"/>
                      <a:pt x="38428" y="39896"/>
                    </a:cubicBezTo>
                    <a:cubicBezTo>
                      <a:pt x="44032" y="39896"/>
                      <a:pt x="62479" y="39696"/>
                      <a:pt x="64514" y="37094"/>
                    </a:cubicBezTo>
                    <a:cubicBezTo>
                      <a:pt x="66648" y="34325"/>
                      <a:pt x="67082" y="22517"/>
                      <a:pt x="66048" y="14178"/>
                    </a:cubicBezTo>
                    <a:cubicBezTo>
                      <a:pt x="65514" y="10075"/>
                      <a:pt x="64413" y="4771"/>
                      <a:pt x="62112" y="3003"/>
                    </a:cubicBezTo>
                    <a:cubicBezTo>
                      <a:pt x="58476" y="201"/>
                      <a:pt x="36127" y="1"/>
                      <a:pt x="2938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6" name="Google Shape;2286;p45"/>
              <p:cNvSpPr/>
              <p:nvPr/>
            </p:nvSpPr>
            <p:spPr>
              <a:xfrm rot="-5400000">
                <a:off x="1304744" y="2548987"/>
                <a:ext cx="34340" cy="24059"/>
              </a:xfrm>
              <a:custGeom>
                <a:rect b="b" l="l" r="r" t="t"/>
                <a:pathLst>
                  <a:path extrusionOk="0" h="1676" w="2314">
                    <a:moveTo>
                      <a:pt x="1946" y="1"/>
                    </a:moveTo>
                    <a:cubicBezTo>
                      <a:pt x="1613" y="1"/>
                      <a:pt x="1413" y="268"/>
                      <a:pt x="1179" y="468"/>
                    </a:cubicBezTo>
                    <a:cubicBezTo>
                      <a:pt x="912" y="701"/>
                      <a:pt x="612" y="835"/>
                      <a:pt x="312" y="1035"/>
                    </a:cubicBezTo>
                    <a:cubicBezTo>
                      <a:pt x="0" y="1253"/>
                      <a:pt x="184" y="1675"/>
                      <a:pt x="508" y="1675"/>
                    </a:cubicBezTo>
                    <a:cubicBezTo>
                      <a:pt x="531" y="1675"/>
                      <a:pt x="555" y="1673"/>
                      <a:pt x="579" y="1669"/>
                    </a:cubicBezTo>
                    <a:cubicBezTo>
                      <a:pt x="946" y="1602"/>
                      <a:pt x="1313" y="1368"/>
                      <a:pt x="1613" y="1168"/>
                    </a:cubicBezTo>
                    <a:cubicBezTo>
                      <a:pt x="1946" y="935"/>
                      <a:pt x="2313" y="668"/>
                      <a:pt x="2247" y="234"/>
                    </a:cubicBezTo>
                    <a:cubicBezTo>
                      <a:pt x="2213" y="101"/>
                      <a:pt x="2080" y="1"/>
                      <a:pt x="194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7" name="Google Shape;2287;p45"/>
              <p:cNvSpPr/>
              <p:nvPr/>
            </p:nvSpPr>
            <p:spPr>
              <a:xfrm rot="-5400000">
                <a:off x="1335808" y="2536924"/>
                <a:ext cx="49477" cy="40022"/>
              </a:xfrm>
              <a:custGeom>
                <a:rect b="b" l="l" r="r" t="t"/>
                <a:pathLst>
                  <a:path extrusionOk="0" h="2788" w="3334">
                    <a:moveTo>
                      <a:pt x="3039" y="0"/>
                    </a:moveTo>
                    <a:cubicBezTo>
                      <a:pt x="2989" y="0"/>
                      <a:pt x="2935" y="11"/>
                      <a:pt x="2882" y="34"/>
                    </a:cubicBezTo>
                    <a:cubicBezTo>
                      <a:pt x="2381" y="268"/>
                      <a:pt x="2081" y="801"/>
                      <a:pt x="1681" y="1168"/>
                    </a:cubicBezTo>
                    <a:cubicBezTo>
                      <a:pt x="1214" y="1635"/>
                      <a:pt x="680" y="2002"/>
                      <a:pt x="147" y="2402"/>
                    </a:cubicBezTo>
                    <a:cubicBezTo>
                      <a:pt x="1" y="2519"/>
                      <a:pt x="135" y="2788"/>
                      <a:pt x="304" y="2788"/>
                    </a:cubicBezTo>
                    <a:cubicBezTo>
                      <a:pt x="329" y="2788"/>
                      <a:pt x="355" y="2782"/>
                      <a:pt x="380" y="2769"/>
                    </a:cubicBezTo>
                    <a:cubicBezTo>
                      <a:pt x="980" y="2536"/>
                      <a:pt x="1514" y="2169"/>
                      <a:pt x="2048" y="1769"/>
                    </a:cubicBezTo>
                    <a:cubicBezTo>
                      <a:pt x="2515" y="1402"/>
                      <a:pt x="3149" y="935"/>
                      <a:pt x="3282" y="301"/>
                    </a:cubicBezTo>
                    <a:cubicBezTo>
                      <a:pt x="3333" y="121"/>
                      <a:pt x="3207" y="0"/>
                      <a:pt x="30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8" name="Google Shape;2288;p45"/>
              <p:cNvSpPr/>
              <p:nvPr/>
            </p:nvSpPr>
            <p:spPr>
              <a:xfrm rot="-5400000">
                <a:off x="1347040" y="2499089"/>
                <a:ext cx="85211" cy="59774"/>
              </a:xfrm>
              <a:custGeom>
                <a:rect b="b" l="l" r="r" t="t"/>
                <a:pathLst>
                  <a:path extrusionOk="0" h="4164" w="5742">
                    <a:moveTo>
                      <a:pt x="5375" y="1"/>
                    </a:moveTo>
                    <a:cubicBezTo>
                      <a:pt x="5340" y="1"/>
                      <a:pt x="5305" y="10"/>
                      <a:pt x="5271" y="29"/>
                    </a:cubicBezTo>
                    <a:cubicBezTo>
                      <a:pt x="4437" y="563"/>
                      <a:pt x="3703" y="1163"/>
                      <a:pt x="2936" y="1764"/>
                    </a:cubicBezTo>
                    <a:cubicBezTo>
                      <a:pt x="2068" y="2498"/>
                      <a:pt x="1268" y="3332"/>
                      <a:pt x="200" y="3765"/>
                    </a:cubicBezTo>
                    <a:cubicBezTo>
                      <a:pt x="34" y="3832"/>
                      <a:pt x="0" y="4066"/>
                      <a:pt x="200" y="4132"/>
                    </a:cubicBezTo>
                    <a:cubicBezTo>
                      <a:pt x="302" y="4154"/>
                      <a:pt x="401" y="4163"/>
                      <a:pt x="497" y="4163"/>
                    </a:cubicBezTo>
                    <a:cubicBezTo>
                      <a:pt x="1154" y="4163"/>
                      <a:pt x="1678" y="3702"/>
                      <a:pt x="2202" y="3265"/>
                    </a:cubicBezTo>
                    <a:cubicBezTo>
                      <a:pt x="3369" y="2364"/>
                      <a:pt x="4537" y="1497"/>
                      <a:pt x="5571" y="463"/>
                    </a:cubicBezTo>
                    <a:cubicBezTo>
                      <a:pt x="5741" y="292"/>
                      <a:pt x="5573" y="1"/>
                      <a:pt x="537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9" name="Google Shape;2289;p45"/>
              <p:cNvSpPr/>
              <p:nvPr/>
            </p:nvSpPr>
            <p:spPr>
              <a:xfrm rot="-5400000">
                <a:off x="1337759" y="2442683"/>
                <a:ext cx="156488" cy="88398"/>
              </a:xfrm>
              <a:custGeom>
                <a:rect b="b" l="l" r="r" t="t"/>
                <a:pathLst>
                  <a:path extrusionOk="0" h="6158" w="10545">
                    <a:moveTo>
                      <a:pt x="10242" y="1"/>
                    </a:moveTo>
                    <a:cubicBezTo>
                      <a:pt x="10210" y="1"/>
                      <a:pt x="10176" y="8"/>
                      <a:pt x="10139" y="24"/>
                    </a:cubicBezTo>
                    <a:cubicBezTo>
                      <a:pt x="6704" y="1459"/>
                      <a:pt x="3368" y="3727"/>
                      <a:pt x="199" y="5728"/>
                    </a:cubicBezTo>
                    <a:cubicBezTo>
                      <a:pt x="0" y="5870"/>
                      <a:pt x="116" y="6157"/>
                      <a:pt x="319" y="6157"/>
                    </a:cubicBezTo>
                    <a:cubicBezTo>
                      <a:pt x="355" y="6157"/>
                      <a:pt x="393" y="6149"/>
                      <a:pt x="433" y="6129"/>
                    </a:cubicBezTo>
                    <a:cubicBezTo>
                      <a:pt x="3735" y="4427"/>
                      <a:pt x="7371" y="2726"/>
                      <a:pt x="10340" y="525"/>
                    </a:cubicBezTo>
                    <a:cubicBezTo>
                      <a:pt x="10545" y="378"/>
                      <a:pt x="10467" y="1"/>
                      <a:pt x="1024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0" name="Google Shape;2290;p45"/>
              <p:cNvSpPr/>
              <p:nvPr/>
            </p:nvSpPr>
            <p:spPr>
              <a:xfrm rot="-5400000">
                <a:off x="1339021" y="2376996"/>
                <a:ext cx="191792" cy="84738"/>
              </a:xfrm>
              <a:custGeom>
                <a:rect b="b" l="l" r="r" t="t"/>
                <a:pathLst>
                  <a:path extrusionOk="0" h="5903" w="12924">
                    <a:moveTo>
                      <a:pt x="12496" y="1"/>
                    </a:moveTo>
                    <a:cubicBezTo>
                      <a:pt x="12470" y="1"/>
                      <a:pt x="12444" y="5"/>
                      <a:pt x="12417" y="14"/>
                    </a:cubicBezTo>
                    <a:cubicBezTo>
                      <a:pt x="8281" y="1315"/>
                      <a:pt x="3844" y="3249"/>
                      <a:pt x="175" y="5518"/>
                    </a:cubicBezTo>
                    <a:cubicBezTo>
                      <a:pt x="0" y="5634"/>
                      <a:pt x="79" y="5903"/>
                      <a:pt x="236" y="5903"/>
                    </a:cubicBezTo>
                    <a:cubicBezTo>
                      <a:pt x="258" y="5903"/>
                      <a:pt x="283" y="5897"/>
                      <a:pt x="308" y="5885"/>
                    </a:cubicBezTo>
                    <a:cubicBezTo>
                      <a:pt x="4478" y="4350"/>
                      <a:pt x="8681" y="2482"/>
                      <a:pt x="12650" y="547"/>
                    </a:cubicBezTo>
                    <a:cubicBezTo>
                      <a:pt x="12924" y="426"/>
                      <a:pt x="12755" y="1"/>
                      <a:pt x="1249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1" name="Google Shape;2291;p45"/>
              <p:cNvSpPr/>
              <p:nvPr/>
            </p:nvSpPr>
            <p:spPr>
              <a:xfrm rot="-5400000">
                <a:off x="1349543" y="2285726"/>
                <a:ext cx="198485" cy="84393"/>
              </a:xfrm>
              <a:custGeom>
                <a:rect b="b" l="l" r="r" t="t"/>
                <a:pathLst>
                  <a:path extrusionOk="0" h="5879" w="13375">
                    <a:moveTo>
                      <a:pt x="12953" y="1"/>
                    </a:moveTo>
                    <a:cubicBezTo>
                      <a:pt x="12942" y="1"/>
                      <a:pt x="12930" y="2"/>
                      <a:pt x="12919" y="3"/>
                    </a:cubicBezTo>
                    <a:cubicBezTo>
                      <a:pt x="8616" y="804"/>
                      <a:pt x="4213" y="3139"/>
                      <a:pt x="376" y="5173"/>
                    </a:cubicBezTo>
                    <a:cubicBezTo>
                      <a:pt x="1" y="5376"/>
                      <a:pt x="251" y="5879"/>
                      <a:pt x="585" y="5879"/>
                    </a:cubicBezTo>
                    <a:cubicBezTo>
                      <a:pt x="637" y="5879"/>
                      <a:pt x="690" y="5867"/>
                      <a:pt x="743" y="5841"/>
                    </a:cubicBezTo>
                    <a:cubicBezTo>
                      <a:pt x="4780" y="3839"/>
                      <a:pt x="9116" y="2505"/>
                      <a:pt x="13119" y="470"/>
                    </a:cubicBezTo>
                    <a:cubicBezTo>
                      <a:pt x="13374" y="342"/>
                      <a:pt x="13202" y="1"/>
                      <a:pt x="12953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2" name="Google Shape;2292;p45"/>
              <p:cNvSpPr/>
              <p:nvPr/>
            </p:nvSpPr>
            <p:spPr>
              <a:xfrm rot="-5400000">
                <a:off x="1383336" y="2190484"/>
                <a:ext cx="155449" cy="73483"/>
              </a:xfrm>
              <a:custGeom>
                <a:rect b="b" l="l" r="r" t="t"/>
                <a:pathLst>
                  <a:path extrusionOk="0" h="5119" w="10475">
                    <a:moveTo>
                      <a:pt x="9993" y="0"/>
                    </a:moveTo>
                    <a:cubicBezTo>
                      <a:pt x="9980" y="0"/>
                      <a:pt x="9967" y="1"/>
                      <a:pt x="9954" y="2"/>
                    </a:cubicBezTo>
                    <a:cubicBezTo>
                      <a:pt x="6585" y="469"/>
                      <a:pt x="3049" y="2738"/>
                      <a:pt x="281" y="4539"/>
                    </a:cubicBezTo>
                    <a:cubicBezTo>
                      <a:pt x="1" y="4735"/>
                      <a:pt x="167" y="5119"/>
                      <a:pt x="425" y="5119"/>
                    </a:cubicBezTo>
                    <a:cubicBezTo>
                      <a:pt x="474" y="5119"/>
                      <a:pt x="527" y="5105"/>
                      <a:pt x="581" y="5073"/>
                    </a:cubicBezTo>
                    <a:cubicBezTo>
                      <a:pt x="2115" y="4172"/>
                      <a:pt x="3683" y="3338"/>
                      <a:pt x="5284" y="2571"/>
                    </a:cubicBezTo>
                    <a:cubicBezTo>
                      <a:pt x="6885" y="1837"/>
                      <a:pt x="8653" y="1403"/>
                      <a:pt x="10188" y="503"/>
                    </a:cubicBezTo>
                    <a:cubicBezTo>
                      <a:pt x="10475" y="343"/>
                      <a:pt x="10273" y="0"/>
                      <a:pt x="999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3" name="Google Shape;2293;p45"/>
              <p:cNvSpPr/>
              <p:nvPr/>
            </p:nvSpPr>
            <p:spPr>
              <a:xfrm rot="-5400000">
                <a:off x="1411629" y="2122032"/>
                <a:ext cx="116509" cy="57018"/>
              </a:xfrm>
              <a:custGeom>
                <a:rect b="b" l="l" r="r" t="t"/>
                <a:pathLst>
                  <a:path extrusionOk="0" h="3972" w="7851">
                    <a:moveTo>
                      <a:pt x="7491" y="0"/>
                    </a:moveTo>
                    <a:cubicBezTo>
                      <a:pt x="7465" y="0"/>
                      <a:pt x="7439" y="5"/>
                      <a:pt x="7411" y="15"/>
                    </a:cubicBezTo>
                    <a:cubicBezTo>
                      <a:pt x="4876" y="882"/>
                      <a:pt x="2374" y="2050"/>
                      <a:pt x="173" y="3584"/>
                    </a:cubicBezTo>
                    <a:cubicBezTo>
                      <a:pt x="0" y="3728"/>
                      <a:pt x="100" y="3971"/>
                      <a:pt x="281" y="3971"/>
                    </a:cubicBezTo>
                    <a:cubicBezTo>
                      <a:pt x="310" y="3971"/>
                      <a:pt x="341" y="3965"/>
                      <a:pt x="373" y="3951"/>
                    </a:cubicBezTo>
                    <a:cubicBezTo>
                      <a:pt x="2808" y="2784"/>
                      <a:pt x="5176" y="1583"/>
                      <a:pt x="7611" y="449"/>
                    </a:cubicBezTo>
                    <a:cubicBezTo>
                      <a:pt x="7851" y="359"/>
                      <a:pt x="7714" y="0"/>
                      <a:pt x="749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4" name="Google Shape;2294;p45"/>
              <p:cNvSpPr/>
              <p:nvPr/>
            </p:nvSpPr>
            <p:spPr>
              <a:xfrm rot="-5400000">
                <a:off x="1431647" y="2053471"/>
                <a:ext cx="98137" cy="54190"/>
              </a:xfrm>
              <a:custGeom>
                <a:rect b="b" l="l" r="r" t="t"/>
                <a:pathLst>
                  <a:path extrusionOk="0" h="3775" w="6613">
                    <a:moveTo>
                      <a:pt x="6294" y="1"/>
                    </a:moveTo>
                    <a:cubicBezTo>
                      <a:pt x="6259" y="1"/>
                      <a:pt x="6220" y="9"/>
                      <a:pt x="6180" y="29"/>
                    </a:cubicBezTo>
                    <a:cubicBezTo>
                      <a:pt x="4212" y="997"/>
                      <a:pt x="2244" y="2031"/>
                      <a:pt x="343" y="3132"/>
                    </a:cubicBezTo>
                    <a:cubicBezTo>
                      <a:pt x="1" y="3331"/>
                      <a:pt x="219" y="3774"/>
                      <a:pt x="518" y="3774"/>
                    </a:cubicBezTo>
                    <a:cubicBezTo>
                      <a:pt x="569" y="3774"/>
                      <a:pt x="623" y="3761"/>
                      <a:pt x="676" y="3732"/>
                    </a:cubicBezTo>
                    <a:cubicBezTo>
                      <a:pt x="2611" y="2665"/>
                      <a:pt x="4512" y="1564"/>
                      <a:pt x="6414" y="396"/>
                    </a:cubicBezTo>
                    <a:cubicBezTo>
                      <a:pt x="6612" y="283"/>
                      <a:pt x="6497" y="1"/>
                      <a:pt x="629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5" name="Google Shape;2295;p45"/>
              <p:cNvSpPr/>
              <p:nvPr/>
            </p:nvSpPr>
            <p:spPr>
              <a:xfrm rot="-5400000">
                <a:off x="1441129" y="1970501"/>
                <a:ext cx="73577" cy="34840"/>
              </a:xfrm>
              <a:custGeom>
                <a:rect b="b" l="l" r="r" t="t"/>
                <a:pathLst>
                  <a:path extrusionOk="0" h="2427" w="4958">
                    <a:moveTo>
                      <a:pt x="4692" y="0"/>
                    </a:moveTo>
                    <a:cubicBezTo>
                      <a:pt x="4668" y="0"/>
                      <a:pt x="4642" y="6"/>
                      <a:pt x="4614" y="17"/>
                    </a:cubicBezTo>
                    <a:cubicBezTo>
                      <a:pt x="3180" y="518"/>
                      <a:pt x="1745" y="1152"/>
                      <a:pt x="344" y="1819"/>
                    </a:cubicBezTo>
                    <a:cubicBezTo>
                      <a:pt x="0" y="1962"/>
                      <a:pt x="223" y="2426"/>
                      <a:pt x="526" y="2426"/>
                    </a:cubicBezTo>
                    <a:cubicBezTo>
                      <a:pt x="575" y="2426"/>
                      <a:pt x="627" y="2414"/>
                      <a:pt x="678" y="2386"/>
                    </a:cubicBezTo>
                    <a:cubicBezTo>
                      <a:pt x="2079" y="1785"/>
                      <a:pt x="3447" y="1152"/>
                      <a:pt x="4781" y="384"/>
                    </a:cubicBezTo>
                    <a:cubicBezTo>
                      <a:pt x="4957" y="296"/>
                      <a:pt x="4875" y="0"/>
                      <a:pt x="469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6" name="Google Shape;2296;p45"/>
              <p:cNvSpPr/>
              <p:nvPr/>
            </p:nvSpPr>
            <p:spPr>
              <a:xfrm rot="-5400000">
                <a:off x="1435647" y="1902327"/>
                <a:ext cx="81783" cy="36476"/>
              </a:xfrm>
              <a:custGeom>
                <a:rect b="b" l="l" r="r" t="t"/>
                <a:pathLst>
                  <a:path extrusionOk="0" h="2541" w="5511">
                    <a:moveTo>
                      <a:pt x="5223" y="1"/>
                    </a:moveTo>
                    <a:cubicBezTo>
                      <a:pt x="5212" y="1"/>
                      <a:pt x="5201" y="2"/>
                      <a:pt x="5189" y="4"/>
                    </a:cubicBezTo>
                    <a:cubicBezTo>
                      <a:pt x="3454" y="371"/>
                      <a:pt x="1787" y="1104"/>
                      <a:pt x="285" y="2005"/>
                    </a:cubicBezTo>
                    <a:cubicBezTo>
                      <a:pt x="1" y="2176"/>
                      <a:pt x="153" y="2541"/>
                      <a:pt x="432" y="2541"/>
                    </a:cubicBezTo>
                    <a:cubicBezTo>
                      <a:pt x="480" y="2541"/>
                      <a:pt x="532" y="2530"/>
                      <a:pt x="586" y="2505"/>
                    </a:cubicBezTo>
                    <a:cubicBezTo>
                      <a:pt x="2153" y="1805"/>
                      <a:pt x="3755" y="1138"/>
                      <a:pt x="5322" y="337"/>
                    </a:cubicBezTo>
                    <a:cubicBezTo>
                      <a:pt x="5511" y="243"/>
                      <a:pt x="5403" y="1"/>
                      <a:pt x="5223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7" name="Google Shape;2297;p45"/>
              <p:cNvSpPr/>
              <p:nvPr/>
            </p:nvSpPr>
            <p:spPr>
              <a:xfrm rot="-5400000">
                <a:off x="1445938" y="1838775"/>
                <a:ext cx="61245" cy="28825"/>
              </a:xfrm>
              <a:custGeom>
                <a:rect b="b" l="l" r="r" t="t"/>
                <a:pathLst>
                  <a:path extrusionOk="0" h="2008" w="4127">
                    <a:moveTo>
                      <a:pt x="3764" y="1"/>
                    </a:moveTo>
                    <a:cubicBezTo>
                      <a:pt x="3752" y="1"/>
                      <a:pt x="3739" y="1"/>
                      <a:pt x="3726" y="2"/>
                    </a:cubicBezTo>
                    <a:cubicBezTo>
                      <a:pt x="2492" y="36"/>
                      <a:pt x="1425" y="503"/>
                      <a:pt x="391" y="1203"/>
                    </a:cubicBezTo>
                    <a:cubicBezTo>
                      <a:pt x="0" y="1454"/>
                      <a:pt x="239" y="2008"/>
                      <a:pt x="601" y="2008"/>
                    </a:cubicBezTo>
                    <a:cubicBezTo>
                      <a:pt x="672" y="2008"/>
                      <a:pt x="747" y="1986"/>
                      <a:pt x="824" y="1937"/>
                    </a:cubicBezTo>
                    <a:cubicBezTo>
                      <a:pt x="1758" y="1370"/>
                      <a:pt x="2826" y="1003"/>
                      <a:pt x="3826" y="603"/>
                    </a:cubicBezTo>
                    <a:cubicBezTo>
                      <a:pt x="4117" y="474"/>
                      <a:pt x="4126" y="1"/>
                      <a:pt x="376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98" name="Google Shape;2298;p45"/>
            <p:cNvGrpSpPr/>
            <p:nvPr/>
          </p:nvGrpSpPr>
          <p:grpSpPr>
            <a:xfrm flipH="1">
              <a:off x="7440828" y="2474544"/>
              <a:ext cx="709115" cy="329805"/>
              <a:chOff x="689361" y="2500695"/>
              <a:chExt cx="694122" cy="329805"/>
            </a:xfrm>
          </p:grpSpPr>
          <p:sp>
            <p:nvSpPr>
              <p:cNvPr id="2299" name="Google Shape;2299;p45"/>
              <p:cNvSpPr/>
              <p:nvPr/>
            </p:nvSpPr>
            <p:spPr>
              <a:xfrm rot="-5400000">
                <a:off x="873981" y="2325502"/>
                <a:ext cx="324862" cy="675250"/>
              </a:xfrm>
              <a:custGeom>
                <a:rect b="b" l="l" r="r" t="t"/>
                <a:pathLst>
                  <a:path extrusionOk="0" h="31021" w="21891">
                    <a:moveTo>
                      <a:pt x="12075" y="1"/>
                    </a:moveTo>
                    <a:cubicBezTo>
                      <a:pt x="11414" y="1"/>
                      <a:pt x="10704" y="64"/>
                      <a:pt x="9941" y="199"/>
                    </a:cubicBezTo>
                    <a:cubicBezTo>
                      <a:pt x="1" y="1933"/>
                      <a:pt x="935" y="31021"/>
                      <a:pt x="935" y="31021"/>
                    </a:cubicBezTo>
                    <a:cubicBezTo>
                      <a:pt x="935" y="31021"/>
                      <a:pt x="17380" y="28652"/>
                      <a:pt x="17647" y="27351"/>
                    </a:cubicBezTo>
                    <a:cubicBezTo>
                      <a:pt x="17914" y="26017"/>
                      <a:pt x="20983" y="13908"/>
                      <a:pt x="20983" y="13908"/>
                    </a:cubicBezTo>
                    <a:cubicBezTo>
                      <a:pt x="20983" y="13908"/>
                      <a:pt x="21890" y="1"/>
                      <a:pt x="1207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0" name="Google Shape;2300;p45"/>
              <p:cNvSpPr/>
              <p:nvPr/>
            </p:nvSpPr>
            <p:spPr>
              <a:xfrm rot="-5400000">
                <a:off x="871824" y="2318841"/>
                <a:ext cx="329196" cy="694122"/>
              </a:xfrm>
              <a:custGeom>
                <a:rect b="b" l="l" r="r" t="t"/>
                <a:pathLst>
                  <a:path extrusionOk="0" h="31888" w="22183">
                    <a:moveTo>
                      <a:pt x="12376" y="832"/>
                    </a:moveTo>
                    <a:cubicBezTo>
                      <a:pt x="14577" y="832"/>
                      <a:pt x="16412" y="1599"/>
                      <a:pt x="17780" y="3067"/>
                    </a:cubicBezTo>
                    <a:cubicBezTo>
                      <a:pt x="21216" y="6703"/>
                      <a:pt x="20949" y="13708"/>
                      <a:pt x="20915" y="14275"/>
                    </a:cubicBezTo>
                    <a:cubicBezTo>
                      <a:pt x="20682" y="15142"/>
                      <a:pt x="17880" y="26116"/>
                      <a:pt x="17580" y="27651"/>
                    </a:cubicBezTo>
                    <a:cubicBezTo>
                      <a:pt x="16846" y="28385"/>
                      <a:pt x="9040" y="29919"/>
                      <a:pt x="1668" y="30987"/>
                    </a:cubicBezTo>
                    <a:cubicBezTo>
                      <a:pt x="1602" y="27251"/>
                      <a:pt x="1535" y="2566"/>
                      <a:pt x="10341" y="1032"/>
                    </a:cubicBezTo>
                    <a:cubicBezTo>
                      <a:pt x="11042" y="898"/>
                      <a:pt x="11742" y="832"/>
                      <a:pt x="12376" y="832"/>
                    </a:cubicBezTo>
                    <a:close/>
                    <a:moveTo>
                      <a:pt x="12357" y="0"/>
                    </a:moveTo>
                    <a:cubicBezTo>
                      <a:pt x="11664" y="0"/>
                      <a:pt x="10936" y="66"/>
                      <a:pt x="10174" y="198"/>
                    </a:cubicBezTo>
                    <a:cubicBezTo>
                      <a:pt x="0" y="1999"/>
                      <a:pt x="801" y="30286"/>
                      <a:pt x="834" y="31487"/>
                    </a:cubicBezTo>
                    <a:cubicBezTo>
                      <a:pt x="834" y="31587"/>
                      <a:pt x="901" y="31721"/>
                      <a:pt x="1001" y="31787"/>
                    </a:cubicBezTo>
                    <a:cubicBezTo>
                      <a:pt x="1068" y="31854"/>
                      <a:pt x="1168" y="31887"/>
                      <a:pt x="1268" y="31887"/>
                    </a:cubicBezTo>
                    <a:lnTo>
                      <a:pt x="1301" y="31887"/>
                    </a:lnTo>
                    <a:cubicBezTo>
                      <a:pt x="1368" y="31887"/>
                      <a:pt x="5471" y="31287"/>
                      <a:pt x="9607" y="30520"/>
                    </a:cubicBezTo>
                    <a:cubicBezTo>
                      <a:pt x="18147" y="28952"/>
                      <a:pt x="18280" y="28285"/>
                      <a:pt x="18380" y="27851"/>
                    </a:cubicBezTo>
                    <a:cubicBezTo>
                      <a:pt x="18614" y="26550"/>
                      <a:pt x="21683" y="14542"/>
                      <a:pt x="21716" y="14441"/>
                    </a:cubicBezTo>
                    <a:cubicBezTo>
                      <a:pt x="21716" y="14408"/>
                      <a:pt x="21716" y="14375"/>
                      <a:pt x="21716" y="14341"/>
                    </a:cubicBezTo>
                    <a:cubicBezTo>
                      <a:pt x="21749" y="14041"/>
                      <a:pt x="22183" y="6536"/>
                      <a:pt x="18414" y="2500"/>
                    </a:cubicBezTo>
                    <a:cubicBezTo>
                      <a:pt x="16851" y="833"/>
                      <a:pt x="14822" y="0"/>
                      <a:pt x="1235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01" name="Google Shape;2301;p45"/>
            <p:cNvGrpSpPr/>
            <p:nvPr/>
          </p:nvGrpSpPr>
          <p:grpSpPr>
            <a:xfrm flipH="1">
              <a:off x="4782459" y="1427199"/>
              <a:ext cx="3000678" cy="1477648"/>
              <a:chOff x="1048412" y="1453351"/>
              <a:chExt cx="2937234" cy="1477648"/>
            </a:xfrm>
          </p:grpSpPr>
          <p:sp>
            <p:nvSpPr>
              <p:cNvPr id="2302" name="Google Shape;2302;p45"/>
              <p:cNvSpPr/>
              <p:nvPr/>
            </p:nvSpPr>
            <p:spPr>
              <a:xfrm rot="-5400000">
                <a:off x="1778119" y="729429"/>
                <a:ext cx="1477648" cy="2925492"/>
              </a:xfrm>
              <a:custGeom>
                <a:rect b="b" l="l" r="r" t="t"/>
                <a:pathLst>
                  <a:path extrusionOk="0" h="203796" w="99572">
                    <a:moveTo>
                      <a:pt x="46023" y="1"/>
                    </a:moveTo>
                    <a:cubicBezTo>
                      <a:pt x="27326" y="1"/>
                      <a:pt x="9441" y="1561"/>
                      <a:pt x="6772" y="5235"/>
                    </a:cubicBezTo>
                    <a:cubicBezTo>
                      <a:pt x="1" y="14442"/>
                      <a:pt x="2403" y="189667"/>
                      <a:pt x="7239" y="197573"/>
                    </a:cubicBezTo>
                    <a:cubicBezTo>
                      <a:pt x="9962" y="202058"/>
                      <a:pt x="28474" y="203796"/>
                      <a:pt x="47647" y="203796"/>
                    </a:cubicBezTo>
                    <a:cubicBezTo>
                      <a:pt x="69117" y="203796"/>
                      <a:pt x="91415" y="201616"/>
                      <a:pt x="93301" y="198674"/>
                    </a:cubicBezTo>
                    <a:cubicBezTo>
                      <a:pt x="98271" y="190835"/>
                      <a:pt x="99572" y="14775"/>
                      <a:pt x="91700" y="5135"/>
                    </a:cubicBezTo>
                    <a:cubicBezTo>
                      <a:pt x="89104" y="1975"/>
                      <a:pt x="67050" y="1"/>
                      <a:pt x="4602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3" name="Google Shape;2303;p45"/>
              <p:cNvSpPr/>
              <p:nvPr/>
            </p:nvSpPr>
            <p:spPr>
              <a:xfrm rot="-5400000">
                <a:off x="1805681" y="722807"/>
                <a:ext cx="1422696" cy="2937234"/>
              </a:xfrm>
              <a:custGeom>
                <a:rect b="b" l="l" r="r" t="t"/>
                <a:pathLst>
                  <a:path extrusionOk="0" h="204614" w="95869">
                    <a:moveTo>
                      <a:pt x="44065" y="835"/>
                    </a:moveTo>
                    <a:cubicBezTo>
                      <a:pt x="66848" y="835"/>
                      <a:pt x="87229" y="3070"/>
                      <a:pt x="89464" y="5805"/>
                    </a:cubicBezTo>
                    <a:cubicBezTo>
                      <a:pt x="92767" y="9875"/>
                      <a:pt x="94935" y="48002"/>
                      <a:pt x="95001" y="102975"/>
                    </a:cubicBezTo>
                    <a:cubicBezTo>
                      <a:pt x="95035" y="153177"/>
                      <a:pt x="93300" y="195307"/>
                      <a:pt x="91032" y="198843"/>
                    </a:cubicBezTo>
                    <a:cubicBezTo>
                      <a:pt x="89364" y="201478"/>
                      <a:pt x="68182" y="203780"/>
                      <a:pt x="45700" y="203780"/>
                    </a:cubicBezTo>
                    <a:cubicBezTo>
                      <a:pt x="23284" y="203780"/>
                      <a:pt x="7939" y="201478"/>
                      <a:pt x="5704" y="197776"/>
                    </a:cubicBezTo>
                    <a:cubicBezTo>
                      <a:pt x="3536" y="194240"/>
                      <a:pt x="1568" y="152310"/>
                      <a:pt x="1168" y="102307"/>
                    </a:cubicBezTo>
                    <a:cubicBezTo>
                      <a:pt x="734" y="47635"/>
                      <a:pt x="2335" y="9808"/>
                      <a:pt x="5204" y="5872"/>
                    </a:cubicBezTo>
                    <a:cubicBezTo>
                      <a:pt x="7439" y="2803"/>
                      <a:pt x="22683" y="835"/>
                      <a:pt x="44065" y="835"/>
                    </a:cubicBezTo>
                    <a:close/>
                    <a:moveTo>
                      <a:pt x="44032" y="1"/>
                    </a:moveTo>
                    <a:cubicBezTo>
                      <a:pt x="35692" y="1"/>
                      <a:pt x="8173" y="368"/>
                      <a:pt x="4503" y="5371"/>
                    </a:cubicBezTo>
                    <a:cubicBezTo>
                      <a:pt x="901" y="10308"/>
                      <a:pt x="0" y="58676"/>
                      <a:pt x="334" y="102307"/>
                    </a:cubicBezTo>
                    <a:cubicBezTo>
                      <a:pt x="667" y="145672"/>
                      <a:pt x="2435" y="194006"/>
                      <a:pt x="4970" y="198209"/>
                    </a:cubicBezTo>
                    <a:cubicBezTo>
                      <a:pt x="8506" y="203980"/>
                      <a:pt x="34625" y="204614"/>
                      <a:pt x="45700" y="204614"/>
                    </a:cubicBezTo>
                    <a:cubicBezTo>
                      <a:pt x="66214" y="204614"/>
                      <a:pt x="89631" y="202579"/>
                      <a:pt x="91732" y="199277"/>
                    </a:cubicBezTo>
                    <a:cubicBezTo>
                      <a:pt x="94434" y="195040"/>
                      <a:pt x="95869" y="146506"/>
                      <a:pt x="95835" y="102975"/>
                    </a:cubicBezTo>
                    <a:cubicBezTo>
                      <a:pt x="95802" y="59110"/>
                      <a:pt x="94268" y="10375"/>
                      <a:pt x="90098" y="5271"/>
                    </a:cubicBezTo>
                    <a:cubicBezTo>
                      <a:pt x="87296" y="1835"/>
                      <a:pt x="64280" y="1"/>
                      <a:pt x="4403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4" name="Google Shape;2304;p45"/>
              <p:cNvSpPr/>
              <p:nvPr/>
            </p:nvSpPr>
            <p:spPr>
              <a:xfrm rot="-5400000">
                <a:off x="1091129" y="2725108"/>
                <a:ext cx="57164" cy="33462"/>
              </a:xfrm>
              <a:custGeom>
                <a:rect b="b" l="l" r="r" t="t"/>
                <a:pathLst>
                  <a:path extrusionOk="0" h="2331" w="3852">
                    <a:moveTo>
                      <a:pt x="3493" y="1"/>
                    </a:moveTo>
                    <a:cubicBezTo>
                      <a:pt x="3481" y="1"/>
                      <a:pt x="3470" y="1"/>
                      <a:pt x="3458" y="3"/>
                    </a:cubicBezTo>
                    <a:cubicBezTo>
                      <a:pt x="2891" y="36"/>
                      <a:pt x="2424" y="369"/>
                      <a:pt x="1923" y="636"/>
                    </a:cubicBezTo>
                    <a:cubicBezTo>
                      <a:pt x="1356" y="937"/>
                      <a:pt x="756" y="1303"/>
                      <a:pt x="289" y="1737"/>
                    </a:cubicBezTo>
                    <a:cubicBezTo>
                      <a:pt x="1" y="1996"/>
                      <a:pt x="260" y="2331"/>
                      <a:pt x="551" y="2331"/>
                    </a:cubicBezTo>
                    <a:cubicBezTo>
                      <a:pt x="597" y="2331"/>
                      <a:pt x="644" y="2322"/>
                      <a:pt x="689" y="2304"/>
                    </a:cubicBezTo>
                    <a:cubicBezTo>
                      <a:pt x="1223" y="2071"/>
                      <a:pt x="1690" y="1737"/>
                      <a:pt x="2157" y="1470"/>
                    </a:cubicBezTo>
                    <a:cubicBezTo>
                      <a:pt x="2657" y="1170"/>
                      <a:pt x="3258" y="970"/>
                      <a:pt x="3691" y="570"/>
                    </a:cubicBezTo>
                    <a:cubicBezTo>
                      <a:pt x="3851" y="377"/>
                      <a:pt x="3766" y="1"/>
                      <a:pt x="3493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5" name="Google Shape;2305;p45"/>
              <p:cNvSpPr/>
              <p:nvPr/>
            </p:nvSpPr>
            <p:spPr>
              <a:xfrm rot="-5400000">
                <a:off x="1087528" y="2688939"/>
                <a:ext cx="123409" cy="79268"/>
              </a:xfrm>
              <a:custGeom>
                <a:rect b="b" l="l" r="r" t="t"/>
                <a:pathLst>
                  <a:path extrusionOk="0" h="5522" w="8316">
                    <a:moveTo>
                      <a:pt x="7896" y="1"/>
                    </a:moveTo>
                    <a:cubicBezTo>
                      <a:pt x="7875" y="1"/>
                      <a:pt x="7853" y="3"/>
                      <a:pt x="7831" y="9"/>
                    </a:cubicBezTo>
                    <a:cubicBezTo>
                      <a:pt x="6464" y="442"/>
                      <a:pt x="5263" y="1376"/>
                      <a:pt x="4095" y="2177"/>
                    </a:cubicBezTo>
                    <a:cubicBezTo>
                      <a:pt x="2728" y="3044"/>
                      <a:pt x="1427" y="4011"/>
                      <a:pt x="192" y="5079"/>
                    </a:cubicBezTo>
                    <a:cubicBezTo>
                      <a:pt x="0" y="5244"/>
                      <a:pt x="170" y="5521"/>
                      <a:pt x="385" y="5521"/>
                    </a:cubicBezTo>
                    <a:cubicBezTo>
                      <a:pt x="431" y="5521"/>
                      <a:pt x="479" y="5509"/>
                      <a:pt x="526" y="5479"/>
                    </a:cubicBezTo>
                    <a:cubicBezTo>
                      <a:pt x="1827" y="4578"/>
                      <a:pt x="3095" y="3644"/>
                      <a:pt x="4429" y="2777"/>
                    </a:cubicBezTo>
                    <a:cubicBezTo>
                      <a:pt x="5630" y="2010"/>
                      <a:pt x="7031" y="1410"/>
                      <a:pt x="8131" y="509"/>
                    </a:cubicBezTo>
                    <a:cubicBezTo>
                      <a:pt x="8315" y="325"/>
                      <a:pt x="8133" y="1"/>
                      <a:pt x="789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6" name="Google Shape;2306;p45"/>
              <p:cNvSpPr/>
              <p:nvPr/>
            </p:nvSpPr>
            <p:spPr>
              <a:xfrm rot="-5400000">
                <a:off x="1128853" y="2667449"/>
                <a:ext cx="159025" cy="114266"/>
              </a:xfrm>
              <a:custGeom>
                <a:rect b="b" l="l" r="r" t="t"/>
                <a:pathLst>
                  <a:path extrusionOk="0" h="7960" w="10716">
                    <a:moveTo>
                      <a:pt x="10451" y="0"/>
                    </a:moveTo>
                    <a:cubicBezTo>
                      <a:pt x="10433" y="0"/>
                      <a:pt x="10415" y="3"/>
                      <a:pt x="10397" y="11"/>
                    </a:cubicBezTo>
                    <a:cubicBezTo>
                      <a:pt x="6594" y="1512"/>
                      <a:pt x="3192" y="4581"/>
                      <a:pt x="256" y="7349"/>
                    </a:cubicBezTo>
                    <a:cubicBezTo>
                      <a:pt x="0" y="7605"/>
                      <a:pt x="235" y="7960"/>
                      <a:pt x="510" y="7960"/>
                    </a:cubicBezTo>
                    <a:cubicBezTo>
                      <a:pt x="593" y="7960"/>
                      <a:pt x="679" y="7927"/>
                      <a:pt x="757" y="7850"/>
                    </a:cubicBezTo>
                    <a:cubicBezTo>
                      <a:pt x="3825" y="5014"/>
                      <a:pt x="7395" y="2979"/>
                      <a:pt x="10597" y="344"/>
                    </a:cubicBezTo>
                    <a:cubicBezTo>
                      <a:pt x="10716" y="225"/>
                      <a:pt x="10596" y="0"/>
                      <a:pt x="1045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7" name="Google Shape;2307;p45"/>
              <p:cNvSpPr/>
              <p:nvPr/>
            </p:nvSpPr>
            <p:spPr>
              <a:xfrm rot="-5400000">
                <a:off x="1207510" y="2677509"/>
                <a:ext cx="158595" cy="127759"/>
              </a:xfrm>
              <a:custGeom>
                <a:rect b="b" l="l" r="r" t="t"/>
                <a:pathLst>
                  <a:path extrusionOk="0" h="8900" w="10687">
                    <a:moveTo>
                      <a:pt x="10310" y="0"/>
                    </a:moveTo>
                    <a:cubicBezTo>
                      <a:pt x="10278" y="0"/>
                      <a:pt x="10246" y="7"/>
                      <a:pt x="10214" y="20"/>
                    </a:cubicBezTo>
                    <a:cubicBezTo>
                      <a:pt x="8312" y="854"/>
                      <a:pt x="6645" y="2422"/>
                      <a:pt x="5077" y="3723"/>
                    </a:cubicBezTo>
                    <a:cubicBezTo>
                      <a:pt x="3309" y="5224"/>
                      <a:pt x="1641" y="6858"/>
                      <a:pt x="107" y="8593"/>
                    </a:cubicBezTo>
                    <a:cubicBezTo>
                      <a:pt x="1" y="8725"/>
                      <a:pt x="126" y="8899"/>
                      <a:pt x="265" y="8899"/>
                    </a:cubicBezTo>
                    <a:cubicBezTo>
                      <a:pt x="302" y="8899"/>
                      <a:pt x="339" y="8887"/>
                      <a:pt x="373" y="8860"/>
                    </a:cubicBezTo>
                    <a:cubicBezTo>
                      <a:pt x="1875" y="7392"/>
                      <a:pt x="3376" y="5958"/>
                      <a:pt x="4977" y="4623"/>
                    </a:cubicBezTo>
                    <a:cubicBezTo>
                      <a:pt x="6745" y="3122"/>
                      <a:pt x="8813" y="1988"/>
                      <a:pt x="10514" y="420"/>
                    </a:cubicBezTo>
                    <a:cubicBezTo>
                      <a:pt x="10687" y="248"/>
                      <a:pt x="10512" y="0"/>
                      <a:pt x="1031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8" name="Google Shape;2308;p45"/>
              <p:cNvSpPr/>
              <p:nvPr/>
            </p:nvSpPr>
            <p:spPr>
              <a:xfrm rot="-5400000">
                <a:off x="1264919" y="2668800"/>
                <a:ext cx="176804" cy="120438"/>
              </a:xfrm>
              <a:custGeom>
                <a:rect b="b" l="l" r="r" t="t"/>
                <a:pathLst>
                  <a:path extrusionOk="0" h="8390" w="11914">
                    <a:moveTo>
                      <a:pt x="11344" y="1"/>
                    </a:moveTo>
                    <a:cubicBezTo>
                      <a:pt x="11294" y="1"/>
                      <a:pt x="11243" y="11"/>
                      <a:pt x="11195" y="36"/>
                    </a:cubicBezTo>
                    <a:cubicBezTo>
                      <a:pt x="7225" y="2171"/>
                      <a:pt x="3556" y="5039"/>
                      <a:pt x="187" y="7975"/>
                    </a:cubicBezTo>
                    <a:cubicBezTo>
                      <a:pt x="0" y="8161"/>
                      <a:pt x="175" y="8390"/>
                      <a:pt x="389" y="8390"/>
                    </a:cubicBezTo>
                    <a:cubicBezTo>
                      <a:pt x="443" y="8390"/>
                      <a:pt x="500" y="8375"/>
                      <a:pt x="554" y="8342"/>
                    </a:cubicBezTo>
                    <a:cubicBezTo>
                      <a:pt x="3656" y="5873"/>
                      <a:pt x="6892" y="3738"/>
                      <a:pt x="10194" y="1570"/>
                    </a:cubicBezTo>
                    <a:cubicBezTo>
                      <a:pt x="10234" y="1630"/>
                      <a:pt x="10298" y="1678"/>
                      <a:pt x="10365" y="1678"/>
                    </a:cubicBezTo>
                    <a:cubicBezTo>
                      <a:pt x="10409" y="1678"/>
                      <a:pt x="10454" y="1657"/>
                      <a:pt x="10494" y="1603"/>
                    </a:cubicBezTo>
                    <a:cubicBezTo>
                      <a:pt x="10828" y="1237"/>
                      <a:pt x="11195" y="903"/>
                      <a:pt x="11628" y="603"/>
                    </a:cubicBezTo>
                    <a:cubicBezTo>
                      <a:pt x="11913" y="375"/>
                      <a:pt x="11638" y="1"/>
                      <a:pt x="1134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9" name="Google Shape;2309;p45"/>
              <p:cNvSpPr/>
              <p:nvPr/>
            </p:nvSpPr>
            <p:spPr>
              <a:xfrm rot="-5400000">
                <a:off x="1347197" y="2686621"/>
                <a:ext cx="162661" cy="102710"/>
              </a:xfrm>
              <a:custGeom>
                <a:rect b="b" l="l" r="r" t="t"/>
                <a:pathLst>
                  <a:path extrusionOk="0" h="7155" w="10961">
                    <a:moveTo>
                      <a:pt x="10644" y="0"/>
                    </a:moveTo>
                    <a:cubicBezTo>
                      <a:pt x="10616" y="0"/>
                      <a:pt x="10586" y="6"/>
                      <a:pt x="10554" y="17"/>
                    </a:cubicBezTo>
                    <a:cubicBezTo>
                      <a:pt x="6685" y="1018"/>
                      <a:pt x="3016" y="4053"/>
                      <a:pt x="180" y="6755"/>
                    </a:cubicBezTo>
                    <a:cubicBezTo>
                      <a:pt x="1" y="6935"/>
                      <a:pt x="157" y="7155"/>
                      <a:pt x="330" y="7155"/>
                    </a:cubicBezTo>
                    <a:cubicBezTo>
                      <a:pt x="382" y="7155"/>
                      <a:pt x="435" y="7135"/>
                      <a:pt x="481" y="7089"/>
                    </a:cubicBezTo>
                    <a:cubicBezTo>
                      <a:pt x="2015" y="5755"/>
                      <a:pt x="3650" y="4520"/>
                      <a:pt x="5351" y="3420"/>
                    </a:cubicBezTo>
                    <a:cubicBezTo>
                      <a:pt x="7085" y="2319"/>
                      <a:pt x="9020" y="1552"/>
                      <a:pt x="10755" y="451"/>
                    </a:cubicBezTo>
                    <a:cubicBezTo>
                      <a:pt x="10961" y="304"/>
                      <a:pt x="10855" y="0"/>
                      <a:pt x="106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0" name="Google Shape;2310;p45"/>
              <p:cNvSpPr/>
              <p:nvPr/>
            </p:nvSpPr>
            <p:spPr>
              <a:xfrm rot="-5400000">
                <a:off x="1404481" y="2654157"/>
                <a:ext cx="166534" cy="107131"/>
              </a:xfrm>
              <a:custGeom>
                <a:rect b="b" l="l" r="r" t="t"/>
                <a:pathLst>
                  <a:path extrusionOk="0" h="7463" w="11222">
                    <a:moveTo>
                      <a:pt x="10844" y="1"/>
                    </a:moveTo>
                    <a:cubicBezTo>
                      <a:pt x="10814" y="1"/>
                      <a:pt x="10782" y="6"/>
                      <a:pt x="10748" y="16"/>
                    </a:cubicBezTo>
                    <a:cubicBezTo>
                      <a:pt x="6879" y="1117"/>
                      <a:pt x="3109" y="4319"/>
                      <a:pt x="207" y="7021"/>
                    </a:cubicBezTo>
                    <a:cubicBezTo>
                      <a:pt x="0" y="7202"/>
                      <a:pt x="194" y="7462"/>
                      <a:pt x="400" y="7462"/>
                    </a:cubicBezTo>
                    <a:cubicBezTo>
                      <a:pt x="460" y="7462"/>
                      <a:pt x="521" y="7440"/>
                      <a:pt x="574" y="7388"/>
                    </a:cubicBezTo>
                    <a:cubicBezTo>
                      <a:pt x="2275" y="5987"/>
                      <a:pt x="4010" y="4686"/>
                      <a:pt x="5878" y="3485"/>
                    </a:cubicBezTo>
                    <a:cubicBezTo>
                      <a:pt x="7512" y="2417"/>
                      <a:pt x="9380" y="1684"/>
                      <a:pt x="10981" y="549"/>
                    </a:cubicBezTo>
                    <a:cubicBezTo>
                      <a:pt x="11221" y="370"/>
                      <a:pt x="11111" y="1"/>
                      <a:pt x="1084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1" name="Google Shape;2311;p45"/>
              <p:cNvSpPr/>
              <p:nvPr/>
            </p:nvSpPr>
            <p:spPr>
              <a:xfrm rot="-5400000">
                <a:off x="1467385" y="2653218"/>
                <a:ext cx="131260" cy="84623"/>
              </a:xfrm>
              <a:custGeom>
                <a:rect b="b" l="l" r="r" t="t"/>
                <a:pathLst>
                  <a:path extrusionOk="0" h="5895" w="8845">
                    <a:moveTo>
                      <a:pt x="8491" y="0"/>
                    </a:moveTo>
                    <a:cubicBezTo>
                      <a:pt x="8464" y="0"/>
                      <a:pt x="8435" y="5"/>
                      <a:pt x="8404" y="15"/>
                    </a:cubicBezTo>
                    <a:cubicBezTo>
                      <a:pt x="5436" y="1216"/>
                      <a:pt x="2400" y="3184"/>
                      <a:pt x="165" y="5485"/>
                    </a:cubicBezTo>
                    <a:cubicBezTo>
                      <a:pt x="1" y="5623"/>
                      <a:pt x="129" y="5895"/>
                      <a:pt x="310" y="5895"/>
                    </a:cubicBezTo>
                    <a:cubicBezTo>
                      <a:pt x="349" y="5895"/>
                      <a:pt x="390" y="5882"/>
                      <a:pt x="432" y="5852"/>
                    </a:cubicBezTo>
                    <a:cubicBezTo>
                      <a:pt x="3167" y="4051"/>
                      <a:pt x="5836" y="2250"/>
                      <a:pt x="8605" y="515"/>
                    </a:cubicBezTo>
                    <a:cubicBezTo>
                      <a:pt x="8844" y="365"/>
                      <a:pt x="8734" y="0"/>
                      <a:pt x="849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2" name="Google Shape;2312;p45"/>
              <p:cNvSpPr/>
              <p:nvPr/>
            </p:nvSpPr>
            <p:spPr>
              <a:xfrm rot="-5400000">
                <a:off x="1478741" y="2586472"/>
                <a:ext cx="155048" cy="76311"/>
              </a:xfrm>
              <a:custGeom>
                <a:rect b="b" l="l" r="r" t="t"/>
                <a:pathLst>
                  <a:path extrusionOk="0" h="5316" w="10448">
                    <a:moveTo>
                      <a:pt x="10055" y="0"/>
                    </a:moveTo>
                    <a:cubicBezTo>
                      <a:pt x="10037" y="0"/>
                      <a:pt x="10018" y="3"/>
                      <a:pt x="9999" y="7"/>
                    </a:cubicBezTo>
                    <a:cubicBezTo>
                      <a:pt x="6530" y="908"/>
                      <a:pt x="3061" y="2709"/>
                      <a:pt x="225" y="4811"/>
                    </a:cubicBezTo>
                    <a:cubicBezTo>
                      <a:pt x="0" y="4980"/>
                      <a:pt x="131" y="5315"/>
                      <a:pt x="338" y="5315"/>
                    </a:cubicBezTo>
                    <a:cubicBezTo>
                      <a:pt x="377" y="5315"/>
                      <a:pt x="417" y="5304"/>
                      <a:pt x="459" y="5278"/>
                    </a:cubicBezTo>
                    <a:cubicBezTo>
                      <a:pt x="3661" y="3476"/>
                      <a:pt x="6830" y="1975"/>
                      <a:pt x="10199" y="474"/>
                    </a:cubicBezTo>
                    <a:cubicBezTo>
                      <a:pt x="10447" y="381"/>
                      <a:pt x="10292" y="0"/>
                      <a:pt x="1005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3" name="Google Shape;2313;p45"/>
              <p:cNvSpPr/>
              <p:nvPr/>
            </p:nvSpPr>
            <p:spPr>
              <a:xfrm rot="-5400000">
                <a:off x="1492347" y="2467687"/>
                <a:ext cx="137656" cy="72923"/>
              </a:xfrm>
              <a:custGeom>
                <a:rect b="b" l="l" r="r" t="t"/>
                <a:pathLst>
                  <a:path extrusionOk="0" h="5080" w="9276">
                    <a:moveTo>
                      <a:pt x="8883" y="0"/>
                    </a:moveTo>
                    <a:cubicBezTo>
                      <a:pt x="8857" y="0"/>
                      <a:pt x="8829" y="5"/>
                      <a:pt x="8800" y="14"/>
                    </a:cubicBezTo>
                    <a:cubicBezTo>
                      <a:pt x="5732" y="1015"/>
                      <a:pt x="2763" y="2616"/>
                      <a:pt x="228" y="4618"/>
                    </a:cubicBezTo>
                    <a:cubicBezTo>
                      <a:pt x="0" y="4788"/>
                      <a:pt x="209" y="5080"/>
                      <a:pt x="441" y="5080"/>
                    </a:cubicBezTo>
                    <a:cubicBezTo>
                      <a:pt x="481" y="5080"/>
                      <a:pt x="522" y="5071"/>
                      <a:pt x="561" y="5051"/>
                    </a:cubicBezTo>
                    <a:cubicBezTo>
                      <a:pt x="3330" y="3417"/>
                      <a:pt x="6132" y="1949"/>
                      <a:pt x="9034" y="515"/>
                    </a:cubicBezTo>
                    <a:cubicBezTo>
                      <a:pt x="9275" y="394"/>
                      <a:pt x="9135" y="0"/>
                      <a:pt x="888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4" name="Google Shape;2314;p45"/>
              <p:cNvSpPr/>
              <p:nvPr/>
            </p:nvSpPr>
            <p:spPr>
              <a:xfrm rot="-5400000">
                <a:off x="1508987" y="2374258"/>
                <a:ext cx="109490" cy="45477"/>
              </a:xfrm>
              <a:custGeom>
                <a:rect b="b" l="l" r="r" t="t"/>
                <a:pathLst>
                  <a:path extrusionOk="0" h="3168" w="7378">
                    <a:moveTo>
                      <a:pt x="6986" y="0"/>
                    </a:moveTo>
                    <a:cubicBezTo>
                      <a:pt x="6959" y="0"/>
                      <a:pt x="6931" y="5"/>
                      <a:pt x="6903" y="14"/>
                    </a:cubicBezTo>
                    <a:cubicBezTo>
                      <a:pt x="4701" y="748"/>
                      <a:pt x="2499" y="1549"/>
                      <a:pt x="365" y="2483"/>
                    </a:cubicBezTo>
                    <a:cubicBezTo>
                      <a:pt x="0" y="2604"/>
                      <a:pt x="188" y="3168"/>
                      <a:pt x="527" y="3168"/>
                    </a:cubicBezTo>
                    <a:cubicBezTo>
                      <a:pt x="560" y="3168"/>
                      <a:pt x="595" y="3162"/>
                      <a:pt x="631" y="3150"/>
                    </a:cubicBezTo>
                    <a:cubicBezTo>
                      <a:pt x="2833" y="2349"/>
                      <a:pt x="4968" y="1449"/>
                      <a:pt x="7136" y="481"/>
                    </a:cubicBezTo>
                    <a:cubicBezTo>
                      <a:pt x="7377" y="391"/>
                      <a:pt x="7237" y="0"/>
                      <a:pt x="698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5" name="Google Shape;2315;p45"/>
              <p:cNvSpPr/>
              <p:nvPr/>
            </p:nvSpPr>
            <p:spPr>
              <a:xfrm rot="-5400000">
                <a:off x="1521669" y="2269418"/>
                <a:ext cx="84083" cy="40467"/>
              </a:xfrm>
              <a:custGeom>
                <a:rect b="b" l="l" r="r" t="t"/>
                <a:pathLst>
                  <a:path extrusionOk="0" h="2819" w="5666">
                    <a:moveTo>
                      <a:pt x="5348" y="0"/>
                    </a:moveTo>
                    <a:cubicBezTo>
                      <a:pt x="5328" y="0"/>
                      <a:pt x="5307" y="3"/>
                      <a:pt x="5285" y="8"/>
                    </a:cubicBezTo>
                    <a:cubicBezTo>
                      <a:pt x="3550" y="542"/>
                      <a:pt x="1749" y="1342"/>
                      <a:pt x="215" y="2343"/>
                    </a:cubicBezTo>
                    <a:cubicBezTo>
                      <a:pt x="0" y="2496"/>
                      <a:pt x="95" y="2818"/>
                      <a:pt x="344" y="2818"/>
                    </a:cubicBezTo>
                    <a:cubicBezTo>
                      <a:pt x="367" y="2818"/>
                      <a:pt x="390" y="2816"/>
                      <a:pt x="415" y="2810"/>
                    </a:cubicBezTo>
                    <a:cubicBezTo>
                      <a:pt x="2183" y="2276"/>
                      <a:pt x="3917" y="1409"/>
                      <a:pt x="5452" y="442"/>
                    </a:cubicBezTo>
                    <a:cubicBezTo>
                      <a:pt x="5666" y="319"/>
                      <a:pt x="5571" y="0"/>
                      <a:pt x="534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6" name="Google Shape;2316;p45"/>
              <p:cNvSpPr/>
              <p:nvPr/>
            </p:nvSpPr>
            <p:spPr>
              <a:xfrm rot="-5400000">
                <a:off x="1540494" y="2207073"/>
                <a:ext cx="53053" cy="22193"/>
              </a:xfrm>
              <a:custGeom>
                <a:rect b="b" l="l" r="r" t="t"/>
                <a:pathLst>
                  <a:path extrusionOk="0" h="1546" w="3575">
                    <a:moveTo>
                      <a:pt x="3244" y="1"/>
                    </a:moveTo>
                    <a:cubicBezTo>
                      <a:pt x="3227" y="1"/>
                      <a:pt x="3210" y="3"/>
                      <a:pt x="3192" y="8"/>
                    </a:cubicBezTo>
                    <a:cubicBezTo>
                      <a:pt x="2192" y="309"/>
                      <a:pt x="1124" y="576"/>
                      <a:pt x="223" y="1109"/>
                    </a:cubicBezTo>
                    <a:cubicBezTo>
                      <a:pt x="1" y="1236"/>
                      <a:pt x="142" y="1545"/>
                      <a:pt x="358" y="1545"/>
                    </a:cubicBezTo>
                    <a:cubicBezTo>
                      <a:pt x="368" y="1545"/>
                      <a:pt x="379" y="1544"/>
                      <a:pt x="390" y="1543"/>
                    </a:cubicBezTo>
                    <a:cubicBezTo>
                      <a:pt x="1424" y="1343"/>
                      <a:pt x="2392" y="842"/>
                      <a:pt x="3359" y="442"/>
                    </a:cubicBezTo>
                    <a:cubicBezTo>
                      <a:pt x="3575" y="350"/>
                      <a:pt x="3449" y="1"/>
                      <a:pt x="324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7" name="Google Shape;2317;p45"/>
              <p:cNvSpPr/>
              <p:nvPr/>
            </p:nvSpPr>
            <p:spPr>
              <a:xfrm rot="-5400000">
                <a:off x="1528787" y="2109241"/>
                <a:ext cx="68368" cy="36146"/>
              </a:xfrm>
              <a:custGeom>
                <a:rect b="b" l="l" r="r" t="t"/>
                <a:pathLst>
                  <a:path extrusionOk="0" h="2518" w="4607">
                    <a:moveTo>
                      <a:pt x="4318" y="0"/>
                    </a:moveTo>
                    <a:cubicBezTo>
                      <a:pt x="4299" y="0"/>
                      <a:pt x="4279" y="3"/>
                      <a:pt x="4258" y="9"/>
                    </a:cubicBezTo>
                    <a:cubicBezTo>
                      <a:pt x="2890" y="410"/>
                      <a:pt x="1589" y="943"/>
                      <a:pt x="388" y="1744"/>
                    </a:cubicBezTo>
                    <a:cubicBezTo>
                      <a:pt x="1" y="1993"/>
                      <a:pt x="233" y="2518"/>
                      <a:pt x="571" y="2518"/>
                    </a:cubicBezTo>
                    <a:cubicBezTo>
                      <a:pt x="641" y="2518"/>
                      <a:pt x="715" y="2495"/>
                      <a:pt x="789" y="2444"/>
                    </a:cubicBezTo>
                    <a:cubicBezTo>
                      <a:pt x="1956" y="1710"/>
                      <a:pt x="3157" y="977"/>
                      <a:pt x="4424" y="376"/>
                    </a:cubicBezTo>
                    <a:cubicBezTo>
                      <a:pt x="4607" y="285"/>
                      <a:pt x="4512" y="0"/>
                      <a:pt x="431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8" name="Google Shape;2318;p45"/>
              <p:cNvSpPr/>
              <p:nvPr/>
            </p:nvSpPr>
            <p:spPr>
              <a:xfrm rot="-5400000">
                <a:off x="1519824" y="2017320"/>
                <a:ext cx="73933" cy="38974"/>
              </a:xfrm>
              <a:custGeom>
                <a:rect b="b" l="l" r="r" t="t"/>
                <a:pathLst>
                  <a:path extrusionOk="0" h="2715" w="4982">
                    <a:moveTo>
                      <a:pt x="4649" y="0"/>
                    </a:moveTo>
                    <a:cubicBezTo>
                      <a:pt x="4609" y="0"/>
                      <a:pt x="4564" y="12"/>
                      <a:pt x="4518" y="38"/>
                    </a:cubicBezTo>
                    <a:cubicBezTo>
                      <a:pt x="3117" y="872"/>
                      <a:pt x="1649" y="1572"/>
                      <a:pt x="215" y="2306"/>
                    </a:cubicBezTo>
                    <a:cubicBezTo>
                      <a:pt x="0" y="2398"/>
                      <a:pt x="123" y="2715"/>
                      <a:pt x="325" y="2715"/>
                    </a:cubicBezTo>
                    <a:cubicBezTo>
                      <a:pt x="343" y="2715"/>
                      <a:pt x="362" y="2712"/>
                      <a:pt x="381" y="2706"/>
                    </a:cubicBezTo>
                    <a:cubicBezTo>
                      <a:pt x="1983" y="2340"/>
                      <a:pt x="3484" y="1472"/>
                      <a:pt x="4785" y="505"/>
                    </a:cubicBezTo>
                    <a:cubicBezTo>
                      <a:pt x="4982" y="336"/>
                      <a:pt x="4870" y="0"/>
                      <a:pt x="464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9" name="Google Shape;2319;p45"/>
              <p:cNvSpPr/>
              <p:nvPr/>
            </p:nvSpPr>
            <p:spPr>
              <a:xfrm rot="-5400000">
                <a:off x="3602806" y="2791669"/>
                <a:ext cx="43081" cy="32586"/>
              </a:xfrm>
              <a:custGeom>
                <a:rect b="b" l="l" r="r" t="t"/>
                <a:pathLst>
                  <a:path extrusionOk="0" h="2270" w="2903">
                    <a:moveTo>
                      <a:pt x="2551" y="0"/>
                    </a:moveTo>
                    <a:cubicBezTo>
                      <a:pt x="2111" y="0"/>
                      <a:pt x="1789" y="412"/>
                      <a:pt x="1468" y="669"/>
                    </a:cubicBezTo>
                    <a:cubicBezTo>
                      <a:pt x="1034" y="1036"/>
                      <a:pt x="534" y="1370"/>
                      <a:pt x="167" y="1803"/>
                    </a:cubicBezTo>
                    <a:cubicBezTo>
                      <a:pt x="1" y="2025"/>
                      <a:pt x="134" y="2270"/>
                      <a:pt x="336" y="2270"/>
                    </a:cubicBezTo>
                    <a:cubicBezTo>
                      <a:pt x="378" y="2270"/>
                      <a:pt x="422" y="2260"/>
                      <a:pt x="467" y="2237"/>
                    </a:cubicBezTo>
                    <a:cubicBezTo>
                      <a:pt x="967" y="2037"/>
                      <a:pt x="1368" y="1670"/>
                      <a:pt x="1801" y="1370"/>
                    </a:cubicBezTo>
                    <a:cubicBezTo>
                      <a:pt x="2168" y="1103"/>
                      <a:pt x="2769" y="836"/>
                      <a:pt x="2869" y="369"/>
                    </a:cubicBezTo>
                    <a:cubicBezTo>
                      <a:pt x="2902" y="169"/>
                      <a:pt x="2802" y="2"/>
                      <a:pt x="2602" y="2"/>
                    </a:cubicBezTo>
                    <a:cubicBezTo>
                      <a:pt x="2585" y="1"/>
                      <a:pt x="2568" y="0"/>
                      <a:pt x="255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0" name="Google Shape;2320;p45"/>
              <p:cNvSpPr/>
              <p:nvPr/>
            </p:nvSpPr>
            <p:spPr>
              <a:xfrm rot="-5400000">
                <a:off x="3620865" y="2765957"/>
                <a:ext cx="69985" cy="43926"/>
              </a:xfrm>
              <a:custGeom>
                <a:rect b="b" l="l" r="r" t="t"/>
                <a:pathLst>
                  <a:path extrusionOk="0" h="3060" w="4716">
                    <a:moveTo>
                      <a:pt x="4395" y="1"/>
                    </a:moveTo>
                    <a:cubicBezTo>
                      <a:pt x="4384" y="1"/>
                      <a:pt x="4372" y="2"/>
                      <a:pt x="4360" y="3"/>
                    </a:cubicBezTo>
                    <a:cubicBezTo>
                      <a:pt x="2792" y="304"/>
                      <a:pt x="1224" y="1404"/>
                      <a:pt x="190" y="2572"/>
                    </a:cubicBezTo>
                    <a:cubicBezTo>
                      <a:pt x="1" y="2761"/>
                      <a:pt x="162" y="3060"/>
                      <a:pt x="372" y="3060"/>
                    </a:cubicBezTo>
                    <a:cubicBezTo>
                      <a:pt x="421" y="3060"/>
                      <a:pt x="473" y="3043"/>
                      <a:pt x="523" y="3006"/>
                    </a:cubicBezTo>
                    <a:cubicBezTo>
                      <a:pt x="1157" y="2539"/>
                      <a:pt x="1791" y="2038"/>
                      <a:pt x="2458" y="1638"/>
                    </a:cubicBezTo>
                    <a:cubicBezTo>
                      <a:pt x="3125" y="1204"/>
                      <a:pt x="3859" y="871"/>
                      <a:pt x="4526" y="437"/>
                    </a:cubicBezTo>
                    <a:cubicBezTo>
                      <a:pt x="4716" y="279"/>
                      <a:pt x="4606" y="1"/>
                      <a:pt x="439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1" name="Google Shape;2321;p45"/>
              <p:cNvSpPr/>
              <p:nvPr/>
            </p:nvSpPr>
            <p:spPr>
              <a:xfrm rot="-5400000">
                <a:off x="3630373" y="2699483"/>
                <a:ext cx="133441" cy="95906"/>
              </a:xfrm>
              <a:custGeom>
                <a:rect b="b" l="l" r="r" t="t"/>
                <a:pathLst>
                  <a:path extrusionOk="0" h="6681" w="8992">
                    <a:moveTo>
                      <a:pt x="8667" y="0"/>
                    </a:moveTo>
                    <a:cubicBezTo>
                      <a:pt x="8648" y="0"/>
                      <a:pt x="8627" y="3"/>
                      <a:pt x="8606" y="9"/>
                    </a:cubicBezTo>
                    <a:cubicBezTo>
                      <a:pt x="6672" y="743"/>
                      <a:pt x="4937" y="2277"/>
                      <a:pt x="3303" y="3511"/>
                    </a:cubicBezTo>
                    <a:cubicBezTo>
                      <a:pt x="2535" y="4045"/>
                      <a:pt x="34" y="5346"/>
                      <a:pt x="0" y="6413"/>
                    </a:cubicBezTo>
                    <a:cubicBezTo>
                      <a:pt x="0" y="6513"/>
                      <a:pt x="100" y="6614"/>
                      <a:pt x="200" y="6647"/>
                    </a:cubicBezTo>
                    <a:cubicBezTo>
                      <a:pt x="234" y="6647"/>
                      <a:pt x="267" y="6647"/>
                      <a:pt x="300" y="6680"/>
                    </a:cubicBezTo>
                    <a:cubicBezTo>
                      <a:pt x="367" y="6680"/>
                      <a:pt x="467" y="6680"/>
                      <a:pt x="501" y="6614"/>
                    </a:cubicBezTo>
                    <a:lnTo>
                      <a:pt x="601" y="6513"/>
                    </a:lnTo>
                    <a:cubicBezTo>
                      <a:pt x="634" y="6480"/>
                      <a:pt x="667" y="6380"/>
                      <a:pt x="601" y="6313"/>
                    </a:cubicBezTo>
                    <a:cubicBezTo>
                      <a:pt x="601" y="6280"/>
                      <a:pt x="601" y="6247"/>
                      <a:pt x="567" y="6247"/>
                    </a:cubicBezTo>
                    <a:cubicBezTo>
                      <a:pt x="534" y="6213"/>
                      <a:pt x="501" y="6180"/>
                      <a:pt x="467" y="6180"/>
                    </a:cubicBezTo>
                    <a:cubicBezTo>
                      <a:pt x="968" y="5880"/>
                      <a:pt x="2469" y="4979"/>
                      <a:pt x="2635" y="4846"/>
                    </a:cubicBezTo>
                    <a:cubicBezTo>
                      <a:pt x="3303" y="4379"/>
                      <a:pt x="4003" y="3878"/>
                      <a:pt x="4704" y="3411"/>
                    </a:cubicBezTo>
                    <a:cubicBezTo>
                      <a:pt x="6071" y="2444"/>
                      <a:pt x="7672" y="1643"/>
                      <a:pt x="8840" y="409"/>
                    </a:cubicBezTo>
                    <a:cubicBezTo>
                      <a:pt x="8992" y="288"/>
                      <a:pt x="8867" y="0"/>
                      <a:pt x="866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2" name="Google Shape;2322;p45"/>
              <p:cNvSpPr/>
              <p:nvPr/>
            </p:nvSpPr>
            <p:spPr>
              <a:xfrm rot="-5400000">
                <a:off x="3663780" y="2667029"/>
                <a:ext cx="182324" cy="112227"/>
              </a:xfrm>
              <a:custGeom>
                <a:rect b="b" l="l" r="r" t="t"/>
                <a:pathLst>
                  <a:path extrusionOk="0" h="7818" w="12286">
                    <a:moveTo>
                      <a:pt x="11550" y="1"/>
                    </a:moveTo>
                    <a:cubicBezTo>
                      <a:pt x="10117" y="1"/>
                      <a:pt x="7914" y="1699"/>
                      <a:pt x="6982" y="2252"/>
                    </a:cubicBezTo>
                    <a:cubicBezTo>
                      <a:pt x="4547" y="3686"/>
                      <a:pt x="2245" y="5421"/>
                      <a:pt x="210" y="7389"/>
                    </a:cubicBezTo>
                    <a:cubicBezTo>
                      <a:pt x="1" y="7572"/>
                      <a:pt x="182" y="7817"/>
                      <a:pt x="382" y="7817"/>
                    </a:cubicBezTo>
                    <a:cubicBezTo>
                      <a:pt x="437" y="7817"/>
                      <a:pt x="494" y="7799"/>
                      <a:pt x="544" y="7756"/>
                    </a:cubicBezTo>
                    <a:cubicBezTo>
                      <a:pt x="2345" y="6288"/>
                      <a:pt x="4180" y="4887"/>
                      <a:pt x="6148" y="3653"/>
                    </a:cubicBezTo>
                    <a:cubicBezTo>
                      <a:pt x="6948" y="3153"/>
                      <a:pt x="7782" y="2686"/>
                      <a:pt x="8583" y="2252"/>
                    </a:cubicBezTo>
                    <a:cubicBezTo>
                      <a:pt x="9017" y="2018"/>
                      <a:pt x="9417" y="1818"/>
                      <a:pt x="9851" y="1618"/>
                    </a:cubicBezTo>
                    <a:cubicBezTo>
                      <a:pt x="10051" y="1518"/>
                      <a:pt x="11151" y="717"/>
                      <a:pt x="11585" y="417"/>
                    </a:cubicBezTo>
                    <a:lnTo>
                      <a:pt x="11585" y="417"/>
                    </a:lnTo>
                    <a:cubicBezTo>
                      <a:pt x="11552" y="517"/>
                      <a:pt x="11585" y="617"/>
                      <a:pt x="11685" y="684"/>
                    </a:cubicBezTo>
                    <a:cubicBezTo>
                      <a:pt x="11719" y="717"/>
                      <a:pt x="11752" y="751"/>
                      <a:pt x="11785" y="751"/>
                    </a:cubicBezTo>
                    <a:cubicBezTo>
                      <a:pt x="11832" y="786"/>
                      <a:pt x="11886" y="800"/>
                      <a:pt x="11939" y="800"/>
                    </a:cubicBezTo>
                    <a:cubicBezTo>
                      <a:pt x="12038" y="800"/>
                      <a:pt x="12130" y="749"/>
                      <a:pt x="12152" y="684"/>
                    </a:cubicBezTo>
                    <a:cubicBezTo>
                      <a:pt x="12186" y="617"/>
                      <a:pt x="12219" y="551"/>
                      <a:pt x="12219" y="517"/>
                    </a:cubicBezTo>
                    <a:cubicBezTo>
                      <a:pt x="12286" y="384"/>
                      <a:pt x="12286" y="184"/>
                      <a:pt x="12119" y="117"/>
                    </a:cubicBezTo>
                    <a:cubicBezTo>
                      <a:pt x="11950" y="37"/>
                      <a:pt x="11758" y="1"/>
                      <a:pt x="1155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3" name="Google Shape;2323;p45"/>
              <p:cNvSpPr/>
              <p:nvPr/>
            </p:nvSpPr>
            <p:spPr>
              <a:xfrm rot="-5400000">
                <a:off x="3714711" y="2643125"/>
                <a:ext cx="174741" cy="111610"/>
              </a:xfrm>
              <a:custGeom>
                <a:rect b="b" l="l" r="r" t="t"/>
                <a:pathLst>
                  <a:path extrusionOk="0" h="7775" w="11775">
                    <a:moveTo>
                      <a:pt x="11390" y="0"/>
                    </a:moveTo>
                    <a:cubicBezTo>
                      <a:pt x="11361" y="0"/>
                      <a:pt x="11331" y="5"/>
                      <a:pt x="11299" y="14"/>
                    </a:cubicBezTo>
                    <a:cubicBezTo>
                      <a:pt x="7196" y="1515"/>
                      <a:pt x="3560" y="4217"/>
                      <a:pt x="291" y="7119"/>
                    </a:cubicBezTo>
                    <a:cubicBezTo>
                      <a:pt x="0" y="7384"/>
                      <a:pt x="276" y="7775"/>
                      <a:pt x="603" y="7775"/>
                    </a:cubicBezTo>
                    <a:cubicBezTo>
                      <a:pt x="688" y="7775"/>
                      <a:pt x="776" y="7748"/>
                      <a:pt x="858" y="7686"/>
                    </a:cubicBezTo>
                    <a:cubicBezTo>
                      <a:pt x="4161" y="4818"/>
                      <a:pt x="7797" y="2750"/>
                      <a:pt x="11533" y="515"/>
                    </a:cubicBezTo>
                    <a:cubicBezTo>
                      <a:pt x="11774" y="394"/>
                      <a:pt x="11661" y="0"/>
                      <a:pt x="113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4" name="Google Shape;2324;p45"/>
              <p:cNvSpPr/>
              <p:nvPr/>
            </p:nvSpPr>
            <p:spPr>
              <a:xfrm rot="-5400000">
                <a:off x="3728761" y="2602242"/>
                <a:ext cx="215566" cy="104763"/>
              </a:xfrm>
              <a:custGeom>
                <a:rect b="b" l="l" r="r" t="t"/>
                <a:pathLst>
                  <a:path extrusionOk="0" h="7298" w="14526">
                    <a:moveTo>
                      <a:pt x="13841" y="1"/>
                    </a:moveTo>
                    <a:cubicBezTo>
                      <a:pt x="11795" y="1"/>
                      <a:pt x="9896" y="1191"/>
                      <a:pt x="8088" y="2079"/>
                    </a:cubicBezTo>
                    <a:cubicBezTo>
                      <a:pt x="5353" y="3480"/>
                      <a:pt x="2784" y="5047"/>
                      <a:pt x="249" y="6782"/>
                    </a:cubicBezTo>
                    <a:cubicBezTo>
                      <a:pt x="0" y="6948"/>
                      <a:pt x="141" y="7298"/>
                      <a:pt x="368" y="7298"/>
                    </a:cubicBezTo>
                    <a:cubicBezTo>
                      <a:pt x="415" y="7298"/>
                      <a:pt x="465" y="7283"/>
                      <a:pt x="516" y="7249"/>
                    </a:cubicBezTo>
                    <a:cubicBezTo>
                      <a:pt x="2684" y="5915"/>
                      <a:pt x="4886" y="4647"/>
                      <a:pt x="7154" y="3480"/>
                    </a:cubicBezTo>
                    <a:cubicBezTo>
                      <a:pt x="9389" y="2312"/>
                      <a:pt x="11757" y="978"/>
                      <a:pt x="14226" y="478"/>
                    </a:cubicBezTo>
                    <a:cubicBezTo>
                      <a:pt x="14526" y="411"/>
                      <a:pt x="14426" y="11"/>
                      <a:pt x="14159" y="11"/>
                    </a:cubicBezTo>
                    <a:cubicBezTo>
                      <a:pt x="14053" y="4"/>
                      <a:pt x="13947" y="1"/>
                      <a:pt x="1384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5" name="Google Shape;2325;p45"/>
              <p:cNvSpPr/>
              <p:nvPr/>
            </p:nvSpPr>
            <p:spPr>
              <a:xfrm rot="-5400000">
                <a:off x="3791319" y="2531716"/>
                <a:ext cx="163166" cy="92489"/>
              </a:xfrm>
              <a:custGeom>
                <a:rect b="b" l="l" r="r" t="t"/>
                <a:pathLst>
                  <a:path extrusionOk="0" h="6443" w="10995">
                    <a:moveTo>
                      <a:pt x="10510" y="0"/>
                    </a:moveTo>
                    <a:cubicBezTo>
                      <a:pt x="10474" y="0"/>
                      <a:pt x="10436" y="6"/>
                      <a:pt x="10397" y="19"/>
                    </a:cubicBezTo>
                    <a:cubicBezTo>
                      <a:pt x="6761" y="1153"/>
                      <a:pt x="3392" y="3388"/>
                      <a:pt x="357" y="5623"/>
                    </a:cubicBezTo>
                    <a:cubicBezTo>
                      <a:pt x="0" y="5898"/>
                      <a:pt x="230" y="6442"/>
                      <a:pt x="582" y="6442"/>
                    </a:cubicBezTo>
                    <a:cubicBezTo>
                      <a:pt x="658" y="6442"/>
                      <a:pt x="740" y="6417"/>
                      <a:pt x="824" y="6357"/>
                    </a:cubicBezTo>
                    <a:cubicBezTo>
                      <a:pt x="3959" y="4122"/>
                      <a:pt x="7328" y="2554"/>
                      <a:pt x="10664" y="686"/>
                    </a:cubicBezTo>
                    <a:cubicBezTo>
                      <a:pt x="10995" y="506"/>
                      <a:pt x="10837" y="0"/>
                      <a:pt x="1051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6" name="Google Shape;2326;p45"/>
              <p:cNvSpPr/>
              <p:nvPr/>
            </p:nvSpPr>
            <p:spPr>
              <a:xfrm rot="-5400000">
                <a:off x="3829084" y="2463535"/>
                <a:ext cx="136320" cy="72263"/>
              </a:xfrm>
              <a:custGeom>
                <a:rect b="b" l="l" r="r" t="t"/>
                <a:pathLst>
                  <a:path extrusionOk="0" h="5034" w="9186">
                    <a:moveTo>
                      <a:pt x="8754" y="1"/>
                    </a:moveTo>
                    <a:cubicBezTo>
                      <a:pt x="8722" y="1"/>
                      <a:pt x="8688" y="7"/>
                      <a:pt x="8654" y="21"/>
                    </a:cubicBezTo>
                    <a:cubicBezTo>
                      <a:pt x="5718" y="1122"/>
                      <a:pt x="2883" y="2656"/>
                      <a:pt x="314" y="4391"/>
                    </a:cubicBezTo>
                    <a:cubicBezTo>
                      <a:pt x="1" y="4590"/>
                      <a:pt x="174" y="5033"/>
                      <a:pt x="481" y="5033"/>
                    </a:cubicBezTo>
                    <a:cubicBezTo>
                      <a:pt x="533" y="5033"/>
                      <a:pt x="590" y="5020"/>
                      <a:pt x="648" y="4991"/>
                    </a:cubicBezTo>
                    <a:cubicBezTo>
                      <a:pt x="3383" y="3524"/>
                      <a:pt x="6152" y="2123"/>
                      <a:pt x="8887" y="621"/>
                    </a:cubicBezTo>
                    <a:cubicBezTo>
                      <a:pt x="9186" y="472"/>
                      <a:pt x="9029" y="1"/>
                      <a:pt x="875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7" name="Google Shape;2327;p45"/>
              <p:cNvSpPr/>
              <p:nvPr/>
            </p:nvSpPr>
            <p:spPr>
              <a:xfrm rot="-5400000">
                <a:off x="3867920" y="2389474"/>
                <a:ext cx="90019" cy="45290"/>
              </a:xfrm>
              <a:custGeom>
                <a:rect b="b" l="l" r="r" t="t"/>
                <a:pathLst>
                  <a:path extrusionOk="0" h="3155" w="6066">
                    <a:moveTo>
                      <a:pt x="5703" y="0"/>
                    </a:moveTo>
                    <a:cubicBezTo>
                      <a:pt x="5670" y="0"/>
                      <a:pt x="5634" y="8"/>
                      <a:pt x="5598" y="24"/>
                    </a:cubicBezTo>
                    <a:cubicBezTo>
                      <a:pt x="3796" y="758"/>
                      <a:pt x="2029" y="1558"/>
                      <a:pt x="294" y="2492"/>
                    </a:cubicBezTo>
                    <a:cubicBezTo>
                      <a:pt x="0" y="2669"/>
                      <a:pt x="146" y="3155"/>
                      <a:pt x="436" y="3155"/>
                    </a:cubicBezTo>
                    <a:cubicBezTo>
                      <a:pt x="475" y="3155"/>
                      <a:pt x="517" y="3146"/>
                      <a:pt x="561" y="3126"/>
                    </a:cubicBezTo>
                    <a:cubicBezTo>
                      <a:pt x="2395" y="2359"/>
                      <a:pt x="4130" y="1492"/>
                      <a:pt x="5831" y="524"/>
                    </a:cubicBezTo>
                    <a:cubicBezTo>
                      <a:pt x="6065" y="378"/>
                      <a:pt x="5940" y="0"/>
                      <a:pt x="570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8" name="Google Shape;2328;p45"/>
              <p:cNvSpPr/>
              <p:nvPr/>
            </p:nvSpPr>
            <p:spPr>
              <a:xfrm rot="-5400000">
                <a:off x="3870733" y="2291084"/>
                <a:ext cx="107694" cy="60463"/>
              </a:xfrm>
              <a:custGeom>
                <a:rect b="b" l="l" r="r" t="t"/>
                <a:pathLst>
                  <a:path extrusionOk="0" h="4212" w="7257">
                    <a:moveTo>
                      <a:pt x="6781" y="1"/>
                    </a:moveTo>
                    <a:cubicBezTo>
                      <a:pt x="6759" y="1"/>
                      <a:pt x="6736" y="3"/>
                      <a:pt x="6713" y="8"/>
                    </a:cubicBezTo>
                    <a:cubicBezTo>
                      <a:pt x="4311" y="441"/>
                      <a:pt x="2143" y="1942"/>
                      <a:pt x="342" y="3510"/>
                    </a:cubicBezTo>
                    <a:cubicBezTo>
                      <a:pt x="0" y="3799"/>
                      <a:pt x="300" y="4212"/>
                      <a:pt x="654" y="4212"/>
                    </a:cubicBezTo>
                    <a:cubicBezTo>
                      <a:pt x="750" y="4212"/>
                      <a:pt x="850" y="4182"/>
                      <a:pt x="942" y="4111"/>
                    </a:cubicBezTo>
                    <a:cubicBezTo>
                      <a:pt x="2810" y="2610"/>
                      <a:pt x="4878" y="1709"/>
                      <a:pt x="6946" y="575"/>
                    </a:cubicBezTo>
                    <a:cubicBezTo>
                      <a:pt x="7256" y="389"/>
                      <a:pt x="7076" y="1"/>
                      <a:pt x="678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9" name="Google Shape;2329;p45"/>
              <p:cNvSpPr/>
              <p:nvPr/>
            </p:nvSpPr>
            <p:spPr>
              <a:xfrm rot="-5400000">
                <a:off x="3909671" y="2230375"/>
                <a:ext cx="44565" cy="22781"/>
              </a:xfrm>
              <a:custGeom>
                <a:rect b="b" l="l" r="r" t="t"/>
                <a:pathLst>
                  <a:path extrusionOk="0" h="1587" w="3003">
                    <a:moveTo>
                      <a:pt x="2711" y="0"/>
                    </a:moveTo>
                    <a:cubicBezTo>
                      <a:pt x="2685" y="0"/>
                      <a:pt x="2657" y="5"/>
                      <a:pt x="2628" y="16"/>
                    </a:cubicBezTo>
                    <a:cubicBezTo>
                      <a:pt x="1794" y="283"/>
                      <a:pt x="827" y="450"/>
                      <a:pt x="160" y="1050"/>
                    </a:cubicBezTo>
                    <a:cubicBezTo>
                      <a:pt x="0" y="1242"/>
                      <a:pt x="116" y="1586"/>
                      <a:pt x="360" y="1586"/>
                    </a:cubicBezTo>
                    <a:cubicBezTo>
                      <a:pt x="371" y="1586"/>
                      <a:pt x="382" y="1586"/>
                      <a:pt x="393" y="1584"/>
                    </a:cubicBezTo>
                    <a:cubicBezTo>
                      <a:pt x="1261" y="1484"/>
                      <a:pt x="2061" y="884"/>
                      <a:pt x="2795" y="450"/>
                    </a:cubicBezTo>
                    <a:cubicBezTo>
                      <a:pt x="3003" y="331"/>
                      <a:pt x="2920" y="0"/>
                      <a:pt x="271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0" name="Google Shape;2330;p45"/>
              <p:cNvSpPr/>
              <p:nvPr/>
            </p:nvSpPr>
            <p:spPr>
              <a:xfrm rot="-5400000">
                <a:off x="3905037" y="2029281"/>
                <a:ext cx="44357" cy="31567"/>
              </a:xfrm>
              <a:custGeom>
                <a:rect b="b" l="l" r="r" t="t"/>
                <a:pathLst>
                  <a:path extrusionOk="0" h="2199" w="2989">
                    <a:moveTo>
                      <a:pt x="2759" y="0"/>
                    </a:moveTo>
                    <a:cubicBezTo>
                      <a:pt x="2734" y="0"/>
                      <a:pt x="2706" y="6"/>
                      <a:pt x="2677" y="19"/>
                    </a:cubicBezTo>
                    <a:cubicBezTo>
                      <a:pt x="1709" y="319"/>
                      <a:pt x="742" y="986"/>
                      <a:pt x="108" y="1787"/>
                    </a:cubicBezTo>
                    <a:cubicBezTo>
                      <a:pt x="0" y="1949"/>
                      <a:pt x="111" y="2199"/>
                      <a:pt x="281" y="2199"/>
                    </a:cubicBezTo>
                    <a:cubicBezTo>
                      <a:pt x="321" y="2199"/>
                      <a:pt x="364" y="2185"/>
                      <a:pt x="408" y="2153"/>
                    </a:cubicBezTo>
                    <a:cubicBezTo>
                      <a:pt x="1209" y="1553"/>
                      <a:pt x="2010" y="986"/>
                      <a:pt x="2844" y="386"/>
                    </a:cubicBezTo>
                    <a:cubicBezTo>
                      <a:pt x="2989" y="269"/>
                      <a:pt x="2931" y="0"/>
                      <a:pt x="275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1" name="Google Shape;2331;p45"/>
              <p:cNvSpPr/>
              <p:nvPr/>
            </p:nvSpPr>
            <p:spPr>
              <a:xfrm rot="-5400000">
                <a:off x="3851548" y="1912789"/>
                <a:ext cx="118067" cy="66148"/>
              </a:xfrm>
              <a:custGeom>
                <a:rect b="b" l="l" r="r" t="t"/>
                <a:pathLst>
                  <a:path extrusionOk="0" h="4608" w="7956">
                    <a:moveTo>
                      <a:pt x="7528" y="0"/>
                    </a:moveTo>
                    <a:cubicBezTo>
                      <a:pt x="7502" y="0"/>
                      <a:pt x="7476" y="4"/>
                      <a:pt x="7449" y="13"/>
                    </a:cubicBezTo>
                    <a:cubicBezTo>
                      <a:pt x="4880" y="1014"/>
                      <a:pt x="2512" y="2415"/>
                      <a:pt x="277" y="3983"/>
                    </a:cubicBezTo>
                    <a:cubicBezTo>
                      <a:pt x="1" y="4204"/>
                      <a:pt x="159" y="4607"/>
                      <a:pt x="430" y="4607"/>
                    </a:cubicBezTo>
                    <a:cubicBezTo>
                      <a:pt x="486" y="4607"/>
                      <a:pt x="547" y="4590"/>
                      <a:pt x="611" y="4550"/>
                    </a:cubicBezTo>
                    <a:cubicBezTo>
                      <a:pt x="2912" y="3115"/>
                      <a:pt x="5281" y="1848"/>
                      <a:pt x="7682" y="580"/>
                    </a:cubicBezTo>
                    <a:cubicBezTo>
                      <a:pt x="7956" y="428"/>
                      <a:pt x="7787" y="0"/>
                      <a:pt x="752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2" name="Google Shape;2332;p45"/>
              <p:cNvSpPr/>
              <p:nvPr/>
            </p:nvSpPr>
            <p:spPr>
              <a:xfrm rot="-5400000">
                <a:off x="3785320" y="1761466"/>
                <a:ext cx="189893" cy="114395"/>
              </a:xfrm>
              <a:custGeom>
                <a:rect b="b" l="l" r="r" t="t"/>
                <a:pathLst>
                  <a:path extrusionOk="0" h="7969" w="12796">
                    <a:moveTo>
                      <a:pt x="12380" y="1"/>
                    </a:moveTo>
                    <a:cubicBezTo>
                      <a:pt x="12336" y="1"/>
                      <a:pt x="12288" y="11"/>
                      <a:pt x="12239" y="36"/>
                    </a:cubicBezTo>
                    <a:cubicBezTo>
                      <a:pt x="8136" y="2337"/>
                      <a:pt x="4100" y="4839"/>
                      <a:pt x="230" y="7508"/>
                    </a:cubicBezTo>
                    <a:cubicBezTo>
                      <a:pt x="1" y="7651"/>
                      <a:pt x="142" y="7968"/>
                      <a:pt x="377" y="7968"/>
                    </a:cubicBezTo>
                    <a:cubicBezTo>
                      <a:pt x="415" y="7968"/>
                      <a:pt x="456" y="7960"/>
                      <a:pt x="497" y="7942"/>
                    </a:cubicBezTo>
                    <a:cubicBezTo>
                      <a:pt x="4600" y="5673"/>
                      <a:pt x="8636" y="3171"/>
                      <a:pt x="12539" y="536"/>
                    </a:cubicBezTo>
                    <a:cubicBezTo>
                      <a:pt x="12795" y="365"/>
                      <a:pt x="12639" y="1"/>
                      <a:pt x="1238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3" name="Google Shape;2333;p45"/>
              <p:cNvSpPr/>
              <p:nvPr/>
            </p:nvSpPr>
            <p:spPr>
              <a:xfrm rot="-5400000">
                <a:off x="3777373" y="1639228"/>
                <a:ext cx="195161" cy="125735"/>
              </a:xfrm>
              <a:custGeom>
                <a:rect b="b" l="l" r="r" t="t"/>
                <a:pathLst>
                  <a:path extrusionOk="0" h="8759" w="13151">
                    <a:moveTo>
                      <a:pt x="12650" y="0"/>
                    </a:moveTo>
                    <a:cubicBezTo>
                      <a:pt x="12602" y="0"/>
                      <a:pt x="12552" y="10"/>
                      <a:pt x="12501" y="34"/>
                    </a:cubicBezTo>
                    <a:cubicBezTo>
                      <a:pt x="8064" y="1968"/>
                      <a:pt x="3728" y="4904"/>
                      <a:pt x="192" y="8273"/>
                    </a:cubicBezTo>
                    <a:cubicBezTo>
                      <a:pt x="1" y="8437"/>
                      <a:pt x="168" y="8758"/>
                      <a:pt x="382" y="8758"/>
                    </a:cubicBezTo>
                    <a:cubicBezTo>
                      <a:pt x="429" y="8758"/>
                      <a:pt x="478" y="8743"/>
                      <a:pt x="526" y="8707"/>
                    </a:cubicBezTo>
                    <a:cubicBezTo>
                      <a:pt x="4529" y="5704"/>
                      <a:pt x="8531" y="3102"/>
                      <a:pt x="12835" y="567"/>
                    </a:cubicBezTo>
                    <a:cubicBezTo>
                      <a:pt x="13150" y="395"/>
                      <a:pt x="12947" y="0"/>
                      <a:pt x="1265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4" name="Google Shape;2334;p45"/>
              <p:cNvSpPr/>
              <p:nvPr/>
            </p:nvSpPr>
            <p:spPr>
              <a:xfrm rot="-5400000">
                <a:off x="3822031" y="1592265"/>
                <a:ext cx="134347" cy="85585"/>
              </a:xfrm>
              <a:custGeom>
                <a:rect b="b" l="l" r="r" t="t"/>
                <a:pathLst>
                  <a:path extrusionOk="0" h="5962" w="9053">
                    <a:moveTo>
                      <a:pt x="8832" y="0"/>
                    </a:moveTo>
                    <a:cubicBezTo>
                      <a:pt x="8812" y="0"/>
                      <a:pt x="8792" y="4"/>
                      <a:pt x="8770" y="11"/>
                    </a:cubicBezTo>
                    <a:cubicBezTo>
                      <a:pt x="5568" y="845"/>
                      <a:pt x="2699" y="3280"/>
                      <a:pt x="264" y="5415"/>
                    </a:cubicBezTo>
                    <a:cubicBezTo>
                      <a:pt x="1" y="5626"/>
                      <a:pt x="237" y="5962"/>
                      <a:pt x="512" y="5962"/>
                    </a:cubicBezTo>
                    <a:cubicBezTo>
                      <a:pt x="585" y="5962"/>
                      <a:pt x="661" y="5938"/>
                      <a:pt x="731" y="5882"/>
                    </a:cubicBezTo>
                    <a:cubicBezTo>
                      <a:pt x="3300" y="3714"/>
                      <a:pt x="6235" y="2313"/>
                      <a:pt x="8904" y="345"/>
                    </a:cubicBezTo>
                    <a:cubicBezTo>
                      <a:pt x="9052" y="226"/>
                      <a:pt x="8989" y="0"/>
                      <a:pt x="88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5" name="Google Shape;2335;p45"/>
              <p:cNvSpPr/>
              <p:nvPr/>
            </p:nvSpPr>
            <p:spPr>
              <a:xfrm rot="-5400000">
                <a:off x="3876041" y="1582373"/>
                <a:ext cx="50708" cy="27389"/>
              </a:xfrm>
              <a:custGeom>
                <a:rect b="b" l="l" r="r" t="t"/>
                <a:pathLst>
                  <a:path extrusionOk="0" h="1908" w="3417">
                    <a:moveTo>
                      <a:pt x="3124" y="0"/>
                    </a:moveTo>
                    <a:cubicBezTo>
                      <a:pt x="3114" y="0"/>
                      <a:pt x="3103" y="2"/>
                      <a:pt x="3092" y="4"/>
                    </a:cubicBezTo>
                    <a:cubicBezTo>
                      <a:pt x="2091" y="171"/>
                      <a:pt x="1124" y="904"/>
                      <a:pt x="256" y="1371"/>
                    </a:cubicBezTo>
                    <a:cubicBezTo>
                      <a:pt x="0" y="1542"/>
                      <a:pt x="157" y="1907"/>
                      <a:pt x="416" y="1907"/>
                    </a:cubicBezTo>
                    <a:cubicBezTo>
                      <a:pt x="460" y="1907"/>
                      <a:pt x="508" y="1896"/>
                      <a:pt x="557" y="1872"/>
                    </a:cubicBezTo>
                    <a:cubicBezTo>
                      <a:pt x="1424" y="1438"/>
                      <a:pt x="2591" y="1071"/>
                      <a:pt x="3292" y="337"/>
                    </a:cubicBezTo>
                    <a:cubicBezTo>
                      <a:pt x="3417" y="213"/>
                      <a:pt x="3279" y="0"/>
                      <a:pt x="31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36" name="Google Shape;2336;p45"/>
            <p:cNvGrpSpPr/>
            <p:nvPr/>
          </p:nvGrpSpPr>
          <p:grpSpPr>
            <a:xfrm flipH="1">
              <a:off x="7293974" y="1660337"/>
              <a:ext cx="887194" cy="997976"/>
              <a:chOff x="658796" y="1686488"/>
              <a:chExt cx="868436" cy="997976"/>
            </a:xfrm>
          </p:grpSpPr>
          <p:sp>
            <p:nvSpPr>
              <p:cNvPr id="2337" name="Google Shape;2337;p45"/>
              <p:cNvSpPr/>
              <p:nvPr/>
            </p:nvSpPr>
            <p:spPr>
              <a:xfrm rot="-5400000">
                <a:off x="597030" y="1756940"/>
                <a:ext cx="991535" cy="850630"/>
              </a:xfrm>
              <a:custGeom>
                <a:rect b="b" l="l" r="r" t="t"/>
                <a:pathLst>
                  <a:path extrusionOk="0" h="39078" w="66815">
                    <a:moveTo>
                      <a:pt x="28917" y="0"/>
                    </a:moveTo>
                    <a:cubicBezTo>
                      <a:pt x="16090" y="0"/>
                      <a:pt x="3595" y="641"/>
                      <a:pt x="0" y="1637"/>
                    </a:cubicBezTo>
                    <a:cubicBezTo>
                      <a:pt x="0" y="1637"/>
                      <a:pt x="4604" y="2137"/>
                      <a:pt x="5137" y="9009"/>
                    </a:cubicBezTo>
                    <a:cubicBezTo>
                      <a:pt x="5638" y="15847"/>
                      <a:pt x="4103" y="32992"/>
                      <a:pt x="5638" y="35628"/>
                    </a:cubicBezTo>
                    <a:cubicBezTo>
                      <a:pt x="6960" y="37874"/>
                      <a:pt x="23074" y="39078"/>
                      <a:pt x="38018" y="39078"/>
                    </a:cubicBezTo>
                    <a:cubicBezTo>
                      <a:pt x="50587" y="39078"/>
                      <a:pt x="62329" y="38226"/>
                      <a:pt x="63746" y="36428"/>
                    </a:cubicBezTo>
                    <a:cubicBezTo>
                      <a:pt x="66815" y="32459"/>
                      <a:pt x="66581" y="6907"/>
                      <a:pt x="61411" y="2938"/>
                    </a:cubicBezTo>
                    <a:cubicBezTo>
                      <a:pt x="58688" y="838"/>
                      <a:pt x="43586" y="0"/>
                      <a:pt x="289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8" name="Google Shape;2338;p45"/>
              <p:cNvSpPr/>
              <p:nvPr/>
            </p:nvSpPr>
            <p:spPr>
              <a:xfrm rot="-5400000">
                <a:off x="595266" y="1752497"/>
                <a:ext cx="995497" cy="868436"/>
              </a:xfrm>
              <a:custGeom>
                <a:rect b="b" l="l" r="r" t="t"/>
                <a:pathLst>
                  <a:path extrusionOk="0" h="39896" w="67082">
                    <a:moveTo>
                      <a:pt x="29388" y="801"/>
                    </a:moveTo>
                    <a:cubicBezTo>
                      <a:pt x="46701" y="801"/>
                      <a:pt x="59343" y="1936"/>
                      <a:pt x="61611" y="3670"/>
                    </a:cubicBezTo>
                    <a:cubicBezTo>
                      <a:pt x="63213" y="4904"/>
                      <a:pt x="64514" y="8674"/>
                      <a:pt x="65214" y="14278"/>
                    </a:cubicBezTo>
                    <a:cubicBezTo>
                      <a:pt x="66348" y="23217"/>
                      <a:pt x="65681" y="34225"/>
                      <a:pt x="63846" y="36560"/>
                    </a:cubicBezTo>
                    <a:cubicBezTo>
                      <a:pt x="62712" y="38028"/>
                      <a:pt x="52238" y="39062"/>
                      <a:pt x="38428" y="39062"/>
                    </a:cubicBezTo>
                    <a:lnTo>
                      <a:pt x="38395" y="39062"/>
                    </a:lnTo>
                    <a:cubicBezTo>
                      <a:pt x="21550" y="39062"/>
                      <a:pt x="7506" y="37628"/>
                      <a:pt x="6439" y="35826"/>
                    </a:cubicBezTo>
                    <a:cubicBezTo>
                      <a:pt x="5571" y="34325"/>
                      <a:pt x="5772" y="27220"/>
                      <a:pt x="5938" y="20916"/>
                    </a:cubicBezTo>
                    <a:cubicBezTo>
                      <a:pt x="6072" y="16379"/>
                      <a:pt x="6172" y="12109"/>
                      <a:pt x="5972" y="9374"/>
                    </a:cubicBezTo>
                    <a:cubicBezTo>
                      <a:pt x="5638" y="4804"/>
                      <a:pt x="3470" y="2903"/>
                      <a:pt x="1969" y="2136"/>
                    </a:cubicBezTo>
                    <a:cubicBezTo>
                      <a:pt x="6639" y="1368"/>
                      <a:pt x="17547" y="801"/>
                      <a:pt x="29388" y="801"/>
                    </a:cubicBezTo>
                    <a:close/>
                    <a:moveTo>
                      <a:pt x="29388" y="1"/>
                    </a:moveTo>
                    <a:cubicBezTo>
                      <a:pt x="15812" y="1"/>
                      <a:pt x="3837" y="668"/>
                      <a:pt x="301" y="1635"/>
                    </a:cubicBezTo>
                    <a:cubicBezTo>
                      <a:pt x="134" y="1669"/>
                      <a:pt x="1" y="1869"/>
                      <a:pt x="1" y="2069"/>
                    </a:cubicBezTo>
                    <a:cubicBezTo>
                      <a:pt x="34" y="2269"/>
                      <a:pt x="168" y="2436"/>
                      <a:pt x="368" y="2436"/>
                    </a:cubicBezTo>
                    <a:cubicBezTo>
                      <a:pt x="434" y="2436"/>
                      <a:pt x="4671" y="3003"/>
                      <a:pt x="5138" y="9441"/>
                    </a:cubicBezTo>
                    <a:cubicBezTo>
                      <a:pt x="5338" y="12143"/>
                      <a:pt x="5238" y="16379"/>
                      <a:pt x="5104" y="20882"/>
                    </a:cubicBezTo>
                    <a:cubicBezTo>
                      <a:pt x="4904" y="27921"/>
                      <a:pt x="4737" y="34559"/>
                      <a:pt x="5705" y="36227"/>
                    </a:cubicBezTo>
                    <a:cubicBezTo>
                      <a:pt x="7406" y="39129"/>
                      <a:pt x="27854" y="39896"/>
                      <a:pt x="38428" y="39896"/>
                    </a:cubicBezTo>
                    <a:cubicBezTo>
                      <a:pt x="44032" y="39896"/>
                      <a:pt x="62479" y="39696"/>
                      <a:pt x="64514" y="37094"/>
                    </a:cubicBezTo>
                    <a:cubicBezTo>
                      <a:pt x="66648" y="34325"/>
                      <a:pt x="67082" y="22517"/>
                      <a:pt x="66048" y="14178"/>
                    </a:cubicBezTo>
                    <a:cubicBezTo>
                      <a:pt x="65514" y="10075"/>
                      <a:pt x="64413" y="4771"/>
                      <a:pt x="62112" y="3003"/>
                    </a:cubicBezTo>
                    <a:cubicBezTo>
                      <a:pt x="58476" y="201"/>
                      <a:pt x="36127" y="1"/>
                      <a:pt x="2938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9" name="Google Shape;2339;p45"/>
              <p:cNvSpPr/>
              <p:nvPr/>
            </p:nvSpPr>
            <p:spPr>
              <a:xfrm rot="-5400000">
                <a:off x="1304744" y="2548987"/>
                <a:ext cx="34340" cy="24059"/>
              </a:xfrm>
              <a:custGeom>
                <a:rect b="b" l="l" r="r" t="t"/>
                <a:pathLst>
                  <a:path extrusionOk="0" h="1676" w="2314">
                    <a:moveTo>
                      <a:pt x="1946" y="1"/>
                    </a:moveTo>
                    <a:cubicBezTo>
                      <a:pt x="1613" y="1"/>
                      <a:pt x="1413" y="268"/>
                      <a:pt x="1179" y="468"/>
                    </a:cubicBezTo>
                    <a:cubicBezTo>
                      <a:pt x="912" y="701"/>
                      <a:pt x="612" y="835"/>
                      <a:pt x="312" y="1035"/>
                    </a:cubicBezTo>
                    <a:cubicBezTo>
                      <a:pt x="0" y="1253"/>
                      <a:pt x="184" y="1675"/>
                      <a:pt x="508" y="1675"/>
                    </a:cubicBezTo>
                    <a:cubicBezTo>
                      <a:pt x="531" y="1675"/>
                      <a:pt x="555" y="1673"/>
                      <a:pt x="579" y="1669"/>
                    </a:cubicBezTo>
                    <a:cubicBezTo>
                      <a:pt x="946" y="1602"/>
                      <a:pt x="1313" y="1368"/>
                      <a:pt x="1613" y="1168"/>
                    </a:cubicBezTo>
                    <a:cubicBezTo>
                      <a:pt x="1946" y="935"/>
                      <a:pt x="2313" y="668"/>
                      <a:pt x="2247" y="234"/>
                    </a:cubicBezTo>
                    <a:cubicBezTo>
                      <a:pt x="2213" y="101"/>
                      <a:pt x="2080" y="1"/>
                      <a:pt x="194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0" name="Google Shape;2340;p45"/>
              <p:cNvSpPr/>
              <p:nvPr/>
            </p:nvSpPr>
            <p:spPr>
              <a:xfrm rot="-5400000">
                <a:off x="1335808" y="2536924"/>
                <a:ext cx="49477" cy="40022"/>
              </a:xfrm>
              <a:custGeom>
                <a:rect b="b" l="l" r="r" t="t"/>
                <a:pathLst>
                  <a:path extrusionOk="0" h="2788" w="3334">
                    <a:moveTo>
                      <a:pt x="3039" y="0"/>
                    </a:moveTo>
                    <a:cubicBezTo>
                      <a:pt x="2989" y="0"/>
                      <a:pt x="2935" y="11"/>
                      <a:pt x="2882" y="34"/>
                    </a:cubicBezTo>
                    <a:cubicBezTo>
                      <a:pt x="2381" y="268"/>
                      <a:pt x="2081" y="801"/>
                      <a:pt x="1681" y="1168"/>
                    </a:cubicBezTo>
                    <a:cubicBezTo>
                      <a:pt x="1214" y="1635"/>
                      <a:pt x="680" y="2002"/>
                      <a:pt x="147" y="2402"/>
                    </a:cubicBezTo>
                    <a:cubicBezTo>
                      <a:pt x="1" y="2519"/>
                      <a:pt x="135" y="2788"/>
                      <a:pt x="304" y="2788"/>
                    </a:cubicBezTo>
                    <a:cubicBezTo>
                      <a:pt x="329" y="2788"/>
                      <a:pt x="355" y="2782"/>
                      <a:pt x="380" y="2769"/>
                    </a:cubicBezTo>
                    <a:cubicBezTo>
                      <a:pt x="980" y="2536"/>
                      <a:pt x="1514" y="2169"/>
                      <a:pt x="2048" y="1769"/>
                    </a:cubicBezTo>
                    <a:cubicBezTo>
                      <a:pt x="2515" y="1402"/>
                      <a:pt x="3149" y="935"/>
                      <a:pt x="3282" y="301"/>
                    </a:cubicBezTo>
                    <a:cubicBezTo>
                      <a:pt x="3333" y="121"/>
                      <a:pt x="3207" y="0"/>
                      <a:pt x="30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1" name="Google Shape;2341;p45"/>
              <p:cNvSpPr/>
              <p:nvPr/>
            </p:nvSpPr>
            <p:spPr>
              <a:xfrm rot="-5400000">
                <a:off x="1347040" y="2499089"/>
                <a:ext cx="85211" cy="59774"/>
              </a:xfrm>
              <a:custGeom>
                <a:rect b="b" l="l" r="r" t="t"/>
                <a:pathLst>
                  <a:path extrusionOk="0" h="4164" w="5742">
                    <a:moveTo>
                      <a:pt x="5375" y="1"/>
                    </a:moveTo>
                    <a:cubicBezTo>
                      <a:pt x="5340" y="1"/>
                      <a:pt x="5305" y="10"/>
                      <a:pt x="5271" y="29"/>
                    </a:cubicBezTo>
                    <a:cubicBezTo>
                      <a:pt x="4437" y="563"/>
                      <a:pt x="3703" y="1163"/>
                      <a:pt x="2936" y="1764"/>
                    </a:cubicBezTo>
                    <a:cubicBezTo>
                      <a:pt x="2068" y="2498"/>
                      <a:pt x="1268" y="3332"/>
                      <a:pt x="200" y="3765"/>
                    </a:cubicBezTo>
                    <a:cubicBezTo>
                      <a:pt x="34" y="3832"/>
                      <a:pt x="0" y="4066"/>
                      <a:pt x="200" y="4132"/>
                    </a:cubicBezTo>
                    <a:cubicBezTo>
                      <a:pt x="302" y="4154"/>
                      <a:pt x="401" y="4163"/>
                      <a:pt x="497" y="4163"/>
                    </a:cubicBezTo>
                    <a:cubicBezTo>
                      <a:pt x="1154" y="4163"/>
                      <a:pt x="1678" y="3702"/>
                      <a:pt x="2202" y="3265"/>
                    </a:cubicBezTo>
                    <a:cubicBezTo>
                      <a:pt x="3369" y="2364"/>
                      <a:pt x="4537" y="1497"/>
                      <a:pt x="5571" y="463"/>
                    </a:cubicBezTo>
                    <a:cubicBezTo>
                      <a:pt x="5741" y="292"/>
                      <a:pt x="5573" y="1"/>
                      <a:pt x="537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2" name="Google Shape;2342;p45"/>
              <p:cNvSpPr/>
              <p:nvPr/>
            </p:nvSpPr>
            <p:spPr>
              <a:xfrm rot="-5400000">
                <a:off x="1337759" y="2442683"/>
                <a:ext cx="156488" cy="88398"/>
              </a:xfrm>
              <a:custGeom>
                <a:rect b="b" l="l" r="r" t="t"/>
                <a:pathLst>
                  <a:path extrusionOk="0" h="6158" w="10545">
                    <a:moveTo>
                      <a:pt x="10242" y="1"/>
                    </a:moveTo>
                    <a:cubicBezTo>
                      <a:pt x="10210" y="1"/>
                      <a:pt x="10176" y="8"/>
                      <a:pt x="10139" y="24"/>
                    </a:cubicBezTo>
                    <a:cubicBezTo>
                      <a:pt x="6704" y="1459"/>
                      <a:pt x="3368" y="3727"/>
                      <a:pt x="199" y="5728"/>
                    </a:cubicBezTo>
                    <a:cubicBezTo>
                      <a:pt x="0" y="5870"/>
                      <a:pt x="116" y="6157"/>
                      <a:pt x="319" y="6157"/>
                    </a:cubicBezTo>
                    <a:cubicBezTo>
                      <a:pt x="355" y="6157"/>
                      <a:pt x="393" y="6149"/>
                      <a:pt x="433" y="6129"/>
                    </a:cubicBezTo>
                    <a:cubicBezTo>
                      <a:pt x="3735" y="4427"/>
                      <a:pt x="7371" y="2726"/>
                      <a:pt x="10340" y="525"/>
                    </a:cubicBezTo>
                    <a:cubicBezTo>
                      <a:pt x="10545" y="378"/>
                      <a:pt x="10467" y="1"/>
                      <a:pt x="1024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3" name="Google Shape;2343;p45"/>
              <p:cNvSpPr/>
              <p:nvPr/>
            </p:nvSpPr>
            <p:spPr>
              <a:xfrm rot="-5400000">
                <a:off x="1339021" y="2376996"/>
                <a:ext cx="191792" cy="84738"/>
              </a:xfrm>
              <a:custGeom>
                <a:rect b="b" l="l" r="r" t="t"/>
                <a:pathLst>
                  <a:path extrusionOk="0" h="5903" w="12924">
                    <a:moveTo>
                      <a:pt x="12496" y="1"/>
                    </a:moveTo>
                    <a:cubicBezTo>
                      <a:pt x="12470" y="1"/>
                      <a:pt x="12444" y="5"/>
                      <a:pt x="12417" y="14"/>
                    </a:cubicBezTo>
                    <a:cubicBezTo>
                      <a:pt x="8281" y="1315"/>
                      <a:pt x="3844" y="3249"/>
                      <a:pt x="175" y="5518"/>
                    </a:cubicBezTo>
                    <a:cubicBezTo>
                      <a:pt x="0" y="5634"/>
                      <a:pt x="79" y="5903"/>
                      <a:pt x="236" y="5903"/>
                    </a:cubicBezTo>
                    <a:cubicBezTo>
                      <a:pt x="258" y="5903"/>
                      <a:pt x="283" y="5897"/>
                      <a:pt x="308" y="5885"/>
                    </a:cubicBezTo>
                    <a:cubicBezTo>
                      <a:pt x="4478" y="4350"/>
                      <a:pt x="8681" y="2482"/>
                      <a:pt x="12650" y="547"/>
                    </a:cubicBezTo>
                    <a:cubicBezTo>
                      <a:pt x="12924" y="426"/>
                      <a:pt x="12755" y="1"/>
                      <a:pt x="1249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4" name="Google Shape;2344;p45"/>
              <p:cNvSpPr/>
              <p:nvPr/>
            </p:nvSpPr>
            <p:spPr>
              <a:xfrm rot="-5400000">
                <a:off x="1349543" y="2285726"/>
                <a:ext cx="198485" cy="84393"/>
              </a:xfrm>
              <a:custGeom>
                <a:rect b="b" l="l" r="r" t="t"/>
                <a:pathLst>
                  <a:path extrusionOk="0" h="5879" w="13375">
                    <a:moveTo>
                      <a:pt x="12953" y="1"/>
                    </a:moveTo>
                    <a:cubicBezTo>
                      <a:pt x="12942" y="1"/>
                      <a:pt x="12930" y="2"/>
                      <a:pt x="12919" y="3"/>
                    </a:cubicBezTo>
                    <a:cubicBezTo>
                      <a:pt x="8616" y="804"/>
                      <a:pt x="4213" y="3139"/>
                      <a:pt x="376" y="5173"/>
                    </a:cubicBezTo>
                    <a:cubicBezTo>
                      <a:pt x="1" y="5376"/>
                      <a:pt x="251" y="5879"/>
                      <a:pt x="585" y="5879"/>
                    </a:cubicBezTo>
                    <a:cubicBezTo>
                      <a:pt x="637" y="5879"/>
                      <a:pt x="690" y="5867"/>
                      <a:pt x="743" y="5841"/>
                    </a:cubicBezTo>
                    <a:cubicBezTo>
                      <a:pt x="4780" y="3839"/>
                      <a:pt x="9116" y="2505"/>
                      <a:pt x="13119" y="470"/>
                    </a:cubicBezTo>
                    <a:cubicBezTo>
                      <a:pt x="13374" y="342"/>
                      <a:pt x="13202" y="1"/>
                      <a:pt x="12953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5" name="Google Shape;2345;p45"/>
              <p:cNvSpPr/>
              <p:nvPr/>
            </p:nvSpPr>
            <p:spPr>
              <a:xfrm rot="-5400000">
                <a:off x="1383336" y="2190484"/>
                <a:ext cx="155449" cy="73483"/>
              </a:xfrm>
              <a:custGeom>
                <a:rect b="b" l="l" r="r" t="t"/>
                <a:pathLst>
                  <a:path extrusionOk="0" h="5119" w="10475">
                    <a:moveTo>
                      <a:pt x="9993" y="0"/>
                    </a:moveTo>
                    <a:cubicBezTo>
                      <a:pt x="9980" y="0"/>
                      <a:pt x="9967" y="1"/>
                      <a:pt x="9954" y="2"/>
                    </a:cubicBezTo>
                    <a:cubicBezTo>
                      <a:pt x="6585" y="469"/>
                      <a:pt x="3049" y="2738"/>
                      <a:pt x="281" y="4539"/>
                    </a:cubicBezTo>
                    <a:cubicBezTo>
                      <a:pt x="1" y="4735"/>
                      <a:pt x="167" y="5119"/>
                      <a:pt x="425" y="5119"/>
                    </a:cubicBezTo>
                    <a:cubicBezTo>
                      <a:pt x="474" y="5119"/>
                      <a:pt x="527" y="5105"/>
                      <a:pt x="581" y="5073"/>
                    </a:cubicBezTo>
                    <a:cubicBezTo>
                      <a:pt x="2115" y="4172"/>
                      <a:pt x="3683" y="3338"/>
                      <a:pt x="5284" y="2571"/>
                    </a:cubicBezTo>
                    <a:cubicBezTo>
                      <a:pt x="6885" y="1837"/>
                      <a:pt x="8653" y="1403"/>
                      <a:pt x="10188" y="503"/>
                    </a:cubicBezTo>
                    <a:cubicBezTo>
                      <a:pt x="10475" y="343"/>
                      <a:pt x="10273" y="0"/>
                      <a:pt x="999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6" name="Google Shape;2346;p45"/>
              <p:cNvSpPr/>
              <p:nvPr/>
            </p:nvSpPr>
            <p:spPr>
              <a:xfrm rot="-5400000">
                <a:off x="1411629" y="2122032"/>
                <a:ext cx="116509" cy="57018"/>
              </a:xfrm>
              <a:custGeom>
                <a:rect b="b" l="l" r="r" t="t"/>
                <a:pathLst>
                  <a:path extrusionOk="0" h="3972" w="7851">
                    <a:moveTo>
                      <a:pt x="7491" y="0"/>
                    </a:moveTo>
                    <a:cubicBezTo>
                      <a:pt x="7465" y="0"/>
                      <a:pt x="7439" y="5"/>
                      <a:pt x="7411" y="15"/>
                    </a:cubicBezTo>
                    <a:cubicBezTo>
                      <a:pt x="4876" y="882"/>
                      <a:pt x="2374" y="2050"/>
                      <a:pt x="173" y="3584"/>
                    </a:cubicBezTo>
                    <a:cubicBezTo>
                      <a:pt x="0" y="3728"/>
                      <a:pt x="100" y="3971"/>
                      <a:pt x="281" y="3971"/>
                    </a:cubicBezTo>
                    <a:cubicBezTo>
                      <a:pt x="310" y="3971"/>
                      <a:pt x="341" y="3965"/>
                      <a:pt x="373" y="3951"/>
                    </a:cubicBezTo>
                    <a:cubicBezTo>
                      <a:pt x="2808" y="2784"/>
                      <a:pt x="5176" y="1583"/>
                      <a:pt x="7611" y="449"/>
                    </a:cubicBezTo>
                    <a:cubicBezTo>
                      <a:pt x="7851" y="359"/>
                      <a:pt x="7714" y="0"/>
                      <a:pt x="749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7" name="Google Shape;2347;p45"/>
              <p:cNvSpPr/>
              <p:nvPr/>
            </p:nvSpPr>
            <p:spPr>
              <a:xfrm rot="-5400000">
                <a:off x="1431647" y="2053471"/>
                <a:ext cx="98137" cy="54190"/>
              </a:xfrm>
              <a:custGeom>
                <a:rect b="b" l="l" r="r" t="t"/>
                <a:pathLst>
                  <a:path extrusionOk="0" h="3775" w="6613">
                    <a:moveTo>
                      <a:pt x="6294" y="1"/>
                    </a:moveTo>
                    <a:cubicBezTo>
                      <a:pt x="6259" y="1"/>
                      <a:pt x="6220" y="9"/>
                      <a:pt x="6180" y="29"/>
                    </a:cubicBezTo>
                    <a:cubicBezTo>
                      <a:pt x="4212" y="997"/>
                      <a:pt x="2244" y="2031"/>
                      <a:pt x="343" y="3132"/>
                    </a:cubicBezTo>
                    <a:cubicBezTo>
                      <a:pt x="1" y="3331"/>
                      <a:pt x="219" y="3774"/>
                      <a:pt x="518" y="3774"/>
                    </a:cubicBezTo>
                    <a:cubicBezTo>
                      <a:pt x="569" y="3774"/>
                      <a:pt x="623" y="3761"/>
                      <a:pt x="676" y="3732"/>
                    </a:cubicBezTo>
                    <a:cubicBezTo>
                      <a:pt x="2611" y="2665"/>
                      <a:pt x="4512" y="1564"/>
                      <a:pt x="6414" y="396"/>
                    </a:cubicBezTo>
                    <a:cubicBezTo>
                      <a:pt x="6612" y="283"/>
                      <a:pt x="6497" y="1"/>
                      <a:pt x="629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8" name="Google Shape;2348;p45"/>
              <p:cNvSpPr/>
              <p:nvPr/>
            </p:nvSpPr>
            <p:spPr>
              <a:xfrm rot="-5400000">
                <a:off x="1441129" y="1970501"/>
                <a:ext cx="73577" cy="34840"/>
              </a:xfrm>
              <a:custGeom>
                <a:rect b="b" l="l" r="r" t="t"/>
                <a:pathLst>
                  <a:path extrusionOk="0" h="2427" w="4958">
                    <a:moveTo>
                      <a:pt x="4692" y="0"/>
                    </a:moveTo>
                    <a:cubicBezTo>
                      <a:pt x="4668" y="0"/>
                      <a:pt x="4642" y="6"/>
                      <a:pt x="4614" y="17"/>
                    </a:cubicBezTo>
                    <a:cubicBezTo>
                      <a:pt x="3180" y="518"/>
                      <a:pt x="1745" y="1152"/>
                      <a:pt x="344" y="1819"/>
                    </a:cubicBezTo>
                    <a:cubicBezTo>
                      <a:pt x="0" y="1962"/>
                      <a:pt x="223" y="2426"/>
                      <a:pt x="526" y="2426"/>
                    </a:cubicBezTo>
                    <a:cubicBezTo>
                      <a:pt x="575" y="2426"/>
                      <a:pt x="627" y="2414"/>
                      <a:pt x="678" y="2386"/>
                    </a:cubicBezTo>
                    <a:cubicBezTo>
                      <a:pt x="2079" y="1785"/>
                      <a:pt x="3447" y="1152"/>
                      <a:pt x="4781" y="384"/>
                    </a:cubicBezTo>
                    <a:cubicBezTo>
                      <a:pt x="4957" y="296"/>
                      <a:pt x="4875" y="0"/>
                      <a:pt x="469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9" name="Google Shape;2349;p45"/>
              <p:cNvSpPr/>
              <p:nvPr/>
            </p:nvSpPr>
            <p:spPr>
              <a:xfrm rot="-5400000">
                <a:off x="1435647" y="1902327"/>
                <a:ext cx="81783" cy="36476"/>
              </a:xfrm>
              <a:custGeom>
                <a:rect b="b" l="l" r="r" t="t"/>
                <a:pathLst>
                  <a:path extrusionOk="0" h="2541" w="5511">
                    <a:moveTo>
                      <a:pt x="5223" y="1"/>
                    </a:moveTo>
                    <a:cubicBezTo>
                      <a:pt x="5212" y="1"/>
                      <a:pt x="5201" y="2"/>
                      <a:pt x="5189" y="4"/>
                    </a:cubicBezTo>
                    <a:cubicBezTo>
                      <a:pt x="3454" y="371"/>
                      <a:pt x="1787" y="1104"/>
                      <a:pt x="285" y="2005"/>
                    </a:cubicBezTo>
                    <a:cubicBezTo>
                      <a:pt x="1" y="2176"/>
                      <a:pt x="153" y="2541"/>
                      <a:pt x="432" y="2541"/>
                    </a:cubicBezTo>
                    <a:cubicBezTo>
                      <a:pt x="480" y="2541"/>
                      <a:pt x="532" y="2530"/>
                      <a:pt x="586" y="2505"/>
                    </a:cubicBezTo>
                    <a:cubicBezTo>
                      <a:pt x="2153" y="1805"/>
                      <a:pt x="3755" y="1138"/>
                      <a:pt x="5322" y="337"/>
                    </a:cubicBezTo>
                    <a:cubicBezTo>
                      <a:pt x="5511" y="243"/>
                      <a:pt x="5403" y="1"/>
                      <a:pt x="5223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0" name="Google Shape;2350;p45"/>
              <p:cNvSpPr/>
              <p:nvPr/>
            </p:nvSpPr>
            <p:spPr>
              <a:xfrm rot="-5400000">
                <a:off x="1445938" y="1838775"/>
                <a:ext cx="61245" cy="28825"/>
              </a:xfrm>
              <a:custGeom>
                <a:rect b="b" l="l" r="r" t="t"/>
                <a:pathLst>
                  <a:path extrusionOk="0" h="2008" w="4127">
                    <a:moveTo>
                      <a:pt x="3764" y="1"/>
                    </a:moveTo>
                    <a:cubicBezTo>
                      <a:pt x="3752" y="1"/>
                      <a:pt x="3739" y="1"/>
                      <a:pt x="3726" y="2"/>
                    </a:cubicBezTo>
                    <a:cubicBezTo>
                      <a:pt x="2492" y="36"/>
                      <a:pt x="1425" y="503"/>
                      <a:pt x="391" y="1203"/>
                    </a:cubicBezTo>
                    <a:cubicBezTo>
                      <a:pt x="0" y="1454"/>
                      <a:pt x="239" y="2008"/>
                      <a:pt x="601" y="2008"/>
                    </a:cubicBezTo>
                    <a:cubicBezTo>
                      <a:pt x="672" y="2008"/>
                      <a:pt x="747" y="1986"/>
                      <a:pt x="824" y="1937"/>
                    </a:cubicBezTo>
                    <a:cubicBezTo>
                      <a:pt x="1758" y="1370"/>
                      <a:pt x="2826" y="1003"/>
                      <a:pt x="3826" y="603"/>
                    </a:cubicBezTo>
                    <a:cubicBezTo>
                      <a:pt x="4117" y="474"/>
                      <a:pt x="4126" y="1"/>
                      <a:pt x="376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51" name="Google Shape;2351;p45"/>
            <p:cNvGrpSpPr/>
            <p:nvPr/>
          </p:nvGrpSpPr>
          <p:grpSpPr>
            <a:xfrm flipH="1">
              <a:off x="7440828" y="4301770"/>
              <a:ext cx="709115" cy="329805"/>
              <a:chOff x="689361" y="2500695"/>
              <a:chExt cx="694122" cy="329805"/>
            </a:xfrm>
          </p:grpSpPr>
          <p:sp>
            <p:nvSpPr>
              <p:cNvPr id="2352" name="Google Shape;2352;p45"/>
              <p:cNvSpPr/>
              <p:nvPr/>
            </p:nvSpPr>
            <p:spPr>
              <a:xfrm rot="-5400000">
                <a:off x="873981" y="2325502"/>
                <a:ext cx="324862" cy="675250"/>
              </a:xfrm>
              <a:custGeom>
                <a:rect b="b" l="l" r="r" t="t"/>
                <a:pathLst>
                  <a:path extrusionOk="0" h="31021" w="21891">
                    <a:moveTo>
                      <a:pt x="12075" y="1"/>
                    </a:moveTo>
                    <a:cubicBezTo>
                      <a:pt x="11414" y="1"/>
                      <a:pt x="10704" y="64"/>
                      <a:pt x="9941" y="199"/>
                    </a:cubicBezTo>
                    <a:cubicBezTo>
                      <a:pt x="1" y="1933"/>
                      <a:pt x="935" y="31021"/>
                      <a:pt x="935" y="31021"/>
                    </a:cubicBezTo>
                    <a:cubicBezTo>
                      <a:pt x="935" y="31021"/>
                      <a:pt x="17380" y="28652"/>
                      <a:pt x="17647" y="27351"/>
                    </a:cubicBezTo>
                    <a:cubicBezTo>
                      <a:pt x="17914" y="26017"/>
                      <a:pt x="20983" y="13908"/>
                      <a:pt x="20983" y="13908"/>
                    </a:cubicBezTo>
                    <a:cubicBezTo>
                      <a:pt x="20983" y="13908"/>
                      <a:pt x="21890" y="1"/>
                      <a:pt x="1207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3" name="Google Shape;2353;p45"/>
              <p:cNvSpPr/>
              <p:nvPr/>
            </p:nvSpPr>
            <p:spPr>
              <a:xfrm rot="-5400000">
                <a:off x="871824" y="2318841"/>
                <a:ext cx="329196" cy="694122"/>
              </a:xfrm>
              <a:custGeom>
                <a:rect b="b" l="l" r="r" t="t"/>
                <a:pathLst>
                  <a:path extrusionOk="0" h="31888" w="22183">
                    <a:moveTo>
                      <a:pt x="12376" y="832"/>
                    </a:moveTo>
                    <a:cubicBezTo>
                      <a:pt x="14577" y="832"/>
                      <a:pt x="16412" y="1599"/>
                      <a:pt x="17780" y="3067"/>
                    </a:cubicBezTo>
                    <a:cubicBezTo>
                      <a:pt x="21216" y="6703"/>
                      <a:pt x="20949" y="13708"/>
                      <a:pt x="20915" y="14275"/>
                    </a:cubicBezTo>
                    <a:cubicBezTo>
                      <a:pt x="20682" y="15142"/>
                      <a:pt x="17880" y="26116"/>
                      <a:pt x="17580" y="27651"/>
                    </a:cubicBezTo>
                    <a:cubicBezTo>
                      <a:pt x="16846" y="28385"/>
                      <a:pt x="9040" y="29919"/>
                      <a:pt x="1668" y="30987"/>
                    </a:cubicBezTo>
                    <a:cubicBezTo>
                      <a:pt x="1602" y="27251"/>
                      <a:pt x="1535" y="2566"/>
                      <a:pt x="10341" y="1032"/>
                    </a:cubicBezTo>
                    <a:cubicBezTo>
                      <a:pt x="11042" y="898"/>
                      <a:pt x="11742" y="832"/>
                      <a:pt x="12376" y="832"/>
                    </a:cubicBezTo>
                    <a:close/>
                    <a:moveTo>
                      <a:pt x="12357" y="0"/>
                    </a:moveTo>
                    <a:cubicBezTo>
                      <a:pt x="11664" y="0"/>
                      <a:pt x="10936" y="66"/>
                      <a:pt x="10174" y="198"/>
                    </a:cubicBezTo>
                    <a:cubicBezTo>
                      <a:pt x="0" y="1999"/>
                      <a:pt x="801" y="30286"/>
                      <a:pt x="834" y="31487"/>
                    </a:cubicBezTo>
                    <a:cubicBezTo>
                      <a:pt x="834" y="31587"/>
                      <a:pt x="901" y="31721"/>
                      <a:pt x="1001" y="31787"/>
                    </a:cubicBezTo>
                    <a:cubicBezTo>
                      <a:pt x="1068" y="31854"/>
                      <a:pt x="1168" y="31887"/>
                      <a:pt x="1268" y="31887"/>
                    </a:cubicBezTo>
                    <a:lnTo>
                      <a:pt x="1301" y="31887"/>
                    </a:lnTo>
                    <a:cubicBezTo>
                      <a:pt x="1368" y="31887"/>
                      <a:pt x="5471" y="31287"/>
                      <a:pt x="9607" y="30520"/>
                    </a:cubicBezTo>
                    <a:cubicBezTo>
                      <a:pt x="18147" y="28952"/>
                      <a:pt x="18280" y="28285"/>
                      <a:pt x="18380" y="27851"/>
                    </a:cubicBezTo>
                    <a:cubicBezTo>
                      <a:pt x="18614" y="26550"/>
                      <a:pt x="21683" y="14542"/>
                      <a:pt x="21716" y="14441"/>
                    </a:cubicBezTo>
                    <a:cubicBezTo>
                      <a:pt x="21716" y="14408"/>
                      <a:pt x="21716" y="14375"/>
                      <a:pt x="21716" y="14341"/>
                    </a:cubicBezTo>
                    <a:cubicBezTo>
                      <a:pt x="21749" y="14041"/>
                      <a:pt x="22183" y="6536"/>
                      <a:pt x="18414" y="2500"/>
                    </a:cubicBezTo>
                    <a:cubicBezTo>
                      <a:pt x="16851" y="833"/>
                      <a:pt x="14822" y="0"/>
                      <a:pt x="1235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54" name="Google Shape;2354;p45"/>
            <p:cNvGrpSpPr/>
            <p:nvPr/>
          </p:nvGrpSpPr>
          <p:grpSpPr>
            <a:xfrm flipH="1">
              <a:off x="4782459" y="3254425"/>
              <a:ext cx="3000678" cy="1477648"/>
              <a:chOff x="1048412" y="1453351"/>
              <a:chExt cx="2937234" cy="1477648"/>
            </a:xfrm>
          </p:grpSpPr>
          <p:sp>
            <p:nvSpPr>
              <p:cNvPr id="2355" name="Google Shape;2355;p45"/>
              <p:cNvSpPr/>
              <p:nvPr/>
            </p:nvSpPr>
            <p:spPr>
              <a:xfrm rot="-5400000">
                <a:off x="1778119" y="729429"/>
                <a:ext cx="1477648" cy="2925492"/>
              </a:xfrm>
              <a:custGeom>
                <a:rect b="b" l="l" r="r" t="t"/>
                <a:pathLst>
                  <a:path extrusionOk="0" h="203796" w="99572">
                    <a:moveTo>
                      <a:pt x="46023" y="1"/>
                    </a:moveTo>
                    <a:cubicBezTo>
                      <a:pt x="27326" y="1"/>
                      <a:pt x="9441" y="1561"/>
                      <a:pt x="6772" y="5235"/>
                    </a:cubicBezTo>
                    <a:cubicBezTo>
                      <a:pt x="1" y="14442"/>
                      <a:pt x="2403" y="189667"/>
                      <a:pt x="7239" y="197573"/>
                    </a:cubicBezTo>
                    <a:cubicBezTo>
                      <a:pt x="9962" y="202058"/>
                      <a:pt x="28474" y="203796"/>
                      <a:pt x="47647" y="203796"/>
                    </a:cubicBezTo>
                    <a:cubicBezTo>
                      <a:pt x="69117" y="203796"/>
                      <a:pt x="91415" y="201616"/>
                      <a:pt x="93301" y="198674"/>
                    </a:cubicBezTo>
                    <a:cubicBezTo>
                      <a:pt x="98271" y="190835"/>
                      <a:pt x="99572" y="14775"/>
                      <a:pt x="91700" y="5135"/>
                    </a:cubicBezTo>
                    <a:cubicBezTo>
                      <a:pt x="89104" y="1975"/>
                      <a:pt x="67050" y="1"/>
                      <a:pt x="4602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6" name="Google Shape;2356;p45"/>
              <p:cNvSpPr/>
              <p:nvPr/>
            </p:nvSpPr>
            <p:spPr>
              <a:xfrm rot="-5400000">
                <a:off x="1805681" y="722807"/>
                <a:ext cx="1422696" cy="2937234"/>
              </a:xfrm>
              <a:custGeom>
                <a:rect b="b" l="l" r="r" t="t"/>
                <a:pathLst>
                  <a:path extrusionOk="0" h="204614" w="95869">
                    <a:moveTo>
                      <a:pt x="44065" y="835"/>
                    </a:moveTo>
                    <a:cubicBezTo>
                      <a:pt x="66848" y="835"/>
                      <a:pt x="87229" y="3070"/>
                      <a:pt x="89464" y="5805"/>
                    </a:cubicBezTo>
                    <a:cubicBezTo>
                      <a:pt x="92767" y="9875"/>
                      <a:pt x="94935" y="48002"/>
                      <a:pt x="95001" y="102975"/>
                    </a:cubicBezTo>
                    <a:cubicBezTo>
                      <a:pt x="95035" y="153177"/>
                      <a:pt x="93300" y="195307"/>
                      <a:pt x="91032" y="198843"/>
                    </a:cubicBezTo>
                    <a:cubicBezTo>
                      <a:pt x="89364" y="201478"/>
                      <a:pt x="68182" y="203780"/>
                      <a:pt x="45700" y="203780"/>
                    </a:cubicBezTo>
                    <a:cubicBezTo>
                      <a:pt x="23284" y="203780"/>
                      <a:pt x="7939" y="201478"/>
                      <a:pt x="5704" y="197776"/>
                    </a:cubicBezTo>
                    <a:cubicBezTo>
                      <a:pt x="3536" y="194240"/>
                      <a:pt x="1568" y="152310"/>
                      <a:pt x="1168" y="102307"/>
                    </a:cubicBezTo>
                    <a:cubicBezTo>
                      <a:pt x="734" y="47635"/>
                      <a:pt x="2335" y="9808"/>
                      <a:pt x="5204" y="5872"/>
                    </a:cubicBezTo>
                    <a:cubicBezTo>
                      <a:pt x="7439" y="2803"/>
                      <a:pt x="22683" y="835"/>
                      <a:pt x="44065" y="835"/>
                    </a:cubicBezTo>
                    <a:close/>
                    <a:moveTo>
                      <a:pt x="44032" y="1"/>
                    </a:moveTo>
                    <a:cubicBezTo>
                      <a:pt x="35692" y="1"/>
                      <a:pt x="8173" y="368"/>
                      <a:pt x="4503" y="5371"/>
                    </a:cubicBezTo>
                    <a:cubicBezTo>
                      <a:pt x="901" y="10308"/>
                      <a:pt x="0" y="58676"/>
                      <a:pt x="334" y="102307"/>
                    </a:cubicBezTo>
                    <a:cubicBezTo>
                      <a:pt x="667" y="145672"/>
                      <a:pt x="2435" y="194006"/>
                      <a:pt x="4970" y="198209"/>
                    </a:cubicBezTo>
                    <a:cubicBezTo>
                      <a:pt x="8506" y="203980"/>
                      <a:pt x="34625" y="204614"/>
                      <a:pt x="45700" y="204614"/>
                    </a:cubicBezTo>
                    <a:cubicBezTo>
                      <a:pt x="66214" y="204614"/>
                      <a:pt x="89631" y="202579"/>
                      <a:pt x="91732" y="199277"/>
                    </a:cubicBezTo>
                    <a:cubicBezTo>
                      <a:pt x="94434" y="195040"/>
                      <a:pt x="95869" y="146506"/>
                      <a:pt x="95835" y="102975"/>
                    </a:cubicBezTo>
                    <a:cubicBezTo>
                      <a:pt x="95802" y="59110"/>
                      <a:pt x="94268" y="10375"/>
                      <a:pt x="90098" y="5271"/>
                    </a:cubicBezTo>
                    <a:cubicBezTo>
                      <a:pt x="87296" y="1835"/>
                      <a:pt x="64280" y="1"/>
                      <a:pt x="4403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7" name="Google Shape;2357;p45"/>
              <p:cNvSpPr/>
              <p:nvPr/>
            </p:nvSpPr>
            <p:spPr>
              <a:xfrm rot="-5400000">
                <a:off x="1091129" y="2725108"/>
                <a:ext cx="57164" cy="33462"/>
              </a:xfrm>
              <a:custGeom>
                <a:rect b="b" l="l" r="r" t="t"/>
                <a:pathLst>
                  <a:path extrusionOk="0" h="2331" w="3852">
                    <a:moveTo>
                      <a:pt x="3493" y="1"/>
                    </a:moveTo>
                    <a:cubicBezTo>
                      <a:pt x="3481" y="1"/>
                      <a:pt x="3470" y="1"/>
                      <a:pt x="3458" y="3"/>
                    </a:cubicBezTo>
                    <a:cubicBezTo>
                      <a:pt x="2891" y="36"/>
                      <a:pt x="2424" y="369"/>
                      <a:pt x="1923" y="636"/>
                    </a:cubicBezTo>
                    <a:cubicBezTo>
                      <a:pt x="1356" y="937"/>
                      <a:pt x="756" y="1303"/>
                      <a:pt x="289" y="1737"/>
                    </a:cubicBezTo>
                    <a:cubicBezTo>
                      <a:pt x="1" y="1996"/>
                      <a:pt x="260" y="2331"/>
                      <a:pt x="551" y="2331"/>
                    </a:cubicBezTo>
                    <a:cubicBezTo>
                      <a:pt x="597" y="2331"/>
                      <a:pt x="644" y="2322"/>
                      <a:pt x="689" y="2304"/>
                    </a:cubicBezTo>
                    <a:cubicBezTo>
                      <a:pt x="1223" y="2071"/>
                      <a:pt x="1690" y="1737"/>
                      <a:pt x="2157" y="1470"/>
                    </a:cubicBezTo>
                    <a:cubicBezTo>
                      <a:pt x="2657" y="1170"/>
                      <a:pt x="3258" y="970"/>
                      <a:pt x="3691" y="570"/>
                    </a:cubicBezTo>
                    <a:cubicBezTo>
                      <a:pt x="3851" y="377"/>
                      <a:pt x="3766" y="1"/>
                      <a:pt x="3493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8" name="Google Shape;2358;p45"/>
              <p:cNvSpPr/>
              <p:nvPr/>
            </p:nvSpPr>
            <p:spPr>
              <a:xfrm rot="-5400000">
                <a:off x="1087528" y="2688939"/>
                <a:ext cx="123409" cy="79268"/>
              </a:xfrm>
              <a:custGeom>
                <a:rect b="b" l="l" r="r" t="t"/>
                <a:pathLst>
                  <a:path extrusionOk="0" h="5522" w="8316">
                    <a:moveTo>
                      <a:pt x="7896" y="1"/>
                    </a:moveTo>
                    <a:cubicBezTo>
                      <a:pt x="7875" y="1"/>
                      <a:pt x="7853" y="3"/>
                      <a:pt x="7831" y="9"/>
                    </a:cubicBezTo>
                    <a:cubicBezTo>
                      <a:pt x="6464" y="442"/>
                      <a:pt x="5263" y="1376"/>
                      <a:pt x="4095" y="2177"/>
                    </a:cubicBezTo>
                    <a:cubicBezTo>
                      <a:pt x="2728" y="3044"/>
                      <a:pt x="1427" y="4011"/>
                      <a:pt x="192" y="5079"/>
                    </a:cubicBezTo>
                    <a:cubicBezTo>
                      <a:pt x="0" y="5244"/>
                      <a:pt x="170" y="5521"/>
                      <a:pt x="385" y="5521"/>
                    </a:cubicBezTo>
                    <a:cubicBezTo>
                      <a:pt x="431" y="5521"/>
                      <a:pt x="479" y="5509"/>
                      <a:pt x="526" y="5479"/>
                    </a:cubicBezTo>
                    <a:cubicBezTo>
                      <a:pt x="1827" y="4578"/>
                      <a:pt x="3095" y="3644"/>
                      <a:pt x="4429" y="2777"/>
                    </a:cubicBezTo>
                    <a:cubicBezTo>
                      <a:pt x="5630" y="2010"/>
                      <a:pt x="7031" y="1410"/>
                      <a:pt x="8131" y="509"/>
                    </a:cubicBezTo>
                    <a:cubicBezTo>
                      <a:pt x="8315" y="325"/>
                      <a:pt x="8133" y="1"/>
                      <a:pt x="789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9" name="Google Shape;2359;p45"/>
              <p:cNvSpPr/>
              <p:nvPr/>
            </p:nvSpPr>
            <p:spPr>
              <a:xfrm rot="-5400000">
                <a:off x="1128853" y="2667449"/>
                <a:ext cx="159025" cy="114266"/>
              </a:xfrm>
              <a:custGeom>
                <a:rect b="b" l="l" r="r" t="t"/>
                <a:pathLst>
                  <a:path extrusionOk="0" h="7960" w="10716">
                    <a:moveTo>
                      <a:pt x="10451" y="0"/>
                    </a:moveTo>
                    <a:cubicBezTo>
                      <a:pt x="10433" y="0"/>
                      <a:pt x="10415" y="3"/>
                      <a:pt x="10397" y="11"/>
                    </a:cubicBezTo>
                    <a:cubicBezTo>
                      <a:pt x="6594" y="1512"/>
                      <a:pt x="3192" y="4581"/>
                      <a:pt x="256" y="7349"/>
                    </a:cubicBezTo>
                    <a:cubicBezTo>
                      <a:pt x="0" y="7605"/>
                      <a:pt x="235" y="7960"/>
                      <a:pt x="510" y="7960"/>
                    </a:cubicBezTo>
                    <a:cubicBezTo>
                      <a:pt x="593" y="7960"/>
                      <a:pt x="679" y="7927"/>
                      <a:pt x="757" y="7850"/>
                    </a:cubicBezTo>
                    <a:cubicBezTo>
                      <a:pt x="3825" y="5014"/>
                      <a:pt x="7395" y="2979"/>
                      <a:pt x="10597" y="344"/>
                    </a:cubicBezTo>
                    <a:cubicBezTo>
                      <a:pt x="10716" y="225"/>
                      <a:pt x="10596" y="0"/>
                      <a:pt x="1045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0" name="Google Shape;2360;p45"/>
              <p:cNvSpPr/>
              <p:nvPr/>
            </p:nvSpPr>
            <p:spPr>
              <a:xfrm rot="-5400000">
                <a:off x="1207510" y="2677509"/>
                <a:ext cx="158595" cy="127759"/>
              </a:xfrm>
              <a:custGeom>
                <a:rect b="b" l="l" r="r" t="t"/>
                <a:pathLst>
                  <a:path extrusionOk="0" h="8900" w="10687">
                    <a:moveTo>
                      <a:pt x="10310" y="0"/>
                    </a:moveTo>
                    <a:cubicBezTo>
                      <a:pt x="10278" y="0"/>
                      <a:pt x="10246" y="7"/>
                      <a:pt x="10214" y="20"/>
                    </a:cubicBezTo>
                    <a:cubicBezTo>
                      <a:pt x="8312" y="854"/>
                      <a:pt x="6645" y="2422"/>
                      <a:pt x="5077" y="3723"/>
                    </a:cubicBezTo>
                    <a:cubicBezTo>
                      <a:pt x="3309" y="5224"/>
                      <a:pt x="1641" y="6858"/>
                      <a:pt x="107" y="8593"/>
                    </a:cubicBezTo>
                    <a:cubicBezTo>
                      <a:pt x="1" y="8725"/>
                      <a:pt x="126" y="8899"/>
                      <a:pt x="265" y="8899"/>
                    </a:cubicBezTo>
                    <a:cubicBezTo>
                      <a:pt x="302" y="8899"/>
                      <a:pt x="339" y="8887"/>
                      <a:pt x="373" y="8860"/>
                    </a:cubicBezTo>
                    <a:cubicBezTo>
                      <a:pt x="1875" y="7392"/>
                      <a:pt x="3376" y="5958"/>
                      <a:pt x="4977" y="4623"/>
                    </a:cubicBezTo>
                    <a:cubicBezTo>
                      <a:pt x="6745" y="3122"/>
                      <a:pt x="8813" y="1988"/>
                      <a:pt x="10514" y="420"/>
                    </a:cubicBezTo>
                    <a:cubicBezTo>
                      <a:pt x="10687" y="248"/>
                      <a:pt x="10512" y="0"/>
                      <a:pt x="1031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1" name="Google Shape;2361;p45"/>
              <p:cNvSpPr/>
              <p:nvPr/>
            </p:nvSpPr>
            <p:spPr>
              <a:xfrm rot="-5400000">
                <a:off x="1264919" y="2668800"/>
                <a:ext cx="176804" cy="120438"/>
              </a:xfrm>
              <a:custGeom>
                <a:rect b="b" l="l" r="r" t="t"/>
                <a:pathLst>
                  <a:path extrusionOk="0" h="8390" w="11914">
                    <a:moveTo>
                      <a:pt x="11344" y="1"/>
                    </a:moveTo>
                    <a:cubicBezTo>
                      <a:pt x="11294" y="1"/>
                      <a:pt x="11243" y="11"/>
                      <a:pt x="11195" y="36"/>
                    </a:cubicBezTo>
                    <a:cubicBezTo>
                      <a:pt x="7225" y="2171"/>
                      <a:pt x="3556" y="5039"/>
                      <a:pt x="187" y="7975"/>
                    </a:cubicBezTo>
                    <a:cubicBezTo>
                      <a:pt x="0" y="8161"/>
                      <a:pt x="175" y="8390"/>
                      <a:pt x="389" y="8390"/>
                    </a:cubicBezTo>
                    <a:cubicBezTo>
                      <a:pt x="443" y="8390"/>
                      <a:pt x="500" y="8375"/>
                      <a:pt x="554" y="8342"/>
                    </a:cubicBezTo>
                    <a:cubicBezTo>
                      <a:pt x="3656" y="5873"/>
                      <a:pt x="6892" y="3738"/>
                      <a:pt x="10194" y="1570"/>
                    </a:cubicBezTo>
                    <a:cubicBezTo>
                      <a:pt x="10234" y="1630"/>
                      <a:pt x="10298" y="1678"/>
                      <a:pt x="10365" y="1678"/>
                    </a:cubicBezTo>
                    <a:cubicBezTo>
                      <a:pt x="10409" y="1678"/>
                      <a:pt x="10454" y="1657"/>
                      <a:pt x="10494" y="1603"/>
                    </a:cubicBezTo>
                    <a:cubicBezTo>
                      <a:pt x="10828" y="1237"/>
                      <a:pt x="11195" y="903"/>
                      <a:pt x="11628" y="603"/>
                    </a:cubicBezTo>
                    <a:cubicBezTo>
                      <a:pt x="11913" y="375"/>
                      <a:pt x="11638" y="1"/>
                      <a:pt x="1134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2" name="Google Shape;2362;p45"/>
              <p:cNvSpPr/>
              <p:nvPr/>
            </p:nvSpPr>
            <p:spPr>
              <a:xfrm rot="-5400000">
                <a:off x="1347197" y="2686621"/>
                <a:ext cx="162661" cy="102710"/>
              </a:xfrm>
              <a:custGeom>
                <a:rect b="b" l="l" r="r" t="t"/>
                <a:pathLst>
                  <a:path extrusionOk="0" h="7155" w="10961">
                    <a:moveTo>
                      <a:pt x="10644" y="0"/>
                    </a:moveTo>
                    <a:cubicBezTo>
                      <a:pt x="10616" y="0"/>
                      <a:pt x="10586" y="6"/>
                      <a:pt x="10554" y="17"/>
                    </a:cubicBezTo>
                    <a:cubicBezTo>
                      <a:pt x="6685" y="1018"/>
                      <a:pt x="3016" y="4053"/>
                      <a:pt x="180" y="6755"/>
                    </a:cubicBezTo>
                    <a:cubicBezTo>
                      <a:pt x="1" y="6935"/>
                      <a:pt x="157" y="7155"/>
                      <a:pt x="330" y="7155"/>
                    </a:cubicBezTo>
                    <a:cubicBezTo>
                      <a:pt x="382" y="7155"/>
                      <a:pt x="435" y="7135"/>
                      <a:pt x="481" y="7089"/>
                    </a:cubicBezTo>
                    <a:cubicBezTo>
                      <a:pt x="2015" y="5755"/>
                      <a:pt x="3650" y="4520"/>
                      <a:pt x="5351" y="3420"/>
                    </a:cubicBezTo>
                    <a:cubicBezTo>
                      <a:pt x="7085" y="2319"/>
                      <a:pt x="9020" y="1552"/>
                      <a:pt x="10755" y="451"/>
                    </a:cubicBezTo>
                    <a:cubicBezTo>
                      <a:pt x="10961" y="304"/>
                      <a:pt x="10855" y="0"/>
                      <a:pt x="106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3" name="Google Shape;2363;p45"/>
              <p:cNvSpPr/>
              <p:nvPr/>
            </p:nvSpPr>
            <p:spPr>
              <a:xfrm rot="-5400000">
                <a:off x="1404481" y="2654157"/>
                <a:ext cx="166534" cy="107131"/>
              </a:xfrm>
              <a:custGeom>
                <a:rect b="b" l="l" r="r" t="t"/>
                <a:pathLst>
                  <a:path extrusionOk="0" h="7463" w="11222">
                    <a:moveTo>
                      <a:pt x="10844" y="1"/>
                    </a:moveTo>
                    <a:cubicBezTo>
                      <a:pt x="10814" y="1"/>
                      <a:pt x="10782" y="6"/>
                      <a:pt x="10748" y="16"/>
                    </a:cubicBezTo>
                    <a:cubicBezTo>
                      <a:pt x="6879" y="1117"/>
                      <a:pt x="3109" y="4319"/>
                      <a:pt x="207" y="7021"/>
                    </a:cubicBezTo>
                    <a:cubicBezTo>
                      <a:pt x="0" y="7202"/>
                      <a:pt x="194" y="7462"/>
                      <a:pt x="400" y="7462"/>
                    </a:cubicBezTo>
                    <a:cubicBezTo>
                      <a:pt x="460" y="7462"/>
                      <a:pt x="521" y="7440"/>
                      <a:pt x="574" y="7388"/>
                    </a:cubicBezTo>
                    <a:cubicBezTo>
                      <a:pt x="2275" y="5987"/>
                      <a:pt x="4010" y="4686"/>
                      <a:pt x="5878" y="3485"/>
                    </a:cubicBezTo>
                    <a:cubicBezTo>
                      <a:pt x="7512" y="2417"/>
                      <a:pt x="9380" y="1684"/>
                      <a:pt x="10981" y="549"/>
                    </a:cubicBezTo>
                    <a:cubicBezTo>
                      <a:pt x="11221" y="370"/>
                      <a:pt x="11111" y="1"/>
                      <a:pt x="1084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4" name="Google Shape;2364;p45"/>
              <p:cNvSpPr/>
              <p:nvPr/>
            </p:nvSpPr>
            <p:spPr>
              <a:xfrm rot="-5400000">
                <a:off x="1467385" y="2653218"/>
                <a:ext cx="131260" cy="84623"/>
              </a:xfrm>
              <a:custGeom>
                <a:rect b="b" l="l" r="r" t="t"/>
                <a:pathLst>
                  <a:path extrusionOk="0" h="5895" w="8845">
                    <a:moveTo>
                      <a:pt x="8491" y="0"/>
                    </a:moveTo>
                    <a:cubicBezTo>
                      <a:pt x="8464" y="0"/>
                      <a:pt x="8435" y="5"/>
                      <a:pt x="8404" y="15"/>
                    </a:cubicBezTo>
                    <a:cubicBezTo>
                      <a:pt x="5436" y="1216"/>
                      <a:pt x="2400" y="3184"/>
                      <a:pt x="165" y="5485"/>
                    </a:cubicBezTo>
                    <a:cubicBezTo>
                      <a:pt x="1" y="5623"/>
                      <a:pt x="129" y="5895"/>
                      <a:pt x="310" y="5895"/>
                    </a:cubicBezTo>
                    <a:cubicBezTo>
                      <a:pt x="349" y="5895"/>
                      <a:pt x="390" y="5882"/>
                      <a:pt x="432" y="5852"/>
                    </a:cubicBezTo>
                    <a:cubicBezTo>
                      <a:pt x="3167" y="4051"/>
                      <a:pt x="5836" y="2250"/>
                      <a:pt x="8605" y="515"/>
                    </a:cubicBezTo>
                    <a:cubicBezTo>
                      <a:pt x="8844" y="365"/>
                      <a:pt x="8734" y="0"/>
                      <a:pt x="849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5" name="Google Shape;2365;p45"/>
              <p:cNvSpPr/>
              <p:nvPr/>
            </p:nvSpPr>
            <p:spPr>
              <a:xfrm rot="-5400000">
                <a:off x="1478741" y="2586472"/>
                <a:ext cx="155048" cy="76311"/>
              </a:xfrm>
              <a:custGeom>
                <a:rect b="b" l="l" r="r" t="t"/>
                <a:pathLst>
                  <a:path extrusionOk="0" h="5316" w="10448">
                    <a:moveTo>
                      <a:pt x="10055" y="0"/>
                    </a:moveTo>
                    <a:cubicBezTo>
                      <a:pt x="10037" y="0"/>
                      <a:pt x="10018" y="3"/>
                      <a:pt x="9999" y="7"/>
                    </a:cubicBezTo>
                    <a:cubicBezTo>
                      <a:pt x="6530" y="908"/>
                      <a:pt x="3061" y="2709"/>
                      <a:pt x="225" y="4811"/>
                    </a:cubicBezTo>
                    <a:cubicBezTo>
                      <a:pt x="0" y="4980"/>
                      <a:pt x="131" y="5315"/>
                      <a:pt x="338" y="5315"/>
                    </a:cubicBezTo>
                    <a:cubicBezTo>
                      <a:pt x="377" y="5315"/>
                      <a:pt x="417" y="5304"/>
                      <a:pt x="459" y="5278"/>
                    </a:cubicBezTo>
                    <a:cubicBezTo>
                      <a:pt x="3661" y="3476"/>
                      <a:pt x="6830" y="1975"/>
                      <a:pt x="10199" y="474"/>
                    </a:cubicBezTo>
                    <a:cubicBezTo>
                      <a:pt x="10447" y="381"/>
                      <a:pt x="10292" y="0"/>
                      <a:pt x="1005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6" name="Google Shape;2366;p45"/>
              <p:cNvSpPr/>
              <p:nvPr/>
            </p:nvSpPr>
            <p:spPr>
              <a:xfrm rot="-5400000">
                <a:off x="1492347" y="2467687"/>
                <a:ext cx="137656" cy="72923"/>
              </a:xfrm>
              <a:custGeom>
                <a:rect b="b" l="l" r="r" t="t"/>
                <a:pathLst>
                  <a:path extrusionOk="0" h="5080" w="9276">
                    <a:moveTo>
                      <a:pt x="8883" y="0"/>
                    </a:moveTo>
                    <a:cubicBezTo>
                      <a:pt x="8857" y="0"/>
                      <a:pt x="8829" y="5"/>
                      <a:pt x="8800" y="14"/>
                    </a:cubicBezTo>
                    <a:cubicBezTo>
                      <a:pt x="5732" y="1015"/>
                      <a:pt x="2763" y="2616"/>
                      <a:pt x="228" y="4618"/>
                    </a:cubicBezTo>
                    <a:cubicBezTo>
                      <a:pt x="0" y="4788"/>
                      <a:pt x="209" y="5080"/>
                      <a:pt x="441" y="5080"/>
                    </a:cubicBezTo>
                    <a:cubicBezTo>
                      <a:pt x="481" y="5080"/>
                      <a:pt x="522" y="5071"/>
                      <a:pt x="561" y="5051"/>
                    </a:cubicBezTo>
                    <a:cubicBezTo>
                      <a:pt x="3330" y="3417"/>
                      <a:pt x="6132" y="1949"/>
                      <a:pt x="9034" y="515"/>
                    </a:cubicBezTo>
                    <a:cubicBezTo>
                      <a:pt x="9275" y="394"/>
                      <a:pt x="9135" y="0"/>
                      <a:pt x="888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7" name="Google Shape;2367;p45"/>
              <p:cNvSpPr/>
              <p:nvPr/>
            </p:nvSpPr>
            <p:spPr>
              <a:xfrm rot="-5400000">
                <a:off x="1508987" y="2374258"/>
                <a:ext cx="109490" cy="45477"/>
              </a:xfrm>
              <a:custGeom>
                <a:rect b="b" l="l" r="r" t="t"/>
                <a:pathLst>
                  <a:path extrusionOk="0" h="3168" w="7378">
                    <a:moveTo>
                      <a:pt x="6986" y="0"/>
                    </a:moveTo>
                    <a:cubicBezTo>
                      <a:pt x="6959" y="0"/>
                      <a:pt x="6931" y="5"/>
                      <a:pt x="6903" y="14"/>
                    </a:cubicBezTo>
                    <a:cubicBezTo>
                      <a:pt x="4701" y="748"/>
                      <a:pt x="2499" y="1549"/>
                      <a:pt x="365" y="2483"/>
                    </a:cubicBezTo>
                    <a:cubicBezTo>
                      <a:pt x="0" y="2604"/>
                      <a:pt x="188" y="3168"/>
                      <a:pt x="527" y="3168"/>
                    </a:cubicBezTo>
                    <a:cubicBezTo>
                      <a:pt x="560" y="3168"/>
                      <a:pt x="595" y="3162"/>
                      <a:pt x="631" y="3150"/>
                    </a:cubicBezTo>
                    <a:cubicBezTo>
                      <a:pt x="2833" y="2349"/>
                      <a:pt x="4968" y="1449"/>
                      <a:pt x="7136" y="481"/>
                    </a:cubicBezTo>
                    <a:cubicBezTo>
                      <a:pt x="7377" y="391"/>
                      <a:pt x="7237" y="0"/>
                      <a:pt x="698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8" name="Google Shape;2368;p45"/>
              <p:cNvSpPr/>
              <p:nvPr/>
            </p:nvSpPr>
            <p:spPr>
              <a:xfrm rot="-5400000">
                <a:off x="1521669" y="2269418"/>
                <a:ext cx="84083" cy="40467"/>
              </a:xfrm>
              <a:custGeom>
                <a:rect b="b" l="l" r="r" t="t"/>
                <a:pathLst>
                  <a:path extrusionOk="0" h="2819" w="5666">
                    <a:moveTo>
                      <a:pt x="5348" y="0"/>
                    </a:moveTo>
                    <a:cubicBezTo>
                      <a:pt x="5328" y="0"/>
                      <a:pt x="5307" y="3"/>
                      <a:pt x="5285" y="8"/>
                    </a:cubicBezTo>
                    <a:cubicBezTo>
                      <a:pt x="3550" y="542"/>
                      <a:pt x="1749" y="1342"/>
                      <a:pt x="215" y="2343"/>
                    </a:cubicBezTo>
                    <a:cubicBezTo>
                      <a:pt x="0" y="2496"/>
                      <a:pt x="95" y="2818"/>
                      <a:pt x="344" y="2818"/>
                    </a:cubicBezTo>
                    <a:cubicBezTo>
                      <a:pt x="367" y="2818"/>
                      <a:pt x="390" y="2816"/>
                      <a:pt x="415" y="2810"/>
                    </a:cubicBezTo>
                    <a:cubicBezTo>
                      <a:pt x="2183" y="2276"/>
                      <a:pt x="3917" y="1409"/>
                      <a:pt x="5452" y="442"/>
                    </a:cubicBezTo>
                    <a:cubicBezTo>
                      <a:pt x="5666" y="319"/>
                      <a:pt x="5571" y="0"/>
                      <a:pt x="534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9" name="Google Shape;2369;p45"/>
              <p:cNvSpPr/>
              <p:nvPr/>
            </p:nvSpPr>
            <p:spPr>
              <a:xfrm rot="-5400000">
                <a:off x="1540494" y="2207073"/>
                <a:ext cx="53053" cy="22193"/>
              </a:xfrm>
              <a:custGeom>
                <a:rect b="b" l="l" r="r" t="t"/>
                <a:pathLst>
                  <a:path extrusionOk="0" h="1546" w="3575">
                    <a:moveTo>
                      <a:pt x="3244" y="1"/>
                    </a:moveTo>
                    <a:cubicBezTo>
                      <a:pt x="3227" y="1"/>
                      <a:pt x="3210" y="3"/>
                      <a:pt x="3192" y="8"/>
                    </a:cubicBezTo>
                    <a:cubicBezTo>
                      <a:pt x="2192" y="309"/>
                      <a:pt x="1124" y="576"/>
                      <a:pt x="223" y="1109"/>
                    </a:cubicBezTo>
                    <a:cubicBezTo>
                      <a:pt x="1" y="1236"/>
                      <a:pt x="142" y="1545"/>
                      <a:pt x="358" y="1545"/>
                    </a:cubicBezTo>
                    <a:cubicBezTo>
                      <a:pt x="368" y="1545"/>
                      <a:pt x="379" y="1544"/>
                      <a:pt x="390" y="1543"/>
                    </a:cubicBezTo>
                    <a:cubicBezTo>
                      <a:pt x="1424" y="1343"/>
                      <a:pt x="2392" y="842"/>
                      <a:pt x="3359" y="442"/>
                    </a:cubicBezTo>
                    <a:cubicBezTo>
                      <a:pt x="3575" y="350"/>
                      <a:pt x="3449" y="1"/>
                      <a:pt x="324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0" name="Google Shape;2370;p45"/>
              <p:cNvSpPr/>
              <p:nvPr/>
            </p:nvSpPr>
            <p:spPr>
              <a:xfrm rot="-5400000">
                <a:off x="1528787" y="2109241"/>
                <a:ext cx="68368" cy="36146"/>
              </a:xfrm>
              <a:custGeom>
                <a:rect b="b" l="l" r="r" t="t"/>
                <a:pathLst>
                  <a:path extrusionOk="0" h="2518" w="4607">
                    <a:moveTo>
                      <a:pt x="4318" y="0"/>
                    </a:moveTo>
                    <a:cubicBezTo>
                      <a:pt x="4299" y="0"/>
                      <a:pt x="4279" y="3"/>
                      <a:pt x="4258" y="9"/>
                    </a:cubicBezTo>
                    <a:cubicBezTo>
                      <a:pt x="2890" y="410"/>
                      <a:pt x="1589" y="943"/>
                      <a:pt x="388" y="1744"/>
                    </a:cubicBezTo>
                    <a:cubicBezTo>
                      <a:pt x="1" y="1993"/>
                      <a:pt x="233" y="2518"/>
                      <a:pt x="571" y="2518"/>
                    </a:cubicBezTo>
                    <a:cubicBezTo>
                      <a:pt x="641" y="2518"/>
                      <a:pt x="715" y="2495"/>
                      <a:pt x="789" y="2444"/>
                    </a:cubicBezTo>
                    <a:cubicBezTo>
                      <a:pt x="1956" y="1710"/>
                      <a:pt x="3157" y="977"/>
                      <a:pt x="4424" y="376"/>
                    </a:cubicBezTo>
                    <a:cubicBezTo>
                      <a:pt x="4607" y="285"/>
                      <a:pt x="4512" y="0"/>
                      <a:pt x="431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1" name="Google Shape;2371;p45"/>
              <p:cNvSpPr/>
              <p:nvPr/>
            </p:nvSpPr>
            <p:spPr>
              <a:xfrm rot="-5400000">
                <a:off x="1519824" y="2017320"/>
                <a:ext cx="73933" cy="38974"/>
              </a:xfrm>
              <a:custGeom>
                <a:rect b="b" l="l" r="r" t="t"/>
                <a:pathLst>
                  <a:path extrusionOk="0" h="2715" w="4982">
                    <a:moveTo>
                      <a:pt x="4649" y="0"/>
                    </a:moveTo>
                    <a:cubicBezTo>
                      <a:pt x="4609" y="0"/>
                      <a:pt x="4564" y="12"/>
                      <a:pt x="4518" y="38"/>
                    </a:cubicBezTo>
                    <a:cubicBezTo>
                      <a:pt x="3117" y="872"/>
                      <a:pt x="1649" y="1572"/>
                      <a:pt x="215" y="2306"/>
                    </a:cubicBezTo>
                    <a:cubicBezTo>
                      <a:pt x="0" y="2398"/>
                      <a:pt x="123" y="2715"/>
                      <a:pt x="325" y="2715"/>
                    </a:cubicBezTo>
                    <a:cubicBezTo>
                      <a:pt x="343" y="2715"/>
                      <a:pt x="362" y="2712"/>
                      <a:pt x="381" y="2706"/>
                    </a:cubicBezTo>
                    <a:cubicBezTo>
                      <a:pt x="1983" y="2340"/>
                      <a:pt x="3484" y="1472"/>
                      <a:pt x="4785" y="505"/>
                    </a:cubicBezTo>
                    <a:cubicBezTo>
                      <a:pt x="4982" y="336"/>
                      <a:pt x="4870" y="0"/>
                      <a:pt x="464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2" name="Google Shape;2372;p45"/>
              <p:cNvSpPr/>
              <p:nvPr/>
            </p:nvSpPr>
            <p:spPr>
              <a:xfrm rot="-5400000">
                <a:off x="3602806" y="2791669"/>
                <a:ext cx="43081" cy="32586"/>
              </a:xfrm>
              <a:custGeom>
                <a:rect b="b" l="l" r="r" t="t"/>
                <a:pathLst>
                  <a:path extrusionOk="0" h="2270" w="2903">
                    <a:moveTo>
                      <a:pt x="2551" y="0"/>
                    </a:moveTo>
                    <a:cubicBezTo>
                      <a:pt x="2111" y="0"/>
                      <a:pt x="1789" y="412"/>
                      <a:pt x="1468" y="669"/>
                    </a:cubicBezTo>
                    <a:cubicBezTo>
                      <a:pt x="1034" y="1036"/>
                      <a:pt x="534" y="1370"/>
                      <a:pt x="167" y="1803"/>
                    </a:cubicBezTo>
                    <a:cubicBezTo>
                      <a:pt x="1" y="2025"/>
                      <a:pt x="134" y="2270"/>
                      <a:pt x="336" y="2270"/>
                    </a:cubicBezTo>
                    <a:cubicBezTo>
                      <a:pt x="378" y="2270"/>
                      <a:pt x="422" y="2260"/>
                      <a:pt x="467" y="2237"/>
                    </a:cubicBezTo>
                    <a:cubicBezTo>
                      <a:pt x="967" y="2037"/>
                      <a:pt x="1368" y="1670"/>
                      <a:pt x="1801" y="1370"/>
                    </a:cubicBezTo>
                    <a:cubicBezTo>
                      <a:pt x="2168" y="1103"/>
                      <a:pt x="2769" y="836"/>
                      <a:pt x="2869" y="369"/>
                    </a:cubicBezTo>
                    <a:cubicBezTo>
                      <a:pt x="2902" y="169"/>
                      <a:pt x="2802" y="2"/>
                      <a:pt x="2602" y="2"/>
                    </a:cubicBezTo>
                    <a:cubicBezTo>
                      <a:pt x="2585" y="1"/>
                      <a:pt x="2568" y="0"/>
                      <a:pt x="255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3" name="Google Shape;2373;p45"/>
              <p:cNvSpPr/>
              <p:nvPr/>
            </p:nvSpPr>
            <p:spPr>
              <a:xfrm rot="-5400000">
                <a:off x="3620865" y="2765957"/>
                <a:ext cx="69985" cy="43926"/>
              </a:xfrm>
              <a:custGeom>
                <a:rect b="b" l="l" r="r" t="t"/>
                <a:pathLst>
                  <a:path extrusionOk="0" h="3060" w="4716">
                    <a:moveTo>
                      <a:pt x="4395" y="1"/>
                    </a:moveTo>
                    <a:cubicBezTo>
                      <a:pt x="4384" y="1"/>
                      <a:pt x="4372" y="2"/>
                      <a:pt x="4360" y="3"/>
                    </a:cubicBezTo>
                    <a:cubicBezTo>
                      <a:pt x="2792" y="304"/>
                      <a:pt x="1224" y="1404"/>
                      <a:pt x="190" y="2572"/>
                    </a:cubicBezTo>
                    <a:cubicBezTo>
                      <a:pt x="1" y="2761"/>
                      <a:pt x="162" y="3060"/>
                      <a:pt x="372" y="3060"/>
                    </a:cubicBezTo>
                    <a:cubicBezTo>
                      <a:pt x="421" y="3060"/>
                      <a:pt x="473" y="3043"/>
                      <a:pt x="523" y="3006"/>
                    </a:cubicBezTo>
                    <a:cubicBezTo>
                      <a:pt x="1157" y="2539"/>
                      <a:pt x="1791" y="2038"/>
                      <a:pt x="2458" y="1638"/>
                    </a:cubicBezTo>
                    <a:cubicBezTo>
                      <a:pt x="3125" y="1204"/>
                      <a:pt x="3859" y="871"/>
                      <a:pt x="4526" y="437"/>
                    </a:cubicBezTo>
                    <a:cubicBezTo>
                      <a:pt x="4716" y="279"/>
                      <a:pt x="4606" y="1"/>
                      <a:pt x="439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4" name="Google Shape;2374;p45"/>
              <p:cNvSpPr/>
              <p:nvPr/>
            </p:nvSpPr>
            <p:spPr>
              <a:xfrm rot="-5400000">
                <a:off x="3630373" y="2699483"/>
                <a:ext cx="133441" cy="95906"/>
              </a:xfrm>
              <a:custGeom>
                <a:rect b="b" l="l" r="r" t="t"/>
                <a:pathLst>
                  <a:path extrusionOk="0" h="6681" w="8992">
                    <a:moveTo>
                      <a:pt x="8667" y="0"/>
                    </a:moveTo>
                    <a:cubicBezTo>
                      <a:pt x="8648" y="0"/>
                      <a:pt x="8627" y="3"/>
                      <a:pt x="8606" y="9"/>
                    </a:cubicBezTo>
                    <a:cubicBezTo>
                      <a:pt x="6672" y="743"/>
                      <a:pt x="4937" y="2277"/>
                      <a:pt x="3303" y="3511"/>
                    </a:cubicBezTo>
                    <a:cubicBezTo>
                      <a:pt x="2535" y="4045"/>
                      <a:pt x="34" y="5346"/>
                      <a:pt x="0" y="6413"/>
                    </a:cubicBezTo>
                    <a:cubicBezTo>
                      <a:pt x="0" y="6513"/>
                      <a:pt x="100" y="6614"/>
                      <a:pt x="200" y="6647"/>
                    </a:cubicBezTo>
                    <a:cubicBezTo>
                      <a:pt x="234" y="6647"/>
                      <a:pt x="267" y="6647"/>
                      <a:pt x="300" y="6680"/>
                    </a:cubicBezTo>
                    <a:cubicBezTo>
                      <a:pt x="367" y="6680"/>
                      <a:pt x="467" y="6680"/>
                      <a:pt x="501" y="6614"/>
                    </a:cubicBezTo>
                    <a:lnTo>
                      <a:pt x="601" y="6513"/>
                    </a:lnTo>
                    <a:cubicBezTo>
                      <a:pt x="634" y="6480"/>
                      <a:pt x="667" y="6380"/>
                      <a:pt x="601" y="6313"/>
                    </a:cubicBezTo>
                    <a:cubicBezTo>
                      <a:pt x="601" y="6280"/>
                      <a:pt x="601" y="6247"/>
                      <a:pt x="567" y="6247"/>
                    </a:cubicBezTo>
                    <a:cubicBezTo>
                      <a:pt x="534" y="6213"/>
                      <a:pt x="501" y="6180"/>
                      <a:pt x="467" y="6180"/>
                    </a:cubicBezTo>
                    <a:cubicBezTo>
                      <a:pt x="968" y="5880"/>
                      <a:pt x="2469" y="4979"/>
                      <a:pt x="2635" y="4846"/>
                    </a:cubicBezTo>
                    <a:cubicBezTo>
                      <a:pt x="3303" y="4379"/>
                      <a:pt x="4003" y="3878"/>
                      <a:pt x="4704" y="3411"/>
                    </a:cubicBezTo>
                    <a:cubicBezTo>
                      <a:pt x="6071" y="2444"/>
                      <a:pt x="7672" y="1643"/>
                      <a:pt x="8840" y="409"/>
                    </a:cubicBezTo>
                    <a:cubicBezTo>
                      <a:pt x="8992" y="288"/>
                      <a:pt x="8867" y="0"/>
                      <a:pt x="866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5" name="Google Shape;2375;p45"/>
              <p:cNvSpPr/>
              <p:nvPr/>
            </p:nvSpPr>
            <p:spPr>
              <a:xfrm rot="-5400000">
                <a:off x="3663780" y="2667029"/>
                <a:ext cx="182324" cy="112227"/>
              </a:xfrm>
              <a:custGeom>
                <a:rect b="b" l="l" r="r" t="t"/>
                <a:pathLst>
                  <a:path extrusionOk="0" h="7818" w="12286">
                    <a:moveTo>
                      <a:pt x="11550" y="1"/>
                    </a:moveTo>
                    <a:cubicBezTo>
                      <a:pt x="10117" y="1"/>
                      <a:pt x="7914" y="1699"/>
                      <a:pt x="6982" y="2252"/>
                    </a:cubicBezTo>
                    <a:cubicBezTo>
                      <a:pt x="4547" y="3686"/>
                      <a:pt x="2245" y="5421"/>
                      <a:pt x="210" y="7389"/>
                    </a:cubicBezTo>
                    <a:cubicBezTo>
                      <a:pt x="1" y="7572"/>
                      <a:pt x="182" y="7817"/>
                      <a:pt x="382" y="7817"/>
                    </a:cubicBezTo>
                    <a:cubicBezTo>
                      <a:pt x="437" y="7817"/>
                      <a:pt x="494" y="7799"/>
                      <a:pt x="544" y="7756"/>
                    </a:cubicBezTo>
                    <a:cubicBezTo>
                      <a:pt x="2345" y="6288"/>
                      <a:pt x="4180" y="4887"/>
                      <a:pt x="6148" y="3653"/>
                    </a:cubicBezTo>
                    <a:cubicBezTo>
                      <a:pt x="6948" y="3153"/>
                      <a:pt x="7782" y="2686"/>
                      <a:pt x="8583" y="2252"/>
                    </a:cubicBezTo>
                    <a:cubicBezTo>
                      <a:pt x="9017" y="2018"/>
                      <a:pt x="9417" y="1818"/>
                      <a:pt x="9851" y="1618"/>
                    </a:cubicBezTo>
                    <a:cubicBezTo>
                      <a:pt x="10051" y="1518"/>
                      <a:pt x="11151" y="717"/>
                      <a:pt x="11585" y="417"/>
                    </a:cubicBezTo>
                    <a:lnTo>
                      <a:pt x="11585" y="417"/>
                    </a:lnTo>
                    <a:cubicBezTo>
                      <a:pt x="11552" y="517"/>
                      <a:pt x="11585" y="617"/>
                      <a:pt x="11685" y="684"/>
                    </a:cubicBezTo>
                    <a:cubicBezTo>
                      <a:pt x="11719" y="717"/>
                      <a:pt x="11752" y="751"/>
                      <a:pt x="11785" y="751"/>
                    </a:cubicBezTo>
                    <a:cubicBezTo>
                      <a:pt x="11832" y="786"/>
                      <a:pt x="11886" y="800"/>
                      <a:pt x="11939" y="800"/>
                    </a:cubicBezTo>
                    <a:cubicBezTo>
                      <a:pt x="12038" y="800"/>
                      <a:pt x="12130" y="749"/>
                      <a:pt x="12152" y="684"/>
                    </a:cubicBezTo>
                    <a:cubicBezTo>
                      <a:pt x="12186" y="617"/>
                      <a:pt x="12219" y="551"/>
                      <a:pt x="12219" y="517"/>
                    </a:cubicBezTo>
                    <a:cubicBezTo>
                      <a:pt x="12286" y="384"/>
                      <a:pt x="12286" y="184"/>
                      <a:pt x="12119" y="117"/>
                    </a:cubicBezTo>
                    <a:cubicBezTo>
                      <a:pt x="11950" y="37"/>
                      <a:pt x="11758" y="1"/>
                      <a:pt x="1155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6" name="Google Shape;2376;p45"/>
              <p:cNvSpPr/>
              <p:nvPr/>
            </p:nvSpPr>
            <p:spPr>
              <a:xfrm rot="-5400000">
                <a:off x="3714711" y="2643125"/>
                <a:ext cx="174741" cy="111610"/>
              </a:xfrm>
              <a:custGeom>
                <a:rect b="b" l="l" r="r" t="t"/>
                <a:pathLst>
                  <a:path extrusionOk="0" h="7775" w="11775">
                    <a:moveTo>
                      <a:pt x="11390" y="0"/>
                    </a:moveTo>
                    <a:cubicBezTo>
                      <a:pt x="11361" y="0"/>
                      <a:pt x="11331" y="5"/>
                      <a:pt x="11299" y="14"/>
                    </a:cubicBezTo>
                    <a:cubicBezTo>
                      <a:pt x="7196" y="1515"/>
                      <a:pt x="3560" y="4217"/>
                      <a:pt x="291" y="7119"/>
                    </a:cubicBezTo>
                    <a:cubicBezTo>
                      <a:pt x="0" y="7384"/>
                      <a:pt x="276" y="7775"/>
                      <a:pt x="603" y="7775"/>
                    </a:cubicBezTo>
                    <a:cubicBezTo>
                      <a:pt x="688" y="7775"/>
                      <a:pt x="776" y="7748"/>
                      <a:pt x="858" y="7686"/>
                    </a:cubicBezTo>
                    <a:cubicBezTo>
                      <a:pt x="4161" y="4818"/>
                      <a:pt x="7797" y="2750"/>
                      <a:pt x="11533" y="515"/>
                    </a:cubicBezTo>
                    <a:cubicBezTo>
                      <a:pt x="11774" y="394"/>
                      <a:pt x="11661" y="0"/>
                      <a:pt x="113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7" name="Google Shape;2377;p45"/>
              <p:cNvSpPr/>
              <p:nvPr/>
            </p:nvSpPr>
            <p:spPr>
              <a:xfrm rot="-5400000">
                <a:off x="3728761" y="2602242"/>
                <a:ext cx="215566" cy="104763"/>
              </a:xfrm>
              <a:custGeom>
                <a:rect b="b" l="l" r="r" t="t"/>
                <a:pathLst>
                  <a:path extrusionOk="0" h="7298" w="14526">
                    <a:moveTo>
                      <a:pt x="13841" y="1"/>
                    </a:moveTo>
                    <a:cubicBezTo>
                      <a:pt x="11795" y="1"/>
                      <a:pt x="9896" y="1191"/>
                      <a:pt x="8088" y="2079"/>
                    </a:cubicBezTo>
                    <a:cubicBezTo>
                      <a:pt x="5353" y="3480"/>
                      <a:pt x="2784" y="5047"/>
                      <a:pt x="249" y="6782"/>
                    </a:cubicBezTo>
                    <a:cubicBezTo>
                      <a:pt x="0" y="6948"/>
                      <a:pt x="141" y="7298"/>
                      <a:pt x="368" y="7298"/>
                    </a:cubicBezTo>
                    <a:cubicBezTo>
                      <a:pt x="415" y="7298"/>
                      <a:pt x="465" y="7283"/>
                      <a:pt x="516" y="7249"/>
                    </a:cubicBezTo>
                    <a:cubicBezTo>
                      <a:pt x="2684" y="5915"/>
                      <a:pt x="4886" y="4647"/>
                      <a:pt x="7154" y="3480"/>
                    </a:cubicBezTo>
                    <a:cubicBezTo>
                      <a:pt x="9389" y="2312"/>
                      <a:pt x="11757" y="978"/>
                      <a:pt x="14226" y="478"/>
                    </a:cubicBezTo>
                    <a:cubicBezTo>
                      <a:pt x="14526" y="411"/>
                      <a:pt x="14426" y="11"/>
                      <a:pt x="14159" y="11"/>
                    </a:cubicBezTo>
                    <a:cubicBezTo>
                      <a:pt x="14053" y="4"/>
                      <a:pt x="13947" y="1"/>
                      <a:pt x="1384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8" name="Google Shape;2378;p45"/>
              <p:cNvSpPr/>
              <p:nvPr/>
            </p:nvSpPr>
            <p:spPr>
              <a:xfrm rot="-5400000">
                <a:off x="3791319" y="2531716"/>
                <a:ext cx="163166" cy="92489"/>
              </a:xfrm>
              <a:custGeom>
                <a:rect b="b" l="l" r="r" t="t"/>
                <a:pathLst>
                  <a:path extrusionOk="0" h="6443" w="10995">
                    <a:moveTo>
                      <a:pt x="10510" y="0"/>
                    </a:moveTo>
                    <a:cubicBezTo>
                      <a:pt x="10474" y="0"/>
                      <a:pt x="10436" y="6"/>
                      <a:pt x="10397" y="19"/>
                    </a:cubicBezTo>
                    <a:cubicBezTo>
                      <a:pt x="6761" y="1153"/>
                      <a:pt x="3392" y="3388"/>
                      <a:pt x="357" y="5623"/>
                    </a:cubicBezTo>
                    <a:cubicBezTo>
                      <a:pt x="0" y="5898"/>
                      <a:pt x="230" y="6442"/>
                      <a:pt x="582" y="6442"/>
                    </a:cubicBezTo>
                    <a:cubicBezTo>
                      <a:pt x="658" y="6442"/>
                      <a:pt x="740" y="6417"/>
                      <a:pt x="824" y="6357"/>
                    </a:cubicBezTo>
                    <a:cubicBezTo>
                      <a:pt x="3959" y="4122"/>
                      <a:pt x="7328" y="2554"/>
                      <a:pt x="10664" y="686"/>
                    </a:cubicBezTo>
                    <a:cubicBezTo>
                      <a:pt x="10995" y="506"/>
                      <a:pt x="10837" y="0"/>
                      <a:pt x="1051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9" name="Google Shape;2379;p45"/>
              <p:cNvSpPr/>
              <p:nvPr/>
            </p:nvSpPr>
            <p:spPr>
              <a:xfrm rot="-5400000">
                <a:off x="3829084" y="2463535"/>
                <a:ext cx="136320" cy="72263"/>
              </a:xfrm>
              <a:custGeom>
                <a:rect b="b" l="l" r="r" t="t"/>
                <a:pathLst>
                  <a:path extrusionOk="0" h="5034" w="9186">
                    <a:moveTo>
                      <a:pt x="8754" y="1"/>
                    </a:moveTo>
                    <a:cubicBezTo>
                      <a:pt x="8722" y="1"/>
                      <a:pt x="8688" y="7"/>
                      <a:pt x="8654" y="21"/>
                    </a:cubicBezTo>
                    <a:cubicBezTo>
                      <a:pt x="5718" y="1122"/>
                      <a:pt x="2883" y="2656"/>
                      <a:pt x="314" y="4391"/>
                    </a:cubicBezTo>
                    <a:cubicBezTo>
                      <a:pt x="1" y="4590"/>
                      <a:pt x="174" y="5033"/>
                      <a:pt x="481" y="5033"/>
                    </a:cubicBezTo>
                    <a:cubicBezTo>
                      <a:pt x="533" y="5033"/>
                      <a:pt x="590" y="5020"/>
                      <a:pt x="648" y="4991"/>
                    </a:cubicBezTo>
                    <a:cubicBezTo>
                      <a:pt x="3383" y="3524"/>
                      <a:pt x="6152" y="2123"/>
                      <a:pt x="8887" y="621"/>
                    </a:cubicBezTo>
                    <a:cubicBezTo>
                      <a:pt x="9186" y="472"/>
                      <a:pt x="9029" y="1"/>
                      <a:pt x="875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0" name="Google Shape;2380;p45"/>
              <p:cNvSpPr/>
              <p:nvPr/>
            </p:nvSpPr>
            <p:spPr>
              <a:xfrm rot="-5400000">
                <a:off x="3867920" y="2389474"/>
                <a:ext cx="90019" cy="45290"/>
              </a:xfrm>
              <a:custGeom>
                <a:rect b="b" l="l" r="r" t="t"/>
                <a:pathLst>
                  <a:path extrusionOk="0" h="3155" w="6066">
                    <a:moveTo>
                      <a:pt x="5703" y="0"/>
                    </a:moveTo>
                    <a:cubicBezTo>
                      <a:pt x="5670" y="0"/>
                      <a:pt x="5634" y="8"/>
                      <a:pt x="5598" y="24"/>
                    </a:cubicBezTo>
                    <a:cubicBezTo>
                      <a:pt x="3796" y="758"/>
                      <a:pt x="2029" y="1558"/>
                      <a:pt x="294" y="2492"/>
                    </a:cubicBezTo>
                    <a:cubicBezTo>
                      <a:pt x="0" y="2669"/>
                      <a:pt x="146" y="3155"/>
                      <a:pt x="436" y="3155"/>
                    </a:cubicBezTo>
                    <a:cubicBezTo>
                      <a:pt x="475" y="3155"/>
                      <a:pt x="517" y="3146"/>
                      <a:pt x="561" y="3126"/>
                    </a:cubicBezTo>
                    <a:cubicBezTo>
                      <a:pt x="2395" y="2359"/>
                      <a:pt x="4130" y="1492"/>
                      <a:pt x="5831" y="524"/>
                    </a:cubicBezTo>
                    <a:cubicBezTo>
                      <a:pt x="6065" y="378"/>
                      <a:pt x="5940" y="0"/>
                      <a:pt x="570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1" name="Google Shape;2381;p45"/>
              <p:cNvSpPr/>
              <p:nvPr/>
            </p:nvSpPr>
            <p:spPr>
              <a:xfrm rot="-5400000">
                <a:off x="3870733" y="2291084"/>
                <a:ext cx="107694" cy="60463"/>
              </a:xfrm>
              <a:custGeom>
                <a:rect b="b" l="l" r="r" t="t"/>
                <a:pathLst>
                  <a:path extrusionOk="0" h="4212" w="7257">
                    <a:moveTo>
                      <a:pt x="6781" y="1"/>
                    </a:moveTo>
                    <a:cubicBezTo>
                      <a:pt x="6759" y="1"/>
                      <a:pt x="6736" y="3"/>
                      <a:pt x="6713" y="8"/>
                    </a:cubicBezTo>
                    <a:cubicBezTo>
                      <a:pt x="4311" y="441"/>
                      <a:pt x="2143" y="1942"/>
                      <a:pt x="342" y="3510"/>
                    </a:cubicBezTo>
                    <a:cubicBezTo>
                      <a:pt x="0" y="3799"/>
                      <a:pt x="300" y="4212"/>
                      <a:pt x="654" y="4212"/>
                    </a:cubicBezTo>
                    <a:cubicBezTo>
                      <a:pt x="750" y="4212"/>
                      <a:pt x="850" y="4182"/>
                      <a:pt x="942" y="4111"/>
                    </a:cubicBezTo>
                    <a:cubicBezTo>
                      <a:pt x="2810" y="2610"/>
                      <a:pt x="4878" y="1709"/>
                      <a:pt x="6946" y="575"/>
                    </a:cubicBezTo>
                    <a:cubicBezTo>
                      <a:pt x="7256" y="389"/>
                      <a:pt x="7076" y="1"/>
                      <a:pt x="678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2" name="Google Shape;2382;p45"/>
              <p:cNvSpPr/>
              <p:nvPr/>
            </p:nvSpPr>
            <p:spPr>
              <a:xfrm rot="-5400000">
                <a:off x="3909671" y="2230375"/>
                <a:ext cx="44565" cy="22781"/>
              </a:xfrm>
              <a:custGeom>
                <a:rect b="b" l="l" r="r" t="t"/>
                <a:pathLst>
                  <a:path extrusionOk="0" h="1587" w="3003">
                    <a:moveTo>
                      <a:pt x="2711" y="0"/>
                    </a:moveTo>
                    <a:cubicBezTo>
                      <a:pt x="2685" y="0"/>
                      <a:pt x="2657" y="5"/>
                      <a:pt x="2628" y="16"/>
                    </a:cubicBezTo>
                    <a:cubicBezTo>
                      <a:pt x="1794" y="283"/>
                      <a:pt x="827" y="450"/>
                      <a:pt x="160" y="1050"/>
                    </a:cubicBezTo>
                    <a:cubicBezTo>
                      <a:pt x="0" y="1242"/>
                      <a:pt x="116" y="1586"/>
                      <a:pt x="360" y="1586"/>
                    </a:cubicBezTo>
                    <a:cubicBezTo>
                      <a:pt x="371" y="1586"/>
                      <a:pt x="382" y="1586"/>
                      <a:pt x="393" y="1584"/>
                    </a:cubicBezTo>
                    <a:cubicBezTo>
                      <a:pt x="1261" y="1484"/>
                      <a:pt x="2061" y="884"/>
                      <a:pt x="2795" y="450"/>
                    </a:cubicBezTo>
                    <a:cubicBezTo>
                      <a:pt x="3003" y="331"/>
                      <a:pt x="2920" y="0"/>
                      <a:pt x="271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3" name="Google Shape;2383;p45"/>
              <p:cNvSpPr/>
              <p:nvPr/>
            </p:nvSpPr>
            <p:spPr>
              <a:xfrm rot="-5400000">
                <a:off x="3905037" y="2029281"/>
                <a:ext cx="44357" cy="31567"/>
              </a:xfrm>
              <a:custGeom>
                <a:rect b="b" l="l" r="r" t="t"/>
                <a:pathLst>
                  <a:path extrusionOk="0" h="2199" w="2989">
                    <a:moveTo>
                      <a:pt x="2759" y="0"/>
                    </a:moveTo>
                    <a:cubicBezTo>
                      <a:pt x="2734" y="0"/>
                      <a:pt x="2706" y="6"/>
                      <a:pt x="2677" y="19"/>
                    </a:cubicBezTo>
                    <a:cubicBezTo>
                      <a:pt x="1709" y="319"/>
                      <a:pt x="742" y="986"/>
                      <a:pt x="108" y="1787"/>
                    </a:cubicBezTo>
                    <a:cubicBezTo>
                      <a:pt x="0" y="1949"/>
                      <a:pt x="111" y="2199"/>
                      <a:pt x="281" y="2199"/>
                    </a:cubicBezTo>
                    <a:cubicBezTo>
                      <a:pt x="321" y="2199"/>
                      <a:pt x="364" y="2185"/>
                      <a:pt x="408" y="2153"/>
                    </a:cubicBezTo>
                    <a:cubicBezTo>
                      <a:pt x="1209" y="1553"/>
                      <a:pt x="2010" y="986"/>
                      <a:pt x="2844" y="386"/>
                    </a:cubicBezTo>
                    <a:cubicBezTo>
                      <a:pt x="2989" y="269"/>
                      <a:pt x="2931" y="0"/>
                      <a:pt x="275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4" name="Google Shape;2384;p45"/>
              <p:cNvSpPr/>
              <p:nvPr/>
            </p:nvSpPr>
            <p:spPr>
              <a:xfrm rot="-5400000">
                <a:off x="3851548" y="1912789"/>
                <a:ext cx="118067" cy="66148"/>
              </a:xfrm>
              <a:custGeom>
                <a:rect b="b" l="l" r="r" t="t"/>
                <a:pathLst>
                  <a:path extrusionOk="0" h="4608" w="7956">
                    <a:moveTo>
                      <a:pt x="7528" y="0"/>
                    </a:moveTo>
                    <a:cubicBezTo>
                      <a:pt x="7502" y="0"/>
                      <a:pt x="7476" y="4"/>
                      <a:pt x="7449" y="13"/>
                    </a:cubicBezTo>
                    <a:cubicBezTo>
                      <a:pt x="4880" y="1014"/>
                      <a:pt x="2512" y="2415"/>
                      <a:pt x="277" y="3983"/>
                    </a:cubicBezTo>
                    <a:cubicBezTo>
                      <a:pt x="1" y="4204"/>
                      <a:pt x="159" y="4607"/>
                      <a:pt x="430" y="4607"/>
                    </a:cubicBezTo>
                    <a:cubicBezTo>
                      <a:pt x="486" y="4607"/>
                      <a:pt x="547" y="4590"/>
                      <a:pt x="611" y="4550"/>
                    </a:cubicBezTo>
                    <a:cubicBezTo>
                      <a:pt x="2912" y="3115"/>
                      <a:pt x="5281" y="1848"/>
                      <a:pt x="7682" y="580"/>
                    </a:cubicBezTo>
                    <a:cubicBezTo>
                      <a:pt x="7956" y="428"/>
                      <a:pt x="7787" y="0"/>
                      <a:pt x="752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5" name="Google Shape;2385;p45"/>
              <p:cNvSpPr/>
              <p:nvPr/>
            </p:nvSpPr>
            <p:spPr>
              <a:xfrm rot="-5400000">
                <a:off x="3785320" y="1761466"/>
                <a:ext cx="189893" cy="114395"/>
              </a:xfrm>
              <a:custGeom>
                <a:rect b="b" l="l" r="r" t="t"/>
                <a:pathLst>
                  <a:path extrusionOk="0" h="7969" w="12796">
                    <a:moveTo>
                      <a:pt x="12380" y="1"/>
                    </a:moveTo>
                    <a:cubicBezTo>
                      <a:pt x="12336" y="1"/>
                      <a:pt x="12288" y="11"/>
                      <a:pt x="12239" y="36"/>
                    </a:cubicBezTo>
                    <a:cubicBezTo>
                      <a:pt x="8136" y="2337"/>
                      <a:pt x="4100" y="4839"/>
                      <a:pt x="230" y="7508"/>
                    </a:cubicBezTo>
                    <a:cubicBezTo>
                      <a:pt x="1" y="7651"/>
                      <a:pt x="142" y="7968"/>
                      <a:pt x="377" y="7968"/>
                    </a:cubicBezTo>
                    <a:cubicBezTo>
                      <a:pt x="415" y="7968"/>
                      <a:pt x="456" y="7960"/>
                      <a:pt x="497" y="7942"/>
                    </a:cubicBezTo>
                    <a:cubicBezTo>
                      <a:pt x="4600" y="5673"/>
                      <a:pt x="8636" y="3171"/>
                      <a:pt x="12539" y="536"/>
                    </a:cubicBezTo>
                    <a:cubicBezTo>
                      <a:pt x="12795" y="365"/>
                      <a:pt x="12639" y="1"/>
                      <a:pt x="1238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6" name="Google Shape;2386;p45"/>
              <p:cNvSpPr/>
              <p:nvPr/>
            </p:nvSpPr>
            <p:spPr>
              <a:xfrm rot="-5400000">
                <a:off x="3777373" y="1639228"/>
                <a:ext cx="195161" cy="125735"/>
              </a:xfrm>
              <a:custGeom>
                <a:rect b="b" l="l" r="r" t="t"/>
                <a:pathLst>
                  <a:path extrusionOk="0" h="8759" w="13151">
                    <a:moveTo>
                      <a:pt x="12650" y="0"/>
                    </a:moveTo>
                    <a:cubicBezTo>
                      <a:pt x="12602" y="0"/>
                      <a:pt x="12552" y="10"/>
                      <a:pt x="12501" y="34"/>
                    </a:cubicBezTo>
                    <a:cubicBezTo>
                      <a:pt x="8064" y="1968"/>
                      <a:pt x="3728" y="4904"/>
                      <a:pt x="192" y="8273"/>
                    </a:cubicBezTo>
                    <a:cubicBezTo>
                      <a:pt x="1" y="8437"/>
                      <a:pt x="168" y="8758"/>
                      <a:pt x="382" y="8758"/>
                    </a:cubicBezTo>
                    <a:cubicBezTo>
                      <a:pt x="429" y="8758"/>
                      <a:pt x="478" y="8743"/>
                      <a:pt x="526" y="8707"/>
                    </a:cubicBezTo>
                    <a:cubicBezTo>
                      <a:pt x="4529" y="5704"/>
                      <a:pt x="8531" y="3102"/>
                      <a:pt x="12835" y="567"/>
                    </a:cubicBezTo>
                    <a:cubicBezTo>
                      <a:pt x="13150" y="395"/>
                      <a:pt x="12947" y="0"/>
                      <a:pt x="1265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7" name="Google Shape;2387;p45"/>
              <p:cNvSpPr/>
              <p:nvPr/>
            </p:nvSpPr>
            <p:spPr>
              <a:xfrm rot="-5400000">
                <a:off x="3822031" y="1592265"/>
                <a:ext cx="134347" cy="85585"/>
              </a:xfrm>
              <a:custGeom>
                <a:rect b="b" l="l" r="r" t="t"/>
                <a:pathLst>
                  <a:path extrusionOk="0" h="5962" w="9053">
                    <a:moveTo>
                      <a:pt x="8832" y="0"/>
                    </a:moveTo>
                    <a:cubicBezTo>
                      <a:pt x="8812" y="0"/>
                      <a:pt x="8792" y="4"/>
                      <a:pt x="8770" y="11"/>
                    </a:cubicBezTo>
                    <a:cubicBezTo>
                      <a:pt x="5568" y="845"/>
                      <a:pt x="2699" y="3280"/>
                      <a:pt x="264" y="5415"/>
                    </a:cubicBezTo>
                    <a:cubicBezTo>
                      <a:pt x="1" y="5626"/>
                      <a:pt x="237" y="5962"/>
                      <a:pt x="512" y="5962"/>
                    </a:cubicBezTo>
                    <a:cubicBezTo>
                      <a:pt x="585" y="5962"/>
                      <a:pt x="661" y="5938"/>
                      <a:pt x="731" y="5882"/>
                    </a:cubicBezTo>
                    <a:cubicBezTo>
                      <a:pt x="3300" y="3714"/>
                      <a:pt x="6235" y="2313"/>
                      <a:pt x="8904" y="345"/>
                    </a:cubicBezTo>
                    <a:cubicBezTo>
                      <a:pt x="9052" y="226"/>
                      <a:pt x="8989" y="0"/>
                      <a:pt x="88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8" name="Google Shape;2388;p45"/>
              <p:cNvSpPr/>
              <p:nvPr/>
            </p:nvSpPr>
            <p:spPr>
              <a:xfrm rot="-5400000">
                <a:off x="3876041" y="1582373"/>
                <a:ext cx="50708" cy="27389"/>
              </a:xfrm>
              <a:custGeom>
                <a:rect b="b" l="l" r="r" t="t"/>
                <a:pathLst>
                  <a:path extrusionOk="0" h="1908" w="3417">
                    <a:moveTo>
                      <a:pt x="3124" y="0"/>
                    </a:moveTo>
                    <a:cubicBezTo>
                      <a:pt x="3114" y="0"/>
                      <a:pt x="3103" y="2"/>
                      <a:pt x="3092" y="4"/>
                    </a:cubicBezTo>
                    <a:cubicBezTo>
                      <a:pt x="2091" y="171"/>
                      <a:pt x="1124" y="904"/>
                      <a:pt x="256" y="1371"/>
                    </a:cubicBezTo>
                    <a:cubicBezTo>
                      <a:pt x="0" y="1542"/>
                      <a:pt x="157" y="1907"/>
                      <a:pt x="416" y="1907"/>
                    </a:cubicBezTo>
                    <a:cubicBezTo>
                      <a:pt x="460" y="1907"/>
                      <a:pt x="508" y="1896"/>
                      <a:pt x="557" y="1872"/>
                    </a:cubicBezTo>
                    <a:cubicBezTo>
                      <a:pt x="1424" y="1438"/>
                      <a:pt x="2591" y="1071"/>
                      <a:pt x="3292" y="337"/>
                    </a:cubicBezTo>
                    <a:cubicBezTo>
                      <a:pt x="3417" y="213"/>
                      <a:pt x="3279" y="0"/>
                      <a:pt x="31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89" name="Google Shape;2389;p45"/>
            <p:cNvGrpSpPr/>
            <p:nvPr/>
          </p:nvGrpSpPr>
          <p:grpSpPr>
            <a:xfrm flipH="1">
              <a:off x="7293974" y="3487562"/>
              <a:ext cx="887194" cy="997976"/>
              <a:chOff x="658796" y="1686488"/>
              <a:chExt cx="868436" cy="997976"/>
            </a:xfrm>
          </p:grpSpPr>
          <p:sp>
            <p:nvSpPr>
              <p:cNvPr id="2390" name="Google Shape;2390;p45"/>
              <p:cNvSpPr/>
              <p:nvPr/>
            </p:nvSpPr>
            <p:spPr>
              <a:xfrm rot="-5400000">
                <a:off x="597030" y="1756940"/>
                <a:ext cx="991535" cy="850630"/>
              </a:xfrm>
              <a:custGeom>
                <a:rect b="b" l="l" r="r" t="t"/>
                <a:pathLst>
                  <a:path extrusionOk="0" h="39078" w="66815">
                    <a:moveTo>
                      <a:pt x="28917" y="0"/>
                    </a:moveTo>
                    <a:cubicBezTo>
                      <a:pt x="16090" y="0"/>
                      <a:pt x="3595" y="641"/>
                      <a:pt x="0" y="1637"/>
                    </a:cubicBezTo>
                    <a:cubicBezTo>
                      <a:pt x="0" y="1637"/>
                      <a:pt x="4604" y="2137"/>
                      <a:pt x="5137" y="9009"/>
                    </a:cubicBezTo>
                    <a:cubicBezTo>
                      <a:pt x="5638" y="15847"/>
                      <a:pt x="4103" y="32992"/>
                      <a:pt x="5638" y="35628"/>
                    </a:cubicBezTo>
                    <a:cubicBezTo>
                      <a:pt x="6960" y="37874"/>
                      <a:pt x="23074" y="39078"/>
                      <a:pt x="38018" y="39078"/>
                    </a:cubicBezTo>
                    <a:cubicBezTo>
                      <a:pt x="50587" y="39078"/>
                      <a:pt x="62329" y="38226"/>
                      <a:pt x="63746" y="36428"/>
                    </a:cubicBezTo>
                    <a:cubicBezTo>
                      <a:pt x="66815" y="32459"/>
                      <a:pt x="66581" y="6907"/>
                      <a:pt x="61411" y="2938"/>
                    </a:cubicBezTo>
                    <a:cubicBezTo>
                      <a:pt x="58688" y="838"/>
                      <a:pt x="43586" y="0"/>
                      <a:pt x="289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1" name="Google Shape;2391;p45"/>
              <p:cNvSpPr/>
              <p:nvPr/>
            </p:nvSpPr>
            <p:spPr>
              <a:xfrm rot="-5400000">
                <a:off x="595266" y="1752497"/>
                <a:ext cx="995497" cy="868436"/>
              </a:xfrm>
              <a:custGeom>
                <a:rect b="b" l="l" r="r" t="t"/>
                <a:pathLst>
                  <a:path extrusionOk="0" h="39896" w="67082">
                    <a:moveTo>
                      <a:pt x="29388" y="801"/>
                    </a:moveTo>
                    <a:cubicBezTo>
                      <a:pt x="46701" y="801"/>
                      <a:pt x="59343" y="1936"/>
                      <a:pt x="61611" y="3670"/>
                    </a:cubicBezTo>
                    <a:cubicBezTo>
                      <a:pt x="63213" y="4904"/>
                      <a:pt x="64514" y="8674"/>
                      <a:pt x="65214" y="14278"/>
                    </a:cubicBezTo>
                    <a:cubicBezTo>
                      <a:pt x="66348" y="23217"/>
                      <a:pt x="65681" y="34225"/>
                      <a:pt x="63846" y="36560"/>
                    </a:cubicBezTo>
                    <a:cubicBezTo>
                      <a:pt x="62712" y="38028"/>
                      <a:pt x="52238" y="39062"/>
                      <a:pt x="38428" y="39062"/>
                    </a:cubicBezTo>
                    <a:lnTo>
                      <a:pt x="38395" y="39062"/>
                    </a:lnTo>
                    <a:cubicBezTo>
                      <a:pt x="21550" y="39062"/>
                      <a:pt x="7506" y="37628"/>
                      <a:pt x="6439" y="35826"/>
                    </a:cubicBezTo>
                    <a:cubicBezTo>
                      <a:pt x="5571" y="34325"/>
                      <a:pt x="5772" y="27220"/>
                      <a:pt x="5938" y="20916"/>
                    </a:cubicBezTo>
                    <a:cubicBezTo>
                      <a:pt x="6072" y="16379"/>
                      <a:pt x="6172" y="12109"/>
                      <a:pt x="5972" y="9374"/>
                    </a:cubicBezTo>
                    <a:cubicBezTo>
                      <a:pt x="5638" y="4804"/>
                      <a:pt x="3470" y="2903"/>
                      <a:pt x="1969" y="2136"/>
                    </a:cubicBezTo>
                    <a:cubicBezTo>
                      <a:pt x="6639" y="1368"/>
                      <a:pt x="17547" y="801"/>
                      <a:pt x="29388" y="801"/>
                    </a:cubicBezTo>
                    <a:close/>
                    <a:moveTo>
                      <a:pt x="29388" y="1"/>
                    </a:moveTo>
                    <a:cubicBezTo>
                      <a:pt x="15812" y="1"/>
                      <a:pt x="3837" y="668"/>
                      <a:pt x="301" y="1635"/>
                    </a:cubicBezTo>
                    <a:cubicBezTo>
                      <a:pt x="134" y="1669"/>
                      <a:pt x="1" y="1869"/>
                      <a:pt x="1" y="2069"/>
                    </a:cubicBezTo>
                    <a:cubicBezTo>
                      <a:pt x="34" y="2269"/>
                      <a:pt x="168" y="2436"/>
                      <a:pt x="368" y="2436"/>
                    </a:cubicBezTo>
                    <a:cubicBezTo>
                      <a:pt x="434" y="2436"/>
                      <a:pt x="4671" y="3003"/>
                      <a:pt x="5138" y="9441"/>
                    </a:cubicBezTo>
                    <a:cubicBezTo>
                      <a:pt x="5338" y="12143"/>
                      <a:pt x="5238" y="16379"/>
                      <a:pt x="5104" y="20882"/>
                    </a:cubicBezTo>
                    <a:cubicBezTo>
                      <a:pt x="4904" y="27921"/>
                      <a:pt x="4737" y="34559"/>
                      <a:pt x="5705" y="36227"/>
                    </a:cubicBezTo>
                    <a:cubicBezTo>
                      <a:pt x="7406" y="39129"/>
                      <a:pt x="27854" y="39896"/>
                      <a:pt x="38428" y="39896"/>
                    </a:cubicBezTo>
                    <a:cubicBezTo>
                      <a:pt x="44032" y="39896"/>
                      <a:pt x="62479" y="39696"/>
                      <a:pt x="64514" y="37094"/>
                    </a:cubicBezTo>
                    <a:cubicBezTo>
                      <a:pt x="66648" y="34325"/>
                      <a:pt x="67082" y="22517"/>
                      <a:pt x="66048" y="14178"/>
                    </a:cubicBezTo>
                    <a:cubicBezTo>
                      <a:pt x="65514" y="10075"/>
                      <a:pt x="64413" y="4771"/>
                      <a:pt x="62112" y="3003"/>
                    </a:cubicBezTo>
                    <a:cubicBezTo>
                      <a:pt x="58476" y="201"/>
                      <a:pt x="36127" y="1"/>
                      <a:pt x="2938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2" name="Google Shape;2392;p45"/>
              <p:cNvSpPr/>
              <p:nvPr/>
            </p:nvSpPr>
            <p:spPr>
              <a:xfrm rot="-5400000">
                <a:off x="1304744" y="2548987"/>
                <a:ext cx="34340" cy="24059"/>
              </a:xfrm>
              <a:custGeom>
                <a:rect b="b" l="l" r="r" t="t"/>
                <a:pathLst>
                  <a:path extrusionOk="0" h="1676" w="2314">
                    <a:moveTo>
                      <a:pt x="1946" y="1"/>
                    </a:moveTo>
                    <a:cubicBezTo>
                      <a:pt x="1613" y="1"/>
                      <a:pt x="1413" y="268"/>
                      <a:pt x="1179" y="468"/>
                    </a:cubicBezTo>
                    <a:cubicBezTo>
                      <a:pt x="912" y="701"/>
                      <a:pt x="612" y="835"/>
                      <a:pt x="312" y="1035"/>
                    </a:cubicBezTo>
                    <a:cubicBezTo>
                      <a:pt x="0" y="1253"/>
                      <a:pt x="184" y="1675"/>
                      <a:pt x="508" y="1675"/>
                    </a:cubicBezTo>
                    <a:cubicBezTo>
                      <a:pt x="531" y="1675"/>
                      <a:pt x="555" y="1673"/>
                      <a:pt x="579" y="1669"/>
                    </a:cubicBezTo>
                    <a:cubicBezTo>
                      <a:pt x="946" y="1602"/>
                      <a:pt x="1313" y="1368"/>
                      <a:pt x="1613" y="1168"/>
                    </a:cubicBezTo>
                    <a:cubicBezTo>
                      <a:pt x="1946" y="935"/>
                      <a:pt x="2313" y="668"/>
                      <a:pt x="2247" y="234"/>
                    </a:cubicBezTo>
                    <a:cubicBezTo>
                      <a:pt x="2213" y="101"/>
                      <a:pt x="2080" y="1"/>
                      <a:pt x="194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3" name="Google Shape;2393;p45"/>
              <p:cNvSpPr/>
              <p:nvPr/>
            </p:nvSpPr>
            <p:spPr>
              <a:xfrm rot="-5400000">
                <a:off x="1335808" y="2536924"/>
                <a:ext cx="49477" cy="40022"/>
              </a:xfrm>
              <a:custGeom>
                <a:rect b="b" l="l" r="r" t="t"/>
                <a:pathLst>
                  <a:path extrusionOk="0" h="2788" w="3334">
                    <a:moveTo>
                      <a:pt x="3039" y="0"/>
                    </a:moveTo>
                    <a:cubicBezTo>
                      <a:pt x="2989" y="0"/>
                      <a:pt x="2935" y="11"/>
                      <a:pt x="2882" y="34"/>
                    </a:cubicBezTo>
                    <a:cubicBezTo>
                      <a:pt x="2381" y="268"/>
                      <a:pt x="2081" y="801"/>
                      <a:pt x="1681" y="1168"/>
                    </a:cubicBezTo>
                    <a:cubicBezTo>
                      <a:pt x="1214" y="1635"/>
                      <a:pt x="680" y="2002"/>
                      <a:pt x="147" y="2402"/>
                    </a:cubicBezTo>
                    <a:cubicBezTo>
                      <a:pt x="1" y="2519"/>
                      <a:pt x="135" y="2788"/>
                      <a:pt x="304" y="2788"/>
                    </a:cubicBezTo>
                    <a:cubicBezTo>
                      <a:pt x="329" y="2788"/>
                      <a:pt x="355" y="2782"/>
                      <a:pt x="380" y="2769"/>
                    </a:cubicBezTo>
                    <a:cubicBezTo>
                      <a:pt x="980" y="2536"/>
                      <a:pt x="1514" y="2169"/>
                      <a:pt x="2048" y="1769"/>
                    </a:cubicBezTo>
                    <a:cubicBezTo>
                      <a:pt x="2515" y="1402"/>
                      <a:pt x="3149" y="935"/>
                      <a:pt x="3282" y="301"/>
                    </a:cubicBezTo>
                    <a:cubicBezTo>
                      <a:pt x="3333" y="121"/>
                      <a:pt x="3207" y="0"/>
                      <a:pt x="30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4" name="Google Shape;2394;p45"/>
              <p:cNvSpPr/>
              <p:nvPr/>
            </p:nvSpPr>
            <p:spPr>
              <a:xfrm rot="-5400000">
                <a:off x="1347040" y="2499089"/>
                <a:ext cx="85211" cy="59774"/>
              </a:xfrm>
              <a:custGeom>
                <a:rect b="b" l="l" r="r" t="t"/>
                <a:pathLst>
                  <a:path extrusionOk="0" h="4164" w="5742">
                    <a:moveTo>
                      <a:pt x="5375" y="1"/>
                    </a:moveTo>
                    <a:cubicBezTo>
                      <a:pt x="5340" y="1"/>
                      <a:pt x="5305" y="10"/>
                      <a:pt x="5271" y="29"/>
                    </a:cubicBezTo>
                    <a:cubicBezTo>
                      <a:pt x="4437" y="563"/>
                      <a:pt x="3703" y="1163"/>
                      <a:pt x="2936" y="1764"/>
                    </a:cubicBezTo>
                    <a:cubicBezTo>
                      <a:pt x="2068" y="2498"/>
                      <a:pt x="1268" y="3332"/>
                      <a:pt x="200" y="3765"/>
                    </a:cubicBezTo>
                    <a:cubicBezTo>
                      <a:pt x="34" y="3832"/>
                      <a:pt x="0" y="4066"/>
                      <a:pt x="200" y="4132"/>
                    </a:cubicBezTo>
                    <a:cubicBezTo>
                      <a:pt x="302" y="4154"/>
                      <a:pt x="401" y="4163"/>
                      <a:pt x="497" y="4163"/>
                    </a:cubicBezTo>
                    <a:cubicBezTo>
                      <a:pt x="1154" y="4163"/>
                      <a:pt x="1678" y="3702"/>
                      <a:pt x="2202" y="3265"/>
                    </a:cubicBezTo>
                    <a:cubicBezTo>
                      <a:pt x="3369" y="2364"/>
                      <a:pt x="4537" y="1497"/>
                      <a:pt x="5571" y="463"/>
                    </a:cubicBezTo>
                    <a:cubicBezTo>
                      <a:pt x="5741" y="292"/>
                      <a:pt x="5573" y="1"/>
                      <a:pt x="537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5" name="Google Shape;2395;p45"/>
              <p:cNvSpPr/>
              <p:nvPr/>
            </p:nvSpPr>
            <p:spPr>
              <a:xfrm rot="-5400000">
                <a:off x="1337759" y="2442683"/>
                <a:ext cx="156488" cy="88398"/>
              </a:xfrm>
              <a:custGeom>
                <a:rect b="b" l="l" r="r" t="t"/>
                <a:pathLst>
                  <a:path extrusionOk="0" h="6158" w="10545">
                    <a:moveTo>
                      <a:pt x="10242" y="1"/>
                    </a:moveTo>
                    <a:cubicBezTo>
                      <a:pt x="10210" y="1"/>
                      <a:pt x="10176" y="8"/>
                      <a:pt x="10139" y="24"/>
                    </a:cubicBezTo>
                    <a:cubicBezTo>
                      <a:pt x="6704" y="1459"/>
                      <a:pt x="3368" y="3727"/>
                      <a:pt x="199" y="5728"/>
                    </a:cubicBezTo>
                    <a:cubicBezTo>
                      <a:pt x="0" y="5870"/>
                      <a:pt x="116" y="6157"/>
                      <a:pt x="319" y="6157"/>
                    </a:cubicBezTo>
                    <a:cubicBezTo>
                      <a:pt x="355" y="6157"/>
                      <a:pt x="393" y="6149"/>
                      <a:pt x="433" y="6129"/>
                    </a:cubicBezTo>
                    <a:cubicBezTo>
                      <a:pt x="3735" y="4427"/>
                      <a:pt x="7371" y="2726"/>
                      <a:pt x="10340" y="525"/>
                    </a:cubicBezTo>
                    <a:cubicBezTo>
                      <a:pt x="10545" y="378"/>
                      <a:pt x="10467" y="1"/>
                      <a:pt x="1024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6" name="Google Shape;2396;p45"/>
              <p:cNvSpPr/>
              <p:nvPr/>
            </p:nvSpPr>
            <p:spPr>
              <a:xfrm rot="-5400000">
                <a:off x="1339021" y="2376996"/>
                <a:ext cx="191792" cy="84738"/>
              </a:xfrm>
              <a:custGeom>
                <a:rect b="b" l="l" r="r" t="t"/>
                <a:pathLst>
                  <a:path extrusionOk="0" h="5903" w="12924">
                    <a:moveTo>
                      <a:pt x="12496" y="1"/>
                    </a:moveTo>
                    <a:cubicBezTo>
                      <a:pt x="12470" y="1"/>
                      <a:pt x="12444" y="5"/>
                      <a:pt x="12417" y="14"/>
                    </a:cubicBezTo>
                    <a:cubicBezTo>
                      <a:pt x="8281" y="1315"/>
                      <a:pt x="3844" y="3249"/>
                      <a:pt x="175" y="5518"/>
                    </a:cubicBezTo>
                    <a:cubicBezTo>
                      <a:pt x="0" y="5634"/>
                      <a:pt x="79" y="5903"/>
                      <a:pt x="236" y="5903"/>
                    </a:cubicBezTo>
                    <a:cubicBezTo>
                      <a:pt x="258" y="5903"/>
                      <a:pt x="283" y="5897"/>
                      <a:pt x="308" y="5885"/>
                    </a:cubicBezTo>
                    <a:cubicBezTo>
                      <a:pt x="4478" y="4350"/>
                      <a:pt x="8681" y="2482"/>
                      <a:pt x="12650" y="547"/>
                    </a:cubicBezTo>
                    <a:cubicBezTo>
                      <a:pt x="12924" y="426"/>
                      <a:pt x="12755" y="1"/>
                      <a:pt x="1249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7" name="Google Shape;2397;p45"/>
              <p:cNvSpPr/>
              <p:nvPr/>
            </p:nvSpPr>
            <p:spPr>
              <a:xfrm rot="-5400000">
                <a:off x="1349543" y="2285726"/>
                <a:ext cx="198485" cy="84393"/>
              </a:xfrm>
              <a:custGeom>
                <a:rect b="b" l="l" r="r" t="t"/>
                <a:pathLst>
                  <a:path extrusionOk="0" h="5879" w="13375">
                    <a:moveTo>
                      <a:pt x="12953" y="1"/>
                    </a:moveTo>
                    <a:cubicBezTo>
                      <a:pt x="12942" y="1"/>
                      <a:pt x="12930" y="2"/>
                      <a:pt x="12919" y="3"/>
                    </a:cubicBezTo>
                    <a:cubicBezTo>
                      <a:pt x="8616" y="804"/>
                      <a:pt x="4213" y="3139"/>
                      <a:pt x="376" y="5173"/>
                    </a:cubicBezTo>
                    <a:cubicBezTo>
                      <a:pt x="1" y="5376"/>
                      <a:pt x="251" y="5879"/>
                      <a:pt x="585" y="5879"/>
                    </a:cubicBezTo>
                    <a:cubicBezTo>
                      <a:pt x="637" y="5879"/>
                      <a:pt x="690" y="5867"/>
                      <a:pt x="743" y="5841"/>
                    </a:cubicBezTo>
                    <a:cubicBezTo>
                      <a:pt x="4780" y="3839"/>
                      <a:pt x="9116" y="2505"/>
                      <a:pt x="13119" y="470"/>
                    </a:cubicBezTo>
                    <a:cubicBezTo>
                      <a:pt x="13374" y="342"/>
                      <a:pt x="13202" y="1"/>
                      <a:pt x="12953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8" name="Google Shape;2398;p45"/>
              <p:cNvSpPr/>
              <p:nvPr/>
            </p:nvSpPr>
            <p:spPr>
              <a:xfrm rot="-5400000">
                <a:off x="1383336" y="2190484"/>
                <a:ext cx="155449" cy="73483"/>
              </a:xfrm>
              <a:custGeom>
                <a:rect b="b" l="l" r="r" t="t"/>
                <a:pathLst>
                  <a:path extrusionOk="0" h="5119" w="10475">
                    <a:moveTo>
                      <a:pt x="9993" y="0"/>
                    </a:moveTo>
                    <a:cubicBezTo>
                      <a:pt x="9980" y="0"/>
                      <a:pt x="9967" y="1"/>
                      <a:pt x="9954" y="2"/>
                    </a:cubicBezTo>
                    <a:cubicBezTo>
                      <a:pt x="6585" y="469"/>
                      <a:pt x="3049" y="2738"/>
                      <a:pt x="281" y="4539"/>
                    </a:cubicBezTo>
                    <a:cubicBezTo>
                      <a:pt x="1" y="4735"/>
                      <a:pt x="167" y="5119"/>
                      <a:pt x="425" y="5119"/>
                    </a:cubicBezTo>
                    <a:cubicBezTo>
                      <a:pt x="474" y="5119"/>
                      <a:pt x="527" y="5105"/>
                      <a:pt x="581" y="5073"/>
                    </a:cubicBezTo>
                    <a:cubicBezTo>
                      <a:pt x="2115" y="4172"/>
                      <a:pt x="3683" y="3338"/>
                      <a:pt x="5284" y="2571"/>
                    </a:cubicBezTo>
                    <a:cubicBezTo>
                      <a:pt x="6885" y="1837"/>
                      <a:pt x="8653" y="1403"/>
                      <a:pt x="10188" y="503"/>
                    </a:cubicBezTo>
                    <a:cubicBezTo>
                      <a:pt x="10475" y="343"/>
                      <a:pt x="10273" y="0"/>
                      <a:pt x="999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9" name="Google Shape;2399;p45"/>
              <p:cNvSpPr/>
              <p:nvPr/>
            </p:nvSpPr>
            <p:spPr>
              <a:xfrm rot="-5400000">
                <a:off x="1411629" y="2122032"/>
                <a:ext cx="116509" cy="57018"/>
              </a:xfrm>
              <a:custGeom>
                <a:rect b="b" l="l" r="r" t="t"/>
                <a:pathLst>
                  <a:path extrusionOk="0" h="3972" w="7851">
                    <a:moveTo>
                      <a:pt x="7491" y="0"/>
                    </a:moveTo>
                    <a:cubicBezTo>
                      <a:pt x="7465" y="0"/>
                      <a:pt x="7439" y="5"/>
                      <a:pt x="7411" y="15"/>
                    </a:cubicBezTo>
                    <a:cubicBezTo>
                      <a:pt x="4876" y="882"/>
                      <a:pt x="2374" y="2050"/>
                      <a:pt x="173" y="3584"/>
                    </a:cubicBezTo>
                    <a:cubicBezTo>
                      <a:pt x="0" y="3728"/>
                      <a:pt x="100" y="3971"/>
                      <a:pt x="281" y="3971"/>
                    </a:cubicBezTo>
                    <a:cubicBezTo>
                      <a:pt x="310" y="3971"/>
                      <a:pt x="341" y="3965"/>
                      <a:pt x="373" y="3951"/>
                    </a:cubicBezTo>
                    <a:cubicBezTo>
                      <a:pt x="2808" y="2784"/>
                      <a:pt x="5176" y="1583"/>
                      <a:pt x="7611" y="449"/>
                    </a:cubicBezTo>
                    <a:cubicBezTo>
                      <a:pt x="7851" y="359"/>
                      <a:pt x="7714" y="0"/>
                      <a:pt x="749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0" name="Google Shape;2400;p45"/>
              <p:cNvSpPr/>
              <p:nvPr/>
            </p:nvSpPr>
            <p:spPr>
              <a:xfrm rot="-5400000">
                <a:off x="1431647" y="2053471"/>
                <a:ext cx="98137" cy="54190"/>
              </a:xfrm>
              <a:custGeom>
                <a:rect b="b" l="l" r="r" t="t"/>
                <a:pathLst>
                  <a:path extrusionOk="0" h="3775" w="6613">
                    <a:moveTo>
                      <a:pt x="6294" y="1"/>
                    </a:moveTo>
                    <a:cubicBezTo>
                      <a:pt x="6259" y="1"/>
                      <a:pt x="6220" y="9"/>
                      <a:pt x="6180" y="29"/>
                    </a:cubicBezTo>
                    <a:cubicBezTo>
                      <a:pt x="4212" y="997"/>
                      <a:pt x="2244" y="2031"/>
                      <a:pt x="343" y="3132"/>
                    </a:cubicBezTo>
                    <a:cubicBezTo>
                      <a:pt x="1" y="3331"/>
                      <a:pt x="219" y="3774"/>
                      <a:pt x="518" y="3774"/>
                    </a:cubicBezTo>
                    <a:cubicBezTo>
                      <a:pt x="569" y="3774"/>
                      <a:pt x="623" y="3761"/>
                      <a:pt x="676" y="3732"/>
                    </a:cubicBezTo>
                    <a:cubicBezTo>
                      <a:pt x="2611" y="2665"/>
                      <a:pt x="4512" y="1564"/>
                      <a:pt x="6414" y="396"/>
                    </a:cubicBezTo>
                    <a:cubicBezTo>
                      <a:pt x="6612" y="283"/>
                      <a:pt x="6497" y="1"/>
                      <a:pt x="629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1" name="Google Shape;2401;p45"/>
              <p:cNvSpPr/>
              <p:nvPr/>
            </p:nvSpPr>
            <p:spPr>
              <a:xfrm rot="-5400000">
                <a:off x="1441129" y="1970501"/>
                <a:ext cx="73577" cy="34840"/>
              </a:xfrm>
              <a:custGeom>
                <a:rect b="b" l="l" r="r" t="t"/>
                <a:pathLst>
                  <a:path extrusionOk="0" h="2427" w="4958">
                    <a:moveTo>
                      <a:pt x="4692" y="0"/>
                    </a:moveTo>
                    <a:cubicBezTo>
                      <a:pt x="4668" y="0"/>
                      <a:pt x="4642" y="6"/>
                      <a:pt x="4614" y="17"/>
                    </a:cubicBezTo>
                    <a:cubicBezTo>
                      <a:pt x="3180" y="518"/>
                      <a:pt x="1745" y="1152"/>
                      <a:pt x="344" y="1819"/>
                    </a:cubicBezTo>
                    <a:cubicBezTo>
                      <a:pt x="0" y="1962"/>
                      <a:pt x="223" y="2426"/>
                      <a:pt x="526" y="2426"/>
                    </a:cubicBezTo>
                    <a:cubicBezTo>
                      <a:pt x="575" y="2426"/>
                      <a:pt x="627" y="2414"/>
                      <a:pt x="678" y="2386"/>
                    </a:cubicBezTo>
                    <a:cubicBezTo>
                      <a:pt x="2079" y="1785"/>
                      <a:pt x="3447" y="1152"/>
                      <a:pt x="4781" y="384"/>
                    </a:cubicBezTo>
                    <a:cubicBezTo>
                      <a:pt x="4957" y="296"/>
                      <a:pt x="4875" y="0"/>
                      <a:pt x="469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2" name="Google Shape;2402;p45"/>
              <p:cNvSpPr/>
              <p:nvPr/>
            </p:nvSpPr>
            <p:spPr>
              <a:xfrm rot="-5400000">
                <a:off x="1435647" y="1902327"/>
                <a:ext cx="81783" cy="36476"/>
              </a:xfrm>
              <a:custGeom>
                <a:rect b="b" l="l" r="r" t="t"/>
                <a:pathLst>
                  <a:path extrusionOk="0" h="2541" w="5511">
                    <a:moveTo>
                      <a:pt x="5223" y="1"/>
                    </a:moveTo>
                    <a:cubicBezTo>
                      <a:pt x="5212" y="1"/>
                      <a:pt x="5201" y="2"/>
                      <a:pt x="5189" y="4"/>
                    </a:cubicBezTo>
                    <a:cubicBezTo>
                      <a:pt x="3454" y="371"/>
                      <a:pt x="1787" y="1104"/>
                      <a:pt x="285" y="2005"/>
                    </a:cubicBezTo>
                    <a:cubicBezTo>
                      <a:pt x="1" y="2176"/>
                      <a:pt x="153" y="2541"/>
                      <a:pt x="432" y="2541"/>
                    </a:cubicBezTo>
                    <a:cubicBezTo>
                      <a:pt x="480" y="2541"/>
                      <a:pt x="532" y="2530"/>
                      <a:pt x="586" y="2505"/>
                    </a:cubicBezTo>
                    <a:cubicBezTo>
                      <a:pt x="2153" y="1805"/>
                      <a:pt x="3755" y="1138"/>
                      <a:pt x="5322" y="337"/>
                    </a:cubicBezTo>
                    <a:cubicBezTo>
                      <a:pt x="5511" y="243"/>
                      <a:pt x="5403" y="1"/>
                      <a:pt x="5223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3" name="Google Shape;2403;p45"/>
              <p:cNvSpPr/>
              <p:nvPr/>
            </p:nvSpPr>
            <p:spPr>
              <a:xfrm rot="-5400000">
                <a:off x="1445938" y="1838775"/>
                <a:ext cx="61245" cy="28825"/>
              </a:xfrm>
              <a:custGeom>
                <a:rect b="b" l="l" r="r" t="t"/>
                <a:pathLst>
                  <a:path extrusionOk="0" h="2008" w="4127">
                    <a:moveTo>
                      <a:pt x="3764" y="1"/>
                    </a:moveTo>
                    <a:cubicBezTo>
                      <a:pt x="3752" y="1"/>
                      <a:pt x="3739" y="1"/>
                      <a:pt x="3726" y="2"/>
                    </a:cubicBezTo>
                    <a:cubicBezTo>
                      <a:pt x="2492" y="36"/>
                      <a:pt x="1425" y="503"/>
                      <a:pt x="391" y="1203"/>
                    </a:cubicBezTo>
                    <a:cubicBezTo>
                      <a:pt x="0" y="1454"/>
                      <a:pt x="239" y="2008"/>
                      <a:pt x="601" y="2008"/>
                    </a:cubicBezTo>
                    <a:cubicBezTo>
                      <a:pt x="672" y="2008"/>
                      <a:pt x="747" y="1986"/>
                      <a:pt x="824" y="1937"/>
                    </a:cubicBezTo>
                    <a:cubicBezTo>
                      <a:pt x="1758" y="1370"/>
                      <a:pt x="2826" y="1003"/>
                      <a:pt x="3826" y="603"/>
                    </a:cubicBezTo>
                    <a:cubicBezTo>
                      <a:pt x="4117" y="474"/>
                      <a:pt x="4126" y="1"/>
                      <a:pt x="376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04" name="Google Shape;2404;p45"/>
            <p:cNvGrpSpPr/>
            <p:nvPr/>
          </p:nvGrpSpPr>
          <p:grpSpPr>
            <a:xfrm rot="10800000">
              <a:off x="3561457" y="1767501"/>
              <a:ext cx="173035" cy="137674"/>
              <a:chOff x="2096888" y="954365"/>
              <a:chExt cx="173035" cy="137674"/>
            </a:xfrm>
          </p:grpSpPr>
          <p:sp>
            <p:nvSpPr>
              <p:cNvPr id="2405" name="Google Shape;2405;p45"/>
              <p:cNvSpPr/>
              <p:nvPr/>
            </p:nvSpPr>
            <p:spPr>
              <a:xfrm flipH="1" rot="10800000">
                <a:off x="2100376" y="1070004"/>
                <a:ext cx="34340" cy="22035"/>
              </a:xfrm>
              <a:custGeom>
                <a:rect b="b" l="l" r="r" t="t"/>
                <a:pathLst>
                  <a:path extrusionOk="0" h="1676" w="2314">
                    <a:moveTo>
                      <a:pt x="1946" y="1"/>
                    </a:moveTo>
                    <a:cubicBezTo>
                      <a:pt x="1613" y="1"/>
                      <a:pt x="1413" y="268"/>
                      <a:pt x="1179" y="468"/>
                    </a:cubicBezTo>
                    <a:cubicBezTo>
                      <a:pt x="912" y="701"/>
                      <a:pt x="612" y="835"/>
                      <a:pt x="312" y="1035"/>
                    </a:cubicBezTo>
                    <a:cubicBezTo>
                      <a:pt x="0" y="1253"/>
                      <a:pt x="184" y="1675"/>
                      <a:pt x="508" y="1675"/>
                    </a:cubicBezTo>
                    <a:cubicBezTo>
                      <a:pt x="531" y="1675"/>
                      <a:pt x="555" y="1673"/>
                      <a:pt x="579" y="1669"/>
                    </a:cubicBezTo>
                    <a:cubicBezTo>
                      <a:pt x="946" y="1602"/>
                      <a:pt x="1313" y="1368"/>
                      <a:pt x="1613" y="1168"/>
                    </a:cubicBezTo>
                    <a:cubicBezTo>
                      <a:pt x="1946" y="935"/>
                      <a:pt x="2313" y="668"/>
                      <a:pt x="2247" y="234"/>
                    </a:cubicBezTo>
                    <a:cubicBezTo>
                      <a:pt x="2213" y="101"/>
                      <a:pt x="2080" y="1"/>
                      <a:pt x="19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6" name="Google Shape;2406;p45"/>
              <p:cNvSpPr/>
              <p:nvPr/>
            </p:nvSpPr>
            <p:spPr>
              <a:xfrm flipH="1" rot="10800000">
                <a:off x="2096888" y="1027310"/>
                <a:ext cx="49477" cy="36655"/>
              </a:xfrm>
              <a:custGeom>
                <a:rect b="b" l="l" r="r" t="t"/>
                <a:pathLst>
                  <a:path extrusionOk="0" h="2788" w="3334">
                    <a:moveTo>
                      <a:pt x="3039" y="0"/>
                    </a:moveTo>
                    <a:cubicBezTo>
                      <a:pt x="2989" y="0"/>
                      <a:pt x="2935" y="11"/>
                      <a:pt x="2882" y="34"/>
                    </a:cubicBezTo>
                    <a:cubicBezTo>
                      <a:pt x="2381" y="268"/>
                      <a:pt x="2081" y="801"/>
                      <a:pt x="1681" y="1168"/>
                    </a:cubicBezTo>
                    <a:cubicBezTo>
                      <a:pt x="1214" y="1635"/>
                      <a:pt x="680" y="2002"/>
                      <a:pt x="147" y="2402"/>
                    </a:cubicBezTo>
                    <a:cubicBezTo>
                      <a:pt x="1" y="2519"/>
                      <a:pt x="135" y="2788"/>
                      <a:pt x="304" y="2788"/>
                    </a:cubicBezTo>
                    <a:cubicBezTo>
                      <a:pt x="329" y="2788"/>
                      <a:pt x="355" y="2782"/>
                      <a:pt x="380" y="2769"/>
                    </a:cubicBezTo>
                    <a:cubicBezTo>
                      <a:pt x="980" y="2536"/>
                      <a:pt x="1514" y="2169"/>
                      <a:pt x="2048" y="1769"/>
                    </a:cubicBezTo>
                    <a:cubicBezTo>
                      <a:pt x="2515" y="1402"/>
                      <a:pt x="3149" y="935"/>
                      <a:pt x="3282" y="301"/>
                    </a:cubicBezTo>
                    <a:cubicBezTo>
                      <a:pt x="3333" y="121"/>
                      <a:pt x="3207" y="0"/>
                      <a:pt x="30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7" name="Google Shape;2407;p45"/>
              <p:cNvSpPr/>
              <p:nvPr/>
            </p:nvSpPr>
            <p:spPr>
              <a:xfrm flipH="1" rot="10800000">
                <a:off x="2106980" y="991613"/>
                <a:ext cx="85211" cy="54746"/>
              </a:xfrm>
              <a:custGeom>
                <a:rect b="b" l="l" r="r" t="t"/>
                <a:pathLst>
                  <a:path extrusionOk="0" h="4164" w="5742">
                    <a:moveTo>
                      <a:pt x="5375" y="1"/>
                    </a:moveTo>
                    <a:cubicBezTo>
                      <a:pt x="5340" y="1"/>
                      <a:pt x="5305" y="10"/>
                      <a:pt x="5271" y="29"/>
                    </a:cubicBezTo>
                    <a:cubicBezTo>
                      <a:pt x="4437" y="563"/>
                      <a:pt x="3703" y="1163"/>
                      <a:pt x="2936" y="1764"/>
                    </a:cubicBezTo>
                    <a:cubicBezTo>
                      <a:pt x="2068" y="2498"/>
                      <a:pt x="1268" y="3332"/>
                      <a:pt x="200" y="3765"/>
                    </a:cubicBezTo>
                    <a:cubicBezTo>
                      <a:pt x="34" y="3832"/>
                      <a:pt x="0" y="4066"/>
                      <a:pt x="200" y="4132"/>
                    </a:cubicBezTo>
                    <a:cubicBezTo>
                      <a:pt x="302" y="4154"/>
                      <a:pt x="401" y="4163"/>
                      <a:pt x="497" y="4163"/>
                    </a:cubicBezTo>
                    <a:cubicBezTo>
                      <a:pt x="1154" y="4163"/>
                      <a:pt x="1678" y="3702"/>
                      <a:pt x="2202" y="3265"/>
                    </a:cubicBezTo>
                    <a:cubicBezTo>
                      <a:pt x="3369" y="2364"/>
                      <a:pt x="4537" y="1497"/>
                      <a:pt x="5571" y="463"/>
                    </a:cubicBezTo>
                    <a:cubicBezTo>
                      <a:pt x="5741" y="292"/>
                      <a:pt x="5573" y="1"/>
                      <a:pt x="53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8" name="Google Shape;2408;p45"/>
              <p:cNvSpPr/>
              <p:nvPr/>
            </p:nvSpPr>
            <p:spPr>
              <a:xfrm flipH="1" rot="10800000">
                <a:off x="2113436" y="954365"/>
                <a:ext cx="156488" cy="80962"/>
              </a:xfrm>
              <a:custGeom>
                <a:rect b="b" l="l" r="r" t="t"/>
                <a:pathLst>
                  <a:path extrusionOk="0" h="6158" w="10545">
                    <a:moveTo>
                      <a:pt x="10242" y="1"/>
                    </a:moveTo>
                    <a:cubicBezTo>
                      <a:pt x="10210" y="1"/>
                      <a:pt x="10176" y="8"/>
                      <a:pt x="10139" y="24"/>
                    </a:cubicBezTo>
                    <a:cubicBezTo>
                      <a:pt x="6704" y="1459"/>
                      <a:pt x="3368" y="3727"/>
                      <a:pt x="199" y="5728"/>
                    </a:cubicBezTo>
                    <a:cubicBezTo>
                      <a:pt x="0" y="5870"/>
                      <a:pt x="116" y="6157"/>
                      <a:pt x="319" y="6157"/>
                    </a:cubicBezTo>
                    <a:cubicBezTo>
                      <a:pt x="355" y="6157"/>
                      <a:pt x="393" y="6149"/>
                      <a:pt x="433" y="6129"/>
                    </a:cubicBezTo>
                    <a:cubicBezTo>
                      <a:pt x="3735" y="4427"/>
                      <a:pt x="7371" y="2726"/>
                      <a:pt x="10340" y="525"/>
                    </a:cubicBezTo>
                    <a:cubicBezTo>
                      <a:pt x="10545" y="378"/>
                      <a:pt x="10467" y="1"/>
                      <a:pt x="102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09" name="Google Shape;2409;p45"/>
            <p:cNvGrpSpPr/>
            <p:nvPr/>
          </p:nvGrpSpPr>
          <p:grpSpPr>
            <a:xfrm rot="10800000">
              <a:off x="3561457" y="3592826"/>
              <a:ext cx="173035" cy="137674"/>
              <a:chOff x="2096888" y="954365"/>
              <a:chExt cx="173035" cy="137674"/>
            </a:xfrm>
          </p:grpSpPr>
          <p:sp>
            <p:nvSpPr>
              <p:cNvPr id="2410" name="Google Shape;2410;p45"/>
              <p:cNvSpPr/>
              <p:nvPr/>
            </p:nvSpPr>
            <p:spPr>
              <a:xfrm flipH="1" rot="10800000">
                <a:off x="2100376" y="1070004"/>
                <a:ext cx="34340" cy="22035"/>
              </a:xfrm>
              <a:custGeom>
                <a:rect b="b" l="l" r="r" t="t"/>
                <a:pathLst>
                  <a:path extrusionOk="0" h="1676" w="2314">
                    <a:moveTo>
                      <a:pt x="1946" y="1"/>
                    </a:moveTo>
                    <a:cubicBezTo>
                      <a:pt x="1613" y="1"/>
                      <a:pt x="1413" y="268"/>
                      <a:pt x="1179" y="468"/>
                    </a:cubicBezTo>
                    <a:cubicBezTo>
                      <a:pt x="912" y="701"/>
                      <a:pt x="612" y="835"/>
                      <a:pt x="312" y="1035"/>
                    </a:cubicBezTo>
                    <a:cubicBezTo>
                      <a:pt x="0" y="1253"/>
                      <a:pt x="184" y="1675"/>
                      <a:pt x="508" y="1675"/>
                    </a:cubicBezTo>
                    <a:cubicBezTo>
                      <a:pt x="531" y="1675"/>
                      <a:pt x="555" y="1673"/>
                      <a:pt x="579" y="1669"/>
                    </a:cubicBezTo>
                    <a:cubicBezTo>
                      <a:pt x="946" y="1602"/>
                      <a:pt x="1313" y="1368"/>
                      <a:pt x="1613" y="1168"/>
                    </a:cubicBezTo>
                    <a:cubicBezTo>
                      <a:pt x="1946" y="935"/>
                      <a:pt x="2313" y="668"/>
                      <a:pt x="2247" y="234"/>
                    </a:cubicBezTo>
                    <a:cubicBezTo>
                      <a:pt x="2213" y="101"/>
                      <a:pt x="2080" y="1"/>
                      <a:pt x="19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1" name="Google Shape;2411;p45"/>
              <p:cNvSpPr/>
              <p:nvPr/>
            </p:nvSpPr>
            <p:spPr>
              <a:xfrm flipH="1" rot="10800000">
                <a:off x="2096888" y="1027310"/>
                <a:ext cx="49477" cy="36655"/>
              </a:xfrm>
              <a:custGeom>
                <a:rect b="b" l="l" r="r" t="t"/>
                <a:pathLst>
                  <a:path extrusionOk="0" h="2788" w="3334">
                    <a:moveTo>
                      <a:pt x="3039" y="0"/>
                    </a:moveTo>
                    <a:cubicBezTo>
                      <a:pt x="2989" y="0"/>
                      <a:pt x="2935" y="11"/>
                      <a:pt x="2882" y="34"/>
                    </a:cubicBezTo>
                    <a:cubicBezTo>
                      <a:pt x="2381" y="268"/>
                      <a:pt x="2081" y="801"/>
                      <a:pt x="1681" y="1168"/>
                    </a:cubicBezTo>
                    <a:cubicBezTo>
                      <a:pt x="1214" y="1635"/>
                      <a:pt x="680" y="2002"/>
                      <a:pt x="147" y="2402"/>
                    </a:cubicBezTo>
                    <a:cubicBezTo>
                      <a:pt x="1" y="2519"/>
                      <a:pt x="135" y="2788"/>
                      <a:pt x="304" y="2788"/>
                    </a:cubicBezTo>
                    <a:cubicBezTo>
                      <a:pt x="329" y="2788"/>
                      <a:pt x="355" y="2782"/>
                      <a:pt x="380" y="2769"/>
                    </a:cubicBezTo>
                    <a:cubicBezTo>
                      <a:pt x="980" y="2536"/>
                      <a:pt x="1514" y="2169"/>
                      <a:pt x="2048" y="1769"/>
                    </a:cubicBezTo>
                    <a:cubicBezTo>
                      <a:pt x="2515" y="1402"/>
                      <a:pt x="3149" y="935"/>
                      <a:pt x="3282" y="301"/>
                    </a:cubicBezTo>
                    <a:cubicBezTo>
                      <a:pt x="3333" y="121"/>
                      <a:pt x="3207" y="0"/>
                      <a:pt x="30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2" name="Google Shape;2412;p45"/>
              <p:cNvSpPr/>
              <p:nvPr/>
            </p:nvSpPr>
            <p:spPr>
              <a:xfrm flipH="1" rot="10800000">
                <a:off x="2106980" y="991613"/>
                <a:ext cx="85211" cy="54746"/>
              </a:xfrm>
              <a:custGeom>
                <a:rect b="b" l="l" r="r" t="t"/>
                <a:pathLst>
                  <a:path extrusionOk="0" h="4164" w="5742">
                    <a:moveTo>
                      <a:pt x="5375" y="1"/>
                    </a:moveTo>
                    <a:cubicBezTo>
                      <a:pt x="5340" y="1"/>
                      <a:pt x="5305" y="10"/>
                      <a:pt x="5271" y="29"/>
                    </a:cubicBezTo>
                    <a:cubicBezTo>
                      <a:pt x="4437" y="563"/>
                      <a:pt x="3703" y="1163"/>
                      <a:pt x="2936" y="1764"/>
                    </a:cubicBezTo>
                    <a:cubicBezTo>
                      <a:pt x="2068" y="2498"/>
                      <a:pt x="1268" y="3332"/>
                      <a:pt x="200" y="3765"/>
                    </a:cubicBezTo>
                    <a:cubicBezTo>
                      <a:pt x="34" y="3832"/>
                      <a:pt x="0" y="4066"/>
                      <a:pt x="200" y="4132"/>
                    </a:cubicBezTo>
                    <a:cubicBezTo>
                      <a:pt x="302" y="4154"/>
                      <a:pt x="401" y="4163"/>
                      <a:pt x="497" y="4163"/>
                    </a:cubicBezTo>
                    <a:cubicBezTo>
                      <a:pt x="1154" y="4163"/>
                      <a:pt x="1678" y="3702"/>
                      <a:pt x="2202" y="3265"/>
                    </a:cubicBezTo>
                    <a:cubicBezTo>
                      <a:pt x="3369" y="2364"/>
                      <a:pt x="4537" y="1497"/>
                      <a:pt x="5571" y="463"/>
                    </a:cubicBezTo>
                    <a:cubicBezTo>
                      <a:pt x="5741" y="292"/>
                      <a:pt x="5573" y="1"/>
                      <a:pt x="53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3" name="Google Shape;2413;p45"/>
              <p:cNvSpPr/>
              <p:nvPr/>
            </p:nvSpPr>
            <p:spPr>
              <a:xfrm flipH="1" rot="10800000">
                <a:off x="2113436" y="954365"/>
                <a:ext cx="156488" cy="80962"/>
              </a:xfrm>
              <a:custGeom>
                <a:rect b="b" l="l" r="r" t="t"/>
                <a:pathLst>
                  <a:path extrusionOk="0" h="6158" w="10545">
                    <a:moveTo>
                      <a:pt x="10242" y="1"/>
                    </a:moveTo>
                    <a:cubicBezTo>
                      <a:pt x="10210" y="1"/>
                      <a:pt x="10176" y="8"/>
                      <a:pt x="10139" y="24"/>
                    </a:cubicBezTo>
                    <a:cubicBezTo>
                      <a:pt x="6704" y="1459"/>
                      <a:pt x="3368" y="3727"/>
                      <a:pt x="199" y="5728"/>
                    </a:cubicBezTo>
                    <a:cubicBezTo>
                      <a:pt x="0" y="5870"/>
                      <a:pt x="116" y="6157"/>
                      <a:pt x="319" y="6157"/>
                    </a:cubicBezTo>
                    <a:cubicBezTo>
                      <a:pt x="355" y="6157"/>
                      <a:pt x="393" y="6149"/>
                      <a:pt x="433" y="6129"/>
                    </a:cubicBezTo>
                    <a:cubicBezTo>
                      <a:pt x="3735" y="4427"/>
                      <a:pt x="7371" y="2726"/>
                      <a:pt x="10340" y="525"/>
                    </a:cubicBezTo>
                    <a:cubicBezTo>
                      <a:pt x="10545" y="378"/>
                      <a:pt x="10467" y="1"/>
                      <a:pt x="102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14" name="Google Shape;2414;p45"/>
            <p:cNvGrpSpPr/>
            <p:nvPr/>
          </p:nvGrpSpPr>
          <p:grpSpPr>
            <a:xfrm rot="10800000">
              <a:off x="6618707" y="1767501"/>
              <a:ext cx="173035" cy="137674"/>
              <a:chOff x="2096888" y="954365"/>
              <a:chExt cx="173035" cy="137674"/>
            </a:xfrm>
          </p:grpSpPr>
          <p:sp>
            <p:nvSpPr>
              <p:cNvPr id="2415" name="Google Shape;2415;p45"/>
              <p:cNvSpPr/>
              <p:nvPr/>
            </p:nvSpPr>
            <p:spPr>
              <a:xfrm flipH="1" rot="10800000">
                <a:off x="2100376" y="1070004"/>
                <a:ext cx="34340" cy="22035"/>
              </a:xfrm>
              <a:custGeom>
                <a:rect b="b" l="l" r="r" t="t"/>
                <a:pathLst>
                  <a:path extrusionOk="0" h="1676" w="2314">
                    <a:moveTo>
                      <a:pt x="1946" y="1"/>
                    </a:moveTo>
                    <a:cubicBezTo>
                      <a:pt x="1613" y="1"/>
                      <a:pt x="1413" y="268"/>
                      <a:pt x="1179" y="468"/>
                    </a:cubicBezTo>
                    <a:cubicBezTo>
                      <a:pt x="912" y="701"/>
                      <a:pt x="612" y="835"/>
                      <a:pt x="312" y="1035"/>
                    </a:cubicBezTo>
                    <a:cubicBezTo>
                      <a:pt x="0" y="1253"/>
                      <a:pt x="184" y="1675"/>
                      <a:pt x="508" y="1675"/>
                    </a:cubicBezTo>
                    <a:cubicBezTo>
                      <a:pt x="531" y="1675"/>
                      <a:pt x="555" y="1673"/>
                      <a:pt x="579" y="1669"/>
                    </a:cubicBezTo>
                    <a:cubicBezTo>
                      <a:pt x="946" y="1602"/>
                      <a:pt x="1313" y="1368"/>
                      <a:pt x="1613" y="1168"/>
                    </a:cubicBezTo>
                    <a:cubicBezTo>
                      <a:pt x="1946" y="935"/>
                      <a:pt x="2313" y="668"/>
                      <a:pt x="2247" y="234"/>
                    </a:cubicBezTo>
                    <a:cubicBezTo>
                      <a:pt x="2213" y="101"/>
                      <a:pt x="2080" y="1"/>
                      <a:pt x="19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6" name="Google Shape;2416;p45"/>
              <p:cNvSpPr/>
              <p:nvPr/>
            </p:nvSpPr>
            <p:spPr>
              <a:xfrm flipH="1" rot="10800000">
                <a:off x="2096888" y="1027310"/>
                <a:ext cx="49477" cy="36655"/>
              </a:xfrm>
              <a:custGeom>
                <a:rect b="b" l="l" r="r" t="t"/>
                <a:pathLst>
                  <a:path extrusionOk="0" h="2788" w="3334">
                    <a:moveTo>
                      <a:pt x="3039" y="0"/>
                    </a:moveTo>
                    <a:cubicBezTo>
                      <a:pt x="2989" y="0"/>
                      <a:pt x="2935" y="11"/>
                      <a:pt x="2882" y="34"/>
                    </a:cubicBezTo>
                    <a:cubicBezTo>
                      <a:pt x="2381" y="268"/>
                      <a:pt x="2081" y="801"/>
                      <a:pt x="1681" y="1168"/>
                    </a:cubicBezTo>
                    <a:cubicBezTo>
                      <a:pt x="1214" y="1635"/>
                      <a:pt x="680" y="2002"/>
                      <a:pt x="147" y="2402"/>
                    </a:cubicBezTo>
                    <a:cubicBezTo>
                      <a:pt x="1" y="2519"/>
                      <a:pt x="135" y="2788"/>
                      <a:pt x="304" y="2788"/>
                    </a:cubicBezTo>
                    <a:cubicBezTo>
                      <a:pt x="329" y="2788"/>
                      <a:pt x="355" y="2782"/>
                      <a:pt x="380" y="2769"/>
                    </a:cubicBezTo>
                    <a:cubicBezTo>
                      <a:pt x="980" y="2536"/>
                      <a:pt x="1514" y="2169"/>
                      <a:pt x="2048" y="1769"/>
                    </a:cubicBezTo>
                    <a:cubicBezTo>
                      <a:pt x="2515" y="1402"/>
                      <a:pt x="3149" y="935"/>
                      <a:pt x="3282" y="301"/>
                    </a:cubicBezTo>
                    <a:cubicBezTo>
                      <a:pt x="3333" y="121"/>
                      <a:pt x="3207" y="0"/>
                      <a:pt x="30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7" name="Google Shape;2417;p45"/>
              <p:cNvSpPr/>
              <p:nvPr/>
            </p:nvSpPr>
            <p:spPr>
              <a:xfrm flipH="1" rot="10800000">
                <a:off x="2106980" y="991613"/>
                <a:ext cx="85211" cy="54746"/>
              </a:xfrm>
              <a:custGeom>
                <a:rect b="b" l="l" r="r" t="t"/>
                <a:pathLst>
                  <a:path extrusionOk="0" h="4164" w="5742">
                    <a:moveTo>
                      <a:pt x="5375" y="1"/>
                    </a:moveTo>
                    <a:cubicBezTo>
                      <a:pt x="5340" y="1"/>
                      <a:pt x="5305" y="10"/>
                      <a:pt x="5271" y="29"/>
                    </a:cubicBezTo>
                    <a:cubicBezTo>
                      <a:pt x="4437" y="563"/>
                      <a:pt x="3703" y="1163"/>
                      <a:pt x="2936" y="1764"/>
                    </a:cubicBezTo>
                    <a:cubicBezTo>
                      <a:pt x="2068" y="2498"/>
                      <a:pt x="1268" y="3332"/>
                      <a:pt x="200" y="3765"/>
                    </a:cubicBezTo>
                    <a:cubicBezTo>
                      <a:pt x="34" y="3832"/>
                      <a:pt x="0" y="4066"/>
                      <a:pt x="200" y="4132"/>
                    </a:cubicBezTo>
                    <a:cubicBezTo>
                      <a:pt x="302" y="4154"/>
                      <a:pt x="401" y="4163"/>
                      <a:pt x="497" y="4163"/>
                    </a:cubicBezTo>
                    <a:cubicBezTo>
                      <a:pt x="1154" y="4163"/>
                      <a:pt x="1678" y="3702"/>
                      <a:pt x="2202" y="3265"/>
                    </a:cubicBezTo>
                    <a:cubicBezTo>
                      <a:pt x="3369" y="2364"/>
                      <a:pt x="4537" y="1497"/>
                      <a:pt x="5571" y="463"/>
                    </a:cubicBezTo>
                    <a:cubicBezTo>
                      <a:pt x="5741" y="292"/>
                      <a:pt x="5573" y="1"/>
                      <a:pt x="53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8" name="Google Shape;2418;p45"/>
              <p:cNvSpPr/>
              <p:nvPr/>
            </p:nvSpPr>
            <p:spPr>
              <a:xfrm flipH="1" rot="10800000">
                <a:off x="2113436" y="954365"/>
                <a:ext cx="156488" cy="80962"/>
              </a:xfrm>
              <a:custGeom>
                <a:rect b="b" l="l" r="r" t="t"/>
                <a:pathLst>
                  <a:path extrusionOk="0" h="6158" w="10545">
                    <a:moveTo>
                      <a:pt x="10242" y="1"/>
                    </a:moveTo>
                    <a:cubicBezTo>
                      <a:pt x="10210" y="1"/>
                      <a:pt x="10176" y="8"/>
                      <a:pt x="10139" y="24"/>
                    </a:cubicBezTo>
                    <a:cubicBezTo>
                      <a:pt x="6704" y="1459"/>
                      <a:pt x="3368" y="3727"/>
                      <a:pt x="199" y="5728"/>
                    </a:cubicBezTo>
                    <a:cubicBezTo>
                      <a:pt x="0" y="5870"/>
                      <a:pt x="116" y="6157"/>
                      <a:pt x="319" y="6157"/>
                    </a:cubicBezTo>
                    <a:cubicBezTo>
                      <a:pt x="355" y="6157"/>
                      <a:pt x="393" y="6149"/>
                      <a:pt x="433" y="6129"/>
                    </a:cubicBezTo>
                    <a:cubicBezTo>
                      <a:pt x="3735" y="4427"/>
                      <a:pt x="7371" y="2726"/>
                      <a:pt x="10340" y="525"/>
                    </a:cubicBezTo>
                    <a:cubicBezTo>
                      <a:pt x="10545" y="378"/>
                      <a:pt x="10467" y="1"/>
                      <a:pt x="102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19" name="Google Shape;2419;p45"/>
            <p:cNvGrpSpPr/>
            <p:nvPr/>
          </p:nvGrpSpPr>
          <p:grpSpPr>
            <a:xfrm rot="10800000">
              <a:off x="6618707" y="3592826"/>
              <a:ext cx="173035" cy="137674"/>
              <a:chOff x="2096888" y="954365"/>
              <a:chExt cx="173035" cy="137674"/>
            </a:xfrm>
          </p:grpSpPr>
          <p:sp>
            <p:nvSpPr>
              <p:cNvPr id="2420" name="Google Shape;2420;p45"/>
              <p:cNvSpPr/>
              <p:nvPr/>
            </p:nvSpPr>
            <p:spPr>
              <a:xfrm flipH="1" rot="10800000">
                <a:off x="2100376" y="1070004"/>
                <a:ext cx="34340" cy="22035"/>
              </a:xfrm>
              <a:custGeom>
                <a:rect b="b" l="l" r="r" t="t"/>
                <a:pathLst>
                  <a:path extrusionOk="0" h="1676" w="2314">
                    <a:moveTo>
                      <a:pt x="1946" y="1"/>
                    </a:moveTo>
                    <a:cubicBezTo>
                      <a:pt x="1613" y="1"/>
                      <a:pt x="1413" y="268"/>
                      <a:pt x="1179" y="468"/>
                    </a:cubicBezTo>
                    <a:cubicBezTo>
                      <a:pt x="912" y="701"/>
                      <a:pt x="612" y="835"/>
                      <a:pt x="312" y="1035"/>
                    </a:cubicBezTo>
                    <a:cubicBezTo>
                      <a:pt x="0" y="1253"/>
                      <a:pt x="184" y="1675"/>
                      <a:pt x="508" y="1675"/>
                    </a:cubicBezTo>
                    <a:cubicBezTo>
                      <a:pt x="531" y="1675"/>
                      <a:pt x="555" y="1673"/>
                      <a:pt x="579" y="1669"/>
                    </a:cubicBezTo>
                    <a:cubicBezTo>
                      <a:pt x="946" y="1602"/>
                      <a:pt x="1313" y="1368"/>
                      <a:pt x="1613" y="1168"/>
                    </a:cubicBezTo>
                    <a:cubicBezTo>
                      <a:pt x="1946" y="935"/>
                      <a:pt x="2313" y="668"/>
                      <a:pt x="2247" y="234"/>
                    </a:cubicBezTo>
                    <a:cubicBezTo>
                      <a:pt x="2213" y="101"/>
                      <a:pt x="2080" y="1"/>
                      <a:pt x="19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1" name="Google Shape;2421;p45"/>
              <p:cNvSpPr/>
              <p:nvPr/>
            </p:nvSpPr>
            <p:spPr>
              <a:xfrm flipH="1" rot="10800000">
                <a:off x="2096888" y="1027310"/>
                <a:ext cx="49477" cy="36655"/>
              </a:xfrm>
              <a:custGeom>
                <a:rect b="b" l="l" r="r" t="t"/>
                <a:pathLst>
                  <a:path extrusionOk="0" h="2788" w="3334">
                    <a:moveTo>
                      <a:pt x="3039" y="0"/>
                    </a:moveTo>
                    <a:cubicBezTo>
                      <a:pt x="2989" y="0"/>
                      <a:pt x="2935" y="11"/>
                      <a:pt x="2882" y="34"/>
                    </a:cubicBezTo>
                    <a:cubicBezTo>
                      <a:pt x="2381" y="268"/>
                      <a:pt x="2081" y="801"/>
                      <a:pt x="1681" y="1168"/>
                    </a:cubicBezTo>
                    <a:cubicBezTo>
                      <a:pt x="1214" y="1635"/>
                      <a:pt x="680" y="2002"/>
                      <a:pt x="147" y="2402"/>
                    </a:cubicBezTo>
                    <a:cubicBezTo>
                      <a:pt x="1" y="2519"/>
                      <a:pt x="135" y="2788"/>
                      <a:pt x="304" y="2788"/>
                    </a:cubicBezTo>
                    <a:cubicBezTo>
                      <a:pt x="329" y="2788"/>
                      <a:pt x="355" y="2782"/>
                      <a:pt x="380" y="2769"/>
                    </a:cubicBezTo>
                    <a:cubicBezTo>
                      <a:pt x="980" y="2536"/>
                      <a:pt x="1514" y="2169"/>
                      <a:pt x="2048" y="1769"/>
                    </a:cubicBezTo>
                    <a:cubicBezTo>
                      <a:pt x="2515" y="1402"/>
                      <a:pt x="3149" y="935"/>
                      <a:pt x="3282" y="301"/>
                    </a:cubicBezTo>
                    <a:cubicBezTo>
                      <a:pt x="3333" y="121"/>
                      <a:pt x="3207" y="0"/>
                      <a:pt x="30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2" name="Google Shape;2422;p45"/>
              <p:cNvSpPr/>
              <p:nvPr/>
            </p:nvSpPr>
            <p:spPr>
              <a:xfrm flipH="1" rot="10800000">
                <a:off x="2106980" y="991613"/>
                <a:ext cx="85211" cy="54746"/>
              </a:xfrm>
              <a:custGeom>
                <a:rect b="b" l="l" r="r" t="t"/>
                <a:pathLst>
                  <a:path extrusionOk="0" h="4164" w="5742">
                    <a:moveTo>
                      <a:pt x="5375" y="1"/>
                    </a:moveTo>
                    <a:cubicBezTo>
                      <a:pt x="5340" y="1"/>
                      <a:pt x="5305" y="10"/>
                      <a:pt x="5271" y="29"/>
                    </a:cubicBezTo>
                    <a:cubicBezTo>
                      <a:pt x="4437" y="563"/>
                      <a:pt x="3703" y="1163"/>
                      <a:pt x="2936" y="1764"/>
                    </a:cubicBezTo>
                    <a:cubicBezTo>
                      <a:pt x="2068" y="2498"/>
                      <a:pt x="1268" y="3332"/>
                      <a:pt x="200" y="3765"/>
                    </a:cubicBezTo>
                    <a:cubicBezTo>
                      <a:pt x="34" y="3832"/>
                      <a:pt x="0" y="4066"/>
                      <a:pt x="200" y="4132"/>
                    </a:cubicBezTo>
                    <a:cubicBezTo>
                      <a:pt x="302" y="4154"/>
                      <a:pt x="401" y="4163"/>
                      <a:pt x="497" y="4163"/>
                    </a:cubicBezTo>
                    <a:cubicBezTo>
                      <a:pt x="1154" y="4163"/>
                      <a:pt x="1678" y="3702"/>
                      <a:pt x="2202" y="3265"/>
                    </a:cubicBezTo>
                    <a:cubicBezTo>
                      <a:pt x="3369" y="2364"/>
                      <a:pt x="4537" y="1497"/>
                      <a:pt x="5571" y="463"/>
                    </a:cubicBezTo>
                    <a:cubicBezTo>
                      <a:pt x="5741" y="292"/>
                      <a:pt x="5573" y="1"/>
                      <a:pt x="53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3" name="Google Shape;2423;p45"/>
              <p:cNvSpPr/>
              <p:nvPr/>
            </p:nvSpPr>
            <p:spPr>
              <a:xfrm flipH="1" rot="10800000">
                <a:off x="2113436" y="954365"/>
                <a:ext cx="156488" cy="80962"/>
              </a:xfrm>
              <a:custGeom>
                <a:rect b="b" l="l" r="r" t="t"/>
                <a:pathLst>
                  <a:path extrusionOk="0" h="6158" w="10545">
                    <a:moveTo>
                      <a:pt x="10242" y="1"/>
                    </a:moveTo>
                    <a:cubicBezTo>
                      <a:pt x="10210" y="1"/>
                      <a:pt x="10176" y="8"/>
                      <a:pt x="10139" y="24"/>
                    </a:cubicBezTo>
                    <a:cubicBezTo>
                      <a:pt x="6704" y="1459"/>
                      <a:pt x="3368" y="3727"/>
                      <a:pt x="199" y="5728"/>
                    </a:cubicBezTo>
                    <a:cubicBezTo>
                      <a:pt x="0" y="5870"/>
                      <a:pt x="116" y="6157"/>
                      <a:pt x="319" y="6157"/>
                    </a:cubicBezTo>
                    <a:cubicBezTo>
                      <a:pt x="355" y="6157"/>
                      <a:pt x="393" y="6149"/>
                      <a:pt x="433" y="6129"/>
                    </a:cubicBezTo>
                    <a:cubicBezTo>
                      <a:pt x="3735" y="4427"/>
                      <a:pt x="7371" y="2726"/>
                      <a:pt x="10340" y="525"/>
                    </a:cubicBezTo>
                    <a:cubicBezTo>
                      <a:pt x="10545" y="378"/>
                      <a:pt x="10467" y="1"/>
                      <a:pt x="102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424" name="Google Shape;2424;p45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Doodle Banner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25" name="Google Shape;2425;p45"/>
          <p:cNvSpPr txBox="1"/>
          <p:nvPr/>
        </p:nvSpPr>
        <p:spPr>
          <a:xfrm>
            <a:off x="2127925" y="1950850"/>
            <a:ext cx="18336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also the smallest one in our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6" name="Google Shape;2426;p45"/>
          <p:cNvSpPr/>
          <p:nvPr/>
        </p:nvSpPr>
        <p:spPr>
          <a:xfrm>
            <a:off x="2312875" y="1604326"/>
            <a:ext cx="1463627" cy="346526"/>
          </a:xfrm>
          <a:custGeom>
            <a:rect b="b" l="l" r="r" t="t"/>
            <a:pathLst>
              <a:path extrusionOk="0" h="14727" w="43999">
                <a:moveTo>
                  <a:pt x="36999" y="1"/>
                </a:moveTo>
                <a:cubicBezTo>
                  <a:pt x="36196" y="1"/>
                  <a:pt x="35359" y="16"/>
                  <a:pt x="34625" y="16"/>
                </a:cubicBezTo>
                <a:lnTo>
                  <a:pt x="9674" y="16"/>
                </a:lnTo>
                <a:cubicBezTo>
                  <a:pt x="8807" y="16"/>
                  <a:pt x="7939" y="16"/>
                  <a:pt x="7072" y="49"/>
                </a:cubicBezTo>
                <a:cubicBezTo>
                  <a:pt x="6238" y="49"/>
                  <a:pt x="5404" y="49"/>
                  <a:pt x="4570" y="82"/>
                </a:cubicBezTo>
                <a:cubicBezTo>
                  <a:pt x="3770" y="116"/>
                  <a:pt x="3036" y="216"/>
                  <a:pt x="2402" y="316"/>
                </a:cubicBezTo>
                <a:cubicBezTo>
                  <a:pt x="1802" y="416"/>
                  <a:pt x="1301" y="516"/>
                  <a:pt x="934" y="649"/>
                </a:cubicBezTo>
                <a:cubicBezTo>
                  <a:pt x="601" y="783"/>
                  <a:pt x="601" y="916"/>
                  <a:pt x="401" y="1083"/>
                </a:cubicBezTo>
                <a:cubicBezTo>
                  <a:pt x="134" y="1283"/>
                  <a:pt x="167" y="1517"/>
                  <a:pt x="134" y="1717"/>
                </a:cubicBezTo>
                <a:cubicBezTo>
                  <a:pt x="134" y="2017"/>
                  <a:pt x="134" y="2317"/>
                  <a:pt x="134" y="2584"/>
                </a:cubicBezTo>
                <a:cubicBezTo>
                  <a:pt x="100" y="3151"/>
                  <a:pt x="100" y="3718"/>
                  <a:pt x="67" y="4252"/>
                </a:cubicBezTo>
                <a:cubicBezTo>
                  <a:pt x="34" y="5386"/>
                  <a:pt x="34" y="6487"/>
                  <a:pt x="34" y="7588"/>
                </a:cubicBezTo>
                <a:cubicBezTo>
                  <a:pt x="34" y="8722"/>
                  <a:pt x="34" y="9823"/>
                  <a:pt x="34" y="10923"/>
                </a:cubicBezTo>
                <a:cubicBezTo>
                  <a:pt x="67" y="11791"/>
                  <a:pt x="0" y="12625"/>
                  <a:pt x="434" y="13492"/>
                </a:cubicBezTo>
                <a:cubicBezTo>
                  <a:pt x="601" y="13792"/>
                  <a:pt x="868" y="14092"/>
                  <a:pt x="2068" y="14326"/>
                </a:cubicBezTo>
                <a:cubicBezTo>
                  <a:pt x="3641" y="14669"/>
                  <a:pt x="5875" y="14694"/>
                  <a:pt x="8141" y="14694"/>
                </a:cubicBezTo>
                <a:cubicBezTo>
                  <a:pt x="8519" y="14694"/>
                  <a:pt x="8897" y="14693"/>
                  <a:pt x="9274" y="14693"/>
                </a:cubicBezTo>
                <a:cubicBezTo>
                  <a:pt x="10641" y="14726"/>
                  <a:pt x="12009" y="14726"/>
                  <a:pt x="13376" y="14726"/>
                </a:cubicBezTo>
                <a:cubicBezTo>
                  <a:pt x="16245" y="14726"/>
                  <a:pt x="19114" y="14726"/>
                  <a:pt x="21949" y="14693"/>
                </a:cubicBezTo>
                <a:lnTo>
                  <a:pt x="36059" y="14693"/>
                </a:lnTo>
                <a:cubicBezTo>
                  <a:pt x="36369" y="14698"/>
                  <a:pt x="36677" y="14701"/>
                  <a:pt x="36982" y="14701"/>
                </a:cubicBezTo>
                <a:cubicBezTo>
                  <a:pt x="38649" y="14701"/>
                  <a:pt x="40228" y="14618"/>
                  <a:pt x="41497" y="14393"/>
                </a:cubicBezTo>
                <a:cubicBezTo>
                  <a:pt x="42998" y="14159"/>
                  <a:pt x="43365" y="13826"/>
                  <a:pt x="43531" y="13492"/>
                </a:cubicBezTo>
                <a:cubicBezTo>
                  <a:pt x="43998" y="12625"/>
                  <a:pt x="43898" y="11791"/>
                  <a:pt x="43932" y="10923"/>
                </a:cubicBezTo>
                <a:cubicBezTo>
                  <a:pt x="43932" y="9823"/>
                  <a:pt x="43932" y="8722"/>
                  <a:pt x="43932" y="7588"/>
                </a:cubicBezTo>
                <a:cubicBezTo>
                  <a:pt x="43932" y="6487"/>
                  <a:pt x="43932" y="5386"/>
                  <a:pt x="43898" y="4252"/>
                </a:cubicBezTo>
                <a:cubicBezTo>
                  <a:pt x="43898" y="3718"/>
                  <a:pt x="43865" y="3151"/>
                  <a:pt x="43832" y="2584"/>
                </a:cubicBezTo>
                <a:cubicBezTo>
                  <a:pt x="43832" y="2317"/>
                  <a:pt x="43832" y="2084"/>
                  <a:pt x="43832" y="1817"/>
                </a:cubicBezTo>
                <a:cubicBezTo>
                  <a:pt x="43798" y="1550"/>
                  <a:pt x="43865" y="1317"/>
                  <a:pt x="43565" y="1083"/>
                </a:cubicBezTo>
                <a:cubicBezTo>
                  <a:pt x="43465" y="549"/>
                  <a:pt x="41330" y="116"/>
                  <a:pt x="38228" y="16"/>
                </a:cubicBezTo>
                <a:lnTo>
                  <a:pt x="38161" y="16"/>
                </a:lnTo>
                <a:cubicBezTo>
                  <a:pt x="37794" y="5"/>
                  <a:pt x="37401" y="1"/>
                  <a:pt x="36999" y="1"/>
                </a:cubicBezTo>
                <a:close/>
              </a:path>
            </a:pathLst>
          </a:cu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8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427" name="Google Shape;2427;p45"/>
          <p:cNvSpPr txBox="1"/>
          <p:nvPr/>
        </p:nvSpPr>
        <p:spPr>
          <a:xfrm>
            <a:off x="5182500" y="1950850"/>
            <a:ext cx="18336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name, but also high temperatures. It’s the second from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8" name="Google Shape;2428;p45"/>
          <p:cNvSpPr/>
          <p:nvPr/>
        </p:nvSpPr>
        <p:spPr>
          <a:xfrm>
            <a:off x="5367475" y="1604326"/>
            <a:ext cx="1463627" cy="346526"/>
          </a:xfrm>
          <a:custGeom>
            <a:rect b="b" l="l" r="r" t="t"/>
            <a:pathLst>
              <a:path extrusionOk="0" h="14727" w="43999">
                <a:moveTo>
                  <a:pt x="36999" y="1"/>
                </a:moveTo>
                <a:cubicBezTo>
                  <a:pt x="36196" y="1"/>
                  <a:pt x="35359" y="16"/>
                  <a:pt x="34625" y="16"/>
                </a:cubicBezTo>
                <a:lnTo>
                  <a:pt x="9674" y="16"/>
                </a:lnTo>
                <a:cubicBezTo>
                  <a:pt x="8807" y="16"/>
                  <a:pt x="7939" y="16"/>
                  <a:pt x="7072" y="49"/>
                </a:cubicBezTo>
                <a:cubicBezTo>
                  <a:pt x="6238" y="49"/>
                  <a:pt x="5404" y="49"/>
                  <a:pt x="4570" y="82"/>
                </a:cubicBezTo>
                <a:cubicBezTo>
                  <a:pt x="3770" y="116"/>
                  <a:pt x="3036" y="216"/>
                  <a:pt x="2402" y="316"/>
                </a:cubicBezTo>
                <a:cubicBezTo>
                  <a:pt x="1802" y="416"/>
                  <a:pt x="1301" y="516"/>
                  <a:pt x="934" y="649"/>
                </a:cubicBezTo>
                <a:cubicBezTo>
                  <a:pt x="601" y="783"/>
                  <a:pt x="601" y="916"/>
                  <a:pt x="401" y="1083"/>
                </a:cubicBezTo>
                <a:cubicBezTo>
                  <a:pt x="134" y="1283"/>
                  <a:pt x="167" y="1517"/>
                  <a:pt x="134" y="1717"/>
                </a:cubicBezTo>
                <a:cubicBezTo>
                  <a:pt x="134" y="2017"/>
                  <a:pt x="134" y="2317"/>
                  <a:pt x="134" y="2584"/>
                </a:cubicBezTo>
                <a:cubicBezTo>
                  <a:pt x="100" y="3151"/>
                  <a:pt x="100" y="3718"/>
                  <a:pt x="67" y="4252"/>
                </a:cubicBezTo>
                <a:cubicBezTo>
                  <a:pt x="34" y="5386"/>
                  <a:pt x="34" y="6487"/>
                  <a:pt x="34" y="7588"/>
                </a:cubicBezTo>
                <a:cubicBezTo>
                  <a:pt x="34" y="8722"/>
                  <a:pt x="34" y="9823"/>
                  <a:pt x="34" y="10923"/>
                </a:cubicBezTo>
                <a:cubicBezTo>
                  <a:pt x="67" y="11791"/>
                  <a:pt x="0" y="12625"/>
                  <a:pt x="434" y="13492"/>
                </a:cubicBezTo>
                <a:cubicBezTo>
                  <a:pt x="601" y="13792"/>
                  <a:pt x="868" y="14092"/>
                  <a:pt x="2068" y="14326"/>
                </a:cubicBezTo>
                <a:cubicBezTo>
                  <a:pt x="3641" y="14669"/>
                  <a:pt x="5875" y="14694"/>
                  <a:pt x="8141" y="14694"/>
                </a:cubicBezTo>
                <a:cubicBezTo>
                  <a:pt x="8519" y="14694"/>
                  <a:pt x="8897" y="14693"/>
                  <a:pt x="9274" y="14693"/>
                </a:cubicBezTo>
                <a:cubicBezTo>
                  <a:pt x="10641" y="14726"/>
                  <a:pt x="12009" y="14726"/>
                  <a:pt x="13376" y="14726"/>
                </a:cubicBezTo>
                <a:cubicBezTo>
                  <a:pt x="16245" y="14726"/>
                  <a:pt x="19114" y="14726"/>
                  <a:pt x="21949" y="14693"/>
                </a:cubicBezTo>
                <a:lnTo>
                  <a:pt x="36059" y="14693"/>
                </a:lnTo>
                <a:cubicBezTo>
                  <a:pt x="36369" y="14698"/>
                  <a:pt x="36677" y="14701"/>
                  <a:pt x="36982" y="14701"/>
                </a:cubicBezTo>
                <a:cubicBezTo>
                  <a:pt x="38649" y="14701"/>
                  <a:pt x="40228" y="14618"/>
                  <a:pt x="41497" y="14393"/>
                </a:cubicBezTo>
                <a:cubicBezTo>
                  <a:pt x="42998" y="14159"/>
                  <a:pt x="43365" y="13826"/>
                  <a:pt x="43531" y="13492"/>
                </a:cubicBezTo>
                <a:cubicBezTo>
                  <a:pt x="43998" y="12625"/>
                  <a:pt x="43898" y="11791"/>
                  <a:pt x="43932" y="10923"/>
                </a:cubicBezTo>
                <a:cubicBezTo>
                  <a:pt x="43932" y="9823"/>
                  <a:pt x="43932" y="8722"/>
                  <a:pt x="43932" y="7588"/>
                </a:cubicBezTo>
                <a:cubicBezTo>
                  <a:pt x="43932" y="6487"/>
                  <a:pt x="43932" y="5386"/>
                  <a:pt x="43898" y="4252"/>
                </a:cubicBezTo>
                <a:cubicBezTo>
                  <a:pt x="43898" y="3718"/>
                  <a:pt x="43865" y="3151"/>
                  <a:pt x="43832" y="2584"/>
                </a:cubicBezTo>
                <a:cubicBezTo>
                  <a:pt x="43832" y="2317"/>
                  <a:pt x="43832" y="2084"/>
                  <a:pt x="43832" y="1817"/>
                </a:cubicBezTo>
                <a:cubicBezTo>
                  <a:pt x="43798" y="1550"/>
                  <a:pt x="43865" y="1317"/>
                  <a:pt x="43565" y="1083"/>
                </a:cubicBezTo>
                <a:cubicBezTo>
                  <a:pt x="43465" y="549"/>
                  <a:pt x="41330" y="116"/>
                  <a:pt x="38228" y="16"/>
                </a:cubicBezTo>
                <a:lnTo>
                  <a:pt x="38161" y="16"/>
                </a:lnTo>
                <a:cubicBezTo>
                  <a:pt x="37794" y="5"/>
                  <a:pt x="37401" y="1"/>
                  <a:pt x="36999" y="1"/>
                </a:cubicBezTo>
                <a:close/>
              </a:path>
            </a:pathLst>
          </a:cu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8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429" name="Google Shape;2429;p45"/>
          <p:cNvSpPr txBox="1"/>
          <p:nvPr/>
        </p:nvSpPr>
        <p:spPr>
          <a:xfrm>
            <a:off x="2127850" y="3771650"/>
            <a:ext cx="18336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 and the fourth-largest in the entire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Solar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0" name="Google Shape;2430;p45"/>
          <p:cNvSpPr/>
          <p:nvPr/>
        </p:nvSpPr>
        <p:spPr>
          <a:xfrm>
            <a:off x="2312875" y="3425123"/>
            <a:ext cx="1463627" cy="346526"/>
          </a:xfrm>
          <a:custGeom>
            <a:rect b="b" l="l" r="r" t="t"/>
            <a:pathLst>
              <a:path extrusionOk="0" h="14727" w="43999">
                <a:moveTo>
                  <a:pt x="36999" y="1"/>
                </a:moveTo>
                <a:cubicBezTo>
                  <a:pt x="36196" y="1"/>
                  <a:pt x="35359" y="16"/>
                  <a:pt x="34625" y="16"/>
                </a:cubicBezTo>
                <a:lnTo>
                  <a:pt x="9674" y="16"/>
                </a:lnTo>
                <a:cubicBezTo>
                  <a:pt x="8807" y="16"/>
                  <a:pt x="7939" y="16"/>
                  <a:pt x="7072" y="49"/>
                </a:cubicBezTo>
                <a:cubicBezTo>
                  <a:pt x="6238" y="49"/>
                  <a:pt x="5404" y="49"/>
                  <a:pt x="4570" y="82"/>
                </a:cubicBezTo>
                <a:cubicBezTo>
                  <a:pt x="3770" y="116"/>
                  <a:pt x="3036" y="216"/>
                  <a:pt x="2402" y="316"/>
                </a:cubicBezTo>
                <a:cubicBezTo>
                  <a:pt x="1802" y="416"/>
                  <a:pt x="1301" y="516"/>
                  <a:pt x="934" y="649"/>
                </a:cubicBezTo>
                <a:cubicBezTo>
                  <a:pt x="601" y="783"/>
                  <a:pt x="601" y="916"/>
                  <a:pt x="401" y="1083"/>
                </a:cubicBezTo>
                <a:cubicBezTo>
                  <a:pt x="134" y="1283"/>
                  <a:pt x="167" y="1517"/>
                  <a:pt x="134" y="1717"/>
                </a:cubicBezTo>
                <a:cubicBezTo>
                  <a:pt x="134" y="2017"/>
                  <a:pt x="134" y="2317"/>
                  <a:pt x="134" y="2584"/>
                </a:cubicBezTo>
                <a:cubicBezTo>
                  <a:pt x="100" y="3151"/>
                  <a:pt x="100" y="3718"/>
                  <a:pt x="67" y="4252"/>
                </a:cubicBezTo>
                <a:cubicBezTo>
                  <a:pt x="34" y="5386"/>
                  <a:pt x="34" y="6487"/>
                  <a:pt x="34" y="7588"/>
                </a:cubicBezTo>
                <a:cubicBezTo>
                  <a:pt x="34" y="8722"/>
                  <a:pt x="34" y="9823"/>
                  <a:pt x="34" y="10923"/>
                </a:cubicBezTo>
                <a:cubicBezTo>
                  <a:pt x="67" y="11791"/>
                  <a:pt x="0" y="12625"/>
                  <a:pt x="434" y="13492"/>
                </a:cubicBezTo>
                <a:cubicBezTo>
                  <a:pt x="601" y="13792"/>
                  <a:pt x="868" y="14092"/>
                  <a:pt x="2068" y="14326"/>
                </a:cubicBezTo>
                <a:cubicBezTo>
                  <a:pt x="3641" y="14669"/>
                  <a:pt x="5875" y="14694"/>
                  <a:pt x="8141" y="14694"/>
                </a:cubicBezTo>
                <a:cubicBezTo>
                  <a:pt x="8519" y="14694"/>
                  <a:pt x="8897" y="14693"/>
                  <a:pt x="9274" y="14693"/>
                </a:cubicBezTo>
                <a:cubicBezTo>
                  <a:pt x="10641" y="14726"/>
                  <a:pt x="12009" y="14726"/>
                  <a:pt x="13376" y="14726"/>
                </a:cubicBezTo>
                <a:cubicBezTo>
                  <a:pt x="16245" y="14726"/>
                  <a:pt x="19114" y="14726"/>
                  <a:pt x="21949" y="14693"/>
                </a:cubicBezTo>
                <a:lnTo>
                  <a:pt x="36059" y="14693"/>
                </a:lnTo>
                <a:cubicBezTo>
                  <a:pt x="36369" y="14698"/>
                  <a:pt x="36677" y="14701"/>
                  <a:pt x="36982" y="14701"/>
                </a:cubicBezTo>
                <a:cubicBezTo>
                  <a:pt x="38649" y="14701"/>
                  <a:pt x="40228" y="14618"/>
                  <a:pt x="41497" y="14393"/>
                </a:cubicBezTo>
                <a:cubicBezTo>
                  <a:pt x="42998" y="14159"/>
                  <a:pt x="43365" y="13826"/>
                  <a:pt x="43531" y="13492"/>
                </a:cubicBezTo>
                <a:cubicBezTo>
                  <a:pt x="43998" y="12625"/>
                  <a:pt x="43898" y="11791"/>
                  <a:pt x="43932" y="10923"/>
                </a:cubicBezTo>
                <a:cubicBezTo>
                  <a:pt x="43932" y="9823"/>
                  <a:pt x="43932" y="8722"/>
                  <a:pt x="43932" y="7588"/>
                </a:cubicBezTo>
                <a:cubicBezTo>
                  <a:pt x="43932" y="6487"/>
                  <a:pt x="43932" y="5386"/>
                  <a:pt x="43898" y="4252"/>
                </a:cubicBezTo>
                <a:cubicBezTo>
                  <a:pt x="43898" y="3718"/>
                  <a:pt x="43865" y="3151"/>
                  <a:pt x="43832" y="2584"/>
                </a:cubicBezTo>
                <a:cubicBezTo>
                  <a:pt x="43832" y="2317"/>
                  <a:pt x="43832" y="2084"/>
                  <a:pt x="43832" y="1817"/>
                </a:cubicBezTo>
                <a:cubicBezTo>
                  <a:pt x="43798" y="1550"/>
                  <a:pt x="43865" y="1317"/>
                  <a:pt x="43565" y="1083"/>
                </a:cubicBezTo>
                <a:cubicBezTo>
                  <a:pt x="43465" y="549"/>
                  <a:pt x="41330" y="116"/>
                  <a:pt x="38228" y="16"/>
                </a:cubicBezTo>
                <a:lnTo>
                  <a:pt x="38161" y="16"/>
                </a:lnTo>
                <a:cubicBezTo>
                  <a:pt x="37794" y="5"/>
                  <a:pt x="37401" y="1"/>
                  <a:pt x="36999" y="1"/>
                </a:cubicBezTo>
                <a:close/>
              </a:path>
            </a:pathLst>
          </a:cu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Neptune</a:t>
            </a:r>
            <a:endParaRPr sz="18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431" name="Google Shape;2431;p45"/>
          <p:cNvSpPr txBox="1"/>
          <p:nvPr/>
        </p:nvSpPr>
        <p:spPr>
          <a:xfrm>
            <a:off x="5182500" y="3771650"/>
            <a:ext cx="18336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 a really cold place, not hot. Mars is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2" name="Google Shape;2432;p45"/>
          <p:cNvSpPr/>
          <p:nvPr/>
        </p:nvSpPr>
        <p:spPr>
          <a:xfrm>
            <a:off x="5367475" y="3425123"/>
            <a:ext cx="1463627" cy="346526"/>
          </a:xfrm>
          <a:custGeom>
            <a:rect b="b" l="l" r="r" t="t"/>
            <a:pathLst>
              <a:path extrusionOk="0" h="14727" w="43999">
                <a:moveTo>
                  <a:pt x="36999" y="1"/>
                </a:moveTo>
                <a:cubicBezTo>
                  <a:pt x="36196" y="1"/>
                  <a:pt x="35359" y="16"/>
                  <a:pt x="34625" y="16"/>
                </a:cubicBezTo>
                <a:lnTo>
                  <a:pt x="9674" y="16"/>
                </a:lnTo>
                <a:cubicBezTo>
                  <a:pt x="8807" y="16"/>
                  <a:pt x="7939" y="16"/>
                  <a:pt x="7072" y="49"/>
                </a:cubicBezTo>
                <a:cubicBezTo>
                  <a:pt x="6238" y="49"/>
                  <a:pt x="5404" y="49"/>
                  <a:pt x="4570" y="82"/>
                </a:cubicBezTo>
                <a:cubicBezTo>
                  <a:pt x="3770" y="116"/>
                  <a:pt x="3036" y="216"/>
                  <a:pt x="2402" y="316"/>
                </a:cubicBezTo>
                <a:cubicBezTo>
                  <a:pt x="1802" y="416"/>
                  <a:pt x="1301" y="516"/>
                  <a:pt x="934" y="649"/>
                </a:cubicBezTo>
                <a:cubicBezTo>
                  <a:pt x="601" y="783"/>
                  <a:pt x="601" y="916"/>
                  <a:pt x="401" y="1083"/>
                </a:cubicBezTo>
                <a:cubicBezTo>
                  <a:pt x="134" y="1283"/>
                  <a:pt x="167" y="1517"/>
                  <a:pt x="134" y="1717"/>
                </a:cubicBezTo>
                <a:cubicBezTo>
                  <a:pt x="134" y="2017"/>
                  <a:pt x="134" y="2317"/>
                  <a:pt x="134" y="2584"/>
                </a:cubicBezTo>
                <a:cubicBezTo>
                  <a:pt x="100" y="3151"/>
                  <a:pt x="100" y="3718"/>
                  <a:pt x="67" y="4252"/>
                </a:cubicBezTo>
                <a:cubicBezTo>
                  <a:pt x="34" y="5386"/>
                  <a:pt x="34" y="6487"/>
                  <a:pt x="34" y="7588"/>
                </a:cubicBezTo>
                <a:cubicBezTo>
                  <a:pt x="34" y="8722"/>
                  <a:pt x="34" y="9823"/>
                  <a:pt x="34" y="10923"/>
                </a:cubicBezTo>
                <a:cubicBezTo>
                  <a:pt x="67" y="11791"/>
                  <a:pt x="0" y="12625"/>
                  <a:pt x="434" y="13492"/>
                </a:cubicBezTo>
                <a:cubicBezTo>
                  <a:pt x="601" y="13792"/>
                  <a:pt x="868" y="14092"/>
                  <a:pt x="2068" y="14326"/>
                </a:cubicBezTo>
                <a:cubicBezTo>
                  <a:pt x="3641" y="14669"/>
                  <a:pt x="5875" y="14694"/>
                  <a:pt x="8141" y="14694"/>
                </a:cubicBezTo>
                <a:cubicBezTo>
                  <a:pt x="8519" y="14694"/>
                  <a:pt x="8897" y="14693"/>
                  <a:pt x="9274" y="14693"/>
                </a:cubicBezTo>
                <a:cubicBezTo>
                  <a:pt x="10641" y="14726"/>
                  <a:pt x="12009" y="14726"/>
                  <a:pt x="13376" y="14726"/>
                </a:cubicBezTo>
                <a:cubicBezTo>
                  <a:pt x="16245" y="14726"/>
                  <a:pt x="19114" y="14726"/>
                  <a:pt x="21949" y="14693"/>
                </a:cubicBezTo>
                <a:lnTo>
                  <a:pt x="36059" y="14693"/>
                </a:lnTo>
                <a:cubicBezTo>
                  <a:pt x="36369" y="14698"/>
                  <a:pt x="36677" y="14701"/>
                  <a:pt x="36982" y="14701"/>
                </a:cubicBezTo>
                <a:cubicBezTo>
                  <a:pt x="38649" y="14701"/>
                  <a:pt x="40228" y="14618"/>
                  <a:pt x="41497" y="14393"/>
                </a:cubicBezTo>
                <a:cubicBezTo>
                  <a:pt x="42998" y="14159"/>
                  <a:pt x="43365" y="13826"/>
                  <a:pt x="43531" y="13492"/>
                </a:cubicBezTo>
                <a:cubicBezTo>
                  <a:pt x="43998" y="12625"/>
                  <a:pt x="43898" y="11791"/>
                  <a:pt x="43932" y="10923"/>
                </a:cubicBezTo>
                <a:cubicBezTo>
                  <a:pt x="43932" y="9823"/>
                  <a:pt x="43932" y="8722"/>
                  <a:pt x="43932" y="7588"/>
                </a:cubicBezTo>
                <a:cubicBezTo>
                  <a:pt x="43932" y="6487"/>
                  <a:pt x="43932" y="5386"/>
                  <a:pt x="43898" y="4252"/>
                </a:cubicBezTo>
                <a:cubicBezTo>
                  <a:pt x="43898" y="3718"/>
                  <a:pt x="43865" y="3151"/>
                  <a:pt x="43832" y="2584"/>
                </a:cubicBezTo>
                <a:cubicBezTo>
                  <a:pt x="43832" y="2317"/>
                  <a:pt x="43832" y="2084"/>
                  <a:pt x="43832" y="1817"/>
                </a:cubicBezTo>
                <a:cubicBezTo>
                  <a:pt x="43798" y="1550"/>
                  <a:pt x="43865" y="1317"/>
                  <a:pt x="43565" y="1083"/>
                </a:cubicBezTo>
                <a:cubicBezTo>
                  <a:pt x="43465" y="549"/>
                  <a:pt x="41330" y="116"/>
                  <a:pt x="38228" y="16"/>
                </a:cubicBezTo>
                <a:lnTo>
                  <a:pt x="38161" y="16"/>
                </a:lnTo>
                <a:cubicBezTo>
                  <a:pt x="37794" y="5"/>
                  <a:pt x="37401" y="1"/>
                  <a:pt x="36999" y="1"/>
                </a:cubicBezTo>
                <a:close/>
              </a:path>
            </a:pathLst>
          </a:cu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8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433" name="Google Shape;2433;p45"/>
          <p:cNvSpPr txBox="1"/>
          <p:nvPr>
            <p:ph type="title"/>
          </p:nvPr>
        </p:nvSpPr>
        <p:spPr>
          <a:xfrm>
            <a:off x="974374" y="1936877"/>
            <a:ext cx="861600" cy="3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A</a:t>
            </a:r>
            <a:endParaRPr b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434" name="Google Shape;2434;p45"/>
          <p:cNvSpPr txBox="1"/>
          <p:nvPr>
            <p:ph type="title"/>
          </p:nvPr>
        </p:nvSpPr>
        <p:spPr>
          <a:xfrm>
            <a:off x="7309312" y="1936877"/>
            <a:ext cx="861600" cy="3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B</a:t>
            </a:r>
            <a:endParaRPr b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435" name="Google Shape;2435;p45"/>
          <p:cNvSpPr txBox="1"/>
          <p:nvPr>
            <p:ph type="title"/>
          </p:nvPr>
        </p:nvSpPr>
        <p:spPr>
          <a:xfrm>
            <a:off x="974374" y="3757677"/>
            <a:ext cx="861600" cy="3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</a:t>
            </a:r>
            <a:endParaRPr b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436" name="Google Shape;2436;p45"/>
          <p:cNvSpPr txBox="1"/>
          <p:nvPr>
            <p:ph type="title"/>
          </p:nvPr>
        </p:nvSpPr>
        <p:spPr>
          <a:xfrm>
            <a:off x="7308049" y="3757677"/>
            <a:ext cx="861600" cy="3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</a:t>
            </a:r>
            <a:endParaRPr b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oodle Banner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B8D3A9"/>
      </a:accent1>
      <a:accent2>
        <a:srgbClr val="FF8563"/>
      </a:accent2>
      <a:accent3>
        <a:srgbClr val="D2ADF2"/>
      </a:accent3>
      <a:accent4>
        <a:srgbClr val="FDBB90"/>
      </a:accent4>
      <a:accent5>
        <a:srgbClr val="9FD9EE"/>
      </a:accent5>
      <a:accent6>
        <a:srgbClr val="FED89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